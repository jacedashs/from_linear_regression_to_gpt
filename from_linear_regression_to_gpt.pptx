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1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This slide now functions as the table of contents: foundations, language representation, attention, Transformer, and GPT.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AI landscape image supplied by the user: https://media.licdn.com/dms/image/v2/D4D22AQEwD7fMcLTAdQ/feedshare-shrink_800/B4DZd9bUoRG8Ag-/0/1750156005031?e=2147483647&amp;v=beta&amp;t=dCR6tdHvBihBUouwX60e8hqjI_j5cD386Zc8Bszzw_M</a:t>
            </a:r>
          </a:p>
          <a:p>
            <a:pPr>
              <a:buNone/>
            </a:pPr>
            <a:r>
              <a:t>The image is presented as an orientation graphic; labels are reproduced from the supplied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train/validation/test model evaluation practice.</a:t>
            </a:r>
          </a:p>
          <a:p>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train/validation/test evaluation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a:p>
            <a:pPr>
              <a:buNone/>
            </a:pPr>
            <a:endParaRPr/>
          </a:p>
          <a:p>
            <a:pPr>
              <a:buNone/>
            </a:pPr>
            <a:r>
              <a:rPr sz="1200"/>
              <a:t>Backtracking line search shrinks bad steps</a:t>
            </a:r>
            <a:r>
              <a:t>는 다음 의미입니다.</a:t>
            </a:r>
          </a:p>
          <a:p>
            <a:pPr>
              <a:buNone/>
            </a:pPr>
            <a:r>
              <a:t>경사하강법은 우선 비교적 큰 학습률 \(\alpha\)로 이동을 시도합니다.</a:t>
            </a:r>
          </a:p>
          <a:p>
            <a:pPr>
              <a:buNone/>
            </a:pPr>
            <a:r>
              <a:t>\[ \theta_{\text{new}}=\theta-\alpha\nabla L(\theta) \]</a:t>
            </a:r>
          </a:p>
          <a:p>
            <a:pPr>
              <a:buNone/>
            </a:pPr>
            <a:r>
              <a:t>이동한 뒤 손실 \(L\)이 충분히 감소했는지 확인합니다.</a:t>
            </a:r>
          </a:p>
          <a:p>
            <a:pPr>
              <a:buNone/>
            </a:pPr>
            <a:r>
              <a:t>손실이 충분히 감소하면 해당 이동을 </a:t>
            </a:r>
            <a:r>
              <a:rPr sz="1200"/>
              <a:t>accept</a:t>
            </a:r>
          </a:p>
          <a:p>
            <a:pPr>
              <a:buNone/>
            </a:pPr>
            <a:r>
              <a:t>감소하지 않거나 오히려 증가하면 </a:t>
            </a:r>
            <a:r>
              <a:rPr sz="1200"/>
              <a:t>reject</a:t>
            </a:r>
          </a:p>
          <a:p>
            <a:pPr>
              <a:buNone/>
            </a:pPr>
            <a:r>
              <a:t>거부되면 학습률을 줄여 다시 시도</a:t>
            </a:r>
          </a:p>
          <a:p>
            <a:pPr>
              <a:buNone/>
            </a:pPr>
            <a:r>
              <a:t>\[ \alpha \leftarrow \rho\alpha,\qquad 0&lt;\rho&lt;1 \]</a:t>
            </a:r>
          </a:p>
          <a:p>
            <a:pPr>
              <a:buNone/>
            </a:pPr>
            <a:r>
              <a:t>일반적으로 \(\rho=0.5\)라면 다음처럼 진행됩니다.</a:t>
            </a:r>
          </a:p>
          <a:p>
            <a:pPr>
              <a:buNone/>
            </a:pPr>
            <a:r>
              <a:t>\[ \alpha,\quad \frac{\alpha}{2},\quad \frac{\alpha}{4},\quad \frac{\alpha}{8},\dots \]</a:t>
            </a:r>
          </a:p>
          <a:p>
            <a:pPr>
              <a:buNone/>
            </a:pPr>
            <a:r>
              <a:t>예를 들면:</a:t>
            </a:r>
          </a:p>
          <a:p>
            <a:pPr>
              <a:buNone/>
            </a:pPr>
            <a:r>
              <a:t>\(\alpha=1.0\)으로 이동 → 손실 증가 → reject</a:t>
            </a:r>
          </a:p>
          <a:p>
            <a:pPr>
              <a:buNone/>
            </a:pPr>
            <a:r>
              <a:t>\(\alpha=0.5\)로 다시 이동 → 감소량 부족 → reject</a:t>
            </a:r>
          </a:p>
          <a:p>
            <a:pPr>
              <a:buNone/>
            </a:pPr>
            <a:r>
              <a:t>\(\alpha=0.25\)로 이동 → 손실 충분히 감소 → accept</a:t>
            </a:r>
          </a:p>
          <a:p>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a:pPr>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3D loss landscape image provided by user: https://miro.medium.com/v2/resize:fit:1400/1*_SYK3prTMdNrTW98Uic4Pg.jpeg</a:t>
            </a:r>
          </a:p>
          <a:p>
            <a:pPr>
              <a:buNone/>
            </a:pPr>
            <a:r>
              <a:t>Educational synthesis based on simulated annealing and learning-rate scheduling concepts.</a:t>
            </a:r>
          </a:p>
          <a:p>
            <a:pPr>
              <a:buNone/>
            </a:pPr>
            <a:endParaRPr/>
          </a:p>
          <a:p>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a:pPr>
              <a:buNone/>
            </a:pPr>
            <a:r>
              <a:rPr sz="1200" b="0" i="0" u="none">
                <a:solidFill>
                  <a:srgbClr val="000000"/>
                </a:solidFill>
                <a:latin typeface="Times New Roman"/>
                <a:ea typeface="Times New Roman"/>
                <a:cs typeface="Times New Roman"/>
              </a:rPr>
              <a:t>요약하면:</a:t>
            </a:r>
          </a:p>
          <a:p>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neural-network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neural-network activation-function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chain rule in calculus.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chain rule in calculus.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backpropagation and gradient descent.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Educational synthesis based on the numeric first-layer weights and biases shown on slides 23 and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CNN overview and claims about local connectivity, feature maps, pooling, and parameter sharing: https://developersbreach.com/convolution-neural-network-deep-learning/</a:t>
            </a:r>
          </a:p>
          <a:p>
            <a:pPr>
              <a:buNone/>
            </a:pPr>
            <a:r>
              <a:t>CNN architecture image supplied by the user: https://i0.wp.com/developersbreach.com/wp-content/uploads/2020/08/cnn_banner.png?fit=1200%2C564&amp;ssl=1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convolutional neural-network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Image supplied by the user: https://miro.medium.com/v2/resize:fit:1100/format:webp/1*AeKfV2uAPeMg9j8HhQZk2w.png</a:t>
            </a:r>
          </a:p>
          <a:p>
            <a:pPr>
              <a:buNone/>
            </a:pPr>
            <a:r>
              <a:t>Educational synthesis based on standard recurrent neural-network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RNN, LSTM, and GRU architectures.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Image supplied by the user: https://miro.medium.com/v2/resize:fit:1100/format:webp/1*H_heJCepouMYEqd8IwF0mQ.png</a:t>
            </a:r>
          </a:p>
          <a:p>
            <a:pPr>
              <a:buNone/>
            </a:pPr>
            <a:r>
              <a:t>Educational synthesis based on standard encoder-decoder sequence-to-sequence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sequence-to-sequence attention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the standard Transformer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GPT architecture image supplied by the user: https://img.sbbit.jp/article/image/114721/l_bit202308301441497020.jpg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Hugging Face Transformers, Loading models: https://huggingface.co/docs/transformers/en/models</a:t>
            </a:r>
          </a:p>
          <a:p>
            <a:pPr>
              <a:buNone/>
            </a:pPr>
            <a:r>
              <a:t>Hugging Face Transformers, Auto Classes: https://huggingface.co/docs/transformers/model_doc/auto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OpenAI API Reference, Responses create parameters: https://platform.openai.com/docs/api-reference/responses/create</a:t>
            </a:r>
          </a:p>
          <a:p>
            <a:pPr>
              <a:buNone/>
            </a:pPr>
            <a:r>
              <a:t>OpenAI API Reference, Chat create parameters: https://platform.openai.com/docs/api-reference/chat/create</a:t>
            </a:r>
          </a:p>
          <a:p>
            <a:pPr>
              <a:buNone/>
            </a:pPr>
            <a:r>
              <a:t>Temperature changes distribution sharpness. Top-p nucleus sampling limits sampling to a cumulative probability mass.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special tokens in language-model systems.</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tool-call and end-of-generation control behavior.</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FFN / knowledge-neuron figure: https://i0.wp.com/syncedreview.com/wp-content/uploads/2021/04/image-114.png?resize=652%2C863&amp;ssl=1</a:t>
            </a:r>
          </a:p>
          <a:p>
            <a:pPr>
              <a:buNone/>
            </a:pPr>
            <a:r>
              <a:t>Dai et al., 2022, 'Knowledge Neurons in Pretrained Transformers': https://aclanthology.org/2022.acl-long.581/</a:t>
            </a:r>
          </a:p>
          <a:p>
            <a:pPr>
              <a:buNone/>
            </a:pPr>
            <a:r>
              <a:t>Smithline and Mascioli, 2026, 'Sparsity Moves Computation: How FFN Architecture Reshapes Attention in Small Transformers': https://arxiv.org/abs/2605.09403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diffusion image: https://miro.medium.com/v2/resize:fit:1400/1*yvClU5LgylulNWLPNpOCfA.png</a:t>
            </a:r>
          </a:p>
          <a:p>
            <a:pPr>
              <a:buNone/>
            </a:pPr>
            <a:r>
              <a:t>Ho et al., 2020, 'Denoising Diffusion Probabilistic Models': https://arxiv.org/abs/2006.11239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Inception, Introducing Mercury 2: https://www.inceptionlabs.ai/blog/introducing-mercury-2</a:t>
            </a:r>
          </a:p>
          <a:p>
            <a:pPr>
              <a:buNone/>
            </a:pPr>
            <a:r>
              <a:t>Khanna et al., 2025, 'Mercury: Ultra-Fast Language Models Based on Diffusion': https://arxiv.org/abs/2506.17298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Leviathan, Kalman, and Matias, 2023, 'Fast Inference from Transformers via Speculative Decoding': https://arxiv.org/abs/2211.17192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Scaling Laws for Neural Language Models: https://arxiv.org/abs/2001.08361</a:t>
            </a:r>
          </a:p>
          <a:p>
            <a:pPr>
              <a:buNone/>
            </a:pPr>
            <a:r>
              <a:t>Training Compute-Optimal Large Language Models: https://arxiv.org/abs/2203.15556</a:t>
            </a:r>
          </a:p>
          <a:p>
            <a:pPr>
              <a:buNone/>
            </a:pPr>
            <a:r>
              <a:t>Mixtral of Experts: https://arxiv.org/abs/2401.04088</a:t>
            </a:r>
          </a:p>
          <a:p>
            <a:pPr>
              <a:buNone/>
            </a:pPr>
            <a:r>
              <a:t>DeepSeek-V3 Technical Report: https://arxiv.org/abs/2412.19437</a:t>
            </a:r>
          </a:p>
          <a:p>
            <a:pPr>
              <a:buNone/>
            </a:pPr>
            <a:r>
              <a:t>OpenAI, Learning to reason with LLMs: https://openai.com/index/learning-to-reason-with-llms/</a:t>
            </a:r>
          </a:p>
          <a:p>
            <a:pPr>
              <a:buNone/>
            </a:pPr>
            <a:r>
              <a:t>DeepSeek-R1: https://arxiv.org/abs/2501.12948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Distilling the Knowledge in a Neural Network: https://arxiv.org/abs/1503.02531</a:t>
            </a:r>
          </a:p>
          <a:p>
            <a:pPr>
              <a:buNone/>
            </a:pPr>
            <a:r>
              <a:t>DistilBERT, a distilled version of BERT: https://arxiv.org/abs/1910.01108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bg>
      <p:bgPr>
        <a:gradFill>
          <a:gsLst>
            <a:gs pos="14000">
              <a:schemeClr val="tx2"/>
            </a:gs>
            <a:gs pos="100000">
              <a:schemeClr val="tx2">
                <a:lumMod val="75000"/>
              </a:schemeClr>
            </a:gs>
          </a:gsLst>
          <a:path path="circle"/>
        </a:gradFill>
        <a:effectLst/>
      </p:bgPr>
    </p:bg>
    <p:spTree>
      <p:nvGrpSpPr>
        <p:cNvPr id="1" name=""/>
        <p:cNvGrpSpPr/>
        <p:nvPr/>
      </p:nvGrpSpPr>
      <p:grpSpPr>
        <a:xfrm>
          <a:off x="0" y="0"/>
          <a:ext cx="0" cy="0"/>
          <a:chOff x="0" y="0"/>
          <a:chExt cx="0" cy="0"/>
        </a:xfrm>
      </p:grpSpPr>
      <p:pic>
        <p:nvPicPr>
          <p:cNvPr id="1813093416" name="Picture 2116695055"/>
          <p:cNvPicPr>
            <a:picLocks noChangeAspect="1"/>
          </p:cNvPicPr>
          <p:nvPr/>
        </p:nvPicPr>
        <p:blipFill rotWithShape="1">
          <a:blip r:embed="rId2">
            <a:alphaModFix amt="30000"/>
          </a:blip>
          <a:stretch/>
        </p:blipFill>
        <p:spPr>
          <a:xfrm>
            <a:off x="-3046" y="9144"/>
            <a:ext cx="12198094" cy="6848854"/>
          </a:xfrm>
          <a:prstGeom prst="rect">
            <a:avLst/>
          </a:prstGeom>
        </p:spPr>
      </p:pic>
      <p:sp>
        <p:nvSpPr>
          <p:cNvPr id="376226510" name="Rectangle 376226509">
            <a:extLst>
              <a:ext uri="{FF2B5EF4-FFF2-40B4-BE49-F238E27FC236}">
                <a16:creationId xmlns:a16="http://schemas.microsoft.com/office/drawing/2014/main" id="{C2C08D00-448A-46A0-BE3B-03AC7F76AA9D}"/>
              </a:ext>
            </a:extLst>
          </p:cNvPr>
          <p:cNvSpPr>
            <a:spLocks noGrp="1"/>
          </p:cNvSpPr>
          <p:nvPr/>
        </p:nvSpPr>
        <p:spPr>
          <a:xfrm>
            <a:off x="6079" y="4051"/>
            <a:ext cx="12179837" cy="6849891"/>
          </a:xfrm>
          <a:prstGeom prst="rect">
            <a:avLst/>
          </a:prstGeom>
          <a:gradFill>
            <a:gsLst>
              <a:gs pos="1000">
                <a:schemeClr val="tx2">
                  <a:alpha val="23000"/>
                </a:schemeClr>
              </a:gs>
              <a:gs pos="75000">
                <a:schemeClr val="tx2">
                  <a:lumMod val="50000"/>
                  <a:alpha val="23000"/>
                </a:schemeClr>
              </a:gs>
            </a:gsLst>
            <a:path path="circle"/>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5080443" name="Title 1">
            <a:extLst>
              <a:ext uri="{FF2B5EF4-FFF2-40B4-BE49-F238E27FC236}">
                <a16:creationId xmlns:a16="http://schemas.microsoft.com/office/drawing/2014/main" id="{B46EAD73-2E8E-4E30-B787-49BDB6F38AB1}"/>
              </a:ext>
            </a:extLst>
          </p:cNvPr>
          <p:cNvSpPr>
            <a:spLocks noGrp="1"/>
          </p:cNvSpPr>
          <p:nvPr>
            <p:ph type="ctrTitle"/>
          </p:nvPr>
        </p:nvSpPr>
        <p:spPr>
          <a:xfrm>
            <a:off x="1523999" y="1122363"/>
            <a:ext cx="9144000" cy="2387599"/>
          </a:xfrm>
        </p:spPr>
        <p:txBody>
          <a:bodyPr anchor="b"/>
          <a:lstStyle>
            <a:lvl1pPr algn="ctr">
              <a:buNone/>
              <a:defRPr sz="6000">
                <a:solidFill>
                  <a:schemeClr val="bg1"/>
                </a:solidFill>
              </a:defRPr>
            </a:lvl1pPr>
          </a:lstStyle>
          <a:p>
            <a:pPr>
              <a:buNone/>
            </a:pPr>
            <a:r>
              <a:t>Click to edit Master title style</a:t>
            </a:r>
          </a:p>
        </p:txBody>
      </p:sp>
      <p:sp>
        <p:nvSpPr>
          <p:cNvPr id="1728568006" name="Subtitle 2">
            <a:extLst>
              <a:ext uri="{FF2B5EF4-FFF2-40B4-BE49-F238E27FC236}">
                <a16:creationId xmlns:a16="http://schemas.microsoft.com/office/drawing/2014/main" id="{0987D7F0-832A-4E7F-A187-1F00591B9E3D}"/>
              </a:ext>
            </a:extLst>
          </p:cNvPr>
          <p:cNvSpPr>
            <a:spLocks noGrp="1"/>
          </p:cNvSpPr>
          <p:nvPr>
            <p:ph type="subTitle" idx="1"/>
          </p:nvPr>
        </p:nvSpPr>
        <p:spPr>
          <a:xfrm>
            <a:off x="1527048" y="3602734"/>
            <a:ext cx="9144000" cy="1655760"/>
          </a:xfrm>
        </p:spPr>
        <p:txBody>
          <a:bodyPr vert="horz" wrap="square" lIns="91440" tIns="274318" rIns="91440" bIns="45720" anchor="t">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buNone/>
            </a:pPr>
            <a:r>
              <a:t>Click to edit Master subtitle style</a:t>
            </a:r>
          </a:p>
        </p:txBody>
      </p:sp>
      <p:sp>
        <p:nvSpPr>
          <p:cNvPr id="1813093414" name="Date Placeholder 3">
            <a:extLst>
              <a:ext uri="{FF2B5EF4-FFF2-40B4-BE49-F238E27FC236}">
                <a16:creationId xmlns:a16="http://schemas.microsoft.com/office/drawing/2014/main" id="{25397ED6-9DF6-4ED8-A056-167F43547E98}"/>
              </a:ext>
            </a:extLst>
          </p:cNvPr>
          <p:cNvSpPr>
            <a:spLocks noGrp="1"/>
          </p:cNvSpPr>
          <p:nvPr>
            <p:ph type="dt" idx="10"/>
          </p:nvPr>
        </p:nvSpPr>
        <p:spPr/>
        <p:txBody>
          <a:bodyPr/>
          <a:lstStyle/>
          <a:p>
            <a:pPr>
              <a:buNone/>
            </a:pPr>
            <a:fld id="{BCC18F51-09EC-435C-A3BA-64A766E099C0}" type="datetimeFigureOut">
              <a:t>2026/7/28</a:t>
            </a:fld>
            <a:endParaRPr/>
          </a:p>
        </p:txBody>
      </p:sp>
      <p:sp>
        <p:nvSpPr>
          <p:cNvPr id="1376905005" name="Footer Placeholder 4">
            <a:extLst>
              <a:ext uri="{FF2B5EF4-FFF2-40B4-BE49-F238E27FC236}">
                <a16:creationId xmlns:a16="http://schemas.microsoft.com/office/drawing/2014/main" id="{965FA012-C317-442A-BB4E-3B12524A9DE3}"/>
              </a:ext>
            </a:extLst>
          </p:cNvPr>
          <p:cNvSpPr>
            <a:spLocks noGrp="1"/>
          </p:cNvSpPr>
          <p:nvPr>
            <p:ph type="ftr" idx="11"/>
          </p:nvPr>
        </p:nvSpPr>
        <p:spPr/>
        <p:txBody>
          <a:bodyPr/>
          <a:lstStyle/>
          <a:p>
            <a:pPr>
              <a:buNone/>
            </a:pPr>
            <a:endParaRPr/>
          </a:p>
        </p:txBody>
      </p:sp>
      <p:sp>
        <p:nvSpPr>
          <p:cNvPr id="1811355376" name="Slide Number Placeholder 5">
            <a:extLst>
              <a:ext uri="{FF2B5EF4-FFF2-40B4-BE49-F238E27FC236}">
                <a16:creationId xmlns:a16="http://schemas.microsoft.com/office/drawing/2014/main" id="{6CBB1374-8B66-4BBF-9363-EF102125B4E5}"/>
              </a:ext>
            </a:extLst>
          </p:cNvPr>
          <p:cNvSpPr>
            <a:spLocks noGrp="1"/>
          </p:cNvSpPr>
          <p:nvPr>
            <p:ph type="sldNum" idx="12"/>
          </p:nvPr>
        </p:nvSpPr>
        <p:spPr/>
        <p:txBody>
          <a:bodyPr/>
          <a:lstStyle/>
          <a:p>
            <a:pPr>
              <a:buNone/>
            </a:pPr>
            <a:fld id="{08395586-F03A-48D1-94DF-16B239DF4FB5}" type="slidenum">
              <a:t>‹#›</a:t>
            </a:fld>
            <a:endParaRPr/>
          </a:p>
        </p:txBody>
      </p:sp>
      <p:sp>
        <p:nvSpPr>
          <p:cNvPr id="1482692214" name="Rectangle 640957806">
            <a:extLst>
              <a:ext uri="{FF2B5EF4-FFF2-40B4-BE49-F238E27FC236}">
                <a16:creationId xmlns:a16="http://schemas.microsoft.com/office/drawing/2014/main" id="{42198087-29C9-4169-BBC7-390607F1504F}"/>
              </a:ext>
            </a:extLst>
          </p:cNvPr>
          <p:cNvSpPr>
            <a:spLocks noGrp="1"/>
          </p:cNvSpPr>
          <p:nvPr/>
        </p:nvSpPr>
        <p:spPr>
          <a:xfrm>
            <a:off x="3570597" y="3530036"/>
            <a:ext cx="5040000"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bg>
      <p:bgPr>
        <a:gradFill>
          <a:gsLst>
            <a:gs pos="0">
              <a:schemeClr val="tx2">
                <a:lumMod val="20000"/>
                <a:lumOff val="80000"/>
              </a:schemeClr>
            </a:gs>
            <a:gs pos="100000">
              <a:schemeClr val="bg1"/>
            </a:gs>
          </a:gsLst>
          <a:path path="circle"/>
        </a:gradFill>
        <a:effectLst/>
      </p:bgPr>
    </p:bg>
    <p:spTree>
      <p:nvGrpSpPr>
        <p:cNvPr id="1" name=""/>
        <p:cNvGrpSpPr/>
        <p:nvPr/>
      </p:nvGrpSpPr>
      <p:grpSpPr>
        <a:xfrm>
          <a:off x="0" y="0"/>
          <a:ext cx="0" cy="0"/>
          <a:chOff x="0" y="0"/>
          <a:chExt cx="0" cy="0"/>
        </a:xfrm>
      </p:grpSpPr>
      <p:sp>
        <p:nvSpPr>
          <p:cNvPr id="306536002" name="Title 1">
            <a:extLst>
              <a:ext uri="{FF2B5EF4-FFF2-40B4-BE49-F238E27FC236}">
                <a16:creationId xmlns:a16="http://schemas.microsoft.com/office/drawing/2014/main" id="{10CA8546-F09D-4604-8BAC-F0B22A024117}"/>
              </a:ext>
            </a:extLst>
          </p:cNvPr>
          <p:cNvSpPr>
            <a:spLocks noGrp="1"/>
          </p:cNvSpPr>
          <p:nvPr>
            <p:ph type="title"/>
          </p:nvPr>
        </p:nvSpPr>
        <p:spPr>
          <a:xfrm>
            <a:off x="838197" y="365123"/>
            <a:ext cx="10515600" cy="1121577"/>
          </a:xfrm>
        </p:spPr>
        <p:txBody>
          <a:bodyPr vert="horz" wrap="square" lIns="91440" tIns="45720" rIns="91440" bIns="45720" anchor="b">
            <a:normAutofit/>
          </a:bodyPr>
          <a:lstStyle>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pPr>
            <a:r>
              <a:t>Click to edit Master title style</a:t>
            </a:r>
          </a:p>
        </p:txBody>
      </p:sp>
      <p:sp>
        <p:nvSpPr>
          <p:cNvPr id="322116656" name="Content Placeholder 2">
            <a:extLst>
              <a:ext uri="{FF2B5EF4-FFF2-40B4-BE49-F238E27FC236}">
                <a16:creationId xmlns:a16="http://schemas.microsoft.com/office/drawing/2014/main" id="{349EC053-E287-4BBF-A840-E9392EE1428D}"/>
              </a:ext>
            </a:extLst>
          </p:cNvPr>
          <p:cNvSpPr>
            <a:spLocks noGrp="1"/>
          </p:cNvSpPr>
          <p:nvPr>
            <p:ph idx="1"/>
          </p:nvPr>
        </p:nvSpPr>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68707016" name="Date Placeholder 3">
            <a:extLst>
              <a:ext uri="{FF2B5EF4-FFF2-40B4-BE49-F238E27FC236}">
                <a16:creationId xmlns:a16="http://schemas.microsoft.com/office/drawing/2014/main" id="{9F6E3914-983E-46EB-862F-448341CE469F}"/>
              </a:ext>
            </a:extLst>
          </p:cNvPr>
          <p:cNvSpPr>
            <a:spLocks noGrp="1"/>
          </p:cNvSpPr>
          <p:nvPr>
            <p:ph type="dt" idx="10"/>
          </p:nvPr>
        </p:nvSpPr>
        <p:spPr/>
        <p:txBody>
          <a:bodyPr/>
          <a:lstStyle/>
          <a:p>
            <a:pPr>
              <a:buNone/>
            </a:pPr>
            <a:fld id="{BCC18F51-09EC-435C-A3BA-64A766E099C0}" type="datetimeFigureOut">
              <a:t>2026/7/28</a:t>
            </a:fld>
            <a:endParaRPr/>
          </a:p>
        </p:txBody>
      </p:sp>
      <p:sp>
        <p:nvSpPr>
          <p:cNvPr id="1474598802" name="Footer Placeholder 4">
            <a:extLst>
              <a:ext uri="{FF2B5EF4-FFF2-40B4-BE49-F238E27FC236}">
                <a16:creationId xmlns:a16="http://schemas.microsoft.com/office/drawing/2014/main" id="{98A6D75F-AEC5-4FF5-BA6C-62B27F730CAF}"/>
              </a:ext>
            </a:extLst>
          </p:cNvPr>
          <p:cNvSpPr>
            <a:spLocks noGrp="1"/>
          </p:cNvSpPr>
          <p:nvPr>
            <p:ph type="ftr" idx="11"/>
          </p:nvPr>
        </p:nvSpPr>
        <p:spPr/>
        <p:txBody>
          <a:bodyPr/>
          <a:lstStyle/>
          <a:p>
            <a:pPr>
              <a:buNone/>
            </a:pPr>
            <a:endParaRPr/>
          </a:p>
        </p:txBody>
      </p:sp>
      <p:sp>
        <p:nvSpPr>
          <p:cNvPr id="959594494" name="Slide Number Placeholder 5">
            <a:extLst>
              <a:ext uri="{FF2B5EF4-FFF2-40B4-BE49-F238E27FC236}">
                <a16:creationId xmlns:a16="http://schemas.microsoft.com/office/drawing/2014/main" id="{87DC7674-E677-4988-BB02-144CD84FB60D}"/>
              </a:ext>
            </a:extLst>
          </p:cNvPr>
          <p:cNvSpPr>
            <a:spLocks noGrp="1"/>
          </p:cNvSpPr>
          <p:nvPr>
            <p:ph type="sldNum" idx="12"/>
          </p:nvPr>
        </p:nvSpPr>
        <p:spPr/>
        <p:txBody>
          <a:bodyPr/>
          <a:lstStyle/>
          <a:p>
            <a:pPr>
              <a:buNone/>
            </a:pPr>
            <a:fld id="{08395586-F03A-48D1-94DF-16B239DF4FB5}" type="slidenum">
              <a:t>‹#›</a:t>
            </a:fld>
            <a:endParaRPr/>
          </a:p>
        </p:txBody>
      </p:sp>
      <p:sp>
        <p:nvSpPr>
          <p:cNvPr id="879750812" name="Rectangle 640957806">
            <a:extLst>
              <a:ext uri="{FF2B5EF4-FFF2-40B4-BE49-F238E27FC236}">
                <a16:creationId xmlns:a16="http://schemas.microsoft.com/office/drawing/2014/main" id="{C333A900-5616-4A12-B839-8C73D07B5A0E}"/>
              </a:ext>
            </a:extLst>
          </p:cNvPr>
          <p:cNvSpPr>
            <a:spLocks noGrp="1"/>
          </p:cNvSpPr>
          <p:nvPr/>
        </p:nvSpPr>
        <p:spPr>
          <a:xfrm>
            <a:off x="4703774" y="1486702"/>
            <a:ext cx="2776433" cy="73152"/>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bg>
      <p:bgPr>
        <a:solidFill>
          <a:schemeClr val="accent2">
            <a:alpha val="60000"/>
          </a:schemeClr>
        </a:solidFill>
        <a:effectLst/>
      </p:bgPr>
    </p:bg>
    <p:spTree>
      <p:nvGrpSpPr>
        <p:cNvPr id="1" name=""/>
        <p:cNvGrpSpPr/>
        <p:nvPr/>
      </p:nvGrpSpPr>
      <p:grpSpPr>
        <a:xfrm>
          <a:off x="0" y="0"/>
          <a:ext cx="0" cy="0"/>
          <a:chOff x="0" y="0"/>
          <a:chExt cx="0" cy="0"/>
        </a:xfrm>
      </p:grpSpPr>
      <p:sp>
        <p:nvSpPr>
          <p:cNvPr id="137136548" name="Title 1">
            <a:extLst>
              <a:ext uri="{FF2B5EF4-FFF2-40B4-BE49-F238E27FC236}">
                <a16:creationId xmlns:a16="http://schemas.microsoft.com/office/drawing/2014/main" id="{A60DED8C-C8FB-4EB6-91CD-A34E64AAC170}"/>
              </a:ext>
            </a:extLst>
          </p:cNvPr>
          <p:cNvSpPr>
            <a:spLocks noGrp="1"/>
          </p:cNvSpPr>
          <p:nvPr>
            <p:ph type="title"/>
          </p:nvPr>
        </p:nvSpPr>
        <p:spPr>
          <a:xfrm>
            <a:off x="838197" y="365123"/>
            <a:ext cx="10515600" cy="1121577"/>
          </a:xfrm>
        </p:spPr>
        <p:txBody>
          <a:bodyPr vert="horz" wrap="square" lIns="91440" tIns="45720" rIns="91440" bIns="45720" anchor="b">
            <a:normAutofit/>
          </a:bodyPr>
          <a:lstStyle>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a:pPr>
              <a:buNone/>
            </a:pPr>
            <a:r>
              <a:t>Click to edit Master title style</a:t>
            </a:r>
          </a:p>
        </p:txBody>
      </p:sp>
      <p:sp>
        <p:nvSpPr>
          <p:cNvPr id="1484215758" name="Content Placeholder 2">
            <a:extLst>
              <a:ext uri="{FF2B5EF4-FFF2-40B4-BE49-F238E27FC236}">
                <a16:creationId xmlns:a16="http://schemas.microsoft.com/office/drawing/2014/main" id="{953EE42E-2C88-44CD-B831-FD846C7364B6}"/>
              </a:ext>
            </a:extLst>
          </p:cNvPr>
          <p:cNvSpPr>
            <a:spLocks noGrp="1"/>
          </p:cNvSpPr>
          <p:nvPr>
            <p:ph idx="1"/>
          </p:nvPr>
        </p:nvSpPr>
        <p:spPr>
          <a:prstGeom prst="rect">
            <a:avLst/>
          </a:prstGeom>
          <a:solidFill>
            <a:schemeClr val="bg1"/>
          </a:solidFill>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463479072" name="Date Placeholder 3">
            <a:extLst>
              <a:ext uri="{FF2B5EF4-FFF2-40B4-BE49-F238E27FC236}">
                <a16:creationId xmlns:a16="http://schemas.microsoft.com/office/drawing/2014/main" id="{17810B0C-E7CC-4BEE-9C71-60612B24D895}"/>
              </a:ext>
            </a:extLst>
          </p:cNvPr>
          <p:cNvSpPr>
            <a:spLocks noGrp="1"/>
          </p:cNvSpPr>
          <p:nvPr>
            <p:ph type="dt" idx="10"/>
          </p:nvPr>
        </p:nvSpPr>
        <p:spPr/>
        <p:txBody>
          <a:bodyPr/>
          <a:lstStyle/>
          <a:p>
            <a:pPr>
              <a:buNone/>
            </a:pPr>
            <a:fld id="{7B14398F-3795-7DE0-858E-3925D44B3378}" type="datetimeFigureOut">
              <a:t>2026/7/28</a:t>
            </a:fld>
            <a:endParaRPr/>
          </a:p>
        </p:txBody>
      </p:sp>
      <p:sp>
        <p:nvSpPr>
          <p:cNvPr id="1264382992" name="Footer Placeholder 4">
            <a:extLst>
              <a:ext uri="{FF2B5EF4-FFF2-40B4-BE49-F238E27FC236}">
                <a16:creationId xmlns:a16="http://schemas.microsoft.com/office/drawing/2014/main" id="{75819501-DEB2-4565-B152-97112C0C54BD}"/>
              </a:ext>
            </a:extLst>
          </p:cNvPr>
          <p:cNvSpPr>
            <a:spLocks noGrp="1"/>
          </p:cNvSpPr>
          <p:nvPr>
            <p:ph type="ftr" idx="11"/>
          </p:nvPr>
        </p:nvSpPr>
        <p:spPr/>
        <p:txBody>
          <a:bodyPr/>
          <a:lstStyle/>
          <a:p>
            <a:pPr>
              <a:buNone/>
            </a:pPr>
            <a:endParaRPr/>
          </a:p>
        </p:txBody>
      </p:sp>
      <p:sp>
        <p:nvSpPr>
          <p:cNvPr id="1987632979" name="Slide Number Placeholder 5">
            <a:extLst>
              <a:ext uri="{FF2B5EF4-FFF2-40B4-BE49-F238E27FC236}">
                <a16:creationId xmlns:a16="http://schemas.microsoft.com/office/drawing/2014/main" id="{36A83887-C192-486C-AE3C-954393413453}"/>
              </a:ext>
            </a:extLst>
          </p:cNvPr>
          <p:cNvSpPr>
            <a:spLocks noGrp="1"/>
          </p:cNvSpPr>
          <p:nvPr>
            <p:ph type="sldNum" idx="12"/>
          </p:nvPr>
        </p:nvSpPr>
        <p:spPr/>
        <p:txBody>
          <a:bodyPr/>
          <a:lstStyle/>
          <a:p>
            <a:pPr>
              <a:buNone/>
            </a:pPr>
            <a:fld id="{3D9411B4-B34A-E1DB-16D9-0D265777C9EB}" type="slidenum">
              <a:t>‹#›</a:t>
            </a:fld>
            <a:endParaRPr/>
          </a:p>
        </p:txBody>
      </p:sp>
      <p:sp>
        <p:nvSpPr>
          <p:cNvPr id="165163985" name="Rectangle 640957806">
            <a:extLst>
              <a:ext uri="{FF2B5EF4-FFF2-40B4-BE49-F238E27FC236}">
                <a16:creationId xmlns:a16="http://schemas.microsoft.com/office/drawing/2014/main" id="{76BC6A97-11A1-45C8-82BF-725DBDE1F684}"/>
              </a:ext>
            </a:extLst>
          </p:cNvPr>
          <p:cNvSpPr>
            <a:spLocks noGrp="1"/>
          </p:cNvSpPr>
          <p:nvPr/>
        </p:nvSpPr>
        <p:spPr>
          <a:xfrm>
            <a:off x="838197" y="1486702"/>
            <a:ext cx="10515600"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bg>
      <p:bgPr>
        <a:gradFill>
          <a:gsLst>
            <a:gs pos="5000">
              <a:schemeClr val="tx2"/>
            </a:gs>
            <a:gs pos="84000">
              <a:schemeClr val="tx2">
                <a:lumMod val="75000"/>
              </a:schemeClr>
            </a:gs>
          </a:gsLst>
          <a:lin ang="5400000" scaled="1"/>
        </a:gradFill>
        <a:effectLst/>
      </p:bgPr>
    </p:bg>
    <p:spTree>
      <p:nvGrpSpPr>
        <p:cNvPr id="1" name=""/>
        <p:cNvGrpSpPr/>
        <p:nvPr/>
      </p:nvGrpSpPr>
      <p:grpSpPr>
        <a:xfrm>
          <a:off x="0" y="0"/>
          <a:ext cx="0" cy="0"/>
          <a:chOff x="0" y="0"/>
          <a:chExt cx="0" cy="0"/>
        </a:xfrm>
      </p:grpSpPr>
      <p:pic>
        <p:nvPicPr>
          <p:cNvPr id="2146880101" name="Picture 1835292972"/>
          <p:cNvPicPr>
            <a:picLocks noChangeAspect="1"/>
          </p:cNvPicPr>
          <p:nvPr/>
        </p:nvPicPr>
        <p:blipFill rotWithShape="1">
          <a:blip r:embed="rId2">
            <a:alphaModFix amt="30000"/>
          </a:blip>
          <a:stretch/>
        </p:blipFill>
        <p:spPr>
          <a:xfrm>
            <a:off x="20621" y="8104"/>
            <a:ext cx="12216845" cy="6858000"/>
          </a:xfrm>
          <a:prstGeom prst="rect">
            <a:avLst/>
          </a:prstGeom>
        </p:spPr>
      </p:pic>
      <p:sp>
        <p:nvSpPr>
          <p:cNvPr id="76668864" name="Title 1">
            <a:extLst>
              <a:ext uri="{FF2B5EF4-FFF2-40B4-BE49-F238E27FC236}">
                <a16:creationId xmlns:a16="http://schemas.microsoft.com/office/drawing/2014/main" id="{9C982E27-90CA-4AEA-8B6A-4ACC31FB5A4E}"/>
              </a:ext>
            </a:extLst>
          </p:cNvPr>
          <p:cNvSpPr>
            <a:spLocks noGrp="1"/>
          </p:cNvSpPr>
          <p:nvPr>
            <p:ph type="title"/>
          </p:nvPr>
        </p:nvSpPr>
        <p:spPr>
          <a:xfrm>
            <a:off x="831848" y="1399140"/>
            <a:ext cx="10515600" cy="2852736"/>
          </a:xfrm>
        </p:spPr>
        <p:txBody>
          <a:bodyPr vert="horz" wrap="square" lIns="91440" tIns="45720" rIns="91440" bIns="45720" anchor="ctr">
            <a:normAutofit/>
          </a:bodyPr>
          <a:lstStyle>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pPr>
            <a:r>
              <a:t>Click to edit Master title style</a:t>
            </a:r>
          </a:p>
        </p:txBody>
      </p:sp>
      <p:sp>
        <p:nvSpPr>
          <p:cNvPr id="364030295" name="Text Placeholder 2">
            <a:extLst>
              <a:ext uri="{FF2B5EF4-FFF2-40B4-BE49-F238E27FC236}">
                <a16:creationId xmlns:a16="http://schemas.microsoft.com/office/drawing/2014/main" id="{D7C0C828-986C-4C95-A2CB-5989109BA42F}"/>
              </a:ext>
            </a:extLst>
          </p:cNvPr>
          <p:cNvSpPr>
            <a:spLocks noGrp="1"/>
          </p:cNvSpPr>
          <p:nvPr>
            <p:ph type="body" idx="1"/>
          </p:nvPr>
        </p:nvSpPr>
        <p:spPr>
          <a:xfrm>
            <a:off x="831848" y="4278863"/>
            <a:ext cx="10515600" cy="1500186"/>
          </a:xfrm>
        </p:spPr>
        <p:txBody>
          <a:bodyPr/>
          <a:lstStyle>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a:pPr lvl="0">
              <a:buNone/>
            </a:pPr>
            <a:r>
              <a:t>Click to edit Master text styles</a:t>
            </a:r>
          </a:p>
        </p:txBody>
      </p:sp>
      <p:sp>
        <p:nvSpPr>
          <p:cNvPr id="685578883" name="Date Placeholder 3">
            <a:extLst>
              <a:ext uri="{FF2B5EF4-FFF2-40B4-BE49-F238E27FC236}">
                <a16:creationId xmlns:a16="http://schemas.microsoft.com/office/drawing/2014/main" id="{15AF1C88-3BFC-4391-B8F2-2F24C2442566}"/>
              </a:ext>
            </a:extLst>
          </p:cNvPr>
          <p:cNvSpPr>
            <a:spLocks noGrp="1"/>
          </p:cNvSpPr>
          <p:nvPr>
            <p:ph type="dt" idx="10"/>
          </p:nvPr>
        </p:nvSpPr>
        <p:spPr/>
        <p:txBody>
          <a:bodyPr/>
          <a:lstStyle/>
          <a:p>
            <a:pPr>
              <a:buNone/>
            </a:pPr>
            <a:fld id="{BCC18F51-09EC-435C-A3BA-64A766E099C0}" type="datetimeFigureOut">
              <a:t>2026/7/28</a:t>
            </a:fld>
            <a:endParaRPr/>
          </a:p>
        </p:txBody>
      </p:sp>
      <p:sp>
        <p:nvSpPr>
          <p:cNvPr id="2146880099" name="Footer Placeholder 4">
            <a:extLst>
              <a:ext uri="{FF2B5EF4-FFF2-40B4-BE49-F238E27FC236}">
                <a16:creationId xmlns:a16="http://schemas.microsoft.com/office/drawing/2014/main" id="{379D8A19-56F0-4413-8FA5-17435317C49A}"/>
              </a:ext>
            </a:extLst>
          </p:cNvPr>
          <p:cNvSpPr>
            <a:spLocks noGrp="1"/>
          </p:cNvSpPr>
          <p:nvPr>
            <p:ph type="ftr" idx="11"/>
          </p:nvPr>
        </p:nvSpPr>
        <p:spPr/>
        <p:txBody>
          <a:bodyPr/>
          <a:lstStyle/>
          <a:p>
            <a:pPr>
              <a:buNone/>
            </a:pPr>
            <a:endParaRPr/>
          </a:p>
        </p:txBody>
      </p:sp>
      <p:sp>
        <p:nvSpPr>
          <p:cNvPr id="1262172429" name="Slide Number Placeholder 5">
            <a:extLst>
              <a:ext uri="{FF2B5EF4-FFF2-40B4-BE49-F238E27FC236}">
                <a16:creationId xmlns:a16="http://schemas.microsoft.com/office/drawing/2014/main" id="{E97805A1-6432-465B-8F03-ECAF2BE6809F}"/>
              </a:ext>
            </a:extLst>
          </p:cNvPr>
          <p:cNvSpPr>
            <a:spLocks noGrp="1"/>
          </p:cNvSpPr>
          <p:nvPr>
            <p:ph type="sldNum" idx="12"/>
          </p:nvPr>
        </p:nvSpPr>
        <p:spPr/>
        <p:txBody>
          <a:bodyPr/>
          <a:lstStyle/>
          <a:p>
            <a:pPr>
              <a:buNone/>
            </a:pPr>
            <a:fld id="{08395586-F03A-48D1-94DF-16B239DF4FB5}" type="slidenum">
              <a:t>‹#›</a:t>
            </a:fld>
            <a:endParaRPr/>
          </a:p>
        </p:txBody>
      </p:sp>
      <p:sp>
        <p:nvSpPr>
          <p:cNvPr id="1708351068" name="Rectangle 640957806">
            <a:extLst>
              <a:ext uri="{FF2B5EF4-FFF2-40B4-BE49-F238E27FC236}">
                <a16:creationId xmlns:a16="http://schemas.microsoft.com/office/drawing/2014/main" id="{C1D3F5C0-ED91-4A84-9D04-211F0D283609}"/>
              </a:ext>
            </a:extLst>
          </p:cNvPr>
          <p:cNvSpPr>
            <a:spLocks noGrp="1"/>
          </p:cNvSpPr>
          <p:nvPr/>
        </p:nvSpPr>
        <p:spPr>
          <a:xfrm>
            <a:off x="-10884" y="6017640"/>
            <a:ext cx="12213770"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bg>
      <p:bgPr>
        <a:gradFill>
          <a:gsLst>
            <a:gs pos="0">
              <a:schemeClr val="tx2">
                <a:lumMod val="20000"/>
                <a:lumOff val="80000"/>
                <a:alpha val="44999"/>
              </a:schemeClr>
            </a:gs>
            <a:gs pos="80000">
              <a:srgbClr val="FFFFFF">
                <a:alpha val="44999"/>
              </a:srgbClr>
            </a:gs>
          </a:gsLst>
          <a:lin ang="5400000" scaled="1"/>
        </a:gradFill>
        <a:effectLst/>
      </p:bgPr>
    </p:bg>
    <p:spTree>
      <p:nvGrpSpPr>
        <p:cNvPr id="1" name=""/>
        <p:cNvGrpSpPr/>
        <p:nvPr/>
      </p:nvGrpSpPr>
      <p:grpSpPr>
        <a:xfrm>
          <a:off x="0" y="0"/>
          <a:ext cx="0" cy="0"/>
          <a:chOff x="0" y="0"/>
          <a:chExt cx="0" cy="0"/>
        </a:xfrm>
      </p:grpSpPr>
      <p:sp>
        <p:nvSpPr>
          <p:cNvPr id="831284119" name="Title 1">
            <a:extLst>
              <a:ext uri="{FF2B5EF4-FFF2-40B4-BE49-F238E27FC236}">
                <a16:creationId xmlns:a16="http://schemas.microsoft.com/office/drawing/2014/main" id="{E66B6531-B0A8-46AC-AA2C-78B32DA5B983}"/>
              </a:ext>
            </a:extLst>
          </p:cNvPr>
          <p:cNvSpPr>
            <a:spLocks noGrp="1"/>
          </p:cNvSpPr>
          <p:nvPr>
            <p:ph type="title"/>
          </p:nvPr>
        </p:nvSpPr>
        <p:spPr/>
        <p:txBody>
          <a:bodyPr/>
          <a:lstStyle>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pPr>
            <a:r>
              <a:t>Click to edit Master title style</a:t>
            </a:r>
          </a:p>
        </p:txBody>
      </p:sp>
      <p:sp>
        <p:nvSpPr>
          <p:cNvPr id="347708642" name="Content Placeholder 2">
            <a:extLst>
              <a:ext uri="{FF2B5EF4-FFF2-40B4-BE49-F238E27FC236}">
                <a16:creationId xmlns:a16="http://schemas.microsoft.com/office/drawing/2014/main" id="{01EC93D0-A0E9-4B06-AB91-2DE10B880363}"/>
              </a:ext>
            </a:extLst>
          </p:cNvPr>
          <p:cNvSpPr>
            <a:spLocks noGrp="1"/>
          </p:cNvSpPr>
          <p:nvPr>
            <p:ph idx="1"/>
          </p:nvPr>
        </p:nvSpPr>
        <p:spPr>
          <a:xfrm>
            <a:off x="838198" y="1825624"/>
            <a:ext cx="5181599" cy="4351338"/>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28303294" name="Content Placeholder 3">
            <a:extLst>
              <a:ext uri="{FF2B5EF4-FFF2-40B4-BE49-F238E27FC236}">
                <a16:creationId xmlns:a16="http://schemas.microsoft.com/office/drawing/2014/main" id="{9D68103E-98F0-45D8-A44F-F65B759D5657}"/>
              </a:ext>
            </a:extLst>
          </p:cNvPr>
          <p:cNvSpPr>
            <a:spLocks noGrp="1"/>
          </p:cNvSpPr>
          <p:nvPr>
            <p:ph idx="2"/>
          </p:nvPr>
        </p:nvSpPr>
        <p:spPr>
          <a:xfrm>
            <a:off x="6172200" y="1825624"/>
            <a:ext cx="5181599" cy="4351338"/>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63486738" name="Date Placeholder 4">
            <a:extLst>
              <a:ext uri="{FF2B5EF4-FFF2-40B4-BE49-F238E27FC236}">
                <a16:creationId xmlns:a16="http://schemas.microsoft.com/office/drawing/2014/main" id="{053C7CB8-A8CB-4B9D-BBE3-F51C720CF7A3}"/>
              </a:ext>
            </a:extLst>
          </p:cNvPr>
          <p:cNvSpPr>
            <a:spLocks noGrp="1"/>
          </p:cNvSpPr>
          <p:nvPr>
            <p:ph type="dt" idx="10"/>
          </p:nvPr>
        </p:nvSpPr>
        <p:spPr/>
        <p:txBody>
          <a:bodyPr/>
          <a:lstStyle/>
          <a:p>
            <a:pPr>
              <a:buNone/>
            </a:pPr>
            <a:fld id="{BCC18F51-09EC-435C-A3BA-64A766E099C0}" type="datetimeFigureOut">
              <a:t>2026/7/28</a:t>
            </a:fld>
            <a:endParaRPr/>
          </a:p>
        </p:txBody>
      </p:sp>
      <p:sp>
        <p:nvSpPr>
          <p:cNvPr id="317275645" name="Footer Placeholder 5">
            <a:extLst>
              <a:ext uri="{FF2B5EF4-FFF2-40B4-BE49-F238E27FC236}">
                <a16:creationId xmlns:a16="http://schemas.microsoft.com/office/drawing/2014/main" id="{6A6436F7-E688-45DA-8EBD-0239336D9A7F}"/>
              </a:ext>
            </a:extLst>
          </p:cNvPr>
          <p:cNvSpPr>
            <a:spLocks noGrp="1"/>
          </p:cNvSpPr>
          <p:nvPr>
            <p:ph type="ftr" idx="11"/>
          </p:nvPr>
        </p:nvSpPr>
        <p:spPr/>
        <p:txBody>
          <a:bodyPr/>
          <a:lstStyle/>
          <a:p>
            <a:pPr>
              <a:buNone/>
            </a:pPr>
            <a:endParaRPr/>
          </a:p>
        </p:txBody>
      </p:sp>
      <p:sp>
        <p:nvSpPr>
          <p:cNvPr id="1961623890" name="Slide Number Placeholder 6">
            <a:extLst>
              <a:ext uri="{FF2B5EF4-FFF2-40B4-BE49-F238E27FC236}">
                <a16:creationId xmlns:a16="http://schemas.microsoft.com/office/drawing/2014/main" id="{45D7D81A-7231-42AB-8A4F-34180A095E7A}"/>
              </a:ext>
            </a:extLst>
          </p:cNvPr>
          <p:cNvSpPr>
            <a:spLocks noGrp="1"/>
          </p:cNvSpPr>
          <p:nvPr>
            <p:ph type="sldNum" idx="12"/>
          </p:nvPr>
        </p:nvSpPr>
        <p:spPr/>
        <p:txBody>
          <a:bodyPr/>
          <a:lstStyle/>
          <a:p>
            <a:pPr>
              <a:buNone/>
            </a:pPr>
            <a:fld id="{08395586-F03A-48D1-94DF-16B239DF4FB5}" type="slidenum">
              <a:t>‹#›</a:t>
            </a:fld>
            <a:endParaRPr/>
          </a:p>
        </p:txBody>
      </p:sp>
      <p:sp>
        <p:nvSpPr>
          <p:cNvPr id="1090699181" name="Rectangle 640957806">
            <a:extLst>
              <a:ext uri="{FF2B5EF4-FFF2-40B4-BE49-F238E27FC236}">
                <a16:creationId xmlns:a16="http://schemas.microsoft.com/office/drawing/2014/main" id="{84CE26FB-074C-4731-84A2-9563618D9332}"/>
              </a:ext>
            </a:extLst>
          </p:cNvPr>
          <p:cNvSpPr>
            <a:spLocks noGrp="1"/>
          </p:cNvSpPr>
          <p:nvPr/>
        </p:nvSpPr>
        <p:spPr>
          <a:xfrm>
            <a:off x="2070" y="6121172"/>
            <a:ext cx="12213769"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bg>
      <p:bgPr>
        <a:gradFill>
          <a:gsLst>
            <a:gs pos="0">
              <a:schemeClr val="tx2">
                <a:lumMod val="20000"/>
                <a:lumOff val="80000"/>
                <a:alpha val="44999"/>
              </a:schemeClr>
            </a:gs>
            <a:gs pos="50000">
              <a:srgbClr val="FFFFFF">
                <a:alpha val="44999"/>
              </a:srgbClr>
            </a:gs>
          </a:gsLst>
          <a:lin ang="10800000" scaled="1"/>
        </a:gradFill>
        <a:effectLst/>
      </p:bgPr>
    </p:bg>
    <p:spTree>
      <p:nvGrpSpPr>
        <p:cNvPr id="1" name=""/>
        <p:cNvGrpSpPr/>
        <p:nvPr/>
      </p:nvGrpSpPr>
      <p:grpSpPr>
        <a:xfrm>
          <a:off x="0" y="0"/>
          <a:ext cx="0" cy="0"/>
          <a:chOff x="0" y="0"/>
          <a:chExt cx="0" cy="0"/>
        </a:xfrm>
      </p:grpSpPr>
      <p:sp>
        <p:nvSpPr>
          <p:cNvPr id="1503349187" name="Title 1">
            <a:extLst>
              <a:ext uri="{FF2B5EF4-FFF2-40B4-BE49-F238E27FC236}">
                <a16:creationId xmlns:a16="http://schemas.microsoft.com/office/drawing/2014/main" id="{E2C35455-DB10-422B-9508-1C1192078CFD}"/>
              </a:ext>
            </a:extLst>
          </p:cNvPr>
          <p:cNvSpPr>
            <a:spLocks noGrp="1"/>
          </p:cNvSpPr>
          <p:nvPr>
            <p:ph type="title"/>
          </p:nvPr>
        </p:nvSpPr>
        <p:spPr>
          <a:xfrm>
            <a:off x="839787" y="365124"/>
            <a:ext cx="10515600" cy="1325562"/>
          </a:xfrm>
        </p:spPr>
        <p:txBody>
          <a:bodyPr/>
          <a:lstStyle>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pPr>
            <a:r>
              <a:t>Click to edit Master title style</a:t>
            </a:r>
          </a:p>
        </p:txBody>
      </p:sp>
      <p:sp>
        <p:nvSpPr>
          <p:cNvPr id="673384808" name="Text Placeholder 2">
            <a:extLst>
              <a:ext uri="{FF2B5EF4-FFF2-40B4-BE49-F238E27FC236}">
                <a16:creationId xmlns:a16="http://schemas.microsoft.com/office/drawing/2014/main" id="{66A626A1-C61A-45E7-A4A7-D0D4AB6B56F5}"/>
              </a:ext>
            </a:extLst>
          </p:cNvPr>
          <p:cNvSpPr>
            <a:spLocks noGrp="1"/>
          </p:cNvSpPr>
          <p:nvPr>
            <p:ph type="body" idx="1"/>
          </p:nvPr>
        </p:nvSpPr>
        <p:spPr>
          <a:xfrm>
            <a:off x="839786" y="1690686"/>
            <a:ext cx="5157784" cy="814385"/>
          </a:xfrm>
        </p:spPr>
        <p:txBody>
          <a:bodyPr vert="horz" wrap="square" lIns="182880" tIns="182880" rIns="182880" bIns="91440" anchor="ctr">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1813899825" name="Content Placeholder 3">
            <a:extLst>
              <a:ext uri="{FF2B5EF4-FFF2-40B4-BE49-F238E27FC236}">
                <a16:creationId xmlns:a16="http://schemas.microsoft.com/office/drawing/2014/main" id="{BE83C619-EE78-460E-8CE9-2F39EEAF5ECB}"/>
              </a:ext>
            </a:extLst>
          </p:cNvPr>
          <p:cNvSpPr>
            <a:spLocks noGrp="1"/>
          </p:cNvSpPr>
          <p:nvPr>
            <p:ph idx="2"/>
          </p:nvPr>
        </p:nvSpPr>
        <p:spPr>
          <a:xfrm>
            <a:off x="839787" y="2505073"/>
            <a:ext cx="5157785" cy="3684587"/>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41621740" name="Text Placeholder 4">
            <a:extLst>
              <a:ext uri="{FF2B5EF4-FFF2-40B4-BE49-F238E27FC236}">
                <a16:creationId xmlns:a16="http://schemas.microsoft.com/office/drawing/2014/main" id="{C40DE053-C1F8-4F4E-AE56-840870ED25D6}"/>
              </a:ext>
            </a:extLst>
          </p:cNvPr>
          <p:cNvSpPr>
            <a:spLocks noGrp="1"/>
          </p:cNvSpPr>
          <p:nvPr>
            <p:ph type="body" idx="3"/>
          </p:nvPr>
        </p:nvSpPr>
        <p:spPr>
          <a:xfrm>
            <a:off x="6172198" y="1690686"/>
            <a:ext cx="5183186" cy="814385"/>
          </a:xfrm>
        </p:spPr>
        <p:txBody>
          <a:bodyPr vert="horz" wrap="square" lIns="182880" tIns="182880" rIns="182880" bIns="91440" anchor="ctr">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1603232800" name="Content Placeholder 5">
            <a:extLst>
              <a:ext uri="{FF2B5EF4-FFF2-40B4-BE49-F238E27FC236}">
                <a16:creationId xmlns:a16="http://schemas.microsoft.com/office/drawing/2014/main" id="{F609EB77-3273-4E88-B1B7-138B2462693F}"/>
              </a:ext>
            </a:extLst>
          </p:cNvPr>
          <p:cNvSpPr>
            <a:spLocks noGrp="1"/>
          </p:cNvSpPr>
          <p:nvPr>
            <p:ph idx="4"/>
          </p:nvPr>
        </p:nvSpPr>
        <p:spPr>
          <a:xfrm>
            <a:off x="6172200" y="2505073"/>
            <a:ext cx="5183187" cy="3684587"/>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66546693" name="Date Placeholder 6">
            <a:extLst>
              <a:ext uri="{FF2B5EF4-FFF2-40B4-BE49-F238E27FC236}">
                <a16:creationId xmlns:a16="http://schemas.microsoft.com/office/drawing/2014/main" id="{DCCB6888-1003-4C8E-B900-30173AD37B61}"/>
              </a:ext>
            </a:extLst>
          </p:cNvPr>
          <p:cNvSpPr>
            <a:spLocks noGrp="1"/>
          </p:cNvSpPr>
          <p:nvPr>
            <p:ph type="dt" idx="10"/>
          </p:nvPr>
        </p:nvSpPr>
        <p:spPr/>
        <p:txBody>
          <a:bodyPr/>
          <a:lstStyle/>
          <a:p>
            <a:pPr>
              <a:buNone/>
            </a:pPr>
            <a:fld id="{BCC18F51-09EC-435C-A3BA-64A766E099C0}" type="datetimeFigureOut">
              <a:t>2026/7/28</a:t>
            </a:fld>
            <a:endParaRPr/>
          </a:p>
        </p:txBody>
      </p:sp>
      <p:sp>
        <p:nvSpPr>
          <p:cNvPr id="139915976" name="Footer Placeholder 7">
            <a:extLst>
              <a:ext uri="{FF2B5EF4-FFF2-40B4-BE49-F238E27FC236}">
                <a16:creationId xmlns:a16="http://schemas.microsoft.com/office/drawing/2014/main" id="{74EA7C75-DBCA-4E08-B936-7353888680F8}"/>
              </a:ext>
            </a:extLst>
          </p:cNvPr>
          <p:cNvSpPr>
            <a:spLocks noGrp="1"/>
          </p:cNvSpPr>
          <p:nvPr>
            <p:ph type="ftr" idx="11"/>
          </p:nvPr>
        </p:nvSpPr>
        <p:spPr/>
        <p:txBody>
          <a:bodyPr/>
          <a:lstStyle/>
          <a:p>
            <a:pPr>
              <a:buNone/>
            </a:pPr>
            <a:endParaRPr/>
          </a:p>
        </p:txBody>
      </p:sp>
      <p:sp>
        <p:nvSpPr>
          <p:cNvPr id="1009250643" name="Slide Number Placeholder 8">
            <a:extLst>
              <a:ext uri="{FF2B5EF4-FFF2-40B4-BE49-F238E27FC236}">
                <a16:creationId xmlns:a16="http://schemas.microsoft.com/office/drawing/2014/main" id="{AD2FB3DF-5632-4530-9CAC-251E0FCF6D0D}"/>
              </a:ext>
            </a:extLst>
          </p:cNvPr>
          <p:cNvSpPr>
            <a:spLocks noGrp="1"/>
          </p:cNvSpPr>
          <p:nvPr>
            <p:ph type="sldNum" idx="12"/>
          </p:nvPr>
        </p:nvSpPr>
        <p:spPr/>
        <p:txBody>
          <a:bodyPr/>
          <a:lstStyle/>
          <a:p>
            <a:pPr>
              <a:buNone/>
            </a:pPr>
            <a:fld id="{08395586-F03A-48D1-94DF-16B239DF4FB5}" type="slidenum">
              <a:t>‹#›</a:t>
            </a:fld>
            <a:endParaRPr/>
          </a:p>
        </p:txBody>
      </p:sp>
      <p:sp>
        <p:nvSpPr>
          <p:cNvPr id="1740794959" name="Rectangle 640957806">
            <a:extLst>
              <a:ext uri="{FF2B5EF4-FFF2-40B4-BE49-F238E27FC236}">
                <a16:creationId xmlns:a16="http://schemas.microsoft.com/office/drawing/2014/main" id="{ACECC563-FFA2-49D5-8159-6ACE603AE130}"/>
              </a:ext>
            </a:extLst>
          </p:cNvPr>
          <p:cNvSpPr>
            <a:spLocks noGrp="1"/>
          </p:cNvSpPr>
          <p:nvPr/>
        </p:nvSpPr>
        <p:spPr>
          <a:xfrm>
            <a:off x="2330779" y="1690686"/>
            <a:ext cx="7530436" cy="73152"/>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bg>
      <p:bgPr>
        <a:gradFill>
          <a:gsLst>
            <a:gs pos="0">
              <a:schemeClr val="tx2">
                <a:lumMod val="75000"/>
              </a:schemeClr>
            </a:gs>
            <a:gs pos="100000">
              <a:schemeClr val="tx2"/>
            </a:gs>
          </a:gsLst>
          <a:lin ang="10800000" scaled="1"/>
        </a:gradFill>
        <a:effectLst/>
      </p:bgPr>
    </p:bg>
    <p:spTree>
      <p:nvGrpSpPr>
        <p:cNvPr id="1" name=""/>
        <p:cNvGrpSpPr/>
        <p:nvPr/>
      </p:nvGrpSpPr>
      <p:grpSpPr>
        <a:xfrm>
          <a:off x="0" y="0"/>
          <a:ext cx="0" cy="0"/>
          <a:chOff x="0" y="0"/>
          <a:chExt cx="0" cy="0"/>
        </a:xfrm>
      </p:grpSpPr>
      <p:sp>
        <p:nvSpPr>
          <p:cNvPr id="26710004" name="Title 1">
            <a:extLst>
              <a:ext uri="{FF2B5EF4-FFF2-40B4-BE49-F238E27FC236}">
                <a16:creationId xmlns:a16="http://schemas.microsoft.com/office/drawing/2014/main" id="{95818C08-DF70-413A-A194-AEAF9C0832DD}"/>
              </a:ext>
            </a:extLst>
          </p:cNvPr>
          <p:cNvSpPr>
            <a:spLocks noGrp="1"/>
          </p:cNvSpPr>
          <p:nvPr>
            <p:ph type="title"/>
          </p:nvPr>
        </p:nvSpPr>
        <p:spPr>
          <a:xfrm>
            <a:off x="839787" y="457200"/>
            <a:ext cx="3932236" cy="1600200"/>
          </a:xfrm>
        </p:spPr>
        <p:txBody>
          <a:bodyPr vert="horz" wrap="square" lIns="91440" tIns="45720" rIns="91440" bIns="45720" anchor="ctr">
            <a:normAutofit/>
          </a:bodyPr>
          <a:lstStyle>
            <a:lvl1pPr>
              <a:buNone/>
              <a:defRPr sz="3200">
                <a:solidFill>
                  <a:schemeClr val="bg1"/>
                </a:solidFill>
              </a:defRPr>
            </a:lvl1pPr>
          </a:lstStyle>
          <a:p>
            <a:pPr>
              <a:buNone/>
            </a:pPr>
            <a:r>
              <a:t>Click to edit Master title style</a:t>
            </a:r>
          </a:p>
        </p:txBody>
      </p:sp>
      <p:sp>
        <p:nvSpPr>
          <p:cNvPr id="812979175" name="Picture Placeholder 2">
            <a:extLst>
              <a:ext uri="{FF2B5EF4-FFF2-40B4-BE49-F238E27FC236}">
                <a16:creationId xmlns:a16="http://schemas.microsoft.com/office/drawing/2014/main" id="{EE232EED-0073-400D-B7B3-BEFDBE82506A}"/>
              </a:ext>
            </a:extLst>
          </p:cNvPr>
          <p:cNvSpPr>
            <a:spLocks noGrp="1"/>
          </p:cNvSpPr>
          <p:nvPr>
            <p:ph type="pic" idx="1"/>
          </p:nvPr>
        </p:nvSpPr>
        <p:spPr>
          <a:xfrm>
            <a:off x="5183186" y="457198"/>
            <a:ext cx="6172200" cy="5403847"/>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buNone/>
            </a:pPr>
            <a:r>
              <a:t>Click icon to add picture</a:t>
            </a:r>
          </a:p>
        </p:txBody>
      </p:sp>
      <p:sp>
        <p:nvSpPr>
          <p:cNvPr id="1329978563" name="Text Placeholder 3">
            <a:extLst>
              <a:ext uri="{FF2B5EF4-FFF2-40B4-BE49-F238E27FC236}">
                <a16:creationId xmlns:a16="http://schemas.microsoft.com/office/drawing/2014/main" id="{89BABE37-E4BC-4047-913B-66B4E0CDB2D3}"/>
              </a:ext>
            </a:extLst>
          </p:cNvPr>
          <p:cNvSpPr>
            <a:spLocks noGrp="1"/>
          </p:cNvSpPr>
          <p:nvPr>
            <p:ph type="body" idx="2"/>
          </p:nvPr>
        </p:nvSpPr>
        <p:spPr>
          <a:xfrm>
            <a:off x="839787" y="2057400"/>
            <a:ext cx="3932236" cy="3811587"/>
          </a:xfrm>
        </p:spPr>
        <p:txBody>
          <a:bodyPr/>
          <a:lstStyle>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a:pPr lvl="0">
              <a:buNone/>
            </a:pPr>
            <a:r>
              <a:t>Click to edit Master text styles</a:t>
            </a:r>
          </a:p>
        </p:txBody>
      </p:sp>
      <p:sp>
        <p:nvSpPr>
          <p:cNvPr id="135320596" name="Date Placeholder 4">
            <a:extLst>
              <a:ext uri="{FF2B5EF4-FFF2-40B4-BE49-F238E27FC236}">
                <a16:creationId xmlns:a16="http://schemas.microsoft.com/office/drawing/2014/main" id="{B73FDB9E-11B4-4676-83DE-A5819B114C10}"/>
              </a:ext>
            </a:extLst>
          </p:cNvPr>
          <p:cNvSpPr>
            <a:spLocks noGrp="1"/>
          </p:cNvSpPr>
          <p:nvPr>
            <p:ph type="dt" idx="10"/>
          </p:nvPr>
        </p:nvSpPr>
        <p:spPr/>
        <p:txBody>
          <a:bodyPr/>
          <a:lstStyle/>
          <a:p>
            <a:pPr>
              <a:buNone/>
            </a:pPr>
            <a:fld id="{BCC18F51-09EC-435C-A3BA-64A766E099C0}" type="datetimeFigureOut">
              <a:t>2026/7/28</a:t>
            </a:fld>
            <a:endParaRPr/>
          </a:p>
        </p:txBody>
      </p:sp>
      <p:sp>
        <p:nvSpPr>
          <p:cNvPr id="1995351127" name="Footer Placeholder 5">
            <a:extLst>
              <a:ext uri="{FF2B5EF4-FFF2-40B4-BE49-F238E27FC236}">
                <a16:creationId xmlns:a16="http://schemas.microsoft.com/office/drawing/2014/main" id="{589A0894-BE5C-4024-A5AC-0228881A5165}"/>
              </a:ext>
            </a:extLst>
          </p:cNvPr>
          <p:cNvSpPr>
            <a:spLocks noGrp="1"/>
          </p:cNvSpPr>
          <p:nvPr>
            <p:ph type="ftr" idx="11"/>
          </p:nvPr>
        </p:nvSpPr>
        <p:spPr/>
        <p:txBody>
          <a:bodyPr/>
          <a:lstStyle/>
          <a:p>
            <a:pPr>
              <a:buNone/>
            </a:pPr>
            <a:endParaRPr/>
          </a:p>
        </p:txBody>
      </p:sp>
      <p:sp>
        <p:nvSpPr>
          <p:cNvPr id="1683767823" name="Slide Number Placeholder 6">
            <a:extLst>
              <a:ext uri="{FF2B5EF4-FFF2-40B4-BE49-F238E27FC236}">
                <a16:creationId xmlns:a16="http://schemas.microsoft.com/office/drawing/2014/main" id="{36F6E4B9-6C92-4E76-8208-6EFC136F7080}"/>
              </a:ext>
            </a:extLst>
          </p:cNvPr>
          <p:cNvSpPr>
            <a:spLocks noGrp="1"/>
          </p:cNvSpPr>
          <p:nvPr>
            <p:ph type="sldNum" idx="12"/>
          </p:nvPr>
        </p:nvSpPr>
        <p:spPr/>
        <p:txBody>
          <a:bodyPr/>
          <a:lstStyle/>
          <a:p>
            <a:pPr>
              <a:buNone/>
            </a:pPr>
            <a:fld id="{08395586-F03A-48D1-94DF-16B239DF4FB5}" type="slidenum">
              <a:t>‹#›</a:t>
            </a:fld>
            <a:endParaRPr/>
          </a:p>
        </p:txBody>
      </p:sp>
      <p:sp>
        <p:nvSpPr>
          <p:cNvPr id="185262133" name="Rectangle 640957806">
            <a:extLst>
              <a:ext uri="{FF2B5EF4-FFF2-40B4-BE49-F238E27FC236}">
                <a16:creationId xmlns:a16="http://schemas.microsoft.com/office/drawing/2014/main" id="{CB53FF0C-A50E-41CC-90B0-5A3F46B97BDA}"/>
              </a:ext>
            </a:extLst>
          </p:cNvPr>
          <p:cNvSpPr>
            <a:spLocks noGrp="1"/>
          </p:cNvSpPr>
          <p:nvPr/>
        </p:nvSpPr>
        <p:spPr>
          <a:xfrm>
            <a:off x="838197" y="1984248"/>
            <a:ext cx="3933823" cy="73152"/>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bg>
      <p:bgPr>
        <a:gradFill>
          <a:gsLst>
            <a:gs pos="0">
              <a:schemeClr val="tx2"/>
            </a:gs>
            <a:gs pos="100000">
              <a:schemeClr val="tx2">
                <a:lumMod val="75000"/>
              </a:schemeClr>
            </a:gs>
          </a:gsLst>
          <a:lin ang="16200000" scaled="1"/>
        </a:gradFill>
        <a:effectLst/>
      </p:bgPr>
    </p:bg>
    <p:spTree>
      <p:nvGrpSpPr>
        <p:cNvPr id="1" name=""/>
        <p:cNvGrpSpPr/>
        <p:nvPr/>
      </p:nvGrpSpPr>
      <p:grpSpPr>
        <a:xfrm>
          <a:off x="0" y="0"/>
          <a:ext cx="0" cy="0"/>
          <a:chOff x="0" y="0"/>
          <a:chExt cx="0" cy="0"/>
        </a:xfrm>
      </p:grpSpPr>
      <p:pic>
        <p:nvPicPr>
          <p:cNvPr id="2059698599" name="Picture 752255626"/>
          <p:cNvPicPr>
            <a:picLocks noChangeAspect="1"/>
          </p:cNvPicPr>
          <p:nvPr/>
        </p:nvPicPr>
        <p:blipFill rotWithShape="1">
          <a:blip r:embed="rId2">
            <a:alphaModFix amt="30000"/>
          </a:blip>
          <a:stretch/>
        </p:blipFill>
        <p:spPr>
          <a:xfrm>
            <a:off x="20620" y="8103"/>
            <a:ext cx="12216844" cy="6858000"/>
          </a:xfrm>
          <a:prstGeom prst="rect">
            <a:avLst/>
          </a:prstGeom>
        </p:spPr>
      </p:pic>
      <p:sp>
        <p:nvSpPr>
          <p:cNvPr id="1154013676" name="Title 1">
            <a:extLst>
              <a:ext uri="{FF2B5EF4-FFF2-40B4-BE49-F238E27FC236}">
                <a16:creationId xmlns:a16="http://schemas.microsoft.com/office/drawing/2014/main" id="{D341BECC-4AD0-47D2-AAB2-25832A6E6798}"/>
              </a:ext>
            </a:extLst>
          </p:cNvPr>
          <p:cNvSpPr>
            <a:spLocks noGrp="1"/>
          </p:cNvSpPr>
          <p:nvPr>
            <p:ph type="title"/>
          </p:nvPr>
        </p:nvSpPr>
        <p:spPr>
          <a:xfrm>
            <a:off x="838197" y="2455619"/>
            <a:ext cx="10515600" cy="1325561"/>
          </a:xfrm>
        </p:spPr>
        <p:txBody>
          <a:bodyPr/>
          <a:lstStyle>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a:pPr>
              <a:buNone/>
            </a:pPr>
            <a:r>
              <a:t>Click to edit Master title style</a:t>
            </a:r>
          </a:p>
        </p:txBody>
      </p:sp>
      <p:sp>
        <p:nvSpPr>
          <p:cNvPr id="2059698597" name="Date Placeholder 2">
            <a:extLst>
              <a:ext uri="{FF2B5EF4-FFF2-40B4-BE49-F238E27FC236}">
                <a16:creationId xmlns:a16="http://schemas.microsoft.com/office/drawing/2014/main" id="{D191F5A2-1FC9-4D43-A717-913890520E97}"/>
              </a:ext>
            </a:extLst>
          </p:cNvPr>
          <p:cNvSpPr>
            <a:spLocks noGrp="1"/>
          </p:cNvSpPr>
          <p:nvPr>
            <p:ph type="dt" idx="10"/>
          </p:nvPr>
        </p:nvSpPr>
        <p:spPr/>
        <p:txBody>
          <a:bodyPr/>
          <a:lstStyle/>
          <a:p>
            <a:pPr>
              <a:buNone/>
            </a:pPr>
            <a:fld id="{BCC18F51-09EC-435C-A3BA-64A766E099C0}" type="datetimeFigureOut">
              <a:t>2026/7/28</a:t>
            </a:fld>
            <a:endParaRPr/>
          </a:p>
        </p:txBody>
      </p:sp>
      <p:sp>
        <p:nvSpPr>
          <p:cNvPr id="562420660" name="Footer Placeholder 3">
            <a:extLst>
              <a:ext uri="{FF2B5EF4-FFF2-40B4-BE49-F238E27FC236}">
                <a16:creationId xmlns:a16="http://schemas.microsoft.com/office/drawing/2014/main" id="{C3E73876-A810-4D94-9ED4-B8AABD80836D}"/>
              </a:ext>
            </a:extLst>
          </p:cNvPr>
          <p:cNvSpPr>
            <a:spLocks noGrp="1"/>
          </p:cNvSpPr>
          <p:nvPr>
            <p:ph type="ftr" idx="11"/>
          </p:nvPr>
        </p:nvSpPr>
        <p:spPr/>
        <p:txBody>
          <a:bodyPr/>
          <a:lstStyle/>
          <a:p>
            <a:pPr>
              <a:buNone/>
            </a:pPr>
            <a:endParaRPr/>
          </a:p>
        </p:txBody>
      </p:sp>
      <p:sp>
        <p:nvSpPr>
          <p:cNvPr id="138300739" name="Slide Number Placeholder 4">
            <a:extLst>
              <a:ext uri="{FF2B5EF4-FFF2-40B4-BE49-F238E27FC236}">
                <a16:creationId xmlns:a16="http://schemas.microsoft.com/office/drawing/2014/main" id="{E4D12A16-66B6-49A1-BDAB-1E9549121B7A}"/>
              </a:ext>
            </a:extLst>
          </p:cNvPr>
          <p:cNvSpPr>
            <a:spLocks noGrp="1"/>
          </p:cNvSpPr>
          <p:nvPr>
            <p:ph type="sldNum" idx="12"/>
          </p:nvPr>
        </p:nvSpPr>
        <p:spPr/>
        <p:txBody>
          <a:bodyPr/>
          <a:lstStyle/>
          <a:p>
            <a:pPr>
              <a:buNone/>
            </a:pPr>
            <a:fld id="{08395586-F03A-48D1-94DF-16B239DF4FB5}"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a:xfrm>
          <a:off x="0" y="0"/>
          <a:ext cx="0" cy="0"/>
          <a:chOff x="0" y="0"/>
          <a:chExt cx="0" cy="0"/>
        </a:xfrm>
      </p:grpSpPr>
      <p:sp>
        <p:nvSpPr>
          <p:cNvPr id="1137087242" name="Date Placeholder 1">
            <a:extLst>
              <a:ext uri="{FF2B5EF4-FFF2-40B4-BE49-F238E27FC236}">
                <a16:creationId xmlns:a16="http://schemas.microsoft.com/office/drawing/2014/main" id="{16DC3983-E5DD-48D8-9CBE-1B1B36A839CC}"/>
              </a:ext>
            </a:extLst>
          </p:cNvPr>
          <p:cNvSpPr>
            <a:spLocks noGrp="1"/>
          </p:cNvSpPr>
          <p:nvPr>
            <p:ph type="dt" idx="10"/>
          </p:nvPr>
        </p:nvSpPr>
        <p:spPr/>
        <p:txBody>
          <a:bodyPr/>
          <a:lstStyle/>
          <a:p>
            <a:pPr>
              <a:buNone/>
            </a:pPr>
            <a:fld id="{BCC18F51-09EC-435C-A3BA-64A766E099C0}" type="datetimeFigureOut">
              <a:t>2026/7/28</a:t>
            </a:fld>
            <a:endParaRPr/>
          </a:p>
        </p:txBody>
      </p:sp>
      <p:sp>
        <p:nvSpPr>
          <p:cNvPr id="965942678" name="Footer Placeholder 2">
            <a:extLst>
              <a:ext uri="{FF2B5EF4-FFF2-40B4-BE49-F238E27FC236}">
                <a16:creationId xmlns:a16="http://schemas.microsoft.com/office/drawing/2014/main" id="{35109172-9EE8-4F5E-974D-F337049AF28F}"/>
              </a:ext>
            </a:extLst>
          </p:cNvPr>
          <p:cNvSpPr>
            <a:spLocks noGrp="1"/>
          </p:cNvSpPr>
          <p:nvPr>
            <p:ph type="ftr" idx="11"/>
          </p:nvPr>
        </p:nvSpPr>
        <p:spPr/>
        <p:txBody>
          <a:bodyPr/>
          <a:lstStyle/>
          <a:p>
            <a:pPr>
              <a:buNone/>
            </a:pPr>
            <a:endParaRPr/>
          </a:p>
        </p:txBody>
      </p:sp>
      <p:sp>
        <p:nvSpPr>
          <p:cNvPr id="1324647100" name="Slide Number Placeholder 3">
            <a:extLst>
              <a:ext uri="{FF2B5EF4-FFF2-40B4-BE49-F238E27FC236}">
                <a16:creationId xmlns:a16="http://schemas.microsoft.com/office/drawing/2014/main" id="{4BA36E07-D24C-4DAC-B530-9D5C3E206C41}"/>
              </a:ext>
            </a:extLst>
          </p:cNvPr>
          <p:cNvSpPr>
            <a:spLocks noGrp="1"/>
          </p:cNvSpPr>
          <p:nvPr>
            <p:ph type="sldNum" idx="12"/>
          </p:nvPr>
        </p:nvSpPr>
        <p:spPr/>
        <p:txBody>
          <a:bodyPr/>
          <a:lstStyle/>
          <a:p>
            <a:pPr>
              <a:buNone/>
            </a:pPr>
            <a:fld id="{08395586-F03A-48D1-94DF-16B239DF4FB5}"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a:xfrm>
          <a:off x="0" y="0"/>
          <a:ext cx="0" cy="0"/>
          <a:chOff x="0" y="0"/>
          <a:chExt cx="0" cy="0"/>
        </a:xfrm>
      </p:grpSpPr>
      <p:sp>
        <p:nvSpPr>
          <p:cNvPr id="1583169276" name="Title 1">
            <a:extLst>
              <a:ext uri="{FF2B5EF4-FFF2-40B4-BE49-F238E27FC236}">
                <a16:creationId xmlns:a16="http://schemas.microsoft.com/office/drawing/2014/main" id="{06D98635-0810-4A16-B548-6B5339BCEDE2}"/>
              </a:ext>
            </a:extLst>
          </p:cNvPr>
          <p:cNvSpPr>
            <a:spLocks noGrp="1"/>
          </p:cNvSpPr>
          <p:nvPr>
            <p:ph type="title"/>
          </p:nvPr>
        </p:nvSpPr>
        <p:spPr>
          <a:xfrm>
            <a:off x="839787" y="457200"/>
            <a:ext cx="3932236" cy="1600200"/>
          </a:xfrm>
        </p:spPr>
        <p:txBody>
          <a:bodyPr anchor="b"/>
          <a:lstStyle>
            <a:lvl1pPr>
              <a:buNone/>
              <a:defRPr sz="3200"/>
            </a:lvl1pPr>
          </a:lstStyle>
          <a:p>
            <a:pPr>
              <a:buNone/>
            </a:pPr>
            <a:r>
              <a:t>Click to edit Master title style</a:t>
            </a:r>
          </a:p>
        </p:txBody>
      </p:sp>
      <p:sp>
        <p:nvSpPr>
          <p:cNvPr id="1524033813" name="Content Placeholder 2">
            <a:extLst>
              <a:ext uri="{FF2B5EF4-FFF2-40B4-BE49-F238E27FC236}">
                <a16:creationId xmlns:a16="http://schemas.microsoft.com/office/drawing/2014/main" id="{0D71158F-4A87-42EC-9DD0-DDFA4DA9B001}"/>
              </a:ext>
            </a:extLst>
          </p:cNvPr>
          <p:cNvSpPr>
            <a:spLocks noGrp="1"/>
          </p:cNvSpPr>
          <p:nvPr>
            <p:ph idx="1"/>
          </p:nvPr>
        </p:nvSpPr>
        <p:spPr>
          <a:xfrm>
            <a:off x="5183187" y="987424"/>
            <a:ext cx="6172200" cy="4873624"/>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19761829" name="Text Placeholder 3">
            <a:extLst>
              <a:ext uri="{FF2B5EF4-FFF2-40B4-BE49-F238E27FC236}">
                <a16:creationId xmlns:a16="http://schemas.microsoft.com/office/drawing/2014/main" id="{906CECC1-20C4-4FB9-9F8F-81499F661477}"/>
              </a:ext>
            </a:extLst>
          </p:cNvPr>
          <p:cNvSpPr>
            <a:spLocks noGrp="1"/>
          </p:cNvSpPr>
          <p:nvPr>
            <p:ph type="body" idx="2"/>
          </p:nvPr>
        </p:nvSpPr>
        <p:spPr>
          <a:xfrm>
            <a:off x="839787" y="2057400"/>
            <a:ext cx="3932236" cy="3811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1794403817" name="Date Placeholder 4">
            <a:extLst>
              <a:ext uri="{FF2B5EF4-FFF2-40B4-BE49-F238E27FC236}">
                <a16:creationId xmlns:a16="http://schemas.microsoft.com/office/drawing/2014/main" id="{63392B4D-96B3-4FE1-8D97-D48AA516BA88}"/>
              </a:ext>
            </a:extLst>
          </p:cNvPr>
          <p:cNvSpPr>
            <a:spLocks noGrp="1"/>
          </p:cNvSpPr>
          <p:nvPr>
            <p:ph type="dt" idx="10"/>
          </p:nvPr>
        </p:nvSpPr>
        <p:spPr/>
        <p:txBody>
          <a:bodyPr/>
          <a:lstStyle/>
          <a:p>
            <a:pPr>
              <a:buNone/>
            </a:pPr>
            <a:fld id="{BCC18F51-09EC-435C-A3BA-64A766E099C0}" type="datetimeFigureOut">
              <a:t>2026/7/28</a:t>
            </a:fld>
            <a:endParaRPr/>
          </a:p>
        </p:txBody>
      </p:sp>
      <p:sp>
        <p:nvSpPr>
          <p:cNvPr id="1404011208" name="Footer Placeholder 5">
            <a:extLst>
              <a:ext uri="{FF2B5EF4-FFF2-40B4-BE49-F238E27FC236}">
                <a16:creationId xmlns:a16="http://schemas.microsoft.com/office/drawing/2014/main" id="{CF34C26D-04B3-4F1A-BFB9-161CEF46C737}"/>
              </a:ext>
            </a:extLst>
          </p:cNvPr>
          <p:cNvSpPr>
            <a:spLocks noGrp="1"/>
          </p:cNvSpPr>
          <p:nvPr>
            <p:ph type="ftr" idx="11"/>
          </p:nvPr>
        </p:nvSpPr>
        <p:spPr/>
        <p:txBody>
          <a:bodyPr/>
          <a:lstStyle/>
          <a:p>
            <a:pPr>
              <a:buNone/>
            </a:pPr>
            <a:endParaRPr/>
          </a:p>
        </p:txBody>
      </p:sp>
      <p:sp>
        <p:nvSpPr>
          <p:cNvPr id="1339536781" name="Slide Number Placeholder 6">
            <a:extLst>
              <a:ext uri="{FF2B5EF4-FFF2-40B4-BE49-F238E27FC236}">
                <a16:creationId xmlns:a16="http://schemas.microsoft.com/office/drawing/2014/main" id="{C2A3D90A-2C70-41CF-A51B-6B3371310D6F}"/>
              </a:ext>
            </a:extLst>
          </p:cNvPr>
          <p:cNvSpPr>
            <a:spLocks noGrp="1"/>
          </p:cNvSpPr>
          <p:nvPr>
            <p:ph type="sldNum" idx="12"/>
          </p:nvPr>
        </p:nvSpPr>
        <p:spPr/>
        <p:txBody>
          <a:bodyPr/>
          <a:lstStyle/>
          <a:p>
            <a:pPr>
              <a:buNone/>
            </a:pPr>
            <a:fld id="{08395586-F03A-48D1-94DF-16B239DF4FB5}"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a:xfrm>
          <a:off x="0" y="0"/>
          <a:ext cx="0" cy="0"/>
          <a:chOff x="0" y="0"/>
          <a:chExt cx="0" cy="0"/>
        </a:xfrm>
      </p:grpSpPr>
      <p:sp>
        <p:nvSpPr>
          <p:cNvPr id="2085798320" name="Title 1">
            <a:extLst>
              <a:ext uri="{FF2B5EF4-FFF2-40B4-BE49-F238E27FC236}">
                <a16:creationId xmlns:a16="http://schemas.microsoft.com/office/drawing/2014/main" id="{51280D38-32E1-44B1-8733-60807AE37C69}"/>
              </a:ext>
            </a:extLst>
          </p:cNvPr>
          <p:cNvSpPr>
            <a:spLocks noGrp="1"/>
          </p:cNvSpPr>
          <p:nvPr>
            <p:ph type="title"/>
          </p:nvPr>
        </p:nvSpPr>
        <p:spPr/>
        <p:txBody>
          <a:bodyPr/>
          <a:lstStyle/>
          <a:p>
            <a:pPr>
              <a:buNone/>
            </a:pPr>
            <a:r>
              <a:t>Click to edit Master title style</a:t>
            </a:r>
          </a:p>
        </p:txBody>
      </p:sp>
      <p:sp>
        <p:nvSpPr>
          <p:cNvPr id="558917028" name="Vertical Text Placeholder 2">
            <a:extLst>
              <a:ext uri="{FF2B5EF4-FFF2-40B4-BE49-F238E27FC236}">
                <a16:creationId xmlns:a16="http://schemas.microsoft.com/office/drawing/2014/main" id="{BA223528-3A3A-4875-BA60-21381694DDF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04763708" name="Date Placeholder 3">
            <a:extLst>
              <a:ext uri="{FF2B5EF4-FFF2-40B4-BE49-F238E27FC236}">
                <a16:creationId xmlns:a16="http://schemas.microsoft.com/office/drawing/2014/main" id="{49EE38CE-D435-4840-B45B-65F912C82263}"/>
              </a:ext>
            </a:extLst>
          </p:cNvPr>
          <p:cNvSpPr>
            <a:spLocks noGrp="1"/>
          </p:cNvSpPr>
          <p:nvPr>
            <p:ph type="dt" idx="10"/>
          </p:nvPr>
        </p:nvSpPr>
        <p:spPr/>
        <p:txBody>
          <a:bodyPr/>
          <a:lstStyle/>
          <a:p>
            <a:pPr>
              <a:buNone/>
            </a:pPr>
            <a:fld id="{BCC18F51-09EC-435C-A3BA-64A766E099C0}" type="datetimeFigureOut">
              <a:t>2026/7/28</a:t>
            </a:fld>
            <a:endParaRPr/>
          </a:p>
        </p:txBody>
      </p:sp>
      <p:sp>
        <p:nvSpPr>
          <p:cNvPr id="1804146696" name="Footer Placeholder 4">
            <a:extLst>
              <a:ext uri="{FF2B5EF4-FFF2-40B4-BE49-F238E27FC236}">
                <a16:creationId xmlns:a16="http://schemas.microsoft.com/office/drawing/2014/main" id="{0DEDBADF-5DF5-485F-9DCD-A3688DF6A541}"/>
              </a:ext>
            </a:extLst>
          </p:cNvPr>
          <p:cNvSpPr>
            <a:spLocks noGrp="1"/>
          </p:cNvSpPr>
          <p:nvPr>
            <p:ph type="ftr" idx="11"/>
          </p:nvPr>
        </p:nvSpPr>
        <p:spPr/>
        <p:txBody>
          <a:bodyPr/>
          <a:lstStyle/>
          <a:p>
            <a:pPr>
              <a:buNone/>
            </a:pPr>
            <a:endParaRPr/>
          </a:p>
        </p:txBody>
      </p:sp>
      <p:sp>
        <p:nvSpPr>
          <p:cNvPr id="1539991883" name="Slide Number Placeholder 5">
            <a:extLst>
              <a:ext uri="{FF2B5EF4-FFF2-40B4-BE49-F238E27FC236}">
                <a16:creationId xmlns:a16="http://schemas.microsoft.com/office/drawing/2014/main" id="{CBFE9D10-3515-4671-AE0D-68272D3134A2}"/>
              </a:ext>
            </a:extLst>
          </p:cNvPr>
          <p:cNvSpPr>
            <a:spLocks noGrp="1"/>
          </p:cNvSpPr>
          <p:nvPr>
            <p:ph type="sldNum" idx="12"/>
          </p:nvPr>
        </p:nvSpPr>
        <p:spPr/>
        <p:txBody>
          <a:bodyPr/>
          <a:lstStyle/>
          <a:p>
            <a:pPr>
              <a:buNone/>
            </a:pPr>
            <a:fld id="{08395586-F03A-48D1-94DF-16B239DF4FB5}"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a:xfrm>
          <a:off x="0" y="0"/>
          <a:ext cx="0" cy="0"/>
          <a:chOff x="0" y="0"/>
          <a:chExt cx="0" cy="0"/>
        </a:xfrm>
      </p:grpSpPr>
      <p:sp>
        <p:nvSpPr>
          <p:cNvPr id="1019597732" name="Vertical Title 1">
            <a:extLst>
              <a:ext uri="{FF2B5EF4-FFF2-40B4-BE49-F238E27FC236}">
                <a16:creationId xmlns:a16="http://schemas.microsoft.com/office/drawing/2014/main" id="{F784EB6F-B301-488E-B63D-234944A7DCE2}"/>
              </a:ext>
            </a:extLst>
          </p:cNvPr>
          <p:cNvSpPr>
            <a:spLocks noGrp="1"/>
          </p:cNvSpPr>
          <p:nvPr>
            <p:ph type="title"/>
          </p:nvPr>
        </p:nvSpPr>
        <p:spPr>
          <a:xfrm>
            <a:off x="8724899" y="365124"/>
            <a:ext cx="2628900" cy="5811837"/>
          </a:xfrm>
        </p:spPr>
        <p:txBody>
          <a:bodyPr vert="eaVert"/>
          <a:lstStyle/>
          <a:p>
            <a:pPr>
              <a:buNone/>
            </a:pPr>
            <a:r>
              <a:t>Click to edit Master title style</a:t>
            </a:r>
          </a:p>
        </p:txBody>
      </p:sp>
      <p:sp>
        <p:nvSpPr>
          <p:cNvPr id="2082584654" name="Vertical Text Placeholder 2">
            <a:extLst>
              <a:ext uri="{FF2B5EF4-FFF2-40B4-BE49-F238E27FC236}">
                <a16:creationId xmlns:a16="http://schemas.microsoft.com/office/drawing/2014/main" id="{B1BA4785-3922-44B6-A83B-5A73F52D6A49}"/>
              </a:ext>
            </a:extLst>
          </p:cNvPr>
          <p:cNvSpPr>
            <a:spLocks noGrp="1"/>
          </p:cNvSpPr>
          <p:nvPr>
            <p:ph type="body" idx="1"/>
          </p:nvPr>
        </p:nvSpPr>
        <p:spPr>
          <a:xfrm>
            <a:off x="838198" y="365124"/>
            <a:ext cx="7734299" cy="5811837"/>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911978330" name="Date Placeholder 3">
            <a:extLst>
              <a:ext uri="{FF2B5EF4-FFF2-40B4-BE49-F238E27FC236}">
                <a16:creationId xmlns:a16="http://schemas.microsoft.com/office/drawing/2014/main" id="{E4068A6A-42B5-4DA3-BF8F-7B848FDAD7B7}"/>
              </a:ext>
            </a:extLst>
          </p:cNvPr>
          <p:cNvSpPr>
            <a:spLocks noGrp="1"/>
          </p:cNvSpPr>
          <p:nvPr>
            <p:ph type="dt" idx="10"/>
          </p:nvPr>
        </p:nvSpPr>
        <p:spPr/>
        <p:txBody>
          <a:bodyPr/>
          <a:lstStyle/>
          <a:p>
            <a:pPr>
              <a:buNone/>
            </a:pPr>
            <a:fld id="{BCC18F51-09EC-435C-A3BA-64A766E099C0}" type="datetimeFigureOut">
              <a:t>2026/7/28</a:t>
            </a:fld>
            <a:endParaRPr/>
          </a:p>
        </p:txBody>
      </p:sp>
      <p:sp>
        <p:nvSpPr>
          <p:cNvPr id="2043728069" name="Footer Placeholder 4">
            <a:extLst>
              <a:ext uri="{FF2B5EF4-FFF2-40B4-BE49-F238E27FC236}">
                <a16:creationId xmlns:a16="http://schemas.microsoft.com/office/drawing/2014/main" id="{040C8F9B-E4E2-41C4-A585-C0B625F822E5}"/>
              </a:ext>
            </a:extLst>
          </p:cNvPr>
          <p:cNvSpPr>
            <a:spLocks noGrp="1"/>
          </p:cNvSpPr>
          <p:nvPr>
            <p:ph type="ftr" idx="11"/>
          </p:nvPr>
        </p:nvSpPr>
        <p:spPr/>
        <p:txBody>
          <a:bodyPr/>
          <a:lstStyle/>
          <a:p>
            <a:pPr>
              <a:buNone/>
            </a:pPr>
            <a:endParaRPr/>
          </a:p>
        </p:txBody>
      </p:sp>
      <p:sp>
        <p:nvSpPr>
          <p:cNvPr id="1486087510" name="Slide Number Placeholder 5">
            <a:extLst>
              <a:ext uri="{FF2B5EF4-FFF2-40B4-BE49-F238E27FC236}">
                <a16:creationId xmlns:a16="http://schemas.microsoft.com/office/drawing/2014/main" id="{29B9576D-891D-46DD-A239-EB8A48383B60}"/>
              </a:ext>
            </a:extLst>
          </p:cNvPr>
          <p:cNvSpPr>
            <a:spLocks noGrp="1"/>
          </p:cNvSpPr>
          <p:nvPr>
            <p:ph type="sldNum" idx="12"/>
          </p:nvPr>
        </p:nvSpPr>
        <p:spPr/>
        <p:txBody>
          <a:bodyPr/>
          <a:lstStyle/>
          <a:p>
            <a:pPr>
              <a:buNone/>
            </a:pPr>
            <a:fld id="{08395586-F03A-48D1-94DF-16B239DF4FB5}"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2">
                <a:lumMod val="20000"/>
                <a:lumOff val="80000"/>
              </a:schemeClr>
            </a:gs>
            <a:gs pos="100000">
              <a:srgbClr val="FFFFFF"/>
            </a:gs>
          </a:gsLst>
          <a:path path="circle"/>
        </a:gradFill>
        <a:effectLst/>
      </p:bgPr>
    </p:bg>
    <p:spTree>
      <p:nvGrpSpPr>
        <p:cNvPr id="1" name=""/>
        <p:cNvGrpSpPr/>
        <p:nvPr/>
      </p:nvGrpSpPr>
      <p:grpSpPr>
        <a:xfrm>
          <a:off x="0" y="0"/>
          <a:ext cx="0" cy="0"/>
          <a:chOff x="0" y="0"/>
          <a:chExt cx="0" cy="0"/>
        </a:xfrm>
      </p:grpSpPr>
      <p:sp>
        <p:nvSpPr>
          <p:cNvPr id="182677872" name="Title Placeholder 1">
            <a:extLst>
              <a:ext uri="{FF2B5EF4-FFF2-40B4-BE49-F238E27FC236}">
                <a16:creationId xmlns:a16="http://schemas.microsoft.com/office/drawing/2014/main" id="{7DD40ED5-C277-4576-A88E-9EF427471558}"/>
              </a:ext>
            </a:extLst>
          </p:cNvPr>
          <p:cNvSpPr>
            <a:spLocks noGrp="1"/>
          </p:cNvSpPr>
          <p:nvPr>
            <p:ph type="title"/>
          </p:nvPr>
        </p:nvSpPr>
        <p:spPr>
          <a:xfrm>
            <a:off x="838198" y="365124"/>
            <a:ext cx="10515600" cy="1325562"/>
          </a:xfrm>
          <a:prstGeom prst="rect">
            <a:avLst/>
          </a:prstGeom>
        </p:spPr>
        <p:txBody>
          <a:bodyPr vert="horz" lIns="91440" tIns="45720" rIns="91440" bIns="45720" anchor="ctr">
            <a:normAutofit/>
          </a:bodyPr>
          <a:lstStyle>
            <a:lvl1pPr>
              <a:buNone/>
              <a:defRPr b="1"/>
            </a:lvl1pPr>
          </a:lstStyle>
          <a:p>
            <a:pPr>
              <a:buNone/>
            </a:pPr>
            <a:r>
              <a:t>Click to edit Master title style</a:t>
            </a:r>
          </a:p>
        </p:txBody>
      </p:sp>
      <p:sp>
        <p:nvSpPr>
          <p:cNvPr id="1215219570" name="Text Placeholder 2">
            <a:extLst>
              <a:ext uri="{FF2B5EF4-FFF2-40B4-BE49-F238E27FC236}">
                <a16:creationId xmlns:a16="http://schemas.microsoft.com/office/drawing/2014/main" id="{AAFE8106-A4C7-46A4-A9F7-3CC85CF10CE4}"/>
              </a:ext>
            </a:extLst>
          </p:cNvPr>
          <p:cNvSpPr>
            <a:spLocks noGrp="1"/>
          </p:cNvSpPr>
          <p:nvPr>
            <p:ph type="body" idx="1"/>
          </p:nvPr>
        </p:nvSpPr>
        <p:spPr>
          <a:xfrm>
            <a:off x="841248" y="1828800"/>
            <a:ext cx="10515600" cy="4351338"/>
          </a:xfrm>
          <a:prstGeom prst="rect">
            <a:avLst/>
          </a:prstGeom>
        </p:spPr>
        <p:txBody>
          <a:bodyPr vert="horz" wrap="square" lIns="182880" tIns="182880" rIns="182880" bIns="91440" anchor="t">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011037293" name="Date Placeholder 3">
            <a:extLst>
              <a:ext uri="{FF2B5EF4-FFF2-40B4-BE49-F238E27FC236}">
                <a16:creationId xmlns:a16="http://schemas.microsoft.com/office/drawing/2014/main" id="{E0B2D59F-74B3-4868-B2A1-BF38CF6512DB}"/>
              </a:ext>
            </a:extLst>
          </p:cNvPr>
          <p:cNvSpPr>
            <a:spLocks noGrp="1"/>
          </p:cNvSpPr>
          <p:nvPr>
            <p:ph type="dt" idx="2"/>
          </p:nvPr>
        </p:nvSpPr>
        <p:spPr>
          <a:xfrm>
            <a:off x="838198" y="6356349"/>
            <a:ext cx="2743200" cy="365124"/>
          </a:xfrm>
          <a:prstGeom prst="rect">
            <a:avLst/>
          </a:prstGeom>
        </p:spPr>
        <p:txBody>
          <a:bodyPr vert="horz" lIns="91440" tIns="45720" rIns="91440" bIns="45720" anchor="ctr"/>
          <a:lstStyle>
            <a:lvl1pPr algn="l">
              <a:buNone/>
              <a:defRPr sz="1200">
                <a:solidFill>
                  <a:schemeClr val="tx1">
                    <a:tint val="75000"/>
                  </a:schemeClr>
                </a:solidFill>
              </a:defRPr>
            </a:lvl1pPr>
          </a:lstStyle>
          <a:p>
            <a:pPr>
              <a:buNone/>
            </a:pPr>
            <a:fld id="{BCC18F51-09EC-435C-A3BA-64A766E099C0}" type="datetimeFigureOut">
              <a:t>2026/7/28</a:t>
            </a:fld>
            <a:endParaRPr/>
          </a:p>
        </p:txBody>
      </p:sp>
      <p:sp>
        <p:nvSpPr>
          <p:cNvPr id="648028021" name="Footer Placeholder 4">
            <a:extLst>
              <a:ext uri="{FF2B5EF4-FFF2-40B4-BE49-F238E27FC236}">
                <a16:creationId xmlns:a16="http://schemas.microsoft.com/office/drawing/2014/main" id="{3998A65C-D4D9-418A-8A6A-4BBD81416315}"/>
              </a:ext>
            </a:extLst>
          </p:cNvPr>
          <p:cNvSpPr>
            <a:spLocks noGrp="1"/>
          </p:cNvSpPr>
          <p:nvPr>
            <p:ph type="ftr" idx="3"/>
          </p:nvPr>
        </p:nvSpPr>
        <p:spPr>
          <a:xfrm>
            <a:off x="4038598" y="6356349"/>
            <a:ext cx="4114800" cy="365124"/>
          </a:xfrm>
          <a:prstGeom prst="rect">
            <a:avLst/>
          </a:prstGeom>
        </p:spPr>
        <p:txBody>
          <a:bodyPr vert="horz" lIns="91440" tIns="45720" rIns="91440" bIns="45720" anchor="ctr"/>
          <a:lstStyle>
            <a:lvl1pPr algn="ctr">
              <a:buNone/>
              <a:defRPr sz="1200">
                <a:solidFill>
                  <a:schemeClr val="tx1">
                    <a:tint val="75000"/>
                  </a:schemeClr>
                </a:solidFill>
              </a:defRPr>
            </a:lvl1pPr>
          </a:lstStyle>
          <a:p>
            <a:pPr>
              <a:buNone/>
            </a:pPr>
            <a:endParaRPr/>
          </a:p>
        </p:txBody>
      </p:sp>
      <p:sp>
        <p:nvSpPr>
          <p:cNvPr id="1390662702" name="Slide Number Placeholder 5">
            <a:extLst>
              <a:ext uri="{FF2B5EF4-FFF2-40B4-BE49-F238E27FC236}">
                <a16:creationId xmlns:a16="http://schemas.microsoft.com/office/drawing/2014/main" id="{DDA7B073-BDB6-4282-870E-045B20CCE400}"/>
              </a:ext>
            </a:extLst>
          </p:cNvPr>
          <p:cNvSpPr>
            <a:spLocks noGrp="1"/>
          </p:cNvSpPr>
          <p:nvPr>
            <p:ph type="sldNum" idx="4"/>
          </p:nvPr>
        </p:nvSpPr>
        <p:spPr>
          <a:xfrm>
            <a:off x="8610599" y="6356349"/>
            <a:ext cx="2743200" cy="365124"/>
          </a:xfrm>
          <a:prstGeom prst="rect">
            <a:avLst/>
          </a:prstGeom>
        </p:spPr>
        <p:txBody>
          <a:bodyPr vert="horz" lIns="91440" tIns="45720" rIns="91440" bIns="45720" anchor="ctr"/>
          <a:lstStyle>
            <a:lvl1pPr algn="r">
              <a:buNone/>
              <a:defRPr sz="1200">
                <a:solidFill>
                  <a:schemeClr val="tx1">
                    <a:tint val="75000"/>
                  </a:schemeClr>
                </a:solidFill>
              </a:defRPr>
            </a:lvl1pPr>
          </a:lstStyle>
          <a:p>
            <a:pPr>
              <a:buNone/>
            </a:pPr>
            <a:fld id="{08395586-F03A-48D1-94DF-16B239DF4FB5}"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ts val="0"/>
        </a:spcBef>
        <a:buNone/>
        <a:defRPr sz="4400">
          <a:solidFill>
            <a:schemeClr val="tx1"/>
          </a:solidFill>
          <a:latin typeface="+mj-lt"/>
          <a:ea typeface="+mj-lt"/>
          <a:cs typeface="+mj-lt"/>
        </a:defRPr>
      </a:lvl1pPr>
    </p:titleStyle>
    <p:bodyStyle>
      <a:lvl1pPr marL="228600" indent="-228600" algn="l" defTabSz="914400">
        <a:lnSpc>
          <a:spcPct val="90000"/>
        </a:lnSpc>
        <a:spcBef>
          <a:spcPts val="999"/>
        </a:spcBef>
        <a:buFont typeface="Arial"/>
        <a:buChar char="•"/>
        <a:defRPr sz="2800">
          <a:solidFill>
            <a:schemeClr val="tx1"/>
          </a:solidFill>
          <a:latin typeface="+mn-lt"/>
          <a:ea typeface="+mn-lt"/>
          <a:cs typeface="+mn-lt"/>
        </a:defRPr>
      </a:lvl1pPr>
      <a:lvl2pPr marL="685800" indent="-228600" algn="l" defTabSz="914400">
        <a:lnSpc>
          <a:spcPct val="90000"/>
        </a:lnSpc>
        <a:spcBef>
          <a:spcPts val="499"/>
        </a:spcBef>
        <a:buFont typeface="Arial"/>
        <a:buChar char="•"/>
        <a:defRPr sz="2400">
          <a:solidFill>
            <a:schemeClr val="tx1"/>
          </a:solidFill>
          <a:latin typeface="+mn-lt"/>
          <a:ea typeface="+mn-lt"/>
          <a:cs typeface="+mn-lt"/>
        </a:defRPr>
      </a:lvl2pPr>
      <a:lvl3pPr marL="1143000" indent="-228600" algn="l" defTabSz="914400">
        <a:lnSpc>
          <a:spcPct val="90000"/>
        </a:lnSpc>
        <a:spcBef>
          <a:spcPts val="499"/>
        </a:spcBef>
        <a:buFont typeface="Arial"/>
        <a:buChar char="•"/>
        <a:defRPr sz="2000">
          <a:solidFill>
            <a:schemeClr val="tx1"/>
          </a:solidFill>
          <a:latin typeface="+mn-lt"/>
          <a:ea typeface="+mn-lt"/>
          <a:cs typeface="+mn-lt"/>
        </a:defRPr>
      </a:lvl3pPr>
      <a:lvl4pPr marL="1600200" indent="-228600" algn="l" defTabSz="914400">
        <a:lnSpc>
          <a:spcPct val="90000"/>
        </a:lnSpc>
        <a:spcBef>
          <a:spcPts val="499"/>
        </a:spcBef>
        <a:buFont typeface="Arial"/>
        <a:buChar char="•"/>
        <a:defRPr sz="1800">
          <a:solidFill>
            <a:schemeClr val="tx1"/>
          </a:solidFill>
          <a:latin typeface="+mn-lt"/>
          <a:ea typeface="+mn-lt"/>
          <a:cs typeface="+mn-lt"/>
        </a:defRPr>
      </a:lvl4pPr>
      <a:lvl5pPr marL="2057400" indent="-228600" algn="l" defTabSz="914400">
        <a:lnSpc>
          <a:spcPct val="90000"/>
        </a:lnSpc>
        <a:spcBef>
          <a:spcPts val="499"/>
        </a:spcBef>
        <a:buFont typeface="Arial"/>
        <a:buChar char="•"/>
        <a:defRPr sz="1800">
          <a:solidFill>
            <a:schemeClr val="tx1"/>
          </a:solidFill>
          <a:latin typeface="+mn-lt"/>
          <a:ea typeface="+mn-lt"/>
          <a:cs typeface="+mn-lt"/>
        </a:defRPr>
      </a:lvl5pPr>
      <a:lvl6pPr marL="2514599" indent="-228600" algn="l" defTabSz="914400">
        <a:lnSpc>
          <a:spcPct val="90000"/>
        </a:lnSpc>
        <a:spcBef>
          <a:spcPts val="499"/>
        </a:spcBef>
        <a:buFont typeface="Arial"/>
        <a:buChar char="•"/>
        <a:defRPr sz="1800">
          <a:solidFill>
            <a:schemeClr val="tx1"/>
          </a:solidFill>
          <a:latin typeface="+mn-lt"/>
          <a:ea typeface="+mn-lt"/>
          <a:cs typeface="+mn-lt"/>
        </a:defRPr>
      </a:lvl6pPr>
      <a:lvl7pPr marL="2971800" indent="-228600" algn="l" defTabSz="914400">
        <a:lnSpc>
          <a:spcPct val="90000"/>
        </a:lnSpc>
        <a:spcBef>
          <a:spcPts val="499"/>
        </a:spcBef>
        <a:buFont typeface="Arial"/>
        <a:buChar char="•"/>
        <a:defRPr sz="1800">
          <a:solidFill>
            <a:schemeClr val="tx1"/>
          </a:solidFill>
          <a:latin typeface="+mn-lt"/>
          <a:ea typeface="+mn-lt"/>
          <a:cs typeface="+mn-lt"/>
        </a:defRPr>
      </a:lvl7pPr>
      <a:lvl8pPr marL="3429000" indent="-228600" algn="l" defTabSz="914400">
        <a:lnSpc>
          <a:spcPct val="90000"/>
        </a:lnSpc>
        <a:spcBef>
          <a:spcPts val="499"/>
        </a:spcBef>
        <a:buFont typeface="Arial"/>
        <a:buChar char="•"/>
        <a:defRPr sz="1800">
          <a:solidFill>
            <a:schemeClr val="tx1"/>
          </a:solidFill>
          <a:latin typeface="+mn-lt"/>
          <a:ea typeface="+mn-lt"/>
          <a:cs typeface="+mn-lt"/>
        </a:defRPr>
      </a:lvl8pPr>
      <a:lvl9pPr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marL="0" algn="l" defTabSz="914400">
        <a:buNone/>
        <a:defRPr sz="1800">
          <a:solidFill>
            <a:schemeClr val="tx1"/>
          </a:solidFill>
          <a:latin typeface="+mn-lt"/>
          <a:ea typeface="+mn-lt"/>
          <a:cs typeface="+mn-lt"/>
        </a:defRPr>
      </a:lvl1pPr>
      <a:lvl2pPr marL="457200" algn="l" defTabSz="914400">
        <a:buNone/>
        <a:defRPr sz="1800">
          <a:solidFill>
            <a:schemeClr val="tx1"/>
          </a:solidFill>
          <a:latin typeface="+mn-lt"/>
          <a:ea typeface="+mn-lt"/>
          <a:cs typeface="+mn-lt"/>
        </a:defRPr>
      </a:lvl2pPr>
      <a:lvl3pPr marL="914400" algn="l" defTabSz="914400">
        <a:buNone/>
        <a:defRPr sz="1800">
          <a:solidFill>
            <a:schemeClr val="tx1"/>
          </a:solidFill>
          <a:latin typeface="+mn-lt"/>
          <a:ea typeface="+mn-lt"/>
          <a:cs typeface="+mn-lt"/>
        </a:defRPr>
      </a:lvl3pPr>
      <a:lvl4pPr marL="1371600" algn="l" defTabSz="914400">
        <a:buNone/>
        <a:defRPr sz="1800">
          <a:solidFill>
            <a:schemeClr val="tx1"/>
          </a:solidFill>
          <a:latin typeface="+mn-lt"/>
          <a:ea typeface="+mn-lt"/>
          <a:cs typeface="+mn-lt"/>
        </a:defRPr>
      </a:lvl4pPr>
      <a:lvl5pPr marL="1828800" algn="l" defTabSz="914400">
        <a:buNone/>
        <a:defRPr sz="1800">
          <a:solidFill>
            <a:schemeClr val="tx1"/>
          </a:solidFill>
          <a:latin typeface="+mn-lt"/>
          <a:ea typeface="+mn-lt"/>
          <a:cs typeface="+mn-lt"/>
        </a:defRPr>
      </a:lvl5pPr>
      <a:lvl6pPr marL="2286000" algn="l" defTabSz="914400">
        <a:buNone/>
        <a:defRPr sz="1800">
          <a:solidFill>
            <a:schemeClr val="tx1"/>
          </a:solidFill>
          <a:latin typeface="+mn-lt"/>
          <a:ea typeface="+mn-lt"/>
          <a:cs typeface="+mn-lt"/>
        </a:defRPr>
      </a:lvl6pPr>
      <a:lvl7pPr marL="2743200" algn="l" defTabSz="914400">
        <a:buNone/>
        <a:defRPr sz="1800">
          <a:solidFill>
            <a:schemeClr val="tx1"/>
          </a:solidFill>
          <a:latin typeface="+mn-lt"/>
          <a:ea typeface="+mn-lt"/>
          <a:cs typeface="+mn-lt"/>
        </a:defRPr>
      </a:lvl7pPr>
      <a:lvl8pPr marL="3200400" algn="l" defTabSz="914400">
        <a:buNone/>
        <a:defRPr sz="1800">
          <a:solidFill>
            <a:schemeClr val="tx1"/>
          </a:solidFill>
          <a:latin typeface="+mn-lt"/>
          <a:ea typeface="+mn-lt"/>
          <a:cs typeface="+mn-lt"/>
        </a:defRPr>
      </a:lvl8pPr>
      <a:lvl9pPr marL="3657600" algn="l" defTabSz="914400">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3.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hyperlink" Target="https://www.inceptionlabs.ai/blog/introducing-mercury-2" TargetMode="External"/><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0522027" name="Rectangle 1959211399">
            <a:extLst>
              <a:ext uri="{FF2B5EF4-FFF2-40B4-BE49-F238E27FC236}">
                <a16:creationId xmlns:a16="http://schemas.microsoft.com/office/drawing/2014/main" id="{05C07ED8-088A-45C0-94C6-45D4AFAA783E}"/>
              </a:ext>
            </a:extLst>
          </p:cNvPr>
          <p:cNvSpPr>
            <a:spLocks noGrp="1"/>
          </p:cNvSpPr>
          <p:nvPr/>
        </p:nvSpPr>
        <p:spPr>
          <a:xfrm>
            <a:off x="666750" y="533400"/>
            <a:ext cx="8286750" cy="590549"/>
          </a:xfrm>
          <a:prstGeom prst="rect">
            <a:avLst/>
          </a:prstGeom>
          <a:noFill/>
          <a:ln w="0">
            <a:noFill/>
            <a:prstDash val="solid"/>
          </a:ln>
        </p:spPr>
        <p:txBody>
          <a:bodyPr/>
          <a:lstStyle/>
          <a:p>
            <a:pPr algn="l">
              <a:buNone/>
              <a:defRPr sz="3750" b="1">
                <a:solidFill>
                  <a:srgbClr val="0B0F19"/>
                </a:solidFill>
              </a:defRPr>
            </a:pPr>
            <a:r>
              <a:rPr sz="3750" b="1">
                <a:solidFill>
                  <a:srgbClr val="0B0F19"/>
                </a:solidFill>
              </a:rPr>
              <a:t>From Linear Regression to GPT</a:t>
            </a:r>
          </a:p>
        </p:txBody>
      </p:sp>
      <p:sp>
        <p:nvSpPr>
          <p:cNvPr id="1517447114" name="Rectangle 1850301699">
            <a:extLst>
              <a:ext uri="{FF2B5EF4-FFF2-40B4-BE49-F238E27FC236}">
                <a16:creationId xmlns:a16="http://schemas.microsoft.com/office/drawing/2014/main" id="{FE63CCA5-07AF-4706-9519-08CFE84E954B}"/>
              </a:ext>
            </a:extLst>
          </p:cNvPr>
          <p:cNvSpPr>
            <a:spLocks noGrp="1"/>
          </p:cNvSpPr>
          <p:nvPr/>
        </p:nvSpPr>
        <p:spPr>
          <a:xfrm>
            <a:off x="704850" y="1219200"/>
            <a:ext cx="2476500" cy="381000"/>
          </a:xfrm>
          <a:prstGeom prst="rect">
            <a:avLst/>
          </a:prstGeom>
          <a:noFill/>
          <a:ln w="0">
            <a:noFill/>
            <a:prstDash val="solid"/>
          </a:ln>
        </p:spPr>
        <p:txBody>
          <a:bodyPr/>
          <a:lstStyle/>
          <a:p>
            <a:pPr algn="l">
              <a:buNone/>
              <a:defRPr sz="2250" b="1">
                <a:solidFill>
                  <a:srgbClr val="2563EB"/>
                </a:solidFill>
              </a:defRPr>
            </a:pPr>
            <a:r>
              <a:rPr sz="2250" b="1">
                <a:solidFill>
                  <a:srgbClr val="2563EB"/>
                </a:solidFill>
              </a:rPr>
              <a:t>Roadmap</a:t>
            </a:r>
          </a:p>
        </p:txBody>
      </p:sp>
      <p:sp>
        <p:nvSpPr>
          <p:cNvPr id="1198086477" name="Rectangle 2018958639">
            <a:extLst>
              <a:ext uri="{FF2B5EF4-FFF2-40B4-BE49-F238E27FC236}">
                <a16:creationId xmlns:a16="http://schemas.microsoft.com/office/drawing/2014/main" id="{788D2E6C-275A-4555-8302-47E78D9F2B37}"/>
              </a:ext>
            </a:extLst>
          </p:cNvPr>
          <p:cNvSpPr>
            <a:spLocks noGrp="1"/>
          </p:cNvSpPr>
          <p:nvPr/>
        </p:nvSpPr>
        <p:spPr>
          <a:xfrm>
            <a:off x="2667000" y="1257300"/>
            <a:ext cx="4953000" cy="323850"/>
          </a:xfrm>
          <a:prstGeom prst="rect">
            <a:avLst/>
          </a:prstGeom>
          <a:noFill/>
          <a:ln w="0">
            <a:noFill/>
            <a:prstDash val="solid"/>
          </a:ln>
        </p:spPr>
        <p:txBody>
          <a:bodyPr/>
          <a:lstStyle/>
          <a:p>
            <a:pPr algn="l">
              <a:buNone/>
              <a:defRPr sz="1750" b="0">
                <a:solidFill>
                  <a:srgbClr val="667085"/>
                </a:solidFill>
              </a:defRPr>
            </a:pPr>
            <a:r>
              <a:rPr sz="1750" b="0">
                <a:solidFill>
                  <a:srgbClr val="667085"/>
                </a:solidFill>
              </a:rPr>
              <a:t>From simple prediction to GPT</a:t>
            </a:r>
          </a:p>
        </p:txBody>
      </p:sp>
      <p:sp>
        <p:nvSpPr>
          <p:cNvPr id="1514677013" name="Rectangle: Rounded Corners 90328709">
            <a:extLst>
              <a:ext uri="{FF2B5EF4-FFF2-40B4-BE49-F238E27FC236}">
                <a16:creationId xmlns:a16="http://schemas.microsoft.com/office/drawing/2014/main" id="{3916BF51-5D8B-49EC-86A5-D8ACE99A03F3}"/>
              </a:ext>
            </a:extLst>
          </p:cNvPr>
          <p:cNvSpPr>
            <a:spLocks noGrp="1"/>
          </p:cNvSpPr>
          <p:nvPr/>
        </p:nvSpPr>
        <p:spPr>
          <a:xfrm>
            <a:off x="666750" y="2047875"/>
            <a:ext cx="10858500" cy="3333750"/>
          </a:xfrm>
          <a:prstGeom prst="roundRect">
            <a:avLst>
              <a:gd name="adj" fmla="val 2286"/>
            </a:avLst>
          </a:prstGeom>
          <a:solidFill>
            <a:srgbClr val="F8FAFC"/>
          </a:solidFill>
          <a:ln w="14288">
            <a:solidFill>
              <a:srgbClr val="E2E8F0"/>
            </a:solidFill>
            <a:prstDash val="solid"/>
          </a:ln>
        </p:spPr>
        <p:txBody>
          <a:bodyPr/>
          <a:lstStyle/>
          <a:p>
            <a:pPr>
              <a:buNone/>
            </a:pPr>
            <a:endParaRPr/>
          </a:p>
        </p:txBody>
      </p:sp>
      <p:sp>
        <p:nvSpPr>
          <p:cNvPr id="1119166421" name="Straight Connector 453704306">
            <a:extLst>
              <a:ext uri="{FF2B5EF4-FFF2-40B4-BE49-F238E27FC236}">
                <a16:creationId xmlns:a16="http://schemas.microsoft.com/office/drawing/2014/main" id="{2881DCE4-901D-43A8-9048-627EF2914EF3}"/>
              </a:ext>
            </a:extLst>
          </p:cNvPr>
          <p:cNvSpPr>
            <a:spLocks noGrp="1"/>
          </p:cNvSpPr>
          <p:nvPr/>
        </p:nvSpPr>
        <p:spPr>
          <a:xfrm>
            <a:off x="1524000" y="3714750"/>
            <a:ext cx="9144000" cy="9525"/>
          </a:xfrm>
          <a:prstGeom prst="line">
            <a:avLst/>
          </a:prstGeom>
          <a:noFill/>
          <a:ln w="47625">
            <a:solidFill>
              <a:srgbClr val="CBD5E1"/>
            </a:solidFill>
            <a:prstDash val="solid"/>
          </a:ln>
        </p:spPr>
        <p:txBody>
          <a:bodyPr/>
          <a:lstStyle/>
          <a:p>
            <a:pPr>
              <a:buNone/>
            </a:pPr>
            <a:endParaRPr/>
          </a:p>
        </p:txBody>
      </p:sp>
      <p:sp>
        <p:nvSpPr>
          <p:cNvPr id="548758636" name="Oval 1383570775">
            <a:extLst>
              <a:ext uri="{FF2B5EF4-FFF2-40B4-BE49-F238E27FC236}">
                <a16:creationId xmlns:a16="http://schemas.microsoft.com/office/drawing/2014/main" id="{49EFA32F-0AC0-46CE-967D-E73E377D6F88}"/>
              </a:ext>
            </a:extLst>
          </p:cNvPr>
          <p:cNvSpPr>
            <a:spLocks noGrp="1"/>
          </p:cNvSpPr>
          <p:nvPr/>
        </p:nvSpPr>
        <p:spPr>
          <a:xfrm>
            <a:off x="1219200" y="3314700"/>
            <a:ext cx="800100" cy="800100"/>
          </a:xfrm>
          <a:prstGeom prst="ellipse">
            <a:avLst/>
          </a:prstGeom>
          <a:solidFill>
            <a:srgbClr val="E0F2FE"/>
          </a:solidFill>
          <a:ln w="28575">
            <a:solidFill>
              <a:srgbClr val="2563EB"/>
            </a:solidFill>
            <a:prstDash val="solid"/>
          </a:ln>
        </p:spPr>
        <p:txBody>
          <a:bodyPr/>
          <a:lstStyle/>
          <a:p>
            <a:pPr algn="ctr">
              <a:buNone/>
              <a:defRPr sz="1650" b="1">
                <a:solidFill>
                  <a:srgbClr val="2563EB"/>
                </a:solidFill>
              </a:defRPr>
            </a:pPr>
            <a:r>
              <a:rPr sz="1650" b="1">
                <a:solidFill>
                  <a:srgbClr val="2563EB"/>
                </a:solidFill>
              </a:rPr>
              <a:t>01</a:t>
            </a:r>
          </a:p>
        </p:txBody>
      </p:sp>
      <p:sp>
        <p:nvSpPr>
          <p:cNvPr id="149564130" name="Rectangle 1909465558">
            <a:extLst>
              <a:ext uri="{FF2B5EF4-FFF2-40B4-BE49-F238E27FC236}">
                <a16:creationId xmlns:a16="http://schemas.microsoft.com/office/drawing/2014/main" id="{96F9A3B0-E5E5-4381-BD68-27B6C6E2C81A}"/>
              </a:ext>
            </a:extLst>
          </p:cNvPr>
          <p:cNvSpPr>
            <a:spLocks noGrp="1"/>
          </p:cNvSpPr>
          <p:nvPr/>
        </p:nvSpPr>
        <p:spPr>
          <a:xfrm>
            <a:off x="7143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Foundations</a:t>
            </a:r>
          </a:p>
        </p:txBody>
      </p:sp>
      <p:sp>
        <p:nvSpPr>
          <p:cNvPr id="1548826295" name="Rectangle 373098539">
            <a:extLst>
              <a:ext uri="{FF2B5EF4-FFF2-40B4-BE49-F238E27FC236}">
                <a16:creationId xmlns:a16="http://schemas.microsoft.com/office/drawing/2014/main" id="{5672583B-265E-4B55-9BC1-415F57A63A55}"/>
              </a:ext>
            </a:extLst>
          </p:cNvPr>
          <p:cNvSpPr>
            <a:spLocks noGrp="1"/>
          </p:cNvSpPr>
          <p:nvPr/>
        </p:nvSpPr>
        <p:spPr>
          <a:xfrm>
            <a:off x="7048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MSE, partials,</a:t>
            </a:r>
          </a:p>
          <a:p>
            <a:pPr algn="ctr">
              <a:buNone/>
              <a:defRPr sz="1350" b="0">
                <a:solidFill>
                  <a:srgbClr val="0B0F19"/>
                </a:solidFill>
              </a:defRPr>
            </a:pPr>
            <a:r>
              <a:rPr sz="1350" b="0">
                <a:solidFill>
                  <a:srgbClr val="0B0F19"/>
                </a:solidFill>
              </a:rPr>
              <a:t>gradients</a:t>
            </a:r>
          </a:p>
        </p:txBody>
      </p:sp>
      <p:sp>
        <p:nvSpPr>
          <p:cNvPr id="289022839" name="Rectangle 1435247823">
            <a:extLst>
              <a:ext uri="{FF2B5EF4-FFF2-40B4-BE49-F238E27FC236}">
                <a16:creationId xmlns:a16="http://schemas.microsoft.com/office/drawing/2014/main" id="{27FB10F7-FFA6-42C9-8804-BADE11AC8A54}"/>
              </a:ext>
            </a:extLst>
          </p:cNvPr>
          <p:cNvSpPr>
            <a:spLocks noGrp="1"/>
          </p:cNvSpPr>
          <p:nvPr/>
        </p:nvSpPr>
        <p:spPr>
          <a:xfrm>
            <a:off x="8572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3-22</a:t>
            </a:r>
          </a:p>
        </p:txBody>
      </p:sp>
      <p:sp>
        <p:nvSpPr>
          <p:cNvPr id="116778861" name="Oval 517207118">
            <a:extLst>
              <a:ext uri="{FF2B5EF4-FFF2-40B4-BE49-F238E27FC236}">
                <a16:creationId xmlns:a16="http://schemas.microsoft.com/office/drawing/2014/main" id="{B9BBEED4-77CF-43DA-98DD-77984F923B5D}"/>
              </a:ext>
            </a:extLst>
          </p:cNvPr>
          <p:cNvSpPr>
            <a:spLocks noGrp="1"/>
          </p:cNvSpPr>
          <p:nvPr/>
        </p:nvSpPr>
        <p:spPr>
          <a:xfrm>
            <a:off x="3429000" y="3314700"/>
            <a:ext cx="800100" cy="800100"/>
          </a:xfrm>
          <a:prstGeom prst="ellipse">
            <a:avLst/>
          </a:prstGeom>
          <a:solidFill>
            <a:srgbClr val="FFFFFF"/>
          </a:solidFill>
          <a:ln w="28575">
            <a:solidFill>
              <a:srgbClr val="10B981"/>
            </a:solidFill>
            <a:prstDash val="solid"/>
          </a:ln>
        </p:spPr>
        <p:txBody>
          <a:bodyPr/>
          <a:lstStyle/>
          <a:p>
            <a:pPr algn="ctr">
              <a:buNone/>
              <a:defRPr sz="1650" b="1">
                <a:solidFill>
                  <a:srgbClr val="10B981"/>
                </a:solidFill>
              </a:defRPr>
            </a:pPr>
            <a:r>
              <a:rPr sz="1650" b="1">
                <a:solidFill>
                  <a:srgbClr val="10B981"/>
                </a:solidFill>
              </a:rPr>
              <a:t>02</a:t>
            </a:r>
          </a:p>
        </p:txBody>
      </p:sp>
      <p:sp>
        <p:nvSpPr>
          <p:cNvPr id="1963355081" name="Rectangle 1431946798">
            <a:extLst>
              <a:ext uri="{FF2B5EF4-FFF2-40B4-BE49-F238E27FC236}">
                <a16:creationId xmlns:a16="http://schemas.microsoft.com/office/drawing/2014/main" id="{8D9B3584-1A0B-44B0-B2C1-AEB648AA111A}"/>
              </a:ext>
            </a:extLst>
          </p:cNvPr>
          <p:cNvSpPr>
            <a:spLocks noGrp="1"/>
          </p:cNvSpPr>
          <p:nvPr/>
        </p:nvSpPr>
        <p:spPr>
          <a:xfrm>
            <a:off x="29241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Language</a:t>
            </a:r>
          </a:p>
        </p:txBody>
      </p:sp>
      <p:sp>
        <p:nvSpPr>
          <p:cNvPr id="334356778" name="Rectangle 1613992743">
            <a:extLst>
              <a:ext uri="{FF2B5EF4-FFF2-40B4-BE49-F238E27FC236}">
                <a16:creationId xmlns:a16="http://schemas.microsoft.com/office/drawing/2014/main" id="{AAAEDBDF-1773-4F1A-94FB-9FAE2141854C}"/>
              </a:ext>
            </a:extLst>
          </p:cNvPr>
          <p:cNvSpPr>
            <a:spLocks noGrp="1"/>
          </p:cNvSpPr>
          <p:nvPr/>
        </p:nvSpPr>
        <p:spPr>
          <a:xfrm>
            <a:off x="29146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tokens and</a:t>
            </a:r>
          </a:p>
          <a:p>
            <a:pPr algn="ctr">
              <a:buNone/>
              <a:defRPr sz="1350" b="0">
                <a:solidFill>
                  <a:srgbClr val="0B0F19"/>
                </a:solidFill>
              </a:defRPr>
            </a:pPr>
            <a:r>
              <a:rPr sz="1350" b="0">
                <a:solidFill>
                  <a:srgbClr val="0B0F19"/>
                </a:solidFill>
              </a:rPr>
              <a:t>embeddings</a:t>
            </a:r>
          </a:p>
        </p:txBody>
      </p:sp>
      <p:sp>
        <p:nvSpPr>
          <p:cNvPr id="1177964126" name="Rectangle 1819292424">
            <a:extLst>
              <a:ext uri="{FF2B5EF4-FFF2-40B4-BE49-F238E27FC236}">
                <a16:creationId xmlns:a16="http://schemas.microsoft.com/office/drawing/2014/main" id="{81D9EB72-3092-463C-9CD8-FB6B2F1EC17E}"/>
              </a:ext>
            </a:extLst>
          </p:cNvPr>
          <p:cNvSpPr>
            <a:spLocks noGrp="1"/>
          </p:cNvSpPr>
          <p:nvPr/>
        </p:nvSpPr>
        <p:spPr>
          <a:xfrm>
            <a:off x="30670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23-29</a:t>
            </a:r>
          </a:p>
        </p:txBody>
      </p:sp>
      <p:sp>
        <p:nvSpPr>
          <p:cNvPr id="1094330920" name="Oval 1011337880">
            <a:extLst>
              <a:ext uri="{FF2B5EF4-FFF2-40B4-BE49-F238E27FC236}">
                <a16:creationId xmlns:a16="http://schemas.microsoft.com/office/drawing/2014/main" id="{02CC096B-1239-4730-AEE9-A9DF364A92D5}"/>
              </a:ext>
            </a:extLst>
          </p:cNvPr>
          <p:cNvSpPr>
            <a:spLocks noGrp="1"/>
          </p:cNvSpPr>
          <p:nvPr/>
        </p:nvSpPr>
        <p:spPr>
          <a:xfrm>
            <a:off x="5638800" y="3314700"/>
            <a:ext cx="800100" cy="800100"/>
          </a:xfrm>
          <a:prstGeom prst="ellipse">
            <a:avLst/>
          </a:prstGeom>
          <a:solidFill>
            <a:srgbClr val="FFFFFF"/>
          </a:solidFill>
          <a:ln w="28575">
            <a:solidFill>
              <a:srgbClr val="F97316"/>
            </a:solidFill>
            <a:prstDash val="solid"/>
          </a:ln>
        </p:spPr>
        <p:txBody>
          <a:bodyPr/>
          <a:lstStyle/>
          <a:p>
            <a:pPr algn="ctr">
              <a:buNone/>
              <a:defRPr sz="1650" b="1">
                <a:solidFill>
                  <a:srgbClr val="F97316"/>
                </a:solidFill>
              </a:defRPr>
            </a:pPr>
            <a:r>
              <a:rPr sz="1650" b="1">
                <a:solidFill>
                  <a:srgbClr val="F97316"/>
                </a:solidFill>
              </a:rPr>
              <a:t>03</a:t>
            </a:r>
          </a:p>
        </p:txBody>
      </p:sp>
      <p:sp>
        <p:nvSpPr>
          <p:cNvPr id="895323924" name="Rectangle 231300994">
            <a:extLst>
              <a:ext uri="{FF2B5EF4-FFF2-40B4-BE49-F238E27FC236}">
                <a16:creationId xmlns:a16="http://schemas.microsoft.com/office/drawing/2014/main" id="{0077DC1B-0B1C-4C61-B7BB-6D818FC25E0B}"/>
              </a:ext>
            </a:extLst>
          </p:cNvPr>
          <p:cNvSpPr>
            <a:spLocks noGrp="1"/>
          </p:cNvSpPr>
          <p:nvPr/>
        </p:nvSpPr>
        <p:spPr>
          <a:xfrm>
            <a:off x="51339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Attention</a:t>
            </a:r>
          </a:p>
        </p:txBody>
      </p:sp>
      <p:sp>
        <p:nvSpPr>
          <p:cNvPr id="1905147249" name="Rectangle 1085761315">
            <a:extLst>
              <a:ext uri="{FF2B5EF4-FFF2-40B4-BE49-F238E27FC236}">
                <a16:creationId xmlns:a16="http://schemas.microsoft.com/office/drawing/2014/main" id="{88213D69-E99E-429A-A10D-1ABBA99080E2}"/>
              </a:ext>
            </a:extLst>
          </p:cNvPr>
          <p:cNvSpPr>
            <a:spLocks noGrp="1"/>
          </p:cNvSpPr>
          <p:nvPr/>
        </p:nvSpPr>
        <p:spPr>
          <a:xfrm>
            <a:off x="51244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query, key,</a:t>
            </a:r>
          </a:p>
          <a:p>
            <a:pPr algn="ctr">
              <a:buNone/>
              <a:defRPr sz="1350" b="0">
                <a:solidFill>
                  <a:srgbClr val="0B0F19"/>
                </a:solidFill>
              </a:defRPr>
            </a:pPr>
            <a:r>
              <a:rPr sz="1350" b="0">
                <a:solidFill>
                  <a:srgbClr val="0B0F19"/>
                </a:solidFill>
              </a:rPr>
              <a:t>value</a:t>
            </a:r>
          </a:p>
        </p:txBody>
      </p:sp>
      <p:sp>
        <p:nvSpPr>
          <p:cNvPr id="1976956161" name="Rectangle 9026134">
            <a:extLst>
              <a:ext uri="{FF2B5EF4-FFF2-40B4-BE49-F238E27FC236}">
                <a16:creationId xmlns:a16="http://schemas.microsoft.com/office/drawing/2014/main" id="{6306E509-2AB1-4406-8CDD-3CC3C0711AA3}"/>
              </a:ext>
            </a:extLst>
          </p:cNvPr>
          <p:cNvSpPr>
            <a:spLocks noGrp="1"/>
          </p:cNvSpPr>
          <p:nvPr/>
        </p:nvSpPr>
        <p:spPr>
          <a:xfrm>
            <a:off x="52768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30-37</a:t>
            </a:r>
          </a:p>
        </p:txBody>
      </p:sp>
      <p:sp>
        <p:nvSpPr>
          <p:cNvPr id="713493786" name="Oval 1242283889">
            <a:extLst>
              <a:ext uri="{FF2B5EF4-FFF2-40B4-BE49-F238E27FC236}">
                <a16:creationId xmlns:a16="http://schemas.microsoft.com/office/drawing/2014/main" id="{CE6E8FE5-2D68-4DA7-B7B3-AC1081A3A638}"/>
              </a:ext>
            </a:extLst>
          </p:cNvPr>
          <p:cNvSpPr>
            <a:spLocks noGrp="1"/>
          </p:cNvSpPr>
          <p:nvPr/>
        </p:nvSpPr>
        <p:spPr>
          <a:xfrm>
            <a:off x="7848600" y="3314700"/>
            <a:ext cx="800100" cy="800100"/>
          </a:xfrm>
          <a:prstGeom prst="ellipse">
            <a:avLst/>
          </a:prstGeom>
          <a:solidFill>
            <a:srgbClr val="FFFFFF"/>
          </a:solidFill>
          <a:ln w="28575">
            <a:solidFill>
              <a:srgbClr val="7C3AED"/>
            </a:solidFill>
            <a:prstDash val="solid"/>
          </a:ln>
        </p:spPr>
        <p:txBody>
          <a:bodyPr/>
          <a:lstStyle/>
          <a:p>
            <a:pPr algn="ctr">
              <a:buNone/>
              <a:defRPr sz="1650" b="1">
                <a:solidFill>
                  <a:srgbClr val="7C3AED"/>
                </a:solidFill>
              </a:defRPr>
            </a:pPr>
            <a:r>
              <a:rPr sz="1650" b="1">
                <a:solidFill>
                  <a:srgbClr val="7C3AED"/>
                </a:solidFill>
              </a:rPr>
              <a:t>04</a:t>
            </a:r>
          </a:p>
        </p:txBody>
      </p:sp>
      <p:sp>
        <p:nvSpPr>
          <p:cNvPr id="1774958231" name="Rectangle 760971764">
            <a:extLst>
              <a:ext uri="{FF2B5EF4-FFF2-40B4-BE49-F238E27FC236}">
                <a16:creationId xmlns:a16="http://schemas.microsoft.com/office/drawing/2014/main" id="{91A03A01-C7BA-4991-8F09-ECA0A5F26993}"/>
              </a:ext>
            </a:extLst>
          </p:cNvPr>
          <p:cNvSpPr>
            <a:spLocks noGrp="1"/>
          </p:cNvSpPr>
          <p:nvPr/>
        </p:nvSpPr>
        <p:spPr>
          <a:xfrm>
            <a:off x="73437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Transformer</a:t>
            </a:r>
          </a:p>
        </p:txBody>
      </p:sp>
      <p:sp>
        <p:nvSpPr>
          <p:cNvPr id="922466249" name="Rectangle 236810503">
            <a:extLst>
              <a:ext uri="{FF2B5EF4-FFF2-40B4-BE49-F238E27FC236}">
                <a16:creationId xmlns:a16="http://schemas.microsoft.com/office/drawing/2014/main" id="{26DC6977-012B-43B8-8EB7-9534F870F5EA}"/>
              </a:ext>
            </a:extLst>
          </p:cNvPr>
          <p:cNvSpPr>
            <a:spLocks noGrp="1"/>
          </p:cNvSpPr>
          <p:nvPr/>
        </p:nvSpPr>
        <p:spPr>
          <a:xfrm>
            <a:off x="73342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blocks and</a:t>
            </a:r>
          </a:p>
          <a:p>
            <a:pPr algn="ctr">
              <a:buNone/>
              <a:defRPr sz="1350" b="0">
                <a:solidFill>
                  <a:srgbClr val="0B0F19"/>
                </a:solidFill>
              </a:defRPr>
            </a:pPr>
            <a:r>
              <a:rPr sz="1350" b="0">
                <a:solidFill>
                  <a:srgbClr val="0B0F19"/>
                </a:solidFill>
              </a:rPr>
              <a:t>masking</a:t>
            </a:r>
          </a:p>
        </p:txBody>
      </p:sp>
      <p:sp>
        <p:nvSpPr>
          <p:cNvPr id="1709441493" name="Rectangle 297379142">
            <a:extLst>
              <a:ext uri="{FF2B5EF4-FFF2-40B4-BE49-F238E27FC236}">
                <a16:creationId xmlns:a16="http://schemas.microsoft.com/office/drawing/2014/main" id="{A690BAB5-F6F2-4524-9085-CF234299D700}"/>
              </a:ext>
            </a:extLst>
          </p:cNvPr>
          <p:cNvSpPr>
            <a:spLocks noGrp="1"/>
          </p:cNvSpPr>
          <p:nvPr/>
        </p:nvSpPr>
        <p:spPr>
          <a:xfrm>
            <a:off x="74866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38-42</a:t>
            </a:r>
          </a:p>
        </p:txBody>
      </p:sp>
      <p:sp>
        <p:nvSpPr>
          <p:cNvPr id="534954598" name="Oval 886147111">
            <a:extLst>
              <a:ext uri="{FF2B5EF4-FFF2-40B4-BE49-F238E27FC236}">
                <a16:creationId xmlns:a16="http://schemas.microsoft.com/office/drawing/2014/main" id="{57E0AA61-31D6-46F1-AE3F-E2ED20E5DFAF}"/>
              </a:ext>
            </a:extLst>
          </p:cNvPr>
          <p:cNvSpPr>
            <a:spLocks noGrp="1"/>
          </p:cNvSpPr>
          <p:nvPr/>
        </p:nvSpPr>
        <p:spPr>
          <a:xfrm>
            <a:off x="10058400" y="3314700"/>
            <a:ext cx="800100" cy="800100"/>
          </a:xfrm>
          <a:prstGeom prst="ellipse">
            <a:avLst/>
          </a:prstGeom>
          <a:solidFill>
            <a:srgbClr val="FFFFFF"/>
          </a:solidFill>
          <a:ln w="28575">
            <a:solidFill>
              <a:srgbClr val="EF4444"/>
            </a:solidFill>
            <a:prstDash val="solid"/>
          </a:ln>
        </p:spPr>
        <p:txBody>
          <a:bodyPr/>
          <a:lstStyle/>
          <a:p>
            <a:pPr algn="ctr">
              <a:buNone/>
              <a:defRPr sz="1650" b="1">
                <a:solidFill>
                  <a:srgbClr val="EF4444"/>
                </a:solidFill>
              </a:defRPr>
            </a:pPr>
            <a:r>
              <a:rPr sz="1650" b="1">
                <a:solidFill>
                  <a:srgbClr val="EF4444"/>
                </a:solidFill>
              </a:rPr>
              <a:t>05</a:t>
            </a:r>
          </a:p>
        </p:txBody>
      </p:sp>
      <p:sp>
        <p:nvSpPr>
          <p:cNvPr id="480372776" name="Rectangle 1979103398">
            <a:extLst>
              <a:ext uri="{FF2B5EF4-FFF2-40B4-BE49-F238E27FC236}">
                <a16:creationId xmlns:a16="http://schemas.microsoft.com/office/drawing/2014/main" id="{85DD90CE-7695-4D3F-A66E-FBC42B0810E5}"/>
              </a:ext>
            </a:extLst>
          </p:cNvPr>
          <p:cNvSpPr>
            <a:spLocks noGrp="1"/>
          </p:cNvSpPr>
          <p:nvPr/>
        </p:nvSpPr>
        <p:spPr>
          <a:xfrm>
            <a:off x="95535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GPT</a:t>
            </a:r>
          </a:p>
        </p:txBody>
      </p:sp>
      <p:sp>
        <p:nvSpPr>
          <p:cNvPr id="2093278582" name="Rectangle 668892514">
            <a:extLst>
              <a:ext uri="{FF2B5EF4-FFF2-40B4-BE49-F238E27FC236}">
                <a16:creationId xmlns:a16="http://schemas.microsoft.com/office/drawing/2014/main" id="{4A22FFAD-74A2-4610-9EE6-52FE6774EA0B}"/>
              </a:ext>
            </a:extLst>
          </p:cNvPr>
          <p:cNvSpPr>
            <a:spLocks noGrp="1"/>
          </p:cNvSpPr>
          <p:nvPr/>
        </p:nvSpPr>
        <p:spPr>
          <a:xfrm>
            <a:off x="95440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next-token</a:t>
            </a:r>
          </a:p>
          <a:p>
            <a:pPr algn="ctr">
              <a:buNone/>
              <a:defRPr sz="1350" b="0">
                <a:solidFill>
                  <a:srgbClr val="0B0F19"/>
                </a:solidFill>
              </a:defRPr>
            </a:pPr>
            <a:r>
              <a:rPr sz="1350" b="0">
                <a:solidFill>
                  <a:srgbClr val="0B0F19"/>
                </a:solidFill>
              </a:rPr>
              <a:t>prediction</a:t>
            </a:r>
          </a:p>
        </p:txBody>
      </p:sp>
      <p:sp>
        <p:nvSpPr>
          <p:cNvPr id="1206619509" name="Rectangle 846714876">
            <a:extLst>
              <a:ext uri="{FF2B5EF4-FFF2-40B4-BE49-F238E27FC236}">
                <a16:creationId xmlns:a16="http://schemas.microsoft.com/office/drawing/2014/main" id="{1239A4A6-0CAE-49C8-8C43-0A9631F0FDD8}"/>
              </a:ext>
            </a:extLst>
          </p:cNvPr>
          <p:cNvSpPr>
            <a:spLocks noGrp="1"/>
          </p:cNvSpPr>
          <p:nvPr/>
        </p:nvSpPr>
        <p:spPr>
          <a:xfrm>
            <a:off x="96964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43-58</a:t>
            </a:r>
          </a:p>
        </p:txBody>
      </p:sp>
      <p:sp>
        <p:nvSpPr>
          <p:cNvPr id="1928179815" name="Rectangle 612628765">
            <a:extLst>
              <a:ext uri="{FF2B5EF4-FFF2-40B4-BE49-F238E27FC236}">
                <a16:creationId xmlns:a16="http://schemas.microsoft.com/office/drawing/2014/main" id="{A1CB5D3B-36FA-4540-805F-52703D5FA4F5}"/>
              </a:ext>
            </a:extLst>
          </p:cNvPr>
          <p:cNvSpPr>
            <a:spLocks noGrp="1"/>
          </p:cNvSpPr>
          <p:nvPr/>
        </p:nvSpPr>
        <p:spPr>
          <a:xfrm>
            <a:off x="1952625" y="5791200"/>
            <a:ext cx="8286750" cy="3810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321818252" name="Rectangle 1343619986">
            <a:extLst>
              <a:ext uri="{FF2B5EF4-FFF2-40B4-BE49-F238E27FC236}">
                <a16:creationId xmlns:a16="http://schemas.microsoft.com/office/drawing/2014/main" id="{2E228430-704E-4D3D-A820-CA126D02536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a:t>
            </a:r>
          </a:p>
        </p:txBody>
      </p:sp>
    </p:spTree>
    <p:extLst>
      <p:ext uri="{BB962C8B-B14F-4D97-AF65-F5344CB8AC3E}">
        <p14:creationId xmlns:p14="http://schemas.microsoft.com/office/powerpoint/2010/main" val="317901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84105660" name="Rectangle 935271156">
            <a:extLst>
              <a:ext uri="{FF2B5EF4-FFF2-40B4-BE49-F238E27FC236}">
                <a16:creationId xmlns:a16="http://schemas.microsoft.com/office/drawing/2014/main" id="{3ED6A09C-3B30-45A9-8880-E0888587C46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Orientation</a:t>
            </a:r>
          </a:p>
        </p:txBody>
      </p:sp>
      <p:sp>
        <p:nvSpPr>
          <p:cNvPr id="928882524" name="Rectangle 251777344">
            <a:extLst>
              <a:ext uri="{FF2B5EF4-FFF2-40B4-BE49-F238E27FC236}">
                <a16:creationId xmlns:a16="http://schemas.microsoft.com/office/drawing/2014/main" id="{F5C4BB0F-8670-4C62-B70B-E0CD51A0E4DA}"/>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This deck follows one path through the AI landscape</a:t>
            </a:r>
          </a:p>
        </p:txBody>
      </p:sp>
      <p:sp>
        <p:nvSpPr>
          <p:cNvPr id="786532483" name="Rectangle: Rounded Corners 1456392341">
            <a:extLst>
              <a:ext uri="{FF2B5EF4-FFF2-40B4-BE49-F238E27FC236}">
                <a16:creationId xmlns:a16="http://schemas.microsoft.com/office/drawing/2014/main" id="{2F25CAD4-D92B-4E21-9B8C-F2C82CBA970D}"/>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1688416951" name="Rectangle: Rounded Corners 1987074982">
            <a:extLst>
              <a:ext uri="{FF2B5EF4-FFF2-40B4-BE49-F238E27FC236}">
                <a16:creationId xmlns:a16="http://schemas.microsoft.com/office/drawing/2014/main" id="{EF707CAE-D867-4A8B-B6DB-72319ACA1CE3}"/>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pPr>
            <a:endParaRPr/>
          </a:p>
        </p:txBody>
      </p:sp>
      <p:sp>
        <p:nvSpPr>
          <p:cNvPr id="1491750576" name="Rectangle 1286956634">
            <a:extLst>
              <a:ext uri="{FF2B5EF4-FFF2-40B4-BE49-F238E27FC236}">
                <a16:creationId xmlns:a16="http://schemas.microsoft.com/office/drawing/2014/main" id="{ECFD72B0-1D2E-4CEC-B92A-CB68BFD3811E}"/>
              </a:ext>
            </a:extLst>
          </p:cNvPr>
          <p:cNvSpPr>
            <a:spLocks noGrp="1"/>
          </p:cNvSpPr>
          <p:nvPr/>
        </p:nvSpPr>
        <p:spPr>
          <a:xfrm>
            <a:off x="8153399"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Starting point</a:t>
            </a:r>
          </a:p>
        </p:txBody>
      </p:sp>
      <p:sp>
        <p:nvSpPr>
          <p:cNvPr id="884639712" name="Rectangle 399762638">
            <a:extLst>
              <a:ext uri="{FF2B5EF4-FFF2-40B4-BE49-F238E27FC236}">
                <a16:creationId xmlns:a16="http://schemas.microsoft.com/office/drawing/2014/main" id="{1085DAE2-4464-4F6C-A84C-B335BD007101}"/>
              </a:ext>
            </a:extLst>
          </p:cNvPr>
          <p:cNvSpPr>
            <a:spLocks noGrp="1"/>
          </p:cNvSpPr>
          <p:nvPr/>
        </p:nvSpPr>
        <p:spPr>
          <a:xfrm>
            <a:off x="8153399" y="2686050"/>
            <a:ext cx="2476500" cy="685800"/>
          </a:xfrm>
          <a:prstGeom prst="rect">
            <a:avLst/>
          </a:prstGeom>
          <a:noFill/>
          <a:ln w="0">
            <a:noFill/>
            <a:prstDash val="solid"/>
          </a:ln>
        </p:spPr>
        <p:txBody>
          <a:bodyPr anchor="t"/>
          <a:lstStyle/>
          <a:p>
            <a:pPr algn="l">
              <a:buNone/>
              <a:defRPr sz="1600" b="0">
                <a:solidFill>
                  <a:srgbClr val="667085"/>
                </a:solidFill>
              </a:defRPr>
            </a:pPr>
            <a:r>
              <a:rPr sz="1600" b="0">
                <a:solidFill>
                  <a:srgbClr val="667085"/>
                </a:solidFill>
              </a:rPr>
              <a:t>linear regression</a:t>
            </a:r>
          </a:p>
          <a:p>
            <a:pPr algn="l">
              <a:buNone/>
              <a:defRPr sz="1600" b="0">
                <a:solidFill>
                  <a:srgbClr val="667085"/>
                </a:solidFill>
              </a:defRPr>
            </a:pPr>
            <a:r>
              <a:rPr sz="1600" b="0">
                <a:solidFill>
                  <a:srgbClr val="667085"/>
                </a:solidFill>
              </a:rPr>
              <a:t>→ machine learning</a:t>
            </a:r>
          </a:p>
          <a:p>
            <a:pPr algn="l">
              <a:buNone/>
              <a:defRPr sz="1600" b="0">
                <a:solidFill>
                  <a:srgbClr val="667085"/>
                </a:solidFill>
              </a:defRPr>
            </a:pPr>
            <a:r>
              <a:rPr sz="1600" b="0">
                <a:solidFill>
                  <a:srgbClr val="667085"/>
                </a:solidFill>
              </a:rPr>
              <a:t>→ neural networks</a:t>
            </a:r>
          </a:p>
        </p:txBody>
      </p:sp>
      <p:sp>
        <p:nvSpPr>
          <p:cNvPr id="2054961687" name="Rectangle 1233632033">
            <a:extLst>
              <a:ext uri="{FF2B5EF4-FFF2-40B4-BE49-F238E27FC236}">
                <a16:creationId xmlns:a16="http://schemas.microsoft.com/office/drawing/2014/main" id="{62D5ECB2-D42E-4C13-B459-D71A07FFF897}"/>
              </a:ext>
            </a:extLst>
          </p:cNvPr>
          <p:cNvSpPr>
            <a:spLocks noGrp="1"/>
          </p:cNvSpPr>
          <p:nvPr/>
        </p:nvSpPr>
        <p:spPr>
          <a:xfrm>
            <a:off x="8153399"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Destination</a:t>
            </a:r>
          </a:p>
        </p:txBody>
      </p:sp>
      <p:sp>
        <p:nvSpPr>
          <p:cNvPr id="1316365039" name="Rectangle 987778106">
            <a:extLst>
              <a:ext uri="{FF2B5EF4-FFF2-40B4-BE49-F238E27FC236}">
                <a16:creationId xmlns:a16="http://schemas.microsoft.com/office/drawing/2014/main" id="{D0615853-FC1B-4A0D-9CEB-5C93380CDF72}"/>
              </a:ext>
            </a:extLst>
          </p:cNvPr>
          <p:cNvSpPr>
            <a:spLocks noGrp="1"/>
          </p:cNvSpPr>
          <p:nvPr/>
        </p:nvSpPr>
        <p:spPr>
          <a:xfrm>
            <a:off x="8153399"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deep learning</a:t>
            </a:r>
          </a:p>
          <a:p>
            <a:pPr algn="l">
              <a:buNone/>
              <a:defRPr sz="1500" b="0">
                <a:solidFill>
                  <a:srgbClr val="667085"/>
                </a:solidFill>
              </a:defRPr>
            </a:pPr>
            <a:r>
              <a:rPr sz="1500" b="0">
                <a:solidFill>
                  <a:srgbClr val="667085"/>
                </a:solidFill>
              </a:rPr>
              <a:t>→ Transformers</a:t>
            </a:r>
          </a:p>
          <a:p>
            <a:pPr algn="l">
              <a:buNone/>
              <a:defRPr sz="1500" b="0">
                <a:solidFill>
                  <a:srgbClr val="667085"/>
                </a:solidFill>
              </a:defRPr>
            </a:pPr>
            <a:r>
              <a:rPr sz="1500" b="0">
                <a:solidFill>
                  <a:srgbClr val="667085"/>
                </a:solidFill>
              </a:rPr>
              <a:t>→ GPT</a:t>
            </a:r>
          </a:p>
        </p:txBody>
      </p:sp>
      <p:sp>
        <p:nvSpPr>
          <p:cNvPr id="1560109651" name="Rectangle 1495975732">
            <a:extLst>
              <a:ext uri="{FF2B5EF4-FFF2-40B4-BE49-F238E27FC236}">
                <a16:creationId xmlns:a16="http://schemas.microsoft.com/office/drawing/2014/main" id="{CAF2EB2A-B834-423C-937F-E39DA0B45B2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a:t>
            </a:r>
          </a:p>
        </p:txBody>
      </p:sp>
      <p:pic>
        <p:nvPicPr>
          <p:cNvPr id="2054961698" name="Picture 1987074993"/>
          <p:cNvPicPr>
            <a:picLocks noChangeAspect="1"/>
          </p:cNvPicPr>
          <p:nvPr/>
        </p:nvPicPr>
        <p:blipFill rotWithShape="1">
          <a:blip r:embed="rId3"/>
          <a:stretch/>
        </p:blipFill>
        <p:spPr>
          <a:xfrm>
            <a:off x="2119307" y="1504950"/>
            <a:ext cx="3838585" cy="4476750"/>
          </a:xfrm>
          <a:prstGeom prst="rect">
            <a:avLst/>
          </a:prstGeom>
        </p:spPr>
      </p:pic>
    </p:spTree>
    <p:extLst>
      <p:ext uri="{BB962C8B-B14F-4D97-AF65-F5344CB8AC3E}">
        <p14:creationId xmlns:p14="http://schemas.microsoft.com/office/powerpoint/2010/main" val="867236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92502396" name="Rectangle 197505908">
            <a:extLst>
              <a:ext uri="{FF2B5EF4-FFF2-40B4-BE49-F238E27FC236}">
                <a16:creationId xmlns:a16="http://schemas.microsoft.com/office/drawing/2014/main" id="{A26CC37B-7204-4A42-9FD9-200BE64EDB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662317605" name="Rectangle 1909048147">
            <a:extLst>
              <a:ext uri="{FF2B5EF4-FFF2-40B4-BE49-F238E27FC236}">
                <a16:creationId xmlns:a16="http://schemas.microsoft.com/office/drawing/2014/main" id="{244E2506-663D-4871-99CA-307A817D490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Start with a bad line</a:t>
            </a:r>
          </a:p>
        </p:txBody>
      </p:sp>
      <p:sp>
        <p:nvSpPr>
          <p:cNvPr id="1116226889" name="Rectangle: Rounded Corners 816331080">
            <a:extLst>
              <a:ext uri="{FF2B5EF4-FFF2-40B4-BE49-F238E27FC236}">
                <a16:creationId xmlns:a16="http://schemas.microsoft.com/office/drawing/2014/main" id="{26576641-9C10-48D7-BE07-762D2743D2E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pic>
        <p:nvPicPr>
          <p:cNvPr id="2144579529" name="Picture 2137688687"/>
          <p:cNvPicPr>
            <a:picLocks noChangeAspect="1"/>
          </p:cNvPicPr>
          <p:nvPr/>
        </p:nvPicPr>
        <p:blipFill rotWithShape="1">
          <a:blip r:embed="rId3"/>
          <a:stretch/>
        </p:blipFill>
        <p:spPr>
          <a:xfrm>
            <a:off x="2381250" y="1556268"/>
            <a:ext cx="7429500" cy="697463"/>
          </a:xfrm>
          <a:prstGeom prst="rect">
            <a:avLst/>
          </a:prstGeom>
        </p:spPr>
      </p:pic>
      <p:sp>
        <p:nvSpPr>
          <p:cNvPr id="1189225108" name="Straight Connector 161416146">
            <a:extLst>
              <a:ext uri="{FF2B5EF4-FFF2-40B4-BE49-F238E27FC236}">
                <a16:creationId xmlns:a16="http://schemas.microsoft.com/office/drawing/2014/main" id="{13051690-6467-4C3A-AA26-17E1A381048E}"/>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pPr>
              <a:buNone/>
            </a:pPr>
            <a:endParaRPr/>
          </a:p>
        </p:txBody>
      </p:sp>
      <p:sp>
        <p:nvSpPr>
          <p:cNvPr id="226053961" name="Straight Connector 61902172">
            <a:extLst>
              <a:ext uri="{FF2B5EF4-FFF2-40B4-BE49-F238E27FC236}">
                <a16:creationId xmlns:a16="http://schemas.microsoft.com/office/drawing/2014/main" id="{78F1F15C-251D-43BA-8C9B-B8146FB7234B}"/>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pPr>
              <a:buNone/>
            </a:pPr>
            <a:endParaRPr/>
          </a:p>
        </p:txBody>
      </p:sp>
      <p:sp>
        <p:nvSpPr>
          <p:cNvPr id="538399832" name="Rectangle: Rounded Corners 898681238">
            <a:extLst>
              <a:ext uri="{FF2B5EF4-FFF2-40B4-BE49-F238E27FC236}">
                <a16:creationId xmlns:a16="http://schemas.microsoft.com/office/drawing/2014/main" id="{64C9C6D4-1843-4AEA-9385-17B957A86E7B}"/>
              </a:ext>
            </a:extLst>
          </p:cNvPr>
          <p:cNvSpPr>
            <a:spLocks noGrp="1"/>
          </p:cNvSpPr>
          <p:nvPr/>
        </p:nvSpPr>
        <p:spPr>
          <a:xfrm>
            <a:off x="9667875" y="2714625"/>
            <a:ext cx="1381125" cy="628650"/>
          </a:xfrm>
          <a:prstGeom prst="roundRect">
            <a:avLst>
              <a:gd name="adj" fmla="val 18182"/>
            </a:avLst>
          </a:prstGeom>
          <a:solidFill>
            <a:srgbClr val="FEF2F2"/>
          </a:solidFill>
          <a:ln w="14288">
            <a:solidFill>
              <a:srgbClr val="EF4444"/>
            </a:solidFill>
            <a:prstDash val="solid"/>
          </a:ln>
        </p:spPr>
        <p:txBody>
          <a:bodyPr/>
          <a:lstStyle/>
          <a:p>
            <a:pPr algn="ctr">
              <a:buNone/>
              <a:defRPr sz="1800" b="1">
                <a:solidFill>
                  <a:srgbClr val="EF4444"/>
                </a:solidFill>
              </a:defRPr>
            </a:pPr>
            <a:r>
              <a:rPr sz="1800" b="1">
                <a:solidFill>
                  <a:srgbClr val="EF4444"/>
                </a:solidFill>
              </a:rPr>
              <a:t>MSE ≈ 4.75</a:t>
            </a:r>
          </a:p>
        </p:txBody>
      </p:sp>
      <p:sp>
        <p:nvSpPr>
          <p:cNvPr id="1013159835" name="Rectangle 1225503430">
            <a:extLst>
              <a:ext uri="{FF2B5EF4-FFF2-40B4-BE49-F238E27FC236}">
                <a16:creationId xmlns:a16="http://schemas.microsoft.com/office/drawing/2014/main" id="{A902B9B6-F79C-45AC-9317-E4A78FE8F901}"/>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large errors</a:t>
            </a:r>
          </a:p>
        </p:txBody>
      </p:sp>
      <p:sp>
        <p:nvSpPr>
          <p:cNvPr id="1983966505" name="Straight Connector 1461826591">
            <a:extLst>
              <a:ext uri="{FF2B5EF4-FFF2-40B4-BE49-F238E27FC236}">
                <a16:creationId xmlns:a16="http://schemas.microsoft.com/office/drawing/2014/main" id="{E6368400-EEA4-4FB7-BFED-E4DB02AD4D87}"/>
              </a:ext>
            </a:extLst>
          </p:cNvPr>
          <p:cNvSpPr>
            <a:spLocks noGrp="1"/>
          </p:cNvSpPr>
          <p:nvPr/>
        </p:nvSpPr>
        <p:spPr>
          <a:xfrm>
            <a:off x="2619375" y="3297238"/>
            <a:ext cx="9525" cy="1589087"/>
          </a:xfrm>
          <a:prstGeom prst="line">
            <a:avLst/>
          </a:prstGeom>
          <a:noFill/>
          <a:ln w="38100">
            <a:solidFill>
              <a:srgbClr val="EF4444"/>
            </a:solidFill>
            <a:prstDash val="solid"/>
          </a:ln>
        </p:spPr>
        <p:txBody>
          <a:bodyPr/>
          <a:lstStyle/>
          <a:p>
            <a:pPr>
              <a:buNone/>
            </a:pPr>
            <a:endParaRPr/>
          </a:p>
        </p:txBody>
      </p:sp>
      <p:sp>
        <p:nvSpPr>
          <p:cNvPr id="1837274020" name="Oval 308551117">
            <a:extLst>
              <a:ext uri="{FF2B5EF4-FFF2-40B4-BE49-F238E27FC236}">
                <a16:creationId xmlns:a16="http://schemas.microsoft.com/office/drawing/2014/main" id="{A3FA5E10-2DBB-4936-BFE2-8CA2A21D4033}"/>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087550762" name="Straight Connector 2122530921">
            <a:extLst>
              <a:ext uri="{FF2B5EF4-FFF2-40B4-BE49-F238E27FC236}">
                <a16:creationId xmlns:a16="http://schemas.microsoft.com/office/drawing/2014/main" id="{2CBFDED8-FDBD-4AF6-85F6-384E86CDE8F8}"/>
              </a:ext>
            </a:extLst>
          </p:cNvPr>
          <p:cNvSpPr>
            <a:spLocks noGrp="1"/>
          </p:cNvSpPr>
          <p:nvPr/>
        </p:nvSpPr>
        <p:spPr>
          <a:xfrm>
            <a:off x="3857625" y="3400425"/>
            <a:ext cx="9525" cy="1155699"/>
          </a:xfrm>
          <a:prstGeom prst="line">
            <a:avLst/>
          </a:prstGeom>
          <a:noFill/>
          <a:ln w="38100">
            <a:solidFill>
              <a:srgbClr val="EF4444"/>
            </a:solidFill>
            <a:prstDash val="solid"/>
          </a:ln>
        </p:spPr>
        <p:txBody>
          <a:bodyPr/>
          <a:lstStyle/>
          <a:p>
            <a:pPr>
              <a:buNone/>
            </a:pPr>
            <a:endParaRPr/>
          </a:p>
        </p:txBody>
      </p:sp>
      <p:sp>
        <p:nvSpPr>
          <p:cNvPr id="833137093" name="Oval 1902723883">
            <a:extLst>
              <a:ext uri="{FF2B5EF4-FFF2-40B4-BE49-F238E27FC236}">
                <a16:creationId xmlns:a16="http://schemas.microsoft.com/office/drawing/2014/main" id="{A944763C-F4C4-41EF-8F41-9A90197D8181}"/>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387257326" name="Straight Connector 167498950">
            <a:extLst>
              <a:ext uri="{FF2B5EF4-FFF2-40B4-BE49-F238E27FC236}">
                <a16:creationId xmlns:a16="http://schemas.microsoft.com/office/drawing/2014/main" id="{8B71BCA6-07C9-4561-BD13-6300B582CCF2}"/>
              </a:ext>
            </a:extLst>
          </p:cNvPr>
          <p:cNvSpPr>
            <a:spLocks noGrp="1"/>
          </p:cNvSpPr>
          <p:nvPr/>
        </p:nvSpPr>
        <p:spPr>
          <a:xfrm>
            <a:off x="5095875" y="3503613"/>
            <a:ext cx="9525" cy="763587"/>
          </a:xfrm>
          <a:prstGeom prst="line">
            <a:avLst/>
          </a:prstGeom>
          <a:noFill/>
          <a:ln w="38100">
            <a:solidFill>
              <a:srgbClr val="EF4444"/>
            </a:solidFill>
            <a:prstDash val="solid"/>
          </a:ln>
        </p:spPr>
        <p:txBody>
          <a:bodyPr/>
          <a:lstStyle/>
          <a:p>
            <a:pPr>
              <a:buNone/>
            </a:pPr>
            <a:endParaRPr/>
          </a:p>
        </p:txBody>
      </p:sp>
      <p:sp>
        <p:nvSpPr>
          <p:cNvPr id="1821653343" name="Oval 1159963357">
            <a:extLst>
              <a:ext uri="{FF2B5EF4-FFF2-40B4-BE49-F238E27FC236}">
                <a16:creationId xmlns:a16="http://schemas.microsoft.com/office/drawing/2014/main" id="{5A5A06E5-A76E-43FA-8E2B-936B397D78D0}"/>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2082263830" name="Straight Connector 1986469558">
            <a:extLst>
              <a:ext uri="{FF2B5EF4-FFF2-40B4-BE49-F238E27FC236}">
                <a16:creationId xmlns:a16="http://schemas.microsoft.com/office/drawing/2014/main" id="{BB94473B-E57C-4B43-823B-2EB1D34C7FD2}"/>
              </a:ext>
            </a:extLst>
          </p:cNvPr>
          <p:cNvSpPr>
            <a:spLocks noGrp="1"/>
          </p:cNvSpPr>
          <p:nvPr/>
        </p:nvSpPr>
        <p:spPr>
          <a:xfrm>
            <a:off x="6334125" y="3606800"/>
            <a:ext cx="9525" cy="247650"/>
          </a:xfrm>
          <a:prstGeom prst="line">
            <a:avLst/>
          </a:prstGeom>
          <a:noFill/>
          <a:ln w="38100">
            <a:solidFill>
              <a:srgbClr val="EF4444"/>
            </a:solidFill>
            <a:prstDash val="solid"/>
          </a:ln>
        </p:spPr>
        <p:txBody>
          <a:bodyPr/>
          <a:lstStyle/>
          <a:p>
            <a:pPr>
              <a:buNone/>
            </a:pPr>
            <a:endParaRPr/>
          </a:p>
        </p:txBody>
      </p:sp>
      <p:sp>
        <p:nvSpPr>
          <p:cNvPr id="1412862283" name="Oval 1145200305">
            <a:extLst>
              <a:ext uri="{FF2B5EF4-FFF2-40B4-BE49-F238E27FC236}">
                <a16:creationId xmlns:a16="http://schemas.microsoft.com/office/drawing/2014/main" id="{7F844228-FFE0-4F68-89F8-EEC0D4AD8219}"/>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65372480" name="Straight Connector 1746813433">
            <a:extLst>
              <a:ext uri="{FF2B5EF4-FFF2-40B4-BE49-F238E27FC236}">
                <a16:creationId xmlns:a16="http://schemas.microsoft.com/office/drawing/2014/main" id="{E98ED650-AD30-45A1-A221-3AF63AF81691}"/>
              </a:ext>
            </a:extLst>
          </p:cNvPr>
          <p:cNvSpPr>
            <a:spLocks noGrp="1"/>
          </p:cNvSpPr>
          <p:nvPr/>
        </p:nvSpPr>
        <p:spPr>
          <a:xfrm>
            <a:off x="7572375" y="3565525"/>
            <a:ext cx="9525" cy="144463"/>
          </a:xfrm>
          <a:prstGeom prst="line">
            <a:avLst/>
          </a:prstGeom>
          <a:noFill/>
          <a:ln w="38100">
            <a:solidFill>
              <a:srgbClr val="EF4444"/>
            </a:solidFill>
            <a:prstDash val="solid"/>
          </a:ln>
        </p:spPr>
        <p:txBody>
          <a:bodyPr/>
          <a:lstStyle/>
          <a:p>
            <a:pPr>
              <a:buNone/>
            </a:pPr>
            <a:endParaRPr/>
          </a:p>
        </p:txBody>
      </p:sp>
      <p:sp>
        <p:nvSpPr>
          <p:cNvPr id="443692532" name="Oval 2137688682">
            <a:extLst>
              <a:ext uri="{FF2B5EF4-FFF2-40B4-BE49-F238E27FC236}">
                <a16:creationId xmlns:a16="http://schemas.microsoft.com/office/drawing/2014/main" id="{B7FE43B6-9B23-4774-A860-7CB5C1E1581E}"/>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222693532" name="Straight Connector 696285493">
            <a:extLst>
              <a:ext uri="{FF2B5EF4-FFF2-40B4-BE49-F238E27FC236}">
                <a16:creationId xmlns:a16="http://schemas.microsoft.com/office/drawing/2014/main" id="{2B42CFA1-8BF8-4B36-8954-34A2DE3BB628}"/>
              </a:ext>
            </a:extLst>
          </p:cNvPr>
          <p:cNvSpPr>
            <a:spLocks noGrp="1"/>
          </p:cNvSpPr>
          <p:nvPr/>
        </p:nvSpPr>
        <p:spPr>
          <a:xfrm>
            <a:off x="8810625" y="3235325"/>
            <a:ext cx="9525" cy="577849"/>
          </a:xfrm>
          <a:prstGeom prst="line">
            <a:avLst/>
          </a:prstGeom>
          <a:noFill/>
          <a:ln w="38100">
            <a:solidFill>
              <a:srgbClr val="EF4444"/>
            </a:solidFill>
            <a:prstDash val="solid"/>
          </a:ln>
        </p:spPr>
        <p:txBody>
          <a:bodyPr/>
          <a:lstStyle/>
          <a:p>
            <a:pPr>
              <a:buNone/>
            </a:pPr>
            <a:endParaRPr/>
          </a:p>
        </p:txBody>
      </p:sp>
      <p:sp>
        <p:nvSpPr>
          <p:cNvPr id="2144579524" name="Oval 1445698389">
            <a:extLst>
              <a:ext uri="{FF2B5EF4-FFF2-40B4-BE49-F238E27FC236}">
                <a16:creationId xmlns:a16="http://schemas.microsoft.com/office/drawing/2014/main" id="{B6BB652D-1421-4159-880B-A9934143157C}"/>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259130051" name="Rectangle 1506024003">
            <a:extLst>
              <a:ext uri="{FF2B5EF4-FFF2-40B4-BE49-F238E27FC236}">
                <a16:creationId xmlns:a16="http://schemas.microsoft.com/office/drawing/2014/main" id="{F664033B-BACC-409C-994A-5146B648F60E}"/>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302041087" name="Rectangle 340544592">
            <a:extLst>
              <a:ext uri="{FF2B5EF4-FFF2-40B4-BE49-F238E27FC236}">
                <a16:creationId xmlns:a16="http://schemas.microsoft.com/office/drawing/2014/main" id="{83FFA4D9-A9CE-4313-8492-3069F34233D8}"/>
              </a:ext>
            </a:extLst>
          </p:cNvPr>
          <p:cNvSpPr>
            <a:spLocks noGrp="1"/>
          </p:cNvSpPr>
          <p:nvPr/>
        </p:nvSpPr>
        <p:spPr>
          <a:xfrm>
            <a:off x="6715125" y="42862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559650848" name="Rectangle 191215672">
            <a:extLst>
              <a:ext uri="{FF2B5EF4-FFF2-40B4-BE49-F238E27FC236}">
                <a16:creationId xmlns:a16="http://schemas.microsoft.com/office/drawing/2014/main" id="{FD16B254-DCEE-4A0D-9C7A-227E9C7877F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a:t>
            </a:r>
          </a:p>
        </p:txBody>
      </p:sp>
      <p:sp>
        <p:nvSpPr>
          <p:cNvPr id="2141408830" name="Straight Connector 523934700">
            <a:extLst>
              <a:ext uri="{FF2B5EF4-FFF2-40B4-BE49-F238E27FC236}">
                <a16:creationId xmlns:a16="http://schemas.microsoft.com/office/drawing/2014/main" id="{7DD91281-CD4C-4131-AD2A-A408224B0875}"/>
              </a:ext>
            </a:extLst>
          </p:cNvPr>
          <p:cNvSpPr>
            <a:spLocks noGrp="1"/>
          </p:cNvSpPr>
          <p:nvPr/>
        </p:nvSpPr>
        <p:spPr>
          <a:xfrm>
            <a:off x="2371725" y="3314700"/>
            <a:ext cx="6715125" cy="533400"/>
          </a:xfrm>
          <a:prstGeom prst="line">
            <a:avLst/>
          </a:prstGeom>
          <a:noFill/>
          <a:ln w="38100">
            <a:solidFill>
              <a:srgbClr val="F97316"/>
            </a:solidFill>
            <a:prstDash val="solid"/>
          </a:ln>
        </p:spPr>
        <p:txBody>
          <a:bodyPr/>
          <a:lstStyle/>
          <a:p>
            <a:pPr>
              <a:buNone/>
            </a:pPr>
            <a:endParaRPr/>
          </a:p>
        </p:txBody>
      </p:sp>
    </p:spTree>
    <p:extLst>
      <p:ext uri="{BB962C8B-B14F-4D97-AF65-F5344CB8AC3E}">
        <p14:creationId xmlns:p14="http://schemas.microsoft.com/office/powerpoint/2010/main" val="366118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973870" name="Rectangle 764921179">
            <a:extLst>
              <a:ext uri="{FF2B5EF4-FFF2-40B4-BE49-F238E27FC236}">
                <a16:creationId xmlns:a16="http://schemas.microsoft.com/office/drawing/2014/main" id="{35C160E9-1465-425E-A731-D117F7340B1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499112422" name="Rectangle 1306971651">
            <a:extLst>
              <a:ext uri="{FF2B5EF4-FFF2-40B4-BE49-F238E27FC236}">
                <a16:creationId xmlns:a16="http://schemas.microsoft.com/office/drawing/2014/main" id="{BB6D4C2F-E73F-4BB8-AFD9-8BCA57F3ED1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Change w and b to lower MSE</a:t>
            </a:r>
          </a:p>
        </p:txBody>
      </p:sp>
      <p:sp>
        <p:nvSpPr>
          <p:cNvPr id="1702452014" name="Rectangle: Rounded Corners 1651333515">
            <a:extLst>
              <a:ext uri="{FF2B5EF4-FFF2-40B4-BE49-F238E27FC236}">
                <a16:creationId xmlns:a16="http://schemas.microsoft.com/office/drawing/2014/main" id="{8D008CFA-A00D-40C0-A3B5-4ECC68C0315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pic>
        <p:nvPicPr>
          <p:cNvPr id="2087172284" name="Picture 2139346076"/>
          <p:cNvPicPr>
            <a:picLocks noChangeAspect="1"/>
          </p:cNvPicPr>
          <p:nvPr/>
        </p:nvPicPr>
        <p:blipFill rotWithShape="1">
          <a:blip r:embed="rId3"/>
          <a:stretch/>
        </p:blipFill>
        <p:spPr>
          <a:xfrm>
            <a:off x="2381250" y="1556268"/>
            <a:ext cx="7429500" cy="697463"/>
          </a:xfrm>
          <a:prstGeom prst="rect">
            <a:avLst/>
          </a:prstGeom>
        </p:spPr>
      </p:pic>
      <p:sp>
        <p:nvSpPr>
          <p:cNvPr id="1230832228" name="Straight Connector 673215582">
            <a:extLst>
              <a:ext uri="{FF2B5EF4-FFF2-40B4-BE49-F238E27FC236}">
                <a16:creationId xmlns:a16="http://schemas.microsoft.com/office/drawing/2014/main" id="{82923E14-BF35-4D75-84E6-18D20079F028}"/>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pPr>
              <a:buNone/>
            </a:pPr>
            <a:endParaRPr/>
          </a:p>
        </p:txBody>
      </p:sp>
      <p:sp>
        <p:nvSpPr>
          <p:cNvPr id="1861386147" name="Straight Connector 1831783794">
            <a:extLst>
              <a:ext uri="{FF2B5EF4-FFF2-40B4-BE49-F238E27FC236}">
                <a16:creationId xmlns:a16="http://schemas.microsoft.com/office/drawing/2014/main" id="{6816978F-742F-42A4-ADC3-8F30C409886E}"/>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pPr>
              <a:buNone/>
            </a:pPr>
            <a:endParaRPr/>
          </a:p>
        </p:txBody>
      </p:sp>
      <p:sp>
        <p:nvSpPr>
          <p:cNvPr id="1719655993" name="Rectangle: Rounded Corners 1519439690">
            <a:extLst>
              <a:ext uri="{FF2B5EF4-FFF2-40B4-BE49-F238E27FC236}">
                <a16:creationId xmlns:a16="http://schemas.microsoft.com/office/drawing/2014/main" id="{F1992785-9D93-4C72-9B84-F959CAFF300D}"/>
              </a:ext>
            </a:extLst>
          </p:cNvPr>
          <p:cNvSpPr>
            <a:spLocks noGrp="1"/>
          </p:cNvSpPr>
          <p:nvPr/>
        </p:nvSpPr>
        <p:spPr>
          <a:xfrm>
            <a:off x="9667875" y="2714625"/>
            <a:ext cx="1381125" cy="628650"/>
          </a:xfrm>
          <a:prstGeom prst="roundRect">
            <a:avLst>
              <a:gd name="adj" fmla="val 18182"/>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MSE ≈ 0.19</a:t>
            </a:r>
          </a:p>
        </p:txBody>
      </p:sp>
      <p:sp>
        <p:nvSpPr>
          <p:cNvPr id="602729827" name="Rectangle 1880411001">
            <a:extLst>
              <a:ext uri="{FF2B5EF4-FFF2-40B4-BE49-F238E27FC236}">
                <a16:creationId xmlns:a16="http://schemas.microsoft.com/office/drawing/2014/main" id="{2B16628D-1B25-4398-91B2-0829BCB387C1}"/>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F97316"/>
                </a:solidFill>
              </a:defRPr>
            </a:pPr>
            <a:r>
              <a:rPr sz="1650" b="1">
                <a:solidFill>
                  <a:srgbClr val="F97316"/>
                </a:solidFill>
              </a:rPr>
              <a:t>closer line</a:t>
            </a:r>
          </a:p>
        </p:txBody>
      </p:sp>
      <p:sp>
        <p:nvSpPr>
          <p:cNvPr id="1964196280" name="Straight Connector 63070562">
            <a:extLst>
              <a:ext uri="{FF2B5EF4-FFF2-40B4-BE49-F238E27FC236}">
                <a16:creationId xmlns:a16="http://schemas.microsoft.com/office/drawing/2014/main" id="{03BCC597-CE13-4B52-A196-6AB221A015F6}"/>
              </a:ext>
            </a:extLst>
          </p:cNvPr>
          <p:cNvSpPr>
            <a:spLocks noGrp="1"/>
          </p:cNvSpPr>
          <p:nvPr/>
        </p:nvSpPr>
        <p:spPr>
          <a:xfrm>
            <a:off x="2619375" y="4638675"/>
            <a:ext cx="9525" cy="247650"/>
          </a:xfrm>
          <a:prstGeom prst="line">
            <a:avLst/>
          </a:prstGeom>
          <a:noFill/>
          <a:ln w="28575">
            <a:solidFill>
              <a:srgbClr val="EF4444"/>
            </a:solidFill>
            <a:prstDash val="solid"/>
          </a:ln>
        </p:spPr>
        <p:txBody>
          <a:bodyPr/>
          <a:lstStyle/>
          <a:p>
            <a:pPr>
              <a:buNone/>
            </a:pPr>
            <a:endParaRPr/>
          </a:p>
        </p:txBody>
      </p:sp>
      <p:sp>
        <p:nvSpPr>
          <p:cNvPr id="1326614047" name="Oval 723606972">
            <a:extLst>
              <a:ext uri="{FF2B5EF4-FFF2-40B4-BE49-F238E27FC236}">
                <a16:creationId xmlns:a16="http://schemas.microsoft.com/office/drawing/2014/main" id="{3575322F-1BF6-42E9-8DE7-704CE6DBC19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016680804" name="Straight Connector 1295429066">
            <a:extLst>
              <a:ext uri="{FF2B5EF4-FFF2-40B4-BE49-F238E27FC236}">
                <a16:creationId xmlns:a16="http://schemas.microsoft.com/office/drawing/2014/main" id="{30C9B804-96B7-4E67-AB1B-129E10C4A5B2}"/>
              </a:ext>
            </a:extLst>
          </p:cNvPr>
          <p:cNvSpPr>
            <a:spLocks noGrp="1"/>
          </p:cNvSpPr>
          <p:nvPr/>
        </p:nvSpPr>
        <p:spPr>
          <a:xfrm>
            <a:off x="3857625" y="4411663"/>
            <a:ext cx="9525" cy="144463"/>
          </a:xfrm>
          <a:prstGeom prst="line">
            <a:avLst/>
          </a:prstGeom>
          <a:noFill/>
          <a:ln w="28575">
            <a:solidFill>
              <a:srgbClr val="EF4444"/>
            </a:solidFill>
            <a:prstDash val="solid"/>
          </a:ln>
        </p:spPr>
        <p:txBody>
          <a:bodyPr/>
          <a:lstStyle/>
          <a:p>
            <a:pPr>
              <a:buNone/>
            </a:pPr>
            <a:endParaRPr/>
          </a:p>
        </p:txBody>
      </p:sp>
      <p:sp>
        <p:nvSpPr>
          <p:cNvPr id="2087172279" name="Oval 8682068">
            <a:extLst>
              <a:ext uri="{FF2B5EF4-FFF2-40B4-BE49-F238E27FC236}">
                <a16:creationId xmlns:a16="http://schemas.microsoft.com/office/drawing/2014/main" id="{F0CF27C5-A104-489D-9810-830362DAAFE5}"/>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687711398" name="Straight Connector 2139346071">
            <a:extLst>
              <a:ext uri="{FF2B5EF4-FFF2-40B4-BE49-F238E27FC236}">
                <a16:creationId xmlns:a16="http://schemas.microsoft.com/office/drawing/2014/main" id="{E438A8E1-1B13-4373-AA8E-6A7CF1E21DB0}"/>
              </a:ext>
            </a:extLst>
          </p:cNvPr>
          <p:cNvSpPr>
            <a:spLocks noGrp="1"/>
          </p:cNvSpPr>
          <p:nvPr/>
        </p:nvSpPr>
        <p:spPr>
          <a:xfrm>
            <a:off x="5095875" y="4184650"/>
            <a:ext cx="9525" cy="82550"/>
          </a:xfrm>
          <a:prstGeom prst="line">
            <a:avLst/>
          </a:prstGeom>
          <a:noFill/>
          <a:ln w="28575">
            <a:solidFill>
              <a:srgbClr val="EF4444"/>
            </a:solidFill>
            <a:prstDash val="solid"/>
          </a:ln>
        </p:spPr>
        <p:txBody>
          <a:bodyPr/>
          <a:lstStyle/>
          <a:p>
            <a:pPr>
              <a:buNone/>
            </a:pPr>
            <a:endParaRPr/>
          </a:p>
        </p:txBody>
      </p:sp>
      <p:sp>
        <p:nvSpPr>
          <p:cNvPr id="1933316630" name="Oval 2066189596">
            <a:extLst>
              <a:ext uri="{FF2B5EF4-FFF2-40B4-BE49-F238E27FC236}">
                <a16:creationId xmlns:a16="http://schemas.microsoft.com/office/drawing/2014/main" id="{11DEBA0C-E3FF-40F5-BF1D-64CA0AEA8C1E}"/>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405782547" name="Straight Connector 272593582">
            <a:extLst>
              <a:ext uri="{FF2B5EF4-FFF2-40B4-BE49-F238E27FC236}">
                <a16:creationId xmlns:a16="http://schemas.microsoft.com/office/drawing/2014/main" id="{0568EC44-5745-4626-AB6A-5AD006629F5D}"/>
              </a:ext>
            </a:extLst>
          </p:cNvPr>
          <p:cNvSpPr>
            <a:spLocks noGrp="1"/>
          </p:cNvSpPr>
          <p:nvPr/>
        </p:nvSpPr>
        <p:spPr>
          <a:xfrm>
            <a:off x="6334125" y="3854450"/>
            <a:ext cx="9525" cy="103188"/>
          </a:xfrm>
          <a:prstGeom prst="line">
            <a:avLst/>
          </a:prstGeom>
          <a:noFill/>
          <a:ln w="28575">
            <a:solidFill>
              <a:srgbClr val="EF4444"/>
            </a:solidFill>
            <a:prstDash val="solid"/>
          </a:ln>
        </p:spPr>
        <p:txBody>
          <a:bodyPr/>
          <a:lstStyle/>
          <a:p>
            <a:pPr>
              <a:buNone/>
            </a:pPr>
            <a:endParaRPr/>
          </a:p>
        </p:txBody>
      </p:sp>
      <p:sp>
        <p:nvSpPr>
          <p:cNvPr id="1777935679" name="Oval 134232463">
            <a:extLst>
              <a:ext uri="{FF2B5EF4-FFF2-40B4-BE49-F238E27FC236}">
                <a16:creationId xmlns:a16="http://schemas.microsoft.com/office/drawing/2014/main" id="{D75912D3-3CC2-420B-8F91-71F08873C7D2}"/>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611399541" name="Straight Connector 775049891">
            <a:extLst>
              <a:ext uri="{FF2B5EF4-FFF2-40B4-BE49-F238E27FC236}">
                <a16:creationId xmlns:a16="http://schemas.microsoft.com/office/drawing/2014/main" id="{325473B1-4D27-4CAC-B218-C87EAB01349B}"/>
              </a:ext>
            </a:extLst>
          </p:cNvPr>
          <p:cNvSpPr>
            <a:spLocks noGrp="1"/>
          </p:cNvSpPr>
          <p:nvPr/>
        </p:nvSpPr>
        <p:spPr>
          <a:xfrm>
            <a:off x="7572375" y="3565525"/>
            <a:ext cx="9525" cy="165100"/>
          </a:xfrm>
          <a:prstGeom prst="line">
            <a:avLst/>
          </a:prstGeom>
          <a:noFill/>
          <a:ln w="28575">
            <a:solidFill>
              <a:srgbClr val="EF4444"/>
            </a:solidFill>
            <a:prstDash val="solid"/>
          </a:ln>
        </p:spPr>
        <p:txBody>
          <a:bodyPr/>
          <a:lstStyle/>
          <a:p>
            <a:pPr>
              <a:buNone/>
            </a:pPr>
            <a:endParaRPr/>
          </a:p>
        </p:txBody>
      </p:sp>
      <p:sp>
        <p:nvSpPr>
          <p:cNvPr id="1073760130" name="Oval 1072269508">
            <a:extLst>
              <a:ext uri="{FF2B5EF4-FFF2-40B4-BE49-F238E27FC236}">
                <a16:creationId xmlns:a16="http://schemas.microsoft.com/office/drawing/2014/main" id="{EFF5E733-CF97-4E89-9EC7-6A09AB1D6BD2}"/>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029532767" name="Straight Connector 982061214">
            <a:extLst>
              <a:ext uri="{FF2B5EF4-FFF2-40B4-BE49-F238E27FC236}">
                <a16:creationId xmlns:a16="http://schemas.microsoft.com/office/drawing/2014/main" id="{86CD3BEF-6507-4765-B9F6-CFC987C5C712}"/>
              </a:ext>
            </a:extLst>
          </p:cNvPr>
          <p:cNvSpPr>
            <a:spLocks noGrp="1"/>
          </p:cNvSpPr>
          <p:nvPr/>
        </p:nvSpPr>
        <p:spPr>
          <a:xfrm>
            <a:off x="8810625" y="3235325"/>
            <a:ext cx="9525" cy="268288"/>
          </a:xfrm>
          <a:prstGeom prst="line">
            <a:avLst/>
          </a:prstGeom>
          <a:noFill/>
          <a:ln w="28575">
            <a:solidFill>
              <a:srgbClr val="EF4444"/>
            </a:solidFill>
            <a:prstDash val="solid"/>
          </a:ln>
        </p:spPr>
        <p:txBody>
          <a:bodyPr/>
          <a:lstStyle/>
          <a:p>
            <a:pPr>
              <a:buNone/>
            </a:pPr>
            <a:endParaRPr/>
          </a:p>
        </p:txBody>
      </p:sp>
      <p:sp>
        <p:nvSpPr>
          <p:cNvPr id="1620951127" name="Oval 1509233170">
            <a:extLst>
              <a:ext uri="{FF2B5EF4-FFF2-40B4-BE49-F238E27FC236}">
                <a16:creationId xmlns:a16="http://schemas.microsoft.com/office/drawing/2014/main" id="{8553D877-0860-48DF-B2D9-FC24125CA562}"/>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733146109" name="Rectangle 835713909">
            <a:extLst>
              <a:ext uri="{FF2B5EF4-FFF2-40B4-BE49-F238E27FC236}">
                <a16:creationId xmlns:a16="http://schemas.microsoft.com/office/drawing/2014/main" id="{E0C82731-8E90-4507-9EEE-61C0405B32C7}"/>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2081003466" name="Rectangle 891411324">
            <a:extLst>
              <a:ext uri="{FF2B5EF4-FFF2-40B4-BE49-F238E27FC236}">
                <a16:creationId xmlns:a16="http://schemas.microsoft.com/office/drawing/2014/main" id="{78DB2CD6-396A-4B2A-95A8-C2BC5A3AC2CF}"/>
              </a:ext>
            </a:extLst>
          </p:cNvPr>
          <p:cNvSpPr>
            <a:spLocks noGrp="1"/>
          </p:cNvSpPr>
          <p:nvPr/>
        </p:nvSpPr>
        <p:spPr>
          <a:xfrm>
            <a:off x="6715125" y="37147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853344434" name="Rectangle 1615394469">
            <a:extLst>
              <a:ext uri="{FF2B5EF4-FFF2-40B4-BE49-F238E27FC236}">
                <a16:creationId xmlns:a16="http://schemas.microsoft.com/office/drawing/2014/main" id="{B269723D-D3D1-43AA-BE1F-FF2CEFF9F7F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a:t>
            </a:r>
          </a:p>
        </p:txBody>
      </p:sp>
      <p:sp>
        <p:nvSpPr>
          <p:cNvPr id="801532771" name="solidguide_flipV">
            <a:extLst>
              <a:ext uri="{FF2B5EF4-FFF2-40B4-BE49-F238E27FC236}">
                <a16:creationId xmlns:a16="http://schemas.microsoft.com/office/drawing/2014/main" id="{63C93A63-5908-41B4-9467-B5AE50AB053A}"/>
              </a:ext>
            </a:extLst>
          </p:cNvPr>
          <p:cNvSpPr>
            <a:spLocks noGrp="1"/>
          </p:cNvSpPr>
          <p:nvPr/>
        </p:nvSpPr>
        <p:spPr>
          <a:xfrm flipV="1">
            <a:off x="2371725" y="3458210"/>
            <a:ext cx="6686550" cy="1225868"/>
          </a:xfrm>
          <a:prstGeom prst="line">
            <a:avLst/>
          </a:prstGeom>
          <a:noFill/>
          <a:ln w="30480">
            <a:solidFill>
              <a:srgbClr val="F97316"/>
            </a:solidFill>
            <a:prstDash val="solid"/>
          </a:ln>
        </p:spPr>
        <p:txBody>
          <a:bodyPr/>
          <a:lstStyle/>
          <a:p>
            <a:pPr>
              <a:buNone/>
            </a:pPr>
            <a:endParaRPr/>
          </a:p>
        </p:txBody>
      </p:sp>
    </p:spTree>
    <p:extLst>
      <p:ext uri="{BB962C8B-B14F-4D97-AF65-F5344CB8AC3E}">
        <p14:creationId xmlns:p14="http://schemas.microsoft.com/office/powerpoint/2010/main" val="29660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685692" name="Rectangle 810486817">
            <a:extLst>
              <a:ext uri="{FF2B5EF4-FFF2-40B4-BE49-F238E27FC236}">
                <a16:creationId xmlns:a16="http://schemas.microsoft.com/office/drawing/2014/main" id="{0D2F5659-42D7-46C7-9C03-0D362208AAE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414482087" name="Rectangle 1387195607">
            <a:extLst>
              <a:ext uri="{FF2B5EF4-FFF2-40B4-BE49-F238E27FC236}">
                <a16:creationId xmlns:a16="http://schemas.microsoft.com/office/drawing/2014/main" id="{936D65D3-8B15-4FD9-81E0-41AEE152DD1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fitted line makes MSE small</a:t>
            </a:r>
          </a:p>
        </p:txBody>
      </p:sp>
      <p:sp>
        <p:nvSpPr>
          <p:cNvPr id="1449611703" name="Rectangle: Rounded Corners 2010506367">
            <a:extLst>
              <a:ext uri="{FF2B5EF4-FFF2-40B4-BE49-F238E27FC236}">
                <a16:creationId xmlns:a16="http://schemas.microsoft.com/office/drawing/2014/main" id="{04B9CE21-AA83-499E-BFEB-5096EEDCC7C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pic>
        <p:nvPicPr>
          <p:cNvPr id="2130506649" name="Picture 2108938199"/>
          <p:cNvPicPr>
            <a:picLocks noChangeAspect="1"/>
          </p:cNvPicPr>
          <p:nvPr/>
        </p:nvPicPr>
        <p:blipFill rotWithShape="1">
          <a:blip r:embed="rId3"/>
          <a:stretch/>
        </p:blipFill>
        <p:spPr>
          <a:xfrm>
            <a:off x="2381250" y="1556268"/>
            <a:ext cx="7429500" cy="697463"/>
          </a:xfrm>
          <a:prstGeom prst="rect">
            <a:avLst/>
          </a:prstGeom>
        </p:spPr>
      </p:pic>
      <p:sp>
        <p:nvSpPr>
          <p:cNvPr id="189165643" name="Straight Connector 1226520373">
            <a:extLst>
              <a:ext uri="{FF2B5EF4-FFF2-40B4-BE49-F238E27FC236}">
                <a16:creationId xmlns:a16="http://schemas.microsoft.com/office/drawing/2014/main" id="{27AE2B76-2C4E-44BD-9F8E-3F4108BDD5F8}"/>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pPr>
              <a:buNone/>
            </a:pPr>
            <a:endParaRPr/>
          </a:p>
        </p:txBody>
      </p:sp>
      <p:sp>
        <p:nvSpPr>
          <p:cNvPr id="35563476" name="Straight Connector 1752169602">
            <a:extLst>
              <a:ext uri="{FF2B5EF4-FFF2-40B4-BE49-F238E27FC236}">
                <a16:creationId xmlns:a16="http://schemas.microsoft.com/office/drawing/2014/main" id="{045816CD-30D1-425A-8D97-22DF5D014460}"/>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pPr>
              <a:buNone/>
            </a:pPr>
            <a:endParaRPr/>
          </a:p>
        </p:txBody>
      </p:sp>
      <p:sp>
        <p:nvSpPr>
          <p:cNvPr id="2130506644" name="Rectangle: Rounded Corners 917000957">
            <a:extLst>
              <a:ext uri="{FF2B5EF4-FFF2-40B4-BE49-F238E27FC236}">
                <a16:creationId xmlns:a16="http://schemas.microsoft.com/office/drawing/2014/main" id="{76B30073-EC55-4541-8866-412D49822EB0}"/>
              </a:ext>
            </a:extLst>
          </p:cNvPr>
          <p:cNvSpPr>
            <a:spLocks noGrp="1"/>
          </p:cNvSpPr>
          <p:nvPr/>
        </p:nvSpPr>
        <p:spPr>
          <a:xfrm>
            <a:off x="9667875" y="2714625"/>
            <a:ext cx="1381125" cy="628650"/>
          </a:xfrm>
          <a:prstGeom prst="roundRect">
            <a:avLst>
              <a:gd name="adj" fmla="val 18182"/>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MSE ≈ 0.01</a:t>
            </a:r>
          </a:p>
        </p:txBody>
      </p:sp>
      <p:sp>
        <p:nvSpPr>
          <p:cNvPr id="141296146" name="Rectangle 835812764">
            <a:extLst>
              <a:ext uri="{FF2B5EF4-FFF2-40B4-BE49-F238E27FC236}">
                <a16:creationId xmlns:a16="http://schemas.microsoft.com/office/drawing/2014/main" id="{B420A4DD-588E-427F-B038-381ED23F56F4}"/>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small errors</a:t>
            </a:r>
          </a:p>
        </p:txBody>
      </p:sp>
      <p:sp>
        <p:nvSpPr>
          <p:cNvPr id="594632653" name="Straight Connector 1136040176">
            <a:extLst>
              <a:ext uri="{FF2B5EF4-FFF2-40B4-BE49-F238E27FC236}">
                <a16:creationId xmlns:a16="http://schemas.microsoft.com/office/drawing/2014/main" id="{DE89CA00-396A-453F-BB5D-3D5417729144}"/>
              </a:ext>
            </a:extLst>
          </p:cNvPr>
          <p:cNvSpPr>
            <a:spLocks noGrp="1"/>
          </p:cNvSpPr>
          <p:nvPr/>
        </p:nvSpPr>
        <p:spPr>
          <a:xfrm>
            <a:off x="2619375" y="4886325"/>
            <a:ext cx="9525" cy="20637"/>
          </a:xfrm>
          <a:prstGeom prst="line">
            <a:avLst/>
          </a:prstGeom>
          <a:noFill/>
          <a:ln w="19050">
            <a:solidFill>
              <a:srgbClr val="EF4444"/>
            </a:solidFill>
            <a:prstDash val="solid"/>
          </a:ln>
        </p:spPr>
        <p:txBody>
          <a:bodyPr/>
          <a:lstStyle/>
          <a:p>
            <a:pPr>
              <a:buNone/>
            </a:pPr>
            <a:endParaRPr/>
          </a:p>
        </p:txBody>
      </p:sp>
      <p:sp>
        <p:nvSpPr>
          <p:cNvPr id="1328709532" name="Oval 583075002">
            <a:extLst>
              <a:ext uri="{FF2B5EF4-FFF2-40B4-BE49-F238E27FC236}">
                <a16:creationId xmlns:a16="http://schemas.microsoft.com/office/drawing/2014/main" id="{E0453777-826E-48A1-B56C-70642FA66123}"/>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194433806" name="Straight Connector 337929435">
            <a:extLst>
              <a:ext uri="{FF2B5EF4-FFF2-40B4-BE49-F238E27FC236}">
                <a16:creationId xmlns:a16="http://schemas.microsoft.com/office/drawing/2014/main" id="{56EE5F6D-3663-44DA-94DE-BDB49C471BC5}"/>
              </a:ext>
            </a:extLst>
          </p:cNvPr>
          <p:cNvSpPr>
            <a:spLocks noGrp="1"/>
          </p:cNvSpPr>
          <p:nvPr/>
        </p:nvSpPr>
        <p:spPr>
          <a:xfrm>
            <a:off x="3857625" y="4556125"/>
            <a:ext cx="9525" cy="20638"/>
          </a:xfrm>
          <a:prstGeom prst="line">
            <a:avLst/>
          </a:prstGeom>
          <a:noFill/>
          <a:ln w="19050">
            <a:solidFill>
              <a:srgbClr val="EF4444"/>
            </a:solidFill>
            <a:prstDash val="solid"/>
          </a:ln>
        </p:spPr>
        <p:txBody>
          <a:bodyPr/>
          <a:lstStyle/>
          <a:p>
            <a:pPr>
              <a:buNone/>
            </a:pPr>
            <a:endParaRPr/>
          </a:p>
        </p:txBody>
      </p:sp>
      <p:sp>
        <p:nvSpPr>
          <p:cNvPr id="1022772474" name="Oval 2108938194">
            <a:extLst>
              <a:ext uri="{FF2B5EF4-FFF2-40B4-BE49-F238E27FC236}">
                <a16:creationId xmlns:a16="http://schemas.microsoft.com/office/drawing/2014/main" id="{A74FC1A6-8107-464D-9A9D-036A266991FF}"/>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912192447" name="Straight Connector 1089038474">
            <a:extLst>
              <a:ext uri="{FF2B5EF4-FFF2-40B4-BE49-F238E27FC236}">
                <a16:creationId xmlns:a16="http://schemas.microsoft.com/office/drawing/2014/main" id="{93A07891-3EB0-4870-9E49-207361141C9F}"/>
              </a:ext>
            </a:extLst>
          </p:cNvPr>
          <p:cNvSpPr>
            <a:spLocks noGrp="1"/>
          </p:cNvSpPr>
          <p:nvPr/>
        </p:nvSpPr>
        <p:spPr>
          <a:xfrm>
            <a:off x="5095875" y="4246563"/>
            <a:ext cx="9525" cy="20638"/>
          </a:xfrm>
          <a:prstGeom prst="line">
            <a:avLst/>
          </a:prstGeom>
          <a:noFill/>
          <a:ln w="19050">
            <a:solidFill>
              <a:srgbClr val="EF4444"/>
            </a:solidFill>
            <a:prstDash val="solid"/>
          </a:ln>
        </p:spPr>
        <p:txBody>
          <a:bodyPr/>
          <a:lstStyle/>
          <a:p>
            <a:pPr>
              <a:buNone/>
            </a:pPr>
            <a:endParaRPr/>
          </a:p>
        </p:txBody>
      </p:sp>
      <p:sp>
        <p:nvSpPr>
          <p:cNvPr id="604522831" name="Oval 344103133">
            <a:extLst>
              <a:ext uri="{FF2B5EF4-FFF2-40B4-BE49-F238E27FC236}">
                <a16:creationId xmlns:a16="http://schemas.microsoft.com/office/drawing/2014/main" id="{249CEF5A-567F-457E-81DC-7EE377FCAE39}"/>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750106650" name="Straight Connector 116319933">
            <a:extLst>
              <a:ext uri="{FF2B5EF4-FFF2-40B4-BE49-F238E27FC236}">
                <a16:creationId xmlns:a16="http://schemas.microsoft.com/office/drawing/2014/main" id="{99F20AE1-58C2-4DBB-88B5-5F455CE93407}"/>
              </a:ext>
            </a:extLst>
          </p:cNvPr>
          <p:cNvSpPr>
            <a:spLocks noGrp="1"/>
          </p:cNvSpPr>
          <p:nvPr/>
        </p:nvSpPr>
        <p:spPr>
          <a:xfrm>
            <a:off x="6334125" y="3854450"/>
            <a:ext cx="9525" cy="61913"/>
          </a:xfrm>
          <a:prstGeom prst="line">
            <a:avLst/>
          </a:prstGeom>
          <a:noFill/>
          <a:ln w="19050">
            <a:solidFill>
              <a:srgbClr val="EF4444"/>
            </a:solidFill>
            <a:prstDash val="solid"/>
          </a:ln>
        </p:spPr>
        <p:txBody>
          <a:bodyPr/>
          <a:lstStyle/>
          <a:p>
            <a:pPr>
              <a:buNone/>
            </a:pPr>
            <a:endParaRPr/>
          </a:p>
        </p:txBody>
      </p:sp>
      <p:sp>
        <p:nvSpPr>
          <p:cNvPr id="1263731921" name="Oval 1497503668">
            <a:extLst>
              <a:ext uri="{FF2B5EF4-FFF2-40B4-BE49-F238E27FC236}">
                <a16:creationId xmlns:a16="http://schemas.microsoft.com/office/drawing/2014/main" id="{7D06309B-57E0-45D2-A9F3-F134E14A6004}"/>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2106070495" name="Straight Connector 1398652273">
            <a:extLst>
              <a:ext uri="{FF2B5EF4-FFF2-40B4-BE49-F238E27FC236}">
                <a16:creationId xmlns:a16="http://schemas.microsoft.com/office/drawing/2014/main" id="{DFD121E7-CD0A-4517-8198-86C8856DDFDA}"/>
              </a:ext>
            </a:extLst>
          </p:cNvPr>
          <p:cNvSpPr>
            <a:spLocks noGrp="1"/>
          </p:cNvSpPr>
          <p:nvPr/>
        </p:nvSpPr>
        <p:spPr>
          <a:xfrm>
            <a:off x="7572375" y="3565525"/>
            <a:ext cx="9525" cy="20638"/>
          </a:xfrm>
          <a:prstGeom prst="line">
            <a:avLst/>
          </a:prstGeom>
          <a:noFill/>
          <a:ln w="19050">
            <a:solidFill>
              <a:srgbClr val="EF4444"/>
            </a:solidFill>
            <a:prstDash val="solid"/>
          </a:ln>
        </p:spPr>
        <p:txBody>
          <a:bodyPr/>
          <a:lstStyle/>
          <a:p>
            <a:pPr>
              <a:buNone/>
            </a:pPr>
            <a:endParaRPr/>
          </a:p>
        </p:txBody>
      </p:sp>
      <p:sp>
        <p:nvSpPr>
          <p:cNvPr id="1985338908" name="Oval 1635056806">
            <a:extLst>
              <a:ext uri="{FF2B5EF4-FFF2-40B4-BE49-F238E27FC236}">
                <a16:creationId xmlns:a16="http://schemas.microsoft.com/office/drawing/2014/main" id="{855896FA-7AF2-4021-AE1A-FFDEB910DECF}"/>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36719278" name="Straight Connector 1900162545">
            <a:extLst>
              <a:ext uri="{FF2B5EF4-FFF2-40B4-BE49-F238E27FC236}">
                <a16:creationId xmlns:a16="http://schemas.microsoft.com/office/drawing/2014/main" id="{D58F4B2C-02DA-4EEC-B1A3-F7C58CF4AE11}"/>
              </a:ext>
            </a:extLst>
          </p:cNvPr>
          <p:cNvSpPr>
            <a:spLocks noGrp="1"/>
          </p:cNvSpPr>
          <p:nvPr/>
        </p:nvSpPr>
        <p:spPr>
          <a:xfrm>
            <a:off x="8810625" y="3235325"/>
            <a:ext cx="9525" cy="20638"/>
          </a:xfrm>
          <a:prstGeom prst="line">
            <a:avLst/>
          </a:prstGeom>
          <a:noFill/>
          <a:ln w="19050">
            <a:solidFill>
              <a:srgbClr val="EF4444"/>
            </a:solidFill>
            <a:prstDash val="solid"/>
          </a:ln>
        </p:spPr>
        <p:txBody>
          <a:bodyPr/>
          <a:lstStyle/>
          <a:p>
            <a:pPr>
              <a:buNone/>
            </a:pPr>
            <a:endParaRPr/>
          </a:p>
        </p:txBody>
      </p:sp>
      <p:sp>
        <p:nvSpPr>
          <p:cNvPr id="866306639" name="Oval 781560171">
            <a:extLst>
              <a:ext uri="{FF2B5EF4-FFF2-40B4-BE49-F238E27FC236}">
                <a16:creationId xmlns:a16="http://schemas.microsoft.com/office/drawing/2014/main" id="{4FCA9750-D5B9-45C9-A754-9B678B19AF92}"/>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pPr>
              <a:buNone/>
            </a:pPr>
            <a:endParaRPr/>
          </a:p>
        </p:txBody>
      </p:sp>
      <p:sp>
        <p:nvSpPr>
          <p:cNvPr id="631700184" name="Rectangle 1575462251">
            <a:extLst>
              <a:ext uri="{FF2B5EF4-FFF2-40B4-BE49-F238E27FC236}">
                <a16:creationId xmlns:a16="http://schemas.microsoft.com/office/drawing/2014/main" id="{DE595325-CE4A-43C8-8B20-DF0BC5F99A6B}"/>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89863975" name="Rectangle 1355267839">
            <a:extLst>
              <a:ext uri="{FF2B5EF4-FFF2-40B4-BE49-F238E27FC236}">
                <a16:creationId xmlns:a16="http://schemas.microsoft.com/office/drawing/2014/main" id="{15FB9D1D-FEDC-4E78-AABB-51CA77CEA4C6}"/>
              </a:ext>
            </a:extLst>
          </p:cNvPr>
          <p:cNvSpPr>
            <a:spLocks noGrp="1"/>
          </p:cNvSpPr>
          <p:nvPr/>
        </p:nvSpPr>
        <p:spPr>
          <a:xfrm>
            <a:off x="6715125" y="331470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290083061" name="Rectangle 1311817854">
            <a:extLst>
              <a:ext uri="{FF2B5EF4-FFF2-40B4-BE49-F238E27FC236}">
                <a16:creationId xmlns:a16="http://schemas.microsoft.com/office/drawing/2014/main" id="{84A2A442-9F89-40EC-A3B7-4FBCC25DCBA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a:t>
            </a:r>
          </a:p>
        </p:txBody>
      </p:sp>
      <p:sp>
        <p:nvSpPr>
          <p:cNvPr id="509995827" name="solidguide_flipV">
            <a:extLst>
              <a:ext uri="{FF2B5EF4-FFF2-40B4-BE49-F238E27FC236}">
                <a16:creationId xmlns:a16="http://schemas.microsoft.com/office/drawing/2014/main" id="{5B2F4C9C-0DCA-43BA-BCDF-6763EAD3D0D3}"/>
              </a:ext>
            </a:extLst>
          </p:cNvPr>
          <p:cNvSpPr>
            <a:spLocks noGrp="1"/>
          </p:cNvSpPr>
          <p:nvPr/>
        </p:nvSpPr>
        <p:spPr>
          <a:xfrm flipV="1">
            <a:off x="2371725" y="3189923"/>
            <a:ext cx="6686550" cy="1783080"/>
          </a:xfrm>
          <a:prstGeom prst="line">
            <a:avLst/>
          </a:prstGeom>
          <a:noFill/>
          <a:ln w="30480">
            <a:solidFill>
              <a:srgbClr val="F97316"/>
            </a:solidFill>
            <a:prstDash val="solid"/>
          </a:ln>
        </p:spPr>
        <p:txBody>
          <a:bodyPr/>
          <a:lstStyle/>
          <a:p>
            <a:pPr>
              <a:buNone/>
            </a:pPr>
            <a:endParaRPr/>
          </a:p>
        </p:txBody>
      </p:sp>
    </p:spTree>
    <p:extLst>
      <p:ext uri="{BB962C8B-B14F-4D97-AF65-F5344CB8AC3E}">
        <p14:creationId xmlns:p14="http://schemas.microsoft.com/office/powerpoint/2010/main" val="1868159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6920691" name="Rectangle 896921065">
            <a:extLst>
              <a:ext uri="{FF2B5EF4-FFF2-40B4-BE49-F238E27FC236}">
                <a16:creationId xmlns:a16="http://schemas.microsoft.com/office/drawing/2014/main" id="{F1BCB654-4993-42BC-B0BC-5E18A81C03F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534880504" name="Rectangle 873289791">
            <a:extLst>
              <a:ext uri="{FF2B5EF4-FFF2-40B4-BE49-F238E27FC236}">
                <a16:creationId xmlns:a16="http://schemas.microsoft.com/office/drawing/2014/main" id="{116C4C01-C3B1-4691-92B4-49EC6C482F4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Example: attendance predicts grades</a:t>
            </a:r>
          </a:p>
        </p:txBody>
      </p:sp>
      <p:sp>
        <p:nvSpPr>
          <p:cNvPr id="1288461921" name="Rectangle: Rounded Corners 1535529518">
            <a:extLst>
              <a:ext uri="{FF2B5EF4-FFF2-40B4-BE49-F238E27FC236}">
                <a16:creationId xmlns:a16="http://schemas.microsoft.com/office/drawing/2014/main" id="{540D6F92-7672-49EC-BBE0-0EE1871CFF95}"/>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740289402" name="Straight Connector 56707613">
            <a:extLst>
              <a:ext uri="{FF2B5EF4-FFF2-40B4-BE49-F238E27FC236}">
                <a16:creationId xmlns:a16="http://schemas.microsoft.com/office/drawing/2014/main" id="{34D791FB-4658-4049-BD43-89533A7C1D72}"/>
              </a:ext>
            </a:extLst>
          </p:cNvPr>
          <p:cNvSpPr>
            <a:spLocks noGrp="1"/>
          </p:cNvSpPr>
          <p:nvPr/>
        </p:nvSpPr>
        <p:spPr>
          <a:xfrm>
            <a:off x="1905000" y="5334000"/>
            <a:ext cx="7429500" cy="9525"/>
          </a:xfrm>
          <a:prstGeom prst="line">
            <a:avLst/>
          </a:prstGeom>
          <a:noFill/>
          <a:ln w="19050">
            <a:solidFill>
              <a:srgbClr val="94A3B8"/>
            </a:solidFill>
            <a:prstDash val="solid"/>
          </a:ln>
        </p:spPr>
        <p:txBody>
          <a:bodyPr/>
          <a:lstStyle/>
          <a:p>
            <a:pPr>
              <a:buNone/>
            </a:pPr>
            <a:endParaRPr/>
          </a:p>
        </p:txBody>
      </p:sp>
      <p:sp>
        <p:nvSpPr>
          <p:cNvPr id="486362419" name="Straight Connector 1473988392">
            <a:extLst>
              <a:ext uri="{FF2B5EF4-FFF2-40B4-BE49-F238E27FC236}">
                <a16:creationId xmlns:a16="http://schemas.microsoft.com/office/drawing/2014/main" id="{3C6557DA-F1F3-41E5-85F7-FBF93A398021}"/>
              </a:ext>
            </a:extLst>
          </p:cNvPr>
          <p:cNvSpPr>
            <a:spLocks noGrp="1"/>
          </p:cNvSpPr>
          <p:nvPr/>
        </p:nvSpPr>
        <p:spPr>
          <a:xfrm>
            <a:off x="1905000" y="2476500"/>
            <a:ext cx="9525" cy="2857500"/>
          </a:xfrm>
          <a:prstGeom prst="line">
            <a:avLst/>
          </a:prstGeom>
          <a:noFill/>
          <a:ln w="19050">
            <a:solidFill>
              <a:srgbClr val="94A3B8"/>
            </a:solidFill>
            <a:prstDash val="solid"/>
          </a:ln>
        </p:spPr>
        <p:txBody>
          <a:bodyPr/>
          <a:lstStyle/>
          <a:p>
            <a:pPr>
              <a:buNone/>
            </a:pPr>
            <a:endParaRPr/>
          </a:p>
        </p:txBody>
      </p:sp>
      <p:sp>
        <p:nvSpPr>
          <p:cNvPr id="1569126588" name="Rectangle 1804586365">
            <a:extLst>
              <a:ext uri="{FF2B5EF4-FFF2-40B4-BE49-F238E27FC236}">
                <a16:creationId xmlns:a16="http://schemas.microsoft.com/office/drawing/2014/main" id="{C4277EC8-D94B-4582-BFF1-9D536F7AC73B}"/>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325003937" name="Rectangle 1864669960">
            <a:extLst>
              <a:ext uri="{FF2B5EF4-FFF2-40B4-BE49-F238E27FC236}">
                <a16:creationId xmlns:a16="http://schemas.microsoft.com/office/drawing/2014/main" id="{48A05932-3AFA-4AA1-A557-24D14D3FD602}"/>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419005783" name="Oval 1888914903">
            <a:extLst>
              <a:ext uri="{FF2B5EF4-FFF2-40B4-BE49-F238E27FC236}">
                <a16:creationId xmlns:a16="http://schemas.microsoft.com/office/drawing/2014/main" id="{E338625E-5D04-42E8-B7C9-1ED2A13222E4}"/>
              </a:ext>
            </a:extLst>
          </p:cNvPr>
          <p:cNvSpPr>
            <a:spLocks noGrp="1"/>
          </p:cNvSpPr>
          <p:nvPr/>
        </p:nvSpPr>
        <p:spPr>
          <a:xfrm>
            <a:off x="2121218" y="4421765"/>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902116329" name="Oval 832749497">
            <a:extLst>
              <a:ext uri="{FF2B5EF4-FFF2-40B4-BE49-F238E27FC236}">
                <a16:creationId xmlns:a16="http://schemas.microsoft.com/office/drawing/2014/main" id="{EF9BE186-BBC3-46DE-8DD4-F20472729B30}"/>
              </a:ext>
            </a:extLst>
          </p:cNvPr>
          <p:cNvSpPr>
            <a:spLocks noGrp="1"/>
          </p:cNvSpPr>
          <p:nvPr/>
        </p:nvSpPr>
        <p:spPr>
          <a:xfrm>
            <a:off x="2566988" y="5097174"/>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317854745" name="Oval 2073900984">
            <a:extLst>
              <a:ext uri="{FF2B5EF4-FFF2-40B4-BE49-F238E27FC236}">
                <a16:creationId xmlns:a16="http://schemas.microsoft.com/office/drawing/2014/main" id="{0C53F590-88C2-4942-856B-8E1E74B91EAA}"/>
              </a:ext>
            </a:extLst>
          </p:cNvPr>
          <p:cNvSpPr>
            <a:spLocks noGrp="1"/>
          </p:cNvSpPr>
          <p:nvPr/>
        </p:nvSpPr>
        <p:spPr>
          <a:xfrm>
            <a:off x="2864168" y="4110038"/>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379096192" name="Oval 1025225897">
            <a:extLst>
              <a:ext uri="{FF2B5EF4-FFF2-40B4-BE49-F238E27FC236}">
                <a16:creationId xmlns:a16="http://schemas.microsoft.com/office/drawing/2014/main" id="{24A03FF3-6411-4548-BD39-19CE2C74AFD8}"/>
              </a:ext>
            </a:extLst>
          </p:cNvPr>
          <p:cNvSpPr>
            <a:spLocks noGrp="1"/>
          </p:cNvSpPr>
          <p:nvPr/>
        </p:nvSpPr>
        <p:spPr>
          <a:xfrm>
            <a:off x="3458528" y="4577628"/>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629143937" name="Oval 393992283">
            <a:extLst>
              <a:ext uri="{FF2B5EF4-FFF2-40B4-BE49-F238E27FC236}">
                <a16:creationId xmlns:a16="http://schemas.microsoft.com/office/drawing/2014/main" id="{612A05D8-7426-40F2-927A-160FB006FA07}"/>
              </a:ext>
            </a:extLst>
          </p:cNvPr>
          <p:cNvSpPr>
            <a:spLocks noGrp="1"/>
          </p:cNvSpPr>
          <p:nvPr/>
        </p:nvSpPr>
        <p:spPr>
          <a:xfrm>
            <a:off x="3755708" y="3798310"/>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354351702" name="Oval 1602577504">
            <a:extLst>
              <a:ext uri="{FF2B5EF4-FFF2-40B4-BE49-F238E27FC236}">
                <a16:creationId xmlns:a16="http://schemas.microsoft.com/office/drawing/2014/main" id="{8436A9D4-E3CC-4833-BDC5-DC44687AC125}"/>
              </a:ext>
            </a:extLst>
          </p:cNvPr>
          <p:cNvSpPr>
            <a:spLocks noGrp="1"/>
          </p:cNvSpPr>
          <p:nvPr/>
        </p:nvSpPr>
        <p:spPr>
          <a:xfrm>
            <a:off x="4201478" y="4785447"/>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795407915" name="Oval 1371923820">
            <a:extLst>
              <a:ext uri="{FF2B5EF4-FFF2-40B4-BE49-F238E27FC236}">
                <a16:creationId xmlns:a16="http://schemas.microsoft.com/office/drawing/2014/main" id="{35A7BEDF-959A-489C-A607-5955A26E2406}"/>
              </a:ext>
            </a:extLst>
          </p:cNvPr>
          <p:cNvSpPr>
            <a:spLocks noGrp="1"/>
          </p:cNvSpPr>
          <p:nvPr/>
        </p:nvSpPr>
        <p:spPr>
          <a:xfrm>
            <a:off x="4647248" y="3642447"/>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620225051" name="Oval 1753025884">
            <a:extLst>
              <a:ext uri="{FF2B5EF4-FFF2-40B4-BE49-F238E27FC236}">
                <a16:creationId xmlns:a16="http://schemas.microsoft.com/office/drawing/2014/main" id="{68E11EBD-6F95-4A35-A557-3F05883D63BF}"/>
              </a:ext>
            </a:extLst>
          </p:cNvPr>
          <p:cNvSpPr>
            <a:spLocks noGrp="1"/>
          </p:cNvSpPr>
          <p:nvPr/>
        </p:nvSpPr>
        <p:spPr>
          <a:xfrm>
            <a:off x="5093018" y="3954174"/>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548204283" name="Oval 1468286775">
            <a:extLst>
              <a:ext uri="{FF2B5EF4-FFF2-40B4-BE49-F238E27FC236}">
                <a16:creationId xmlns:a16="http://schemas.microsoft.com/office/drawing/2014/main" id="{C47D1504-FA5A-49C8-89C4-CFCAC5C23D1E}"/>
              </a:ext>
            </a:extLst>
          </p:cNvPr>
          <p:cNvSpPr>
            <a:spLocks noGrp="1"/>
          </p:cNvSpPr>
          <p:nvPr/>
        </p:nvSpPr>
        <p:spPr>
          <a:xfrm>
            <a:off x="5687378" y="3330719"/>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495125096" name="Oval 1303532533">
            <a:extLst>
              <a:ext uri="{FF2B5EF4-FFF2-40B4-BE49-F238E27FC236}">
                <a16:creationId xmlns:a16="http://schemas.microsoft.com/office/drawing/2014/main" id="{D672288E-96D7-4CFE-8816-F8AF9D49A39F}"/>
              </a:ext>
            </a:extLst>
          </p:cNvPr>
          <p:cNvSpPr>
            <a:spLocks noGrp="1"/>
          </p:cNvSpPr>
          <p:nvPr/>
        </p:nvSpPr>
        <p:spPr>
          <a:xfrm>
            <a:off x="5984558" y="4213947"/>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2091778841" name="Oval 1098580289">
            <a:extLst>
              <a:ext uri="{FF2B5EF4-FFF2-40B4-BE49-F238E27FC236}">
                <a16:creationId xmlns:a16="http://schemas.microsoft.com/office/drawing/2014/main" id="{34B709A1-F007-4C60-9AE4-A250C4C1A9AF}"/>
              </a:ext>
            </a:extLst>
          </p:cNvPr>
          <p:cNvSpPr>
            <a:spLocks noGrp="1"/>
          </p:cNvSpPr>
          <p:nvPr/>
        </p:nvSpPr>
        <p:spPr>
          <a:xfrm>
            <a:off x="6430328" y="3018992"/>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891269016" name="Oval 747856202">
            <a:extLst>
              <a:ext uri="{FF2B5EF4-FFF2-40B4-BE49-F238E27FC236}">
                <a16:creationId xmlns:a16="http://schemas.microsoft.com/office/drawing/2014/main" id="{9BB6DCA0-BF60-4C18-9170-2F3FD04EEEBF}"/>
              </a:ext>
            </a:extLst>
          </p:cNvPr>
          <p:cNvSpPr>
            <a:spLocks noGrp="1"/>
          </p:cNvSpPr>
          <p:nvPr/>
        </p:nvSpPr>
        <p:spPr>
          <a:xfrm>
            <a:off x="6876098" y="3590492"/>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558788859" name="Oval 1515170768">
            <a:extLst>
              <a:ext uri="{FF2B5EF4-FFF2-40B4-BE49-F238E27FC236}">
                <a16:creationId xmlns:a16="http://schemas.microsoft.com/office/drawing/2014/main" id="{E8D01930-667B-42A5-AB43-B36AA208D4F2}"/>
              </a:ext>
            </a:extLst>
          </p:cNvPr>
          <p:cNvSpPr>
            <a:spLocks noGrp="1"/>
          </p:cNvSpPr>
          <p:nvPr/>
        </p:nvSpPr>
        <p:spPr>
          <a:xfrm>
            <a:off x="7321868" y="2707265"/>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411643686" name="Oval 758272404">
            <a:extLst>
              <a:ext uri="{FF2B5EF4-FFF2-40B4-BE49-F238E27FC236}">
                <a16:creationId xmlns:a16="http://schemas.microsoft.com/office/drawing/2014/main" id="{D89AC6BB-F49E-4B4C-8C68-E6E4D7C8E2FE}"/>
              </a:ext>
            </a:extLst>
          </p:cNvPr>
          <p:cNvSpPr>
            <a:spLocks noGrp="1"/>
          </p:cNvSpPr>
          <p:nvPr/>
        </p:nvSpPr>
        <p:spPr>
          <a:xfrm>
            <a:off x="7767638" y="3278765"/>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686114865" name="Oval 539647180">
            <a:extLst>
              <a:ext uri="{FF2B5EF4-FFF2-40B4-BE49-F238E27FC236}">
                <a16:creationId xmlns:a16="http://schemas.microsoft.com/office/drawing/2014/main" id="{1A44065F-5036-4CA5-81DC-37F91D000B99}"/>
              </a:ext>
            </a:extLst>
          </p:cNvPr>
          <p:cNvSpPr>
            <a:spLocks noGrp="1"/>
          </p:cNvSpPr>
          <p:nvPr/>
        </p:nvSpPr>
        <p:spPr>
          <a:xfrm>
            <a:off x="8213408" y="2915083"/>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988655828" name="Oval 382130369">
            <a:extLst>
              <a:ext uri="{FF2B5EF4-FFF2-40B4-BE49-F238E27FC236}">
                <a16:creationId xmlns:a16="http://schemas.microsoft.com/office/drawing/2014/main" id="{CB5C1132-9A78-4FCC-BBA8-A86A021FBB50}"/>
              </a:ext>
            </a:extLst>
          </p:cNvPr>
          <p:cNvSpPr>
            <a:spLocks noGrp="1"/>
          </p:cNvSpPr>
          <p:nvPr/>
        </p:nvSpPr>
        <p:spPr>
          <a:xfrm>
            <a:off x="8659178" y="3850265"/>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278539240" name="Oval 347626963">
            <a:extLst>
              <a:ext uri="{FF2B5EF4-FFF2-40B4-BE49-F238E27FC236}">
                <a16:creationId xmlns:a16="http://schemas.microsoft.com/office/drawing/2014/main" id="{58A96BDD-295D-4BF7-9DE2-70530ABE1B80}"/>
              </a:ext>
            </a:extLst>
          </p:cNvPr>
          <p:cNvSpPr>
            <a:spLocks noGrp="1"/>
          </p:cNvSpPr>
          <p:nvPr/>
        </p:nvSpPr>
        <p:spPr>
          <a:xfrm>
            <a:off x="8956358" y="2551401"/>
            <a:ext cx="161925" cy="161925"/>
          </a:xfrm>
          <a:prstGeom prst="ellipse">
            <a:avLst/>
          </a:prstGeom>
          <a:solidFill>
            <a:srgbClr val="2563EB"/>
          </a:solidFill>
          <a:ln w="19050">
            <a:solidFill>
              <a:srgbClr val="2563EB"/>
            </a:solidFill>
            <a:prstDash val="solid"/>
          </a:ln>
        </p:spPr>
        <p:txBody>
          <a:bodyPr/>
          <a:lstStyle/>
          <a:p>
            <a:pPr>
              <a:buNone/>
            </a:pPr>
            <a:endParaRPr/>
          </a:p>
        </p:txBody>
      </p:sp>
      <p:sp>
        <p:nvSpPr>
          <p:cNvPr id="1239644385" name="Rectangle: Rounded Corners 1734367546">
            <a:extLst>
              <a:ext uri="{FF2B5EF4-FFF2-40B4-BE49-F238E27FC236}">
                <a16:creationId xmlns:a16="http://schemas.microsoft.com/office/drawing/2014/main" id="{E19DF66F-F88F-4EBF-9673-4CC094CB5001}"/>
              </a:ext>
            </a:extLst>
          </p:cNvPr>
          <p:cNvSpPr>
            <a:spLocks noGrp="1"/>
          </p:cNvSpPr>
          <p:nvPr/>
        </p:nvSpPr>
        <p:spPr>
          <a:xfrm>
            <a:off x="9477375" y="2714625"/>
            <a:ext cx="1619250" cy="552450"/>
          </a:xfrm>
          <a:prstGeom prst="roundRect">
            <a:avLst>
              <a:gd name="adj" fmla="val 20690"/>
            </a:avLst>
          </a:prstGeom>
          <a:solidFill>
            <a:srgbClr val="E0F2FE"/>
          </a:solidFill>
          <a:ln w="14288">
            <a:solidFill>
              <a:srgbClr val="2563EB"/>
            </a:solidFill>
            <a:prstDash val="solid"/>
          </a:ln>
        </p:spPr>
        <p:txBody>
          <a:bodyPr/>
          <a:lstStyle/>
          <a:p>
            <a:pPr algn="ctr">
              <a:buNone/>
              <a:defRPr sz="1650" b="1">
                <a:solidFill>
                  <a:srgbClr val="2563EB"/>
                </a:solidFill>
              </a:defRPr>
            </a:pPr>
            <a:r>
              <a:rPr sz="1650" b="1">
                <a:solidFill>
                  <a:srgbClr val="2563EB"/>
                </a:solidFill>
              </a:rPr>
              <a:t>x = attendance</a:t>
            </a:r>
          </a:p>
        </p:txBody>
      </p:sp>
      <p:sp>
        <p:nvSpPr>
          <p:cNvPr id="1090904706" name="Rectangle: Rounded Corners 1497716320">
            <a:extLst>
              <a:ext uri="{FF2B5EF4-FFF2-40B4-BE49-F238E27FC236}">
                <a16:creationId xmlns:a16="http://schemas.microsoft.com/office/drawing/2014/main" id="{0B41428B-5786-44A5-A1B2-CC57A6269E83}"/>
              </a:ext>
            </a:extLst>
          </p:cNvPr>
          <p:cNvSpPr>
            <a:spLocks noGrp="1"/>
          </p:cNvSpPr>
          <p:nvPr/>
        </p:nvSpPr>
        <p:spPr>
          <a:xfrm>
            <a:off x="9477375" y="3429000"/>
            <a:ext cx="1619250" cy="552450"/>
          </a:xfrm>
          <a:prstGeom prst="roundRect">
            <a:avLst>
              <a:gd name="adj" fmla="val 20690"/>
            </a:avLst>
          </a:prstGeom>
          <a:solidFill>
            <a:srgbClr val="DCFCE7"/>
          </a:solidFill>
          <a:ln w="14288">
            <a:solidFill>
              <a:srgbClr val="10B981"/>
            </a:solidFill>
            <a:prstDash val="solid"/>
          </a:ln>
        </p:spPr>
        <p:txBody>
          <a:bodyPr/>
          <a:lstStyle/>
          <a:p>
            <a:pPr algn="ctr">
              <a:buNone/>
              <a:defRPr sz="1650" b="1">
                <a:solidFill>
                  <a:srgbClr val="10B981"/>
                </a:solidFill>
              </a:defRPr>
            </a:pPr>
            <a:r>
              <a:rPr sz="1650" b="1">
                <a:solidFill>
                  <a:srgbClr val="10B981"/>
                </a:solidFill>
              </a:rPr>
              <a:t>y = grade</a:t>
            </a:r>
          </a:p>
        </p:txBody>
      </p:sp>
      <p:sp>
        <p:nvSpPr>
          <p:cNvPr id="1129807068" name="Rectangle: Rounded Corners 119055209">
            <a:extLst>
              <a:ext uri="{FF2B5EF4-FFF2-40B4-BE49-F238E27FC236}">
                <a16:creationId xmlns:a16="http://schemas.microsoft.com/office/drawing/2014/main" id="{A6D97C27-493B-4D5D-9B80-674314F2D389}"/>
              </a:ext>
            </a:extLst>
          </p:cNvPr>
          <p:cNvSpPr>
            <a:spLocks noGrp="1"/>
          </p:cNvSpPr>
          <p:nvPr/>
        </p:nvSpPr>
        <p:spPr>
          <a:xfrm>
            <a:off x="9477375" y="4143375"/>
            <a:ext cx="1619250" cy="552450"/>
          </a:xfrm>
          <a:prstGeom prst="roundRect">
            <a:avLst>
              <a:gd name="adj" fmla="val 20690"/>
            </a:avLst>
          </a:prstGeom>
          <a:solidFill>
            <a:srgbClr val="FEF3C7"/>
          </a:solidFill>
          <a:ln w="14288">
            <a:solidFill>
              <a:srgbClr val="F97316"/>
            </a:solidFill>
            <a:prstDash val="solid"/>
          </a:ln>
        </p:spPr>
        <p:txBody>
          <a:bodyPr/>
          <a:lstStyle/>
          <a:p>
            <a:pPr algn="ctr">
              <a:buNone/>
              <a:defRPr sz="1600" b="1">
                <a:solidFill>
                  <a:srgbClr val="F97316"/>
                </a:solidFill>
              </a:defRPr>
            </a:pPr>
            <a:r>
              <a:rPr sz="1600" b="1">
                <a:solidFill>
                  <a:srgbClr val="F97316"/>
                </a:solidFill>
              </a:rPr>
              <a:t>line = prediction</a:t>
            </a:r>
          </a:p>
        </p:txBody>
      </p:sp>
      <p:sp>
        <p:nvSpPr>
          <p:cNvPr id="1999932474" name="Rectangle 1782549367">
            <a:extLst>
              <a:ext uri="{FF2B5EF4-FFF2-40B4-BE49-F238E27FC236}">
                <a16:creationId xmlns:a16="http://schemas.microsoft.com/office/drawing/2014/main" id="{7678AA4B-DA17-4C2A-8EBA-E0A00F3086A7}"/>
              </a:ext>
            </a:extLst>
          </p:cNvPr>
          <p:cNvSpPr>
            <a:spLocks noGrp="1"/>
          </p:cNvSpPr>
          <p:nvPr/>
        </p:nvSpPr>
        <p:spPr>
          <a:xfrm>
            <a:off x="3257550" y="1695450"/>
            <a:ext cx="4953000" cy="5715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more attendance,</a:t>
            </a:r>
          </a:p>
          <a:p>
            <a:pPr algn="ctr">
              <a:buNone/>
              <a:defRPr sz="2100" b="1">
                <a:solidFill>
                  <a:srgbClr val="2563EB"/>
                </a:solidFill>
              </a:defRPr>
            </a:pPr>
            <a:r>
              <a:rPr sz="2100" b="1">
                <a:solidFill>
                  <a:srgbClr val="2563EB"/>
                </a:solidFill>
              </a:rPr>
              <a:t>higher predicted grade</a:t>
            </a:r>
          </a:p>
        </p:txBody>
      </p:sp>
      <p:sp>
        <p:nvSpPr>
          <p:cNvPr id="1869973809" name="Rectangle 1717240199">
            <a:extLst>
              <a:ext uri="{FF2B5EF4-FFF2-40B4-BE49-F238E27FC236}">
                <a16:creationId xmlns:a16="http://schemas.microsoft.com/office/drawing/2014/main" id="{E8C24286-258D-4321-BE6D-EE2CCD1A2F1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a:t>
            </a:r>
          </a:p>
        </p:txBody>
      </p:sp>
      <p:sp>
        <p:nvSpPr>
          <p:cNvPr id="835731024" name="solidguide_flipV">
            <a:extLst>
              <a:ext uri="{FF2B5EF4-FFF2-40B4-BE49-F238E27FC236}">
                <a16:creationId xmlns:a16="http://schemas.microsoft.com/office/drawing/2014/main" id="{D8EFF1D3-76E8-41A1-B175-5D9CDA0CA218}"/>
              </a:ext>
            </a:extLst>
          </p:cNvPr>
          <p:cNvSpPr>
            <a:spLocks noGrp="1"/>
          </p:cNvSpPr>
          <p:nvPr/>
        </p:nvSpPr>
        <p:spPr>
          <a:xfrm flipV="1">
            <a:off x="2339340" y="2951569"/>
            <a:ext cx="6370320" cy="1623517"/>
          </a:xfrm>
          <a:prstGeom prst="line">
            <a:avLst/>
          </a:prstGeom>
          <a:noFill/>
          <a:ln w="30480">
            <a:solidFill>
              <a:srgbClr val="F97316"/>
            </a:solidFill>
            <a:prstDash val="solid"/>
          </a:ln>
        </p:spPr>
        <p:txBody>
          <a:bodyPr/>
          <a:lstStyle/>
          <a:p>
            <a:pPr>
              <a:buNone/>
            </a:pPr>
            <a:endParaRPr/>
          </a:p>
        </p:txBody>
      </p:sp>
    </p:spTree>
    <p:extLst>
      <p:ext uri="{BB962C8B-B14F-4D97-AF65-F5344CB8AC3E}">
        <p14:creationId xmlns:p14="http://schemas.microsoft.com/office/powerpoint/2010/main" val="710871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9004947" name="Rectangle 876043219">
            <a:extLst>
              <a:ext uri="{FF2B5EF4-FFF2-40B4-BE49-F238E27FC236}">
                <a16:creationId xmlns:a16="http://schemas.microsoft.com/office/drawing/2014/main" id="{52600EAD-09C3-4C5B-8FE5-DDE5EAF15FA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529528349" name="Rectangle 1970303406">
            <a:extLst>
              <a:ext uri="{FF2B5EF4-FFF2-40B4-BE49-F238E27FC236}">
                <a16:creationId xmlns:a16="http://schemas.microsoft.com/office/drawing/2014/main" id="{E6A3A64A-E776-4E0F-A12D-BF11DD85914B}"/>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Nonlinear regression allows curves</a:t>
            </a:r>
          </a:p>
        </p:txBody>
      </p:sp>
      <p:sp>
        <p:nvSpPr>
          <p:cNvPr id="1636699934" name="Rectangle: Rounded Corners 1375366023">
            <a:extLst>
              <a:ext uri="{FF2B5EF4-FFF2-40B4-BE49-F238E27FC236}">
                <a16:creationId xmlns:a16="http://schemas.microsoft.com/office/drawing/2014/main" id="{8A89ABBB-BD5D-4056-B1FD-6F2A9E4B5A0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397344963" name="Straight Connector 1537688957">
            <a:extLst>
              <a:ext uri="{FF2B5EF4-FFF2-40B4-BE49-F238E27FC236}">
                <a16:creationId xmlns:a16="http://schemas.microsoft.com/office/drawing/2014/main" id="{02F77731-E755-41B4-AB82-E7869BC3D70E}"/>
              </a:ext>
            </a:extLst>
          </p:cNvPr>
          <p:cNvSpPr>
            <a:spLocks noGrp="1"/>
          </p:cNvSpPr>
          <p:nvPr/>
        </p:nvSpPr>
        <p:spPr>
          <a:xfrm>
            <a:off x="1905000" y="5429250"/>
            <a:ext cx="7239000" cy="9525"/>
          </a:xfrm>
          <a:prstGeom prst="line">
            <a:avLst/>
          </a:prstGeom>
          <a:noFill/>
          <a:ln w="19050">
            <a:solidFill>
              <a:srgbClr val="94A3B8"/>
            </a:solidFill>
            <a:prstDash val="solid"/>
          </a:ln>
        </p:spPr>
        <p:txBody>
          <a:bodyPr/>
          <a:lstStyle/>
          <a:p>
            <a:pPr>
              <a:buNone/>
            </a:pPr>
            <a:endParaRPr/>
          </a:p>
        </p:txBody>
      </p:sp>
      <p:sp>
        <p:nvSpPr>
          <p:cNvPr id="2105313766" name="Straight Connector 2007704337">
            <a:extLst>
              <a:ext uri="{FF2B5EF4-FFF2-40B4-BE49-F238E27FC236}">
                <a16:creationId xmlns:a16="http://schemas.microsoft.com/office/drawing/2014/main" id="{F8F21DBA-A8A5-45C9-8D92-56E06BAB5645}"/>
              </a:ext>
            </a:extLst>
          </p:cNvPr>
          <p:cNvSpPr>
            <a:spLocks noGrp="1"/>
          </p:cNvSpPr>
          <p:nvPr/>
        </p:nvSpPr>
        <p:spPr>
          <a:xfrm>
            <a:off x="1905000" y="2400300"/>
            <a:ext cx="9525" cy="3028950"/>
          </a:xfrm>
          <a:prstGeom prst="line">
            <a:avLst/>
          </a:prstGeom>
          <a:noFill/>
          <a:ln w="19050">
            <a:solidFill>
              <a:srgbClr val="94A3B8"/>
            </a:solidFill>
            <a:prstDash val="solid"/>
          </a:ln>
        </p:spPr>
        <p:txBody>
          <a:bodyPr/>
          <a:lstStyle/>
          <a:p>
            <a:pPr>
              <a:buNone/>
            </a:pPr>
            <a:endParaRPr/>
          </a:p>
        </p:txBody>
      </p:sp>
      <p:sp>
        <p:nvSpPr>
          <p:cNvPr id="1503158961" name="Rectangle 65599505">
            <a:extLst>
              <a:ext uri="{FF2B5EF4-FFF2-40B4-BE49-F238E27FC236}">
                <a16:creationId xmlns:a16="http://schemas.microsoft.com/office/drawing/2014/main" id="{C8025C2F-87FB-4AF7-896A-024B8CE51D54}"/>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431838291" name="Rectangle 1251237696">
            <a:extLst>
              <a:ext uri="{FF2B5EF4-FFF2-40B4-BE49-F238E27FC236}">
                <a16:creationId xmlns:a16="http://schemas.microsoft.com/office/drawing/2014/main" id="{0D512F47-DC9B-45DD-80E9-FA70D67B3AA2}"/>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204608762" name="Oval 1695470153">
            <a:extLst>
              <a:ext uri="{FF2B5EF4-FFF2-40B4-BE49-F238E27FC236}">
                <a16:creationId xmlns:a16="http://schemas.microsoft.com/office/drawing/2014/main" id="{4ECF41B5-A039-43C0-8E9D-0A6100A74BE4}"/>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470398876" name="Oval 815448562">
            <a:extLst>
              <a:ext uri="{FF2B5EF4-FFF2-40B4-BE49-F238E27FC236}">
                <a16:creationId xmlns:a16="http://schemas.microsoft.com/office/drawing/2014/main" id="{FC02E9F0-57CA-47FD-838E-5318D7A6C372}"/>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392244500" name="Oval 1303472677">
            <a:extLst>
              <a:ext uri="{FF2B5EF4-FFF2-40B4-BE49-F238E27FC236}">
                <a16:creationId xmlns:a16="http://schemas.microsoft.com/office/drawing/2014/main" id="{CF990620-635B-43E2-B52B-92D4D54C7664}"/>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763212450" name="Oval 674269756">
            <a:extLst>
              <a:ext uri="{FF2B5EF4-FFF2-40B4-BE49-F238E27FC236}">
                <a16:creationId xmlns:a16="http://schemas.microsoft.com/office/drawing/2014/main" id="{3C3C3AC9-F1BC-43E6-AEDF-704FFDBFDE15}"/>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550403553" name="Oval 163294809">
            <a:extLst>
              <a:ext uri="{FF2B5EF4-FFF2-40B4-BE49-F238E27FC236}">
                <a16:creationId xmlns:a16="http://schemas.microsoft.com/office/drawing/2014/main" id="{8E2F02BE-301E-489C-AFB3-A3077A6D3E4E}"/>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388028778" name="Oval 1733278306">
            <a:extLst>
              <a:ext uri="{FF2B5EF4-FFF2-40B4-BE49-F238E27FC236}">
                <a16:creationId xmlns:a16="http://schemas.microsoft.com/office/drawing/2014/main" id="{4AF9D38B-84DE-42E5-BFDF-B15720D97C37}"/>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061125041" name="Oval 880799253">
            <a:extLst>
              <a:ext uri="{FF2B5EF4-FFF2-40B4-BE49-F238E27FC236}">
                <a16:creationId xmlns:a16="http://schemas.microsoft.com/office/drawing/2014/main" id="{12B4EF59-4042-4127-8664-2CF1048D6621}"/>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010581986" name="Oval 834346434">
            <a:extLst>
              <a:ext uri="{FF2B5EF4-FFF2-40B4-BE49-F238E27FC236}">
                <a16:creationId xmlns:a16="http://schemas.microsoft.com/office/drawing/2014/main" id="{B9265B26-DF07-4029-96DD-F9BF9B32C370}"/>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234620018" name="Oval 558427810">
            <a:extLst>
              <a:ext uri="{FF2B5EF4-FFF2-40B4-BE49-F238E27FC236}">
                <a16:creationId xmlns:a16="http://schemas.microsoft.com/office/drawing/2014/main" id="{52878FDE-0AC4-47E9-BB53-2F6C5DB03C1B}"/>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392540734" name="Oval 1580509645">
            <a:extLst>
              <a:ext uri="{FF2B5EF4-FFF2-40B4-BE49-F238E27FC236}">
                <a16:creationId xmlns:a16="http://schemas.microsoft.com/office/drawing/2014/main" id="{4CB5A34F-F6E5-401E-B30D-E319A96CE62E}"/>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898467608" name="Oval 572736301">
            <a:extLst>
              <a:ext uri="{FF2B5EF4-FFF2-40B4-BE49-F238E27FC236}">
                <a16:creationId xmlns:a16="http://schemas.microsoft.com/office/drawing/2014/main" id="{1AAE8789-5D09-484F-AA2E-AECBE1623573}"/>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962053470" name="Oval 777734922">
            <a:extLst>
              <a:ext uri="{FF2B5EF4-FFF2-40B4-BE49-F238E27FC236}">
                <a16:creationId xmlns:a16="http://schemas.microsoft.com/office/drawing/2014/main" id="{17A6322A-9280-4CA3-882C-ACAF27320926}"/>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584758779" name="Oval 113252181">
            <a:extLst>
              <a:ext uri="{FF2B5EF4-FFF2-40B4-BE49-F238E27FC236}">
                <a16:creationId xmlns:a16="http://schemas.microsoft.com/office/drawing/2014/main" id="{AAC7EF3F-7658-47CD-896F-61D49B503CB8}"/>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925710184" name="Oval 1702038152">
            <a:extLst>
              <a:ext uri="{FF2B5EF4-FFF2-40B4-BE49-F238E27FC236}">
                <a16:creationId xmlns:a16="http://schemas.microsoft.com/office/drawing/2014/main" id="{CDCB7265-BFB0-46B6-8AFA-C9A33B6351B7}"/>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2059638902" name="Oval 1781702022">
            <a:extLst>
              <a:ext uri="{FF2B5EF4-FFF2-40B4-BE49-F238E27FC236}">
                <a16:creationId xmlns:a16="http://schemas.microsoft.com/office/drawing/2014/main" id="{6C45CB4C-BC77-4E9B-8B07-2A7260D1DE08}"/>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013417614" name="Oval 164012884">
            <a:extLst>
              <a:ext uri="{FF2B5EF4-FFF2-40B4-BE49-F238E27FC236}">
                <a16:creationId xmlns:a16="http://schemas.microsoft.com/office/drawing/2014/main" id="{35BED942-C894-414B-9F76-A20AB4607E29}"/>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307922178" name="Oval 991339259">
            <a:extLst>
              <a:ext uri="{FF2B5EF4-FFF2-40B4-BE49-F238E27FC236}">
                <a16:creationId xmlns:a16="http://schemas.microsoft.com/office/drawing/2014/main" id="{59F498A4-43C8-40A7-B15E-BB17EF8D5679}"/>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2089567069" name="Rectangle: Rounded Corners 2031926644">
            <a:extLst>
              <a:ext uri="{FF2B5EF4-FFF2-40B4-BE49-F238E27FC236}">
                <a16:creationId xmlns:a16="http://schemas.microsoft.com/office/drawing/2014/main" id="{160BF726-E329-4E95-A5D4-7B884E25F2BE}"/>
              </a:ext>
            </a:extLst>
          </p:cNvPr>
          <p:cNvSpPr>
            <a:spLocks noGrp="1"/>
          </p:cNvSpPr>
          <p:nvPr/>
        </p:nvSpPr>
        <p:spPr>
          <a:xfrm>
            <a:off x="9477375" y="3000375"/>
            <a:ext cx="142875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linear</a:t>
            </a:r>
          </a:p>
        </p:txBody>
      </p:sp>
      <p:sp>
        <p:nvSpPr>
          <p:cNvPr id="12374616" name="Rectangle: Rounded Corners 1514015500">
            <a:extLst>
              <a:ext uri="{FF2B5EF4-FFF2-40B4-BE49-F238E27FC236}">
                <a16:creationId xmlns:a16="http://schemas.microsoft.com/office/drawing/2014/main" id="{E940B29F-80C2-4565-BC9D-60D8D339405B}"/>
              </a:ext>
            </a:extLst>
          </p:cNvPr>
          <p:cNvSpPr>
            <a:spLocks noGrp="1"/>
          </p:cNvSpPr>
          <p:nvPr/>
        </p:nvSpPr>
        <p:spPr>
          <a:xfrm>
            <a:off x="9477375" y="3714750"/>
            <a:ext cx="142875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nonlinear</a:t>
            </a:r>
          </a:p>
        </p:txBody>
      </p:sp>
      <p:sp>
        <p:nvSpPr>
          <p:cNvPr id="1965287027" name="Rectangle 738739686">
            <a:extLst>
              <a:ext uri="{FF2B5EF4-FFF2-40B4-BE49-F238E27FC236}">
                <a16:creationId xmlns:a16="http://schemas.microsoft.com/office/drawing/2014/main" id="{214B8E12-A36D-4FA3-894C-D5A63F82A9AE}"/>
              </a:ext>
            </a:extLst>
          </p:cNvPr>
          <p:cNvSpPr>
            <a:spLocks noGrp="1"/>
          </p:cNvSpPr>
          <p:nvPr/>
        </p:nvSpPr>
        <p:spPr>
          <a:xfrm>
            <a:off x="3381375" y="1714500"/>
            <a:ext cx="5429250" cy="342900"/>
          </a:xfrm>
          <a:prstGeom prst="rect">
            <a:avLst/>
          </a:prstGeom>
          <a:noFill/>
          <a:ln w="0">
            <a:noFill/>
            <a:prstDash val="solid"/>
          </a:ln>
        </p:spPr>
        <p:txBody>
          <a:bodyPr/>
          <a:lstStyle/>
          <a:p>
            <a:pPr algn="ctr">
              <a:buNone/>
              <a:defRPr sz="2100" b="1">
                <a:solidFill>
                  <a:srgbClr val="10B981"/>
                </a:solidFill>
              </a:defRPr>
            </a:pPr>
            <a:r>
              <a:rPr sz="2100" b="1">
                <a:solidFill>
                  <a:srgbClr val="10B981"/>
                </a:solidFill>
              </a:rPr>
              <a:t>same task, more flexible shape</a:t>
            </a:r>
          </a:p>
        </p:txBody>
      </p:sp>
      <p:sp>
        <p:nvSpPr>
          <p:cNvPr id="1209093286" name="Rectangle 1843306662">
            <a:extLst>
              <a:ext uri="{FF2B5EF4-FFF2-40B4-BE49-F238E27FC236}">
                <a16:creationId xmlns:a16="http://schemas.microsoft.com/office/drawing/2014/main" id="{415DA6B5-7CE3-4A51-8905-AA47C3AD6C7B}"/>
              </a:ext>
            </a:extLst>
          </p:cNvPr>
          <p:cNvSpPr>
            <a:spLocks noGrp="1"/>
          </p:cNvSpPr>
          <p:nvPr/>
        </p:nvSpPr>
        <p:spPr>
          <a:xfrm>
            <a:off x="9334500" y="4619625"/>
            <a:ext cx="1714500" cy="381000"/>
          </a:xfrm>
          <a:prstGeom prst="rect">
            <a:avLst/>
          </a:prstGeom>
          <a:noFill/>
          <a:ln w="0">
            <a:noFill/>
            <a:prstDash val="solid"/>
          </a:ln>
        </p:spPr>
        <p:txBody>
          <a:bodyPr/>
          <a:lstStyle/>
          <a:p>
            <a:pPr algn="ctr">
              <a:buNone/>
              <a:defRPr sz="2250" b="1">
                <a:solidFill>
                  <a:srgbClr val="10B981"/>
                </a:solidFill>
              </a:defRPr>
            </a:pPr>
            <a:r>
              <a:rPr sz="2250" b="1">
                <a:solidFill>
                  <a:srgbClr val="10B981"/>
                </a:solidFill>
              </a:rPr>
              <a:t>y_hat = f(x)</a:t>
            </a:r>
          </a:p>
        </p:txBody>
      </p:sp>
      <p:sp>
        <p:nvSpPr>
          <p:cNvPr id="1918864731" name="Rectangle 940562735">
            <a:extLst>
              <a:ext uri="{FF2B5EF4-FFF2-40B4-BE49-F238E27FC236}">
                <a16:creationId xmlns:a16="http://schemas.microsoft.com/office/drawing/2014/main" id="{D14116F3-D13E-4E71-A9C2-A73583A49E5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a:t>
            </a:r>
          </a:p>
        </p:txBody>
      </p:sp>
      <p:sp>
        <p:nvSpPr>
          <p:cNvPr id="315746637" name="solidguide_flipV">
            <a:extLst>
              <a:ext uri="{FF2B5EF4-FFF2-40B4-BE49-F238E27FC236}">
                <a16:creationId xmlns:a16="http://schemas.microsoft.com/office/drawing/2014/main" id="{3A08E8BE-4366-421A-B4A5-AA39D162F990}"/>
              </a:ext>
            </a:extLst>
          </p:cNvPr>
          <p:cNvSpPr>
            <a:spLocks noGrp="1"/>
          </p:cNvSpPr>
          <p:nvPr/>
        </p:nvSpPr>
        <p:spPr>
          <a:xfrm flipV="1">
            <a:off x="2194560" y="2877773"/>
            <a:ext cx="6804660" cy="1734212"/>
          </a:xfrm>
          <a:prstGeom prst="line">
            <a:avLst/>
          </a:prstGeom>
          <a:noFill/>
          <a:ln w="23813">
            <a:solidFill>
              <a:srgbClr val="F97316"/>
            </a:solidFill>
            <a:prstDash val="solid"/>
          </a:ln>
        </p:spPr>
        <p:txBody>
          <a:bodyPr/>
          <a:lstStyle/>
          <a:p>
            <a:pPr>
              <a:buNone/>
            </a:pPr>
            <a:endParaRPr/>
          </a:p>
        </p:txBody>
      </p:sp>
      <p:pic>
        <p:nvPicPr>
          <p:cNvPr id="2105313798" name="Graphic 2031926676"/>
          <p:cNvPicPr>
            <a:picLocks noChangeAspect="1"/>
          </p:cNvPicPr>
          <p:nvPr/>
        </p:nvPicPr>
        <p:blipFill rotWithShape="1">
          <a:blip>
            <a:extLst>
              <a:ext uri="{96DAC541-7B7A-43D3-8B79-37D633B846F1}">
                <asvg:svgBlip xmlns:asvg="http://schemas.microsoft.com/office/drawing/2016/SVG/main" r:embed="rId3"/>
              </a:ext>
            </a:extLst>
          </a:blip>
          <a:stretch/>
        </p:blipFill>
        <p:spPr>
          <a:xfrm>
            <a:off x="1905000" y="2400300"/>
            <a:ext cx="7239000" cy="3028950"/>
          </a:xfrm>
          <a:prstGeom prst="rect">
            <a:avLst/>
          </a:prstGeom>
        </p:spPr>
      </p:pic>
    </p:spTree>
    <p:extLst>
      <p:ext uri="{BB962C8B-B14F-4D97-AF65-F5344CB8AC3E}">
        <p14:creationId xmlns:p14="http://schemas.microsoft.com/office/powerpoint/2010/main" val="660561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0184666" name="Rectangle 1896240478">
            <a:extLst>
              <a:ext uri="{FF2B5EF4-FFF2-40B4-BE49-F238E27FC236}">
                <a16:creationId xmlns:a16="http://schemas.microsoft.com/office/drawing/2014/main" id="{70168101-E6BF-46F0-BD42-BC824524D2D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549036564" name="Rectangle 574298503">
            <a:extLst>
              <a:ext uri="{FF2B5EF4-FFF2-40B4-BE49-F238E27FC236}">
                <a16:creationId xmlns:a16="http://schemas.microsoft.com/office/drawing/2014/main" id="{2ACF0221-F7D3-4EF8-8395-40F077A529E2}"/>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Too much flexibility can overfit</a:t>
            </a:r>
          </a:p>
        </p:txBody>
      </p:sp>
      <p:sp>
        <p:nvSpPr>
          <p:cNvPr id="652858880" name="Rectangle: Rounded Corners 682947437">
            <a:extLst>
              <a:ext uri="{FF2B5EF4-FFF2-40B4-BE49-F238E27FC236}">
                <a16:creationId xmlns:a16="http://schemas.microsoft.com/office/drawing/2014/main" id="{3BDB5D0C-4265-4F8A-BB03-2534796E11C5}"/>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539457558" name="Straight Connector 1968719096">
            <a:extLst>
              <a:ext uri="{FF2B5EF4-FFF2-40B4-BE49-F238E27FC236}">
                <a16:creationId xmlns:a16="http://schemas.microsoft.com/office/drawing/2014/main" id="{774C252D-CE62-4E5B-BB0F-D9EAA6F264C0}"/>
              </a:ext>
            </a:extLst>
          </p:cNvPr>
          <p:cNvSpPr>
            <a:spLocks noGrp="1"/>
          </p:cNvSpPr>
          <p:nvPr/>
        </p:nvSpPr>
        <p:spPr>
          <a:xfrm>
            <a:off x="1905000" y="5429250"/>
            <a:ext cx="7239000" cy="9525"/>
          </a:xfrm>
          <a:prstGeom prst="line">
            <a:avLst/>
          </a:prstGeom>
          <a:noFill/>
          <a:ln w="19050">
            <a:solidFill>
              <a:srgbClr val="94A3B8"/>
            </a:solidFill>
            <a:prstDash val="solid"/>
          </a:ln>
        </p:spPr>
        <p:txBody>
          <a:bodyPr/>
          <a:lstStyle/>
          <a:p>
            <a:pPr>
              <a:buNone/>
            </a:pPr>
            <a:endParaRPr/>
          </a:p>
        </p:txBody>
      </p:sp>
      <p:sp>
        <p:nvSpPr>
          <p:cNvPr id="2138325803" name="Straight Connector 1324465773">
            <a:extLst>
              <a:ext uri="{FF2B5EF4-FFF2-40B4-BE49-F238E27FC236}">
                <a16:creationId xmlns:a16="http://schemas.microsoft.com/office/drawing/2014/main" id="{0874A428-7BE5-4AB0-82B5-498C76CA797A}"/>
              </a:ext>
            </a:extLst>
          </p:cNvPr>
          <p:cNvSpPr>
            <a:spLocks noGrp="1"/>
          </p:cNvSpPr>
          <p:nvPr/>
        </p:nvSpPr>
        <p:spPr>
          <a:xfrm>
            <a:off x="1905000" y="2400300"/>
            <a:ext cx="9525" cy="3028950"/>
          </a:xfrm>
          <a:prstGeom prst="line">
            <a:avLst/>
          </a:prstGeom>
          <a:noFill/>
          <a:ln w="19050">
            <a:solidFill>
              <a:srgbClr val="94A3B8"/>
            </a:solidFill>
            <a:prstDash val="solid"/>
          </a:ln>
        </p:spPr>
        <p:txBody>
          <a:bodyPr/>
          <a:lstStyle/>
          <a:p>
            <a:pPr>
              <a:buNone/>
            </a:pPr>
            <a:endParaRPr/>
          </a:p>
        </p:txBody>
      </p:sp>
      <p:sp>
        <p:nvSpPr>
          <p:cNvPr id="1295883373" name="Rectangle 910257484">
            <a:extLst>
              <a:ext uri="{FF2B5EF4-FFF2-40B4-BE49-F238E27FC236}">
                <a16:creationId xmlns:a16="http://schemas.microsoft.com/office/drawing/2014/main" id="{4435408D-CF82-4A08-9DC3-EA07BEA30C3B}"/>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2116580719" name="Rectangle 1246496868">
            <a:extLst>
              <a:ext uri="{FF2B5EF4-FFF2-40B4-BE49-F238E27FC236}">
                <a16:creationId xmlns:a16="http://schemas.microsoft.com/office/drawing/2014/main" id="{A4A8E360-ABC9-4F55-B5B1-DFDAF9F3D6A0}"/>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455568600" name="Oval 1811837015">
            <a:extLst>
              <a:ext uri="{FF2B5EF4-FFF2-40B4-BE49-F238E27FC236}">
                <a16:creationId xmlns:a16="http://schemas.microsoft.com/office/drawing/2014/main" id="{BB4D8DFA-5045-41A1-AB0D-AF8F3FEE6937}"/>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159467135" name="Oval 453346286">
            <a:extLst>
              <a:ext uri="{FF2B5EF4-FFF2-40B4-BE49-F238E27FC236}">
                <a16:creationId xmlns:a16="http://schemas.microsoft.com/office/drawing/2014/main" id="{7393FA95-CE3F-4EAA-B568-2AE86903EC82}"/>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2069348989" name="Oval 1618228278">
            <a:extLst>
              <a:ext uri="{FF2B5EF4-FFF2-40B4-BE49-F238E27FC236}">
                <a16:creationId xmlns:a16="http://schemas.microsoft.com/office/drawing/2014/main" id="{5B4E054C-F628-4F6F-A1F7-E912395DEEF9}"/>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343066438" name="Oval 2089599102">
            <a:extLst>
              <a:ext uri="{FF2B5EF4-FFF2-40B4-BE49-F238E27FC236}">
                <a16:creationId xmlns:a16="http://schemas.microsoft.com/office/drawing/2014/main" id="{3F46A76F-D64D-4AD3-B4A4-CF6D26E360EF}"/>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714623694" name="Oval 1457916702">
            <a:extLst>
              <a:ext uri="{FF2B5EF4-FFF2-40B4-BE49-F238E27FC236}">
                <a16:creationId xmlns:a16="http://schemas.microsoft.com/office/drawing/2014/main" id="{2202416D-546C-47B4-A7DC-AAD52ED78136}"/>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548336221" name="Oval 1250923537">
            <a:extLst>
              <a:ext uri="{FF2B5EF4-FFF2-40B4-BE49-F238E27FC236}">
                <a16:creationId xmlns:a16="http://schemas.microsoft.com/office/drawing/2014/main" id="{0075465B-23B0-4498-8A46-63A3A81BAE09}"/>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464464533" name="Oval 579714091">
            <a:extLst>
              <a:ext uri="{FF2B5EF4-FFF2-40B4-BE49-F238E27FC236}">
                <a16:creationId xmlns:a16="http://schemas.microsoft.com/office/drawing/2014/main" id="{FFEF930C-124F-4A4F-B5BB-929F84D0E622}"/>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170804222" name="Oval 1188193174">
            <a:extLst>
              <a:ext uri="{FF2B5EF4-FFF2-40B4-BE49-F238E27FC236}">
                <a16:creationId xmlns:a16="http://schemas.microsoft.com/office/drawing/2014/main" id="{702884DF-9FD7-4D71-AE69-E05E3DF493B2}"/>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266270666" name="Oval 2075857352">
            <a:extLst>
              <a:ext uri="{FF2B5EF4-FFF2-40B4-BE49-F238E27FC236}">
                <a16:creationId xmlns:a16="http://schemas.microsoft.com/office/drawing/2014/main" id="{88F916D1-6411-4E57-8EC9-C03C5FB9A0C1}"/>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643944606" name="Oval 260739156">
            <a:extLst>
              <a:ext uri="{FF2B5EF4-FFF2-40B4-BE49-F238E27FC236}">
                <a16:creationId xmlns:a16="http://schemas.microsoft.com/office/drawing/2014/main" id="{B09128AC-025C-4AA8-9440-6724BAF32132}"/>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28033833" name="Oval 472597423">
            <a:extLst>
              <a:ext uri="{FF2B5EF4-FFF2-40B4-BE49-F238E27FC236}">
                <a16:creationId xmlns:a16="http://schemas.microsoft.com/office/drawing/2014/main" id="{0E21C2D2-9F53-486B-9E79-302676DD459F}"/>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893328761" name="Oval 311162583">
            <a:extLst>
              <a:ext uri="{FF2B5EF4-FFF2-40B4-BE49-F238E27FC236}">
                <a16:creationId xmlns:a16="http://schemas.microsoft.com/office/drawing/2014/main" id="{970838C0-2EA8-489E-AE6E-B446FF827764}"/>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564294712" name="Oval 418592258">
            <a:extLst>
              <a:ext uri="{FF2B5EF4-FFF2-40B4-BE49-F238E27FC236}">
                <a16:creationId xmlns:a16="http://schemas.microsoft.com/office/drawing/2014/main" id="{550153F5-69EA-406F-848A-068B41E34299}"/>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819187884" name="Oval 391215337">
            <a:extLst>
              <a:ext uri="{FF2B5EF4-FFF2-40B4-BE49-F238E27FC236}">
                <a16:creationId xmlns:a16="http://schemas.microsoft.com/office/drawing/2014/main" id="{875A9332-4C0A-45DB-9C88-4ACE62F8830C}"/>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331665164" name="Oval 1707420591">
            <a:extLst>
              <a:ext uri="{FF2B5EF4-FFF2-40B4-BE49-F238E27FC236}">
                <a16:creationId xmlns:a16="http://schemas.microsoft.com/office/drawing/2014/main" id="{DC163CDA-65C3-4B1B-A1D3-A560C758FA0F}"/>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326923355" name="Oval 1324466289">
            <a:extLst>
              <a:ext uri="{FF2B5EF4-FFF2-40B4-BE49-F238E27FC236}">
                <a16:creationId xmlns:a16="http://schemas.microsoft.com/office/drawing/2014/main" id="{A7CE4018-A1B6-42A9-AA18-178FE2295AC6}"/>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2114287111" name="Oval 1167646443">
            <a:extLst>
              <a:ext uri="{FF2B5EF4-FFF2-40B4-BE49-F238E27FC236}">
                <a16:creationId xmlns:a16="http://schemas.microsoft.com/office/drawing/2014/main" id="{CC8D48F2-0A33-478A-BA35-0293DA17E296}"/>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txBody>
          <a:bodyPr/>
          <a:lstStyle/>
          <a:p>
            <a:pPr>
              <a:buNone/>
            </a:pPr>
            <a:endParaRPr/>
          </a:p>
        </p:txBody>
      </p:sp>
      <p:sp>
        <p:nvSpPr>
          <p:cNvPr id="1506992571" name="Rectangle: Rounded Corners 1367024097">
            <a:extLst>
              <a:ext uri="{FF2B5EF4-FFF2-40B4-BE49-F238E27FC236}">
                <a16:creationId xmlns:a16="http://schemas.microsoft.com/office/drawing/2014/main" id="{826F052F-7378-43E4-AB43-3864038BE86F}"/>
              </a:ext>
            </a:extLst>
          </p:cNvPr>
          <p:cNvSpPr>
            <a:spLocks noGrp="1"/>
          </p:cNvSpPr>
          <p:nvPr/>
        </p:nvSpPr>
        <p:spPr>
          <a:xfrm>
            <a:off x="9429750" y="3000375"/>
            <a:ext cx="15240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fits noise</a:t>
            </a:r>
          </a:p>
        </p:txBody>
      </p:sp>
      <p:sp>
        <p:nvSpPr>
          <p:cNvPr id="1915779397" name="Rectangle: Rounded Corners 2069871042">
            <a:extLst>
              <a:ext uri="{FF2B5EF4-FFF2-40B4-BE49-F238E27FC236}">
                <a16:creationId xmlns:a16="http://schemas.microsoft.com/office/drawing/2014/main" id="{2D18B422-B867-4CD5-8A84-273568C80390}"/>
              </a:ext>
            </a:extLst>
          </p:cNvPr>
          <p:cNvSpPr>
            <a:spLocks noGrp="1"/>
          </p:cNvSpPr>
          <p:nvPr/>
        </p:nvSpPr>
        <p:spPr>
          <a:xfrm>
            <a:off x="9429750" y="3714750"/>
            <a:ext cx="15240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better trend</a:t>
            </a:r>
          </a:p>
        </p:txBody>
      </p:sp>
      <p:sp>
        <p:nvSpPr>
          <p:cNvPr id="109674055" name="Rectangle 2096192631">
            <a:extLst>
              <a:ext uri="{FF2B5EF4-FFF2-40B4-BE49-F238E27FC236}">
                <a16:creationId xmlns:a16="http://schemas.microsoft.com/office/drawing/2014/main" id="{5DDB6780-F7D1-4013-8B80-6A614CBB5FAE}"/>
              </a:ext>
            </a:extLst>
          </p:cNvPr>
          <p:cNvSpPr>
            <a:spLocks noGrp="1"/>
          </p:cNvSpPr>
          <p:nvPr/>
        </p:nvSpPr>
        <p:spPr>
          <a:xfrm>
            <a:off x="2857500" y="1714500"/>
            <a:ext cx="6477000" cy="342900"/>
          </a:xfrm>
          <a:prstGeom prst="rect">
            <a:avLst/>
          </a:prstGeom>
          <a:noFill/>
          <a:ln w="0">
            <a:noFill/>
            <a:prstDash val="solid"/>
          </a:ln>
        </p:spPr>
        <p:txBody>
          <a:bodyPr/>
          <a:lstStyle/>
          <a:p>
            <a:pPr algn="ctr">
              <a:buNone/>
              <a:defRPr sz="2100" b="1">
                <a:solidFill>
                  <a:srgbClr val="EF4444"/>
                </a:solidFill>
              </a:defRPr>
            </a:pPr>
            <a:r>
              <a:rPr sz="2100" b="1">
                <a:solidFill>
                  <a:srgbClr val="EF4444"/>
                </a:solidFill>
              </a:rPr>
              <a:t>low training error, weak generalization</a:t>
            </a:r>
          </a:p>
        </p:txBody>
      </p:sp>
      <p:sp>
        <p:nvSpPr>
          <p:cNvPr id="1257769904" name="Rectangle 969777747">
            <a:extLst>
              <a:ext uri="{FF2B5EF4-FFF2-40B4-BE49-F238E27FC236}">
                <a16:creationId xmlns:a16="http://schemas.microsoft.com/office/drawing/2014/main" id="{66E86109-F8C0-462C-A97E-483F6DE6D74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8</a:t>
            </a:r>
          </a:p>
        </p:txBody>
      </p:sp>
      <p:pic>
        <p:nvPicPr>
          <p:cNvPr id="2138325833" name="Graphic 209619266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
        <p:nvSpPr>
          <p:cNvPr id="59652610" name="solidguide_flipV">
            <a:extLst>
              <a:ext uri="{FF2B5EF4-FFF2-40B4-BE49-F238E27FC236}">
                <a16:creationId xmlns:a16="http://schemas.microsoft.com/office/drawing/2014/main" id="{DFD87FC5-CAF0-4AC5-83DC-36951A49D710}"/>
              </a:ext>
            </a:extLst>
          </p:cNvPr>
          <p:cNvSpPr>
            <a:spLocks noGrp="1"/>
          </p:cNvSpPr>
          <p:nvPr/>
        </p:nvSpPr>
        <p:spPr>
          <a:xfrm flipV="1">
            <a:off x="2194560" y="2877773"/>
            <a:ext cx="6804660" cy="1734212"/>
          </a:xfrm>
          <a:prstGeom prst="line">
            <a:avLst/>
          </a:prstGeom>
          <a:noFill/>
          <a:ln w="23813">
            <a:solidFill>
              <a:srgbClr val="F97316"/>
            </a:solidFill>
            <a:prstDash val="solid"/>
          </a:ln>
        </p:spPr>
        <p:txBody>
          <a:bodyPr/>
          <a:lstStyle/>
          <a:p>
            <a:pPr>
              <a:buNone/>
            </a:pPr>
            <a:endParaRPr/>
          </a:p>
        </p:txBody>
      </p:sp>
    </p:spTree>
    <p:extLst>
      <p:ext uri="{BB962C8B-B14F-4D97-AF65-F5344CB8AC3E}">
        <p14:creationId xmlns:p14="http://schemas.microsoft.com/office/powerpoint/2010/main" val="831640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4504811" name="Rectangle 1890818175">
            <a:extLst>
              <a:ext uri="{FF2B5EF4-FFF2-40B4-BE49-F238E27FC236}">
                <a16:creationId xmlns:a16="http://schemas.microsoft.com/office/drawing/2014/main" id="{7ED6EF8E-386E-46A5-9687-0C883E8AB87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584443290" name="Rectangle 785272061">
            <a:extLst>
              <a:ext uri="{FF2B5EF4-FFF2-40B4-BE49-F238E27FC236}">
                <a16:creationId xmlns:a16="http://schemas.microsoft.com/office/drawing/2014/main" id="{0257011D-D77D-4C33-B255-2A0D17DD57B8}"/>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chemeClr val="tx1">
                    <a:lumMod val="65000"/>
                    <a:lumOff val="35000"/>
                  </a:schemeClr>
                </a:solidFill>
              </a:rPr>
              <a:t>Data is split to separate learning from judging</a:t>
            </a:r>
          </a:p>
        </p:txBody>
      </p:sp>
      <p:sp>
        <p:nvSpPr>
          <p:cNvPr id="765747042" name="Rectangle: Rounded Corners 1266136651">
            <a:extLst>
              <a:ext uri="{FF2B5EF4-FFF2-40B4-BE49-F238E27FC236}">
                <a16:creationId xmlns:a16="http://schemas.microsoft.com/office/drawing/2014/main" id="{8DC1B26B-EFF1-48C7-9F05-2EEAF4A1175C}"/>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1202525291" name="Rectangle: Rounded Corners 1050748594">
            <a:extLst>
              <a:ext uri="{FF2B5EF4-FFF2-40B4-BE49-F238E27FC236}">
                <a16:creationId xmlns:a16="http://schemas.microsoft.com/office/drawing/2014/main" id="{C4A9C747-FBB2-431B-95C6-473DD4A6CA24}"/>
              </a:ext>
            </a:extLst>
          </p:cNvPr>
          <p:cNvSpPr>
            <a:spLocks noGrp="1"/>
          </p:cNvSpPr>
          <p:nvPr/>
        </p:nvSpPr>
        <p:spPr>
          <a:xfrm>
            <a:off x="1162050" y="1752599"/>
            <a:ext cx="2990850" cy="3543300"/>
          </a:xfrm>
          <a:prstGeom prst="roundRect">
            <a:avLst>
              <a:gd name="adj" fmla="val 3822"/>
            </a:avLst>
          </a:prstGeom>
          <a:solidFill>
            <a:srgbClr val="FFFFFF"/>
          </a:solidFill>
          <a:ln w="20955">
            <a:solidFill>
              <a:srgbClr val="2563EB"/>
            </a:solidFill>
            <a:prstDash val="solid"/>
          </a:ln>
        </p:spPr>
        <p:txBody>
          <a:bodyPr/>
          <a:lstStyle/>
          <a:p>
            <a:pPr>
              <a:buNone/>
            </a:pPr>
            <a:endParaRPr/>
          </a:p>
        </p:txBody>
      </p:sp>
      <p:sp>
        <p:nvSpPr>
          <p:cNvPr id="280351831" name="Rectangle 1752567775">
            <a:extLst>
              <a:ext uri="{FF2B5EF4-FFF2-40B4-BE49-F238E27FC236}">
                <a16:creationId xmlns:a16="http://schemas.microsoft.com/office/drawing/2014/main" id="{571CAD96-6D8C-43C5-B67B-0326AA60B283}"/>
              </a:ext>
            </a:extLst>
          </p:cNvPr>
          <p:cNvSpPr>
            <a:spLocks noGrp="1"/>
          </p:cNvSpPr>
          <p:nvPr/>
        </p:nvSpPr>
        <p:spPr>
          <a:xfrm>
            <a:off x="1371600" y="2019300"/>
            <a:ext cx="2571750" cy="342900"/>
          </a:xfrm>
          <a:prstGeom prst="rect">
            <a:avLst/>
          </a:prstGeom>
          <a:noFill/>
          <a:ln w="0">
            <a:noFill/>
            <a:prstDash val="solid"/>
          </a:ln>
        </p:spPr>
        <p:txBody>
          <a:bodyPr/>
          <a:lstStyle/>
          <a:p>
            <a:pPr algn="ctr">
              <a:buNone/>
              <a:defRPr sz="2350" b="1">
                <a:solidFill>
                  <a:srgbClr val="2563EB"/>
                </a:solidFill>
              </a:defRPr>
            </a:pPr>
            <a:r>
              <a:rPr sz="2350" b="1">
                <a:solidFill>
                  <a:srgbClr val="2563EB"/>
                </a:solidFill>
              </a:rPr>
              <a:t>train</a:t>
            </a:r>
          </a:p>
        </p:txBody>
      </p:sp>
      <p:sp>
        <p:nvSpPr>
          <p:cNvPr id="785796746" name="Rectangle 397256149">
            <a:extLst>
              <a:ext uri="{FF2B5EF4-FFF2-40B4-BE49-F238E27FC236}">
                <a16:creationId xmlns:a16="http://schemas.microsoft.com/office/drawing/2014/main" id="{70F4DF81-94E8-4303-A23B-3CF569716944}"/>
              </a:ext>
            </a:extLst>
          </p:cNvPr>
          <p:cNvSpPr>
            <a:spLocks noGrp="1"/>
          </p:cNvSpPr>
          <p:nvPr/>
        </p:nvSpPr>
        <p:spPr>
          <a:xfrm>
            <a:off x="139065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learn the model</a:t>
            </a:r>
          </a:p>
        </p:txBody>
      </p:sp>
      <p:sp>
        <p:nvSpPr>
          <p:cNvPr id="1438830826" name="Rectangle 528734129">
            <a:extLst>
              <a:ext uri="{FF2B5EF4-FFF2-40B4-BE49-F238E27FC236}">
                <a16:creationId xmlns:a16="http://schemas.microsoft.com/office/drawing/2014/main" id="{8D6DB2FD-1156-4EC5-916B-6DFF5F752D8E}"/>
              </a:ext>
            </a:extLst>
          </p:cNvPr>
          <p:cNvSpPr>
            <a:spLocks noGrp="1"/>
          </p:cNvSpPr>
          <p:nvPr/>
        </p:nvSpPr>
        <p:spPr>
          <a:xfrm>
            <a:off x="1447800" y="33718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uses</a:t>
            </a:r>
          </a:p>
        </p:txBody>
      </p:sp>
      <p:sp>
        <p:nvSpPr>
          <p:cNvPr id="516047076" name="Rectangle 1008566192">
            <a:extLst>
              <a:ext uri="{FF2B5EF4-FFF2-40B4-BE49-F238E27FC236}">
                <a16:creationId xmlns:a16="http://schemas.microsoft.com/office/drawing/2014/main" id="{F707B6CA-20CE-470C-A002-0FAF7193EB1B}"/>
              </a:ext>
            </a:extLst>
          </p:cNvPr>
          <p:cNvSpPr>
            <a:spLocks noGrp="1"/>
          </p:cNvSpPr>
          <p:nvPr/>
        </p:nvSpPr>
        <p:spPr>
          <a:xfrm>
            <a:off x="217170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examples + labels</a:t>
            </a:r>
          </a:p>
        </p:txBody>
      </p:sp>
      <p:sp>
        <p:nvSpPr>
          <p:cNvPr id="1908097614" name="Straight Connector 2104166465">
            <a:extLst>
              <a:ext uri="{FF2B5EF4-FFF2-40B4-BE49-F238E27FC236}">
                <a16:creationId xmlns:a16="http://schemas.microsoft.com/office/drawing/2014/main" id="{19E02ED4-0DB0-479D-85CC-D245D34AB648}"/>
              </a:ext>
            </a:extLst>
          </p:cNvPr>
          <p:cNvSpPr>
            <a:spLocks noGrp="1"/>
          </p:cNvSpPr>
          <p:nvPr/>
        </p:nvSpPr>
        <p:spPr>
          <a:xfrm>
            <a:off x="1447800" y="3733800"/>
            <a:ext cx="2419350" cy="9525"/>
          </a:xfrm>
          <a:prstGeom prst="line">
            <a:avLst/>
          </a:prstGeom>
          <a:noFill/>
          <a:ln w="9525">
            <a:solidFill>
              <a:srgbClr val="E2E8F0"/>
            </a:solidFill>
            <a:prstDash val="solid"/>
          </a:ln>
        </p:spPr>
        <p:txBody>
          <a:bodyPr/>
          <a:lstStyle/>
          <a:p>
            <a:pPr>
              <a:buNone/>
            </a:pPr>
            <a:endParaRPr/>
          </a:p>
        </p:txBody>
      </p:sp>
      <p:sp>
        <p:nvSpPr>
          <p:cNvPr id="1990674266" name="Rectangle 1391317270">
            <a:extLst>
              <a:ext uri="{FF2B5EF4-FFF2-40B4-BE49-F238E27FC236}">
                <a16:creationId xmlns:a16="http://schemas.microsoft.com/office/drawing/2014/main" id="{D4AF6ADD-3DC2-4E8E-947A-3E17AEC34622}"/>
              </a:ext>
            </a:extLst>
          </p:cNvPr>
          <p:cNvSpPr>
            <a:spLocks noGrp="1"/>
          </p:cNvSpPr>
          <p:nvPr/>
        </p:nvSpPr>
        <p:spPr>
          <a:xfrm>
            <a:off x="1447800" y="388620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affects</a:t>
            </a:r>
          </a:p>
        </p:txBody>
      </p:sp>
      <p:sp>
        <p:nvSpPr>
          <p:cNvPr id="2049934094" name="Rectangle 2139818398">
            <a:extLst>
              <a:ext uri="{FF2B5EF4-FFF2-40B4-BE49-F238E27FC236}">
                <a16:creationId xmlns:a16="http://schemas.microsoft.com/office/drawing/2014/main" id="{AC3EF528-F1FE-441B-9A42-E393EDC91242}"/>
              </a:ext>
            </a:extLst>
          </p:cNvPr>
          <p:cNvSpPr>
            <a:spLocks noGrp="1"/>
          </p:cNvSpPr>
          <p:nvPr/>
        </p:nvSpPr>
        <p:spPr>
          <a:xfrm>
            <a:off x="217170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weights directly</a:t>
            </a:r>
          </a:p>
        </p:txBody>
      </p:sp>
      <p:sp>
        <p:nvSpPr>
          <p:cNvPr id="1852748522" name="Straight Connector 756114381">
            <a:extLst>
              <a:ext uri="{FF2B5EF4-FFF2-40B4-BE49-F238E27FC236}">
                <a16:creationId xmlns:a16="http://schemas.microsoft.com/office/drawing/2014/main" id="{5F9BE174-97FE-4C02-921C-AC2F0C5F9693}"/>
              </a:ext>
            </a:extLst>
          </p:cNvPr>
          <p:cNvSpPr>
            <a:spLocks noGrp="1"/>
          </p:cNvSpPr>
          <p:nvPr/>
        </p:nvSpPr>
        <p:spPr>
          <a:xfrm>
            <a:off x="1447800" y="4248150"/>
            <a:ext cx="2419350" cy="9525"/>
          </a:xfrm>
          <a:prstGeom prst="line">
            <a:avLst/>
          </a:prstGeom>
          <a:noFill/>
          <a:ln w="9525">
            <a:solidFill>
              <a:srgbClr val="E2E8F0"/>
            </a:solidFill>
            <a:prstDash val="solid"/>
          </a:ln>
        </p:spPr>
        <p:txBody>
          <a:bodyPr/>
          <a:lstStyle/>
          <a:p>
            <a:pPr>
              <a:buNone/>
            </a:pPr>
            <a:endParaRPr/>
          </a:p>
        </p:txBody>
      </p:sp>
      <p:sp>
        <p:nvSpPr>
          <p:cNvPr id="1282394837" name="Rectangle 1665170772">
            <a:extLst>
              <a:ext uri="{FF2B5EF4-FFF2-40B4-BE49-F238E27FC236}">
                <a16:creationId xmlns:a16="http://schemas.microsoft.com/office/drawing/2014/main" id="{F005A3C2-527D-425A-ADB4-C01FBCB3CB0F}"/>
              </a:ext>
            </a:extLst>
          </p:cNvPr>
          <p:cNvSpPr>
            <a:spLocks noGrp="1"/>
          </p:cNvSpPr>
          <p:nvPr/>
        </p:nvSpPr>
        <p:spPr>
          <a:xfrm>
            <a:off x="1447800" y="44005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timing</a:t>
            </a:r>
          </a:p>
        </p:txBody>
      </p:sp>
      <p:sp>
        <p:nvSpPr>
          <p:cNvPr id="1356740745" name="Rectangle 1710634736">
            <a:extLst>
              <a:ext uri="{FF2B5EF4-FFF2-40B4-BE49-F238E27FC236}">
                <a16:creationId xmlns:a16="http://schemas.microsoft.com/office/drawing/2014/main" id="{B963FFF2-C232-43FA-94A6-A386A31C1FAF}"/>
              </a:ext>
            </a:extLst>
          </p:cNvPr>
          <p:cNvSpPr>
            <a:spLocks noGrp="1"/>
          </p:cNvSpPr>
          <p:nvPr/>
        </p:nvSpPr>
        <p:spPr>
          <a:xfrm>
            <a:off x="217170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every update</a:t>
            </a:r>
          </a:p>
        </p:txBody>
      </p:sp>
      <p:sp>
        <p:nvSpPr>
          <p:cNvPr id="3613760" name="Rectangle: Rounded Corners 1872312689">
            <a:extLst>
              <a:ext uri="{FF2B5EF4-FFF2-40B4-BE49-F238E27FC236}">
                <a16:creationId xmlns:a16="http://schemas.microsoft.com/office/drawing/2014/main" id="{D145BD77-0804-41B0-B4B2-914CF5D6D5F4}"/>
              </a:ext>
            </a:extLst>
          </p:cNvPr>
          <p:cNvSpPr>
            <a:spLocks noGrp="1"/>
          </p:cNvSpPr>
          <p:nvPr/>
        </p:nvSpPr>
        <p:spPr>
          <a:xfrm>
            <a:off x="4600575" y="1752599"/>
            <a:ext cx="2990850" cy="3543300"/>
          </a:xfrm>
          <a:prstGeom prst="roundRect">
            <a:avLst>
              <a:gd name="adj" fmla="val 3822"/>
            </a:avLst>
          </a:prstGeom>
          <a:solidFill>
            <a:srgbClr val="FFFFFF"/>
          </a:solidFill>
          <a:ln w="20955">
            <a:solidFill>
              <a:srgbClr val="10B981"/>
            </a:solidFill>
            <a:prstDash val="solid"/>
          </a:ln>
        </p:spPr>
        <p:txBody>
          <a:bodyPr/>
          <a:lstStyle/>
          <a:p>
            <a:pPr>
              <a:buNone/>
            </a:pPr>
            <a:endParaRPr/>
          </a:p>
        </p:txBody>
      </p:sp>
      <p:sp>
        <p:nvSpPr>
          <p:cNvPr id="309495411" name="Rectangle 1638876599">
            <a:extLst>
              <a:ext uri="{FF2B5EF4-FFF2-40B4-BE49-F238E27FC236}">
                <a16:creationId xmlns:a16="http://schemas.microsoft.com/office/drawing/2014/main" id="{ED752B5D-CC3C-4196-95A9-6E60E3DBC76C}"/>
              </a:ext>
            </a:extLst>
          </p:cNvPr>
          <p:cNvSpPr>
            <a:spLocks noGrp="1"/>
          </p:cNvSpPr>
          <p:nvPr/>
        </p:nvSpPr>
        <p:spPr>
          <a:xfrm>
            <a:off x="4810125" y="2019300"/>
            <a:ext cx="2571750" cy="342900"/>
          </a:xfrm>
          <a:prstGeom prst="rect">
            <a:avLst/>
          </a:prstGeom>
          <a:noFill/>
          <a:ln w="0">
            <a:noFill/>
            <a:prstDash val="solid"/>
          </a:ln>
        </p:spPr>
        <p:txBody>
          <a:bodyPr/>
          <a:lstStyle/>
          <a:p>
            <a:pPr algn="ctr">
              <a:buNone/>
              <a:defRPr sz="2350" b="1">
                <a:solidFill>
                  <a:srgbClr val="10B981"/>
                </a:solidFill>
              </a:defRPr>
            </a:pPr>
            <a:r>
              <a:rPr sz="2350" b="1">
                <a:solidFill>
                  <a:srgbClr val="10B981"/>
                </a:solidFill>
              </a:rPr>
              <a:t>validation</a:t>
            </a:r>
          </a:p>
        </p:txBody>
      </p:sp>
      <p:sp>
        <p:nvSpPr>
          <p:cNvPr id="2071581942" name="Rectangle 815678976">
            <a:extLst>
              <a:ext uri="{FF2B5EF4-FFF2-40B4-BE49-F238E27FC236}">
                <a16:creationId xmlns:a16="http://schemas.microsoft.com/office/drawing/2014/main" id="{C48CD31B-6F40-4848-8C63-E9D53D527C0B}"/>
              </a:ext>
            </a:extLst>
          </p:cNvPr>
          <p:cNvSpPr>
            <a:spLocks noGrp="1"/>
          </p:cNvSpPr>
          <p:nvPr/>
        </p:nvSpPr>
        <p:spPr>
          <a:xfrm>
            <a:off x="4829175"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choose the setup</a:t>
            </a:r>
          </a:p>
        </p:txBody>
      </p:sp>
      <p:sp>
        <p:nvSpPr>
          <p:cNvPr id="919275413" name="Rectangle 815528297">
            <a:extLst>
              <a:ext uri="{FF2B5EF4-FFF2-40B4-BE49-F238E27FC236}">
                <a16:creationId xmlns:a16="http://schemas.microsoft.com/office/drawing/2014/main" id="{C394192F-DEC5-413B-93F5-908A35A1CC07}"/>
              </a:ext>
            </a:extLst>
          </p:cNvPr>
          <p:cNvSpPr>
            <a:spLocks noGrp="1"/>
          </p:cNvSpPr>
          <p:nvPr/>
        </p:nvSpPr>
        <p:spPr>
          <a:xfrm>
            <a:off x="4886325" y="33718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uses</a:t>
            </a:r>
          </a:p>
        </p:txBody>
      </p:sp>
      <p:sp>
        <p:nvSpPr>
          <p:cNvPr id="768363785" name="Rectangle 478170369">
            <a:extLst>
              <a:ext uri="{FF2B5EF4-FFF2-40B4-BE49-F238E27FC236}">
                <a16:creationId xmlns:a16="http://schemas.microsoft.com/office/drawing/2014/main" id="{640B7ED6-5765-4205-8BFD-7D788C80E46E}"/>
              </a:ext>
            </a:extLst>
          </p:cNvPr>
          <p:cNvSpPr>
            <a:spLocks noGrp="1"/>
          </p:cNvSpPr>
          <p:nvPr/>
        </p:nvSpPr>
        <p:spPr>
          <a:xfrm>
            <a:off x="5610225"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held-out examples</a:t>
            </a:r>
          </a:p>
        </p:txBody>
      </p:sp>
      <p:sp>
        <p:nvSpPr>
          <p:cNvPr id="1001802795" name="Straight Connector 533968529">
            <a:extLst>
              <a:ext uri="{FF2B5EF4-FFF2-40B4-BE49-F238E27FC236}">
                <a16:creationId xmlns:a16="http://schemas.microsoft.com/office/drawing/2014/main" id="{59C506B9-0469-466B-AF33-C054E12009AE}"/>
              </a:ext>
            </a:extLst>
          </p:cNvPr>
          <p:cNvSpPr>
            <a:spLocks noGrp="1"/>
          </p:cNvSpPr>
          <p:nvPr/>
        </p:nvSpPr>
        <p:spPr>
          <a:xfrm>
            <a:off x="4886325" y="3733800"/>
            <a:ext cx="2419350" cy="9525"/>
          </a:xfrm>
          <a:prstGeom prst="line">
            <a:avLst/>
          </a:prstGeom>
          <a:noFill/>
          <a:ln w="9525">
            <a:solidFill>
              <a:srgbClr val="E2E8F0"/>
            </a:solidFill>
            <a:prstDash val="solid"/>
          </a:ln>
        </p:spPr>
        <p:txBody>
          <a:bodyPr/>
          <a:lstStyle/>
          <a:p>
            <a:pPr>
              <a:buNone/>
            </a:pPr>
            <a:endParaRPr/>
          </a:p>
        </p:txBody>
      </p:sp>
      <p:sp>
        <p:nvSpPr>
          <p:cNvPr id="1118467785" name="Rectangle 195109745">
            <a:extLst>
              <a:ext uri="{FF2B5EF4-FFF2-40B4-BE49-F238E27FC236}">
                <a16:creationId xmlns:a16="http://schemas.microsoft.com/office/drawing/2014/main" id="{C6E16209-2475-4A7D-8A80-99B199BBC00A}"/>
              </a:ext>
            </a:extLst>
          </p:cNvPr>
          <p:cNvSpPr>
            <a:spLocks noGrp="1"/>
          </p:cNvSpPr>
          <p:nvPr/>
        </p:nvSpPr>
        <p:spPr>
          <a:xfrm>
            <a:off x="4886325" y="388620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affects</a:t>
            </a:r>
          </a:p>
        </p:txBody>
      </p:sp>
      <p:sp>
        <p:nvSpPr>
          <p:cNvPr id="1357048939" name="Rectangle 1008757044">
            <a:extLst>
              <a:ext uri="{FF2B5EF4-FFF2-40B4-BE49-F238E27FC236}">
                <a16:creationId xmlns:a16="http://schemas.microsoft.com/office/drawing/2014/main" id="{F4446EDB-D2EF-4AF2-B51A-471A986D155E}"/>
              </a:ext>
            </a:extLst>
          </p:cNvPr>
          <p:cNvSpPr>
            <a:spLocks noGrp="1"/>
          </p:cNvSpPr>
          <p:nvPr/>
        </p:nvSpPr>
        <p:spPr>
          <a:xfrm>
            <a:off x="5610225"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choices indirectly</a:t>
            </a:r>
          </a:p>
        </p:txBody>
      </p:sp>
      <p:sp>
        <p:nvSpPr>
          <p:cNvPr id="2058356901" name="Straight Connector 1685278168">
            <a:extLst>
              <a:ext uri="{FF2B5EF4-FFF2-40B4-BE49-F238E27FC236}">
                <a16:creationId xmlns:a16="http://schemas.microsoft.com/office/drawing/2014/main" id="{73B1FBA7-3200-424C-8C34-0233D208263F}"/>
              </a:ext>
            </a:extLst>
          </p:cNvPr>
          <p:cNvSpPr>
            <a:spLocks noGrp="1"/>
          </p:cNvSpPr>
          <p:nvPr/>
        </p:nvSpPr>
        <p:spPr>
          <a:xfrm>
            <a:off x="4886325" y="4248150"/>
            <a:ext cx="2419350" cy="9525"/>
          </a:xfrm>
          <a:prstGeom prst="line">
            <a:avLst/>
          </a:prstGeom>
          <a:noFill/>
          <a:ln w="9525">
            <a:solidFill>
              <a:srgbClr val="E2E8F0"/>
            </a:solidFill>
            <a:prstDash val="solid"/>
          </a:ln>
        </p:spPr>
        <p:txBody>
          <a:bodyPr/>
          <a:lstStyle/>
          <a:p>
            <a:pPr>
              <a:buNone/>
            </a:pPr>
            <a:endParaRPr/>
          </a:p>
        </p:txBody>
      </p:sp>
      <p:sp>
        <p:nvSpPr>
          <p:cNvPr id="993994196" name="Rectangle 1256120152">
            <a:extLst>
              <a:ext uri="{FF2B5EF4-FFF2-40B4-BE49-F238E27FC236}">
                <a16:creationId xmlns:a16="http://schemas.microsoft.com/office/drawing/2014/main" id="{47AF5A17-6669-46B1-B2AA-11CD823167B2}"/>
              </a:ext>
            </a:extLst>
          </p:cNvPr>
          <p:cNvSpPr>
            <a:spLocks noGrp="1"/>
          </p:cNvSpPr>
          <p:nvPr/>
        </p:nvSpPr>
        <p:spPr>
          <a:xfrm>
            <a:off x="4886325" y="44005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timing</a:t>
            </a:r>
          </a:p>
        </p:txBody>
      </p:sp>
      <p:sp>
        <p:nvSpPr>
          <p:cNvPr id="1194155812" name="Rectangle 686280821">
            <a:extLst>
              <a:ext uri="{FF2B5EF4-FFF2-40B4-BE49-F238E27FC236}">
                <a16:creationId xmlns:a16="http://schemas.microsoft.com/office/drawing/2014/main" id="{2F48EC2D-6665-4654-948A-2ADA3CF8F119}"/>
              </a:ext>
            </a:extLst>
          </p:cNvPr>
          <p:cNvSpPr>
            <a:spLocks noGrp="1"/>
          </p:cNvSpPr>
          <p:nvPr/>
        </p:nvSpPr>
        <p:spPr>
          <a:xfrm>
            <a:off x="5610225"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during development</a:t>
            </a:r>
          </a:p>
        </p:txBody>
      </p:sp>
      <p:sp>
        <p:nvSpPr>
          <p:cNvPr id="1783543723" name="Rectangle: Rounded Corners 312764701">
            <a:extLst>
              <a:ext uri="{FF2B5EF4-FFF2-40B4-BE49-F238E27FC236}">
                <a16:creationId xmlns:a16="http://schemas.microsoft.com/office/drawing/2014/main" id="{E3015ABD-6F43-47B5-B1AC-4B7854F92982}"/>
              </a:ext>
            </a:extLst>
          </p:cNvPr>
          <p:cNvSpPr>
            <a:spLocks noGrp="1"/>
          </p:cNvSpPr>
          <p:nvPr/>
        </p:nvSpPr>
        <p:spPr>
          <a:xfrm>
            <a:off x="8039100" y="1752599"/>
            <a:ext cx="2990850" cy="3543300"/>
          </a:xfrm>
          <a:prstGeom prst="roundRect">
            <a:avLst>
              <a:gd name="adj" fmla="val 3822"/>
            </a:avLst>
          </a:prstGeom>
          <a:solidFill>
            <a:srgbClr val="FFFFFF"/>
          </a:solidFill>
          <a:ln w="20955">
            <a:solidFill>
              <a:srgbClr val="7C3AED"/>
            </a:solidFill>
            <a:prstDash val="solid"/>
          </a:ln>
        </p:spPr>
        <p:txBody>
          <a:bodyPr/>
          <a:lstStyle/>
          <a:p>
            <a:pPr>
              <a:buNone/>
            </a:pPr>
            <a:endParaRPr/>
          </a:p>
        </p:txBody>
      </p:sp>
      <p:sp>
        <p:nvSpPr>
          <p:cNvPr id="1923232961" name="Rectangle 2086773709">
            <a:extLst>
              <a:ext uri="{FF2B5EF4-FFF2-40B4-BE49-F238E27FC236}">
                <a16:creationId xmlns:a16="http://schemas.microsoft.com/office/drawing/2014/main" id="{4248A626-96BC-4A08-BBF5-999C6946A573}"/>
              </a:ext>
            </a:extLst>
          </p:cNvPr>
          <p:cNvSpPr>
            <a:spLocks noGrp="1"/>
          </p:cNvSpPr>
          <p:nvPr/>
        </p:nvSpPr>
        <p:spPr>
          <a:xfrm>
            <a:off x="8248650" y="2019300"/>
            <a:ext cx="2571750" cy="342900"/>
          </a:xfrm>
          <a:prstGeom prst="rect">
            <a:avLst/>
          </a:prstGeom>
          <a:noFill/>
          <a:ln w="0">
            <a:noFill/>
            <a:prstDash val="solid"/>
          </a:ln>
        </p:spPr>
        <p:txBody>
          <a:bodyPr/>
          <a:lstStyle/>
          <a:p>
            <a:pPr algn="ctr">
              <a:buNone/>
              <a:defRPr sz="2350" b="1">
                <a:solidFill>
                  <a:srgbClr val="7C3AED"/>
                </a:solidFill>
              </a:defRPr>
            </a:pPr>
            <a:r>
              <a:rPr sz="2350" b="1">
                <a:solidFill>
                  <a:srgbClr val="7C3AED"/>
                </a:solidFill>
              </a:rPr>
              <a:t>test</a:t>
            </a:r>
          </a:p>
        </p:txBody>
      </p:sp>
      <p:sp>
        <p:nvSpPr>
          <p:cNvPr id="1022931396" name="Rectangle 2025467514">
            <a:extLst>
              <a:ext uri="{FF2B5EF4-FFF2-40B4-BE49-F238E27FC236}">
                <a16:creationId xmlns:a16="http://schemas.microsoft.com/office/drawing/2014/main" id="{0F38C76A-CF46-465E-9952-0921A3349AF4}"/>
              </a:ext>
            </a:extLst>
          </p:cNvPr>
          <p:cNvSpPr>
            <a:spLocks noGrp="1"/>
          </p:cNvSpPr>
          <p:nvPr/>
        </p:nvSpPr>
        <p:spPr>
          <a:xfrm>
            <a:off x="826770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estimate final score</a:t>
            </a:r>
          </a:p>
        </p:txBody>
      </p:sp>
      <p:sp>
        <p:nvSpPr>
          <p:cNvPr id="433594766" name="Rectangle 957358411">
            <a:extLst>
              <a:ext uri="{FF2B5EF4-FFF2-40B4-BE49-F238E27FC236}">
                <a16:creationId xmlns:a16="http://schemas.microsoft.com/office/drawing/2014/main" id="{00DF8E99-FCCC-4B7C-8565-3FEA666BD20B}"/>
              </a:ext>
            </a:extLst>
          </p:cNvPr>
          <p:cNvSpPr>
            <a:spLocks noGrp="1"/>
          </p:cNvSpPr>
          <p:nvPr/>
        </p:nvSpPr>
        <p:spPr>
          <a:xfrm>
            <a:off x="8324850" y="33718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uses</a:t>
            </a:r>
          </a:p>
        </p:txBody>
      </p:sp>
      <p:sp>
        <p:nvSpPr>
          <p:cNvPr id="290239595" name="Rectangle 1167683203">
            <a:extLst>
              <a:ext uri="{FF2B5EF4-FFF2-40B4-BE49-F238E27FC236}">
                <a16:creationId xmlns:a16="http://schemas.microsoft.com/office/drawing/2014/main" id="{44FE5B29-670E-490D-97F3-8DE381DA0E76}"/>
              </a:ext>
            </a:extLst>
          </p:cNvPr>
          <p:cNvSpPr>
            <a:spLocks noGrp="1"/>
          </p:cNvSpPr>
          <p:nvPr/>
        </p:nvSpPr>
        <p:spPr>
          <a:xfrm>
            <a:off x="904875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unseen examples</a:t>
            </a:r>
          </a:p>
        </p:txBody>
      </p:sp>
      <p:sp>
        <p:nvSpPr>
          <p:cNvPr id="235200895" name="Straight Connector 935775799">
            <a:extLst>
              <a:ext uri="{FF2B5EF4-FFF2-40B4-BE49-F238E27FC236}">
                <a16:creationId xmlns:a16="http://schemas.microsoft.com/office/drawing/2014/main" id="{88716B75-5831-45F6-BD73-6B1EAC47EA40}"/>
              </a:ext>
            </a:extLst>
          </p:cNvPr>
          <p:cNvSpPr>
            <a:spLocks noGrp="1"/>
          </p:cNvSpPr>
          <p:nvPr/>
        </p:nvSpPr>
        <p:spPr>
          <a:xfrm>
            <a:off x="8324850" y="3733800"/>
            <a:ext cx="2419350" cy="9525"/>
          </a:xfrm>
          <a:prstGeom prst="line">
            <a:avLst/>
          </a:prstGeom>
          <a:noFill/>
          <a:ln w="9525">
            <a:solidFill>
              <a:srgbClr val="E2E8F0"/>
            </a:solidFill>
            <a:prstDash val="solid"/>
          </a:ln>
        </p:spPr>
        <p:txBody>
          <a:bodyPr/>
          <a:lstStyle/>
          <a:p>
            <a:pPr>
              <a:buNone/>
            </a:pPr>
            <a:endParaRPr/>
          </a:p>
        </p:txBody>
      </p:sp>
      <p:sp>
        <p:nvSpPr>
          <p:cNvPr id="1154512866" name="Rectangle 1650430570">
            <a:extLst>
              <a:ext uri="{FF2B5EF4-FFF2-40B4-BE49-F238E27FC236}">
                <a16:creationId xmlns:a16="http://schemas.microsoft.com/office/drawing/2014/main" id="{21D4DAF0-E4D8-4820-A405-1A9BF99E716C}"/>
              </a:ext>
            </a:extLst>
          </p:cNvPr>
          <p:cNvSpPr>
            <a:spLocks noGrp="1"/>
          </p:cNvSpPr>
          <p:nvPr/>
        </p:nvSpPr>
        <p:spPr>
          <a:xfrm>
            <a:off x="8324850" y="388620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affects</a:t>
            </a:r>
          </a:p>
        </p:txBody>
      </p:sp>
      <p:sp>
        <p:nvSpPr>
          <p:cNvPr id="1223086984" name="Rectangle 1673598855">
            <a:extLst>
              <a:ext uri="{FF2B5EF4-FFF2-40B4-BE49-F238E27FC236}">
                <a16:creationId xmlns:a16="http://schemas.microsoft.com/office/drawing/2014/main" id="{98B055DF-F834-4832-BD10-A7E6796343C2}"/>
              </a:ext>
            </a:extLst>
          </p:cNvPr>
          <p:cNvSpPr>
            <a:spLocks noGrp="1"/>
          </p:cNvSpPr>
          <p:nvPr/>
        </p:nvSpPr>
        <p:spPr>
          <a:xfrm>
            <a:off x="904875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nothing</a:t>
            </a:r>
          </a:p>
        </p:txBody>
      </p:sp>
      <p:sp>
        <p:nvSpPr>
          <p:cNvPr id="934349299" name="Straight Connector 796017482">
            <a:extLst>
              <a:ext uri="{FF2B5EF4-FFF2-40B4-BE49-F238E27FC236}">
                <a16:creationId xmlns:a16="http://schemas.microsoft.com/office/drawing/2014/main" id="{A8B1163F-EF47-4ED8-AF11-DE588DBC04CB}"/>
              </a:ext>
            </a:extLst>
          </p:cNvPr>
          <p:cNvSpPr>
            <a:spLocks noGrp="1"/>
          </p:cNvSpPr>
          <p:nvPr/>
        </p:nvSpPr>
        <p:spPr>
          <a:xfrm>
            <a:off x="8324850" y="4248150"/>
            <a:ext cx="2419350" cy="9525"/>
          </a:xfrm>
          <a:prstGeom prst="line">
            <a:avLst/>
          </a:prstGeom>
          <a:noFill/>
          <a:ln w="9525">
            <a:solidFill>
              <a:srgbClr val="E2E8F0"/>
            </a:solidFill>
            <a:prstDash val="solid"/>
          </a:ln>
        </p:spPr>
        <p:txBody>
          <a:bodyPr/>
          <a:lstStyle/>
          <a:p>
            <a:pPr>
              <a:buNone/>
            </a:pPr>
            <a:endParaRPr/>
          </a:p>
        </p:txBody>
      </p:sp>
      <p:sp>
        <p:nvSpPr>
          <p:cNvPr id="1021770538" name="Rectangle 150138993">
            <a:extLst>
              <a:ext uri="{FF2B5EF4-FFF2-40B4-BE49-F238E27FC236}">
                <a16:creationId xmlns:a16="http://schemas.microsoft.com/office/drawing/2014/main" id="{A8159F9D-0ADC-41D0-9495-FA481E1BA80D}"/>
              </a:ext>
            </a:extLst>
          </p:cNvPr>
          <p:cNvSpPr>
            <a:spLocks noGrp="1"/>
          </p:cNvSpPr>
          <p:nvPr/>
        </p:nvSpPr>
        <p:spPr>
          <a:xfrm>
            <a:off x="8324850" y="44005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timing</a:t>
            </a:r>
          </a:p>
        </p:txBody>
      </p:sp>
      <p:sp>
        <p:nvSpPr>
          <p:cNvPr id="1460654218" name="Rectangle 1355132477">
            <a:extLst>
              <a:ext uri="{FF2B5EF4-FFF2-40B4-BE49-F238E27FC236}">
                <a16:creationId xmlns:a16="http://schemas.microsoft.com/office/drawing/2014/main" id="{0B79C264-0DCC-4B9E-BE84-B877AB307BE6}"/>
              </a:ext>
            </a:extLst>
          </p:cNvPr>
          <p:cNvSpPr>
            <a:spLocks noGrp="1"/>
          </p:cNvSpPr>
          <p:nvPr/>
        </p:nvSpPr>
        <p:spPr>
          <a:xfrm>
            <a:off x="904875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after all choices</a:t>
            </a:r>
          </a:p>
        </p:txBody>
      </p:sp>
      <p:sp>
        <p:nvSpPr>
          <p:cNvPr id="1330152813" name="Straight Connector 2121780220">
            <a:extLst>
              <a:ext uri="{FF2B5EF4-FFF2-40B4-BE49-F238E27FC236}">
                <a16:creationId xmlns:a16="http://schemas.microsoft.com/office/drawing/2014/main" id="{8FD4BDC6-7BF8-4B53-8968-1394D8B60C87}"/>
              </a:ext>
            </a:extLst>
          </p:cNvPr>
          <p:cNvSpPr>
            <a:spLocks noGrp="1"/>
          </p:cNvSpPr>
          <p:nvPr/>
        </p:nvSpPr>
        <p:spPr>
          <a:xfrm>
            <a:off x="4229100" y="3524250"/>
            <a:ext cx="285750" cy="9525"/>
          </a:xfrm>
          <a:prstGeom prst="line">
            <a:avLst/>
          </a:prstGeom>
          <a:noFill/>
          <a:ln w="28575">
            <a:solidFill>
              <a:srgbClr val="CBD5E1"/>
            </a:solidFill>
            <a:prstDash val="solid"/>
          </a:ln>
        </p:spPr>
        <p:txBody>
          <a:bodyPr/>
          <a:lstStyle/>
          <a:p>
            <a:pPr>
              <a:buNone/>
            </a:pPr>
            <a:endParaRPr/>
          </a:p>
        </p:txBody>
      </p:sp>
      <p:sp>
        <p:nvSpPr>
          <p:cNvPr id="509952041" name="Straight Connector 835810551">
            <a:extLst>
              <a:ext uri="{FF2B5EF4-FFF2-40B4-BE49-F238E27FC236}">
                <a16:creationId xmlns:a16="http://schemas.microsoft.com/office/drawing/2014/main" id="{36EB290C-6BA1-453E-9825-57057D94453B}"/>
              </a:ext>
            </a:extLst>
          </p:cNvPr>
          <p:cNvSpPr>
            <a:spLocks noGrp="1"/>
          </p:cNvSpPr>
          <p:nvPr/>
        </p:nvSpPr>
        <p:spPr>
          <a:xfrm>
            <a:off x="7667625" y="3524250"/>
            <a:ext cx="285750" cy="9525"/>
          </a:xfrm>
          <a:prstGeom prst="line">
            <a:avLst/>
          </a:prstGeom>
          <a:noFill/>
          <a:ln w="28575">
            <a:solidFill>
              <a:srgbClr val="CBD5E1"/>
            </a:solidFill>
            <a:prstDash val="solid"/>
          </a:ln>
        </p:spPr>
        <p:txBody>
          <a:bodyPr/>
          <a:lstStyle/>
          <a:p>
            <a:pPr>
              <a:buNone/>
            </a:pPr>
            <a:endParaRPr/>
          </a:p>
        </p:txBody>
      </p:sp>
      <p:sp>
        <p:nvSpPr>
          <p:cNvPr id="1512157150" name="Rectangle 1100880979">
            <a:extLst>
              <a:ext uri="{FF2B5EF4-FFF2-40B4-BE49-F238E27FC236}">
                <a16:creationId xmlns:a16="http://schemas.microsoft.com/office/drawing/2014/main" id="{E9BFAE0C-28ED-40AB-9419-D7690A07EA8C}"/>
              </a:ext>
            </a:extLst>
          </p:cNvPr>
          <p:cNvSpPr>
            <a:spLocks noGrp="1"/>
          </p:cNvSpPr>
          <p:nvPr/>
        </p:nvSpPr>
        <p:spPr>
          <a:xfrm>
            <a:off x="2781300" y="5524500"/>
            <a:ext cx="666750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validation is a development check; test is the final check</a:t>
            </a:r>
          </a:p>
        </p:txBody>
      </p:sp>
      <p:sp>
        <p:nvSpPr>
          <p:cNvPr id="1277332021" name="Rectangle 1811406449">
            <a:extLst>
              <a:ext uri="{FF2B5EF4-FFF2-40B4-BE49-F238E27FC236}">
                <a16:creationId xmlns:a16="http://schemas.microsoft.com/office/drawing/2014/main" id="{6E649DB6-E241-4A74-816C-63322AC3DA0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9</a:t>
            </a:r>
          </a:p>
        </p:txBody>
      </p:sp>
    </p:spTree>
    <p:extLst>
      <p:ext uri="{BB962C8B-B14F-4D97-AF65-F5344CB8AC3E}">
        <p14:creationId xmlns:p14="http://schemas.microsoft.com/office/powerpoint/2010/main" val="1530955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7072068" name="Rectangle 854926774">
            <a:extLst>
              <a:ext uri="{FF2B5EF4-FFF2-40B4-BE49-F238E27FC236}">
                <a16:creationId xmlns:a16="http://schemas.microsoft.com/office/drawing/2014/main" id="{FFB993E2-CF16-40A8-BC76-B517B162165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265000999" name="Rectangle 1150295720">
            <a:extLst>
              <a:ext uri="{FF2B5EF4-FFF2-40B4-BE49-F238E27FC236}">
                <a16:creationId xmlns:a16="http://schemas.microsoft.com/office/drawing/2014/main" id="{6E064BFE-495C-4B29-8654-3E7878A0CA45}"/>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Train, validation, and test reveal fit quality</a:t>
            </a:r>
          </a:p>
        </p:txBody>
      </p:sp>
      <p:sp>
        <p:nvSpPr>
          <p:cNvPr id="137431283" name="Rectangle: Rounded Corners 2106832513">
            <a:extLst>
              <a:ext uri="{FF2B5EF4-FFF2-40B4-BE49-F238E27FC236}">
                <a16:creationId xmlns:a16="http://schemas.microsoft.com/office/drawing/2014/main" id="{68B036B7-1249-401A-B50D-44E8AA95494B}"/>
              </a:ext>
            </a:extLst>
          </p:cNvPr>
          <p:cNvSpPr>
            <a:spLocks noGrp="1"/>
          </p:cNvSpPr>
          <p:nvPr/>
        </p:nvSpPr>
        <p:spPr>
          <a:xfrm>
            <a:off x="1162050" y="1466849"/>
            <a:ext cx="2381250" cy="685800"/>
          </a:xfrm>
          <a:prstGeom prst="roundRect">
            <a:avLst>
              <a:gd name="adj" fmla="val 16667"/>
            </a:avLst>
          </a:prstGeom>
          <a:solidFill>
            <a:srgbClr val="FFFFFF"/>
          </a:solidFill>
          <a:ln w="20955">
            <a:solidFill>
              <a:srgbClr val="2563EB"/>
            </a:solidFill>
            <a:prstDash val="solid"/>
          </a:ln>
        </p:spPr>
        <p:txBody>
          <a:bodyPr/>
          <a:lstStyle/>
          <a:p>
            <a:pPr algn="ctr">
              <a:buNone/>
              <a:defRPr sz="2050" b="1">
                <a:solidFill>
                  <a:srgbClr val="2563EB"/>
                </a:solidFill>
              </a:defRPr>
            </a:pPr>
            <a:r>
              <a:rPr sz="2050" b="1">
                <a:solidFill>
                  <a:srgbClr val="2563EB"/>
                </a:solidFill>
              </a:rPr>
              <a:t>train</a:t>
            </a:r>
          </a:p>
        </p:txBody>
      </p:sp>
      <p:sp>
        <p:nvSpPr>
          <p:cNvPr id="813151347" name="Rectangle 537144149">
            <a:extLst>
              <a:ext uri="{FF2B5EF4-FFF2-40B4-BE49-F238E27FC236}">
                <a16:creationId xmlns:a16="http://schemas.microsoft.com/office/drawing/2014/main" id="{5FD8C9C3-552B-4382-B13B-543F5F26C2FB}"/>
              </a:ext>
            </a:extLst>
          </p:cNvPr>
          <p:cNvSpPr>
            <a:spLocks noGrp="1"/>
          </p:cNvSpPr>
          <p:nvPr/>
        </p:nvSpPr>
        <p:spPr>
          <a:xfrm>
            <a:off x="1162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fit weights</a:t>
            </a:r>
          </a:p>
        </p:txBody>
      </p:sp>
      <p:sp>
        <p:nvSpPr>
          <p:cNvPr id="772530795" name="Straight Connector 1844070667">
            <a:extLst>
              <a:ext uri="{FF2B5EF4-FFF2-40B4-BE49-F238E27FC236}">
                <a16:creationId xmlns:a16="http://schemas.microsoft.com/office/drawing/2014/main" id="{AAE5C4F5-4A11-4F19-8DD9-94E0EE0C2411}"/>
              </a:ext>
            </a:extLst>
          </p:cNvPr>
          <p:cNvSpPr>
            <a:spLocks noGrp="1"/>
          </p:cNvSpPr>
          <p:nvPr/>
        </p:nvSpPr>
        <p:spPr>
          <a:xfrm>
            <a:off x="3752850" y="1809750"/>
            <a:ext cx="628650" cy="9525"/>
          </a:xfrm>
          <a:prstGeom prst="line">
            <a:avLst/>
          </a:prstGeom>
          <a:noFill/>
          <a:ln w="28575">
            <a:solidFill>
              <a:srgbClr val="CBD5E1"/>
            </a:solidFill>
            <a:prstDash val="solid"/>
          </a:ln>
        </p:spPr>
        <p:txBody>
          <a:bodyPr/>
          <a:lstStyle/>
          <a:p>
            <a:pPr>
              <a:buNone/>
            </a:pPr>
            <a:endParaRPr/>
          </a:p>
        </p:txBody>
      </p:sp>
      <p:sp>
        <p:nvSpPr>
          <p:cNvPr id="449744387" name="Rectangle: Rounded Corners 1156722812">
            <a:extLst>
              <a:ext uri="{FF2B5EF4-FFF2-40B4-BE49-F238E27FC236}">
                <a16:creationId xmlns:a16="http://schemas.microsoft.com/office/drawing/2014/main" id="{1D0D65BA-8ED1-4A4E-9AF9-EA716068D665}"/>
              </a:ext>
            </a:extLst>
          </p:cNvPr>
          <p:cNvSpPr>
            <a:spLocks noGrp="1"/>
          </p:cNvSpPr>
          <p:nvPr/>
        </p:nvSpPr>
        <p:spPr>
          <a:xfrm>
            <a:off x="4591050" y="1466849"/>
            <a:ext cx="2381250" cy="685800"/>
          </a:xfrm>
          <a:prstGeom prst="roundRect">
            <a:avLst>
              <a:gd name="adj" fmla="val 16667"/>
            </a:avLst>
          </a:prstGeom>
          <a:solidFill>
            <a:srgbClr val="FFFFFF"/>
          </a:solidFill>
          <a:ln w="20955">
            <a:solidFill>
              <a:srgbClr val="10B981"/>
            </a:solidFill>
            <a:prstDash val="solid"/>
          </a:ln>
        </p:spPr>
        <p:txBody>
          <a:bodyPr/>
          <a:lstStyle/>
          <a:p>
            <a:pPr algn="ctr">
              <a:buNone/>
              <a:defRPr sz="2050" b="1">
                <a:solidFill>
                  <a:srgbClr val="10B981"/>
                </a:solidFill>
              </a:defRPr>
            </a:pPr>
            <a:r>
              <a:rPr sz="2050" b="1">
                <a:solidFill>
                  <a:srgbClr val="10B981"/>
                </a:solidFill>
              </a:rPr>
              <a:t>validation</a:t>
            </a:r>
          </a:p>
        </p:txBody>
      </p:sp>
      <p:sp>
        <p:nvSpPr>
          <p:cNvPr id="67551098" name="Rectangle 555957418">
            <a:extLst>
              <a:ext uri="{FF2B5EF4-FFF2-40B4-BE49-F238E27FC236}">
                <a16:creationId xmlns:a16="http://schemas.microsoft.com/office/drawing/2014/main" id="{F8CCA732-3EB9-44DE-A1BC-B8DF53A2DC31}"/>
              </a:ext>
            </a:extLst>
          </p:cNvPr>
          <p:cNvSpPr>
            <a:spLocks noGrp="1"/>
          </p:cNvSpPr>
          <p:nvPr/>
        </p:nvSpPr>
        <p:spPr>
          <a:xfrm>
            <a:off x="4591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choose model</a:t>
            </a:r>
          </a:p>
        </p:txBody>
      </p:sp>
      <p:sp>
        <p:nvSpPr>
          <p:cNvPr id="1259418381" name="Straight Connector 1221881980">
            <a:extLst>
              <a:ext uri="{FF2B5EF4-FFF2-40B4-BE49-F238E27FC236}">
                <a16:creationId xmlns:a16="http://schemas.microsoft.com/office/drawing/2014/main" id="{A09E1DE1-C6B8-4195-81CE-A92B7AE29D2C}"/>
              </a:ext>
            </a:extLst>
          </p:cNvPr>
          <p:cNvSpPr>
            <a:spLocks noGrp="1"/>
          </p:cNvSpPr>
          <p:nvPr/>
        </p:nvSpPr>
        <p:spPr>
          <a:xfrm>
            <a:off x="7181850" y="1809750"/>
            <a:ext cx="628650" cy="9525"/>
          </a:xfrm>
          <a:prstGeom prst="line">
            <a:avLst/>
          </a:prstGeom>
          <a:noFill/>
          <a:ln w="28575">
            <a:solidFill>
              <a:srgbClr val="CBD5E1"/>
            </a:solidFill>
            <a:prstDash val="solid"/>
          </a:ln>
        </p:spPr>
        <p:txBody>
          <a:bodyPr/>
          <a:lstStyle/>
          <a:p>
            <a:pPr>
              <a:buNone/>
            </a:pPr>
            <a:endParaRPr/>
          </a:p>
        </p:txBody>
      </p:sp>
      <p:sp>
        <p:nvSpPr>
          <p:cNvPr id="141902759" name="Rectangle: Rounded Corners 942243679">
            <a:extLst>
              <a:ext uri="{FF2B5EF4-FFF2-40B4-BE49-F238E27FC236}">
                <a16:creationId xmlns:a16="http://schemas.microsoft.com/office/drawing/2014/main" id="{F5865B52-5583-4334-94AA-883B4E2C7C8E}"/>
              </a:ext>
            </a:extLst>
          </p:cNvPr>
          <p:cNvSpPr>
            <a:spLocks noGrp="1"/>
          </p:cNvSpPr>
          <p:nvPr/>
        </p:nvSpPr>
        <p:spPr>
          <a:xfrm>
            <a:off x="8020050" y="1466849"/>
            <a:ext cx="2381250" cy="685800"/>
          </a:xfrm>
          <a:prstGeom prst="roundRect">
            <a:avLst>
              <a:gd name="adj" fmla="val 16667"/>
            </a:avLst>
          </a:prstGeom>
          <a:solidFill>
            <a:srgbClr val="FFFFFF"/>
          </a:solidFill>
          <a:ln w="20955">
            <a:solidFill>
              <a:srgbClr val="7C3AED"/>
            </a:solidFill>
            <a:prstDash val="solid"/>
          </a:ln>
        </p:spPr>
        <p:txBody>
          <a:bodyPr/>
          <a:lstStyle/>
          <a:p>
            <a:pPr algn="ctr">
              <a:buNone/>
              <a:defRPr sz="2050" b="1">
                <a:solidFill>
                  <a:srgbClr val="7C3AED"/>
                </a:solidFill>
              </a:defRPr>
            </a:pPr>
            <a:r>
              <a:rPr sz="2050" b="1">
                <a:solidFill>
                  <a:srgbClr val="7C3AED"/>
                </a:solidFill>
              </a:rPr>
              <a:t>test</a:t>
            </a:r>
          </a:p>
        </p:txBody>
      </p:sp>
      <p:sp>
        <p:nvSpPr>
          <p:cNvPr id="1451641323" name="Rectangle 1558388499">
            <a:extLst>
              <a:ext uri="{FF2B5EF4-FFF2-40B4-BE49-F238E27FC236}">
                <a16:creationId xmlns:a16="http://schemas.microsoft.com/office/drawing/2014/main" id="{2F95165F-45C1-4034-A497-ADC6CC90CCB0}"/>
              </a:ext>
            </a:extLst>
          </p:cNvPr>
          <p:cNvSpPr>
            <a:spLocks noGrp="1"/>
          </p:cNvSpPr>
          <p:nvPr/>
        </p:nvSpPr>
        <p:spPr>
          <a:xfrm>
            <a:off x="8020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final check</a:t>
            </a:r>
          </a:p>
        </p:txBody>
      </p:sp>
      <p:sp>
        <p:nvSpPr>
          <p:cNvPr id="639155430" name="Rectangle: Rounded Corners 497016789">
            <a:extLst>
              <a:ext uri="{FF2B5EF4-FFF2-40B4-BE49-F238E27FC236}">
                <a16:creationId xmlns:a16="http://schemas.microsoft.com/office/drawing/2014/main" id="{11B7FCA4-B10B-4EAC-BA03-BCFEF602CAD0}"/>
              </a:ext>
            </a:extLst>
          </p:cNvPr>
          <p:cNvSpPr>
            <a:spLocks noGrp="1"/>
          </p:cNvSpPr>
          <p:nvPr/>
        </p:nvSpPr>
        <p:spPr>
          <a:xfrm>
            <a:off x="704850" y="2743200"/>
            <a:ext cx="10782300" cy="3314700"/>
          </a:xfrm>
          <a:prstGeom prst="roundRect">
            <a:avLst>
              <a:gd name="adj" fmla="val 3448"/>
            </a:avLst>
          </a:prstGeom>
          <a:solidFill>
            <a:srgbClr val="F8FAFC"/>
          </a:solidFill>
          <a:ln w="14288">
            <a:solidFill>
              <a:srgbClr val="E2E8F0"/>
            </a:solidFill>
            <a:prstDash val="solid"/>
          </a:ln>
        </p:spPr>
        <p:txBody>
          <a:bodyPr/>
          <a:lstStyle/>
          <a:p>
            <a:pPr>
              <a:buNone/>
            </a:pPr>
            <a:endParaRPr/>
          </a:p>
        </p:txBody>
      </p:sp>
      <p:sp>
        <p:nvSpPr>
          <p:cNvPr id="271535702" name="Straight Connector 944728692">
            <a:extLst>
              <a:ext uri="{FF2B5EF4-FFF2-40B4-BE49-F238E27FC236}">
                <a16:creationId xmlns:a16="http://schemas.microsoft.com/office/drawing/2014/main" id="{700FA2FE-F66D-4CFF-8BE9-9C60AD10AF3A}"/>
              </a:ext>
            </a:extLst>
          </p:cNvPr>
          <p:cNvSpPr>
            <a:spLocks noGrp="1"/>
          </p:cNvSpPr>
          <p:nvPr/>
        </p:nvSpPr>
        <p:spPr>
          <a:xfrm>
            <a:off x="1143000" y="5648325"/>
            <a:ext cx="9858375" cy="9525"/>
          </a:xfrm>
          <a:prstGeom prst="line">
            <a:avLst/>
          </a:prstGeom>
          <a:noFill/>
          <a:ln w="19050">
            <a:solidFill>
              <a:srgbClr val="94A3B8"/>
            </a:solidFill>
            <a:prstDash val="solid"/>
          </a:ln>
        </p:spPr>
        <p:txBody>
          <a:bodyPr/>
          <a:lstStyle/>
          <a:p>
            <a:pPr>
              <a:buNone/>
            </a:pPr>
            <a:endParaRPr/>
          </a:p>
        </p:txBody>
      </p:sp>
      <p:sp>
        <p:nvSpPr>
          <p:cNvPr id="1715142146" name="Straight Connector 492924597">
            <a:extLst>
              <a:ext uri="{FF2B5EF4-FFF2-40B4-BE49-F238E27FC236}">
                <a16:creationId xmlns:a16="http://schemas.microsoft.com/office/drawing/2014/main" id="{38BA999E-4620-4657-B489-8D4A2776CB21}"/>
              </a:ext>
            </a:extLst>
          </p:cNvPr>
          <p:cNvSpPr>
            <a:spLocks noGrp="1"/>
          </p:cNvSpPr>
          <p:nvPr/>
        </p:nvSpPr>
        <p:spPr>
          <a:xfrm>
            <a:off x="1143000" y="3124200"/>
            <a:ext cx="9525" cy="2524125"/>
          </a:xfrm>
          <a:prstGeom prst="line">
            <a:avLst/>
          </a:prstGeom>
          <a:noFill/>
          <a:ln w="19050">
            <a:solidFill>
              <a:srgbClr val="94A3B8"/>
            </a:solidFill>
            <a:prstDash val="solid"/>
          </a:ln>
        </p:spPr>
        <p:txBody>
          <a:bodyPr/>
          <a:lstStyle/>
          <a:p>
            <a:pPr>
              <a:buNone/>
            </a:pPr>
            <a:endParaRPr/>
          </a:p>
        </p:txBody>
      </p:sp>
      <p:sp>
        <p:nvSpPr>
          <p:cNvPr id="1603611981" name="Rectangle 1897545627">
            <a:extLst>
              <a:ext uri="{FF2B5EF4-FFF2-40B4-BE49-F238E27FC236}">
                <a16:creationId xmlns:a16="http://schemas.microsoft.com/office/drawing/2014/main" id="{0A6AD4E6-2C0D-4C32-8729-705194F70CD9}"/>
              </a:ext>
            </a:extLst>
          </p:cNvPr>
          <p:cNvSpPr>
            <a:spLocks noGrp="1"/>
          </p:cNvSpPr>
          <p:nvPr/>
        </p:nvSpPr>
        <p:spPr>
          <a:xfrm>
            <a:off x="4705350" y="5762625"/>
            <a:ext cx="2857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model complexity</a:t>
            </a:r>
          </a:p>
        </p:txBody>
      </p:sp>
      <p:sp>
        <p:nvSpPr>
          <p:cNvPr id="419223175" name="Rectangle 567799544">
            <a:extLst>
              <a:ext uri="{FF2B5EF4-FFF2-40B4-BE49-F238E27FC236}">
                <a16:creationId xmlns:a16="http://schemas.microsoft.com/office/drawing/2014/main" id="{2ECBDAA0-068C-4C85-A598-48A66B74C5E1}"/>
              </a:ext>
            </a:extLst>
          </p:cNvPr>
          <p:cNvSpPr>
            <a:spLocks noGrp="1"/>
          </p:cNvSpPr>
          <p:nvPr/>
        </p:nvSpPr>
        <p:spPr>
          <a:xfrm>
            <a:off x="742950" y="3009900"/>
            <a:ext cx="666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error</a:t>
            </a:r>
          </a:p>
        </p:txBody>
      </p:sp>
      <p:sp>
        <p:nvSpPr>
          <p:cNvPr id="90629929" name="Rectangle 163568202">
            <a:extLst>
              <a:ext uri="{FF2B5EF4-FFF2-40B4-BE49-F238E27FC236}">
                <a16:creationId xmlns:a16="http://schemas.microsoft.com/office/drawing/2014/main" id="{37E88BE9-B98D-4D42-99F0-A183596A3B6D}"/>
              </a:ext>
            </a:extLst>
          </p:cNvPr>
          <p:cNvSpPr>
            <a:spLocks noGrp="1"/>
          </p:cNvSpPr>
          <p:nvPr/>
        </p:nvSpPr>
        <p:spPr>
          <a:xfrm>
            <a:off x="8934450" y="5257800"/>
            <a:ext cx="1428750" cy="266700"/>
          </a:xfrm>
          <a:prstGeom prst="rect">
            <a:avLst/>
          </a:prstGeom>
          <a:noFill/>
          <a:ln w="0">
            <a:noFill/>
            <a:prstDash val="solid"/>
          </a:ln>
        </p:spPr>
        <p:txBody>
          <a:bodyPr/>
          <a:lstStyle/>
          <a:p>
            <a:pPr algn="l">
              <a:buNone/>
              <a:defRPr sz="1500" b="1">
                <a:solidFill>
                  <a:srgbClr val="2563EB"/>
                </a:solidFill>
              </a:defRPr>
            </a:pPr>
            <a:r>
              <a:rPr sz="1500" b="1">
                <a:solidFill>
                  <a:srgbClr val="2563EB"/>
                </a:solidFill>
              </a:rPr>
              <a:t>train error</a:t>
            </a:r>
          </a:p>
        </p:txBody>
      </p:sp>
      <p:sp>
        <p:nvSpPr>
          <p:cNvPr id="163331144" name="Rectangle 1723731144">
            <a:extLst>
              <a:ext uri="{FF2B5EF4-FFF2-40B4-BE49-F238E27FC236}">
                <a16:creationId xmlns:a16="http://schemas.microsoft.com/office/drawing/2014/main" id="{A496FDF0-2600-46B1-904F-67BC34D59E99}"/>
              </a:ext>
            </a:extLst>
          </p:cNvPr>
          <p:cNvSpPr>
            <a:spLocks noGrp="1"/>
          </p:cNvSpPr>
          <p:nvPr/>
        </p:nvSpPr>
        <p:spPr>
          <a:xfrm>
            <a:off x="8905875" y="3200400"/>
            <a:ext cx="1809750" cy="266700"/>
          </a:xfrm>
          <a:prstGeom prst="rect">
            <a:avLst/>
          </a:prstGeom>
          <a:noFill/>
          <a:ln w="0">
            <a:noFill/>
            <a:prstDash val="solid"/>
          </a:ln>
        </p:spPr>
        <p:txBody>
          <a:bodyPr/>
          <a:lstStyle/>
          <a:p>
            <a:pPr algn="l">
              <a:buNone/>
              <a:defRPr sz="1500" b="1">
                <a:solidFill>
                  <a:srgbClr val="F97316"/>
                </a:solidFill>
              </a:defRPr>
            </a:pPr>
            <a:r>
              <a:rPr sz="1500" b="1">
                <a:solidFill>
                  <a:srgbClr val="F97316"/>
                </a:solidFill>
              </a:rPr>
              <a:t>validation error</a:t>
            </a:r>
          </a:p>
        </p:txBody>
      </p:sp>
      <p:sp>
        <p:nvSpPr>
          <p:cNvPr id="1591015912" name="Rectangle 326786159">
            <a:extLst>
              <a:ext uri="{FF2B5EF4-FFF2-40B4-BE49-F238E27FC236}">
                <a16:creationId xmlns:a16="http://schemas.microsoft.com/office/drawing/2014/main" id="{A7599293-F19A-4E5E-BA39-8C7BD9172E54}"/>
              </a:ext>
            </a:extLst>
          </p:cNvPr>
          <p:cNvSpPr>
            <a:spLocks noGrp="1"/>
          </p:cNvSpPr>
          <p:nvPr/>
        </p:nvSpPr>
        <p:spPr>
          <a:xfrm>
            <a:off x="762000" y="2800350"/>
            <a:ext cx="2190750" cy="285750"/>
          </a:xfrm>
          <a:prstGeom prst="rect">
            <a:avLst/>
          </a:prstGeom>
          <a:noFill/>
          <a:ln w="0">
            <a:noFill/>
            <a:prstDash val="solid"/>
          </a:ln>
        </p:spPr>
        <p:txBody>
          <a:bodyPr/>
          <a:lstStyle/>
          <a:p>
            <a:pPr algn="ctr">
              <a:buNone/>
              <a:defRPr sz="1750" b="1">
                <a:solidFill>
                  <a:srgbClr val="EF4444"/>
                </a:solidFill>
              </a:defRPr>
            </a:pPr>
            <a:r>
              <a:rPr sz="1750" b="1">
                <a:solidFill>
                  <a:srgbClr val="EF4444"/>
                </a:solidFill>
              </a:rPr>
              <a:t>underfitting</a:t>
            </a:r>
          </a:p>
        </p:txBody>
      </p:sp>
      <p:sp>
        <p:nvSpPr>
          <p:cNvPr id="1295183257" name="Rectangle 1482802785">
            <a:extLst>
              <a:ext uri="{FF2B5EF4-FFF2-40B4-BE49-F238E27FC236}">
                <a16:creationId xmlns:a16="http://schemas.microsoft.com/office/drawing/2014/main" id="{1F922ECA-10CC-48E1-BD38-23BAA283D1F1}"/>
              </a:ext>
            </a:extLst>
          </p:cNvPr>
          <p:cNvSpPr>
            <a:spLocks noGrp="1"/>
          </p:cNvSpPr>
          <p:nvPr/>
        </p:nvSpPr>
        <p:spPr>
          <a:xfrm>
            <a:off x="76200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both errors high</a:t>
            </a:r>
          </a:p>
        </p:txBody>
      </p:sp>
      <p:sp>
        <p:nvSpPr>
          <p:cNvPr id="1336820086" name="Rectangle 947956942">
            <a:extLst>
              <a:ext uri="{FF2B5EF4-FFF2-40B4-BE49-F238E27FC236}">
                <a16:creationId xmlns:a16="http://schemas.microsoft.com/office/drawing/2014/main" id="{00B322E0-A078-4389-BD1B-ADE50437B853}"/>
              </a:ext>
            </a:extLst>
          </p:cNvPr>
          <p:cNvSpPr>
            <a:spLocks noGrp="1"/>
          </p:cNvSpPr>
          <p:nvPr/>
        </p:nvSpPr>
        <p:spPr>
          <a:xfrm>
            <a:off x="4286250" y="2800350"/>
            <a:ext cx="219075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best fit</a:t>
            </a:r>
          </a:p>
        </p:txBody>
      </p:sp>
      <p:sp>
        <p:nvSpPr>
          <p:cNvPr id="1670026333" name="Rectangle 2016319604">
            <a:extLst>
              <a:ext uri="{FF2B5EF4-FFF2-40B4-BE49-F238E27FC236}">
                <a16:creationId xmlns:a16="http://schemas.microsoft.com/office/drawing/2014/main" id="{CF287891-0ED0-4E90-A099-78DBBBC4C279}"/>
              </a:ext>
            </a:extLst>
          </p:cNvPr>
          <p:cNvSpPr>
            <a:spLocks noGrp="1"/>
          </p:cNvSpPr>
          <p:nvPr/>
        </p:nvSpPr>
        <p:spPr>
          <a:xfrm>
            <a:off x="428625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validation lowest</a:t>
            </a:r>
          </a:p>
        </p:txBody>
      </p:sp>
      <p:sp>
        <p:nvSpPr>
          <p:cNvPr id="607721416" name="Rectangle 759240474">
            <a:extLst>
              <a:ext uri="{FF2B5EF4-FFF2-40B4-BE49-F238E27FC236}">
                <a16:creationId xmlns:a16="http://schemas.microsoft.com/office/drawing/2014/main" id="{9A361621-69DF-4FBF-AD0F-F50FB56EA3A2}"/>
              </a:ext>
            </a:extLst>
          </p:cNvPr>
          <p:cNvSpPr>
            <a:spLocks noGrp="1"/>
          </p:cNvSpPr>
          <p:nvPr/>
        </p:nvSpPr>
        <p:spPr>
          <a:xfrm>
            <a:off x="7591425" y="2800350"/>
            <a:ext cx="219075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overfitting</a:t>
            </a:r>
          </a:p>
        </p:txBody>
      </p:sp>
      <p:sp>
        <p:nvSpPr>
          <p:cNvPr id="903526191" name="Rectangle 1102304899">
            <a:extLst>
              <a:ext uri="{FF2B5EF4-FFF2-40B4-BE49-F238E27FC236}">
                <a16:creationId xmlns:a16="http://schemas.microsoft.com/office/drawing/2014/main" id="{9CD0EC64-1C84-4846-8BF0-6CA22E6FF601}"/>
              </a:ext>
            </a:extLst>
          </p:cNvPr>
          <p:cNvSpPr>
            <a:spLocks noGrp="1"/>
          </p:cNvSpPr>
          <p:nvPr/>
        </p:nvSpPr>
        <p:spPr>
          <a:xfrm>
            <a:off x="7591425"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gap opens</a:t>
            </a:r>
          </a:p>
        </p:txBody>
      </p:sp>
      <p:sp>
        <p:nvSpPr>
          <p:cNvPr id="548992313" name="Rectangle 1141042966">
            <a:extLst>
              <a:ext uri="{FF2B5EF4-FFF2-40B4-BE49-F238E27FC236}">
                <a16:creationId xmlns:a16="http://schemas.microsoft.com/office/drawing/2014/main" id="{2B0C321D-DFE8-4A3C-8363-BD2CC7CCAD0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10</a:t>
            </a:r>
          </a:p>
        </p:txBody>
      </p:sp>
      <p:sp>
        <p:nvSpPr>
          <p:cNvPr id="1094370345" name="solidguide_normal">
            <a:extLst>
              <a:ext uri="{FF2B5EF4-FFF2-40B4-BE49-F238E27FC236}">
                <a16:creationId xmlns:a16="http://schemas.microsoft.com/office/drawing/2014/main" id="{FD6721D7-2C8A-41DD-8A9E-3CE7DC0520B5}"/>
              </a:ext>
            </a:extLst>
          </p:cNvPr>
          <p:cNvSpPr>
            <a:spLocks noGrp="1"/>
          </p:cNvSpPr>
          <p:nvPr/>
        </p:nvSpPr>
        <p:spPr>
          <a:xfrm>
            <a:off x="1857375" y="3200400"/>
            <a:ext cx="9525" cy="2447925"/>
          </a:xfrm>
          <a:prstGeom prst="line">
            <a:avLst/>
          </a:prstGeom>
          <a:noFill/>
          <a:ln w="14288">
            <a:solidFill>
              <a:srgbClr val="EF4444"/>
            </a:solidFill>
            <a:prstDash val="solid"/>
          </a:ln>
        </p:spPr>
        <p:txBody>
          <a:bodyPr/>
          <a:lstStyle/>
          <a:p>
            <a:pPr>
              <a:buNone/>
            </a:pPr>
            <a:endParaRPr/>
          </a:p>
        </p:txBody>
      </p:sp>
      <p:sp>
        <p:nvSpPr>
          <p:cNvPr id="601773532" name="solidguide_normal">
            <a:extLst>
              <a:ext uri="{FF2B5EF4-FFF2-40B4-BE49-F238E27FC236}">
                <a16:creationId xmlns:a16="http://schemas.microsoft.com/office/drawing/2014/main" id="{A4217964-02BA-4D8D-B0ED-31EDD577CF39}"/>
              </a:ext>
            </a:extLst>
          </p:cNvPr>
          <p:cNvSpPr>
            <a:spLocks noGrp="1"/>
          </p:cNvSpPr>
          <p:nvPr/>
        </p:nvSpPr>
        <p:spPr>
          <a:xfrm>
            <a:off x="5381625" y="3200400"/>
            <a:ext cx="9525" cy="2447925"/>
          </a:xfrm>
          <a:prstGeom prst="line">
            <a:avLst/>
          </a:prstGeom>
          <a:noFill/>
          <a:ln w="14288">
            <a:solidFill>
              <a:srgbClr val="10B981"/>
            </a:solidFill>
            <a:prstDash val="solid"/>
          </a:ln>
        </p:spPr>
        <p:txBody>
          <a:bodyPr/>
          <a:lstStyle/>
          <a:p>
            <a:pPr>
              <a:buNone/>
            </a:pPr>
            <a:endParaRPr/>
          </a:p>
        </p:txBody>
      </p:sp>
      <p:pic>
        <p:nvPicPr>
          <p:cNvPr id="1715142174" name="Graphic 210683254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516650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666247" name="Rectangle 1470283906">
            <a:extLst>
              <a:ext uri="{FF2B5EF4-FFF2-40B4-BE49-F238E27FC236}">
                <a16:creationId xmlns:a16="http://schemas.microsoft.com/office/drawing/2014/main" id="{A84B3AEA-6D66-437A-85DD-C6B3CDAF603D}"/>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Partial derivatives</a:t>
            </a:r>
          </a:p>
        </p:txBody>
      </p:sp>
      <p:sp>
        <p:nvSpPr>
          <p:cNvPr id="166681269" name="Rectangle 843139879">
            <a:extLst>
              <a:ext uri="{FF2B5EF4-FFF2-40B4-BE49-F238E27FC236}">
                <a16:creationId xmlns:a16="http://schemas.microsoft.com/office/drawing/2014/main" id="{7432DB17-79FD-47F0-AC31-F7490F0F9C3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chemeClr val="tx1">
                    <a:lumMod val="65000"/>
                    <a:lumOff val="35000"/>
                  </a:schemeClr>
                </a:solidFill>
              </a:rPr>
              <a:t>Partial derivatives: one variable at a time</a:t>
            </a:r>
          </a:p>
        </p:txBody>
      </p:sp>
      <p:sp>
        <p:nvSpPr>
          <p:cNvPr id="269330425" name="Rectangle: Rounded Corners 441777437">
            <a:extLst>
              <a:ext uri="{FF2B5EF4-FFF2-40B4-BE49-F238E27FC236}">
                <a16:creationId xmlns:a16="http://schemas.microsoft.com/office/drawing/2014/main" id="{F7B02EC9-82DE-449D-9671-CFF86D76A46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pic>
        <p:nvPicPr>
          <p:cNvPr id="2100280698" name="Picture 1856458312"/>
          <p:cNvPicPr>
            <a:picLocks noChangeAspect="1"/>
          </p:cNvPicPr>
          <p:nvPr/>
        </p:nvPicPr>
        <p:blipFill rotWithShape="1">
          <a:blip r:embed="rId3"/>
          <a:stretch/>
        </p:blipFill>
        <p:spPr>
          <a:xfrm>
            <a:off x="1095375" y="1631156"/>
            <a:ext cx="10001250" cy="1785938"/>
          </a:xfrm>
          <a:prstGeom prst="rect">
            <a:avLst/>
          </a:prstGeom>
        </p:spPr>
      </p:pic>
      <p:sp>
        <p:nvSpPr>
          <p:cNvPr id="554777151" name="Oval 1369448292">
            <a:extLst>
              <a:ext uri="{FF2B5EF4-FFF2-40B4-BE49-F238E27FC236}">
                <a16:creationId xmlns:a16="http://schemas.microsoft.com/office/drawing/2014/main" id="{A8A6CAE0-B090-4C9E-BAC6-AA08567FD98B}"/>
              </a:ext>
            </a:extLst>
          </p:cNvPr>
          <p:cNvSpPr>
            <a:spLocks noGrp="1"/>
          </p:cNvSpPr>
          <p:nvPr/>
        </p:nvSpPr>
        <p:spPr>
          <a:xfrm>
            <a:off x="1524000" y="3905250"/>
            <a:ext cx="552450" cy="552450"/>
          </a:xfrm>
          <a:prstGeom prst="ellipse">
            <a:avLst/>
          </a:prstGeom>
          <a:solidFill>
            <a:srgbClr val="E0F2FE"/>
          </a:solidFill>
          <a:ln w="14288">
            <a:solidFill>
              <a:srgbClr val="2563EB"/>
            </a:solidFill>
            <a:prstDash val="solid"/>
          </a:ln>
        </p:spPr>
        <p:txBody>
          <a:bodyPr/>
          <a:lstStyle/>
          <a:p>
            <a:pPr algn="ctr">
              <a:buNone/>
              <a:defRPr sz="1950" b="1">
                <a:solidFill>
                  <a:srgbClr val="2563EB"/>
                </a:solidFill>
              </a:defRPr>
            </a:pPr>
            <a:r>
              <a:rPr sz="1950" b="1">
                <a:solidFill>
                  <a:srgbClr val="2563EB"/>
                </a:solidFill>
              </a:rPr>
              <a:t>1</a:t>
            </a:r>
          </a:p>
        </p:txBody>
      </p:sp>
      <p:sp>
        <p:nvSpPr>
          <p:cNvPr id="623987115" name="Rectangle 119453285">
            <a:extLst>
              <a:ext uri="{FF2B5EF4-FFF2-40B4-BE49-F238E27FC236}">
                <a16:creationId xmlns:a16="http://schemas.microsoft.com/office/drawing/2014/main" id="{E7C1717B-9138-4EF0-90A0-BACE2DE806BF}"/>
              </a:ext>
            </a:extLst>
          </p:cNvPr>
          <p:cNvSpPr>
            <a:spLocks noGrp="1"/>
          </p:cNvSpPr>
          <p:nvPr/>
        </p:nvSpPr>
        <p:spPr>
          <a:xfrm>
            <a:off x="2238375" y="4000500"/>
            <a:ext cx="238125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Choose the variable</a:t>
            </a:r>
          </a:p>
        </p:txBody>
      </p:sp>
      <p:sp>
        <p:nvSpPr>
          <p:cNvPr id="906566913" name="Oval 1329949566">
            <a:extLst>
              <a:ext uri="{FF2B5EF4-FFF2-40B4-BE49-F238E27FC236}">
                <a16:creationId xmlns:a16="http://schemas.microsoft.com/office/drawing/2014/main" id="{1EE975F0-1D5F-47F4-B1A1-F32979C1EA4D}"/>
              </a:ext>
            </a:extLst>
          </p:cNvPr>
          <p:cNvSpPr>
            <a:spLocks noGrp="1"/>
          </p:cNvSpPr>
          <p:nvPr/>
        </p:nvSpPr>
        <p:spPr>
          <a:xfrm>
            <a:off x="1524000" y="4714875"/>
            <a:ext cx="552450" cy="552450"/>
          </a:xfrm>
          <a:prstGeom prst="ellipse">
            <a:avLst/>
          </a:prstGeom>
          <a:solidFill>
            <a:srgbClr val="FEF3C7"/>
          </a:solidFill>
          <a:ln w="14288">
            <a:solidFill>
              <a:srgbClr val="F97316"/>
            </a:solidFill>
            <a:prstDash val="solid"/>
          </a:ln>
        </p:spPr>
        <p:txBody>
          <a:bodyPr/>
          <a:lstStyle/>
          <a:p>
            <a:pPr algn="ctr">
              <a:buNone/>
              <a:defRPr sz="1950" b="1">
                <a:solidFill>
                  <a:srgbClr val="F97316"/>
                </a:solidFill>
              </a:defRPr>
            </a:pPr>
            <a:r>
              <a:rPr sz="1950" b="1">
                <a:solidFill>
                  <a:srgbClr val="F97316"/>
                </a:solidFill>
              </a:rPr>
              <a:t>2</a:t>
            </a:r>
          </a:p>
        </p:txBody>
      </p:sp>
      <p:sp>
        <p:nvSpPr>
          <p:cNvPr id="2100280693" name="Rectangle 1856458307">
            <a:extLst>
              <a:ext uri="{FF2B5EF4-FFF2-40B4-BE49-F238E27FC236}">
                <a16:creationId xmlns:a16="http://schemas.microsoft.com/office/drawing/2014/main" id="{853DF9E0-BB35-43CF-B993-D93624C4312F}"/>
              </a:ext>
            </a:extLst>
          </p:cNvPr>
          <p:cNvSpPr>
            <a:spLocks noGrp="1"/>
          </p:cNvSpPr>
          <p:nvPr/>
        </p:nvSpPr>
        <p:spPr>
          <a:xfrm>
            <a:off x="2238375" y="4810125"/>
            <a:ext cx="4619625"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Treat the other variable as a constant</a:t>
            </a:r>
          </a:p>
        </p:txBody>
      </p:sp>
      <p:sp>
        <p:nvSpPr>
          <p:cNvPr id="2086023163" name="Oval 167515331">
            <a:extLst>
              <a:ext uri="{FF2B5EF4-FFF2-40B4-BE49-F238E27FC236}">
                <a16:creationId xmlns:a16="http://schemas.microsoft.com/office/drawing/2014/main" id="{C40A3034-D9F4-4C27-824C-4BED08C14CCA}"/>
              </a:ext>
            </a:extLst>
          </p:cNvPr>
          <p:cNvSpPr>
            <a:spLocks noGrp="1"/>
          </p:cNvSpPr>
          <p:nvPr/>
        </p:nvSpPr>
        <p:spPr>
          <a:xfrm>
            <a:off x="7239000" y="4305300"/>
            <a:ext cx="552450" cy="552450"/>
          </a:xfrm>
          <a:prstGeom prst="ellipse">
            <a:avLst/>
          </a:prstGeom>
          <a:solidFill>
            <a:srgbClr val="DCFCE7"/>
          </a:solidFill>
          <a:ln w="14288">
            <a:solidFill>
              <a:srgbClr val="10B981"/>
            </a:solidFill>
            <a:prstDash val="solid"/>
          </a:ln>
        </p:spPr>
        <p:txBody>
          <a:bodyPr/>
          <a:lstStyle/>
          <a:p>
            <a:pPr algn="ctr">
              <a:buNone/>
              <a:defRPr sz="1950" b="1">
                <a:solidFill>
                  <a:srgbClr val="10B981"/>
                </a:solidFill>
              </a:defRPr>
            </a:pPr>
            <a:r>
              <a:rPr sz="1950" b="1">
                <a:solidFill>
                  <a:srgbClr val="10B981"/>
                </a:solidFill>
              </a:rPr>
              <a:t>3</a:t>
            </a:r>
          </a:p>
        </p:txBody>
      </p:sp>
      <p:sp>
        <p:nvSpPr>
          <p:cNvPr id="574385921" name="Rectangle 324280658">
            <a:extLst>
              <a:ext uri="{FF2B5EF4-FFF2-40B4-BE49-F238E27FC236}">
                <a16:creationId xmlns:a16="http://schemas.microsoft.com/office/drawing/2014/main" id="{667BCDBC-62AC-40C5-9B35-66178DC396F0}"/>
              </a:ext>
            </a:extLst>
          </p:cNvPr>
          <p:cNvSpPr>
            <a:spLocks noGrp="1"/>
          </p:cNvSpPr>
          <p:nvPr/>
        </p:nvSpPr>
        <p:spPr>
          <a:xfrm>
            <a:off x="7953375" y="4400550"/>
            <a:ext cx="285750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Differentiate normally</a:t>
            </a:r>
          </a:p>
        </p:txBody>
      </p:sp>
      <p:sp>
        <p:nvSpPr>
          <p:cNvPr id="1694638636" name="Rectangle 220100613">
            <a:extLst>
              <a:ext uri="{FF2B5EF4-FFF2-40B4-BE49-F238E27FC236}">
                <a16:creationId xmlns:a16="http://schemas.microsoft.com/office/drawing/2014/main" id="{3E512C3F-D879-4D1C-98AA-C21211CCDB30}"/>
              </a:ext>
            </a:extLst>
          </p:cNvPr>
          <p:cNvSpPr>
            <a:spLocks noGrp="1"/>
          </p:cNvSpPr>
          <p:nvPr/>
        </p:nvSpPr>
        <p:spPr>
          <a:xfrm>
            <a:off x="2333625" y="5715000"/>
            <a:ext cx="75247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Partial derivative = slope with respect to one variable.</a:t>
            </a:r>
          </a:p>
        </p:txBody>
      </p:sp>
      <p:sp>
        <p:nvSpPr>
          <p:cNvPr id="1992766975" name="Rectangle 1638243303">
            <a:extLst>
              <a:ext uri="{FF2B5EF4-FFF2-40B4-BE49-F238E27FC236}">
                <a16:creationId xmlns:a16="http://schemas.microsoft.com/office/drawing/2014/main" id="{D1FFCBD7-B77B-4D2D-856B-7DEADA99154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11</a:t>
            </a:r>
          </a:p>
        </p:txBody>
      </p:sp>
    </p:spTree>
    <p:extLst>
      <p:ext uri="{BB962C8B-B14F-4D97-AF65-F5344CB8AC3E}">
        <p14:creationId xmlns:p14="http://schemas.microsoft.com/office/powerpoint/2010/main" val="1898210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951573" name="Rectangle 914741475">
            <a:extLst>
              <a:ext uri="{FF2B5EF4-FFF2-40B4-BE49-F238E27FC236}">
                <a16:creationId xmlns:a16="http://schemas.microsoft.com/office/drawing/2014/main" id="{5C4C51BC-A872-45BB-8764-4937E9B4EE9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Gradient descent</a:t>
            </a:r>
          </a:p>
        </p:txBody>
      </p:sp>
      <p:sp>
        <p:nvSpPr>
          <p:cNvPr id="1993401329" name="Rectangle 763526406">
            <a:extLst>
              <a:ext uri="{FF2B5EF4-FFF2-40B4-BE49-F238E27FC236}">
                <a16:creationId xmlns:a16="http://schemas.microsoft.com/office/drawing/2014/main" id="{8B2F167F-86C0-4E6C-A006-7C56E871FE0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Gradient descent changes w and b</a:t>
            </a:r>
          </a:p>
        </p:txBody>
      </p:sp>
      <p:sp>
        <p:nvSpPr>
          <p:cNvPr id="1806337855" name="Rectangle: Rounded Corners 611293625">
            <a:extLst>
              <a:ext uri="{FF2B5EF4-FFF2-40B4-BE49-F238E27FC236}">
                <a16:creationId xmlns:a16="http://schemas.microsoft.com/office/drawing/2014/main" id="{987F841E-AF84-45D7-86C8-E4F5AA5A1DBC}"/>
              </a:ext>
            </a:extLst>
          </p:cNvPr>
          <p:cNvSpPr>
            <a:spLocks noGrp="1"/>
          </p:cNvSpPr>
          <p:nvPr/>
        </p:nvSpPr>
        <p:spPr>
          <a:xfrm>
            <a:off x="591978" y="1553542"/>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pic>
        <p:nvPicPr>
          <p:cNvPr id="1993401335" name="Picture 1922458406"/>
          <p:cNvPicPr>
            <a:picLocks noChangeAspect="1"/>
          </p:cNvPicPr>
          <p:nvPr/>
        </p:nvPicPr>
        <p:blipFill rotWithShape="1">
          <a:blip r:embed="rId3"/>
          <a:stretch/>
        </p:blipFill>
        <p:spPr>
          <a:xfrm>
            <a:off x="1809750" y="1575006"/>
            <a:ext cx="8048625" cy="659987"/>
          </a:xfrm>
          <a:prstGeom prst="rect">
            <a:avLst/>
          </a:prstGeom>
        </p:spPr>
      </p:pic>
      <p:sp>
        <p:nvSpPr>
          <p:cNvPr id="1201496220" name="Straight Connector 1032169778">
            <a:extLst>
              <a:ext uri="{FF2B5EF4-FFF2-40B4-BE49-F238E27FC236}">
                <a16:creationId xmlns:a16="http://schemas.microsoft.com/office/drawing/2014/main" id="{1DDB91D0-FAB5-4D84-8E45-261A1A80D768}"/>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pPr>
              <a:buNone/>
            </a:pPr>
            <a:endParaRPr/>
          </a:p>
        </p:txBody>
      </p:sp>
      <p:sp>
        <p:nvSpPr>
          <p:cNvPr id="1693324739" name="Straight Connector 1768100698">
            <a:extLst>
              <a:ext uri="{FF2B5EF4-FFF2-40B4-BE49-F238E27FC236}">
                <a16:creationId xmlns:a16="http://schemas.microsoft.com/office/drawing/2014/main" id="{514CFEB6-E240-4D51-88CC-C957B139040A}"/>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pPr>
              <a:buNone/>
            </a:pPr>
            <a:endParaRPr/>
          </a:p>
        </p:txBody>
      </p:sp>
      <p:sp>
        <p:nvSpPr>
          <p:cNvPr id="1613969670" name="Rectangle 1922458400">
            <a:extLst>
              <a:ext uri="{FF2B5EF4-FFF2-40B4-BE49-F238E27FC236}">
                <a16:creationId xmlns:a16="http://schemas.microsoft.com/office/drawing/2014/main" id="{666180DA-07CC-4611-97A6-00E60E4A6A5B}"/>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891346706" name="Rectangle 1402654062">
            <a:extLst>
              <a:ext uri="{FF2B5EF4-FFF2-40B4-BE49-F238E27FC236}">
                <a16:creationId xmlns:a16="http://schemas.microsoft.com/office/drawing/2014/main" id="{65B6DB8B-2C3E-48A8-9752-4958FF554C2F}"/>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338214033" name="Oval 1006697960">
            <a:extLst>
              <a:ext uri="{FF2B5EF4-FFF2-40B4-BE49-F238E27FC236}">
                <a16:creationId xmlns:a16="http://schemas.microsoft.com/office/drawing/2014/main" id="{B7E5BA1E-D214-4AF1-8940-B784E1636207}"/>
              </a:ext>
            </a:extLst>
          </p:cNvPr>
          <p:cNvSpPr>
            <a:spLocks noGrp="1"/>
          </p:cNvSpPr>
          <p:nvPr/>
        </p:nvSpPr>
        <p:spPr>
          <a:xfrm>
            <a:off x="7429500" y="4289362"/>
            <a:ext cx="247650" cy="247650"/>
          </a:xfrm>
          <a:prstGeom prst="ellipse">
            <a:avLst/>
          </a:prstGeom>
          <a:solidFill>
            <a:srgbClr val="EF4444"/>
          </a:solidFill>
          <a:ln w="19050">
            <a:solidFill>
              <a:srgbClr val="EF4444"/>
            </a:solidFill>
            <a:prstDash val="solid"/>
          </a:ln>
        </p:spPr>
        <p:txBody>
          <a:bodyPr/>
          <a:lstStyle/>
          <a:p>
            <a:pPr>
              <a:buNone/>
            </a:pPr>
            <a:endParaRPr/>
          </a:p>
        </p:txBody>
      </p:sp>
      <p:sp>
        <p:nvSpPr>
          <p:cNvPr id="754609060" name="Straight Connector 772079832">
            <a:extLst>
              <a:ext uri="{FF2B5EF4-FFF2-40B4-BE49-F238E27FC236}">
                <a16:creationId xmlns:a16="http://schemas.microsoft.com/office/drawing/2014/main" id="{739D7E6B-63E7-4CB1-B7E4-5E456B8D0B36}"/>
              </a:ext>
            </a:extLst>
          </p:cNvPr>
          <p:cNvSpPr>
            <a:spLocks noGrp="1"/>
          </p:cNvSpPr>
          <p:nvPr/>
        </p:nvSpPr>
        <p:spPr>
          <a:xfrm flipV="1">
            <a:off x="6414849" y="3724072"/>
            <a:ext cx="2314813" cy="1410938"/>
          </a:xfrm>
          <a:prstGeom prst="line">
            <a:avLst/>
          </a:prstGeom>
          <a:noFill/>
          <a:ln w="19050">
            <a:solidFill>
              <a:srgbClr val="EF4444"/>
            </a:solidFill>
            <a:prstDash val="solid"/>
          </a:ln>
        </p:spPr>
        <p:txBody>
          <a:bodyPr/>
          <a:lstStyle/>
          <a:p>
            <a:pPr>
              <a:buNone/>
            </a:pPr>
            <a:endParaRPr/>
          </a:p>
        </p:txBody>
      </p:sp>
      <p:sp>
        <p:nvSpPr>
          <p:cNvPr id="1285182329" name="Oval 1493081963">
            <a:extLst>
              <a:ext uri="{FF2B5EF4-FFF2-40B4-BE49-F238E27FC236}">
                <a16:creationId xmlns:a16="http://schemas.microsoft.com/office/drawing/2014/main" id="{D9BFB530-E859-4304-8858-8884C8B26A09}"/>
              </a:ext>
            </a:extLst>
          </p:cNvPr>
          <p:cNvSpPr>
            <a:spLocks noGrp="1"/>
          </p:cNvSpPr>
          <p:nvPr/>
        </p:nvSpPr>
        <p:spPr>
          <a:xfrm>
            <a:off x="6507480" y="4717034"/>
            <a:ext cx="209550" cy="209550"/>
          </a:xfrm>
          <a:prstGeom prst="ellipse">
            <a:avLst/>
          </a:prstGeom>
          <a:solidFill>
            <a:srgbClr val="F97316"/>
          </a:solidFill>
          <a:ln w="19050">
            <a:solidFill>
              <a:srgbClr val="F97316"/>
            </a:solidFill>
            <a:prstDash val="solid"/>
          </a:ln>
        </p:spPr>
        <p:txBody>
          <a:bodyPr/>
          <a:lstStyle/>
          <a:p>
            <a:pPr>
              <a:buNone/>
            </a:pPr>
            <a:endParaRPr/>
          </a:p>
        </p:txBody>
      </p:sp>
      <p:sp>
        <p:nvSpPr>
          <p:cNvPr id="850837443" name="Oval 1125848367">
            <a:extLst>
              <a:ext uri="{FF2B5EF4-FFF2-40B4-BE49-F238E27FC236}">
                <a16:creationId xmlns:a16="http://schemas.microsoft.com/office/drawing/2014/main" id="{7189C146-6AD5-4F35-B048-0897C64185E9}"/>
              </a:ext>
            </a:extLst>
          </p:cNvPr>
          <p:cNvSpPr>
            <a:spLocks noGrp="1"/>
          </p:cNvSpPr>
          <p:nvPr/>
        </p:nvSpPr>
        <p:spPr>
          <a:xfrm>
            <a:off x="5783580" y="4870704"/>
            <a:ext cx="209550" cy="209550"/>
          </a:xfrm>
          <a:prstGeom prst="ellipse">
            <a:avLst/>
          </a:prstGeom>
          <a:solidFill>
            <a:srgbClr val="10B981"/>
          </a:solidFill>
          <a:ln w="19050">
            <a:solidFill>
              <a:srgbClr val="10B981"/>
            </a:solidFill>
            <a:prstDash val="solid"/>
          </a:ln>
        </p:spPr>
        <p:txBody>
          <a:bodyPr/>
          <a:lstStyle/>
          <a:p>
            <a:pPr>
              <a:buNone/>
            </a:pPr>
            <a:endParaRPr/>
          </a:p>
        </p:txBody>
      </p:sp>
      <p:sp>
        <p:nvSpPr>
          <p:cNvPr id="1406901734" name="Rectangle 1431459787">
            <a:extLst>
              <a:ext uri="{FF2B5EF4-FFF2-40B4-BE49-F238E27FC236}">
                <a16:creationId xmlns:a16="http://schemas.microsoft.com/office/drawing/2014/main" id="{777E683C-61E5-40AA-893D-55CEE50CB225}"/>
              </a:ext>
            </a:extLst>
          </p:cNvPr>
          <p:cNvSpPr>
            <a:spLocks noGrp="1"/>
          </p:cNvSpPr>
          <p:nvPr/>
        </p:nvSpPr>
        <p:spPr>
          <a:xfrm>
            <a:off x="8458200" y="3560242"/>
            <a:ext cx="1619250" cy="26670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tangent line</a:t>
            </a:r>
          </a:p>
        </p:txBody>
      </p:sp>
      <p:sp>
        <p:nvSpPr>
          <p:cNvPr id="1583840720" name="Rectangle 551453139">
            <a:extLst>
              <a:ext uri="{FF2B5EF4-FFF2-40B4-BE49-F238E27FC236}">
                <a16:creationId xmlns:a16="http://schemas.microsoft.com/office/drawing/2014/main" id="{2D0971E0-9A71-4803-BC82-228032B42A2D}"/>
              </a:ext>
            </a:extLst>
          </p:cNvPr>
          <p:cNvSpPr>
            <a:spLocks noGrp="1"/>
          </p:cNvSpPr>
          <p:nvPr/>
        </p:nvSpPr>
        <p:spPr>
          <a:xfrm>
            <a:off x="7477125" y="4762500"/>
            <a:ext cx="152400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lower MSE</a:t>
            </a:r>
          </a:p>
        </p:txBody>
      </p:sp>
      <p:sp>
        <p:nvSpPr>
          <p:cNvPr id="430606868" name="Rectangle 1387627842">
            <a:extLst>
              <a:ext uri="{FF2B5EF4-FFF2-40B4-BE49-F238E27FC236}">
                <a16:creationId xmlns:a16="http://schemas.microsoft.com/office/drawing/2014/main" id="{98A74638-D73E-4A79-962F-B4C5E8C290E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12</a:t>
            </a:r>
          </a:p>
        </p:txBody>
      </p:sp>
      <p:sp>
        <p:nvSpPr>
          <p:cNvPr id="1791888701" name="Straight Connector 1489075409">
            <a:extLst>
              <a:ext uri="{FF2B5EF4-FFF2-40B4-BE49-F238E27FC236}">
                <a16:creationId xmlns:a16="http://schemas.microsoft.com/office/drawing/2014/main" id="{76399F75-1AFD-4F6C-A48D-7C0735ADC244}"/>
              </a:ext>
            </a:extLst>
          </p:cNvPr>
          <p:cNvSpPr>
            <a:spLocks noGrp="1"/>
          </p:cNvSpPr>
          <p:nvPr/>
        </p:nvSpPr>
        <p:spPr>
          <a:xfrm flipV="1">
            <a:off x="5568271" y="4471591"/>
            <a:ext cx="2486111" cy="670593"/>
          </a:xfrm>
          <a:prstGeom prst="line">
            <a:avLst/>
          </a:prstGeom>
          <a:noFill/>
          <a:ln w="19050">
            <a:solidFill>
              <a:srgbClr val="F97316"/>
            </a:solidFill>
            <a:prstDash val="solid"/>
          </a:ln>
        </p:spPr>
        <p:txBody>
          <a:bodyPr/>
          <a:lstStyle/>
          <a:p>
            <a:pPr>
              <a:buNone/>
            </a:pPr>
            <a:endParaRPr/>
          </a:p>
        </p:txBody>
      </p:sp>
      <p:sp>
        <p:nvSpPr>
          <p:cNvPr id="60388060" name="Straight Connector 768615074">
            <a:extLst>
              <a:ext uri="{FF2B5EF4-FFF2-40B4-BE49-F238E27FC236}">
                <a16:creationId xmlns:a16="http://schemas.microsoft.com/office/drawing/2014/main" id="{7F18511D-354F-41CE-9F74-FA70E8D9C951}"/>
              </a:ext>
            </a:extLst>
          </p:cNvPr>
          <p:cNvSpPr>
            <a:spLocks noGrp="1"/>
          </p:cNvSpPr>
          <p:nvPr/>
        </p:nvSpPr>
        <p:spPr>
          <a:xfrm flipV="1">
            <a:off x="4440555" y="4831981"/>
            <a:ext cx="3076574" cy="276874"/>
          </a:xfrm>
          <a:prstGeom prst="line">
            <a:avLst/>
          </a:prstGeom>
          <a:noFill/>
          <a:ln w="19050">
            <a:solidFill>
              <a:srgbClr val="10B981"/>
            </a:solidFill>
            <a:prstDash val="solid"/>
          </a:ln>
        </p:spPr>
        <p:txBody>
          <a:bodyPr/>
          <a:lstStyle/>
          <a:p>
            <a:pPr>
              <a:buNone/>
            </a:pPr>
            <a:endParaRPr/>
          </a:p>
        </p:txBody>
      </p:sp>
      <p:pic>
        <p:nvPicPr>
          <p:cNvPr id="1993401349" name="Graphic 1922458420"/>
          <p:cNvPicPr>
            <a:picLocks noChangeAspect="1"/>
          </p:cNvPicPr>
          <p:nvPr/>
        </p:nvPicPr>
        <p:blipFill rotWithShape="1">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20531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8344506" name="Rectangle 151304597">
            <a:extLst>
              <a:ext uri="{FF2B5EF4-FFF2-40B4-BE49-F238E27FC236}">
                <a16:creationId xmlns:a16="http://schemas.microsoft.com/office/drawing/2014/main" id="{C25EE8DB-A677-47D1-846D-2FD1DAF7947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Learning rate</a:t>
            </a:r>
          </a:p>
        </p:txBody>
      </p:sp>
      <p:sp>
        <p:nvSpPr>
          <p:cNvPr id="967918934" name="Rectangle 177396171">
            <a:extLst>
              <a:ext uri="{FF2B5EF4-FFF2-40B4-BE49-F238E27FC236}">
                <a16:creationId xmlns:a16="http://schemas.microsoft.com/office/drawing/2014/main" id="{890C7D8A-2747-40E4-9FA5-8DDB20B1213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Learning rate controls the step</a:t>
            </a:r>
          </a:p>
        </p:txBody>
      </p:sp>
      <p:sp>
        <p:nvSpPr>
          <p:cNvPr id="940270322" name="Rectangle: Rounded Corners 960318418">
            <a:extLst>
              <a:ext uri="{FF2B5EF4-FFF2-40B4-BE49-F238E27FC236}">
                <a16:creationId xmlns:a16="http://schemas.microsoft.com/office/drawing/2014/main" id="{2DA9F1D9-4AEF-4440-90F5-37433FF5642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466363372" name="Straight Connector 53979157">
            <a:extLst>
              <a:ext uri="{FF2B5EF4-FFF2-40B4-BE49-F238E27FC236}">
                <a16:creationId xmlns:a16="http://schemas.microsoft.com/office/drawing/2014/main" id="{049593A6-2FCB-4B2A-B7DC-338FE10CBE3A}"/>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pPr>
              <a:buNone/>
            </a:pPr>
            <a:endParaRPr/>
          </a:p>
        </p:txBody>
      </p:sp>
      <p:sp>
        <p:nvSpPr>
          <p:cNvPr id="237576594" name="Straight Connector 627639122">
            <a:extLst>
              <a:ext uri="{FF2B5EF4-FFF2-40B4-BE49-F238E27FC236}">
                <a16:creationId xmlns:a16="http://schemas.microsoft.com/office/drawing/2014/main" id="{61A7EB02-B4CE-474B-B3B5-2ADD58526763}"/>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pPr>
              <a:buNone/>
            </a:pPr>
            <a:endParaRPr/>
          </a:p>
        </p:txBody>
      </p:sp>
      <p:sp>
        <p:nvSpPr>
          <p:cNvPr id="268421609" name="Rectangle 466830898">
            <a:extLst>
              <a:ext uri="{FF2B5EF4-FFF2-40B4-BE49-F238E27FC236}">
                <a16:creationId xmlns:a16="http://schemas.microsoft.com/office/drawing/2014/main" id="{9D65F724-68A2-43F2-BDE6-432FB796B042}"/>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79105418" name="Rectangle 1905295987">
            <a:extLst>
              <a:ext uri="{FF2B5EF4-FFF2-40B4-BE49-F238E27FC236}">
                <a16:creationId xmlns:a16="http://schemas.microsoft.com/office/drawing/2014/main" id="{2D8104A3-7C51-4B25-AA0F-606E41B0937A}"/>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402946016" name="Oval 917868853">
            <a:extLst>
              <a:ext uri="{FF2B5EF4-FFF2-40B4-BE49-F238E27FC236}">
                <a16:creationId xmlns:a16="http://schemas.microsoft.com/office/drawing/2014/main" id="{078BEF66-30DC-4200-B076-8C24CFD4C544}"/>
              </a:ext>
            </a:extLst>
          </p:cNvPr>
          <p:cNvSpPr>
            <a:spLocks noGrp="1"/>
          </p:cNvSpPr>
          <p:nvPr/>
        </p:nvSpPr>
        <p:spPr>
          <a:xfrm>
            <a:off x="7574280" y="4205542"/>
            <a:ext cx="247650" cy="247650"/>
          </a:xfrm>
          <a:prstGeom prst="ellipse">
            <a:avLst/>
          </a:prstGeom>
          <a:solidFill>
            <a:srgbClr val="2563EB"/>
          </a:solidFill>
          <a:ln w="19050">
            <a:solidFill>
              <a:srgbClr val="2563EB"/>
            </a:solidFill>
            <a:prstDash val="solid"/>
          </a:ln>
        </p:spPr>
        <p:txBody>
          <a:bodyPr/>
          <a:lstStyle/>
          <a:p>
            <a:pPr>
              <a:buNone/>
            </a:pPr>
            <a:endParaRPr/>
          </a:p>
        </p:txBody>
      </p:sp>
      <p:sp>
        <p:nvSpPr>
          <p:cNvPr id="1859135042" name="Oval 1147861544">
            <a:extLst>
              <a:ext uri="{FF2B5EF4-FFF2-40B4-BE49-F238E27FC236}">
                <a16:creationId xmlns:a16="http://schemas.microsoft.com/office/drawing/2014/main" id="{DCC1E91D-5815-4A1A-A88E-B29293219BBC}"/>
              </a:ext>
            </a:extLst>
          </p:cNvPr>
          <p:cNvSpPr>
            <a:spLocks noGrp="1"/>
          </p:cNvSpPr>
          <p:nvPr/>
        </p:nvSpPr>
        <p:spPr>
          <a:xfrm>
            <a:off x="7313295" y="4396169"/>
            <a:ext cx="190500" cy="190500"/>
          </a:xfrm>
          <a:prstGeom prst="ellipse">
            <a:avLst/>
          </a:prstGeom>
          <a:solidFill>
            <a:srgbClr val="10B981"/>
          </a:solidFill>
          <a:ln w="19050">
            <a:solidFill>
              <a:srgbClr val="10B981"/>
            </a:solidFill>
            <a:prstDash val="solid"/>
          </a:ln>
        </p:spPr>
        <p:txBody>
          <a:bodyPr/>
          <a:lstStyle/>
          <a:p>
            <a:pPr>
              <a:buNone/>
            </a:pPr>
            <a:endParaRPr/>
          </a:p>
        </p:txBody>
      </p:sp>
      <p:sp>
        <p:nvSpPr>
          <p:cNvPr id="2130716784" name="Oval 453648762">
            <a:extLst>
              <a:ext uri="{FF2B5EF4-FFF2-40B4-BE49-F238E27FC236}">
                <a16:creationId xmlns:a16="http://schemas.microsoft.com/office/drawing/2014/main" id="{F39C3136-F30D-4301-8DF2-363BB214846B}"/>
              </a:ext>
            </a:extLst>
          </p:cNvPr>
          <p:cNvSpPr>
            <a:spLocks noGrp="1"/>
          </p:cNvSpPr>
          <p:nvPr/>
        </p:nvSpPr>
        <p:spPr>
          <a:xfrm>
            <a:off x="6136005" y="4801807"/>
            <a:ext cx="228600" cy="228600"/>
          </a:xfrm>
          <a:prstGeom prst="ellipse">
            <a:avLst/>
          </a:prstGeom>
          <a:solidFill>
            <a:srgbClr val="F97316"/>
          </a:solidFill>
          <a:ln w="19050">
            <a:solidFill>
              <a:srgbClr val="F97316"/>
            </a:solidFill>
            <a:prstDash val="solid"/>
          </a:ln>
        </p:spPr>
        <p:txBody>
          <a:bodyPr/>
          <a:lstStyle/>
          <a:p>
            <a:pPr>
              <a:buNone/>
            </a:pPr>
            <a:endParaRPr/>
          </a:p>
        </p:txBody>
      </p:sp>
      <p:sp>
        <p:nvSpPr>
          <p:cNvPr id="883779597" name="Oval 1758550888">
            <a:extLst>
              <a:ext uri="{FF2B5EF4-FFF2-40B4-BE49-F238E27FC236}">
                <a16:creationId xmlns:a16="http://schemas.microsoft.com/office/drawing/2014/main" id="{E89A219A-7CF3-4746-B712-B699B6A19407}"/>
              </a:ext>
            </a:extLst>
          </p:cNvPr>
          <p:cNvSpPr>
            <a:spLocks noGrp="1"/>
          </p:cNvSpPr>
          <p:nvPr/>
        </p:nvSpPr>
        <p:spPr>
          <a:xfrm>
            <a:off x="3819525" y="4578287"/>
            <a:ext cx="228600" cy="228600"/>
          </a:xfrm>
          <a:prstGeom prst="ellipse">
            <a:avLst/>
          </a:prstGeom>
          <a:solidFill>
            <a:srgbClr val="EF4444"/>
          </a:solidFill>
          <a:ln w="19050">
            <a:solidFill>
              <a:srgbClr val="EF4444"/>
            </a:solidFill>
            <a:prstDash val="solid"/>
          </a:ln>
        </p:spPr>
        <p:txBody>
          <a:bodyPr/>
          <a:lstStyle/>
          <a:p>
            <a:pPr>
              <a:buNone/>
            </a:pPr>
            <a:endParaRPr/>
          </a:p>
        </p:txBody>
      </p:sp>
      <p:sp>
        <p:nvSpPr>
          <p:cNvPr id="24867536" name="Rectangle: Rounded Corners 1781569673">
            <a:extLst>
              <a:ext uri="{FF2B5EF4-FFF2-40B4-BE49-F238E27FC236}">
                <a16:creationId xmlns:a16="http://schemas.microsoft.com/office/drawing/2014/main" id="{7FE0C008-5DF2-4325-9679-2347982245A9}"/>
              </a:ext>
            </a:extLst>
          </p:cNvPr>
          <p:cNvSpPr>
            <a:spLocks noGrp="1"/>
          </p:cNvSpPr>
          <p:nvPr/>
        </p:nvSpPr>
        <p:spPr>
          <a:xfrm>
            <a:off x="9477375" y="2857500"/>
            <a:ext cx="13335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small α</a:t>
            </a:r>
          </a:p>
        </p:txBody>
      </p:sp>
      <p:sp>
        <p:nvSpPr>
          <p:cNvPr id="1489083100" name="Rectangle: Rounded Corners 140372676">
            <a:extLst>
              <a:ext uri="{FF2B5EF4-FFF2-40B4-BE49-F238E27FC236}">
                <a16:creationId xmlns:a16="http://schemas.microsoft.com/office/drawing/2014/main" id="{13CC182E-FF26-4DD1-AD95-2B48B62754CD}"/>
              </a:ext>
            </a:extLst>
          </p:cNvPr>
          <p:cNvSpPr>
            <a:spLocks noGrp="1"/>
          </p:cNvSpPr>
          <p:nvPr/>
        </p:nvSpPr>
        <p:spPr>
          <a:xfrm>
            <a:off x="9477375" y="3571875"/>
            <a:ext cx="133350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good α</a:t>
            </a:r>
          </a:p>
        </p:txBody>
      </p:sp>
      <p:sp>
        <p:nvSpPr>
          <p:cNvPr id="572334751" name="Rectangle: Rounded Corners 457547252">
            <a:extLst>
              <a:ext uri="{FF2B5EF4-FFF2-40B4-BE49-F238E27FC236}">
                <a16:creationId xmlns:a16="http://schemas.microsoft.com/office/drawing/2014/main" id="{506C833B-152D-4E56-B0E3-0CD058C3ECF0}"/>
              </a:ext>
            </a:extLst>
          </p:cNvPr>
          <p:cNvSpPr>
            <a:spLocks noGrp="1"/>
          </p:cNvSpPr>
          <p:nvPr/>
        </p:nvSpPr>
        <p:spPr>
          <a:xfrm>
            <a:off x="9477375" y="4286250"/>
            <a:ext cx="13335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too large</a:t>
            </a:r>
          </a:p>
        </p:txBody>
      </p:sp>
      <p:sp>
        <p:nvSpPr>
          <p:cNvPr id="1269945903" name="Rectangle 126664147">
            <a:extLst>
              <a:ext uri="{FF2B5EF4-FFF2-40B4-BE49-F238E27FC236}">
                <a16:creationId xmlns:a16="http://schemas.microsoft.com/office/drawing/2014/main" id="{02834FD1-CC22-422D-9473-37075479B7C7}"/>
              </a:ext>
            </a:extLst>
          </p:cNvPr>
          <p:cNvSpPr>
            <a:spLocks noGrp="1"/>
          </p:cNvSpPr>
          <p:nvPr/>
        </p:nvSpPr>
        <p:spPr>
          <a:xfrm>
            <a:off x="3048000" y="1733550"/>
            <a:ext cx="5334000" cy="3810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α is the learning rate</a:t>
            </a:r>
          </a:p>
        </p:txBody>
      </p:sp>
      <p:sp>
        <p:nvSpPr>
          <p:cNvPr id="584562170" name="Rectangle 638283189">
            <a:extLst>
              <a:ext uri="{FF2B5EF4-FFF2-40B4-BE49-F238E27FC236}">
                <a16:creationId xmlns:a16="http://schemas.microsoft.com/office/drawing/2014/main" id="{3A618656-BA97-4072-BE1D-162498947BF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13</a:t>
            </a:r>
          </a:p>
        </p:txBody>
      </p:sp>
      <p:pic>
        <p:nvPicPr>
          <p:cNvPr id="2130716802" name="Graphic 1905296005"/>
          <p:cNvPicPr>
            <a:picLocks noChangeAspect="1"/>
          </p:cNvPicPr>
          <p:nvPr/>
        </p:nvPicPr>
        <p:blipFill rotWithShape="1">
          <a:blip r:embed="rId3"/>
          <a:stretch/>
        </p:blipFill>
        <p:spPr>
          <a:xfrm>
            <a:off x="0" y="0"/>
            <a:ext cx="12192000" cy="6858000"/>
          </a:xfrm>
          <a:prstGeom prst="rect">
            <a:avLst/>
          </a:prstGeom>
        </p:spPr>
      </p:pic>
    </p:spTree>
    <p:extLst>
      <p:ext uri="{BB962C8B-B14F-4D97-AF65-F5344CB8AC3E}">
        <p14:creationId xmlns:p14="http://schemas.microsoft.com/office/powerpoint/2010/main" val="2104629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7966576" name="Rectangle 1072400785">
            <a:extLst>
              <a:ext uri="{FF2B5EF4-FFF2-40B4-BE49-F238E27FC236}">
                <a16:creationId xmlns:a16="http://schemas.microsoft.com/office/drawing/2014/main" id="{5AC0A6A8-F1D6-4CDE-A364-D53A214580C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 search</a:t>
            </a:r>
          </a:p>
        </p:txBody>
      </p:sp>
      <p:sp>
        <p:nvSpPr>
          <p:cNvPr id="1681822453" name="Rectangle 1682929385">
            <a:extLst>
              <a:ext uri="{FF2B5EF4-FFF2-40B4-BE49-F238E27FC236}">
                <a16:creationId xmlns:a16="http://schemas.microsoft.com/office/drawing/2014/main" id="{1D137B8E-0815-488F-97C7-74D4593269FB}"/>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Backtracking line search shrinks bad steps</a:t>
            </a:r>
          </a:p>
        </p:txBody>
      </p:sp>
      <p:sp>
        <p:nvSpPr>
          <p:cNvPr id="1188703403" name="Rectangle: Rounded Corners 1080314407">
            <a:extLst>
              <a:ext uri="{FF2B5EF4-FFF2-40B4-BE49-F238E27FC236}">
                <a16:creationId xmlns:a16="http://schemas.microsoft.com/office/drawing/2014/main" id="{0C43B85F-3176-426C-B3E3-B8BDEFE0526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pic>
        <p:nvPicPr>
          <p:cNvPr id="2057966581" name="Picture 1957330896"/>
          <p:cNvPicPr>
            <a:picLocks noChangeAspect="1"/>
          </p:cNvPicPr>
          <p:nvPr/>
        </p:nvPicPr>
        <p:blipFill rotWithShape="1">
          <a:blip r:embed="rId3"/>
          <a:stretch/>
        </p:blipFill>
        <p:spPr>
          <a:xfrm>
            <a:off x="1875096" y="1524000"/>
            <a:ext cx="7775058" cy="742950"/>
          </a:xfrm>
          <a:prstGeom prst="rect">
            <a:avLst/>
          </a:prstGeom>
        </p:spPr>
      </p:pic>
      <p:sp>
        <p:nvSpPr>
          <p:cNvPr id="720718756" name="Straight Connector 707499443">
            <a:extLst>
              <a:ext uri="{FF2B5EF4-FFF2-40B4-BE49-F238E27FC236}">
                <a16:creationId xmlns:a16="http://schemas.microsoft.com/office/drawing/2014/main" id="{FDE99AFA-E05E-4E9F-BB34-AA0639636A17}"/>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pPr>
              <a:buNone/>
            </a:pPr>
            <a:endParaRPr/>
          </a:p>
        </p:txBody>
      </p:sp>
      <p:sp>
        <p:nvSpPr>
          <p:cNvPr id="1958028694" name="Straight Connector 1076861610">
            <a:extLst>
              <a:ext uri="{FF2B5EF4-FFF2-40B4-BE49-F238E27FC236}">
                <a16:creationId xmlns:a16="http://schemas.microsoft.com/office/drawing/2014/main" id="{1F19CB88-F241-4FA0-9972-53C9D8022DEE}"/>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pPr>
              <a:buNone/>
            </a:pPr>
            <a:endParaRPr/>
          </a:p>
        </p:txBody>
      </p:sp>
      <p:sp>
        <p:nvSpPr>
          <p:cNvPr id="1131275954" name="Rectangle 1618224149">
            <a:extLst>
              <a:ext uri="{FF2B5EF4-FFF2-40B4-BE49-F238E27FC236}">
                <a16:creationId xmlns:a16="http://schemas.microsoft.com/office/drawing/2014/main" id="{5E68FB5E-6070-447E-88D7-08F9056484CC}"/>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899133105" name="Rectangle 1957330890">
            <a:extLst>
              <a:ext uri="{FF2B5EF4-FFF2-40B4-BE49-F238E27FC236}">
                <a16:creationId xmlns:a16="http://schemas.microsoft.com/office/drawing/2014/main" id="{DC73F009-7831-4FEB-ADBF-0D040B3B42CB}"/>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797452044" name="Oval 1428842632">
            <a:extLst>
              <a:ext uri="{FF2B5EF4-FFF2-40B4-BE49-F238E27FC236}">
                <a16:creationId xmlns:a16="http://schemas.microsoft.com/office/drawing/2014/main" id="{EFF7E2EE-B69E-4482-8172-719E7EA09EA3}"/>
              </a:ext>
            </a:extLst>
          </p:cNvPr>
          <p:cNvSpPr>
            <a:spLocks noGrp="1"/>
          </p:cNvSpPr>
          <p:nvPr/>
        </p:nvSpPr>
        <p:spPr>
          <a:xfrm>
            <a:off x="7429500" y="4224121"/>
            <a:ext cx="247650" cy="247650"/>
          </a:xfrm>
          <a:prstGeom prst="ellipse">
            <a:avLst/>
          </a:prstGeom>
          <a:solidFill>
            <a:srgbClr val="2563EB"/>
          </a:solidFill>
          <a:ln w="19050">
            <a:solidFill>
              <a:srgbClr val="2563EB"/>
            </a:solidFill>
            <a:prstDash val="solid"/>
          </a:ln>
        </p:spPr>
        <p:txBody>
          <a:bodyPr/>
          <a:lstStyle/>
          <a:p>
            <a:pPr>
              <a:buNone/>
            </a:pPr>
            <a:endParaRPr/>
          </a:p>
        </p:txBody>
      </p:sp>
      <p:sp>
        <p:nvSpPr>
          <p:cNvPr id="1648251549" name="Oval 94324771">
            <a:extLst>
              <a:ext uri="{FF2B5EF4-FFF2-40B4-BE49-F238E27FC236}">
                <a16:creationId xmlns:a16="http://schemas.microsoft.com/office/drawing/2014/main" id="{A3A04082-68B3-498C-BF73-CE5C3DD22F09}"/>
              </a:ext>
            </a:extLst>
          </p:cNvPr>
          <p:cNvSpPr>
            <a:spLocks noGrp="1"/>
          </p:cNvSpPr>
          <p:nvPr/>
        </p:nvSpPr>
        <p:spPr>
          <a:xfrm>
            <a:off x="3529964" y="4449763"/>
            <a:ext cx="228600" cy="228600"/>
          </a:xfrm>
          <a:prstGeom prst="ellipse">
            <a:avLst/>
          </a:prstGeom>
          <a:solidFill>
            <a:srgbClr val="EF4444"/>
          </a:solidFill>
          <a:ln w="19050">
            <a:solidFill>
              <a:srgbClr val="EF4444"/>
            </a:solidFill>
            <a:prstDash val="solid"/>
          </a:ln>
        </p:spPr>
        <p:txBody>
          <a:bodyPr/>
          <a:lstStyle/>
          <a:p>
            <a:pPr>
              <a:buNone/>
            </a:pPr>
            <a:endParaRPr/>
          </a:p>
        </p:txBody>
      </p:sp>
      <p:sp>
        <p:nvSpPr>
          <p:cNvPr id="1833921174" name="Oval 1474916117">
            <a:extLst>
              <a:ext uri="{FF2B5EF4-FFF2-40B4-BE49-F238E27FC236}">
                <a16:creationId xmlns:a16="http://schemas.microsoft.com/office/drawing/2014/main" id="{25A1D7C0-D688-4544-84C4-7B1F260DD138}"/>
              </a:ext>
            </a:extLst>
          </p:cNvPr>
          <p:cNvSpPr>
            <a:spLocks noGrp="1"/>
          </p:cNvSpPr>
          <p:nvPr/>
        </p:nvSpPr>
        <p:spPr>
          <a:xfrm>
            <a:off x="5774054" y="4861179"/>
            <a:ext cx="228600" cy="228600"/>
          </a:xfrm>
          <a:prstGeom prst="ellipse">
            <a:avLst/>
          </a:prstGeom>
          <a:solidFill>
            <a:srgbClr val="10B981"/>
          </a:solidFill>
          <a:ln w="19050">
            <a:solidFill>
              <a:srgbClr val="10B981"/>
            </a:solidFill>
            <a:prstDash val="solid"/>
          </a:ln>
        </p:spPr>
        <p:txBody>
          <a:bodyPr/>
          <a:lstStyle/>
          <a:p>
            <a:pPr>
              <a:buNone/>
            </a:pPr>
            <a:endParaRPr/>
          </a:p>
        </p:txBody>
      </p:sp>
      <p:sp>
        <p:nvSpPr>
          <p:cNvPr id="191656332" name="Rectangle 1335518815">
            <a:extLst>
              <a:ext uri="{FF2B5EF4-FFF2-40B4-BE49-F238E27FC236}">
                <a16:creationId xmlns:a16="http://schemas.microsoft.com/office/drawing/2014/main" id="{825BDA6D-03B2-45BA-8921-2639D747C5B8}"/>
              </a:ext>
            </a:extLst>
          </p:cNvPr>
          <p:cNvSpPr>
            <a:spLocks noGrp="1"/>
          </p:cNvSpPr>
          <p:nvPr/>
        </p:nvSpPr>
        <p:spPr>
          <a:xfrm>
            <a:off x="3457575" y="4087813"/>
            <a:ext cx="1143000" cy="26670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reject</a:t>
            </a:r>
          </a:p>
        </p:txBody>
      </p:sp>
      <p:sp>
        <p:nvSpPr>
          <p:cNvPr id="654926464" name="Rectangle 971869567">
            <a:extLst>
              <a:ext uri="{FF2B5EF4-FFF2-40B4-BE49-F238E27FC236}">
                <a16:creationId xmlns:a16="http://schemas.microsoft.com/office/drawing/2014/main" id="{18C6C9A8-80A7-4061-87A7-73F9C7EEB1EA}"/>
              </a:ext>
            </a:extLst>
          </p:cNvPr>
          <p:cNvSpPr>
            <a:spLocks noGrp="1"/>
          </p:cNvSpPr>
          <p:nvPr/>
        </p:nvSpPr>
        <p:spPr>
          <a:xfrm>
            <a:off x="5476875" y="4435983"/>
            <a:ext cx="1143000" cy="26670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accept</a:t>
            </a:r>
          </a:p>
        </p:txBody>
      </p:sp>
      <p:sp>
        <p:nvSpPr>
          <p:cNvPr id="1353022447" name="Rectangle: Rounded Corners 76329123">
            <a:extLst>
              <a:ext uri="{FF2B5EF4-FFF2-40B4-BE49-F238E27FC236}">
                <a16:creationId xmlns:a16="http://schemas.microsoft.com/office/drawing/2014/main" id="{3136800D-C828-45FB-B1D7-9B4AEB452294}"/>
              </a:ext>
            </a:extLst>
          </p:cNvPr>
          <p:cNvSpPr>
            <a:spLocks noGrp="1"/>
          </p:cNvSpPr>
          <p:nvPr/>
        </p:nvSpPr>
        <p:spPr>
          <a:xfrm>
            <a:off x="9477375" y="3619500"/>
            <a:ext cx="1381125" cy="590549"/>
          </a:xfrm>
          <a:prstGeom prst="roundRect">
            <a:avLst>
              <a:gd name="adj" fmla="val 19355"/>
            </a:avLst>
          </a:prstGeom>
          <a:solidFill>
            <a:srgbClr val="E0F2FE"/>
          </a:solidFill>
          <a:ln w="14288">
            <a:solidFill>
              <a:srgbClr val="2563EB"/>
            </a:solidFill>
            <a:prstDash val="solid"/>
          </a:ln>
        </p:spPr>
        <p:txBody>
          <a:bodyPr/>
          <a:lstStyle/>
          <a:p>
            <a:pPr algn="ctr">
              <a:buNone/>
              <a:defRPr sz="2050" b="1">
                <a:solidFill>
                  <a:srgbClr val="2563EB"/>
                </a:solidFill>
              </a:defRPr>
            </a:pPr>
            <a:r>
              <a:rPr sz="2050" b="1">
                <a:solidFill>
                  <a:srgbClr val="2563EB"/>
                </a:solidFill>
              </a:rPr>
              <a:t>α → α/2</a:t>
            </a:r>
          </a:p>
        </p:txBody>
      </p:sp>
      <p:sp>
        <p:nvSpPr>
          <p:cNvPr id="1230744748" name="Rectangle 237806933">
            <a:extLst>
              <a:ext uri="{FF2B5EF4-FFF2-40B4-BE49-F238E27FC236}">
                <a16:creationId xmlns:a16="http://schemas.microsoft.com/office/drawing/2014/main" id="{11E75936-CBB3-4F96-8720-28FDBA89BC3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14</a:t>
            </a:r>
          </a:p>
        </p:txBody>
      </p:sp>
      <p:sp>
        <p:nvSpPr>
          <p:cNvPr id="1017329532" name="solid-loss-curve">
            <a:extLst>
              <a:ext uri="{FF2B5EF4-FFF2-40B4-BE49-F238E27FC236}">
                <a16:creationId xmlns:a16="http://schemas.microsoft.com/office/drawing/2014/main" id="{9B3D821F-7CEE-4DC0-8E85-1189BB4480AF}"/>
              </a:ext>
            </a:extLst>
          </p:cNvPr>
          <p:cNvSpPr>
            <a:spLocks noGrp="1"/>
          </p:cNvSpPr>
          <p:nvPr/>
        </p:nvSpPr>
        <p:spPr>
          <a:xfrm>
            <a:off x="1752599" y="3143250"/>
            <a:ext cx="7258050" cy="1905000"/>
          </a:xfrm>
          <a:custGeom>
            <a:avLst/>
            <a:gdLst/>
            <a:ahLst/>
            <a:cxnLst/>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a:ln w="38100">
            <a:solidFill>
              <a:srgbClr val="2563EB"/>
            </a:solidFill>
            <a:prstDash val="solid"/>
          </a:ln>
        </p:spPr>
        <p:txBody>
          <a:bodyPr/>
          <a:lstStyle/>
          <a:p>
            <a:pPr>
              <a:buNone/>
            </a:pPr>
            <a:endParaRPr/>
          </a:p>
        </p:txBody>
      </p:sp>
    </p:spTree>
    <p:extLst>
      <p:ext uri="{BB962C8B-B14F-4D97-AF65-F5344CB8AC3E}">
        <p14:creationId xmlns:p14="http://schemas.microsoft.com/office/powerpoint/2010/main" val="1914571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479650" name="Rectangle 935271156">
            <a:extLst>
              <a:ext uri="{FF2B5EF4-FFF2-40B4-BE49-F238E27FC236}">
                <a16:creationId xmlns:a16="http://schemas.microsoft.com/office/drawing/2014/main" id="{4389ADB3-BEE8-454C-AB76-3371F1CB8B0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Optimization</a:t>
            </a:r>
          </a:p>
        </p:txBody>
      </p:sp>
      <p:sp>
        <p:nvSpPr>
          <p:cNvPr id="919668944" name="Rectangle 251777344">
            <a:extLst>
              <a:ext uri="{FF2B5EF4-FFF2-40B4-BE49-F238E27FC236}">
                <a16:creationId xmlns:a16="http://schemas.microsoft.com/office/drawing/2014/main" id="{3CC4205C-200E-4AC9-97D9-8FF2777E17FE}"/>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Annealing reduces randomness over time</a:t>
            </a:r>
          </a:p>
        </p:txBody>
      </p:sp>
      <p:sp>
        <p:nvSpPr>
          <p:cNvPr id="1071402784" name="Rectangle: Rounded Corners 1456392341">
            <a:extLst>
              <a:ext uri="{FF2B5EF4-FFF2-40B4-BE49-F238E27FC236}">
                <a16:creationId xmlns:a16="http://schemas.microsoft.com/office/drawing/2014/main" id="{A1FCF518-15CB-4F40-8E29-D95E75AF5CFD}"/>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904162383" name="Rectangle 615225220">
            <a:extLst>
              <a:ext uri="{FF2B5EF4-FFF2-40B4-BE49-F238E27FC236}">
                <a16:creationId xmlns:a16="http://schemas.microsoft.com/office/drawing/2014/main" id="{197D2861-BFA5-4940-8E03-6F4F36A951EA}"/>
              </a:ext>
            </a:extLst>
          </p:cNvPr>
          <p:cNvSpPr>
            <a:spLocks noGrp="1"/>
          </p:cNvSpPr>
          <p:nvPr/>
        </p:nvSpPr>
        <p:spPr>
          <a:xfrm>
            <a:off x="1257300" y="2095500"/>
            <a:ext cx="2095500" cy="285750"/>
          </a:xfrm>
          <a:prstGeom prst="rect">
            <a:avLst/>
          </a:prstGeom>
          <a:noFill/>
          <a:ln w="0">
            <a:noFill/>
            <a:prstDash val="solid"/>
          </a:ln>
        </p:spPr>
        <p:txBody>
          <a:bodyPr/>
          <a:lstStyle/>
          <a:p>
            <a:pPr algn="l">
              <a:buNone/>
              <a:defRPr sz="1800" b="1">
                <a:solidFill>
                  <a:srgbClr val="FFFFFF"/>
                </a:solidFill>
              </a:defRPr>
            </a:pPr>
            <a:r>
              <a:rPr sz="1800" b="1">
                <a:solidFill>
                  <a:srgbClr val="FFFFFF"/>
                </a:solidFill>
              </a:rPr>
              <a:t>loss landscape</a:t>
            </a:r>
          </a:p>
        </p:txBody>
      </p:sp>
      <p:sp>
        <p:nvSpPr>
          <p:cNvPr id="1250173000" name="Rectangle: Rounded Corners 1987074982">
            <a:extLst>
              <a:ext uri="{FF2B5EF4-FFF2-40B4-BE49-F238E27FC236}">
                <a16:creationId xmlns:a16="http://schemas.microsoft.com/office/drawing/2014/main" id="{B43CDF8B-61AA-438D-AA8D-3B6D11771A9D}"/>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pPr>
            <a:endParaRPr/>
          </a:p>
        </p:txBody>
      </p:sp>
      <p:sp>
        <p:nvSpPr>
          <p:cNvPr id="620298900" name="Rectangle 1286956634">
            <a:extLst>
              <a:ext uri="{FF2B5EF4-FFF2-40B4-BE49-F238E27FC236}">
                <a16:creationId xmlns:a16="http://schemas.microsoft.com/office/drawing/2014/main" id="{47EF6799-1A4B-4789-88C3-6FBA54C48AD5}"/>
              </a:ext>
            </a:extLst>
          </p:cNvPr>
          <p:cNvSpPr>
            <a:spLocks noGrp="1"/>
          </p:cNvSpPr>
          <p:nvPr/>
        </p:nvSpPr>
        <p:spPr>
          <a:xfrm>
            <a:off x="8153399" y="2286000"/>
            <a:ext cx="1809750" cy="2857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annealing</a:t>
            </a:r>
          </a:p>
        </p:txBody>
      </p:sp>
      <p:sp>
        <p:nvSpPr>
          <p:cNvPr id="1633799962" name="Rectangle 399762638">
            <a:extLst>
              <a:ext uri="{FF2B5EF4-FFF2-40B4-BE49-F238E27FC236}">
                <a16:creationId xmlns:a16="http://schemas.microsoft.com/office/drawing/2014/main" id="{0B9437F1-1A85-486E-96FE-3CF218C3683E}"/>
              </a:ext>
            </a:extLst>
          </p:cNvPr>
          <p:cNvSpPr>
            <a:spLocks noGrp="1"/>
          </p:cNvSpPr>
          <p:nvPr/>
        </p:nvSpPr>
        <p:spPr>
          <a:xfrm>
            <a:off x="8153399" y="2628900"/>
            <a:ext cx="2381250" cy="22860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temperature / learning rate</a:t>
            </a:r>
          </a:p>
        </p:txBody>
      </p:sp>
      <p:sp>
        <p:nvSpPr>
          <p:cNvPr id="1392117762" name="Straight Connector 1664744869">
            <a:extLst>
              <a:ext uri="{FF2B5EF4-FFF2-40B4-BE49-F238E27FC236}">
                <a16:creationId xmlns:a16="http://schemas.microsoft.com/office/drawing/2014/main" id="{264CA7E6-E1EF-4B63-A1A4-A5EEBA5D6D40}"/>
              </a:ext>
            </a:extLst>
          </p:cNvPr>
          <p:cNvSpPr>
            <a:spLocks noGrp="1"/>
          </p:cNvSpPr>
          <p:nvPr/>
        </p:nvSpPr>
        <p:spPr>
          <a:xfrm>
            <a:off x="8420100" y="3067050"/>
            <a:ext cx="9525" cy="1295400"/>
          </a:xfrm>
          <a:prstGeom prst="line">
            <a:avLst/>
          </a:prstGeom>
          <a:noFill/>
          <a:ln w="19050">
            <a:solidFill>
              <a:srgbClr val="94A3B8"/>
            </a:solidFill>
            <a:prstDash val="solid"/>
          </a:ln>
        </p:spPr>
        <p:txBody>
          <a:bodyPr/>
          <a:lstStyle/>
          <a:p>
            <a:pPr>
              <a:buNone/>
            </a:pPr>
            <a:endParaRPr/>
          </a:p>
        </p:txBody>
      </p:sp>
      <p:sp>
        <p:nvSpPr>
          <p:cNvPr id="489526971" name="Straight Connector 598323690">
            <a:extLst>
              <a:ext uri="{FF2B5EF4-FFF2-40B4-BE49-F238E27FC236}">
                <a16:creationId xmlns:a16="http://schemas.microsoft.com/office/drawing/2014/main" id="{05E852A5-CF87-4BC7-8217-EA24E54CAD60}"/>
              </a:ext>
            </a:extLst>
          </p:cNvPr>
          <p:cNvSpPr>
            <a:spLocks noGrp="1"/>
          </p:cNvSpPr>
          <p:nvPr/>
        </p:nvSpPr>
        <p:spPr>
          <a:xfrm>
            <a:off x="8420100" y="4362450"/>
            <a:ext cx="2228850" cy="9525"/>
          </a:xfrm>
          <a:prstGeom prst="line">
            <a:avLst/>
          </a:prstGeom>
          <a:noFill/>
          <a:ln w="19050">
            <a:solidFill>
              <a:srgbClr val="94A3B8"/>
            </a:solidFill>
            <a:prstDash val="solid"/>
          </a:ln>
        </p:spPr>
        <p:txBody>
          <a:bodyPr/>
          <a:lstStyle/>
          <a:p>
            <a:pPr>
              <a:buNone/>
            </a:pPr>
            <a:endParaRPr/>
          </a:p>
        </p:txBody>
      </p:sp>
      <p:sp>
        <p:nvSpPr>
          <p:cNvPr id="190446037" name="Rectangle 1233632033">
            <a:extLst>
              <a:ext uri="{FF2B5EF4-FFF2-40B4-BE49-F238E27FC236}">
                <a16:creationId xmlns:a16="http://schemas.microsoft.com/office/drawing/2014/main" id="{FAB1323B-62E0-4E0E-A230-05BD6367D34B}"/>
              </a:ext>
            </a:extLst>
          </p:cNvPr>
          <p:cNvSpPr>
            <a:spLocks noGrp="1"/>
          </p:cNvSpPr>
          <p:nvPr/>
        </p:nvSpPr>
        <p:spPr>
          <a:xfrm>
            <a:off x="7981950" y="297180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high</a:t>
            </a:r>
          </a:p>
        </p:txBody>
      </p:sp>
      <p:sp>
        <p:nvSpPr>
          <p:cNvPr id="1825264556" name="Rectangle 987778106">
            <a:extLst>
              <a:ext uri="{FF2B5EF4-FFF2-40B4-BE49-F238E27FC236}">
                <a16:creationId xmlns:a16="http://schemas.microsoft.com/office/drawing/2014/main" id="{99635E7D-C7D8-4435-A183-AEA7EDF47118}"/>
              </a:ext>
            </a:extLst>
          </p:cNvPr>
          <p:cNvSpPr>
            <a:spLocks noGrp="1"/>
          </p:cNvSpPr>
          <p:nvPr/>
        </p:nvSpPr>
        <p:spPr>
          <a:xfrm>
            <a:off x="7981950" y="424815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low</a:t>
            </a:r>
          </a:p>
        </p:txBody>
      </p:sp>
      <p:sp>
        <p:nvSpPr>
          <p:cNvPr id="486089522" name="Rectangle 1454394643">
            <a:extLst>
              <a:ext uri="{FF2B5EF4-FFF2-40B4-BE49-F238E27FC236}">
                <a16:creationId xmlns:a16="http://schemas.microsoft.com/office/drawing/2014/main" id="{BFA9051F-98BF-4F3F-BDC1-5E8C0592A832}"/>
              </a:ext>
            </a:extLst>
          </p:cNvPr>
          <p:cNvSpPr>
            <a:spLocks noGrp="1"/>
          </p:cNvSpPr>
          <p:nvPr/>
        </p:nvSpPr>
        <p:spPr>
          <a:xfrm>
            <a:off x="9144000" y="4610100"/>
            <a:ext cx="762000" cy="20955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time</a:t>
            </a:r>
          </a:p>
        </p:txBody>
      </p:sp>
      <p:sp>
        <p:nvSpPr>
          <p:cNvPr id="1985126090" name="Oval 1043049251">
            <a:extLst>
              <a:ext uri="{FF2B5EF4-FFF2-40B4-BE49-F238E27FC236}">
                <a16:creationId xmlns:a16="http://schemas.microsoft.com/office/drawing/2014/main" id="{137DE8D1-CFAA-4F3C-830C-F9A5029D521C}"/>
              </a:ext>
            </a:extLst>
          </p:cNvPr>
          <p:cNvSpPr>
            <a:spLocks noGrp="1"/>
          </p:cNvSpPr>
          <p:nvPr/>
        </p:nvSpPr>
        <p:spPr>
          <a:xfrm>
            <a:off x="8605838" y="3271838"/>
            <a:ext cx="161925" cy="161925"/>
          </a:xfrm>
          <a:prstGeom prst="ellipse">
            <a:avLst/>
          </a:prstGeom>
          <a:solidFill>
            <a:srgbClr val="F97316"/>
          </a:solidFill>
          <a:ln w="9525">
            <a:solidFill>
              <a:srgbClr val="F97316"/>
            </a:solidFill>
            <a:prstDash val="solid"/>
          </a:ln>
        </p:spPr>
        <p:txBody>
          <a:bodyPr/>
          <a:lstStyle/>
          <a:p>
            <a:pPr>
              <a:buNone/>
            </a:pPr>
            <a:endParaRPr/>
          </a:p>
        </p:txBody>
      </p:sp>
      <p:sp>
        <p:nvSpPr>
          <p:cNvPr id="1592171593" name="Oval 103022139">
            <a:extLst>
              <a:ext uri="{FF2B5EF4-FFF2-40B4-BE49-F238E27FC236}">
                <a16:creationId xmlns:a16="http://schemas.microsoft.com/office/drawing/2014/main" id="{976A5D1B-2367-4430-A992-CCAEE34AB0B3}"/>
              </a:ext>
            </a:extLst>
          </p:cNvPr>
          <p:cNvSpPr>
            <a:spLocks noGrp="1"/>
          </p:cNvSpPr>
          <p:nvPr/>
        </p:nvSpPr>
        <p:spPr>
          <a:xfrm>
            <a:off x="10358438" y="4167187"/>
            <a:ext cx="161925" cy="161925"/>
          </a:xfrm>
          <a:prstGeom prst="ellipse">
            <a:avLst/>
          </a:prstGeom>
          <a:solidFill>
            <a:srgbClr val="10B981"/>
          </a:solidFill>
          <a:ln w="9525">
            <a:solidFill>
              <a:srgbClr val="10B981"/>
            </a:solidFill>
            <a:prstDash val="solid"/>
          </a:ln>
        </p:spPr>
        <p:txBody>
          <a:bodyPr/>
          <a:lstStyle/>
          <a:p>
            <a:pPr>
              <a:buNone/>
            </a:pPr>
            <a:endParaRPr/>
          </a:p>
        </p:txBody>
      </p:sp>
      <p:sp>
        <p:nvSpPr>
          <p:cNvPr id="29502363" name="Rectangle 1601714725">
            <a:extLst>
              <a:ext uri="{FF2B5EF4-FFF2-40B4-BE49-F238E27FC236}">
                <a16:creationId xmlns:a16="http://schemas.microsoft.com/office/drawing/2014/main" id="{3D94AC10-D142-43EC-ACED-E4EEBDAE4701}"/>
              </a:ext>
            </a:extLst>
          </p:cNvPr>
          <p:cNvSpPr>
            <a:spLocks noGrp="1"/>
          </p:cNvSpPr>
          <p:nvPr/>
        </p:nvSpPr>
        <p:spPr>
          <a:xfrm>
            <a:off x="8534400" y="4514850"/>
            <a:ext cx="857250" cy="247650"/>
          </a:xfrm>
          <a:prstGeom prst="rect">
            <a:avLst/>
          </a:prstGeom>
          <a:noFill/>
          <a:ln w="0">
            <a:noFill/>
            <a:prstDash val="solid"/>
          </a:ln>
        </p:spPr>
        <p:txBody>
          <a:bodyPr/>
          <a:lstStyle/>
          <a:p>
            <a:pPr algn="ctr">
              <a:buNone/>
              <a:defRPr sz="1450" b="1">
                <a:solidFill>
                  <a:srgbClr val="F97316"/>
                </a:solidFill>
              </a:defRPr>
            </a:pPr>
            <a:r>
              <a:rPr sz="1450" b="1">
                <a:solidFill>
                  <a:srgbClr val="F97316"/>
                </a:solidFill>
              </a:rPr>
              <a:t>explore</a:t>
            </a:r>
          </a:p>
        </p:txBody>
      </p:sp>
      <p:sp>
        <p:nvSpPr>
          <p:cNvPr id="2062745226" name="Rectangle 1242132362">
            <a:extLst>
              <a:ext uri="{FF2B5EF4-FFF2-40B4-BE49-F238E27FC236}">
                <a16:creationId xmlns:a16="http://schemas.microsoft.com/office/drawing/2014/main" id="{7ECFD95F-D65B-41ED-9C08-938FE6D51DC5}"/>
              </a:ext>
            </a:extLst>
          </p:cNvPr>
          <p:cNvSpPr>
            <a:spLocks noGrp="1"/>
          </p:cNvSpPr>
          <p:nvPr/>
        </p:nvSpPr>
        <p:spPr>
          <a:xfrm>
            <a:off x="9867900" y="4514850"/>
            <a:ext cx="762000" cy="247650"/>
          </a:xfrm>
          <a:prstGeom prst="rect">
            <a:avLst/>
          </a:prstGeom>
          <a:noFill/>
          <a:ln w="0">
            <a:noFill/>
            <a:prstDash val="solid"/>
          </a:ln>
        </p:spPr>
        <p:txBody>
          <a:bodyPr/>
          <a:lstStyle/>
          <a:p>
            <a:pPr algn="ctr">
              <a:buNone/>
              <a:defRPr sz="1450" b="1">
                <a:solidFill>
                  <a:srgbClr val="10B981"/>
                </a:solidFill>
              </a:defRPr>
            </a:pPr>
            <a:r>
              <a:rPr sz="1450" b="1">
                <a:solidFill>
                  <a:srgbClr val="10B981"/>
                </a:solidFill>
              </a:rPr>
              <a:t>settle</a:t>
            </a:r>
          </a:p>
        </p:txBody>
      </p:sp>
      <p:sp>
        <p:nvSpPr>
          <p:cNvPr id="1922660421" name="Rectangle 2132047703">
            <a:extLst>
              <a:ext uri="{FF2B5EF4-FFF2-40B4-BE49-F238E27FC236}">
                <a16:creationId xmlns:a16="http://schemas.microsoft.com/office/drawing/2014/main" id="{C3D074D4-0CAE-47BB-A1A9-BC9F48650788}"/>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950" b="1">
                <a:solidFill>
                  <a:srgbClr val="0B0F19"/>
                </a:solidFill>
              </a:defRPr>
            </a:pPr>
            <a:r>
              <a:rPr sz="1950" b="1">
                <a:solidFill>
                  <a:srgbClr val="0B0F19"/>
                </a:solidFill>
              </a:rPr>
              <a:t>early search is wide; later updates become stable</a:t>
            </a:r>
          </a:p>
        </p:txBody>
      </p:sp>
      <p:sp>
        <p:nvSpPr>
          <p:cNvPr id="1961178202" name="Rectangle 1495975732">
            <a:extLst>
              <a:ext uri="{FF2B5EF4-FFF2-40B4-BE49-F238E27FC236}">
                <a16:creationId xmlns:a16="http://schemas.microsoft.com/office/drawing/2014/main" id="{073300C6-D14D-4EDB-8A8D-E0AA3A5EB83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15</a:t>
            </a:r>
          </a:p>
        </p:txBody>
      </p:sp>
      <p:pic>
        <p:nvPicPr>
          <p:cNvPr id="2062745247" name="Picture 2132047724"/>
          <p:cNvPicPr>
            <a:picLocks noChangeAspect="1"/>
          </p:cNvPicPr>
          <p:nvPr/>
        </p:nvPicPr>
        <p:blipFill rotWithShape="1">
          <a:blip r:embed="rId3"/>
          <a:stretch/>
        </p:blipFill>
        <p:spPr>
          <a:xfrm>
            <a:off x="1066800" y="1962150"/>
            <a:ext cx="6362700" cy="3200400"/>
          </a:xfrm>
          <a:prstGeom prst="rect">
            <a:avLst/>
          </a:prstGeom>
        </p:spPr>
      </p:pic>
      <p:pic>
        <p:nvPicPr>
          <p:cNvPr id="2062745248" name="Graphic 2132047725"/>
          <p:cNvPicPr>
            <a:picLocks noChangeAspect="1"/>
          </p:cNvPicPr>
          <p:nvPr/>
        </p:nvPicPr>
        <p:blipFill rotWithShape="1">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2049071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2441477" name="Rectangle 549712311">
            <a:extLst>
              <a:ext uri="{FF2B5EF4-FFF2-40B4-BE49-F238E27FC236}">
                <a16:creationId xmlns:a16="http://schemas.microsoft.com/office/drawing/2014/main" id="{AAC7E7CB-94FE-40E5-A4A4-DF4742DA8A3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403381034" name="Rectangle 504424573">
            <a:extLst>
              <a:ext uri="{FF2B5EF4-FFF2-40B4-BE49-F238E27FC236}">
                <a16:creationId xmlns:a16="http://schemas.microsoft.com/office/drawing/2014/main" id="{F926578E-E01C-4BBA-8202-FD40CE4198A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Neural network: basic structure</a:t>
            </a:r>
          </a:p>
        </p:txBody>
      </p:sp>
      <p:sp>
        <p:nvSpPr>
          <p:cNvPr id="1787891731" name="Rectangle: Rounded Corners 8473207">
            <a:extLst>
              <a:ext uri="{FF2B5EF4-FFF2-40B4-BE49-F238E27FC236}">
                <a16:creationId xmlns:a16="http://schemas.microsoft.com/office/drawing/2014/main" id="{9A392BCA-DF04-461C-A3EF-5BD457B5EBC9}"/>
              </a:ext>
            </a:extLst>
          </p:cNvPr>
          <p:cNvSpPr>
            <a:spLocks noGrp="1"/>
          </p:cNvSpPr>
          <p:nvPr/>
        </p:nvSpPr>
        <p:spPr>
          <a:xfrm>
            <a:off x="609599" y="1343025"/>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83899192" name="Oval 1713827263">
            <a:extLst>
              <a:ext uri="{FF2B5EF4-FFF2-40B4-BE49-F238E27FC236}">
                <a16:creationId xmlns:a16="http://schemas.microsoft.com/office/drawing/2014/main" id="{C5DBB6C4-14C5-4164-B436-9E9E72A2ED54}"/>
              </a:ext>
            </a:extLst>
          </p:cNvPr>
          <p:cNvSpPr>
            <a:spLocks noGrp="1"/>
          </p:cNvSpPr>
          <p:nvPr/>
        </p:nvSpPr>
        <p:spPr>
          <a:xfrm>
            <a:off x="1962149" y="2616993"/>
            <a:ext cx="457200" cy="457200"/>
          </a:xfrm>
          <a:prstGeom prst="ellipse">
            <a:avLst/>
          </a:prstGeom>
          <a:solidFill>
            <a:srgbClr val="FFFFFF"/>
          </a:solidFill>
          <a:ln w="19050">
            <a:solidFill>
              <a:srgbClr val="667085"/>
            </a:solidFill>
            <a:prstDash val="solid"/>
          </a:ln>
        </p:spPr>
        <p:txBody>
          <a:bodyPr/>
          <a:lstStyle/>
          <a:p>
            <a:pPr>
              <a:buNone/>
            </a:pPr>
            <a:endParaRPr/>
          </a:p>
        </p:txBody>
      </p:sp>
      <p:sp>
        <p:nvSpPr>
          <p:cNvPr id="1695337283" name="Oval 324013536">
            <a:extLst>
              <a:ext uri="{FF2B5EF4-FFF2-40B4-BE49-F238E27FC236}">
                <a16:creationId xmlns:a16="http://schemas.microsoft.com/office/drawing/2014/main" id="{94BE26D5-6A51-4BF0-B10E-036FFD2BC988}"/>
              </a:ext>
            </a:extLst>
          </p:cNvPr>
          <p:cNvSpPr>
            <a:spLocks noGrp="1"/>
          </p:cNvSpPr>
          <p:nvPr/>
        </p:nvSpPr>
        <p:spPr>
          <a:xfrm>
            <a:off x="1962149" y="3414711"/>
            <a:ext cx="457200" cy="457200"/>
          </a:xfrm>
          <a:prstGeom prst="ellipse">
            <a:avLst/>
          </a:prstGeom>
          <a:solidFill>
            <a:srgbClr val="FFFFFF"/>
          </a:solidFill>
          <a:ln w="19050">
            <a:solidFill>
              <a:srgbClr val="667085"/>
            </a:solidFill>
            <a:prstDash val="solid"/>
          </a:ln>
        </p:spPr>
        <p:txBody>
          <a:bodyPr/>
          <a:lstStyle/>
          <a:p>
            <a:pPr>
              <a:buNone/>
            </a:pPr>
            <a:endParaRPr/>
          </a:p>
        </p:txBody>
      </p:sp>
      <p:sp>
        <p:nvSpPr>
          <p:cNvPr id="2125209248" name="Oval 1149235491">
            <a:extLst>
              <a:ext uri="{FF2B5EF4-FFF2-40B4-BE49-F238E27FC236}">
                <a16:creationId xmlns:a16="http://schemas.microsoft.com/office/drawing/2014/main" id="{FAFA4D67-BA53-4A08-868F-E3D42993EC22}"/>
              </a:ext>
            </a:extLst>
          </p:cNvPr>
          <p:cNvSpPr>
            <a:spLocks noGrp="1"/>
          </p:cNvSpPr>
          <p:nvPr/>
        </p:nvSpPr>
        <p:spPr>
          <a:xfrm>
            <a:off x="1962149" y="4171950"/>
            <a:ext cx="457200" cy="457200"/>
          </a:xfrm>
          <a:prstGeom prst="ellipse">
            <a:avLst/>
          </a:prstGeom>
          <a:solidFill>
            <a:srgbClr val="FFFFFF"/>
          </a:solidFill>
          <a:ln w="19050">
            <a:solidFill>
              <a:srgbClr val="667085"/>
            </a:solidFill>
            <a:prstDash val="solid"/>
          </a:ln>
        </p:spPr>
        <p:txBody>
          <a:bodyPr/>
          <a:lstStyle/>
          <a:p>
            <a:pPr>
              <a:buNone/>
            </a:pPr>
            <a:endParaRPr/>
          </a:p>
        </p:txBody>
      </p:sp>
      <p:sp>
        <p:nvSpPr>
          <p:cNvPr id="279717525" name="Oval 1750953689">
            <a:extLst>
              <a:ext uri="{FF2B5EF4-FFF2-40B4-BE49-F238E27FC236}">
                <a16:creationId xmlns:a16="http://schemas.microsoft.com/office/drawing/2014/main" id="{8B4A8A1F-DBA3-4649-B73D-722F27280A1D}"/>
              </a:ext>
            </a:extLst>
          </p:cNvPr>
          <p:cNvSpPr>
            <a:spLocks noGrp="1"/>
          </p:cNvSpPr>
          <p:nvPr/>
        </p:nvSpPr>
        <p:spPr>
          <a:xfrm>
            <a:off x="4343400" y="2200275"/>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652359943" name="Oval 1513393046">
            <a:extLst>
              <a:ext uri="{FF2B5EF4-FFF2-40B4-BE49-F238E27FC236}">
                <a16:creationId xmlns:a16="http://schemas.microsoft.com/office/drawing/2014/main" id="{0DC4791D-5216-4523-8002-0A68143AE80B}"/>
              </a:ext>
            </a:extLst>
          </p:cNvPr>
          <p:cNvSpPr>
            <a:spLocks noGrp="1"/>
          </p:cNvSpPr>
          <p:nvPr/>
        </p:nvSpPr>
        <p:spPr>
          <a:xfrm>
            <a:off x="4343400" y="2819400"/>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1965088611" name="Oval 496081326">
            <a:extLst>
              <a:ext uri="{FF2B5EF4-FFF2-40B4-BE49-F238E27FC236}">
                <a16:creationId xmlns:a16="http://schemas.microsoft.com/office/drawing/2014/main" id="{C9A8C8F2-E606-4824-9677-3856F7EBCCA4}"/>
              </a:ext>
            </a:extLst>
          </p:cNvPr>
          <p:cNvSpPr>
            <a:spLocks noGrp="1"/>
          </p:cNvSpPr>
          <p:nvPr/>
        </p:nvSpPr>
        <p:spPr>
          <a:xfrm>
            <a:off x="4343400" y="3438525"/>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1341399335" name="Oval 953579843">
            <a:extLst>
              <a:ext uri="{FF2B5EF4-FFF2-40B4-BE49-F238E27FC236}">
                <a16:creationId xmlns:a16="http://schemas.microsoft.com/office/drawing/2014/main" id="{C76E7F37-6B2D-4C14-927D-273586C37A9B}"/>
              </a:ext>
            </a:extLst>
          </p:cNvPr>
          <p:cNvSpPr>
            <a:spLocks noGrp="1"/>
          </p:cNvSpPr>
          <p:nvPr/>
        </p:nvSpPr>
        <p:spPr>
          <a:xfrm>
            <a:off x="4343400" y="4057650"/>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885265497" name="Oval 268581152">
            <a:extLst>
              <a:ext uri="{FF2B5EF4-FFF2-40B4-BE49-F238E27FC236}">
                <a16:creationId xmlns:a16="http://schemas.microsoft.com/office/drawing/2014/main" id="{9330111B-1B92-47D4-A37E-6321711E6018}"/>
              </a:ext>
            </a:extLst>
          </p:cNvPr>
          <p:cNvSpPr>
            <a:spLocks noGrp="1"/>
          </p:cNvSpPr>
          <p:nvPr/>
        </p:nvSpPr>
        <p:spPr>
          <a:xfrm>
            <a:off x="4343400" y="4676775"/>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739776070" name="Oval 1782461718">
            <a:extLst>
              <a:ext uri="{FF2B5EF4-FFF2-40B4-BE49-F238E27FC236}">
                <a16:creationId xmlns:a16="http://schemas.microsoft.com/office/drawing/2014/main" id="{7181C74B-4362-4A1C-BFB0-946EFE3844B8}"/>
              </a:ext>
            </a:extLst>
          </p:cNvPr>
          <p:cNvSpPr>
            <a:spLocks noGrp="1"/>
          </p:cNvSpPr>
          <p:nvPr/>
        </p:nvSpPr>
        <p:spPr>
          <a:xfrm>
            <a:off x="6819900" y="2200275"/>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1357426308" name="Oval 1638488983">
            <a:extLst>
              <a:ext uri="{FF2B5EF4-FFF2-40B4-BE49-F238E27FC236}">
                <a16:creationId xmlns:a16="http://schemas.microsoft.com/office/drawing/2014/main" id="{AE81596C-0806-443B-8523-1E470F19D2FE}"/>
              </a:ext>
            </a:extLst>
          </p:cNvPr>
          <p:cNvSpPr>
            <a:spLocks noGrp="1"/>
          </p:cNvSpPr>
          <p:nvPr/>
        </p:nvSpPr>
        <p:spPr>
          <a:xfrm>
            <a:off x="6819900" y="2819400"/>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716181229" name="Oval 1018913497">
            <a:extLst>
              <a:ext uri="{FF2B5EF4-FFF2-40B4-BE49-F238E27FC236}">
                <a16:creationId xmlns:a16="http://schemas.microsoft.com/office/drawing/2014/main" id="{BA46FEA7-62E4-43C9-B41C-CC0EAD3ABFE8}"/>
              </a:ext>
            </a:extLst>
          </p:cNvPr>
          <p:cNvSpPr>
            <a:spLocks noGrp="1"/>
          </p:cNvSpPr>
          <p:nvPr/>
        </p:nvSpPr>
        <p:spPr>
          <a:xfrm>
            <a:off x="6819900" y="3438525"/>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579766288" name="Oval 1292287629">
            <a:extLst>
              <a:ext uri="{FF2B5EF4-FFF2-40B4-BE49-F238E27FC236}">
                <a16:creationId xmlns:a16="http://schemas.microsoft.com/office/drawing/2014/main" id="{99632048-5516-45F9-9740-47CEB54087CA}"/>
              </a:ext>
            </a:extLst>
          </p:cNvPr>
          <p:cNvSpPr>
            <a:spLocks noGrp="1"/>
          </p:cNvSpPr>
          <p:nvPr/>
        </p:nvSpPr>
        <p:spPr>
          <a:xfrm>
            <a:off x="6819900" y="4057650"/>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1519997182" name="Oval 1410545746">
            <a:extLst>
              <a:ext uri="{FF2B5EF4-FFF2-40B4-BE49-F238E27FC236}">
                <a16:creationId xmlns:a16="http://schemas.microsoft.com/office/drawing/2014/main" id="{54393277-47C8-4B83-BEA0-1FDED28B9EF8}"/>
              </a:ext>
            </a:extLst>
          </p:cNvPr>
          <p:cNvSpPr>
            <a:spLocks noGrp="1"/>
          </p:cNvSpPr>
          <p:nvPr/>
        </p:nvSpPr>
        <p:spPr>
          <a:xfrm>
            <a:off x="6819900" y="4676775"/>
            <a:ext cx="457200" cy="457200"/>
          </a:xfrm>
          <a:prstGeom prst="ellipse">
            <a:avLst/>
          </a:prstGeom>
          <a:solidFill>
            <a:srgbClr val="FFFFFF"/>
          </a:solidFill>
          <a:ln w="19050">
            <a:solidFill>
              <a:srgbClr val="2563EB"/>
            </a:solidFill>
            <a:prstDash val="solid"/>
          </a:ln>
        </p:spPr>
        <p:txBody>
          <a:bodyPr/>
          <a:lstStyle/>
          <a:p>
            <a:pPr>
              <a:buNone/>
            </a:pPr>
            <a:endParaRPr/>
          </a:p>
        </p:txBody>
      </p:sp>
      <p:sp>
        <p:nvSpPr>
          <p:cNvPr id="2119932753" name="Oval 1923839338">
            <a:extLst>
              <a:ext uri="{FF2B5EF4-FFF2-40B4-BE49-F238E27FC236}">
                <a16:creationId xmlns:a16="http://schemas.microsoft.com/office/drawing/2014/main" id="{156BE9C0-711B-45E8-823F-97EAD07DE5E2}"/>
              </a:ext>
            </a:extLst>
          </p:cNvPr>
          <p:cNvSpPr>
            <a:spLocks noGrp="1"/>
          </p:cNvSpPr>
          <p:nvPr/>
        </p:nvSpPr>
        <p:spPr>
          <a:xfrm>
            <a:off x="9296399" y="2813446"/>
            <a:ext cx="457200" cy="457200"/>
          </a:xfrm>
          <a:prstGeom prst="ellipse">
            <a:avLst/>
          </a:prstGeom>
          <a:solidFill>
            <a:srgbClr val="DCFCE7"/>
          </a:solidFill>
          <a:ln w="19050">
            <a:solidFill>
              <a:srgbClr val="2563EB"/>
            </a:solidFill>
            <a:prstDash val="solid"/>
          </a:ln>
        </p:spPr>
        <p:txBody>
          <a:bodyPr/>
          <a:lstStyle/>
          <a:p>
            <a:pPr>
              <a:buNone/>
            </a:pPr>
            <a:endParaRPr/>
          </a:p>
        </p:txBody>
      </p:sp>
      <p:sp>
        <p:nvSpPr>
          <p:cNvPr id="1907423826" name="Oval 452248781">
            <a:extLst>
              <a:ext uri="{FF2B5EF4-FFF2-40B4-BE49-F238E27FC236}">
                <a16:creationId xmlns:a16="http://schemas.microsoft.com/office/drawing/2014/main" id="{3D306D48-90F2-49A0-B52D-B910F996256B}"/>
              </a:ext>
            </a:extLst>
          </p:cNvPr>
          <p:cNvSpPr>
            <a:spLocks noGrp="1"/>
          </p:cNvSpPr>
          <p:nvPr/>
        </p:nvSpPr>
        <p:spPr>
          <a:xfrm>
            <a:off x="9296399" y="4090987"/>
            <a:ext cx="457200" cy="457200"/>
          </a:xfrm>
          <a:prstGeom prst="ellipse">
            <a:avLst/>
          </a:prstGeom>
          <a:solidFill>
            <a:srgbClr val="DCFCE7"/>
          </a:solidFill>
          <a:ln w="19050">
            <a:solidFill>
              <a:srgbClr val="2563EB"/>
            </a:solidFill>
            <a:prstDash val="solid"/>
          </a:ln>
        </p:spPr>
        <p:txBody>
          <a:bodyPr/>
          <a:lstStyle/>
          <a:p>
            <a:pPr>
              <a:buNone/>
            </a:pPr>
            <a:endParaRPr/>
          </a:p>
        </p:txBody>
      </p:sp>
      <p:sp>
        <p:nvSpPr>
          <p:cNvPr id="325945677" name="Rectangle 2036757279">
            <a:extLst>
              <a:ext uri="{FF2B5EF4-FFF2-40B4-BE49-F238E27FC236}">
                <a16:creationId xmlns:a16="http://schemas.microsoft.com/office/drawing/2014/main" id="{619B6335-3C9C-43BF-B15F-855BE4F18536}"/>
              </a:ext>
            </a:extLst>
          </p:cNvPr>
          <p:cNvSpPr>
            <a:spLocks noGrp="1"/>
          </p:cNvSpPr>
          <p:nvPr/>
        </p:nvSpPr>
        <p:spPr>
          <a:xfrm>
            <a:off x="157162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input</a:t>
            </a:r>
          </a:p>
        </p:txBody>
      </p:sp>
      <p:sp>
        <p:nvSpPr>
          <p:cNvPr id="992156630" name="Rectangle 899691756">
            <a:extLst>
              <a:ext uri="{FF2B5EF4-FFF2-40B4-BE49-F238E27FC236}">
                <a16:creationId xmlns:a16="http://schemas.microsoft.com/office/drawing/2014/main" id="{366BCEEF-8BC5-4F94-8C79-0F04CDF97A84}"/>
              </a:ext>
            </a:extLst>
          </p:cNvPr>
          <p:cNvSpPr>
            <a:spLocks noGrp="1"/>
          </p:cNvSpPr>
          <p:nvPr/>
        </p:nvSpPr>
        <p:spPr>
          <a:xfrm>
            <a:off x="3952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842470724" name="Rectangle 1393267236">
            <a:extLst>
              <a:ext uri="{FF2B5EF4-FFF2-40B4-BE49-F238E27FC236}">
                <a16:creationId xmlns:a16="http://schemas.microsoft.com/office/drawing/2014/main" id="{3416B237-F518-4B96-B483-A02A643911B8}"/>
              </a:ext>
            </a:extLst>
          </p:cNvPr>
          <p:cNvSpPr>
            <a:spLocks noGrp="1"/>
          </p:cNvSpPr>
          <p:nvPr/>
        </p:nvSpPr>
        <p:spPr>
          <a:xfrm>
            <a:off x="64293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641561214" name="Rectangle 1802476533">
            <a:extLst>
              <a:ext uri="{FF2B5EF4-FFF2-40B4-BE49-F238E27FC236}">
                <a16:creationId xmlns:a16="http://schemas.microsoft.com/office/drawing/2014/main" id="{E6CC453E-A511-4ABE-9EB3-DDF9F365D77A}"/>
              </a:ext>
            </a:extLst>
          </p:cNvPr>
          <p:cNvSpPr>
            <a:spLocks noGrp="1"/>
          </p:cNvSpPr>
          <p:nvPr/>
        </p:nvSpPr>
        <p:spPr>
          <a:xfrm>
            <a:off x="8905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output</a:t>
            </a:r>
          </a:p>
        </p:txBody>
      </p:sp>
      <p:sp>
        <p:nvSpPr>
          <p:cNvPr id="1412101787" name="Rectangle 1736954645">
            <a:extLst>
              <a:ext uri="{FF2B5EF4-FFF2-40B4-BE49-F238E27FC236}">
                <a16:creationId xmlns:a16="http://schemas.microsoft.com/office/drawing/2014/main" id="{948AF5A8-0A12-4248-B45E-4D3D741FADD9}"/>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16</a:t>
            </a:r>
          </a:p>
        </p:txBody>
      </p:sp>
      <p:cxnSp>
        <p:nvCxnSpPr>
          <p:cNvPr id="2145490115" name="Straight Arrow Connector 2036758667"/>
          <p:cNvCxnSpPr>
            <a:stCxn id="83899192" idx="6"/>
            <a:endCxn id="279717525" idx="2"/>
          </p:cNvCxnSpPr>
          <p:nvPr/>
        </p:nvCxnSpPr>
        <p:spPr>
          <a:xfrm flipV="1">
            <a:off x="2419349" y="2428875"/>
            <a:ext cx="1924049" cy="416718"/>
          </a:xfrm>
          <a:prstGeom prst="straightConnector1">
            <a:avLst/>
          </a:prstGeom>
          <a:ln w="9525">
            <a:solidFill>
              <a:srgbClr val="CBD5E1">
                <a:alpha val="45000"/>
              </a:srgbClr>
            </a:solidFill>
            <a:prstDash val="solid"/>
          </a:ln>
        </p:spPr>
      </p:cxnSp>
      <p:cxnSp>
        <p:nvCxnSpPr>
          <p:cNvPr id="2145490116" name="Straight Arrow Connector 2036758668"/>
          <p:cNvCxnSpPr>
            <a:stCxn id="83899192" idx="6"/>
            <a:endCxn id="652359943" idx="2"/>
          </p:cNvCxnSpPr>
          <p:nvPr/>
        </p:nvCxnSpPr>
        <p:spPr>
          <a:xfrm>
            <a:off x="2419349" y="2845593"/>
            <a:ext cx="1924049" cy="202406"/>
          </a:xfrm>
          <a:prstGeom prst="straightConnector1">
            <a:avLst/>
          </a:prstGeom>
          <a:ln w="9525">
            <a:solidFill>
              <a:srgbClr val="CBD5E1">
                <a:alpha val="45000"/>
              </a:srgbClr>
            </a:solidFill>
            <a:prstDash val="solid"/>
          </a:ln>
        </p:spPr>
      </p:cxnSp>
      <p:cxnSp>
        <p:nvCxnSpPr>
          <p:cNvPr id="2145490117" name="Straight Arrow Connector 2036758669"/>
          <p:cNvCxnSpPr>
            <a:stCxn id="83899192" idx="6"/>
            <a:endCxn id="1965088611" idx="2"/>
          </p:cNvCxnSpPr>
          <p:nvPr/>
        </p:nvCxnSpPr>
        <p:spPr>
          <a:xfrm>
            <a:off x="2419349" y="2845593"/>
            <a:ext cx="1924049" cy="821531"/>
          </a:xfrm>
          <a:prstGeom prst="straightConnector1">
            <a:avLst/>
          </a:prstGeom>
          <a:ln w="9525">
            <a:solidFill>
              <a:srgbClr val="CBD5E1">
                <a:alpha val="45000"/>
              </a:srgbClr>
            </a:solidFill>
            <a:prstDash val="solid"/>
          </a:ln>
        </p:spPr>
      </p:cxnSp>
      <p:cxnSp>
        <p:nvCxnSpPr>
          <p:cNvPr id="2145490118" name="Straight Arrow Connector 2036758670"/>
          <p:cNvCxnSpPr>
            <a:stCxn id="83899192" idx="6"/>
            <a:endCxn id="1341399335" idx="2"/>
          </p:cNvCxnSpPr>
          <p:nvPr/>
        </p:nvCxnSpPr>
        <p:spPr>
          <a:xfrm>
            <a:off x="2419349" y="2845593"/>
            <a:ext cx="1924049" cy="1440655"/>
          </a:xfrm>
          <a:prstGeom prst="straightConnector1">
            <a:avLst/>
          </a:prstGeom>
          <a:ln w="9525">
            <a:solidFill>
              <a:srgbClr val="CBD5E1">
                <a:alpha val="45000"/>
              </a:srgbClr>
            </a:solidFill>
            <a:prstDash val="solid"/>
          </a:ln>
        </p:spPr>
      </p:cxnSp>
      <p:cxnSp>
        <p:nvCxnSpPr>
          <p:cNvPr id="2145490119" name="Straight Arrow Connector 2036758671"/>
          <p:cNvCxnSpPr>
            <a:stCxn id="83899192" idx="6"/>
            <a:endCxn id="885265497" idx="2"/>
          </p:cNvCxnSpPr>
          <p:nvPr/>
        </p:nvCxnSpPr>
        <p:spPr>
          <a:xfrm>
            <a:off x="2419349" y="2845593"/>
            <a:ext cx="1924049" cy="2059781"/>
          </a:xfrm>
          <a:prstGeom prst="straightConnector1">
            <a:avLst/>
          </a:prstGeom>
          <a:ln w="9525">
            <a:solidFill>
              <a:srgbClr val="CBD5E1">
                <a:alpha val="45000"/>
              </a:srgbClr>
            </a:solidFill>
            <a:prstDash val="solid"/>
          </a:ln>
        </p:spPr>
      </p:cxnSp>
      <p:cxnSp>
        <p:nvCxnSpPr>
          <p:cNvPr id="2145490120" name="Straight Arrow Connector 2036758672"/>
          <p:cNvCxnSpPr>
            <a:stCxn id="1695337283" idx="6"/>
            <a:endCxn id="279717525" idx="2"/>
          </p:cNvCxnSpPr>
          <p:nvPr/>
        </p:nvCxnSpPr>
        <p:spPr>
          <a:xfrm flipV="1">
            <a:off x="2419349" y="2428875"/>
            <a:ext cx="1924049" cy="1214437"/>
          </a:xfrm>
          <a:prstGeom prst="straightConnector1">
            <a:avLst/>
          </a:prstGeom>
          <a:ln w="9525">
            <a:solidFill>
              <a:srgbClr val="CBD5E1">
                <a:alpha val="45000"/>
              </a:srgbClr>
            </a:solidFill>
            <a:prstDash val="solid"/>
          </a:ln>
        </p:spPr>
      </p:cxnSp>
      <p:cxnSp>
        <p:nvCxnSpPr>
          <p:cNvPr id="2145490121" name="Straight Arrow Connector 2036758673"/>
          <p:cNvCxnSpPr>
            <a:stCxn id="1695337283" idx="6"/>
            <a:endCxn id="652359943" idx="2"/>
          </p:cNvCxnSpPr>
          <p:nvPr/>
        </p:nvCxnSpPr>
        <p:spPr>
          <a:xfrm flipV="1">
            <a:off x="2419349" y="3047999"/>
            <a:ext cx="1924049" cy="595312"/>
          </a:xfrm>
          <a:prstGeom prst="straightConnector1">
            <a:avLst/>
          </a:prstGeom>
          <a:ln w="9525">
            <a:solidFill>
              <a:srgbClr val="CBD5E1">
                <a:alpha val="45000"/>
              </a:srgbClr>
            </a:solidFill>
            <a:prstDash val="solid"/>
          </a:ln>
        </p:spPr>
      </p:cxnSp>
      <p:cxnSp>
        <p:nvCxnSpPr>
          <p:cNvPr id="2145490122" name="Straight Arrow Connector 2036758674"/>
          <p:cNvCxnSpPr>
            <a:stCxn id="1695337283" idx="6"/>
            <a:endCxn id="1965088611" idx="2"/>
          </p:cNvCxnSpPr>
          <p:nvPr/>
        </p:nvCxnSpPr>
        <p:spPr>
          <a:xfrm>
            <a:off x="2419349" y="3643312"/>
            <a:ext cx="1924049" cy="23811"/>
          </a:xfrm>
          <a:prstGeom prst="straightConnector1">
            <a:avLst/>
          </a:prstGeom>
          <a:ln w="9525">
            <a:solidFill>
              <a:srgbClr val="CBD5E1">
                <a:alpha val="45000"/>
              </a:srgbClr>
            </a:solidFill>
            <a:prstDash val="solid"/>
          </a:ln>
        </p:spPr>
      </p:cxnSp>
      <p:cxnSp>
        <p:nvCxnSpPr>
          <p:cNvPr id="2145490123" name="Straight Arrow Connector 2036758675"/>
          <p:cNvCxnSpPr>
            <a:stCxn id="1695337283" idx="6"/>
            <a:endCxn id="1341399335" idx="2"/>
          </p:cNvCxnSpPr>
          <p:nvPr/>
        </p:nvCxnSpPr>
        <p:spPr>
          <a:xfrm>
            <a:off x="2419349" y="3643312"/>
            <a:ext cx="1924049" cy="642936"/>
          </a:xfrm>
          <a:prstGeom prst="straightConnector1">
            <a:avLst/>
          </a:prstGeom>
          <a:ln w="9525">
            <a:solidFill>
              <a:srgbClr val="CBD5E1">
                <a:alpha val="45000"/>
              </a:srgbClr>
            </a:solidFill>
            <a:prstDash val="solid"/>
          </a:ln>
        </p:spPr>
      </p:cxnSp>
      <p:cxnSp>
        <p:nvCxnSpPr>
          <p:cNvPr id="2145490124" name="Straight Arrow Connector 2036758676"/>
          <p:cNvCxnSpPr>
            <a:stCxn id="1695337283" idx="6"/>
            <a:endCxn id="885265497" idx="2"/>
          </p:cNvCxnSpPr>
          <p:nvPr/>
        </p:nvCxnSpPr>
        <p:spPr>
          <a:xfrm>
            <a:off x="2419349" y="3643312"/>
            <a:ext cx="1924049" cy="1262062"/>
          </a:xfrm>
          <a:prstGeom prst="straightConnector1">
            <a:avLst/>
          </a:prstGeom>
          <a:ln w="9525">
            <a:solidFill>
              <a:srgbClr val="CBD5E1">
                <a:alpha val="45000"/>
              </a:srgbClr>
            </a:solidFill>
            <a:prstDash val="solid"/>
          </a:ln>
        </p:spPr>
      </p:cxnSp>
      <p:cxnSp>
        <p:nvCxnSpPr>
          <p:cNvPr id="2145490125" name="Straight Arrow Connector 2036758677"/>
          <p:cNvCxnSpPr>
            <a:stCxn id="2125209248" idx="6"/>
            <a:endCxn id="279717525" idx="2"/>
          </p:cNvCxnSpPr>
          <p:nvPr/>
        </p:nvCxnSpPr>
        <p:spPr>
          <a:xfrm flipV="1">
            <a:off x="2419349" y="2428875"/>
            <a:ext cx="1924049" cy="1971675"/>
          </a:xfrm>
          <a:prstGeom prst="straightConnector1">
            <a:avLst/>
          </a:prstGeom>
          <a:ln w="9525">
            <a:solidFill>
              <a:srgbClr val="CBD5E1">
                <a:alpha val="45000"/>
              </a:srgbClr>
            </a:solidFill>
            <a:prstDash val="solid"/>
          </a:ln>
        </p:spPr>
      </p:cxnSp>
      <p:cxnSp>
        <p:nvCxnSpPr>
          <p:cNvPr id="2145490126" name="Straight Arrow Connector 2036758678"/>
          <p:cNvCxnSpPr>
            <a:stCxn id="2125209248" idx="6"/>
            <a:endCxn id="652359943" idx="2"/>
          </p:cNvCxnSpPr>
          <p:nvPr/>
        </p:nvCxnSpPr>
        <p:spPr>
          <a:xfrm flipV="1">
            <a:off x="2419349" y="3047999"/>
            <a:ext cx="1924049" cy="1352549"/>
          </a:xfrm>
          <a:prstGeom prst="straightConnector1">
            <a:avLst/>
          </a:prstGeom>
          <a:ln w="9525">
            <a:solidFill>
              <a:srgbClr val="CBD5E1">
                <a:alpha val="45000"/>
              </a:srgbClr>
            </a:solidFill>
            <a:prstDash val="solid"/>
          </a:ln>
        </p:spPr>
      </p:cxnSp>
      <p:cxnSp>
        <p:nvCxnSpPr>
          <p:cNvPr id="2145490127" name="Straight Arrow Connector 2036758679"/>
          <p:cNvCxnSpPr/>
          <p:nvPr/>
        </p:nvCxnSpPr>
        <p:spPr>
          <a:xfrm flipV="1">
            <a:off x="2419349" y="3667124"/>
            <a:ext cx="1924049" cy="847724"/>
          </a:xfrm>
          <a:prstGeom prst="straightConnector1">
            <a:avLst/>
          </a:prstGeom>
          <a:ln w="9525">
            <a:solidFill>
              <a:srgbClr val="CBD5E1">
                <a:alpha val="45000"/>
              </a:srgbClr>
            </a:solidFill>
            <a:prstDash val="solid"/>
          </a:ln>
        </p:spPr>
      </p:cxnSp>
      <p:cxnSp>
        <p:nvCxnSpPr>
          <p:cNvPr id="2145490128" name="Straight Arrow Connector 2036758680"/>
          <p:cNvCxnSpPr>
            <a:stCxn id="2125209248" idx="6"/>
            <a:endCxn id="1341399335" idx="2"/>
          </p:cNvCxnSpPr>
          <p:nvPr/>
        </p:nvCxnSpPr>
        <p:spPr>
          <a:xfrm flipV="1">
            <a:off x="2419349" y="4286250"/>
            <a:ext cx="1924049" cy="114300"/>
          </a:xfrm>
          <a:prstGeom prst="straightConnector1">
            <a:avLst/>
          </a:prstGeom>
          <a:ln w="9525">
            <a:solidFill>
              <a:srgbClr val="CBD5E1">
                <a:alpha val="45000"/>
              </a:srgbClr>
            </a:solidFill>
            <a:prstDash val="solid"/>
          </a:ln>
        </p:spPr>
      </p:cxnSp>
      <p:cxnSp>
        <p:nvCxnSpPr>
          <p:cNvPr id="2145490129" name="Straight Arrow Connector 2036758681"/>
          <p:cNvCxnSpPr>
            <a:stCxn id="2125209248" idx="6"/>
            <a:endCxn id="885265497" idx="2"/>
          </p:cNvCxnSpPr>
          <p:nvPr/>
        </p:nvCxnSpPr>
        <p:spPr>
          <a:xfrm>
            <a:off x="2419349" y="4400550"/>
            <a:ext cx="1924049" cy="504824"/>
          </a:xfrm>
          <a:prstGeom prst="straightConnector1">
            <a:avLst/>
          </a:prstGeom>
          <a:ln w="9525">
            <a:solidFill>
              <a:srgbClr val="CBD5E1">
                <a:alpha val="45000"/>
              </a:srgbClr>
            </a:solidFill>
            <a:prstDash val="solid"/>
          </a:ln>
        </p:spPr>
      </p:cxnSp>
      <p:cxnSp>
        <p:nvCxnSpPr>
          <p:cNvPr id="2145490130" name="Straight Arrow Connector 2036758682"/>
          <p:cNvCxnSpPr>
            <a:stCxn id="279717525" idx="6"/>
            <a:endCxn id="739776070" idx="2"/>
          </p:cNvCxnSpPr>
          <p:nvPr/>
        </p:nvCxnSpPr>
        <p:spPr>
          <a:xfrm>
            <a:off x="4800600" y="2428875"/>
            <a:ext cx="2019300" cy="0"/>
          </a:xfrm>
          <a:prstGeom prst="straightConnector1">
            <a:avLst/>
          </a:prstGeom>
          <a:ln w="9525">
            <a:solidFill>
              <a:srgbClr val="CBD5E1">
                <a:alpha val="45000"/>
              </a:srgbClr>
            </a:solidFill>
            <a:prstDash val="solid"/>
          </a:ln>
        </p:spPr>
      </p:cxnSp>
      <p:cxnSp>
        <p:nvCxnSpPr>
          <p:cNvPr id="2145490131" name="Straight Arrow Connector 2036758683"/>
          <p:cNvCxnSpPr>
            <a:stCxn id="279717525" idx="6"/>
            <a:endCxn id="1357426308" idx="2"/>
          </p:cNvCxnSpPr>
          <p:nvPr/>
        </p:nvCxnSpPr>
        <p:spPr>
          <a:xfrm>
            <a:off x="4800600" y="2428875"/>
            <a:ext cx="2019300" cy="619125"/>
          </a:xfrm>
          <a:prstGeom prst="straightConnector1">
            <a:avLst/>
          </a:prstGeom>
          <a:ln w="9525">
            <a:solidFill>
              <a:srgbClr val="CBD5E1">
                <a:alpha val="45000"/>
              </a:srgbClr>
            </a:solidFill>
            <a:prstDash val="solid"/>
          </a:ln>
        </p:spPr>
      </p:cxnSp>
      <p:cxnSp>
        <p:nvCxnSpPr>
          <p:cNvPr id="2145490132" name="Straight Arrow Connector 2036758684"/>
          <p:cNvCxnSpPr>
            <a:stCxn id="279717525" idx="6"/>
            <a:endCxn id="716181229" idx="2"/>
          </p:cNvCxnSpPr>
          <p:nvPr/>
        </p:nvCxnSpPr>
        <p:spPr>
          <a:xfrm>
            <a:off x="4800600" y="2428875"/>
            <a:ext cx="2019300" cy="1238250"/>
          </a:xfrm>
          <a:prstGeom prst="straightConnector1">
            <a:avLst/>
          </a:prstGeom>
          <a:ln w="9525">
            <a:solidFill>
              <a:srgbClr val="CBD5E1">
                <a:alpha val="45000"/>
              </a:srgbClr>
            </a:solidFill>
            <a:prstDash val="solid"/>
          </a:ln>
        </p:spPr>
      </p:cxnSp>
      <p:cxnSp>
        <p:nvCxnSpPr>
          <p:cNvPr id="2145490133" name="Straight Arrow Connector 2036758685"/>
          <p:cNvCxnSpPr>
            <a:stCxn id="279717525" idx="6"/>
            <a:endCxn id="579766288" idx="2"/>
          </p:cNvCxnSpPr>
          <p:nvPr/>
        </p:nvCxnSpPr>
        <p:spPr>
          <a:xfrm>
            <a:off x="4800600" y="2428875"/>
            <a:ext cx="2019300" cy="1857375"/>
          </a:xfrm>
          <a:prstGeom prst="straightConnector1">
            <a:avLst/>
          </a:prstGeom>
          <a:ln w="9525">
            <a:solidFill>
              <a:srgbClr val="CBD5E1">
                <a:alpha val="45000"/>
              </a:srgbClr>
            </a:solidFill>
            <a:prstDash val="solid"/>
          </a:ln>
        </p:spPr>
      </p:cxnSp>
      <p:cxnSp>
        <p:nvCxnSpPr>
          <p:cNvPr id="2145490134" name="Straight Arrow Connector 2036758686"/>
          <p:cNvCxnSpPr>
            <a:stCxn id="279717525" idx="6"/>
            <a:endCxn id="1519997182" idx="2"/>
          </p:cNvCxnSpPr>
          <p:nvPr/>
        </p:nvCxnSpPr>
        <p:spPr>
          <a:xfrm>
            <a:off x="4800600" y="2428875"/>
            <a:ext cx="2019300" cy="2476500"/>
          </a:xfrm>
          <a:prstGeom prst="straightConnector1">
            <a:avLst/>
          </a:prstGeom>
          <a:ln w="9525">
            <a:solidFill>
              <a:srgbClr val="CBD5E1">
                <a:alpha val="45000"/>
              </a:srgbClr>
            </a:solidFill>
            <a:prstDash val="solid"/>
          </a:ln>
        </p:spPr>
      </p:cxnSp>
      <p:cxnSp>
        <p:nvCxnSpPr>
          <p:cNvPr id="2145490135" name="Straight Arrow Connector 2036758687"/>
          <p:cNvCxnSpPr>
            <a:stCxn id="652359943" idx="6"/>
            <a:endCxn id="739776070" idx="2"/>
          </p:cNvCxnSpPr>
          <p:nvPr/>
        </p:nvCxnSpPr>
        <p:spPr>
          <a:xfrm flipV="1">
            <a:off x="4800600" y="2428875"/>
            <a:ext cx="2019300" cy="619125"/>
          </a:xfrm>
          <a:prstGeom prst="straightConnector1">
            <a:avLst/>
          </a:prstGeom>
          <a:ln w="9525">
            <a:solidFill>
              <a:srgbClr val="CBD5E1">
                <a:alpha val="45000"/>
              </a:srgbClr>
            </a:solidFill>
            <a:prstDash val="solid"/>
          </a:ln>
        </p:spPr>
      </p:cxnSp>
      <p:cxnSp>
        <p:nvCxnSpPr>
          <p:cNvPr id="2145490136" name="Straight Arrow Connector 2036758688"/>
          <p:cNvCxnSpPr>
            <a:stCxn id="652359943" idx="6"/>
            <a:endCxn id="1357426308" idx="2"/>
          </p:cNvCxnSpPr>
          <p:nvPr/>
        </p:nvCxnSpPr>
        <p:spPr>
          <a:xfrm>
            <a:off x="4800600" y="3048000"/>
            <a:ext cx="2019300" cy="0"/>
          </a:xfrm>
          <a:prstGeom prst="straightConnector1">
            <a:avLst/>
          </a:prstGeom>
          <a:ln w="9525">
            <a:solidFill>
              <a:srgbClr val="CBD5E1">
                <a:alpha val="45000"/>
              </a:srgbClr>
            </a:solidFill>
            <a:prstDash val="solid"/>
          </a:ln>
        </p:spPr>
      </p:cxnSp>
      <p:cxnSp>
        <p:nvCxnSpPr>
          <p:cNvPr id="2145490137" name="Straight Arrow Connector 2036758689"/>
          <p:cNvCxnSpPr>
            <a:stCxn id="652359943" idx="6"/>
            <a:endCxn id="716181229" idx="2"/>
          </p:cNvCxnSpPr>
          <p:nvPr/>
        </p:nvCxnSpPr>
        <p:spPr>
          <a:xfrm>
            <a:off x="4800600" y="3048000"/>
            <a:ext cx="2019300" cy="619125"/>
          </a:xfrm>
          <a:prstGeom prst="straightConnector1">
            <a:avLst/>
          </a:prstGeom>
          <a:ln w="9525">
            <a:solidFill>
              <a:srgbClr val="CBD5E1">
                <a:alpha val="45000"/>
              </a:srgbClr>
            </a:solidFill>
            <a:prstDash val="solid"/>
          </a:ln>
        </p:spPr>
      </p:cxnSp>
      <p:cxnSp>
        <p:nvCxnSpPr>
          <p:cNvPr id="2145490138" name="Straight Arrow Connector 2036758690"/>
          <p:cNvCxnSpPr>
            <a:stCxn id="652359943" idx="6"/>
            <a:endCxn id="579766288" idx="2"/>
          </p:cNvCxnSpPr>
          <p:nvPr/>
        </p:nvCxnSpPr>
        <p:spPr>
          <a:xfrm>
            <a:off x="4800600" y="3048000"/>
            <a:ext cx="2019300" cy="1238250"/>
          </a:xfrm>
          <a:prstGeom prst="straightConnector1">
            <a:avLst/>
          </a:prstGeom>
          <a:ln w="9525">
            <a:solidFill>
              <a:srgbClr val="CBD5E1">
                <a:alpha val="45000"/>
              </a:srgbClr>
            </a:solidFill>
            <a:prstDash val="solid"/>
          </a:ln>
        </p:spPr>
      </p:cxnSp>
      <p:cxnSp>
        <p:nvCxnSpPr>
          <p:cNvPr id="2145490139" name="Straight Arrow Connector 2036758691"/>
          <p:cNvCxnSpPr>
            <a:stCxn id="652359943" idx="6"/>
            <a:endCxn id="1519997182" idx="2"/>
          </p:cNvCxnSpPr>
          <p:nvPr/>
        </p:nvCxnSpPr>
        <p:spPr>
          <a:xfrm>
            <a:off x="4800600" y="3048000"/>
            <a:ext cx="2019300" cy="1857375"/>
          </a:xfrm>
          <a:prstGeom prst="straightConnector1">
            <a:avLst/>
          </a:prstGeom>
          <a:ln w="9525">
            <a:solidFill>
              <a:srgbClr val="CBD5E1">
                <a:alpha val="45000"/>
              </a:srgbClr>
            </a:solidFill>
            <a:prstDash val="solid"/>
          </a:ln>
        </p:spPr>
      </p:cxnSp>
      <p:cxnSp>
        <p:nvCxnSpPr>
          <p:cNvPr id="2145490140" name="Straight Arrow Connector 2036758692"/>
          <p:cNvCxnSpPr>
            <a:stCxn id="1965088611" idx="6"/>
            <a:endCxn id="739776070" idx="2"/>
          </p:cNvCxnSpPr>
          <p:nvPr/>
        </p:nvCxnSpPr>
        <p:spPr>
          <a:xfrm flipV="1">
            <a:off x="4800600" y="2428875"/>
            <a:ext cx="2019300" cy="1238250"/>
          </a:xfrm>
          <a:prstGeom prst="straightConnector1">
            <a:avLst/>
          </a:prstGeom>
          <a:ln w="9525">
            <a:solidFill>
              <a:srgbClr val="CBD5E1">
                <a:alpha val="45000"/>
              </a:srgbClr>
            </a:solidFill>
            <a:prstDash val="solid"/>
          </a:ln>
        </p:spPr>
      </p:cxnSp>
      <p:cxnSp>
        <p:nvCxnSpPr>
          <p:cNvPr id="2145490141" name="Straight Arrow Connector 2036758693"/>
          <p:cNvCxnSpPr>
            <a:stCxn id="1965088611" idx="6"/>
            <a:endCxn id="1357426308" idx="2"/>
          </p:cNvCxnSpPr>
          <p:nvPr/>
        </p:nvCxnSpPr>
        <p:spPr>
          <a:xfrm flipV="1">
            <a:off x="4800600" y="3048000"/>
            <a:ext cx="2019300" cy="619125"/>
          </a:xfrm>
          <a:prstGeom prst="straightConnector1">
            <a:avLst/>
          </a:prstGeom>
          <a:ln w="9525">
            <a:solidFill>
              <a:srgbClr val="CBD5E1">
                <a:alpha val="45000"/>
              </a:srgbClr>
            </a:solidFill>
            <a:prstDash val="solid"/>
          </a:ln>
        </p:spPr>
      </p:cxnSp>
      <p:cxnSp>
        <p:nvCxnSpPr>
          <p:cNvPr id="2145490142" name="Straight Arrow Connector 2036758694"/>
          <p:cNvCxnSpPr>
            <a:stCxn id="1965088611" idx="6"/>
            <a:endCxn id="716181229" idx="2"/>
          </p:cNvCxnSpPr>
          <p:nvPr/>
        </p:nvCxnSpPr>
        <p:spPr>
          <a:xfrm>
            <a:off x="4800600" y="3667125"/>
            <a:ext cx="2019300" cy="0"/>
          </a:xfrm>
          <a:prstGeom prst="straightConnector1">
            <a:avLst/>
          </a:prstGeom>
          <a:ln w="9525">
            <a:solidFill>
              <a:srgbClr val="CBD5E1">
                <a:alpha val="45000"/>
              </a:srgbClr>
            </a:solidFill>
            <a:prstDash val="solid"/>
          </a:ln>
        </p:spPr>
      </p:cxnSp>
      <p:cxnSp>
        <p:nvCxnSpPr>
          <p:cNvPr id="2145490143" name="Straight Arrow Connector 2036758695"/>
          <p:cNvCxnSpPr>
            <a:stCxn id="1965088611" idx="6"/>
            <a:endCxn id="579766288" idx="2"/>
          </p:cNvCxnSpPr>
          <p:nvPr/>
        </p:nvCxnSpPr>
        <p:spPr>
          <a:xfrm>
            <a:off x="4800600" y="3667125"/>
            <a:ext cx="2019300" cy="619125"/>
          </a:xfrm>
          <a:prstGeom prst="straightConnector1">
            <a:avLst/>
          </a:prstGeom>
          <a:ln w="9525">
            <a:solidFill>
              <a:srgbClr val="CBD5E1">
                <a:alpha val="45000"/>
              </a:srgbClr>
            </a:solidFill>
            <a:prstDash val="solid"/>
          </a:ln>
        </p:spPr>
      </p:cxnSp>
      <p:cxnSp>
        <p:nvCxnSpPr>
          <p:cNvPr id="2145490144" name="Straight Arrow Connector 2036758696"/>
          <p:cNvCxnSpPr>
            <a:stCxn id="1965088611" idx="6"/>
            <a:endCxn id="1519997182" idx="2"/>
          </p:cNvCxnSpPr>
          <p:nvPr/>
        </p:nvCxnSpPr>
        <p:spPr>
          <a:xfrm>
            <a:off x="4800600" y="3667125"/>
            <a:ext cx="2019300" cy="1238250"/>
          </a:xfrm>
          <a:prstGeom prst="straightConnector1">
            <a:avLst/>
          </a:prstGeom>
          <a:ln w="9525">
            <a:solidFill>
              <a:srgbClr val="CBD5E1">
                <a:alpha val="45000"/>
              </a:srgbClr>
            </a:solidFill>
            <a:prstDash val="solid"/>
          </a:ln>
        </p:spPr>
      </p:cxnSp>
      <p:cxnSp>
        <p:nvCxnSpPr>
          <p:cNvPr id="2145490145" name="Straight Arrow Connector 2036758697"/>
          <p:cNvCxnSpPr>
            <a:stCxn id="1341399335" idx="6"/>
            <a:endCxn id="739776070" idx="2"/>
          </p:cNvCxnSpPr>
          <p:nvPr/>
        </p:nvCxnSpPr>
        <p:spPr>
          <a:xfrm flipV="1">
            <a:off x="4800600" y="2428875"/>
            <a:ext cx="2019300" cy="1857375"/>
          </a:xfrm>
          <a:prstGeom prst="straightConnector1">
            <a:avLst/>
          </a:prstGeom>
          <a:ln w="9525">
            <a:solidFill>
              <a:srgbClr val="CBD5E1">
                <a:alpha val="45000"/>
              </a:srgbClr>
            </a:solidFill>
            <a:prstDash val="solid"/>
          </a:ln>
        </p:spPr>
      </p:cxnSp>
      <p:cxnSp>
        <p:nvCxnSpPr>
          <p:cNvPr id="2145490146" name="Straight Arrow Connector 2036758698"/>
          <p:cNvCxnSpPr>
            <a:stCxn id="1341399335" idx="6"/>
            <a:endCxn id="1357426308" idx="2"/>
          </p:cNvCxnSpPr>
          <p:nvPr/>
        </p:nvCxnSpPr>
        <p:spPr>
          <a:xfrm flipV="1">
            <a:off x="4800600" y="3048000"/>
            <a:ext cx="2019300" cy="1238250"/>
          </a:xfrm>
          <a:prstGeom prst="straightConnector1">
            <a:avLst/>
          </a:prstGeom>
          <a:ln w="9525">
            <a:solidFill>
              <a:srgbClr val="CBD5E1">
                <a:alpha val="45000"/>
              </a:srgbClr>
            </a:solidFill>
            <a:prstDash val="solid"/>
          </a:ln>
        </p:spPr>
      </p:cxnSp>
      <p:cxnSp>
        <p:nvCxnSpPr>
          <p:cNvPr id="2145490147" name="Straight Arrow Connector 2036758699"/>
          <p:cNvCxnSpPr>
            <a:stCxn id="1341399335" idx="6"/>
            <a:endCxn id="716181229" idx="2"/>
          </p:cNvCxnSpPr>
          <p:nvPr/>
        </p:nvCxnSpPr>
        <p:spPr>
          <a:xfrm flipV="1">
            <a:off x="4800600" y="3667125"/>
            <a:ext cx="2019300" cy="619125"/>
          </a:xfrm>
          <a:prstGeom prst="straightConnector1">
            <a:avLst/>
          </a:prstGeom>
          <a:ln w="9525">
            <a:solidFill>
              <a:srgbClr val="CBD5E1">
                <a:alpha val="45000"/>
              </a:srgbClr>
            </a:solidFill>
            <a:prstDash val="solid"/>
          </a:ln>
        </p:spPr>
      </p:cxnSp>
      <p:cxnSp>
        <p:nvCxnSpPr>
          <p:cNvPr id="2145490148" name="Straight Arrow Connector 2036758700"/>
          <p:cNvCxnSpPr>
            <a:stCxn id="1341399335" idx="6"/>
            <a:endCxn id="579766288" idx="2"/>
          </p:cNvCxnSpPr>
          <p:nvPr/>
        </p:nvCxnSpPr>
        <p:spPr>
          <a:xfrm>
            <a:off x="4800600" y="4286250"/>
            <a:ext cx="2019300" cy="0"/>
          </a:xfrm>
          <a:prstGeom prst="straightConnector1">
            <a:avLst/>
          </a:prstGeom>
          <a:ln w="9525">
            <a:solidFill>
              <a:srgbClr val="CBD5E1">
                <a:alpha val="45000"/>
              </a:srgbClr>
            </a:solidFill>
            <a:prstDash val="solid"/>
          </a:ln>
        </p:spPr>
      </p:cxnSp>
      <p:cxnSp>
        <p:nvCxnSpPr>
          <p:cNvPr id="2145490149" name="Straight Arrow Connector 2036758701"/>
          <p:cNvCxnSpPr>
            <a:stCxn id="1341399335" idx="6"/>
            <a:endCxn id="1519997182" idx="2"/>
          </p:cNvCxnSpPr>
          <p:nvPr/>
        </p:nvCxnSpPr>
        <p:spPr>
          <a:xfrm>
            <a:off x="4800600" y="4286250"/>
            <a:ext cx="2019300" cy="619125"/>
          </a:xfrm>
          <a:prstGeom prst="straightConnector1">
            <a:avLst/>
          </a:prstGeom>
          <a:ln w="9525">
            <a:solidFill>
              <a:srgbClr val="CBD5E1">
                <a:alpha val="45000"/>
              </a:srgbClr>
            </a:solidFill>
            <a:prstDash val="solid"/>
          </a:ln>
        </p:spPr>
      </p:cxnSp>
      <p:cxnSp>
        <p:nvCxnSpPr>
          <p:cNvPr id="2145490150" name="Straight Arrow Connector 2036758702"/>
          <p:cNvCxnSpPr>
            <a:stCxn id="885265497" idx="6"/>
            <a:endCxn id="739776070" idx="2"/>
          </p:cNvCxnSpPr>
          <p:nvPr/>
        </p:nvCxnSpPr>
        <p:spPr>
          <a:xfrm flipV="1">
            <a:off x="4800600" y="2428875"/>
            <a:ext cx="2019300" cy="2476500"/>
          </a:xfrm>
          <a:prstGeom prst="straightConnector1">
            <a:avLst/>
          </a:prstGeom>
          <a:ln w="9525">
            <a:solidFill>
              <a:srgbClr val="CBD5E1">
                <a:alpha val="45000"/>
              </a:srgbClr>
            </a:solidFill>
            <a:prstDash val="solid"/>
          </a:ln>
        </p:spPr>
      </p:cxnSp>
      <p:cxnSp>
        <p:nvCxnSpPr>
          <p:cNvPr id="2145490151" name="Straight Arrow Connector 2036758703"/>
          <p:cNvCxnSpPr>
            <a:stCxn id="885265497" idx="6"/>
            <a:endCxn id="1357426308" idx="2"/>
          </p:cNvCxnSpPr>
          <p:nvPr/>
        </p:nvCxnSpPr>
        <p:spPr>
          <a:xfrm flipV="1">
            <a:off x="4800600" y="3048000"/>
            <a:ext cx="2019300" cy="1857375"/>
          </a:xfrm>
          <a:prstGeom prst="straightConnector1">
            <a:avLst/>
          </a:prstGeom>
          <a:ln w="9525">
            <a:solidFill>
              <a:srgbClr val="CBD5E1">
                <a:alpha val="45000"/>
              </a:srgbClr>
            </a:solidFill>
            <a:prstDash val="solid"/>
          </a:ln>
        </p:spPr>
      </p:cxnSp>
      <p:cxnSp>
        <p:nvCxnSpPr>
          <p:cNvPr id="2145490152" name="Straight Arrow Connector 2036758704"/>
          <p:cNvCxnSpPr>
            <a:stCxn id="885265497" idx="6"/>
            <a:endCxn id="716181229" idx="2"/>
          </p:cNvCxnSpPr>
          <p:nvPr/>
        </p:nvCxnSpPr>
        <p:spPr>
          <a:xfrm flipV="1">
            <a:off x="4800600" y="3667125"/>
            <a:ext cx="2019300" cy="1238250"/>
          </a:xfrm>
          <a:prstGeom prst="straightConnector1">
            <a:avLst/>
          </a:prstGeom>
          <a:ln w="9525">
            <a:solidFill>
              <a:srgbClr val="CBD5E1">
                <a:alpha val="45000"/>
              </a:srgbClr>
            </a:solidFill>
            <a:prstDash val="solid"/>
          </a:ln>
        </p:spPr>
      </p:cxnSp>
      <p:cxnSp>
        <p:nvCxnSpPr>
          <p:cNvPr id="2145490153" name="Straight Arrow Connector 2036758705"/>
          <p:cNvCxnSpPr>
            <a:stCxn id="885265497" idx="6"/>
            <a:endCxn id="579766288" idx="2"/>
          </p:cNvCxnSpPr>
          <p:nvPr/>
        </p:nvCxnSpPr>
        <p:spPr>
          <a:xfrm flipV="1">
            <a:off x="4800600" y="4286250"/>
            <a:ext cx="2019300" cy="619125"/>
          </a:xfrm>
          <a:prstGeom prst="straightConnector1">
            <a:avLst/>
          </a:prstGeom>
          <a:ln w="9525">
            <a:solidFill>
              <a:srgbClr val="CBD5E1">
                <a:alpha val="45000"/>
              </a:srgbClr>
            </a:solidFill>
            <a:prstDash val="solid"/>
          </a:ln>
        </p:spPr>
      </p:cxnSp>
      <p:cxnSp>
        <p:nvCxnSpPr>
          <p:cNvPr id="2145490154" name="Straight Arrow Connector 2036758706"/>
          <p:cNvCxnSpPr>
            <a:stCxn id="885265497" idx="6"/>
            <a:endCxn id="1519997182" idx="2"/>
          </p:cNvCxnSpPr>
          <p:nvPr/>
        </p:nvCxnSpPr>
        <p:spPr>
          <a:xfrm>
            <a:off x="4800600" y="4905375"/>
            <a:ext cx="2019300" cy="0"/>
          </a:xfrm>
          <a:prstGeom prst="straightConnector1">
            <a:avLst/>
          </a:prstGeom>
          <a:ln w="9525">
            <a:solidFill>
              <a:srgbClr val="CBD5E1">
                <a:alpha val="45000"/>
              </a:srgbClr>
            </a:solidFill>
            <a:prstDash val="solid"/>
          </a:ln>
        </p:spPr>
      </p:cxnSp>
      <p:cxnSp>
        <p:nvCxnSpPr>
          <p:cNvPr id="2145490155" name="Straight Arrow Connector 2036758707"/>
          <p:cNvCxnSpPr>
            <a:stCxn id="739776070" idx="6"/>
            <a:endCxn id="2119932753" idx="2"/>
          </p:cNvCxnSpPr>
          <p:nvPr/>
        </p:nvCxnSpPr>
        <p:spPr>
          <a:xfrm>
            <a:off x="7277099" y="2428875"/>
            <a:ext cx="2019299" cy="613171"/>
          </a:xfrm>
          <a:prstGeom prst="straightConnector1">
            <a:avLst/>
          </a:prstGeom>
          <a:ln w="9525">
            <a:solidFill>
              <a:srgbClr val="CBD5E1">
                <a:alpha val="45000"/>
              </a:srgbClr>
            </a:solidFill>
            <a:prstDash val="solid"/>
          </a:ln>
        </p:spPr>
      </p:cxnSp>
      <p:cxnSp>
        <p:nvCxnSpPr>
          <p:cNvPr id="2145490156" name="Straight Arrow Connector 2036758708"/>
          <p:cNvCxnSpPr>
            <a:stCxn id="739776070" idx="6"/>
            <a:endCxn id="1907423826" idx="2"/>
          </p:cNvCxnSpPr>
          <p:nvPr/>
        </p:nvCxnSpPr>
        <p:spPr>
          <a:xfrm>
            <a:off x="7277099" y="2428875"/>
            <a:ext cx="2019299" cy="1890712"/>
          </a:xfrm>
          <a:prstGeom prst="straightConnector1">
            <a:avLst/>
          </a:prstGeom>
          <a:ln w="9525">
            <a:solidFill>
              <a:srgbClr val="CBD5E1">
                <a:alpha val="45000"/>
              </a:srgbClr>
            </a:solidFill>
            <a:prstDash val="solid"/>
          </a:ln>
        </p:spPr>
      </p:cxnSp>
      <p:cxnSp>
        <p:nvCxnSpPr>
          <p:cNvPr id="2145490157" name="Straight Arrow Connector 2036758709"/>
          <p:cNvCxnSpPr>
            <a:stCxn id="1357426308" idx="6"/>
            <a:endCxn id="2119932753" idx="2"/>
          </p:cNvCxnSpPr>
          <p:nvPr/>
        </p:nvCxnSpPr>
        <p:spPr>
          <a:xfrm flipV="1">
            <a:off x="7277099" y="3045023"/>
            <a:ext cx="2019299" cy="0"/>
          </a:xfrm>
          <a:prstGeom prst="straightConnector1">
            <a:avLst/>
          </a:prstGeom>
          <a:ln w="9525">
            <a:solidFill>
              <a:srgbClr val="CBD5E1">
                <a:alpha val="45000"/>
              </a:srgbClr>
            </a:solidFill>
            <a:prstDash val="solid"/>
          </a:ln>
        </p:spPr>
      </p:cxnSp>
      <p:cxnSp>
        <p:nvCxnSpPr>
          <p:cNvPr id="2145490158" name="Straight Arrow Connector 2036758710"/>
          <p:cNvCxnSpPr>
            <a:stCxn id="1357426308" idx="6"/>
            <a:endCxn id="1907423826" idx="2"/>
          </p:cNvCxnSpPr>
          <p:nvPr/>
        </p:nvCxnSpPr>
        <p:spPr>
          <a:xfrm>
            <a:off x="7277099" y="3047999"/>
            <a:ext cx="2019299" cy="1271587"/>
          </a:xfrm>
          <a:prstGeom prst="straightConnector1">
            <a:avLst/>
          </a:prstGeom>
          <a:ln w="9525">
            <a:solidFill>
              <a:srgbClr val="CBD5E1">
                <a:alpha val="45000"/>
              </a:srgbClr>
            </a:solidFill>
            <a:prstDash val="solid"/>
          </a:ln>
        </p:spPr>
      </p:cxnSp>
      <p:cxnSp>
        <p:nvCxnSpPr>
          <p:cNvPr id="2145490159" name="Straight Arrow Connector 2036758711"/>
          <p:cNvCxnSpPr>
            <a:stCxn id="716181229" idx="6"/>
            <a:endCxn id="2119932753" idx="2"/>
          </p:cNvCxnSpPr>
          <p:nvPr/>
        </p:nvCxnSpPr>
        <p:spPr>
          <a:xfrm flipV="1">
            <a:off x="7277099" y="3042046"/>
            <a:ext cx="2019299" cy="625078"/>
          </a:xfrm>
          <a:prstGeom prst="straightConnector1">
            <a:avLst/>
          </a:prstGeom>
          <a:ln w="9525">
            <a:solidFill>
              <a:srgbClr val="CBD5E1">
                <a:alpha val="45000"/>
              </a:srgbClr>
            </a:solidFill>
            <a:prstDash val="solid"/>
          </a:ln>
        </p:spPr>
      </p:cxnSp>
      <p:cxnSp>
        <p:nvCxnSpPr>
          <p:cNvPr id="2145490160" name="Straight Arrow Connector 2036758712"/>
          <p:cNvCxnSpPr>
            <a:stCxn id="716181229" idx="6"/>
            <a:endCxn id="1907423826" idx="2"/>
          </p:cNvCxnSpPr>
          <p:nvPr/>
        </p:nvCxnSpPr>
        <p:spPr>
          <a:xfrm>
            <a:off x="7277099" y="3667124"/>
            <a:ext cx="2019299" cy="652462"/>
          </a:xfrm>
          <a:prstGeom prst="straightConnector1">
            <a:avLst/>
          </a:prstGeom>
          <a:ln w="9525">
            <a:solidFill>
              <a:srgbClr val="CBD5E1">
                <a:alpha val="45000"/>
              </a:srgbClr>
            </a:solidFill>
            <a:prstDash val="solid"/>
          </a:ln>
        </p:spPr>
      </p:cxnSp>
      <p:cxnSp>
        <p:nvCxnSpPr>
          <p:cNvPr id="2145490161" name="Straight Arrow Connector 2036758713"/>
          <p:cNvCxnSpPr>
            <a:stCxn id="579766288" idx="6"/>
            <a:endCxn id="2119932753" idx="2"/>
          </p:cNvCxnSpPr>
          <p:nvPr/>
        </p:nvCxnSpPr>
        <p:spPr>
          <a:xfrm flipV="1">
            <a:off x="7277099" y="3042046"/>
            <a:ext cx="2019299" cy="1244202"/>
          </a:xfrm>
          <a:prstGeom prst="straightConnector1">
            <a:avLst/>
          </a:prstGeom>
          <a:ln w="9525">
            <a:solidFill>
              <a:srgbClr val="CBD5E1">
                <a:alpha val="45000"/>
              </a:srgbClr>
            </a:solidFill>
            <a:prstDash val="solid"/>
          </a:ln>
        </p:spPr>
      </p:cxnSp>
      <p:cxnSp>
        <p:nvCxnSpPr>
          <p:cNvPr id="2145490162" name="Straight Arrow Connector 2036758714"/>
          <p:cNvCxnSpPr>
            <a:stCxn id="579766288" idx="6"/>
            <a:endCxn id="1907423826" idx="2"/>
          </p:cNvCxnSpPr>
          <p:nvPr/>
        </p:nvCxnSpPr>
        <p:spPr>
          <a:xfrm>
            <a:off x="7277099" y="4286250"/>
            <a:ext cx="2019299" cy="33337"/>
          </a:xfrm>
          <a:prstGeom prst="straightConnector1">
            <a:avLst/>
          </a:prstGeom>
          <a:ln w="9525">
            <a:solidFill>
              <a:srgbClr val="CBD5E1">
                <a:alpha val="45000"/>
              </a:srgbClr>
            </a:solidFill>
            <a:prstDash val="solid"/>
          </a:ln>
        </p:spPr>
      </p:cxnSp>
      <p:cxnSp>
        <p:nvCxnSpPr>
          <p:cNvPr id="2145490163" name="Straight Arrow Connector 2036758715"/>
          <p:cNvCxnSpPr>
            <a:stCxn id="1519997182" idx="6"/>
            <a:endCxn id="2119932753" idx="2"/>
          </p:cNvCxnSpPr>
          <p:nvPr/>
        </p:nvCxnSpPr>
        <p:spPr>
          <a:xfrm flipV="1">
            <a:off x="7277099" y="3042046"/>
            <a:ext cx="2019299" cy="1863327"/>
          </a:xfrm>
          <a:prstGeom prst="straightConnector1">
            <a:avLst/>
          </a:prstGeom>
          <a:ln w="9525">
            <a:solidFill>
              <a:srgbClr val="CBD5E1">
                <a:alpha val="45000"/>
              </a:srgbClr>
            </a:solidFill>
            <a:prstDash val="solid"/>
          </a:ln>
        </p:spPr>
      </p:cxnSp>
      <p:cxnSp>
        <p:nvCxnSpPr>
          <p:cNvPr id="2145490164" name="Straight Arrow Connector 2036758716"/>
          <p:cNvCxnSpPr>
            <a:stCxn id="1519997182" idx="6"/>
            <a:endCxn id="1907423826" idx="2"/>
          </p:cNvCxnSpPr>
          <p:nvPr/>
        </p:nvCxnSpPr>
        <p:spPr>
          <a:xfrm flipV="1">
            <a:off x="7277099" y="4319587"/>
            <a:ext cx="2019299" cy="585787"/>
          </a:xfrm>
          <a:prstGeom prst="straightConnector1">
            <a:avLst/>
          </a:prstGeom>
          <a:ln w="9525">
            <a:solidFill>
              <a:srgbClr val="CBD5E1">
                <a:alpha val="45000"/>
              </a:srgbClr>
            </a:solidFill>
            <a:prstDash val="solid"/>
          </a:ln>
        </p:spPr>
      </p:cxnSp>
    </p:spTree>
    <p:extLst>
      <p:ext uri="{BB962C8B-B14F-4D97-AF65-F5344CB8AC3E}">
        <p14:creationId xmlns:p14="http://schemas.microsoft.com/office/powerpoint/2010/main" val="1431473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7824039" name="Rectangle 1097824038">
            <a:extLst>
              <a:ext uri="{FF2B5EF4-FFF2-40B4-BE49-F238E27FC236}">
                <a16:creationId xmlns:a16="http://schemas.microsoft.com/office/drawing/2014/main" id="{22E79B84-28E2-49A4-B6B7-842DB48B4D3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367767093" name="Rectangle 367767092">
            <a:extLst>
              <a:ext uri="{FF2B5EF4-FFF2-40B4-BE49-F238E27FC236}">
                <a16:creationId xmlns:a16="http://schemas.microsoft.com/office/drawing/2014/main" id="{FE23F29D-CD1B-43D8-A25C-41A9E87E4A38}"/>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 tiny network: width 1, depth 2</a:t>
            </a:r>
          </a:p>
        </p:txBody>
      </p:sp>
      <p:sp>
        <p:nvSpPr>
          <p:cNvPr id="883548823" name="Rectangle: Rounded Corners 883548822">
            <a:extLst>
              <a:ext uri="{FF2B5EF4-FFF2-40B4-BE49-F238E27FC236}">
                <a16:creationId xmlns:a16="http://schemas.microsoft.com/office/drawing/2014/main" id="{56449351-222C-47EF-A009-6EF8D7394A0E}"/>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endParaRPr/>
          </a:p>
        </p:txBody>
      </p:sp>
      <p:sp>
        <p:nvSpPr>
          <p:cNvPr id="30435301" name="Arrow: Right 30435300">
            <a:extLst>
              <a:ext uri="{FF2B5EF4-FFF2-40B4-BE49-F238E27FC236}">
                <a16:creationId xmlns:a16="http://schemas.microsoft.com/office/drawing/2014/main" id="{82116615-7B77-4933-9504-BE7A545117C8}"/>
              </a:ext>
            </a:extLst>
          </p:cNvPr>
          <p:cNvSpPr>
            <a:spLocks noGrp="1"/>
          </p:cNvSpPr>
          <p:nvPr/>
        </p:nvSpPr>
        <p:spPr>
          <a:xfrm>
            <a:off x="3276599" y="3209925"/>
            <a:ext cx="1143000" cy="438149"/>
          </a:xfrm>
          <a:prstGeom prst="rightArrow">
            <a:avLst>
              <a:gd name="adj1" fmla="val 50000"/>
              <a:gd name="adj2" fmla="val 50000"/>
            </a:avLst>
          </a:prstGeom>
          <a:solidFill>
            <a:srgbClr val="DBEAFE"/>
          </a:solidFill>
          <a:ln w="14288">
            <a:solidFill>
              <a:srgbClr val="2563EB"/>
            </a:solidFill>
            <a:prstDash val="solid"/>
          </a:ln>
        </p:spPr>
        <p:txBody>
          <a:bodyPr vert="horz" wrap="square" lIns="91440" tIns="45720" rIns="91440" bIns="45720" anchor="ctr"/>
          <a:lstStyle/>
          <a:p>
            <a:pPr algn="ctr">
              <a:buNone/>
              <a:defRPr sz="1350" b="1">
                <a:solidFill>
                  <a:srgbClr val="2563EB"/>
                </a:solidFill>
              </a:defRPr>
            </a:pPr>
            <a:r>
              <a:rPr sz="1350" b="1">
                <a:solidFill>
                  <a:srgbClr val="2563EB"/>
                </a:solidFill>
              </a:rPr>
              <a:t>w₁</a:t>
            </a:r>
          </a:p>
        </p:txBody>
      </p:sp>
      <p:sp>
        <p:nvSpPr>
          <p:cNvPr id="664671565" name="Arrow: Right 664671564">
            <a:extLst>
              <a:ext uri="{FF2B5EF4-FFF2-40B4-BE49-F238E27FC236}">
                <a16:creationId xmlns:a16="http://schemas.microsoft.com/office/drawing/2014/main" id="{75237217-3532-4314-B54D-84F4C69AD088}"/>
              </a:ext>
            </a:extLst>
          </p:cNvPr>
          <p:cNvSpPr>
            <a:spLocks noGrp="1"/>
          </p:cNvSpPr>
          <p:nvPr/>
        </p:nvSpPr>
        <p:spPr>
          <a:xfrm>
            <a:off x="5524499" y="3181352"/>
            <a:ext cx="1143000" cy="438149"/>
          </a:xfrm>
          <a:prstGeom prst="rightArrow">
            <a:avLst>
              <a:gd name="adj1" fmla="val 50000"/>
              <a:gd name="adj2" fmla="val 50000"/>
            </a:avLst>
          </a:prstGeom>
          <a:solidFill>
            <a:srgbClr val="DBEAFE"/>
          </a:solidFill>
          <a:ln w="14288">
            <a:solidFill>
              <a:srgbClr val="2563EB"/>
            </a:solidFill>
            <a:prstDash val="solid"/>
          </a:ln>
        </p:spPr>
        <p:txBody>
          <a:bodyPr vert="horz" wrap="square" lIns="91440" tIns="45720" rIns="91440" bIns="45720" anchor="ctr"/>
          <a:lstStyle/>
          <a:p>
            <a:pPr algn="ctr">
              <a:buNone/>
              <a:defRPr sz="1350" b="1">
                <a:solidFill>
                  <a:srgbClr val="2563EB"/>
                </a:solidFill>
              </a:defRPr>
            </a:pPr>
            <a:r>
              <a:rPr sz="1350" b="1">
                <a:solidFill>
                  <a:srgbClr val="2563EB"/>
                </a:solidFill>
              </a:rPr>
              <a:t>w₂</a:t>
            </a:r>
          </a:p>
        </p:txBody>
      </p:sp>
      <p:sp>
        <p:nvSpPr>
          <p:cNvPr id="1891700563" name="Arrow: Right 1891700562">
            <a:extLst>
              <a:ext uri="{FF2B5EF4-FFF2-40B4-BE49-F238E27FC236}">
                <a16:creationId xmlns:a16="http://schemas.microsoft.com/office/drawing/2014/main" id="{D92F7D92-2BFF-4C73-99DC-C5B61266150E}"/>
              </a:ext>
            </a:extLst>
          </p:cNvPr>
          <p:cNvSpPr>
            <a:spLocks noGrp="1"/>
          </p:cNvSpPr>
          <p:nvPr/>
        </p:nvSpPr>
        <p:spPr>
          <a:xfrm>
            <a:off x="7772400" y="3181352"/>
            <a:ext cx="1143000" cy="438149"/>
          </a:xfrm>
          <a:prstGeom prst="rightArrow">
            <a:avLst>
              <a:gd name="adj1" fmla="val 50000"/>
              <a:gd name="adj2" fmla="val 50000"/>
            </a:avLst>
          </a:prstGeom>
          <a:solidFill>
            <a:srgbClr val="DBEAFE"/>
          </a:solidFill>
          <a:ln w="14288">
            <a:solidFill>
              <a:srgbClr val="2563EB"/>
            </a:solidFill>
            <a:prstDash val="solid"/>
          </a:ln>
        </p:spPr>
        <p:txBody>
          <a:bodyPr vert="horz" wrap="square" lIns="91440" tIns="45720" rIns="91440" bIns="45720" anchor="ctr"/>
          <a:lstStyle/>
          <a:p>
            <a:pPr lvl="0" algn="ctr">
              <a:buNone/>
              <a:defRPr sz="1350" b="1">
                <a:solidFill>
                  <a:srgbClr val="2563EB"/>
                </a:solidFill>
              </a:defRPr>
            </a:pPr>
            <a:r>
              <a:rPr sz="1350" b="1">
                <a:solidFill>
                  <a:srgbClr val="2563EB"/>
                </a:solidFill>
              </a:rPr>
              <a:t>w₃</a:t>
            </a:r>
          </a:p>
        </p:txBody>
      </p:sp>
      <p:sp>
        <p:nvSpPr>
          <p:cNvPr id="1774263469" name="Oval 1774263468">
            <a:extLst>
              <a:ext uri="{FF2B5EF4-FFF2-40B4-BE49-F238E27FC236}">
                <a16:creationId xmlns:a16="http://schemas.microsoft.com/office/drawing/2014/main" id="{3233AD2C-4BA4-4B00-A332-20AA9BE12787}"/>
              </a:ext>
            </a:extLst>
          </p:cNvPr>
          <p:cNvSpPr>
            <a:spLocks noGrp="1"/>
          </p:cNvSpPr>
          <p:nvPr/>
        </p:nvSpPr>
        <p:spPr>
          <a:xfrm>
            <a:off x="2171700" y="2857501"/>
            <a:ext cx="1104900" cy="1104900"/>
          </a:xfrm>
          <a:prstGeom prst="ellipse">
            <a:avLst/>
          </a:prstGeom>
          <a:solidFill>
            <a:srgbClr val="FFFFFF"/>
          </a:solidFill>
          <a:ln w="19050">
            <a:solidFill>
              <a:srgbClr val="667085"/>
            </a:solidFill>
            <a:prstDash val="solid"/>
          </a:ln>
        </p:spPr>
        <p:txBody>
          <a:bodyPr/>
          <a:lstStyle/>
          <a:p>
            <a:pPr algn="ctr">
              <a:buNone/>
              <a:defRPr sz="2400" b="1">
                <a:solidFill>
                  <a:srgbClr val="667085"/>
                </a:solidFill>
              </a:defRPr>
            </a:pPr>
            <a:r>
              <a:rPr sz="2400" b="1">
                <a:solidFill>
                  <a:srgbClr val="667085"/>
                </a:solidFill>
              </a:rPr>
              <a:t>x</a:t>
            </a:r>
          </a:p>
        </p:txBody>
      </p:sp>
      <p:sp>
        <p:nvSpPr>
          <p:cNvPr id="853291487" name="Oval 853291486">
            <a:extLst>
              <a:ext uri="{FF2B5EF4-FFF2-40B4-BE49-F238E27FC236}">
                <a16:creationId xmlns:a16="http://schemas.microsoft.com/office/drawing/2014/main" id="{4139A8B0-842E-4426-9080-529E3E1367EC}"/>
              </a:ext>
            </a:extLst>
          </p:cNvPr>
          <p:cNvSpPr>
            <a:spLocks noGrp="1"/>
          </p:cNvSpPr>
          <p:nvPr/>
        </p:nvSpPr>
        <p:spPr>
          <a:xfrm>
            <a:off x="4419599" y="2847977"/>
            <a:ext cx="1104900" cy="1104900"/>
          </a:xfrm>
          <a:prstGeom prst="ellipse">
            <a:avLst/>
          </a:prstGeom>
          <a:solidFill>
            <a:srgbClr val="DBEAFE"/>
          </a:solidFill>
          <a:ln w="19050">
            <a:solidFill>
              <a:srgbClr val="2563EB"/>
            </a:solidFill>
            <a:prstDash val="solid"/>
          </a:ln>
        </p:spPr>
        <p:txBody>
          <a:bodyPr/>
          <a:lstStyle/>
          <a:p>
            <a:pPr algn="ctr">
              <a:buNone/>
              <a:defRPr sz="2400" b="1">
                <a:solidFill>
                  <a:srgbClr val="2563EB"/>
                </a:solidFill>
              </a:defRPr>
            </a:pPr>
            <a:r>
              <a:rPr sz="2400" b="1">
                <a:solidFill>
                  <a:srgbClr val="2563EB"/>
                </a:solidFill>
              </a:rPr>
              <a:t>h1</a:t>
            </a:r>
          </a:p>
        </p:txBody>
      </p:sp>
      <p:sp>
        <p:nvSpPr>
          <p:cNvPr id="1792906236" name="Oval 1792906235">
            <a:extLst>
              <a:ext uri="{FF2B5EF4-FFF2-40B4-BE49-F238E27FC236}">
                <a16:creationId xmlns:a16="http://schemas.microsoft.com/office/drawing/2014/main" id="{FD9859FC-A9D1-4352-8C59-48109A517909}"/>
              </a:ext>
            </a:extLst>
          </p:cNvPr>
          <p:cNvSpPr>
            <a:spLocks noGrp="1"/>
          </p:cNvSpPr>
          <p:nvPr/>
        </p:nvSpPr>
        <p:spPr>
          <a:xfrm>
            <a:off x="6667499" y="2847977"/>
            <a:ext cx="1104900" cy="1104900"/>
          </a:xfrm>
          <a:prstGeom prst="ellipse">
            <a:avLst/>
          </a:prstGeom>
          <a:solidFill>
            <a:srgbClr val="EDE9FE"/>
          </a:solidFill>
          <a:ln w="19050">
            <a:solidFill>
              <a:srgbClr val="7C3AED"/>
            </a:solidFill>
            <a:prstDash val="solid"/>
          </a:ln>
        </p:spPr>
        <p:txBody>
          <a:bodyPr/>
          <a:lstStyle/>
          <a:p>
            <a:pPr algn="ctr">
              <a:buNone/>
              <a:defRPr sz="2400" b="1">
                <a:solidFill>
                  <a:srgbClr val="7C3AED"/>
                </a:solidFill>
              </a:defRPr>
            </a:pPr>
            <a:r>
              <a:rPr sz="2400" b="1">
                <a:solidFill>
                  <a:srgbClr val="7C3AED"/>
                </a:solidFill>
              </a:rPr>
              <a:t>h2</a:t>
            </a:r>
          </a:p>
        </p:txBody>
      </p:sp>
      <p:sp>
        <p:nvSpPr>
          <p:cNvPr id="42226971" name="Oval 42226970">
            <a:extLst>
              <a:ext uri="{FF2B5EF4-FFF2-40B4-BE49-F238E27FC236}">
                <a16:creationId xmlns:a16="http://schemas.microsoft.com/office/drawing/2014/main" id="{BC7723AE-6AF0-49ED-A94D-93ECF8EAA2E2}"/>
              </a:ext>
            </a:extLst>
          </p:cNvPr>
          <p:cNvSpPr>
            <a:spLocks noGrp="1"/>
          </p:cNvSpPr>
          <p:nvPr/>
        </p:nvSpPr>
        <p:spPr>
          <a:xfrm>
            <a:off x="8915400" y="2857501"/>
            <a:ext cx="1104900" cy="1104900"/>
          </a:xfrm>
          <a:prstGeom prst="ellipse">
            <a:avLst/>
          </a:prstGeom>
          <a:solidFill>
            <a:srgbClr val="DCFCE7"/>
          </a:solidFill>
          <a:ln w="19050">
            <a:solidFill>
              <a:srgbClr val="10B981"/>
            </a:solidFill>
            <a:prstDash val="solid"/>
          </a:ln>
        </p:spPr>
        <p:txBody>
          <a:bodyPr/>
          <a:lstStyle/>
          <a:p>
            <a:pPr algn="ctr">
              <a:buNone/>
              <a:defRPr sz="2400" b="1">
                <a:solidFill>
                  <a:srgbClr val="10B981"/>
                </a:solidFill>
              </a:defRPr>
            </a:pPr>
            <a:r>
              <a:rPr sz="2400" b="1">
                <a:solidFill>
                  <a:srgbClr val="10B981"/>
                </a:solidFill>
              </a:rPr>
              <a:t>ŷ</a:t>
            </a:r>
          </a:p>
        </p:txBody>
      </p:sp>
      <p:sp>
        <p:nvSpPr>
          <p:cNvPr id="1089881667" name="Rectangle 1089881666">
            <a:extLst>
              <a:ext uri="{FF2B5EF4-FFF2-40B4-BE49-F238E27FC236}">
                <a16:creationId xmlns:a16="http://schemas.microsoft.com/office/drawing/2014/main" id="{8D9A6AA5-09B6-440A-9B9D-531B71C65D67}"/>
              </a:ext>
            </a:extLst>
          </p:cNvPr>
          <p:cNvSpPr>
            <a:spLocks noGrp="1"/>
          </p:cNvSpPr>
          <p:nvPr/>
        </p:nvSpPr>
        <p:spPr>
          <a:xfrm>
            <a:off x="1914525" y="4219576"/>
            <a:ext cx="1619250" cy="304800"/>
          </a:xfrm>
          <a:prstGeom prst="rect">
            <a:avLst/>
          </a:prstGeom>
          <a:noFill/>
          <a:ln w="0">
            <a:noFill/>
            <a:prstDash val="solid"/>
          </a:ln>
        </p:spPr>
        <p:txBody>
          <a:bodyPr/>
          <a:lstStyle/>
          <a:p>
            <a:pPr algn="ctr">
              <a:buNone/>
              <a:defRPr sz="1650" b="1">
                <a:solidFill>
                  <a:srgbClr val="667085"/>
                </a:solidFill>
              </a:defRPr>
            </a:pPr>
            <a:r>
              <a:rPr sz="1650" b="1">
                <a:solidFill>
                  <a:srgbClr val="667085"/>
                </a:solidFill>
              </a:rPr>
              <a:t>input x</a:t>
            </a:r>
          </a:p>
        </p:txBody>
      </p:sp>
      <p:sp>
        <p:nvSpPr>
          <p:cNvPr id="1395988585" name="Rectangle 1395988584">
            <a:extLst>
              <a:ext uri="{FF2B5EF4-FFF2-40B4-BE49-F238E27FC236}">
                <a16:creationId xmlns:a16="http://schemas.microsoft.com/office/drawing/2014/main" id="{AF27006D-442A-4CAD-B8DA-3C587A772E09}"/>
              </a:ext>
            </a:extLst>
          </p:cNvPr>
          <p:cNvSpPr>
            <a:spLocks noGrp="1"/>
          </p:cNvSpPr>
          <p:nvPr/>
        </p:nvSpPr>
        <p:spPr>
          <a:xfrm>
            <a:off x="4162424" y="4210052"/>
            <a:ext cx="1619250" cy="30480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hidden 1</a:t>
            </a:r>
          </a:p>
        </p:txBody>
      </p:sp>
      <p:sp>
        <p:nvSpPr>
          <p:cNvPr id="1242620363" name="Rectangle 1242620362">
            <a:extLst>
              <a:ext uri="{FF2B5EF4-FFF2-40B4-BE49-F238E27FC236}">
                <a16:creationId xmlns:a16="http://schemas.microsoft.com/office/drawing/2014/main" id="{2DDBD946-C91C-4D4D-AFED-437E4194489C}"/>
              </a:ext>
            </a:extLst>
          </p:cNvPr>
          <p:cNvSpPr>
            <a:spLocks noGrp="1"/>
          </p:cNvSpPr>
          <p:nvPr/>
        </p:nvSpPr>
        <p:spPr>
          <a:xfrm>
            <a:off x="6410324" y="4210052"/>
            <a:ext cx="1619250" cy="304800"/>
          </a:xfrm>
          <a:prstGeom prst="rect">
            <a:avLst/>
          </a:prstGeom>
          <a:noFill/>
          <a:ln w="0">
            <a:noFill/>
            <a:prstDash val="solid"/>
          </a:ln>
        </p:spPr>
        <p:txBody>
          <a:bodyPr/>
          <a:lstStyle/>
          <a:p>
            <a:pPr algn="ctr">
              <a:buNone/>
              <a:defRPr sz="1650" b="1">
                <a:solidFill>
                  <a:srgbClr val="7C3AED"/>
                </a:solidFill>
              </a:defRPr>
            </a:pPr>
            <a:r>
              <a:rPr sz="1650" b="1">
                <a:solidFill>
                  <a:srgbClr val="7C3AED"/>
                </a:solidFill>
              </a:rPr>
              <a:t>hidden 2</a:t>
            </a:r>
          </a:p>
        </p:txBody>
      </p:sp>
      <p:sp>
        <p:nvSpPr>
          <p:cNvPr id="407247671" name="Rectangle 407247670">
            <a:extLst>
              <a:ext uri="{FF2B5EF4-FFF2-40B4-BE49-F238E27FC236}">
                <a16:creationId xmlns:a16="http://schemas.microsoft.com/office/drawing/2014/main" id="{2BEE8666-0790-4FC7-BE59-C6CCA4C97D80}"/>
              </a:ext>
            </a:extLst>
          </p:cNvPr>
          <p:cNvSpPr>
            <a:spLocks noGrp="1"/>
          </p:cNvSpPr>
          <p:nvPr/>
        </p:nvSpPr>
        <p:spPr>
          <a:xfrm>
            <a:off x="8658225" y="4219576"/>
            <a:ext cx="1619250" cy="30480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output ŷ</a:t>
            </a:r>
          </a:p>
        </p:txBody>
      </p:sp>
      <p:sp>
        <p:nvSpPr>
          <p:cNvPr id="678696763" name="Rectangle 678696762">
            <a:extLst>
              <a:ext uri="{FF2B5EF4-FFF2-40B4-BE49-F238E27FC236}">
                <a16:creationId xmlns:a16="http://schemas.microsoft.com/office/drawing/2014/main" id="{B5C9C5D5-DC22-49A1-9BC8-AC4230A9731C}"/>
              </a:ext>
            </a:extLst>
          </p:cNvPr>
          <p:cNvSpPr>
            <a:spLocks noGrp="1"/>
          </p:cNvSpPr>
          <p:nvPr/>
        </p:nvSpPr>
        <p:spPr>
          <a:xfrm>
            <a:off x="3095625" y="1952625"/>
            <a:ext cx="6000750" cy="40005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width = 1  ·  hidden layers = 2</a:t>
            </a:r>
          </a:p>
        </p:txBody>
      </p:sp>
      <p:sp>
        <p:nvSpPr>
          <p:cNvPr id="1192495433" name="Rectangle 1192495432">
            <a:extLst>
              <a:ext uri="{FF2B5EF4-FFF2-40B4-BE49-F238E27FC236}">
                <a16:creationId xmlns:a16="http://schemas.microsoft.com/office/drawing/2014/main" id="{E1CE9AE1-6CFD-4898-8A93-75CEA383B574}"/>
              </a:ext>
            </a:extLst>
          </p:cNvPr>
          <p:cNvSpPr>
            <a:spLocks noGrp="1"/>
          </p:cNvSpPr>
          <p:nvPr/>
        </p:nvSpPr>
        <p:spPr>
          <a:xfrm>
            <a:off x="1571625" y="5095875"/>
            <a:ext cx="9048750" cy="34290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h₁ = σ(w₁x + b₁)     h₂ = σ(w₂h₁ + b₂)     ŷ = w₃h₂ + b₃</a:t>
            </a:r>
          </a:p>
        </p:txBody>
      </p:sp>
      <p:sp>
        <p:nvSpPr>
          <p:cNvPr id="1983941595" name="Rectangle 1983941594">
            <a:extLst>
              <a:ext uri="{FF2B5EF4-FFF2-40B4-BE49-F238E27FC236}">
                <a16:creationId xmlns:a16="http://schemas.microsoft.com/office/drawing/2014/main" id="{4DD82A37-5C08-415C-982C-34EBAE6C719E}"/>
              </a:ext>
            </a:extLst>
          </p:cNvPr>
          <p:cNvSpPr>
            <a:spLocks noGrp="1"/>
          </p:cNvSpPr>
          <p:nvPr/>
        </p:nvSpPr>
        <p:spPr>
          <a:xfrm>
            <a:off x="4572000" y="3609977"/>
            <a:ext cx="800100" cy="209550"/>
          </a:xfrm>
          <a:prstGeom prst="rect">
            <a:avLst/>
          </a:prstGeom>
          <a:noFill/>
          <a:ln w="0">
            <a:noFill/>
            <a:prstDash val="solid"/>
          </a:ln>
        </p:spPr>
        <p:txBody>
          <a:bodyPr/>
          <a:lstStyle/>
          <a:p>
            <a:pPr algn="ctr">
              <a:buNone/>
              <a:defRPr sz="1200" b="1">
                <a:solidFill>
                  <a:srgbClr val="2563EB"/>
                </a:solidFill>
              </a:defRPr>
            </a:pPr>
            <a:r>
              <a:rPr sz="1200" b="1">
                <a:solidFill>
                  <a:srgbClr val="2563EB"/>
                </a:solidFill>
              </a:rPr>
              <a:t>+ b₁</a:t>
            </a:r>
          </a:p>
        </p:txBody>
      </p:sp>
      <p:sp>
        <p:nvSpPr>
          <p:cNvPr id="1298832520" name="Rectangle 1298832519">
            <a:extLst>
              <a:ext uri="{FF2B5EF4-FFF2-40B4-BE49-F238E27FC236}">
                <a16:creationId xmlns:a16="http://schemas.microsoft.com/office/drawing/2014/main" id="{4D6B1DFE-3EF5-4E72-8875-220B939A3B5D}"/>
              </a:ext>
            </a:extLst>
          </p:cNvPr>
          <p:cNvSpPr>
            <a:spLocks noGrp="1"/>
          </p:cNvSpPr>
          <p:nvPr/>
        </p:nvSpPr>
        <p:spPr>
          <a:xfrm>
            <a:off x="6819899" y="3609977"/>
            <a:ext cx="800100" cy="209550"/>
          </a:xfrm>
          <a:prstGeom prst="rect">
            <a:avLst/>
          </a:prstGeom>
          <a:noFill/>
          <a:ln w="0">
            <a:noFill/>
            <a:prstDash val="solid"/>
          </a:ln>
        </p:spPr>
        <p:txBody>
          <a:bodyPr/>
          <a:lstStyle/>
          <a:p>
            <a:pPr algn="ctr">
              <a:buNone/>
              <a:defRPr sz="1200" b="1">
                <a:solidFill>
                  <a:srgbClr val="7C3AED"/>
                </a:solidFill>
              </a:defRPr>
            </a:pPr>
            <a:r>
              <a:rPr sz="1200" b="1">
                <a:solidFill>
                  <a:srgbClr val="7C3AED"/>
                </a:solidFill>
              </a:rPr>
              <a:t>+ b₂</a:t>
            </a:r>
          </a:p>
        </p:txBody>
      </p:sp>
      <p:sp>
        <p:nvSpPr>
          <p:cNvPr id="1998109536" name="Rectangle 1998109535">
            <a:extLst>
              <a:ext uri="{FF2B5EF4-FFF2-40B4-BE49-F238E27FC236}">
                <a16:creationId xmlns:a16="http://schemas.microsoft.com/office/drawing/2014/main" id="{53AFBDCD-DFB7-48A3-B1A5-0EE859C54E3A}"/>
              </a:ext>
            </a:extLst>
          </p:cNvPr>
          <p:cNvSpPr>
            <a:spLocks noGrp="1"/>
          </p:cNvSpPr>
          <p:nvPr/>
        </p:nvSpPr>
        <p:spPr>
          <a:xfrm>
            <a:off x="9067799" y="3619501"/>
            <a:ext cx="800100" cy="209550"/>
          </a:xfrm>
          <a:prstGeom prst="rect">
            <a:avLst/>
          </a:prstGeom>
          <a:noFill/>
          <a:ln w="0">
            <a:noFill/>
            <a:prstDash val="solid"/>
          </a:ln>
        </p:spPr>
        <p:txBody>
          <a:bodyPr/>
          <a:lstStyle/>
          <a:p>
            <a:pPr algn="ctr">
              <a:buNone/>
              <a:defRPr sz="1200" b="1">
                <a:solidFill>
                  <a:srgbClr val="10B981"/>
                </a:solidFill>
              </a:defRPr>
            </a:pPr>
            <a:r>
              <a:rPr sz="1200" b="1">
                <a:solidFill>
                  <a:srgbClr val="10B981"/>
                </a:solidFill>
              </a:rPr>
              <a:t>+ b₃</a:t>
            </a:r>
          </a:p>
        </p:txBody>
      </p:sp>
      <p:sp>
        <p:nvSpPr>
          <p:cNvPr id="808663873" name="Rectangle 808663872">
            <a:extLst>
              <a:ext uri="{FF2B5EF4-FFF2-40B4-BE49-F238E27FC236}">
                <a16:creationId xmlns:a16="http://schemas.microsoft.com/office/drawing/2014/main" id="{D2ACCFF0-19E9-4D93-AC71-179F8EEB0805}"/>
              </a:ext>
            </a:extLst>
          </p:cNvPr>
          <p:cNvSpPr>
            <a:spLocks noGrp="1"/>
          </p:cNvSpPr>
          <p:nvPr/>
        </p:nvSpPr>
        <p:spPr>
          <a:xfrm>
            <a:off x="4524375" y="5524500"/>
            <a:ext cx="3143250" cy="26670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111423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9908975" name="Rectangle 1089908974">
            <a:extLst>
              <a:ext uri="{FF2B5EF4-FFF2-40B4-BE49-F238E27FC236}">
                <a16:creationId xmlns:a16="http://schemas.microsoft.com/office/drawing/2014/main" id="{ED74DA29-0463-4C22-A9EF-E6FA172B9FFD}"/>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1456675059" name="Rectangle 1456675058">
            <a:extLst>
              <a:ext uri="{FF2B5EF4-FFF2-40B4-BE49-F238E27FC236}">
                <a16:creationId xmlns:a16="http://schemas.microsoft.com/office/drawing/2014/main" id="{9DE53C02-FD02-4A09-8529-E9D645C505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685086082" name="Rectangle 685086081">
            <a:extLst>
              <a:ext uri="{FF2B5EF4-FFF2-40B4-BE49-F238E27FC236}">
                <a16:creationId xmlns:a16="http://schemas.microsoft.com/office/drawing/2014/main" id="{8974E8BE-5655-4B15-99D7-9AAF730C99DB}"/>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703067206" name="Rectangle: Rounded Corners 703067205">
            <a:extLst>
              <a:ext uri="{FF2B5EF4-FFF2-40B4-BE49-F238E27FC236}">
                <a16:creationId xmlns:a16="http://schemas.microsoft.com/office/drawing/2014/main" id="{BFF164E7-4468-4F83-9ACE-B0FD3D0AA6EA}"/>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endParaRPr/>
          </a:p>
        </p:txBody>
      </p:sp>
      <p:sp>
        <p:nvSpPr>
          <p:cNvPr id="2073093973" name="Rectangle: Rounded Corners 2073093972">
            <a:extLst>
              <a:ext uri="{FF2B5EF4-FFF2-40B4-BE49-F238E27FC236}">
                <a16:creationId xmlns:a16="http://schemas.microsoft.com/office/drawing/2014/main" id="{67FACCD6-A152-4ADB-9777-80527A9720ED}"/>
              </a:ext>
            </a:extLst>
          </p:cNvPr>
          <p:cNvSpPr>
            <a:spLocks noGrp="1"/>
          </p:cNvSpPr>
          <p:nvPr/>
        </p:nvSpPr>
        <p:spPr>
          <a:xfrm>
            <a:off x="1095375" y="1809750"/>
            <a:ext cx="4191000" cy="552450"/>
          </a:xfrm>
          <a:prstGeom prst="roundRect">
            <a:avLst>
              <a:gd name="adj" fmla="val 20690"/>
            </a:avLst>
          </a:prstGeom>
          <a:solidFill>
            <a:srgbClr val="FEF2F2"/>
          </a:solidFill>
          <a:ln w="14288">
            <a:solidFill>
              <a:srgbClr val="EF4444"/>
            </a:solidFill>
            <a:prstDash val="solid"/>
          </a:ln>
        </p:spPr>
        <p:txBody>
          <a:bodyPr/>
          <a:lstStyle/>
          <a:p>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748555113" name="Rectangle: Rounded Corners 1748555112">
            <a:extLst>
              <a:ext uri="{FF2B5EF4-FFF2-40B4-BE49-F238E27FC236}">
                <a16:creationId xmlns:a16="http://schemas.microsoft.com/office/drawing/2014/main" id="{24A2BBD7-DE37-480F-9620-3A37CDA77E25}"/>
              </a:ext>
            </a:extLst>
          </p:cNvPr>
          <p:cNvSpPr>
            <a:spLocks noGrp="1"/>
          </p:cNvSpPr>
          <p:nvPr/>
        </p:nvSpPr>
        <p:spPr>
          <a:xfrm>
            <a:off x="6905625" y="1809750"/>
            <a:ext cx="4191000" cy="552450"/>
          </a:xfrm>
          <a:prstGeom prst="roundRect">
            <a:avLst>
              <a:gd name="adj" fmla="val 20690"/>
            </a:avLst>
          </a:prstGeom>
          <a:solidFill>
            <a:srgbClr val="ECFDF5"/>
          </a:solidFill>
          <a:ln w="14288">
            <a:solidFill>
              <a:srgbClr val="10B981"/>
            </a:solidFill>
            <a:prstDash val="solid"/>
          </a:ln>
        </p:spPr>
        <p:txBody>
          <a:bodyPr/>
          <a:lstStyle/>
          <a:p>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309143750" name="Rectangle: Rounded Corners 309143749">
            <a:extLst>
              <a:ext uri="{FF2B5EF4-FFF2-40B4-BE49-F238E27FC236}">
                <a16:creationId xmlns:a16="http://schemas.microsoft.com/office/drawing/2014/main" id="{FF0D4C8B-2FFE-487E-A2A9-6411C7190FA7}"/>
              </a:ext>
            </a:extLst>
          </p:cNvPr>
          <p:cNvSpPr>
            <a:spLocks noGrp="1"/>
          </p:cNvSpPr>
          <p:nvPr/>
        </p:nvSpPr>
        <p:spPr>
          <a:xfrm>
            <a:off x="1047750" y="2905125"/>
            <a:ext cx="1285875" cy="933450"/>
          </a:xfrm>
          <a:prstGeom prst="roundRect">
            <a:avLst>
              <a:gd name="adj" fmla="val 15385"/>
            </a:avLst>
          </a:prstGeom>
          <a:solidFill>
            <a:srgbClr val="FFFFFF"/>
          </a:solidFill>
          <a:ln w="14288">
            <a:solidFill>
              <a:srgbClr val="CBD5E1"/>
            </a:solidFill>
            <a:prstDash val="solid"/>
          </a:ln>
        </p:spPr>
        <p:txBody>
          <a:bodyPr anchor="ctr"/>
          <a:lstStyle/>
          <a:p>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977560912" name="Arrow: Right 977560911">
            <a:extLst>
              <a:ext uri="{FF2B5EF4-FFF2-40B4-BE49-F238E27FC236}">
                <a16:creationId xmlns:a16="http://schemas.microsoft.com/office/drawing/2014/main" id="{0FADC5C7-3944-4490-9963-B2374BE7AAE8}"/>
              </a:ext>
            </a:extLst>
          </p:cNvPr>
          <p:cNvSpPr>
            <a:spLocks noGrp="1"/>
          </p:cNvSpPr>
          <p:nvPr/>
        </p:nvSpPr>
        <p:spPr>
          <a:xfrm>
            <a:off x="2333625" y="3181350"/>
            <a:ext cx="190500" cy="361950"/>
          </a:xfrm>
          <a:prstGeom prst="rightArrow">
            <a:avLst>
              <a:gd name="adj1" fmla="val 50000"/>
              <a:gd name="adj2" fmla="val 50000"/>
            </a:avLst>
          </a:prstGeom>
          <a:solidFill>
            <a:srgbClr val="FEE2E2"/>
          </a:solidFill>
          <a:ln w="14288">
            <a:solidFill>
              <a:srgbClr val="EF4444"/>
            </a:solidFill>
            <a:prstDash val="solid"/>
          </a:ln>
        </p:spPr>
        <p:txBody>
          <a:bodyPr/>
          <a:lstStyle/>
          <a:p>
            <a:endParaRPr/>
          </a:p>
        </p:txBody>
      </p:sp>
      <p:sp>
        <p:nvSpPr>
          <p:cNvPr id="322329313" name="Rectangle: Rounded Corners 322329312">
            <a:extLst>
              <a:ext uri="{FF2B5EF4-FFF2-40B4-BE49-F238E27FC236}">
                <a16:creationId xmlns:a16="http://schemas.microsoft.com/office/drawing/2014/main" id="{61CAB2C2-C327-46DB-BA61-D32CBAB3E16B}"/>
              </a:ext>
            </a:extLst>
          </p:cNvPr>
          <p:cNvSpPr>
            <a:spLocks noGrp="1"/>
          </p:cNvSpPr>
          <p:nvPr/>
        </p:nvSpPr>
        <p:spPr>
          <a:xfrm>
            <a:off x="2524125" y="2905125"/>
            <a:ext cx="1285875" cy="933450"/>
          </a:xfrm>
          <a:prstGeom prst="roundRect">
            <a:avLst>
              <a:gd name="adj" fmla="val 15385"/>
            </a:avLst>
          </a:prstGeom>
          <a:solidFill>
            <a:srgbClr val="FFFFFF"/>
          </a:solidFill>
          <a:ln w="14288">
            <a:solidFill>
              <a:srgbClr val="CBD5E1"/>
            </a:solidFill>
            <a:prstDash val="solid"/>
          </a:ln>
        </p:spPr>
        <p:txBody>
          <a:bodyPr anchor="ctr"/>
          <a:lstStyle/>
          <a:p>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1733251711" name="Arrow: Right 1733251710">
            <a:extLst>
              <a:ext uri="{FF2B5EF4-FFF2-40B4-BE49-F238E27FC236}">
                <a16:creationId xmlns:a16="http://schemas.microsoft.com/office/drawing/2014/main" id="{847A7181-2EC4-414E-87F7-331491BAA7A9}"/>
              </a:ext>
            </a:extLst>
          </p:cNvPr>
          <p:cNvSpPr>
            <a:spLocks noGrp="1"/>
          </p:cNvSpPr>
          <p:nvPr/>
        </p:nvSpPr>
        <p:spPr>
          <a:xfrm>
            <a:off x="3810000" y="3181350"/>
            <a:ext cx="190500" cy="361950"/>
          </a:xfrm>
          <a:prstGeom prst="rightArrow">
            <a:avLst>
              <a:gd name="adj1" fmla="val 50000"/>
              <a:gd name="adj2" fmla="val 50000"/>
            </a:avLst>
          </a:prstGeom>
          <a:solidFill>
            <a:srgbClr val="FEE2E2"/>
          </a:solidFill>
          <a:ln w="14288">
            <a:solidFill>
              <a:srgbClr val="EF4444"/>
            </a:solidFill>
            <a:prstDash val="solid"/>
          </a:ln>
        </p:spPr>
        <p:txBody>
          <a:bodyPr/>
          <a:lstStyle/>
          <a:p>
            <a:endParaRPr/>
          </a:p>
        </p:txBody>
      </p:sp>
      <p:sp>
        <p:nvSpPr>
          <p:cNvPr id="320581778" name="Rectangle: Rounded Corners 320581777">
            <a:extLst>
              <a:ext uri="{FF2B5EF4-FFF2-40B4-BE49-F238E27FC236}">
                <a16:creationId xmlns:a16="http://schemas.microsoft.com/office/drawing/2014/main" id="{96072C3C-ED78-4272-928E-E82FD12E1137}"/>
              </a:ext>
            </a:extLst>
          </p:cNvPr>
          <p:cNvSpPr>
            <a:spLocks noGrp="1"/>
          </p:cNvSpPr>
          <p:nvPr/>
        </p:nvSpPr>
        <p:spPr>
          <a:xfrm>
            <a:off x="4000500" y="2905125"/>
            <a:ext cx="1285875" cy="933450"/>
          </a:xfrm>
          <a:prstGeom prst="roundRect">
            <a:avLst>
              <a:gd name="adj" fmla="val 15385"/>
            </a:avLst>
          </a:prstGeom>
          <a:solidFill>
            <a:srgbClr val="FFFFFF"/>
          </a:solidFill>
          <a:ln w="14288">
            <a:solidFill>
              <a:srgbClr val="EF4444"/>
            </a:solidFill>
            <a:prstDash val="solid"/>
          </a:ln>
        </p:spPr>
        <p:txBody>
          <a:bodyPr anchor="ctr"/>
          <a:lstStyle/>
          <a:p>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1461810187" name="Rectangle: Rounded Corners 1461810186">
            <a:extLst>
              <a:ext uri="{FF2B5EF4-FFF2-40B4-BE49-F238E27FC236}">
                <a16:creationId xmlns:a16="http://schemas.microsoft.com/office/drawing/2014/main" id="{875FD8F1-95D6-4543-8105-DA5D6EC94878}"/>
              </a:ext>
            </a:extLst>
          </p:cNvPr>
          <p:cNvSpPr>
            <a:spLocks noGrp="1"/>
          </p:cNvSpPr>
          <p:nvPr/>
        </p:nvSpPr>
        <p:spPr>
          <a:xfrm>
            <a:off x="6905625" y="2905125"/>
            <a:ext cx="1285875" cy="933450"/>
          </a:xfrm>
          <a:prstGeom prst="roundRect">
            <a:avLst>
              <a:gd name="adj" fmla="val 15385"/>
            </a:avLst>
          </a:prstGeom>
          <a:solidFill>
            <a:srgbClr val="DCFCE7"/>
          </a:solidFill>
          <a:ln w="14288">
            <a:solidFill>
              <a:srgbClr val="10B981"/>
            </a:solidFill>
            <a:prstDash val="solid"/>
          </a:ln>
        </p:spPr>
        <p:txBody>
          <a:bodyPr anchor="ctr"/>
          <a:lstStyle/>
          <a:p>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2100508510" name="Arrow: Right 2100508509">
            <a:extLst>
              <a:ext uri="{FF2B5EF4-FFF2-40B4-BE49-F238E27FC236}">
                <a16:creationId xmlns:a16="http://schemas.microsoft.com/office/drawing/2014/main" id="{AD9A457F-EC71-4541-A2DD-CD41983AC083}"/>
              </a:ext>
            </a:extLst>
          </p:cNvPr>
          <p:cNvSpPr>
            <a:spLocks noGrp="1"/>
          </p:cNvSpPr>
          <p:nvPr/>
        </p:nvSpPr>
        <p:spPr>
          <a:xfrm>
            <a:off x="8191500" y="3181350"/>
            <a:ext cx="190500" cy="36195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86287408" name="Rectangle: Rounded Corners 86287407">
            <a:extLst>
              <a:ext uri="{FF2B5EF4-FFF2-40B4-BE49-F238E27FC236}">
                <a16:creationId xmlns:a16="http://schemas.microsoft.com/office/drawing/2014/main" id="{3C395ED5-CA67-48C2-A5BB-99AB8895B074}"/>
              </a:ext>
            </a:extLst>
          </p:cNvPr>
          <p:cNvSpPr>
            <a:spLocks noGrp="1"/>
          </p:cNvSpPr>
          <p:nvPr/>
        </p:nvSpPr>
        <p:spPr>
          <a:xfrm>
            <a:off x="8382000" y="2905125"/>
            <a:ext cx="1285875" cy="933450"/>
          </a:xfrm>
          <a:prstGeom prst="roundRect">
            <a:avLst>
              <a:gd name="adj" fmla="val 15385"/>
            </a:avLst>
          </a:prstGeom>
          <a:solidFill>
            <a:srgbClr val="DCFCE7"/>
          </a:solidFill>
          <a:ln w="14288">
            <a:solidFill>
              <a:srgbClr val="10B981"/>
            </a:solidFill>
            <a:prstDash val="solid"/>
          </a:ln>
        </p:spPr>
        <p:txBody>
          <a:bodyPr anchor="ctr"/>
          <a:lstStyle/>
          <a:p>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479364582" name="Arrow: Right 1479364581">
            <a:extLst>
              <a:ext uri="{FF2B5EF4-FFF2-40B4-BE49-F238E27FC236}">
                <a16:creationId xmlns:a16="http://schemas.microsoft.com/office/drawing/2014/main" id="{A1EFBAE2-D95F-4802-A6F0-9CF27276DDC4}"/>
              </a:ext>
            </a:extLst>
          </p:cNvPr>
          <p:cNvSpPr>
            <a:spLocks noGrp="1"/>
          </p:cNvSpPr>
          <p:nvPr/>
        </p:nvSpPr>
        <p:spPr>
          <a:xfrm>
            <a:off x="9667875" y="3181350"/>
            <a:ext cx="190500" cy="36195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1923103502" name="Rectangle: Rounded Corners 1923103501">
            <a:extLst>
              <a:ext uri="{FF2B5EF4-FFF2-40B4-BE49-F238E27FC236}">
                <a16:creationId xmlns:a16="http://schemas.microsoft.com/office/drawing/2014/main" id="{ECB8EAB3-A7BC-4EE2-B13E-E89279E2AA5D}"/>
              </a:ext>
            </a:extLst>
          </p:cNvPr>
          <p:cNvSpPr>
            <a:spLocks noGrp="1"/>
          </p:cNvSpPr>
          <p:nvPr/>
        </p:nvSpPr>
        <p:spPr>
          <a:xfrm>
            <a:off x="9858375" y="2905125"/>
            <a:ext cx="1285875" cy="933450"/>
          </a:xfrm>
          <a:prstGeom prst="roundRect">
            <a:avLst>
              <a:gd name="adj" fmla="val 15385"/>
            </a:avLst>
          </a:prstGeom>
          <a:solidFill>
            <a:srgbClr val="FFFFFF"/>
          </a:solidFill>
          <a:ln w="14288">
            <a:solidFill>
              <a:srgbClr val="10B981"/>
            </a:solidFill>
            <a:prstDash val="solid"/>
          </a:ln>
        </p:spPr>
        <p:txBody>
          <a:bodyPr anchor="ctr"/>
          <a:lstStyle/>
          <a:p>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577350655" name="Rectangle 577350654">
            <a:extLst>
              <a:ext uri="{FF2B5EF4-FFF2-40B4-BE49-F238E27FC236}">
                <a16:creationId xmlns:a16="http://schemas.microsoft.com/office/drawing/2014/main" id="{F6A1B3F2-F94E-4176-97FA-2C68BD89513F}"/>
              </a:ext>
            </a:extLst>
          </p:cNvPr>
          <p:cNvSpPr>
            <a:spLocks noGrp="1"/>
          </p:cNvSpPr>
          <p:nvPr/>
        </p:nvSpPr>
        <p:spPr>
          <a:xfrm>
            <a:off x="1000125" y="4143375"/>
            <a:ext cx="4381500" cy="323850"/>
          </a:xfrm>
          <a:prstGeom prst="rect">
            <a:avLst/>
          </a:prstGeom>
          <a:noFill/>
          <a:ln w="0">
            <a:noFill/>
            <a:prstDash val="solid"/>
          </a:ln>
        </p:spPr>
        <p:txBody>
          <a:bodyPr/>
          <a:lstStyle/>
          <a:p>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518594254" name="Rectangle 518594253">
            <a:extLst>
              <a:ext uri="{FF2B5EF4-FFF2-40B4-BE49-F238E27FC236}">
                <a16:creationId xmlns:a16="http://schemas.microsoft.com/office/drawing/2014/main" id="{4D858B47-7771-420B-88A5-DBF5EB5B3BE7}"/>
              </a:ext>
            </a:extLst>
          </p:cNvPr>
          <p:cNvSpPr>
            <a:spLocks noGrp="1"/>
          </p:cNvSpPr>
          <p:nvPr/>
        </p:nvSpPr>
        <p:spPr>
          <a:xfrm>
            <a:off x="6810375" y="4143375"/>
            <a:ext cx="4381500" cy="323850"/>
          </a:xfrm>
          <a:prstGeom prst="rect">
            <a:avLst/>
          </a:prstGeom>
          <a:noFill/>
          <a:ln w="0">
            <a:noFill/>
            <a:prstDash val="solid"/>
          </a:ln>
        </p:spPr>
        <p:txBody>
          <a:bodyPr/>
          <a:lstStyle/>
          <a:p>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132151750" name="Rectangle 1132151749">
            <a:extLst>
              <a:ext uri="{FF2B5EF4-FFF2-40B4-BE49-F238E27FC236}">
                <a16:creationId xmlns:a16="http://schemas.microsoft.com/office/drawing/2014/main" id="{F6D16775-D4E6-406A-A7C2-1C7F2A4FB706}"/>
              </a:ext>
            </a:extLst>
          </p:cNvPr>
          <p:cNvSpPr>
            <a:spLocks noGrp="1"/>
          </p:cNvSpPr>
          <p:nvPr/>
        </p:nvSpPr>
        <p:spPr>
          <a:xfrm>
            <a:off x="7524750" y="4572000"/>
            <a:ext cx="2952750" cy="285750"/>
          </a:xfrm>
          <a:prstGeom prst="rect">
            <a:avLst/>
          </a:prstGeom>
          <a:noFill/>
          <a:ln w="0">
            <a:noFill/>
            <a:prstDash val="solid"/>
          </a:ln>
        </p:spPr>
        <p:txBody>
          <a:bodyPr/>
          <a:lstStyle/>
          <a:p>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591988921" name="Rectangle 1591988920">
            <a:extLst>
              <a:ext uri="{FF2B5EF4-FFF2-40B4-BE49-F238E27FC236}">
                <a16:creationId xmlns:a16="http://schemas.microsoft.com/office/drawing/2014/main" id="{314FE5F0-99D0-4DD1-B158-48A6E3FA36AB}"/>
              </a:ext>
            </a:extLst>
          </p:cNvPr>
          <p:cNvSpPr>
            <a:spLocks noGrp="1"/>
          </p:cNvSpPr>
          <p:nvPr/>
        </p:nvSpPr>
        <p:spPr>
          <a:xfrm>
            <a:off x="1524000" y="5286375"/>
            <a:ext cx="9144000" cy="304800"/>
          </a:xfrm>
          <a:prstGeom prst="rect">
            <a:avLst/>
          </a:prstGeom>
          <a:noFill/>
          <a:ln w="0">
            <a:noFill/>
            <a:prstDash val="solid"/>
          </a:ln>
        </p:spPr>
        <p:txBody>
          <a:bodyPr/>
          <a:lstStyle/>
          <a:p>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2103391201" name="Rectangle 2103391200">
            <a:extLst>
              <a:ext uri="{FF2B5EF4-FFF2-40B4-BE49-F238E27FC236}">
                <a16:creationId xmlns:a16="http://schemas.microsoft.com/office/drawing/2014/main" id="{D89DE3EE-12FD-4E0C-B757-A196E15F042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18</a:t>
            </a:r>
          </a:p>
        </p:txBody>
      </p:sp>
    </p:spTree>
    <p:extLst>
      <p:ext uri="{BB962C8B-B14F-4D97-AF65-F5344CB8AC3E}">
        <p14:creationId xmlns:p14="http://schemas.microsoft.com/office/powerpoint/2010/main" val="893070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8485085" name="Rectangle 498485084">
            <a:extLst>
              <a:ext uri="{FF2B5EF4-FFF2-40B4-BE49-F238E27FC236}">
                <a16:creationId xmlns:a16="http://schemas.microsoft.com/office/drawing/2014/main" id="{9449ABFB-7E9E-4A17-9C35-5D0A05C7542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Activation functions</a:t>
            </a:r>
          </a:p>
        </p:txBody>
      </p:sp>
      <p:sp>
        <p:nvSpPr>
          <p:cNvPr id="2014745889" name="Rectangle 2014745888">
            <a:extLst>
              <a:ext uri="{FF2B5EF4-FFF2-40B4-BE49-F238E27FC236}">
                <a16:creationId xmlns:a16="http://schemas.microsoft.com/office/drawing/2014/main" id="{6FD80191-9931-44FE-9B9A-33177B1D83F5}"/>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Common activation functions</a:t>
            </a:r>
          </a:p>
        </p:txBody>
      </p:sp>
      <p:sp>
        <p:nvSpPr>
          <p:cNvPr id="858310324" name="Rectangle: Rounded Corners 858310323">
            <a:extLst>
              <a:ext uri="{FF2B5EF4-FFF2-40B4-BE49-F238E27FC236}">
                <a16:creationId xmlns:a16="http://schemas.microsoft.com/office/drawing/2014/main" id="{95929892-B3F0-4B8F-8F32-AFAA16887E71}"/>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endParaRPr/>
          </a:p>
        </p:txBody>
      </p:sp>
      <p:pic>
        <p:nvPicPr>
          <p:cNvPr id="2014745894" name="Picture 1236124359"/>
          <p:cNvPicPr>
            <a:picLocks noChangeAspect="1"/>
          </p:cNvPicPr>
          <p:nvPr/>
        </p:nvPicPr>
        <p:blipFill rotWithShape="1">
          <a:blip r:embed="rId3"/>
          <a:stretch/>
        </p:blipFill>
        <p:spPr>
          <a:xfrm>
            <a:off x="3141802" y="1466849"/>
            <a:ext cx="5908397" cy="4524375"/>
          </a:xfrm>
          <a:prstGeom prst="rect">
            <a:avLst/>
          </a:prstGeom>
        </p:spPr>
      </p:pic>
    </p:spTree>
    <p:extLst>
      <p:ext uri="{BB962C8B-B14F-4D97-AF65-F5344CB8AC3E}">
        <p14:creationId xmlns:p14="http://schemas.microsoft.com/office/powerpoint/2010/main" val="1777747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1230736" name="Rectangle 1153616344">
            <a:extLst>
              <a:ext uri="{FF2B5EF4-FFF2-40B4-BE49-F238E27FC236}">
                <a16:creationId xmlns:a16="http://schemas.microsoft.com/office/drawing/2014/main" id="{361BFB0F-7466-40F7-B1BA-33C02B08646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Calculus</a:t>
            </a:r>
          </a:p>
        </p:txBody>
      </p:sp>
      <p:sp>
        <p:nvSpPr>
          <p:cNvPr id="1765255996" name="Rectangle 900783331">
            <a:extLst>
              <a:ext uri="{FF2B5EF4-FFF2-40B4-BE49-F238E27FC236}">
                <a16:creationId xmlns:a16="http://schemas.microsoft.com/office/drawing/2014/main" id="{214447CB-7D8A-4325-9DE4-FF58CF2036C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chemeClr val="tx1">
                    <a:lumMod val="65000"/>
                    <a:lumOff val="35000"/>
                  </a:schemeClr>
                </a:solidFill>
              </a:rPr>
              <a:t>The chain rule multiplies local changes</a:t>
            </a:r>
          </a:p>
        </p:txBody>
      </p:sp>
      <p:sp>
        <p:nvSpPr>
          <p:cNvPr id="1026299795" name="Rectangle 1675037776">
            <a:extLst>
              <a:ext uri="{FF2B5EF4-FFF2-40B4-BE49-F238E27FC236}">
                <a16:creationId xmlns:a16="http://schemas.microsoft.com/office/drawing/2014/main" id="{F7D1F4FA-55BA-4C17-9DC4-78455D7C2E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20</a:t>
            </a:r>
          </a:p>
        </p:txBody>
      </p:sp>
      <p:sp>
        <p:nvSpPr>
          <p:cNvPr id="2030417644" name="Rectangle: Rounded Corners 2030417643">
            <a:extLst>
              <a:ext uri="{FF2B5EF4-FFF2-40B4-BE49-F238E27FC236}">
                <a16:creationId xmlns:a16="http://schemas.microsoft.com/office/drawing/2014/main" id="{E3584478-E702-4057-9ABD-48C70E3278C0}"/>
              </a:ext>
            </a:extLst>
          </p:cNvPr>
          <p:cNvSpPr>
            <a:spLocks noGrp="1"/>
          </p:cNvSpPr>
          <p:nvPr/>
        </p:nvSpPr>
        <p:spPr>
          <a:xfrm>
            <a:off x="609600" y="1352550"/>
            <a:ext cx="10972800" cy="4762500"/>
          </a:xfrm>
          <a:prstGeom prst="roundRect">
            <a:avLst>
              <a:gd name="adj" fmla="val 1600"/>
            </a:avLst>
          </a:prstGeom>
          <a:solidFill>
            <a:srgbClr val="F8FAFC"/>
          </a:solidFill>
          <a:ln w="9525">
            <a:solidFill>
              <a:srgbClr val="E2E8F0"/>
            </a:solidFill>
            <a:prstDash val="solid"/>
          </a:ln>
        </p:spPr>
        <p:txBody>
          <a:bodyPr/>
          <a:lstStyle/>
          <a:p>
            <a:endParaRPr/>
          </a:p>
        </p:txBody>
      </p:sp>
      <p:sp>
        <p:nvSpPr>
          <p:cNvPr id="774837903" name="Rectangle 774837902">
            <a:extLst>
              <a:ext uri="{FF2B5EF4-FFF2-40B4-BE49-F238E27FC236}">
                <a16:creationId xmlns:a16="http://schemas.microsoft.com/office/drawing/2014/main" id="{AFCFD5BC-83CA-4646-8DF0-EA052AEC73FB}"/>
              </a:ext>
            </a:extLst>
          </p:cNvPr>
          <p:cNvSpPr>
            <a:spLocks noGrp="1"/>
          </p:cNvSpPr>
          <p:nvPr/>
        </p:nvSpPr>
        <p:spPr>
          <a:xfrm>
            <a:off x="1428750" y="1714500"/>
            <a:ext cx="9334500" cy="323850"/>
          </a:xfrm>
          <a:prstGeom prst="rect">
            <a:avLst/>
          </a:prstGeom>
          <a:noFill/>
          <a:ln w="0">
            <a:noFill/>
            <a:prstDash val="solid"/>
          </a:ln>
        </p:spPr>
        <p:txBody>
          <a:bodyPr/>
          <a:lstStyle/>
          <a:p>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720535863" name="Arrow: Right 1720535862">
            <a:extLst>
              <a:ext uri="{FF2B5EF4-FFF2-40B4-BE49-F238E27FC236}">
                <a16:creationId xmlns:a16="http://schemas.microsoft.com/office/drawing/2014/main" id="{9AF2E04C-9F0E-4D8A-8BE3-7AE5500C974C}"/>
              </a:ext>
            </a:extLst>
          </p:cNvPr>
          <p:cNvSpPr>
            <a:spLocks noGrp="1"/>
          </p:cNvSpPr>
          <p:nvPr/>
        </p:nvSpPr>
        <p:spPr>
          <a:xfrm>
            <a:off x="3390900" y="2743200"/>
            <a:ext cx="876299" cy="419100"/>
          </a:xfrm>
          <a:prstGeom prst="rightArrow">
            <a:avLst>
              <a:gd name="adj1" fmla="val 50000"/>
              <a:gd name="adj2" fmla="val 50000"/>
            </a:avLst>
          </a:prstGeom>
          <a:solidFill>
            <a:srgbClr val="EFF6FF"/>
          </a:solidFill>
          <a:ln w="13335">
            <a:solidFill>
              <a:srgbClr val="2563EB"/>
            </a:solidFill>
            <a:prstDash val="solid"/>
          </a:ln>
        </p:spPr>
        <p:txBody>
          <a:bodyPr/>
          <a:lstStyle/>
          <a:p>
            <a:endParaRPr/>
          </a:p>
        </p:txBody>
      </p:sp>
      <p:sp>
        <p:nvSpPr>
          <p:cNvPr id="1191864326" name="Arrow: Right 1191864325">
            <a:extLst>
              <a:ext uri="{FF2B5EF4-FFF2-40B4-BE49-F238E27FC236}">
                <a16:creationId xmlns:a16="http://schemas.microsoft.com/office/drawing/2014/main" id="{363CA377-EBAC-4958-B8B1-A1D92EBF8002}"/>
              </a:ext>
            </a:extLst>
          </p:cNvPr>
          <p:cNvSpPr>
            <a:spLocks noGrp="1"/>
          </p:cNvSpPr>
          <p:nvPr/>
        </p:nvSpPr>
        <p:spPr>
          <a:xfrm>
            <a:off x="6838950" y="2743200"/>
            <a:ext cx="876299" cy="419100"/>
          </a:xfrm>
          <a:prstGeom prst="rightArrow">
            <a:avLst>
              <a:gd name="adj1" fmla="val 50000"/>
              <a:gd name="adj2" fmla="val 50000"/>
            </a:avLst>
          </a:prstGeom>
          <a:solidFill>
            <a:srgbClr val="EFF6FF"/>
          </a:solidFill>
          <a:ln w="13335">
            <a:solidFill>
              <a:srgbClr val="2563EB"/>
            </a:solidFill>
            <a:prstDash val="solid"/>
          </a:ln>
        </p:spPr>
        <p:txBody>
          <a:bodyPr/>
          <a:lstStyle/>
          <a:p>
            <a:endParaRPr/>
          </a:p>
        </p:txBody>
      </p:sp>
      <p:sp>
        <p:nvSpPr>
          <p:cNvPr id="757820385" name="Rectangle: Rounded Corners 757820384">
            <a:extLst>
              <a:ext uri="{FF2B5EF4-FFF2-40B4-BE49-F238E27FC236}">
                <a16:creationId xmlns:a16="http://schemas.microsoft.com/office/drawing/2014/main" id="{EBEDB5AE-2AD9-44A9-AB52-3E2CBC05D763}"/>
              </a:ext>
            </a:extLst>
          </p:cNvPr>
          <p:cNvSpPr>
            <a:spLocks noGrp="1"/>
          </p:cNvSpPr>
          <p:nvPr/>
        </p:nvSpPr>
        <p:spPr>
          <a:xfrm>
            <a:off x="1619250" y="2524125"/>
            <a:ext cx="1619250" cy="857250"/>
          </a:xfrm>
          <a:prstGeom prst="roundRect">
            <a:avLst>
              <a:gd name="adj" fmla="val 8889"/>
            </a:avLst>
          </a:prstGeom>
          <a:solidFill>
            <a:srgbClr val="FFFFFF"/>
          </a:solidFill>
          <a:ln w="14288">
            <a:solidFill>
              <a:srgbClr val="CBD5E1"/>
            </a:solidFill>
            <a:prstDash val="solid"/>
          </a:ln>
        </p:spPr>
        <p:txBody>
          <a:bodyPr anchor="ctr"/>
          <a:lstStyle/>
          <a:p>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138139425" name="Rectangle: Rounded Corners 1138139424">
            <a:extLst>
              <a:ext uri="{FF2B5EF4-FFF2-40B4-BE49-F238E27FC236}">
                <a16:creationId xmlns:a16="http://schemas.microsoft.com/office/drawing/2014/main" id="{04BA1640-D555-4079-8108-FFA95DEE819F}"/>
              </a:ext>
            </a:extLst>
          </p:cNvPr>
          <p:cNvSpPr>
            <a:spLocks noGrp="1"/>
          </p:cNvSpPr>
          <p:nvPr/>
        </p:nvSpPr>
        <p:spPr>
          <a:xfrm>
            <a:off x="4429125" y="2524125"/>
            <a:ext cx="2238375" cy="857250"/>
          </a:xfrm>
          <a:prstGeom prst="roundRect">
            <a:avLst>
              <a:gd name="adj" fmla="val 8889"/>
            </a:avLst>
          </a:prstGeom>
          <a:solidFill>
            <a:srgbClr val="EFF6FF"/>
          </a:solidFill>
          <a:ln w="14288">
            <a:solidFill>
              <a:srgbClr val="2563EB"/>
            </a:solidFill>
            <a:prstDash val="solid"/>
          </a:ln>
        </p:spPr>
        <p:txBody>
          <a:bodyPr anchor="ctr"/>
          <a:lstStyle/>
          <a:p>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116592570" name="Rectangle: Rounded Corners 1116592569">
            <a:extLst>
              <a:ext uri="{FF2B5EF4-FFF2-40B4-BE49-F238E27FC236}">
                <a16:creationId xmlns:a16="http://schemas.microsoft.com/office/drawing/2014/main" id="{ED5DF88F-875E-4C76-9E64-6EDC0C0E6248}"/>
              </a:ext>
            </a:extLst>
          </p:cNvPr>
          <p:cNvSpPr>
            <a:spLocks noGrp="1"/>
          </p:cNvSpPr>
          <p:nvPr/>
        </p:nvSpPr>
        <p:spPr>
          <a:xfrm>
            <a:off x="7886700" y="2524125"/>
            <a:ext cx="2238375" cy="857250"/>
          </a:xfrm>
          <a:prstGeom prst="roundRect">
            <a:avLst>
              <a:gd name="adj" fmla="val 8889"/>
            </a:avLst>
          </a:prstGeom>
          <a:solidFill>
            <a:srgbClr val="ECFDF5"/>
          </a:solidFill>
          <a:ln w="14288">
            <a:solidFill>
              <a:srgbClr val="059669"/>
            </a:solidFill>
            <a:prstDash val="solid"/>
          </a:ln>
        </p:spPr>
        <p:txBody>
          <a:bodyPr anchor="ctr"/>
          <a:lstStyle/>
          <a:p>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833562431" name="Rectangle: Rounded Corners 833562430">
            <a:extLst>
              <a:ext uri="{FF2B5EF4-FFF2-40B4-BE49-F238E27FC236}">
                <a16:creationId xmlns:a16="http://schemas.microsoft.com/office/drawing/2014/main" id="{E659EC6C-FD8D-4EF4-9BE9-ABD47E78F630}"/>
              </a:ext>
            </a:extLst>
          </p:cNvPr>
          <p:cNvSpPr>
            <a:spLocks noGrp="1"/>
          </p:cNvSpPr>
          <p:nvPr/>
        </p:nvSpPr>
        <p:spPr>
          <a:xfrm>
            <a:off x="2095500" y="4000500"/>
            <a:ext cx="8001000" cy="781050"/>
          </a:xfrm>
          <a:prstGeom prst="roundRect">
            <a:avLst>
              <a:gd name="adj" fmla="val 9756"/>
            </a:avLst>
          </a:prstGeom>
          <a:solidFill>
            <a:srgbClr val="FFFFFF"/>
          </a:solidFill>
          <a:ln w="17145">
            <a:solidFill>
              <a:srgbClr val="2563EB"/>
            </a:solidFill>
            <a:prstDash val="solid"/>
          </a:ln>
        </p:spPr>
        <p:txBody>
          <a:bodyPr anchor="ctr"/>
          <a:lstStyle/>
          <a:p>
            <a:pPr algn="ctr">
              <a:buNone/>
              <a:defRPr sz="2350" b="1">
                <a:solidFill>
                  <a:srgbClr val="0B0F19"/>
                </a:solidFill>
                <a:latin typeface="Calibri"/>
                <a:ea typeface="Calibri"/>
                <a:cs typeface="Calibri"/>
              </a:defRPr>
            </a:pPr>
            <a:endParaRPr/>
          </a:p>
        </p:txBody>
      </p:sp>
      <p:sp>
        <p:nvSpPr>
          <p:cNvPr id="674000523" name="Rectangle 674000522">
            <a:extLst>
              <a:ext uri="{FF2B5EF4-FFF2-40B4-BE49-F238E27FC236}">
                <a16:creationId xmlns:a16="http://schemas.microsoft.com/office/drawing/2014/main" id="{8D7E201C-A269-4787-961C-D4E05A267922}"/>
              </a:ext>
            </a:extLst>
          </p:cNvPr>
          <p:cNvSpPr>
            <a:spLocks noGrp="1"/>
          </p:cNvSpPr>
          <p:nvPr/>
        </p:nvSpPr>
        <p:spPr>
          <a:xfrm>
            <a:off x="2571750" y="4953000"/>
            <a:ext cx="7048500" cy="266700"/>
          </a:xfrm>
          <a:prstGeom prst="rect">
            <a:avLst/>
          </a:prstGeom>
          <a:noFill/>
          <a:ln w="0">
            <a:noFill/>
            <a:prstDash val="solid"/>
          </a:ln>
        </p:spPr>
        <p:txBody>
          <a:bodyPr/>
          <a:lstStyle/>
          <a:p>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2030417658" name="Graphic 736381408"/>
          <p:cNvPicPr>
            <a:picLocks noChangeAspect="1"/>
          </p:cNvPicPr>
          <p:nvPr/>
        </p:nvPicPr>
        <p:blipFill rotWithShape="1">
          <a:blip>
            <a:extLst>
              <a:ext uri="{96DAC541-7B7A-43D3-8B79-37D633B846F1}">
                <asvg:svgBlip xmlns:asvg="http://schemas.microsoft.com/office/drawing/2016/SVG/main" r:embed="rId3"/>
              </a:ext>
            </a:extLst>
          </a:blip>
          <a:stretch/>
        </p:blipFill>
        <p:spPr>
          <a:xfrm>
            <a:off x="2381250" y="4019550"/>
            <a:ext cx="7429500" cy="723900"/>
          </a:xfrm>
          <a:prstGeom prst="rect">
            <a:avLst/>
          </a:prstGeom>
        </p:spPr>
      </p:pic>
    </p:spTree>
    <p:extLst>
      <p:ext uri="{BB962C8B-B14F-4D97-AF65-F5344CB8AC3E}">
        <p14:creationId xmlns:p14="http://schemas.microsoft.com/office/powerpoint/2010/main" val="2116056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19133" name="Rectangle 1153616344">
            <a:extLst>
              <a:ext uri="{FF2B5EF4-FFF2-40B4-BE49-F238E27FC236}">
                <a16:creationId xmlns:a16="http://schemas.microsoft.com/office/drawing/2014/main" id="{A7FCCD2E-3231-41CE-8051-E73CCEC08625}"/>
              </a:ext>
            </a:extLst>
          </p:cNvPr>
          <p:cNvSpPr>
            <a:spLocks noGrp="1"/>
          </p:cNvSpPr>
          <p:nvPr/>
        </p:nvSpPr>
        <p:spPr>
          <a:xfrm>
            <a:off x="609600" y="323850"/>
            <a:ext cx="4000500" cy="285750"/>
          </a:xfrm>
          <a:prstGeom prst="rect">
            <a:avLst/>
          </a:prstGeom>
          <a:noFill/>
          <a:ln w="0">
            <a:noFill/>
            <a:prstDash val="solid"/>
          </a:ln>
        </p:spPr>
        <p:txBody>
          <a:bodyPr anchor="ctr"/>
          <a:lstStyle/>
          <a:p>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2028485156" name="Rectangle 900783331">
            <a:extLst>
              <a:ext uri="{FF2B5EF4-FFF2-40B4-BE49-F238E27FC236}">
                <a16:creationId xmlns:a16="http://schemas.microsoft.com/office/drawing/2014/main" id="{DC19B8A7-901A-41A5-B3BF-5FDA1E6352E2}"/>
              </a:ext>
            </a:extLst>
          </p:cNvPr>
          <p:cNvSpPr>
            <a:spLocks noGrp="1"/>
          </p:cNvSpPr>
          <p:nvPr/>
        </p:nvSpPr>
        <p:spPr>
          <a:xfrm>
            <a:off x="609600" y="590549"/>
            <a:ext cx="9334500" cy="590549"/>
          </a:xfrm>
          <a:prstGeom prst="rect">
            <a:avLst/>
          </a:prstGeom>
          <a:noFill/>
          <a:ln w="0">
            <a:noFill/>
            <a:prstDash val="solid"/>
          </a:ln>
        </p:spPr>
        <p:txBody>
          <a:bodyPr anchor="ctr"/>
          <a:lstStyle/>
          <a:p>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u splits the calculation into two steps</a:t>
            </a:r>
          </a:p>
        </p:txBody>
      </p:sp>
      <p:sp>
        <p:nvSpPr>
          <p:cNvPr id="1256121741" name="Rectangle 1675037776">
            <a:extLst>
              <a:ext uri="{FF2B5EF4-FFF2-40B4-BE49-F238E27FC236}">
                <a16:creationId xmlns:a16="http://schemas.microsoft.com/office/drawing/2014/main" id="{C97D69C5-C108-4134-B57E-4F59FB2B991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21</a:t>
            </a:r>
          </a:p>
        </p:txBody>
      </p:sp>
      <p:sp>
        <p:nvSpPr>
          <p:cNvPr id="1424783322" name="Rectangle: Rounded Corners 1424783321">
            <a:extLst>
              <a:ext uri="{FF2B5EF4-FFF2-40B4-BE49-F238E27FC236}">
                <a16:creationId xmlns:a16="http://schemas.microsoft.com/office/drawing/2014/main" id="{B21EDC89-CAAC-4427-9F44-4501D6AF3101}"/>
              </a:ext>
            </a:extLst>
          </p:cNvPr>
          <p:cNvSpPr>
            <a:spLocks noGrp="1"/>
          </p:cNvSpPr>
          <p:nvPr/>
        </p:nvSpPr>
        <p:spPr>
          <a:xfrm>
            <a:off x="609600" y="1352550"/>
            <a:ext cx="10972800" cy="4762500"/>
          </a:xfrm>
          <a:prstGeom prst="roundRect">
            <a:avLst>
              <a:gd name="adj" fmla="val 1600"/>
            </a:avLst>
          </a:prstGeom>
          <a:solidFill>
            <a:srgbClr val="F8FAFC"/>
          </a:solidFill>
          <a:ln w="9525">
            <a:solidFill>
              <a:srgbClr val="E2E8F0"/>
            </a:solidFill>
            <a:prstDash val="solid"/>
          </a:ln>
        </p:spPr>
        <p:txBody>
          <a:bodyPr/>
          <a:lstStyle/>
          <a:p>
            <a:endParaRPr/>
          </a:p>
        </p:txBody>
      </p:sp>
      <p:sp>
        <p:nvSpPr>
          <p:cNvPr id="1728519340" name="Rectangle 1728519339">
            <a:extLst>
              <a:ext uri="{FF2B5EF4-FFF2-40B4-BE49-F238E27FC236}">
                <a16:creationId xmlns:a16="http://schemas.microsoft.com/office/drawing/2014/main" id="{60A382B0-FE8A-4ED1-82C9-4FA05E3A596E}"/>
              </a:ext>
            </a:extLst>
          </p:cNvPr>
          <p:cNvSpPr>
            <a:spLocks noGrp="1"/>
          </p:cNvSpPr>
          <p:nvPr/>
        </p:nvSpPr>
        <p:spPr>
          <a:xfrm>
            <a:off x="1143000" y="1619250"/>
            <a:ext cx="1714500" cy="247650"/>
          </a:xfrm>
          <a:prstGeom prst="rect">
            <a:avLst/>
          </a:prstGeom>
          <a:noFill/>
          <a:ln w="0">
            <a:noFill/>
            <a:prstDash val="solid"/>
          </a:ln>
        </p:spPr>
        <p:txBody>
          <a:bodyPr/>
          <a:lstStyle/>
          <a:p>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574157869" name="Arrow: Right 574157868">
            <a:extLst>
              <a:ext uri="{FF2B5EF4-FFF2-40B4-BE49-F238E27FC236}">
                <a16:creationId xmlns:a16="http://schemas.microsoft.com/office/drawing/2014/main" id="{CB20530C-8A0F-4E0B-852F-E12EE7F01EF9}"/>
              </a:ext>
            </a:extLst>
          </p:cNvPr>
          <p:cNvSpPr>
            <a:spLocks noGrp="1"/>
          </p:cNvSpPr>
          <p:nvPr/>
        </p:nvSpPr>
        <p:spPr>
          <a:xfrm>
            <a:off x="5572125" y="2057400"/>
            <a:ext cx="857250" cy="381000"/>
          </a:xfrm>
          <a:prstGeom prst="rightArrow">
            <a:avLst>
              <a:gd name="adj1" fmla="val 50000"/>
              <a:gd name="adj2" fmla="val 50000"/>
            </a:avLst>
          </a:prstGeom>
          <a:solidFill>
            <a:srgbClr val="EFF6FF"/>
          </a:solidFill>
          <a:ln w="13335">
            <a:solidFill>
              <a:srgbClr val="2563EB"/>
            </a:solidFill>
            <a:prstDash val="solid"/>
          </a:ln>
        </p:spPr>
        <p:txBody>
          <a:bodyPr/>
          <a:lstStyle/>
          <a:p>
            <a:endParaRPr/>
          </a:p>
        </p:txBody>
      </p:sp>
      <p:sp>
        <p:nvSpPr>
          <p:cNvPr id="872926416" name="Rectangle: Rounded Corners 872926415">
            <a:extLst>
              <a:ext uri="{FF2B5EF4-FFF2-40B4-BE49-F238E27FC236}">
                <a16:creationId xmlns:a16="http://schemas.microsoft.com/office/drawing/2014/main" id="{936A3651-E59E-4D91-A09F-6B5862D6E19E}"/>
              </a:ext>
            </a:extLst>
          </p:cNvPr>
          <p:cNvSpPr>
            <a:spLocks noGrp="1"/>
          </p:cNvSpPr>
          <p:nvPr/>
        </p:nvSpPr>
        <p:spPr>
          <a:xfrm>
            <a:off x="1666875" y="1943100"/>
            <a:ext cx="3429000" cy="628650"/>
          </a:xfrm>
          <a:prstGeom prst="roundRect">
            <a:avLst>
              <a:gd name="adj" fmla="val 12121"/>
            </a:avLst>
          </a:prstGeom>
          <a:solidFill>
            <a:srgbClr val="EFF6FF"/>
          </a:solidFill>
          <a:ln w="13335">
            <a:solidFill>
              <a:srgbClr val="2563EB"/>
            </a:solidFill>
            <a:prstDash val="solid"/>
          </a:ln>
        </p:spPr>
        <p:txBody>
          <a:bodyPr/>
          <a:lstStyle/>
          <a:p>
            <a:endParaRPr/>
          </a:p>
        </p:txBody>
      </p:sp>
      <p:sp>
        <p:nvSpPr>
          <p:cNvPr id="700815695" name="Rectangle: Rounded Corners 700815694">
            <a:extLst>
              <a:ext uri="{FF2B5EF4-FFF2-40B4-BE49-F238E27FC236}">
                <a16:creationId xmlns:a16="http://schemas.microsoft.com/office/drawing/2014/main" id="{3603BEF1-D350-40A6-9556-6527049749B9}"/>
              </a:ext>
            </a:extLst>
          </p:cNvPr>
          <p:cNvSpPr>
            <a:spLocks noGrp="1"/>
          </p:cNvSpPr>
          <p:nvPr/>
        </p:nvSpPr>
        <p:spPr>
          <a:xfrm>
            <a:off x="6905625" y="1943100"/>
            <a:ext cx="3429000" cy="628650"/>
          </a:xfrm>
          <a:prstGeom prst="roundRect">
            <a:avLst>
              <a:gd name="adj" fmla="val 12121"/>
            </a:avLst>
          </a:prstGeom>
          <a:solidFill>
            <a:srgbClr val="ECFDF5"/>
          </a:solidFill>
          <a:ln w="13335">
            <a:solidFill>
              <a:srgbClr val="059669"/>
            </a:solidFill>
            <a:prstDash val="solid"/>
          </a:ln>
        </p:spPr>
        <p:txBody>
          <a:bodyPr/>
          <a:lstStyle/>
          <a:p>
            <a:endParaRPr/>
          </a:p>
        </p:txBody>
      </p:sp>
      <p:pic>
        <p:nvPicPr>
          <p:cNvPr id="2028485171" name="Graphic 600519429"/>
          <p:cNvPicPr>
            <a:picLocks noChangeAspect="1"/>
          </p:cNvPicPr>
          <p:nvPr/>
        </p:nvPicPr>
        <p:blipFill rotWithShape="1">
          <a:blip>
            <a:extLst>
              <a:ext uri="{96DAC541-7B7A-43D3-8B79-37D633B846F1}">
                <asvg:svgBlip xmlns:asvg="http://schemas.microsoft.com/office/drawing/2016/SVG/main" r:embed="rId3"/>
              </a:ext>
            </a:extLst>
          </a:blip>
          <a:stretch/>
        </p:blipFill>
        <p:spPr>
          <a:xfrm>
            <a:off x="1857375" y="2009775"/>
            <a:ext cx="3048000" cy="476250"/>
          </a:xfrm>
          <a:prstGeom prst="rect">
            <a:avLst/>
          </a:prstGeom>
        </p:spPr>
      </p:pic>
      <p:pic>
        <p:nvPicPr>
          <p:cNvPr id="2028485172" name="Graphic 1827206842"/>
          <p:cNvPicPr>
            <a:picLocks noChangeAspect="1"/>
          </p:cNvPicPr>
          <p:nvPr/>
        </p:nvPicPr>
        <p:blipFill rotWithShape="1">
          <a:blip>
            <a:extLst>
              <a:ext uri="{96DAC541-7B7A-43D3-8B79-37D633B846F1}">
                <asvg:svgBlip xmlns:asvg="http://schemas.microsoft.com/office/drawing/2016/SVG/main" r:embed="rId4"/>
              </a:ext>
            </a:extLst>
          </a:blip>
          <a:stretch/>
        </p:blipFill>
        <p:spPr>
          <a:xfrm>
            <a:off x="7096125" y="2009775"/>
            <a:ext cx="3048000" cy="476250"/>
          </a:xfrm>
          <a:prstGeom prst="rect">
            <a:avLst/>
          </a:prstGeom>
        </p:spPr>
      </p:pic>
      <p:sp>
        <p:nvSpPr>
          <p:cNvPr id="1290544024" name="Rectangle 1290544023">
            <a:extLst>
              <a:ext uri="{FF2B5EF4-FFF2-40B4-BE49-F238E27FC236}">
                <a16:creationId xmlns:a16="http://schemas.microsoft.com/office/drawing/2014/main" id="{F20D70D5-8B2C-410B-A55E-24FC9816A714}"/>
              </a:ext>
            </a:extLst>
          </p:cNvPr>
          <p:cNvSpPr>
            <a:spLocks noGrp="1"/>
          </p:cNvSpPr>
          <p:nvPr/>
        </p:nvSpPr>
        <p:spPr>
          <a:xfrm>
            <a:off x="1143000" y="2838450"/>
            <a:ext cx="2476500" cy="247650"/>
          </a:xfrm>
          <a:prstGeom prst="rect">
            <a:avLst/>
          </a:prstGeom>
          <a:noFill/>
          <a:ln w="0">
            <a:noFill/>
            <a:prstDash val="solid"/>
          </a:ln>
        </p:spPr>
        <p:txBody>
          <a:bodyPr/>
          <a:lstStyle/>
          <a:p>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541833277" name="Arrow: Right 541833276">
            <a:extLst>
              <a:ext uri="{FF2B5EF4-FFF2-40B4-BE49-F238E27FC236}">
                <a16:creationId xmlns:a16="http://schemas.microsoft.com/office/drawing/2014/main" id="{C785C434-6C6B-4782-9234-4A86FD126C55}"/>
              </a:ext>
            </a:extLst>
          </p:cNvPr>
          <p:cNvSpPr>
            <a:spLocks noGrp="1"/>
          </p:cNvSpPr>
          <p:nvPr/>
        </p:nvSpPr>
        <p:spPr>
          <a:xfrm>
            <a:off x="5572125" y="3267075"/>
            <a:ext cx="857250" cy="381000"/>
          </a:xfrm>
          <a:prstGeom prst="rightArrow">
            <a:avLst>
              <a:gd name="adj1" fmla="val 50000"/>
              <a:gd name="adj2" fmla="val 50000"/>
            </a:avLst>
          </a:prstGeom>
          <a:solidFill>
            <a:srgbClr val="ECFDF5"/>
          </a:solidFill>
          <a:ln w="13335">
            <a:solidFill>
              <a:srgbClr val="059669"/>
            </a:solidFill>
            <a:prstDash val="solid"/>
          </a:ln>
        </p:spPr>
        <p:txBody>
          <a:bodyPr/>
          <a:lstStyle/>
          <a:p>
            <a:endParaRPr/>
          </a:p>
        </p:txBody>
      </p:sp>
      <p:sp>
        <p:nvSpPr>
          <p:cNvPr id="1306720252" name="Rectangle: Rounded Corners 1306720251">
            <a:extLst>
              <a:ext uri="{FF2B5EF4-FFF2-40B4-BE49-F238E27FC236}">
                <a16:creationId xmlns:a16="http://schemas.microsoft.com/office/drawing/2014/main" id="{73BA9FF0-F471-4DCD-A521-B4BF93F683ED}"/>
              </a:ext>
            </a:extLst>
          </p:cNvPr>
          <p:cNvSpPr>
            <a:spLocks noGrp="1"/>
          </p:cNvSpPr>
          <p:nvPr/>
        </p:nvSpPr>
        <p:spPr>
          <a:xfrm>
            <a:off x="1666875" y="3152775"/>
            <a:ext cx="3429000" cy="628650"/>
          </a:xfrm>
          <a:prstGeom prst="roundRect">
            <a:avLst>
              <a:gd name="adj" fmla="val 12121"/>
            </a:avLst>
          </a:prstGeom>
          <a:solidFill>
            <a:srgbClr val="FFFFFF"/>
          </a:solidFill>
          <a:ln w="13335">
            <a:solidFill>
              <a:srgbClr val="CBD5E1"/>
            </a:solidFill>
            <a:prstDash val="solid"/>
          </a:ln>
        </p:spPr>
        <p:txBody>
          <a:bodyPr/>
          <a:lstStyle/>
          <a:p>
            <a:endParaRPr/>
          </a:p>
        </p:txBody>
      </p:sp>
      <p:sp>
        <p:nvSpPr>
          <p:cNvPr id="414102631" name="Rectangle: Rounded Corners 414102630">
            <a:extLst>
              <a:ext uri="{FF2B5EF4-FFF2-40B4-BE49-F238E27FC236}">
                <a16:creationId xmlns:a16="http://schemas.microsoft.com/office/drawing/2014/main" id="{186B2FCE-B0B1-4C7F-8BB4-A6F3C18A255B}"/>
              </a:ext>
            </a:extLst>
          </p:cNvPr>
          <p:cNvSpPr>
            <a:spLocks noGrp="1"/>
          </p:cNvSpPr>
          <p:nvPr/>
        </p:nvSpPr>
        <p:spPr>
          <a:xfrm>
            <a:off x="6905625" y="3152775"/>
            <a:ext cx="3429000" cy="628650"/>
          </a:xfrm>
          <a:prstGeom prst="roundRect">
            <a:avLst>
              <a:gd name="adj" fmla="val 12121"/>
            </a:avLst>
          </a:prstGeom>
          <a:solidFill>
            <a:srgbClr val="FFFFFF"/>
          </a:solidFill>
          <a:ln w="13335">
            <a:solidFill>
              <a:srgbClr val="CBD5E1"/>
            </a:solidFill>
            <a:prstDash val="solid"/>
          </a:ln>
        </p:spPr>
        <p:txBody>
          <a:bodyPr/>
          <a:lstStyle/>
          <a:p>
            <a:endParaRPr/>
          </a:p>
        </p:txBody>
      </p:sp>
      <p:pic>
        <p:nvPicPr>
          <p:cNvPr id="2028485177" name="Graphic 154591657"/>
          <p:cNvPicPr>
            <a:picLocks noChangeAspect="1"/>
          </p:cNvPicPr>
          <p:nvPr/>
        </p:nvPicPr>
        <p:blipFill rotWithShape="1">
          <a:blip>
            <a:extLst>
              <a:ext uri="{96DAC541-7B7A-43D3-8B79-37D633B846F1}">
                <asvg:svgBlip xmlns:asvg="http://schemas.microsoft.com/office/drawing/2016/SVG/main" r:embed="rId5"/>
              </a:ext>
            </a:extLst>
          </a:blip>
          <a:stretch/>
        </p:blipFill>
        <p:spPr>
          <a:xfrm>
            <a:off x="1857375" y="3219449"/>
            <a:ext cx="3048000" cy="476250"/>
          </a:xfrm>
          <a:prstGeom prst="rect">
            <a:avLst/>
          </a:prstGeom>
        </p:spPr>
      </p:pic>
      <p:pic>
        <p:nvPicPr>
          <p:cNvPr id="2028485178" name="Graphic 145493105"/>
          <p:cNvPicPr>
            <a:picLocks noChangeAspect="1"/>
          </p:cNvPicPr>
          <p:nvPr/>
        </p:nvPicPr>
        <p:blipFill rotWithShape="1">
          <a:blip>
            <a:extLst>
              <a:ext uri="{96DAC541-7B7A-43D3-8B79-37D633B846F1}">
                <asvg:svgBlip xmlns:asvg="http://schemas.microsoft.com/office/drawing/2016/SVG/main" r:embed="rId6"/>
              </a:ext>
            </a:extLst>
          </a:blip>
          <a:stretch/>
        </p:blipFill>
        <p:spPr>
          <a:xfrm>
            <a:off x="7096125" y="3219449"/>
            <a:ext cx="3048000" cy="476250"/>
          </a:xfrm>
          <a:prstGeom prst="rect">
            <a:avLst/>
          </a:prstGeom>
        </p:spPr>
      </p:pic>
      <p:sp>
        <p:nvSpPr>
          <p:cNvPr id="226076668" name="Rectangle 226076667">
            <a:extLst>
              <a:ext uri="{FF2B5EF4-FFF2-40B4-BE49-F238E27FC236}">
                <a16:creationId xmlns:a16="http://schemas.microsoft.com/office/drawing/2014/main" id="{B63F8B6E-B562-4BF3-B978-985F05403040}"/>
              </a:ext>
            </a:extLst>
          </p:cNvPr>
          <p:cNvSpPr>
            <a:spLocks noGrp="1"/>
          </p:cNvSpPr>
          <p:nvPr/>
        </p:nvSpPr>
        <p:spPr>
          <a:xfrm>
            <a:off x="1143000" y="4057650"/>
            <a:ext cx="2095500" cy="247650"/>
          </a:xfrm>
          <a:prstGeom prst="rect">
            <a:avLst/>
          </a:prstGeom>
          <a:noFill/>
          <a:ln w="0">
            <a:noFill/>
            <a:prstDash val="solid"/>
          </a:ln>
        </p:spPr>
        <p:txBody>
          <a:bodyPr/>
          <a:lstStyle/>
          <a:p>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882725437" name="Rectangle: Rounded Corners 882725436">
            <a:extLst>
              <a:ext uri="{FF2B5EF4-FFF2-40B4-BE49-F238E27FC236}">
                <a16:creationId xmlns:a16="http://schemas.microsoft.com/office/drawing/2014/main" id="{0AD39FE3-9FF3-43FE-A95B-43A5ABD9FAF4}"/>
              </a:ext>
            </a:extLst>
          </p:cNvPr>
          <p:cNvSpPr>
            <a:spLocks noGrp="1"/>
          </p:cNvSpPr>
          <p:nvPr/>
        </p:nvSpPr>
        <p:spPr>
          <a:xfrm>
            <a:off x="1428750" y="4410074"/>
            <a:ext cx="9334499" cy="675915"/>
          </a:xfrm>
          <a:prstGeom prst="roundRect">
            <a:avLst>
              <a:gd name="adj" fmla="val 11429"/>
            </a:avLst>
          </a:prstGeom>
          <a:solidFill>
            <a:srgbClr val="FFFFFF"/>
          </a:solidFill>
          <a:ln w="16193">
            <a:solidFill>
              <a:srgbClr val="EF4444"/>
            </a:solidFill>
            <a:prstDash val="solid"/>
          </a:ln>
        </p:spPr>
        <p:txBody>
          <a:bodyPr/>
          <a:lstStyle/>
          <a:p>
            <a:endParaRPr/>
          </a:p>
        </p:txBody>
      </p:sp>
      <p:pic>
        <p:nvPicPr>
          <p:cNvPr id="2028485181" name="Graphic 2145169561"/>
          <p:cNvPicPr>
            <a:picLocks noChangeAspect="1"/>
          </p:cNvPicPr>
          <p:nvPr/>
        </p:nvPicPr>
        <p:blipFill rotWithShape="1">
          <a:blip>
            <a:extLst>
              <a:ext uri="{96DAC541-7B7A-43D3-8B79-37D633B846F1}">
                <asvg:svgBlip xmlns:asvg="http://schemas.microsoft.com/office/drawing/2016/SVG/main" r:embed="rId7"/>
              </a:ext>
            </a:extLst>
          </a:blip>
          <a:stretch/>
        </p:blipFill>
        <p:spPr>
          <a:xfrm>
            <a:off x="1809750" y="4467225"/>
            <a:ext cx="8572500" cy="552450"/>
          </a:xfrm>
          <a:prstGeom prst="rect">
            <a:avLst/>
          </a:prstGeom>
        </p:spPr>
      </p:pic>
      <p:sp>
        <p:nvSpPr>
          <p:cNvPr id="1279759938" name="Rectangle: Rounded Corners 1279759937">
            <a:extLst>
              <a:ext uri="{FF2B5EF4-FFF2-40B4-BE49-F238E27FC236}">
                <a16:creationId xmlns:a16="http://schemas.microsoft.com/office/drawing/2014/main" id="{89E34C29-C6F9-4B24-886E-C3B5D616C2E9}"/>
              </a:ext>
            </a:extLst>
          </p:cNvPr>
          <p:cNvSpPr>
            <a:spLocks noGrp="1"/>
          </p:cNvSpPr>
          <p:nvPr/>
        </p:nvSpPr>
        <p:spPr>
          <a:xfrm>
            <a:off x="3143249" y="5314949"/>
            <a:ext cx="5905499" cy="549813"/>
          </a:xfrm>
          <a:prstGeom prst="roundRect">
            <a:avLst>
              <a:gd name="adj" fmla="val 15385"/>
            </a:avLst>
          </a:prstGeom>
          <a:solidFill>
            <a:srgbClr val="FFF7ED"/>
          </a:solidFill>
          <a:ln w="14288">
            <a:solidFill>
              <a:srgbClr val="F97316"/>
            </a:solidFill>
            <a:prstDash val="solid"/>
          </a:ln>
        </p:spPr>
        <p:txBody>
          <a:bodyPr/>
          <a:lstStyle/>
          <a:p>
            <a:endParaRPr/>
          </a:p>
        </p:txBody>
      </p:sp>
      <p:pic>
        <p:nvPicPr>
          <p:cNvPr id="2028485183" name="Graphic 1769991084"/>
          <p:cNvPicPr>
            <a:picLocks noChangeAspect="1"/>
          </p:cNvPicPr>
          <p:nvPr/>
        </p:nvPicPr>
        <p:blipFill rotWithShape="1">
          <a:blip>
            <a:extLst>
              <a:ext uri="{96DAC541-7B7A-43D3-8B79-37D633B846F1}">
                <asvg:svgBlip xmlns:asvg="http://schemas.microsoft.com/office/drawing/2016/SVG/main" r:embed="rId8"/>
              </a:ext>
            </a:extLst>
          </a:blip>
          <a:stretch/>
        </p:blipFill>
        <p:spPr>
          <a:xfrm>
            <a:off x="3429000" y="5343525"/>
            <a:ext cx="5334000" cy="438149"/>
          </a:xfrm>
          <a:prstGeom prst="rect">
            <a:avLst/>
          </a:prstGeom>
        </p:spPr>
      </p:pic>
    </p:spTree>
    <p:extLst>
      <p:ext uri="{BB962C8B-B14F-4D97-AF65-F5344CB8AC3E}">
        <p14:creationId xmlns:p14="http://schemas.microsoft.com/office/powerpoint/2010/main" val="944026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03728" name="Rectangle 1153616344">
            <a:extLst>
              <a:ext uri="{FF2B5EF4-FFF2-40B4-BE49-F238E27FC236}">
                <a16:creationId xmlns:a16="http://schemas.microsoft.com/office/drawing/2014/main" id="{9D79DFDB-FE1B-499D-AA85-CDF2EFD32E59}"/>
              </a:ext>
            </a:extLst>
          </p:cNvPr>
          <p:cNvSpPr>
            <a:spLocks noGrp="1"/>
          </p:cNvSpPr>
          <p:nvPr/>
        </p:nvSpPr>
        <p:spPr>
          <a:xfrm>
            <a:off x="609600" y="323850"/>
            <a:ext cx="4000500" cy="285750"/>
          </a:xfrm>
          <a:prstGeom prst="rect">
            <a:avLst/>
          </a:prstGeom>
          <a:noFill/>
          <a:ln w="0">
            <a:noFill/>
            <a:prstDash val="solid"/>
          </a:ln>
        </p:spPr>
        <p:txBody>
          <a:bodyPr anchor="ctr"/>
          <a:lstStyle/>
          <a:p>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513191435" name="Rectangle 900783331">
            <a:extLst>
              <a:ext uri="{FF2B5EF4-FFF2-40B4-BE49-F238E27FC236}">
                <a16:creationId xmlns:a16="http://schemas.microsoft.com/office/drawing/2014/main" id="{902D22AF-BCB8-43FE-8A7D-22D073F24EBB}"/>
              </a:ext>
            </a:extLst>
          </p:cNvPr>
          <p:cNvSpPr>
            <a:spLocks noGrp="1"/>
          </p:cNvSpPr>
          <p:nvPr/>
        </p:nvSpPr>
        <p:spPr>
          <a:xfrm>
            <a:off x="609600" y="590549"/>
            <a:ext cx="9334500" cy="590549"/>
          </a:xfrm>
          <a:prstGeom prst="rect">
            <a:avLst/>
          </a:prstGeom>
          <a:noFill/>
          <a:ln w="0">
            <a:noFill/>
            <a:prstDash val="solid"/>
          </a:ln>
        </p:spPr>
        <p:txBody>
          <a:bodyPr anchor="ctr"/>
          <a:lstStyle/>
          <a:p>
            <a:pPr algn="l">
              <a:buNone/>
              <a:defRPr sz="2850" b="1">
                <a:solidFill>
                  <a:srgbClr val="0B0F19"/>
                </a:solidFill>
                <a:latin typeface="Georgia"/>
                <a:ea typeface="Georgia"/>
                <a:cs typeface="Georgia"/>
              </a:defRPr>
            </a:pPr>
            <a:r>
              <a:rPr sz="2850" b="1" dirty="0">
                <a:solidFill>
                  <a:schemeClr val="tx1">
                    <a:lumMod val="65000"/>
                    <a:lumOff val="35000"/>
                  </a:schemeClr>
                </a:solidFill>
                <a:latin typeface="Georgia"/>
                <a:ea typeface="Georgia"/>
                <a:cs typeface="Georgia"/>
              </a:rPr>
              <a:t>Backpropagation uses the chain rule</a:t>
            </a:r>
          </a:p>
        </p:txBody>
      </p:sp>
      <p:sp>
        <p:nvSpPr>
          <p:cNvPr id="644133822" name="Rectangle 1675037776">
            <a:extLst>
              <a:ext uri="{FF2B5EF4-FFF2-40B4-BE49-F238E27FC236}">
                <a16:creationId xmlns:a16="http://schemas.microsoft.com/office/drawing/2014/main" id="{6E9D8E89-8333-46CC-B7E9-F5672D6267B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22</a:t>
            </a:r>
          </a:p>
        </p:txBody>
      </p:sp>
      <p:sp>
        <p:nvSpPr>
          <p:cNvPr id="829312679" name="Rectangle: Rounded Corners 829312678">
            <a:extLst>
              <a:ext uri="{FF2B5EF4-FFF2-40B4-BE49-F238E27FC236}">
                <a16:creationId xmlns:a16="http://schemas.microsoft.com/office/drawing/2014/main" id="{90E77F2B-D3C5-4F0C-A6C3-267E41793CE9}"/>
              </a:ext>
            </a:extLst>
          </p:cNvPr>
          <p:cNvSpPr>
            <a:spLocks noGrp="1"/>
          </p:cNvSpPr>
          <p:nvPr/>
        </p:nvSpPr>
        <p:spPr>
          <a:xfrm>
            <a:off x="609600" y="1352550"/>
            <a:ext cx="10972800" cy="4762500"/>
          </a:xfrm>
          <a:prstGeom prst="roundRect">
            <a:avLst>
              <a:gd name="adj" fmla="val 1600"/>
            </a:avLst>
          </a:prstGeom>
          <a:solidFill>
            <a:srgbClr val="F8FAFC"/>
          </a:solidFill>
          <a:ln w="9525">
            <a:solidFill>
              <a:srgbClr val="E2E8F0"/>
            </a:solidFill>
            <a:prstDash val="solid"/>
          </a:ln>
        </p:spPr>
        <p:txBody>
          <a:bodyPr/>
          <a:lstStyle/>
          <a:p>
            <a:endParaRPr/>
          </a:p>
        </p:txBody>
      </p:sp>
      <p:sp>
        <p:nvSpPr>
          <p:cNvPr id="122013397" name="Rectangle 122013396">
            <a:extLst>
              <a:ext uri="{FF2B5EF4-FFF2-40B4-BE49-F238E27FC236}">
                <a16:creationId xmlns:a16="http://schemas.microsoft.com/office/drawing/2014/main" id="{FA0803C4-C7C9-4529-AAA4-E7CBB2477340}"/>
              </a:ext>
            </a:extLst>
          </p:cNvPr>
          <p:cNvSpPr>
            <a:spLocks noGrp="1"/>
          </p:cNvSpPr>
          <p:nvPr/>
        </p:nvSpPr>
        <p:spPr>
          <a:xfrm>
            <a:off x="1143000" y="1714500"/>
            <a:ext cx="9906000" cy="323850"/>
          </a:xfrm>
          <a:prstGeom prst="rect">
            <a:avLst/>
          </a:prstGeom>
          <a:noFill/>
          <a:ln w="0">
            <a:noFill/>
            <a:prstDash val="solid"/>
          </a:ln>
        </p:spPr>
        <p:txBody>
          <a:bodyPr/>
          <a:lstStyle/>
          <a:p>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317120134" name="Arrow: Right 317120133">
            <a:extLst>
              <a:ext uri="{FF2B5EF4-FFF2-40B4-BE49-F238E27FC236}">
                <a16:creationId xmlns:a16="http://schemas.microsoft.com/office/drawing/2014/main" id="{B998207E-2030-47BA-B69D-C3F561D2A8A8}"/>
              </a:ext>
            </a:extLst>
          </p:cNvPr>
          <p:cNvSpPr>
            <a:spLocks noGrp="1"/>
          </p:cNvSpPr>
          <p:nvPr/>
        </p:nvSpPr>
        <p:spPr>
          <a:xfrm>
            <a:off x="2828925" y="2647949"/>
            <a:ext cx="762000" cy="361950"/>
          </a:xfrm>
          <a:prstGeom prst="rightArrow">
            <a:avLst>
              <a:gd name="adj1" fmla="val 50000"/>
              <a:gd name="adj2" fmla="val 50000"/>
            </a:avLst>
          </a:prstGeom>
          <a:solidFill>
            <a:srgbClr val="EFF6FF"/>
          </a:solidFill>
          <a:ln w="13335">
            <a:solidFill>
              <a:srgbClr val="2563EB"/>
            </a:solidFill>
            <a:prstDash val="solid"/>
          </a:ln>
        </p:spPr>
        <p:txBody>
          <a:bodyPr/>
          <a:lstStyle/>
          <a:p>
            <a:endParaRPr/>
          </a:p>
        </p:txBody>
      </p:sp>
      <p:sp>
        <p:nvSpPr>
          <p:cNvPr id="1214036268" name="Arrow: Right 1214036267">
            <a:extLst>
              <a:ext uri="{FF2B5EF4-FFF2-40B4-BE49-F238E27FC236}">
                <a16:creationId xmlns:a16="http://schemas.microsoft.com/office/drawing/2014/main" id="{2799B2DE-C115-4AC2-B320-D3DAF4A4C6A0}"/>
              </a:ext>
            </a:extLst>
          </p:cNvPr>
          <p:cNvSpPr>
            <a:spLocks noGrp="1"/>
          </p:cNvSpPr>
          <p:nvPr/>
        </p:nvSpPr>
        <p:spPr>
          <a:xfrm>
            <a:off x="5400675" y="2647949"/>
            <a:ext cx="762000" cy="361950"/>
          </a:xfrm>
          <a:prstGeom prst="rightArrow">
            <a:avLst>
              <a:gd name="adj1" fmla="val 50000"/>
              <a:gd name="adj2" fmla="val 50000"/>
            </a:avLst>
          </a:prstGeom>
          <a:solidFill>
            <a:srgbClr val="EFF6FF"/>
          </a:solidFill>
          <a:ln w="13335">
            <a:solidFill>
              <a:srgbClr val="2563EB"/>
            </a:solidFill>
            <a:prstDash val="solid"/>
          </a:ln>
        </p:spPr>
        <p:txBody>
          <a:bodyPr/>
          <a:lstStyle/>
          <a:p>
            <a:endParaRPr/>
          </a:p>
        </p:txBody>
      </p:sp>
      <p:sp>
        <p:nvSpPr>
          <p:cNvPr id="1681436009" name="Arrow: Right 1681436008">
            <a:extLst>
              <a:ext uri="{FF2B5EF4-FFF2-40B4-BE49-F238E27FC236}">
                <a16:creationId xmlns:a16="http://schemas.microsoft.com/office/drawing/2014/main" id="{70787BF0-0AF3-471B-ACD6-5A2CB3D186A8}"/>
              </a:ext>
            </a:extLst>
          </p:cNvPr>
          <p:cNvSpPr>
            <a:spLocks noGrp="1"/>
          </p:cNvSpPr>
          <p:nvPr/>
        </p:nvSpPr>
        <p:spPr>
          <a:xfrm>
            <a:off x="8067675" y="2647949"/>
            <a:ext cx="762000" cy="361950"/>
          </a:xfrm>
          <a:prstGeom prst="rightArrow">
            <a:avLst>
              <a:gd name="adj1" fmla="val 50000"/>
              <a:gd name="adj2" fmla="val 50000"/>
            </a:avLst>
          </a:prstGeom>
          <a:solidFill>
            <a:srgbClr val="EFF6FF"/>
          </a:solidFill>
          <a:ln w="13335">
            <a:solidFill>
              <a:srgbClr val="2563EB"/>
            </a:solidFill>
            <a:prstDash val="solid"/>
          </a:ln>
        </p:spPr>
        <p:txBody>
          <a:bodyPr/>
          <a:lstStyle/>
          <a:p>
            <a:endParaRPr/>
          </a:p>
        </p:txBody>
      </p:sp>
      <p:sp>
        <p:nvSpPr>
          <p:cNvPr id="601838431" name="Arrow: Left 601838430">
            <a:extLst>
              <a:ext uri="{FF2B5EF4-FFF2-40B4-BE49-F238E27FC236}">
                <a16:creationId xmlns:a16="http://schemas.microsoft.com/office/drawing/2014/main" id="{C3D37A52-E3B7-4B60-906A-C3102964A682}"/>
              </a:ext>
            </a:extLst>
          </p:cNvPr>
          <p:cNvSpPr>
            <a:spLocks noGrp="1"/>
          </p:cNvSpPr>
          <p:nvPr/>
        </p:nvSpPr>
        <p:spPr>
          <a:xfrm>
            <a:off x="2828925" y="3571875"/>
            <a:ext cx="762000" cy="361950"/>
          </a:xfrm>
          <a:prstGeom prst="leftArrow">
            <a:avLst>
              <a:gd name="adj1" fmla="val 50000"/>
              <a:gd name="adj2" fmla="val 50000"/>
            </a:avLst>
          </a:prstGeom>
          <a:solidFill>
            <a:srgbClr val="FEF2F2"/>
          </a:solidFill>
          <a:ln w="13335">
            <a:solidFill>
              <a:srgbClr val="EF4444"/>
            </a:solidFill>
            <a:prstDash val="solid"/>
          </a:ln>
        </p:spPr>
        <p:txBody>
          <a:bodyPr/>
          <a:lstStyle/>
          <a:p>
            <a:endParaRPr/>
          </a:p>
        </p:txBody>
      </p:sp>
      <p:sp>
        <p:nvSpPr>
          <p:cNvPr id="1668378" name="Arrow: Left 1668377">
            <a:extLst>
              <a:ext uri="{FF2B5EF4-FFF2-40B4-BE49-F238E27FC236}">
                <a16:creationId xmlns:a16="http://schemas.microsoft.com/office/drawing/2014/main" id="{A143ACDA-2898-4374-8E9F-DE4E207475C3}"/>
              </a:ext>
            </a:extLst>
          </p:cNvPr>
          <p:cNvSpPr>
            <a:spLocks noGrp="1"/>
          </p:cNvSpPr>
          <p:nvPr/>
        </p:nvSpPr>
        <p:spPr>
          <a:xfrm>
            <a:off x="5400675" y="3571875"/>
            <a:ext cx="762000" cy="361950"/>
          </a:xfrm>
          <a:prstGeom prst="leftArrow">
            <a:avLst>
              <a:gd name="adj1" fmla="val 50000"/>
              <a:gd name="adj2" fmla="val 50000"/>
            </a:avLst>
          </a:prstGeom>
          <a:solidFill>
            <a:srgbClr val="FEF2F2"/>
          </a:solidFill>
          <a:ln w="13335">
            <a:solidFill>
              <a:srgbClr val="EF4444"/>
            </a:solidFill>
            <a:prstDash val="solid"/>
          </a:ln>
        </p:spPr>
        <p:txBody>
          <a:bodyPr/>
          <a:lstStyle/>
          <a:p>
            <a:endParaRPr/>
          </a:p>
        </p:txBody>
      </p:sp>
      <p:sp>
        <p:nvSpPr>
          <p:cNvPr id="932365598" name="Arrow: Left 932365597">
            <a:extLst>
              <a:ext uri="{FF2B5EF4-FFF2-40B4-BE49-F238E27FC236}">
                <a16:creationId xmlns:a16="http://schemas.microsoft.com/office/drawing/2014/main" id="{3071B959-CFA9-4C6E-8DE5-B5C4B45FD4AA}"/>
              </a:ext>
            </a:extLst>
          </p:cNvPr>
          <p:cNvSpPr>
            <a:spLocks noGrp="1"/>
          </p:cNvSpPr>
          <p:nvPr/>
        </p:nvSpPr>
        <p:spPr>
          <a:xfrm>
            <a:off x="8067675" y="3571875"/>
            <a:ext cx="762000" cy="361950"/>
          </a:xfrm>
          <a:prstGeom prst="leftArrow">
            <a:avLst>
              <a:gd name="adj1" fmla="val 50000"/>
              <a:gd name="adj2" fmla="val 50000"/>
            </a:avLst>
          </a:prstGeom>
          <a:solidFill>
            <a:srgbClr val="FEF2F2"/>
          </a:solidFill>
          <a:ln w="13335">
            <a:solidFill>
              <a:srgbClr val="EF4444"/>
            </a:solidFill>
            <a:prstDash val="solid"/>
          </a:ln>
        </p:spPr>
        <p:txBody>
          <a:bodyPr/>
          <a:lstStyle/>
          <a:p>
            <a:endParaRPr/>
          </a:p>
        </p:txBody>
      </p:sp>
      <p:sp>
        <p:nvSpPr>
          <p:cNvPr id="82261706" name="Rectangle: Rounded Corners 82261705">
            <a:extLst>
              <a:ext uri="{FF2B5EF4-FFF2-40B4-BE49-F238E27FC236}">
                <a16:creationId xmlns:a16="http://schemas.microsoft.com/office/drawing/2014/main" id="{AC283866-8670-4EAC-B37E-E617E2704366}"/>
              </a:ext>
            </a:extLst>
          </p:cNvPr>
          <p:cNvSpPr>
            <a:spLocks noGrp="1"/>
          </p:cNvSpPr>
          <p:nvPr/>
        </p:nvSpPr>
        <p:spPr>
          <a:xfrm>
            <a:off x="1143000" y="2381250"/>
            <a:ext cx="1571625" cy="857250"/>
          </a:xfrm>
          <a:prstGeom prst="roundRect">
            <a:avLst>
              <a:gd name="adj" fmla="val 8889"/>
            </a:avLst>
          </a:prstGeom>
          <a:solidFill>
            <a:srgbClr val="FFFFFF"/>
          </a:solidFill>
          <a:ln w="14288">
            <a:solidFill>
              <a:srgbClr val="CBD5E1"/>
            </a:solidFill>
            <a:prstDash val="solid"/>
          </a:ln>
        </p:spPr>
        <p:txBody>
          <a:bodyPr anchor="ctr"/>
          <a:lstStyle/>
          <a:p>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979735123" name="Rectangle: Rounded Corners 979735122">
            <a:extLst>
              <a:ext uri="{FF2B5EF4-FFF2-40B4-BE49-F238E27FC236}">
                <a16:creationId xmlns:a16="http://schemas.microsoft.com/office/drawing/2014/main" id="{1A426185-70C9-4C61-9BBC-D7F4DF5113EC}"/>
              </a:ext>
            </a:extLst>
          </p:cNvPr>
          <p:cNvSpPr>
            <a:spLocks noGrp="1"/>
          </p:cNvSpPr>
          <p:nvPr/>
        </p:nvSpPr>
        <p:spPr>
          <a:xfrm>
            <a:off x="3714750" y="2381250"/>
            <a:ext cx="1571625" cy="857250"/>
          </a:xfrm>
          <a:prstGeom prst="roundRect">
            <a:avLst>
              <a:gd name="adj" fmla="val 8889"/>
            </a:avLst>
          </a:prstGeom>
          <a:solidFill>
            <a:srgbClr val="EFF6FF"/>
          </a:solidFill>
          <a:ln w="14288">
            <a:solidFill>
              <a:srgbClr val="2563EB"/>
            </a:solidFill>
            <a:prstDash val="solid"/>
          </a:ln>
        </p:spPr>
        <p:txBody>
          <a:bodyPr anchor="ctr"/>
          <a:lstStyle/>
          <a:p>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2006508149" name="Rectangle: Rounded Corners 2006508148">
            <a:extLst>
              <a:ext uri="{FF2B5EF4-FFF2-40B4-BE49-F238E27FC236}">
                <a16:creationId xmlns:a16="http://schemas.microsoft.com/office/drawing/2014/main" id="{CEA24399-7DD8-4963-9488-A30A9CA36E41}"/>
              </a:ext>
            </a:extLst>
          </p:cNvPr>
          <p:cNvSpPr>
            <a:spLocks noGrp="1"/>
          </p:cNvSpPr>
          <p:nvPr/>
        </p:nvSpPr>
        <p:spPr>
          <a:xfrm>
            <a:off x="6381750" y="2381250"/>
            <a:ext cx="1571625" cy="857250"/>
          </a:xfrm>
          <a:prstGeom prst="roundRect">
            <a:avLst>
              <a:gd name="adj" fmla="val 8889"/>
            </a:avLst>
          </a:prstGeom>
          <a:solidFill>
            <a:srgbClr val="ECFDF5"/>
          </a:solidFill>
          <a:ln w="14288">
            <a:solidFill>
              <a:srgbClr val="059669"/>
            </a:solidFill>
            <a:prstDash val="solid"/>
          </a:ln>
        </p:spPr>
        <p:txBody>
          <a:bodyPr anchor="ctr"/>
          <a:lstStyle/>
          <a:p>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1981951544" name="Rectangle: Rounded Corners 1981951543">
            <a:extLst>
              <a:ext uri="{FF2B5EF4-FFF2-40B4-BE49-F238E27FC236}">
                <a16:creationId xmlns:a16="http://schemas.microsoft.com/office/drawing/2014/main" id="{FCD95DB0-DC84-4462-B362-9AB595684FF3}"/>
              </a:ext>
            </a:extLst>
          </p:cNvPr>
          <p:cNvSpPr>
            <a:spLocks noGrp="1"/>
          </p:cNvSpPr>
          <p:nvPr/>
        </p:nvSpPr>
        <p:spPr>
          <a:xfrm>
            <a:off x="9144000" y="2381250"/>
            <a:ext cx="1571625" cy="857250"/>
          </a:xfrm>
          <a:prstGeom prst="roundRect">
            <a:avLst>
              <a:gd name="adj" fmla="val 8889"/>
            </a:avLst>
          </a:prstGeom>
          <a:solidFill>
            <a:srgbClr val="FEF2F2"/>
          </a:solidFill>
          <a:ln w="14288">
            <a:solidFill>
              <a:srgbClr val="EF4444"/>
            </a:solidFill>
            <a:prstDash val="solid"/>
          </a:ln>
        </p:spPr>
        <p:txBody>
          <a:bodyPr anchor="ctr"/>
          <a:lstStyle/>
          <a:p>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1169762884" name="Rectangle 1169762883">
            <a:extLst>
              <a:ext uri="{FF2B5EF4-FFF2-40B4-BE49-F238E27FC236}">
                <a16:creationId xmlns:a16="http://schemas.microsoft.com/office/drawing/2014/main" id="{5F7B7C35-D839-4CC4-BFBD-246158522003}"/>
              </a:ext>
            </a:extLst>
          </p:cNvPr>
          <p:cNvSpPr>
            <a:spLocks noGrp="1"/>
          </p:cNvSpPr>
          <p:nvPr/>
        </p:nvSpPr>
        <p:spPr>
          <a:xfrm>
            <a:off x="3381375" y="2095500"/>
            <a:ext cx="5429250" cy="238125"/>
          </a:xfrm>
          <a:prstGeom prst="rect">
            <a:avLst/>
          </a:prstGeom>
          <a:noFill/>
          <a:ln w="0">
            <a:noFill/>
            <a:prstDash val="solid"/>
          </a:ln>
        </p:spPr>
        <p:txBody>
          <a:bodyPr/>
          <a:lstStyle/>
          <a:p>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566839673" name="Rectangle 1566839672">
            <a:extLst>
              <a:ext uri="{FF2B5EF4-FFF2-40B4-BE49-F238E27FC236}">
                <a16:creationId xmlns:a16="http://schemas.microsoft.com/office/drawing/2014/main" id="{1A91A2CC-2F44-4821-8955-E2416183C5C1}"/>
              </a:ext>
            </a:extLst>
          </p:cNvPr>
          <p:cNvSpPr>
            <a:spLocks noGrp="1"/>
          </p:cNvSpPr>
          <p:nvPr/>
        </p:nvSpPr>
        <p:spPr>
          <a:xfrm>
            <a:off x="3000375" y="4000500"/>
            <a:ext cx="6191250" cy="238125"/>
          </a:xfrm>
          <a:prstGeom prst="rect">
            <a:avLst/>
          </a:prstGeom>
          <a:noFill/>
          <a:ln w="0">
            <a:noFill/>
            <a:prstDash val="solid"/>
          </a:ln>
        </p:spPr>
        <p:txBody>
          <a:bodyPr/>
          <a:lstStyle/>
          <a:p>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779932145" name="Rectangle: Rounded Corners 1779932144">
            <a:extLst>
              <a:ext uri="{FF2B5EF4-FFF2-40B4-BE49-F238E27FC236}">
                <a16:creationId xmlns:a16="http://schemas.microsoft.com/office/drawing/2014/main" id="{79DE9BF7-5EF6-445C-B30D-4558ED33CDA0}"/>
              </a:ext>
            </a:extLst>
          </p:cNvPr>
          <p:cNvSpPr>
            <a:spLocks noGrp="1"/>
          </p:cNvSpPr>
          <p:nvPr/>
        </p:nvSpPr>
        <p:spPr>
          <a:xfrm>
            <a:off x="1571623" y="4450990"/>
            <a:ext cx="9048749" cy="702034"/>
          </a:xfrm>
          <a:prstGeom prst="roundRect">
            <a:avLst>
              <a:gd name="adj" fmla="val 12121"/>
            </a:avLst>
          </a:prstGeom>
          <a:solidFill>
            <a:srgbClr val="FFFFFF"/>
          </a:solidFill>
          <a:ln w="17145">
            <a:solidFill>
              <a:srgbClr val="EF4444"/>
            </a:solidFill>
            <a:prstDash val="solid"/>
          </a:ln>
        </p:spPr>
        <p:txBody>
          <a:bodyPr anchor="ctr"/>
          <a:lstStyle/>
          <a:p>
            <a:pPr algn="ctr">
              <a:buNone/>
              <a:defRPr sz="2050" b="1">
                <a:solidFill>
                  <a:srgbClr val="0B0F19"/>
                </a:solidFill>
                <a:latin typeface="Calibri"/>
                <a:ea typeface="Calibri"/>
                <a:cs typeface="Calibri"/>
              </a:defRPr>
            </a:pPr>
            <a:endParaRPr/>
          </a:p>
        </p:txBody>
      </p:sp>
      <p:sp>
        <p:nvSpPr>
          <p:cNvPr id="1594311439" name="Rectangle: Rounded Corners 1594311438">
            <a:extLst>
              <a:ext uri="{FF2B5EF4-FFF2-40B4-BE49-F238E27FC236}">
                <a16:creationId xmlns:a16="http://schemas.microsoft.com/office/drawing/2014/main" id="{D60258D2-5C99-4D22-A52C-EA1AF48E0E4B}"/>
              </a:ext>
            </a:extLst>
          </p:cNvPr>
          <p:cNvSpPr>
            <a:spLocks noGrp="1"/>
          </p:cNvSpPr>
          <p:nvPr/>
        </p:nvSpPr>
        <p:spPr>
          <a:xfrm>
            <a:off x="3333749" y="5265707"/>
            <a:ext cx="5524499" cy="592167"/>
          </a:xfrm>
          <a:prstGeom prst="roundRect">
            <a:avLst>
              <a:gd name="adj" fmla="val 16000"/>
            </a:avLst>
          </a:prstGeom>
          <a:solidFill>
            <a:srgbClr val="FFF7ED"/>
          </a:solidFill>
          <a:ln w="14288">
            <a:solidFill>
              <a:srgbClr val="F97316"/>
            </a:solidFill>
            <a:prstDash val="solid"/>
          </a:ln>
        </p:spPr>
        <p:txBody>
          <a:bodyPr anchor="ctr"/>
          <a:lstStyle/>
          <a:p>
            <a:pPr algn="ctr">
              <a:buNone/>
              <a:defRPr sz="1650" b="1">
                <a:solidFill>
                  <a:srgbClr val="C2410C"/>
                </a:solidFill>
                <a:latin typeface="Calibri"/>
                <a:ea typeface="Calibri"/>
                <a:cs typeface="Calibri"/>
              </a:defRPr>
            </a:pPr>
            <a:endParaRPr/>
          </a:p>
        </p:txBody>
      </p:sp>
      <p:pic>
        <p:nvPicPr>
          <p:cNvPr id="2006508171" name="Graphic 2043260690"/>
          <p:cNvPicPr>
            <a:picLocks noChangeAspect="1"/>
          </p:cNvPicPr>
          <p:nvPr/>
        </p:nvPicPr>
        <p:blipFill rotWithShape="1">
          <a:blip>
            <a:extLst>
              <a:ext uri="{96DAC541-7B7A-43D3-8B79-37D633B846F1}">
                <asvg:svgBlip xmlns:asvg="http://schemas.microsoft.com/office/drawing/2016/SVG/main" r:embed="rId3"/>
              </a:ext>
            </a:extLst>
          </a:blip>
          <a:stretch/>
        </p:blipFill>
        <p:spPr>
          <a:xfrm>
            <a:off x="2000250" y="4514850"/>
            <a:ext cx="8572500" cy="609600"/>
          </a:xfrm>
          <a:prstGeom prst="rect">
            <a:avLst/>
          </a:prstGeom>
        </p:spPr>
      </p:pic>
      <p:pic>
        <p:nvPicPr>
          <p:cNvPr id="2006508172" name="Graphic 50783598"/>
          <p:cNvPicPr>
            <a:picLocks noChangeAspect="1"/>
          </p:cNvPicPr>
          <p:nvPr/>
        </p:nvPicPr>
        <p:blipFill rotWithShape="1">
          <a:blip>
            <a:extLst>
              <a:ext uri="{96DAC541-7B7A-43D3-8B79-37D633B846F1}">
                <asvg:svgBlip xmlns:asvg="http://schemas.microsoft.com/office/drawing/2016/SVG/main" r:embed="rId4"/>
              </a:ext>
            </a:extLst>
          </a:blip>
          <a:stretch/>
        </p:blipFill>
        <p:spPr>
          <a:xfrm>
            <a:off x="4095750" y="5353050"/>
            <a:ext cx="4762500" cy="514350"/>
          </a:xfrm>
          <a:prstGeom prst="rect">
            <a:avLst/>
          </a:prstGeom>
        </p:spPr>
      </p:pic>
    </p:spTree>
    <p:extLst>
      <p:ext uri="{BB962C8B-B14F-4D97-AF65-F5344CB8AC3E}">
        <p14:creationId xmlns:p14="http://schemas.microsoft.com/office/powerpoint/2010/main" val="621192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8559349" name="Rectangle 549712311">
            <a:extLst>
              <a:ext uri="{FF2B5EF4-FFF2-40B4-BE49-F238E27FC236}">
                <a16:creationId xmlns:a16="http://schemas.microsoft.com/office/drawing/2014/main" id="{BDC6DEAB-09DA-434B-904B-35F22F622583}"/>
              </a:ext>
            </a:extLst>
          </p:cNvPr>
          <p:cNvSpPr>
            <a:spLocks noGrp="1"/>
          </p:cNvSpPr>
          <p:nvPr/>
        </p:nvSpPr>
        <p:spPr>
          <a:xfrm>
            <a:off x="609599" y="323849"/>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486064002" name="Rectangle 504424573">
            <a:extLst>
              <a:ext uri="{FF2B5EF4-FFF2-40B4-BE49-F238E27FC236}">
                <a16:creationId xmlns:a16="http://schemas.microsoft.com/office/drawing/2014/main" id="{699F5739-B8F4-4405-8083-DB8369BEFEDD}"/>
              </a:ext>
            </a:extLst>
          </p:cNvPr>
          <p:cNvSpPr>
            <a:spLocks noGrp="1"/>
          </p:cNvSpPr>
          <p:nvPr/>
        </p:nvSpPr>
        <p:spPr>
          <a:xfrm>
            <a:off x="609599" y="590548"/>
            <a:ext cx="9334500" cy="590548"/>
          </a:xfrm>
          <a:prstGeom prst="rect">
            <a:avLst/>
          </a:prstGeom>
          <a:noFill/>
          <a:ln w="0">
            <a:noFill/>
            <a:prstDash val="solid"/>
          </a:ln>
        </p:spPr>
        <p:txBody>
          <a:bodyPr/>
          <a:lstStyle/>
          <a:p>
            <a:pPr algn="l">
              <a:buNone/>
              <a:defRPr sz="3150" b="1">
                <a:solidFill>
                  <a:srgbClr val="0B0F19"/>
                </a:solidFill>
              </a:defRPr>
            </a:pPr>
            <a:r>
              <a:rPr sz="3150" b="1" dirty="0">
                <a:solidFill>
                  <a:schemeClr val="tx1">
                    <a:lumMod val="65000"/>
                    <a:lumOff val="35000"/>
                  </a:schemeClr>
                </a:solidFill>
              </a:rPr>
              <a:t>Neural network: basic structure</a:t>
            </a:r>
          </a:p>
        </p:txBody>
      </p:sp>
      <p:sp>
        <p:nvSpPr>
          <p:cNvPr id="1503402353" name="Rectangle: Rounded Corners 8473207">
            <a:extLst>
              <a:ext uri="{FF2B5EF4-FFF2-40B4-BE49-F238E27FC236}">
                <a16:creationId xmlns:a16="http://schemas.microsoft.com/office/drawing/2014/main" id="{A53FA8BD-8AB6-4A59-BC1A-E0FE3AD1AC2A}"/>
              </a:ext>
            </a:extLst>
          </p:cNvPr>
          <p:cNvSpPr>
            <a:spLocks noGrp="1"/>
          </p:cNvSpPr>
          <p:nvPr/>
        </p:nvSpPr>
        <p:spPr>
          <a:xfrm>
            <a:off x="609599" y="1333789"/>
            <a:ext cx="10972800" cy="4762499"/>
          </a:xfrm>
          <a:prstGeom prst="roundRect">
            <a:avLst>
              <a:gd name="adj" fmla="val 1600"/>
            </a:avLst>
          </a:prstGeom>
          <a:solidFill>
            <a:srgbClr val="F8FAFC"/>
          </a:solidFill>
          <a:ln w="14288">
            <a:solidFill>
              <a:srgbClr val="E2E8F0"/>
            </a:solidFill>
            <a:prstDash val="solid"/>
          </a:ln>
        </p:spPr>
        <p:txBody>
          <a:bodyPr wrap="none" anchor="ctr"/>
          <a:lstStyle/>
          <a:p>
            <a:pPr>
              <a:buNone/>
            </a:pPr>
            <a:endParaRPr/>
          </a:p>
        </p:txBody>
      </p:sp>
      <p:sp>
        <p:nvSpPr>
          <p:cNvPr id="838397220" name="Rectangle 1736954645">
            <a:extLst>
              <a:ext uri="{FF2B5EF4-FFF2-40B4-BE49-F238E27FC236}">
                <a16:creationId xmlns:a16="http://schemas.microsoft.com/office/drawing/2014/main" id="{9B19AAEB-0E01-4C28-87DF-EDE931846075}"/>
              </a:ext>
            </a:extLst>
          </p:cNvPr>
          <p:cNvSpPr>
            <a:spLocks noGrp="1"/>
          </p:cNvSpPr>
          <p:nvPr/>
        </p:nvSpPr>
        <p:spPr>
          <a:xfrm>
            <a:off x="11106150" y="6286500"/>
            <a:ext cx="476249"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16</a:t>
            </a:r>
          </a:p>
        </p:txBody>
      </p:sp>
      <p:sp>
        <p:nvSpPr>
          <p:cNvPr id="1503402354" name="Oval 1503402353">
            <a:extLst>
              <a:ext uri="{FF2B5EF4-FFF2-40B4-BE49-F238E27FC236}">
                <a16:creationId xmlns:a16="http://schemas.microsoft.com/office/drawing/2014/main" id="{6BCF0C3F-DC81-4B4B-87E7-1D2C33249878}"/>
              </a:ext>
            </a:extLst>
          </p:cNvPr>
          <p:cNvSpPr>
            <a:spLocks noGrp="1"/>
          </p:cNvSpPr>
          <p:nvPr/>
        </p:nvSpPr>
        <p:spPr>
          <a:xfrm>
            <a:off x="2857500" y="2524125"/>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1503402355" name="Oval 1503402354">
            <a:extLst>
              <a:ext uri="{FF2B5EF4-FFF2-40B4-BE49-F238E27FC236}">
                <a16:creationId xmlns:a16="http://schemas.microsoft.com/office/drawing/2014/main" id="{DA84D205-061A-43FC-8B61-AB43B12A55C2}"/>
              </a:ext>
            </a:extLst>
          </p:cNvPr>
          <p:cNvSpPr>
            <a:spLocks noGrp="1"/>
          </p:cNvSpPr>
          <p:nvPr/>
        </p:nvSpPr>
        <p:spPr>
          <a:xfrm>
            <a:off x="2857500" y="4048125"/>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503402356" name="Oval 1503402355">
            <a:extLst>
              <a:ext uri="{FF2B5EF4-FFF2-40B4-BE49-F238E27FC236}">
                <a16:creationId xmlns:a16="http://schemas.microsoft.com/office/drawing/2014/main" id="{494A4A13-E55B-4C82-9695-A15661496E41}"/>
              </a:ext>
            </a:extLst>
          </p:cNvPr>
          <p:cNvSpPr>
            <a:spLocks noGrp="1"/>
          </p:cNvSpPr>
          <p:nvPr/>
        </p:nvSpPr>
        <p:spPr>
          <a:xfrm>
            <a:off x="8572500" y="2524125"/>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503402357" name="Oval 1503402356">
            <a:extLst>
              <a:ext uri="{FF2B5EF4-FFF2-40B4-BE49-F238E27FC236}">
                <a16:creationId xmlns:a16="http://schemas.microsoft.com/office/drawing/2014/main" id="{A9919315-48B1-42B2-A59C-FC2D89F35E49}"/>
              </a:ext>
            </a:extLst>
          </p:cNvPr>
          <p:cNvSpPr>
            <a:spLocks noGrp="1"/>
          </p:cNvSpPr>
          <p:nvPr/>
        </p:nvSpPr>
        <p:spPr>
          <a:xfrm>
            <a:off x="8572500" y="4048125"/>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1503402388" name="Straight Arrow Connector 1503402375"/>
          <p:cNvCxnSpPr>
            <a:stCxn id="1503402354" idx="6"/>
            <a:endCxn id="1503402356" idx="2"/>
          </p:cNvCxnSpPr>
          <p:nvPr/>
        </p:nvCxnSpPr>
        <p:spPr>
          <a:xfrm>
            <a:off x="3352800" y="2771775"/>
            <a:ext cx="5219700" cy="0"/>
          </a:xfrm>
          <a:prstGeom prst="straightConnector1">
            <a:avLst/>
          </a:prstGeom>
          <a:ln w="11906">
            <a:solidFill>
              <a:srgbClr val="D7DEE9"/>
            </a:solidFill>
            <a:prstDash val="solid"/>
          </a:ln>
        </p:spPr>
      </p:cxnSp>
      <p:cxnSp>
        <p:nvCxnSpPr>
          <p:cNvPr id="1503402389" name="Straight Arrow Connector 1503402376"/>
          <p:cNvCxnSpPr>
            <a:stCxn id="1503402354" idx="6"/>
            <a:endCxn id="1503402357" idx="2"/>
          </p:cNvCxnSpPr>
          <p:nvPr/>
        </p:nvCxnSpPr>
        <p:spPr>
          <a:xfrm>
            <a:off x="3352800" y="2771775"/>
            <a:ext cx="5219700" cy="1524000"/>
          </a:xfrm>
          <a:prstGeom prst="straightConnector1">
            <a:avLst/>
          </a:prstGeom>
          <a:ln w="11906">
            <a:solidFill>
              <a:srgbClr val="D7DEE9"/>
            </a:solidFill>
            <a:prstDash val="solid"/>
          </a:ln>
        </p:spPr>
      </p:cxnSp>
      <p:cxnSp>
        <p:nvCxnSpPr>
          <p:cNvPr id="1503402390" name="Straight Arrow Connector 1503402377"/>
          <p:cNvCxnSpPr>
            <a:stCxn id="1503402355" idx="6"/>
            <a:endCxn id="1503402356" idx="2"/>
          </p:cNvCxnSpPr>
          <p:nvPr/>
        </p:nvCxnSpPr>
        <p:spPr>
          <a:xfrm flipV="1">
            <a:off x="3352800" y="2771775"/>
            <a:ext cx="5219700" cy="1524000"/>
          </a:xfrm>
          <a:prstGeom prst="straightConnector1">
            <a:avLst/>
          </a:prstGeom>
          <a:ln w="11906">
            <a:solidFill>
              <a:srgbClr val="D7DEE9"/>
            </a:solidFill>
            <a:prstDash val="solid"/>
          </a:ln>
        </p:spPr>
      </p:cxnSp>
      <p:cxnSp>
        <p:nvCxnSpPr>
          <p:cNvPr id="1503402391" name="Straight Arrow Connector 1503402378"/>
          <p:cNvCxnSpPr>
            <a:stCxn id="1503402355" idx="6"/>
            <a:endCxn id="1503402357" idx="2"/>
          </p:cNvCxnSpPr>
          <p:nvPr/>
        </p:nvCxnSpPr>
        <p:spPr>
          <a:xfrm>
            <a:off x="3352800" y="4295775"/>
            <a:ext cx="5219700" cy="0"/>
          </a:xfrm>
          <a:prstGeom prst="straightConnector1">
            <a:avLst/>
          </a:prstGeom>
          <a:ln w="11906">
            <a:solidFill>
              <a:srgbClr val="D7DEE9"/>
            </a:solidFill>
            <a:prstDash val="solid"/>
          </a:ln>
        </p:spPr>
      </p:cxnSp>
      <p:sp>
        <p:nvSpPr>
          <p:cNvPr id="1503402362" name="Rectangle 1503402361">
            <a:extLst>
              <a:ext uri="{FF2B5EF4-FFF2-40B4-BE49-F238E27FC236}">
                <a16:creationId xmlns:a16="http://schemas.microsoft.com/office/drawing/2014/main" id="{2F81513D-8196-4524-AD44-7D6F6FC6DDB6}"/>
              </a:ext>
            </a:extLst>
          </p:cNvPr>
          <p:cNvSpPr>
            <a:spLocks noGrp="1"/>
          </p:cNvSpPr>
          <p:nvPr/>
        </p:nvSpPr>
        <p:spPr>
          <a:xfrm>
            <a:off x="5381625" y="2495550"/>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1503402363" name="Rectangle 1503402362">
            <a:extLst>
              <a:ext uri="{FF2B5EF4-FFF2-40B4-BE49-F238E27FC236}">
                <a16:creationId xmlns:a16="http://schemas.microsoft.com/office/drawing/2014/main" id="{12E562C8-16E6-4198-AF14-643539850E12}"/>
              </a:ext>
            </a:extLst>
          </p:cNvPr>
          <p:cNvSpPr>
            <a:spLocks noGrp="1"/>
          </p:cNvSpPr>
          <p:nvPr/>
        </p:nvSpPr>
        <p:spPr>
          <a:xfrm>
            <a:off x="4987146" y="3133870"/>
            <a:ext cx="59055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1503402364" name="Rectangle 1503402363">
            <a:extLst>
              <a:ext uri="{FF2B5EF4-FFF2-40B4-BE49-F238E27FC236}">
                <a16:creationId xmlns:a16="http://schemas.microsoft.com/office/drawing/2014/main" id="{C628ED88-6B15-4620-A300-FFC52F63D5D8}"/>
              </a:ext>
            </a:extLst>
          </p:cNvPr>
          <p:cNvSpPr>
            <a:spLocks noGrp="1"/>
          </p:cNvSpPr>
          <p:nvPr/>
        </p:nvSpPr>
        <p:spPr>
          <a:xfrm>
            <a:off x="6282546" y="3133870"/>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503402365" name="Rectangle 1503402364">
            <a:extLst>
              <a:ext uri="{FF2B5EF4-FFF2-40B4-BE49-F238E27FC236}">
                <a16:creationId xmlns:a16="http://schemas.microsoft.com/office/drawing/2014/main" id="{7E9DAB98-037B-4FF2-8C50-60E6B8A42115}"/>
              </a:ext>
            </a:extLst>
          </p:cNvPr>
          <p:cNvSpPr>
            <a:spLocks noGrp="1"/>
          </p:cNvSpPr>
          <p:nvPr/>
        </p:nvSpPr>
        <p:spPr>
          <a:xfrm>
            <a:off x="5381625" y="4019550"/>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
        <p:nvSpPr>
          <p:cNvPr id="1503402366" name="Rectangle 1503402365">
            <a:extLst>
              <a:ext uri="{FF2B5EF4-FFF2-40B4-BE49-F238E27FC236}">
                <a16:creationId xmlns:a16="http://schemas.microsoft.com/office/drawing/2014/main" id="{50FBE83A-0119-42FA-93E5-0A4062FDAB55}"/>
              </a:ext>
            </a:extLst>
          </p:cNvPr>
          <p:cNvSpPr>
            <a:spLocks noGrp="1"/>
          </p:cNvSpPr>
          <p:nvPr/>
        </p:nvSpPr>
        <p:spPr>
          <a:xfrm>
            <a:off x="2533650" y="1790845"/>
            <a:ext cx="1143000" cy="247650"/>
          </a:xfrm>
          <a:prstGeom prst="rect">
            <a:avLst/>
          </a:prstGeom>
          <a:noFill/>
          <a:ln w="0">
            <a:noFill/>
            <a:prstDash val="solid"/>
          </a:ln>
        </p:spPr>
        <p:txBody>
          <a:bodyPr anchor="ctr"/>
          <a:lstStyle/>
          <a:p>
            <a:pPr algn="ctr">
              <a:buNone/>
              <a:defRPr sz="1275" b="0">
                <a:solidFill>
                  <a:srgbClr val="667085"/>
                </a:solidFill>
                <a:latin typeface="Times New Roman"/>
                <a:ea typeface="Times New Roman"/>
                <a:cs typeface="Times New Roman"/>
              </a:defRPr>
            </a:pPr>
            <a:r>
              <a:rPr sz="1275" b="0">
                <a:solidFill>
                  <a:srgbClr val="667085"/>
                </a:solidFill>
                <a:latin typeface="Times New Roman"/>
                <a:ea typeface="Times New Roman"/>
                <a:cs typeface="Times New Roman"/>
              </a:rPr>
              <a:t>input</a:t>
            </a:r>
          </a:p>
        </p:txBody>
      </p:sp>
      <p:sp>
        <p:nvSpPr>
          <p:cNvPr id="1503402367" name="Rectangle 1503402366">
            <a:extLst>
              <a:ext uri="{FF2B5EF4-FFF2-40B4-BE49-F238E27FC236}">
                <a16:creationId xmlns:a16="http://schemas.microsoft.com/office/drawing/2014/main" id="{9E40AF64-DE5A-4540-B34E-629E8C04B27C}"/>
              </a:ext>
            </a:extLst>
          </p:cNvPr>
          <p:cNvSpPr>
            <a:spLocks noGrp="1"/>
          </p:cNvSpPr>
          <p:nvPr/>
        </p:nvSpPr>
        <p:spPr>
          <a:xfrm>
            <a:off x="8248650" y="1790845"/>
            <a:ext cx="1143000" cy="247650"/>
          </a:xfrm>
          <a:prstGeom prst="rect">
            <a:avLst/>
          </a:prstGeom>
          <a:noFill/>
          <a:ln w="0">
            <a:noFill/>
            <a:prstDash val="solid"/>
          </a:ln>
        </p:spPr>
        <p:txBody>
          <a:bodyPr anchor="ctr"/>
          <a:lstStyle/>
          <a:p>
            <a:pPr algn="ctr">
              <a:buNone/>
              <a:defRPr sz="1275" b="0">
                <a:solidFill>
                  <a:srgbClr val="667085"/>
                </a:solidFill>
                <a:latin typeface="Times New Roman"/>
                <a:ea typeface="Times New Roman"/>
                <a:cs typeface="Times New Roman"/>
              </a:defRPr>
            </a:pPr>
            <a:r>
              <a:rPr sz="1275" b="0">
                <a:solidFill>
                  <a:srgbClr val="667085"/>
                </a:solidFill>
                <a:latin typeface="Times New Roman"/>
                <a:ea typeface="Times New Roman"/>
                <a:cs typeface="Times New Roman"/>
              </a:rPr>
              <a:t>output</a:t>
            </a:r>
          </a:p>
        </p:txBody>
      </p:sp>
      <p:sp>
        <p:nvSpPr>
          <p:cNvPr id="3" name="equation-label">
            <a:extLst>
              <a:ext uri="{FF2B5EF4-FFF2-40B4-BE49-F238E27FC236}">
                <a16:creationId xmlns:a16="http://schemas.microsoft.com/office/drawing/2014/main" id="{E774B75D-9536-352F-2D91-DFA499517EA5}"/>
              </a:ext>
            </a:extLst>
          </p:cNvPr>
          <p:cNvSpPr>
            <a:spLocks noGrp="1"/>
          </p:cNvSpPr>
          <p:nvPr/>
        </p:nvSpPr>
        <p:spPr>
          <a:xfrm>
            <a:off x="2000250" y="4857750"/>
            <a:ext cx="8191500" cy="228600"/>
          </a:xfrm>
          <a:prstGeom prst="rect">
            <a:avLst/>
          </a:prstGeom>
          <a:noFill/>
          <a:ln w="0">
            <a:noFill/>
            <a:prstDash val="solid"/>
          </a:ln>
        </p:spPr>
        <p:txBody>
          <a:bodyPr anchor="ctr"/>
          <a:lstStyle/>
          <a:p>
            <a:pPr algn="ctr">
              <a:buNone/>
              <a:defRPr sz="1200" b="0">
                <a:solidFill>
                  <a:srgbClr val="55708F"/>
                </a:solidFill>
                <a:latin typeface="Times New Roman"/>
                <a:ea typeface="Times New Roman"/>
                <a:cs typeface="Times New Roman"/>
              </a:defRPr>
            </a:pPr>
            <a:r>
              <a:rPr sz="1200" b="0">
                <a:solidFill>
                  <a:srgbClr val="55708F"/>
                </a:solidFill>
                <a:latin typeface="Times New Roman"/>
                <a:ea typeface="Times New Roman"/>
                <a:cs typeface="Times New Roman"/>
              </a:rPr>
              <a:t>A receiving neuron computes</a:t>
            </a:r>
          </a:p>
        </p:txBody>
      </p:sp>
      <p:sp>
        <p:nvSpPr>
          <p:cNvPr id="5" name="equation">
            <a:extLst>
              <a:ext uri="{FF2B5EF4-FFF2-40B4-BE49-F238E27FC236}">
                <a16:creationId xmlns:a16="http://schemas.microsoft.com/office/drawing/2014/main" id="{AD526183-8F76-49FB-3820-69EEA4C6DAAD}"/>
              </a:ext>
            </a:extLst>
          </p:cNvPr>
          <p:cNvSpPr>
            <a:spLocks noGrp="1"/>
          </p:cNvSpPr>
          <p:nvPr/>
        </p:nvSpPr>
        <p:spPr>
          <a:xfrm>
            <a:off x="1714500" y="5143500"/>
            <a:ext cx="8763000" cy="495300"/>
          </a:xfrm>
          <a:prstGeom prst="rect">
            <a:avLst/>
          </a:prstGeom>
          <a:noFill/>
          <a:ln w="0">
            <a:noFill/>
            <a:prstDash val="solid"/>
          </a:ln>
        </p:spPr>
        <p:txBody>
          <a:bodyPr anchor="ctr"/>
          <a:lstStyle/>
          <a:p>
            <a:pPr algn="ctr">
              <a:buNone/>
              <a:defRPr sz="2100" b="1">
                <a:solidFill>
                  <a:srgbClr val="0D1526"/>
                </a:solidFill>
                <a:latin typeface="Times New Roman"/>
                <a:ea typeface="Times New Roman"/>
                <a:cs typeface="Times New Roman"/>
              </a:defRPr>
            </a:pPr>
            <a:r>
              <a:rPr sz="2100" b="1">
                <a:solidFill>
                  <a:srgbClr val="0D1526"/>
                </a:solidFill>
                <a:latin typeface="Times New Roman"/>
                <a:ea typeface="Times New Roman"/>
                <a:cs typeface="Times New Roman"/>
              </a:rPr>
              <a:t>zⱼ = Σᵢ wᵢⱼxᵢ + bⱼ     →     aⱼ = σ(zⱼ)</a:t>
            </a:r>
          </a:p>
        </p:txBody>
      </p:sp>
      <p:sp>
        <p:nvSpPr>
          <p:cNvPr id="7" name="equation-caption">
            <a:extLst>
              <a:ext uri="{FF2B5EF4-FFF2-40B4-BE49-F238E27FC236}">
                <a16:creationId xmlns:a16="http://schemas.microsoft.com/office/drawing/2014/main" id="{9011256A-D863-911C-557F-87FA678F8488}"/>
              </a:ext>
            </a:extLst>
          </p:cNvPr>
          <p:cNvSpPr>
            <a:spLocks noGrp="1"/>
          </p:cNvSpPr>
          <p:nvPr/>
        </p:nvSpPr>
        <p:spPr>
          <a:xfrm>
            <a:off x="2000250" y="5667375"/>
            <a:ext cx="8191500" cy="209550"/>
          </a:xfrm>
          <a:prstGeom prst="rect">
            <a:avLst/>
          </a:prstGeom>
          <a:noFill/>
          <a:ln w="0">
            <a:noFill/>
            <a:prstDash val="solid"/>
          </a:ln>
        </p:spPr>
        <p:txBody>
          <a:bodyPr anchor="ctr"/>
          <a:lstStyle/>
          <a:p>
            <a:pPr algn="ctr">
              <a:buNone/>
              <a:defRPr sz="1050" b="0">
                <a:solidFill>
                  <a:srgbClr val="55708F"/>
                </a:solidFill>
                <a:latin typeface="Times New Roman"/>
                <a:ea typeface="Times New Roman"/>
                <a:cs typeface="Times New Roman"/>
              </a:defRPr>
            </a:pPr>
            <a:r>
              <a:rPr sz="1050" b="0">
                <a:solidFill>
                  <a:srgbClr val="55708F"/>
                </a:solidFill>
                <a:latin typeface="Times New Roman"/>
                <a:ea typeface="Times New Roman"/>
                <a:cs typeface="Times New Roman"/>
              </a:rPr>
              <a:t>weighted inputs + bias, then an activation function</a:t>
            </a:r>
          </a:p>
        </p:txBody>
      </p:sp>
    </p:spTree>
    <p:extLst>
      <p:ext uri="{BB962C8B-B14F-4D97-AF65-F5344CB8AC3E}">
        <p14:creationId xmlns:p14="http://schemas.microsoft.com/office/powerpoint/2010/main" val="1242664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E5DAB02D-C55B-2C1A-C492-27079C228C67}"/>
              </a:ext>
            </a:extLst>
          </p:cNvPr>
          <p:cNvSpPr>
            <a:spLocks noGrp="1"/>
          </p:cNvSpPr>
          <p:nvPr/>
        </p:nvSpPr>
        <p:spPr>
          <a:xfrm>
            <a:off x="590549" y="1352550"/>
            <a:ext cx="11010900" cy="4772025"/>
          </a:xfrm>
          <a:prstGeom prst="roundRect">
            <a:avLst>
              <a:gd name="adj" fmla="val 2395"/>
            </a:avLst>
          </a:prstGeom>
          <a:solidFill>
            <a:srgbClr val="F8FAFC"/>
          </a:solidFill>
          <a:ln w="9525">
            <a:solidFill>
              <a:srgbClr val="CBD5E1"/>
            </a:solidFill>
            <a:prstDash val="solid"/>
          </a:ln>
        </p:spPr>
        <p:txBody>
          <a:bodyPr/>
          <a:lstStyle/>
          <a:p>
            <a:endParaRPr/>
          </a:p>
        </p:txBody>
      </p:sp>
      <p:sp>
        <p:nvSpPr>
          <p:cNvPr id="12" name="eyebrow">
            <a:extLst>
              <a:ext uri="{FF2B5EF4-FFF2-40B4-BE49-F238E27FC236}">
                <a16:creationId xmlns:a16="http://schemas.microsoft.com/office/drawing/2014/main" id="{8608B3FB-9949-455D-B60D-2660DF507492}"/>
              </a:ext>
            </a:extLst>
          </p:cNvPr>
          <p:cNvSpPr>
            <a:spLocks noGrp="1"/>
          </p:cNvSpPr>
          <p:nvPr/>
        </p:nvSpPr>
        <p:spPr>
          <a:xfrm>
            <a:off x="609600" y="323850"/>
            <a:ext cx="4000500" cy="285750"/>
          </a:xfrm>
          <a:prstGeom prst="rect">
            <a:avLst/>
          </a:prstGeom>
          <a:noFill/>
          <a:ln w="0">
            <a:noFill/>
            <a:prstDash val="solid"/>
          </a:ln>
        </p:spPr>
        <p:txBody>
          <a:bodyPr anchor="ctr"/>
          <a:lstStyle/>
          <a:p>
            <a:pPr algn="l">
              <a:buNone/>
              <a:defRPr sz="1200" b="1">
                <a:solidFill>
                  <a:srgbClr val="2F67E8"/>
                </a:solidFill>
                <a:latin typeface="Times New Roman"/>
                <a:ea typeface="Times New Roman"/>
                <a:cs typeface="Times New Roman"/>
              </a:defRPr>
            </a:pPr>
            <a:r>
              <a:rPr sz="1200" b="1">
                <a:solidFill>
                  <a:srgbClr val="2F67E8"/>
                </a:solidFill>
                <a:latin typeface="Times New Roman"/>
                <a:ea typeface="Times New Roman"/>
                <a:cs typeface="Times New Roman"/>
              </a:rPr>
              <a:t>Neural networks</a:t>
            </a:r>
          </a:p>
        </p:txBody>
      </p:sp>
      <p:sp>
        <p:nvSpPr>
          <p:cNvPr id="2" name="title">
            <a:extLst>
              <a:ext uri="{FF2B5EF4-FFF2-40B4-BE49-F238E27FC236}">
                <a16:creationId xmlns:a16="http://schemas.microsoft.com/office/drawing/2014/main" id="{09E3702B-CC19-41CB-95EE-3FDDE5697531}"/>
              </a:ext>
            </a:extLst>
          </p:cNvPr>
          <p:cNvSpPr>
            <a:spLocks noGrp="1"/>
          </p:cNvSpPr>
          <p:nvPr/>
        </p:nvSpPr>
        <p:spPr>
          <a:xfrm>
            <a:off x="609600" y="590550"/>
            <a:ext cx="10287000" cy="590550"/>
          </a:xfrm>
          <a:prstGeom prst="rect">
            <a:avLst/>
          </a:prstGeom>
          <a:noFill/>
          <a:ln w="0">
            <a:noFill/>
            <a:prstDash val="solid"/>
          </a:ln>
        </p:spPr>
        <p:txBody>
          <a:bodyPr anchor="ctr"/>
          <a:lstStyle/>
          <a:p>
            <a:pPr algn="l">
              <a:buNone/>
              <a:defRPr sz="2250" b="1">
                <a:solidFill>
                  <a:srgbClr val="0D1526"/>
                </a:solidFill>
                <a:latin typeface="Times New Roman"/>
                <a:ea typeface="Times New Roman"/>
                <a:cs typeface="Times New Roman"/>
              </a:defRPr>
            </a:pPr>
            <a:r>
              <a:rPr sz="2250" b="1" dirty="0">
                <a:solidFill>
                  <a:schemeClr val="tx1">
                    <a:lumMod val="65000"/>
                    <a:lumOff val="35000"/>
                  </a:schemeClr>
                </a:solidFill>
                <a:latin typeface="Times New Roman"/>
                <a:ea typeface="Times New Roman"/>
                <a:cs typeface="Times New Roman"/>
              </a:rPr>
              <a:t>Two equations become one matrix equation</a:t>
            </a:r>
          </a:p>
        </p:txBody>
      </p:sp>
      <p:sp>
        <p:nvSpPr>
          <p:cNvPr id="13" name="scalar-heading">
            <a:extLst>
              <a:ext uri="{FF2B5EF4-FFF2-40B4-BE49-F238E27FC236}">
                <a16:creationId xmlns:a16="http://schemas.microsoft.com/office/drawing/2014/main" id="{D066ABDA-4805-4773-8A0A-0B126E9E1EFC}"/>
              </a:ext>
            </a:extLst>
          </p:cNvPr>
          <p:cNvSpPr>
            <a:spLocks noGrp="1"/>
          </p:cNvSpPr>
          <p:nvPr/>
        </p:nvSpPr>
        <p:spPr>
          <a:xfrm>
            <a:off x="8112024" y="1635531"/>
            <a:ext cx="3543299" cy="266700"/>
          </a:xfrm>
          <a:prstGeom prst="rect">
            <a:avLst/>
          </a:prstGeom>
          <a:noFill/>
          <a:ln w="0">
            <a:noFill/>
            <a:prstDash val="solid"/>
          </a:ln>
        </p:spPr>
        <p:txBody>
          <a:bodyPr anchor="ctr"/>
          <a:lstStyle/>
          <a:p>
            <a:pPr algn="ctr">
              <a:defRPr sz="1350" b="1">
                <a:solidFill>
                  <a:srgbClr val="246BFD"/>
                </a:solidFill>
                <a:latin typeface="Times New Roman"/>
                <a:ea typeface="Times New Roman"/>
                <a:cs typeface="Times New Roman"/>
              </a:defRPr>
            </a:pPr>
            <a:r>
              <a:rPr dirty="0"/>
              <a:t>Two scalar equations</a:t>
            </a:r>
          </a:p>
        </p:txBody>
      </p:sp>
      <p:sp>
        <p:nvSpPr>
          <p:cNvPr id="14" name="equation-y1">
            <a:extLst>
              <a:ext uri="{FF2B5EF4-FFF2-40B4-BE49-F238E27FC236}">
                <a16:creationId xmlns:a16="http://schemas.microsoft.com/office/drawing/2014/main" id="{4830AE8D-09DE-4DA2-ABEE-95383B11FE17}"/>
              </a:ext>
            </a:extLst>
          </p:cNvPr>
          <p:cNvSpPr>
            <a:spLocks noGrp="1"/>
          </p:cNvSpPr>
          <p:nvPr/>
        </p:nvSpPr>
        <p:spPr>
          <a:xfrm>
            <a:off x="8296571" y="1970507"/>
            <a:ext cx="3174205" cy="400050"/>
          </a:xfrm>
          <a:prstGeom prst="rect">
            <a:avLst/>
          </a:prstGeom>
          <a:noFill/>
          <a:ln w="0">
            <a:noFill/>
            <a:prstDash val="solid"/>
          </a:ln>
        </p:spPr>
        <p:txBody>
          <a:bodyPr anchor="ctr"/>
          <a:lstStyle/>
          <a:p>
            <a:pPr algn="ctr">
              <a:defRPr sz="1950" b="0">
                <a:solidFill>
                  <a:srgbClr val="111827"/>
                </a:solidFill>
                <a:latin typeface="Times New Roman"/>
                <a:ea typeface="Times New Roman"/>
                <a:cs typeface="Times New Roman"/>
              </a:defRPr>
            </a:pPr>
            <a:r>
              <a:rPr dirty="0"/>
              <a:t>y₁ = 0.82x₁ + 0.47x₂ + 0.1</a:t>
            </a:r>
          </a:p>
        </p:txBody>
      </p:sp>
      <p:sp>
        <p:nvSpPr>
          <p:cNvPr id="15" name="equation-y2">
            <a:extLst>
              <a:ext uri="{FF2B5EF4-FFF2-40B4-BE49-F238E27FC236}">
                <a16:creationId xmlns:a16="http://schemas.microsoft.com/office/drawing/2014/main" id="{FD0DD7FB-C951-4211-9E75-9D0E55169B18}"/>
              </a:ext>
            </a:extLst>
          </p:cNvPr>
          <p:cNvSpPr>
            <a:spLocks noGrp="1"/>
          </p:cNvSpPr>
          <p:nvPr/>
        </p:nvSpPr>
        <p:spPr>
          <a:xfrm>
            <a:off x="8296571" y="2380082"/>
            <a:ext cx="3174205" cy="400050"/>
          </a:xfrm>
          <a:prstGeom prst="rect">
            <a:avLst/>
          </a:prstGeom>
          <a:noFill/>
          <a:ln w="0">
            <a:noFill/>
            <a:prstDash val="solid"/>
          </a:ln>
        </p:spPr>
        <p:txBody>
          <a:bodyPr anchor="ctr"/>
          <a:lstStyle/>
          <a:p>
            <a:pPr algn="ctr">
              <a:defRPr sz="1950" b="0">
                <a:solidFill>
                  <a:srgbClr val="111827"/>
                </a:solidFill>
                <a:latin typeface="Times New Roman"/>
                <a:ea typeface="Times New Roman"/>
                <a:cs typeface="Times New Roman"/>
              </a:defRPr>
            </a:pPr>
            <a:r>
              <a:t>y₂ = −0.35x₁ + 0.91x₂ − 0.1</a:t>
            </a:r>
          </a:p>
        </p:txBody>
      </p:sp>
      <p:sp>
        <p:nvSpPr>
          <p:cNvPr id="16" name="compact-form">
            <a:extLst>
              <a:ext uri="{FF2B5EF4-FFF2-40B4-BE49-F238E27FC236}">
                <a16:creationId xmlns:a16="http://schemas.microsoft.com/office/drawing/2014/main" id="{6E6A7BD9-C966-4004-A96C-2B62F422C2F2}"/>
              </a:ext>
            </a:extLst>
          </p:cNvPr>
          <p:cNvSpPr>
            <a:spLocks noGrp="1"/>
          </p:cNvSpPr>
          <p:nvPr/>
        </p:nvSpPr>
        <p:spPr>
          <a:xfrm>
            <a:off x="8960939" y="2859926"/>
            <a:ext cx="1845468" cy="514350"/>
          </a:xfrm>
          <a:prstGeom prst="rect">
            <a:avLst/>
          </a:prstGeom>
          <a:noFill/>
          <a:ln w="0">
            <a:noFill/>
            <a:prstDash val="solid"/>
          </a:ln>
        </p:spPr>
        <p:txBody>
          <a:bodyPr anchor="ctr"/>
          <a:lstStyle/>
          <a:p>
            <a:pPr algn="ctr">
              <a:defRPr sz="2550" b="1">
                <a:solidFill>
                  <a:srgbClr val="155EEF"/>
                </a:solidFill>
                <a:latin typeface="Times New Roman"/>
                <a:ea typeface="Times New Roman"/>
                <a:cs typeface="Times New Roman"/>
              </a:defRPr>
            </a:pPr>
            <a:r>
              <a:rPr dirty="0"/>
              <a:t>y = </a:t>
            </a:r>
            <a:r>
              <a:rPr dirty="0" err="1"/>
              <a:t>Wx</a:t>
            </a:r>
            <a:r>
              <a:rPr dirty="0"/>
              <a:t> + b</a:t>
            </a:r>
          </a:p>
        </p:txBody>
      </p:sp>
      <p:sp>
        <p:nvSpPr>
          <p:cNvPr id="18" name="matrix-heading">
            <a:extLst>
              <a:ext uri="{FF2B5EF4-FFF2-40B4-BE49-F238E27FC236}">
                <a16:creationId xmlns:a16="http://schemas.microsoft.com/office/drawing/2014/main" id="{F037DD02-E7EC-4ECF-909D-EF3A72C3AFDC}"/>
              </a:ext>
            </a:extLst>
          </p:cNvPr>
          <p:cNvSpPr>
            <a:spLocks noGrp="1"/>
          </p:cNvSpPr>
          <p:nvPr/>
        </p:nvSpPr>
        <p:spPr>
          <a:xfrm>
            <a:off x="1524000" y="3790950"/>
            <a:ext cx="9144000" cy="266700"/>
          </a:xfrm>
          <a:prstGeom prst="rect">
            <a:avLst/>
          </a:prstGeom>
          <a:noFill/>
          <a:ln w="0">
            <a:noFill/>
            <a:prstDash val="solid"/>
          </a:ln>
        </p:spPr>
        <p:txBody>
          <a:bodyPr anchor="ctr"/>
          <a:lstStyle/>
          <a:p>
            <a:pPr algn="ctr">
              <a:defRPr sz="1350" b="1">
                <a:solidFill>
                  <a:srgbClr val="246BFD"/>
                </a:solidFill>
                <a:latin typeface="Times New Roman"/>
                <a:ea typeface="Times New Roman"/>
                <a:cs typeface="Times New Roman"/>
              </a:defRPr>
            </a:pPr>
            <a:r>
              <a:rPr sz="1350" b="1">
                <a:solidFill>
                  <a:srgbClr val="246BFD"/>
                </a:solidFill>
                <a:latin typeface="Times New Roman"/>
                <a:ea typeface="Times New Roman"/>
                <a:cs typeface="Times New Roman"/>
              </a:rPr>
              <a:t>The same computation in matrix form</a:t>
            </a:r>
          </a:p>
        </p:txBody>
      </p:sp>
      <p:sp>
        <p:nvSpPr>
          <p:cNvPr id="19" name="y-left-bracket">
            <a:extLst>
              <a:ext uri="{FF2B5EF4-FFF2-40B4-BE49-F238E27FC236}">
                <a16:creationId xmlns:a16="http://schemas.microsoft.com/office/drawing/2014/main" id="{E76A464A-9183-40F3-8A7B-DAC3D00DB761}"/>
              </a:ext>
            </a:extLst>
          </p:cNvPr>
          <p:cNvSpPr>
            <a:spLocks noGrp="1"/>
          </p:cNvSpPr>
          <p:nvPr/>
        </p:nvSpPr>
        <p:spPr>
          <a:xfrm>
            <a:off x="2651005"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0" name="y-1">
            <a:extLst>
              <a:ext uri="{FF2B5EF4-FFF2-40B4-BE49-F238E27FC236}">
                <a16:creationId xmlns:a16="http://schemas.microsoft.com/office/drawing/2014/main" id="{8DBB9513-C8FB-43C8-BD87-B0C610E7E97D}"/>
              </a:ext>
            </a:extLst>
          </p:cNvPr>
          <p:cNvSpPr>
            <a:spLocks noGrp="1"/>
          </p:cNvSpPr>
          <p:nvPr/>
        </p:nvSpPr>
        <p:spPr>
          <a:xfrm>
            <a:off x="2936755" y="419459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y₁</a:t>
            </a:r>
          </a:p>
        </p:txBody>
      </p:sp>
      <p:sp>
        <p:nvSpPr>
          <p:cNvPr id="21" name="y-2">
            <a:extLst>
              <a:ext uri="{FF2B5EF4-FFF2-40B4-BE49-F238E27FC236}">
                <a16:creationId xmlns:a16="http://schemas.microsoft.com/office/drawing/2014/main" id="{FEB62013-61A9-4718-AF6D-A0AA315A4A58}"/>
              </a:ext>
            </a:extLst>
          </p:cNvPr>
          <p:cNvSpPr>
            <a:spLocks noGrp="1"/>
          </p:cNvSpPr>
          <p:nvPr/>
        </p:nvSpPr>
        <p:spPr>
          <a:xfrm>
            <a:off x="2936755" y="463274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y₂</a:t>
            </a:r>
          </a:p>
        </p:txBody>
      </p:sp>
      <p:sp>
        <p:nvSpPr>
          <p:cNvPr id="22" name="y-right-bracket">
            <a:extLst>
              <a:ext uri="{FF2B5EF4-FFF2-40B4-BE49-F238E27FC236}">
                <a16:creationId xmlns:a16="http://schemas.microsoft.com/office/drawing/2014/main" id="{390FF98E-6891-4E0F-8C60-A139D87DB222}"/>
              </a:ext>
            </a:extLst>
          </p:cNvPr>
          <p:cNvSpPr>
            <a:spLocks noGrp="1"/>
          </p:cNvSpPr>
          <p:nvPr/>
        </p:nvSpPr>
        <p:spPr>
          <a:xfrm>
            <a:off x="347968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3" name="equals">
            <a:extLst>
              <a:ext uri="{FF2B5EF4-FFF2-40B4-BE49-F238E27FC236}">
                <a16:creationId xmlns:a16="http://schemas.microsoft.com/office/drawing/2014/main" id="{D1CF47D3-C66E-469E-94D0-6388FD37F716}"/>
              </a:ext>
            </a:extLst>
          </p:cNvPr>
          <p:cNvSpPr>
            <a:spLocks noGrp="1"/>
          </p:cNvSpPr>
          <p:nvPr/>
        </p:nvSpPr>
        <p:spPr>
          <a:xfrm>
            <a:off x="3879730" y="4327944"/>
            <a:ext cx="400050" cy="457200"/>
          </a:xfrm>
          <a:prstGeom prst="rect">
            <a:avLst/>
          </a:prstGeom>
          <a:noFill/>
          <a:ln w="0">
            <a:noFill/>
            <a:prstDash val="solid"/>
          </a:ln>
        </p:spPr>
        <p:txBody>
          <a:bodyPr anchor="ctr"/>
          <a:lstStyle/>
          <a:p>
            <a:pPr algn="ctr">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24" name="w-left-bracket">
            <a:extLst>
              <a:ext uri="{FF2B5EF4-FFF2-40B4-BE49-F238E27FC236}">
                <a16:creationId xmlns:a16="http://schemas.microsoft.com/office/drawing/2014/main" id="{67590E04-CD0B-475D-B6DA-D59C8F202ACA}"/>
              </a:ext>
            </a:extLst>
          </p:cNvPr>
          <p:cNvSpPr>
            <a:spLocks noGrp="1"/>
          </p:cNvSpPr>
          <p:nvPr/>
        </p:nvSpPr>
        <p:spPr>
          <a:xfrm>
            <a:off x="44131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5" name="w-11">
            <a:extLst>
              <a:ext uri="{FF2B5EF4-FFF2-40B4-BE49-F238E27FC236}">
                <a16:creationId xmlns:a16="http://schemas.microsoft.com/office/drawing/2014/main" id="{4200B2F4-1D62-4BF4-B49D-4E06ACB745D7}"/>
              </a:ext>
            </a:extLst>
          </p:cNvPr>
          <p:cNvSpPr>
            <a:spLocks noGrp="1"/>
          </p:cNvSpPr>
          <p:nvPr/>
        </p:nvSpPr>
        <p:spPr>
          <a:xfrm>
            <a:off x="4736980" y="4194594"/>
            <a:ext cx="7048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0.82</a:t>
            </a:r>
          </a:p>
        </p:txBody>
      </p:sp>
      <p:sp>
        <p:nvSpPr>
          <p:cNvPr id="26" name="w-12">
            <a:extLst>
              <a:ext uri="{FF2B5EF4-FFF2-40B4-BE49-F238E27FC236}">
                <a16:creationId xmlns:a16="http://schemas.microsoft.com/office/drawing/2014/main" id="{BB596052-3281-4298-9796-7236EBE537A2}"/>
              </a:ext>
            </a:extLst>
          </p:cNvPr>
          <p:cNvSpPr>
            <a:spLocks noGrp="1"/>
          </p:cNvSpPr>
          <p:nvPr/>
        </p:nvSpPr>
        <p:spPr>
          <a:xfrm>
            <a:off x="5556130" y="4194594"/>
            <a:ext cx="7048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0.47</a:t>
            </a:r>
          </a:p>
        </p:txBody>
      </p:sp>
      <p:sp>
        <p:nvSpPr>
          <p:cNvPr id="27" name="w-21">
            <a:extLst>
              <a:ext uri="{FF2B5EF4-FFF2-40B4-BE49-F238E27FC236}">
                <a16:creationId xmlns:a16="http://schemas.microsoft.com/office/drawing/2014/main" id="{D93564AB-EBC7-4704-9289-654F777F6D62}"/>
              </a:ext>
            </a:extLst>
          </p:cNvPr>
          <p:cNvSpPr>
            <a:spLocks noGrp="1"/>
          </p:cNvSpPr>
          <p:nvPr/>
        </p:nvSpPr>
        <p:spPr>
          <a:xfrm>
            <a:off x="4698880" y="4632744"/>
            <a:ext cx="7810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−0.35</a:t>
            </a:r>
          </a:p>
        </p:txBody>
      </p:sp>
      <p:sp>
        <p:nvSpPr>
          <p:cNvPr id="28" name="w-22">
            <a:extLst>
              <a:ext uri="{FF2B5EF4-FFF2-40B4-BE49-F238E27FC236}">
                <a16:creationId xmlns:a16="http://schemas.microsoft.com/office/drawing/2014/main" id="{75DC1204-6C5A-4F50-ACFA-07A9B1715D6D}"/>
              </a:ext>
            </a:extLst>
          </p:cNvPr>
          <p:cNvSpPr>
            <a:spLocks noGrp="1"/>
          </p:cNvSpPr>
          <p:nvPr/>
        </p:nvSpPr>
        <p:spPr>
          <a:xfrm>
            <a:off x="5556130" y="4632744"/>
            <a:ext cx="7048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0.91</a:t>
            </a:r>
          </a:p>
        </p:txBody>
      </p:sp>
      <p:sp>
        <p:nvSpPr>
          <p:cNvPr id="29" name="w-right-bracket">
            <a:extLst>
              <a:ext uri="{FF2B5EF4-FFF2-40B4-BE49-F238E27FC236}">
                <a16:creationId xmlns:a16="http://schemas.microsoft.com/office/drawing/2014/main" id="{86684720-3655-4D9E-B728-A21BB5E62FA1}"/>
              </a:ext>
            </a:extLst>
          </p:cNvPr>
          <p:cNvSpPr>
            <a:spLocks noGrp="1"/>
          </p:cNvSpPr>
          <p:nvPr/>
        </p:nvSpPr>
        <p:spPr>
          <a:xfrm>
            <a:off x="62800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0" name="x-left-bracket">
            <a:extLst>
              <a:ext uri="{FF2B5EF4-FFF2-40B4-BE49-F238E27FC236}">
                <a16:creationId xmlns:a16="http://schemas.microsoft.com/office/drawing/2014/main" id="{362BFE06-DF4E-4CC8-B7E6-C1DE3983F8AD}"/>
              </a:ext>
            </a:extLst>
          </p:cNvPr>
          <p:cNvSpPr>
            <a:spLocks noGrp="1"/>
          </p:cNvSpPr>
          <p:nvPr/>
        </p:nvSpPr>
        <p:spPr>
          <a:xfrm>
            <a:off x="66991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1" name="x-1">
            <a:extLst>
              <a:ext uri="{FF2B5EF4-FFF2-40B4-BE49-F238E27FC236}">
                <a16:creationId xmlns:a16="http://schemas.microsoft.com/office/drawing/2014/main" id="{44FC6980-3D00-4A81-98AD-283F4867FAEA}"/>
              </a:ext>
            </a:extLst>
          </p:cNvPr>
          <p:cNvSpPr>
            <a:spLocks noGrp="1"/>
          </p:cNvSpPr>
          <p:nvPr/>
        </p:nvSpPr>
        <p:spPr>
          <a:xfrm>
            <a:off x="6984880" y="419459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x₁</a:t>
            </a:r>
          </a:p>
        </p:txBody>
      </p:sp>
      <p:sp>
        <p:nvSpPr>
          <p:cNvPr id="32" name="x-2">
            <a:extLst>
              <a:ext uri="{FF2B5EF4-FFF2-40B4-BE49-F238E27FC236}">
                <a16:creationId xmlns:a16="http://schemas.microsoft.com/office/drawing/2014/main" id="{8E0D09C5-4E19-4719-BB95-484B2B5ADB77}"/>
              </a:ext>
            </a:extLst>
          </p:cNvPr>
          <p:cNvSpPr>
            <a:spLocks noGrp="1"/>
          </p:cNvSpPr>
          <p:nvPr/>
        </p:nvSpPr>
        <p:spPr>
          <a:xfrm>
            <a:off x="6984880" y="463274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x₂</a:t>
            </a:r>
          </a:p>
        </p:txBody>
      </p:sp>
      <p:sp>
        <p:nvSpPr>
          <p:cNvPr id="33" name="x-right-bracket">
            <a:extLst>
              <a:ext uri="{FF2B5EF4-FFF2-40B4-BE49-F238E27FC236}">
                <a16:creationId xmlns:a16="http://schemas.microsoft.com/office/drawing/2014/main" id="{64F4E6CC-FB40-4E78-BF85-DA581BEE13AF}"/>
              </a:ext>
            </a:extLst>
          </p:cNvPr>
          <p:cNvSpPr>
            <a:spLocks noGrp="1"/>
          </p:cNvSpPr>
          <p:nvPr/>
        </p:nvSpPr>
        <p:spPr>
          <a:xfrm>
            <a:off x="75373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4" name="plus">
            <a:extLst>
              <a:ext uri="{FF2B5EF4-FFF2-40B4-BE49-F238E27FC236}">
                <a16:creationId xmlns:a16="http://schemas.microsoft.com/office/drawing/2014/main" id="{C97764A8-773D-4FF1-A464-01C615293BDE}"/>
              </a:ext>
            </a:extLst>
          </p:cNvPr>
          <p:cNvSpPr>
            <a:spLocks noGrp="1"/>
          </p:cNvSpPr>
          <p:nvPr/>
        </p:nvSpPr>
        <p:spPr>
          <a:xfrm>
            <a:off x="7965955" y="4327944"/>
            <a:ext cx="400050" cy="457200"/>
          </a:xfrm>
          <a:prstGeom prst="rect">
            <a:avLst/>
          </a:prstGeom>
          <a:noFill/>
          <a:ln w="0">
            <a:noFill/>
            <a:prstDash val="solid"/>
          </a:ln>
        </p:spPr>
        <p:txBody>
          <a:bodyPr anchor="ctr"/>
          <a:lstStyle/>
          <a:p>
            <a:pPr algn="ctr">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35" name="b-left-bracket">
            <a:extLst>
              <a:ext uri="{FF2B5EF4-FFF2-40B4-BE49-F238E27FC236}">
                <a16:creationId xmlns:a16="http://schemas.microsoft.com/office/drawing/2014/main" id="{E9F3E108-BB50-4B64-BB57-6AF9E5021DB7}"/>
              </a:ext>
            </a:extLst>
          </p:cNvPr>
          <p:cNvSpPr>
            <a:spLocks noGrp="1"/>
          </p:cNvSpPr>
          <p:nvPr/>
        </p:nvSpPr>
        <p:spPr>
          <a:xfrm>
            <a:off x="850888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6" name="b-1">
            <a:extLst>
              <a:ext uri="{FF2B5EF4-FFF2-40B4-BE49-F238E27FC236}">
                <a16:creationId xmlns:a16="http://schemas.microsoft.com/office/drawing/2014/main" id="{5616B946-2259-484D-8DC1-129AF93648E8}"/>
              </a:ext>
            </a:extLst>
          </p:cNvPr>
          <p:cNvSpPr>
            <a:spLocks noGrp="1"/>
          </p:cNvSpPr>
          <p:nvPr/>
        </p:nvSpPr>
        <p:spPr>
          <a:xfrm>
            <a:off x="8794630" y="4194594"/>
            <a:ext cx="60960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37" name="b-2">
            <a:extLst>
              <a:ext uri="{FF2B5EF4-FFF2-40B4-BE49-F238E27FC236}">
                <a16:creationId xmlns:a16="http://schemas.microsoft.com/office/drawing/2014/main" id="{F8C5FADF-FA4F-4E15-B631-FB4DE21D36E0}"/>
              </a:ext>
            </a:extLst>
          </p:cNvPr>
          <p:cNvSpPr>
            <a:spLocks noGrp="1"/>
          </p:cNvSpPr>
          <p:nvPr/>
        </p:nvSpPr>
        <p:spPr>
          <a:xfrm>
            <a:off x="8756530" y="4632744"/>
            <a:ext cx="68580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38" name="b-right-bracket">
            <a:extLst>
              <a:ext uri="{FF2B5EF4-FFF2-40B4-BE49-F238E27FC236}">
                <a16:creationId xmlns:a16="http://schemas.microsoft.com/office/drawing/2014/main" id="{344BFFE2-CCD7-4196-8C16-697543B81A4C}"/>
              </a:ext>
            </a:extLst>
          </p:cNvPr>
          <p:cNvSpPr>
            <a:spLocks noGrp="1"/>
          </p:cNvSpPr>
          <p:nvPr/>
        </p:nvSpPr>
        <p:spPr>
          <a:xfrm>
            <a:off x="942328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9" name="matrix-note">
            <a:extLst>
              <a:ext uri="{FF2B5EF4-FFF2-40B4-BE49-F238E27FC236}">
                <a16:creationId xmlns:a16="http://schemas.microsoft.com/office/drawing/2014/main" id="{74DA5D4D-8A83-4F6F-B5AA-175FB43DD4AF}"/>
              </a:ext>
            </a:extLst>
          </p:cNvPr>
          <p:cNvSpPr>
            <a:spLocks noGrp="1"/>
          </p:cNvSpPr>
          <p:nvPr/>
        </p:nvSpPr>
        <p:spPr>
          <a:xfrm>
            <a:off x="2095500" y="5286375"/>
            <a:ext cx="8001000" cy="323850"/>
          </a:xfrm>
          <a:prstGeom prst="rect">
            <a:avLst/>
          </a:prstGeom>
          <a:noFill/>
          <a:ln w="0">
            <a:noFill/>
            <a:prstDash val="solid"/>
          </a:ln>
        </p:spPr>
        <p:txBody>
          <a:bodyPr anchor="ctr"/>
          <a:lstStyle/>
          <a:p>
            <a:pPr algn="ctr">
              <a:defRPr sz="1275" b="0">
                <a:solidFill>
                  <a:srgbClr val="486284"/>
                </a:solidFill>
                <a:latin typeface="Times New Roman"/>
                <a:ea typeface="Times New Roman"/>
                <a:cs typeface="Times New Roman"/>
              </a:defRPr>
            </a:pPr>
            <a:r>
              <a:rPr sz="1275" b="0">
                <a:solidFill>
                  <a:srgbClr val="486284"/>
                </a:solidFill>
                <a:latin typeface="Times New Roman"/>
                <a:ea typeface="Times New Roman"/>
                <a:cs typeface="Times New Roman"/>
              </a:rPr>
              <a:t>W stores the weights by output row; b stores one bias for each output.</a:t>
            </a:r>
          </a:p>
        </p:txBody>
      </p:sp>
      <p:sp>
        <p:nvSpPr>
          <p:cNvPr id="8" name="Oval 7">
            <a:extLst>
              <a:ext uri="{FF2B5EF4-FFF2-40B4-BE49-F238E27FC236}">
                <a16:creationId xmlns:a16="http://schemas.microsoft.com/office/drawing/2014/main" id="{5F12B69A-C5F0-6344-66A9-55BC9B3F5F5D}"/>
              </a:ext>
            </a:extLst>
          </p:cNvPr>
          <p:cNvSpPr>
            <a:spLocks noGrp="1"/>
          </p:cNvSpPr>
          <p:nvPr/>
        </p:nvSpPr>
        <p:spPr>
          <a:xfrm>
            <a:off x="1028700" y="1508544"/>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9" name="Oval 8">
            <a:extLst>
              <a:ext uri="{FF2B5EF4-FFF2-40B4-BE49-F238E27FC236}">
                <a16:creationId xmlns:a16="http://schemas.microsoft.com/office/drawing/2014/main" id="{9B1C45B2-936F-B130-A8FC-2202F4A87811}"/>
              </a:ext>
            </a:extLst>
          </p:cNvPr>
          <p:cNvSpPr>
            <a:spLocks noGrp="1"/>
          </p:cNvSpPr>
          <p:nvPr/>
        </p:nvSpPr>
        <p:spPr>
          <a:xfrm>
            <a:off x="1028700" y="3032544"/>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0" name="Oval 9">
            <a:extLst>
              <a:ext uri="{FF2B5EF4-FFF2-40B4-BE49-F238E27FC236}">
                <a16:creationId xmlns:a16="http://schemas.microsoft.com/office/drawing/2014/main" id="{6800E02C-C584-F554-9A09-463246726E95}"/>
              </a:ext>
            </a:extLst>
          </p:cNvPr>
          <p:cNvSpPr>
            <a:spLocks noGrp="1"/>
          </p:cNvSpPr>
          <p:nvPr/>
        </p:nvSpPr>
        <p:spPr>
          <a:xfrm>
            <a:off x="6743700" y="1508544"/>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1" name="Oval 10">
            <a:extLst>
              <a:ext uri="{FF2B5EF4-FFF2-40B4-BE49-F238E27FC236}">
                <a16:creationId xmlns:a16="http://schemas.microsoft.com/office/drawing/2014/main" id="{5137F395-43E5-C1C4-FEF8-802B8D70E653}"/>
              </a:ext>
            </a:extLst>
          </p:cNvPr>
          <p:cNvSpPr>
            <a:spLocks noGrp="1"/>
          </p:cNvSpPr>
          <p:nvPr/>
        </p:nvSpPr>
        <p:spPr>
          <a:xfrm>
            <a:off x="6743700" y="3032544"/>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40" name="Straight Arrow Connector 1503402375">
            <a:extLst>
              <a:ext uri="{FF2B5EF4-FFF2-40B4-BE49-F238E27FC236}">
                <a16:creationId xmlns:a16="http://schemas.microsoft.com/office/drawing/2014/main" id="{62078D0C-05EB-61FB-69A1-55D0023C6B98}"/>
              </a:ext>
            </a:extLst>
          </p:cNvPr>
          <p:cNvCxnSpPr>
            <a:stCxn id="8" idx="6"/>
            <a:endCxn id="10" idx="2"/>
          </p:cNvCxnSpPr>
          <p:nvPr/>
        </p:nvCxnSpPr>
        <p:spPr>
          <a:xfrm>
            <a:off x="1524000" y="1756194"/>
            <a:ext cx="5219700" cy="0"/>
          </a:xfrm>
          <a:prstGeom prst="straightConnector1">
            <a:avLst/>
          </a:prstGeom>
          <a:ln w="11906">
            <a:solidFill>
              <a:srgbClr val="D7DEE9"/>
            </a:solidFill>
            <a:prstDash val="solid"/>
          </a:ln>
        </p:spPr>
      </p:cxnSp>
      <p:cxnSp>
        <p:nvCxnSpPr>
          <p:cNvPr id="41" name="Straight Arrow Connector 1503402376">
            <a:extLst>
              <a:ext uri="{FF2B5EF4-FFF2-40B4-BE49-F238E27FC236}">
                <a16:creationId xmlns:a16="http://schemas.microsoft.com/office/drawing/2014/main" id="{03149683-4129-D16C-B901-D0BCCB730164}"/>
              </a:ext>
            </a:extLst>
          </p:cNvPr>
          <p:cNvCxnSpPr>
            <a:stCxn id="8" idx="6"/>
            <a:endCxn id="11" idx="2"/>
          </p:cNvCxnSpPr>
          <p:nvPr/>
        </p:nvCxnSpPr>
        <p:spPr>
          <a:xfrm>
            <a:off x="1524000" y="1756194"/>
            <a:ext cx="5219700" cy="1524000"/>
          </a:xfrm>
          <a:prstGeom prst="straightConnector1">
            <a:avLst/>
          </a:prstGeom>
          <a:ln w="11906">
            <a:solidFill>
              <a:srgbClr val="D7DEE9"/>
            </a:solidFill>
            <a:prstDash val="solid"/>
          </a:ln>
        </p:spPr>
      </p:cxnSp>
      <p:cxnSp>
        <p:nvCxnSpPr>
          <p:cNvPr id="42" name="Straight Arrow Connector 1503402377">
            <a:extLst>
              <a:ext uri="{FF2B5EF4-FFF2-40B4-BE49-F238E27FC236}">
                <a16:creationId xmlns:a16="http://schemas.microsoft.com/office/drawing/2014/main" id="{F5524168-C35D-D8CC-0604-B4C13D022FFD}"/>
              </a:ext>
            </a:extLst>
          </p:cNvPr>
          <p:cNvCxnSpPr>
            <a:stCxn id="9" idx="6"/>
            <a:endCxn id="10" idx="2"/>
          </p:cNvCxnSpPr>
          <p:nvPr/>
        </p:nvCxnSpPr>
        <p:spPr>
          <a:xfrm flipV="1">
            <a:off x="1524000" y="1756194"/>
            <a:ext cx="5219700" cy="1524000"/>
          </a:xfrm>
          <a:prstGeom prst="straightConnector1">
            <a:avLst/>
          </a:prstGeom>
          <a:ln w="11906">
            <a:solidFill>
              <a:srgbClr val="D7DEE9"/>
            </a:solidFill>
            <a:prstDash val="solid"/>
          </a:ln>
        </p:spPr>
      </p:cxnSp>
      <p:cxnSp>
        <p:nvCxnSpPr>
          <p:cNvPr id="43" name="Straight Arrow Connector 1503402378">
            <a:extLst>
              <a:ext uri="{FF2B5EF4-FFF2-40B4-BE49-F238E27FC236}">
                <a16:creationId xmlns:a16="http://schemas.microsoft.com/office/drawing/2014/main" id="{3C704E22-8129-AD3C-DDF9-494CCFC6F234}"/>
              </a:ext>
            </a:extLst>
          </p:cNvPr>
          <p:cNvCxnSpPr>
            <a:stCxn id="9" idx="6"/>
            <a:endCxn id="11" idx="2"/>
          </p:cNvCxnSpPr>
          <p:nvPr/>
        </p:nvCxnSpPr>
        <p:spPr>
          <a:xfrm>
            <a:off x="1524000" y="3280194"/>
            <a:ext cx="5219700" cy="0"/>
          </a:xfrm>
          <a:prstGeom prst="straightConnector1">
            <a:avLst/>
          </a:prstGeom>
          <a:ln w="11906">
            <a:solidFill>
              <a:srgbClr val="D7DEE9"/>
            </a:solidFill>
            <a:prstDash val="solid"/>
          </a:ln>
        </p:spPr>
      </p:cxnSp>
      <p:sp>
        <p:nvSpPr>
          <p:cNvPr id="44" name="Rectangle 43">
            <a:extLst>
              <a:ext uri="{FF2B5EF4-FFF2-40B4-BE49-F238E27FC236}">
                <a16:creationId xmlns:a16="http://schemas.microsoft.com/office/drawing/2014/main" id="{75C6E1D4-F10A-F6B5-FAAF-E8C8AFA60588}"/>
              </a:ext>
            </a:extLst>
          </p:cNvPr>
          <p:cNvSpPr>
            <a:spLocks noGrp="1"/>
          </p:cNvSpPr>
          <p:nvPr/>
        </p:nvSpPr>
        <p:spPr>
          <a:xfrm>
            <a:off x="3552825" y="1479969"/>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45" name="Rectangle 44">
            <a:extLst>
              <a:ext uri="{FF2B5EF4-FFF2-40B4-BE49-F238E27FC236}">
                <a16:creationId xmlns:a16="http://schemas.microsoft.com/office/drawing/2014/main" id="{616B264C-64E0-6A3B-5492-854E5C81454D}"/>
              </a:ext>
            </a:extLst>
          </p:cNvPr>
          <p:cNvSpPr>
            <a:spLocks noGrp="1"/>
          </p:cNvSpPr>
          <p:nvPr/>
        </p:nvSpPr>
        <p:spPr>
          <a:xfrm>
            <a:off x="3158346" y="2118289"/>
            <a:ext cx="59055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46" name="Rectangle 45">
            <a:extLst>
              <a:ext uri="{FF2B5EF4-FFF2-40B4-BE49-F238E27FC236}">
                <a16:creationId xmlns:a16="http://schemas.microsoft.com/office/drawing/2014/main" id="{47A38FB6-59C0-7E89-8799-9FE95D5B3A4D}"/>
              </a:ext>
            </a:extLst>
          </p:cNvPr>
          <p:cNvSpPr>
            <a:spLocks noGrp="1"/>
          </p:cNvSpPr>
          <p:nvPr/>
        </p:nvSpPr>
        <p:spPr>
          <a:xfrm>
            <a:off x="4453746" y="2118289"/>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47" name="Rectangle 46">
            <a:extLst>
              <a:ext uri="{FF2B5EF4-FFF2-40B4-BE49-F238E27FC236}">
                <a16:creationId xmlns:a16="http://schemas.microsoft.com/office/drawing/2014/main" id="{C6C41A74-A24D-6906-FBC3-281879289F07}"/>
              </a:ext>
            </a:extLst>
          </p:cNvPr>
          <p:cNvSpPr>
            <a:spLocks noGrp="1"/>
          </p:cNvSpPr>
          <p:nvPr/>
        </p:nvSpPr>
        <p:spPr>
          <a:xfrm>
            <a:off x="3552825" y="3003969"/>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Tree>
    <p:extLst>
      <p:ext uri="{BB962C8B-B14F-4D97-AF65-F5344CB8AC3E}">
        <p14:creationId xmlns:p14="http://schemas.microsoft.com/office/powerpoint/2010/main" val="1076146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4851991" name="Rectangle 1534851990">
            <a:extLst>
              <a:ext uri="{FF2B5EF4-FFF2-40B4-BE49-F238E27FC236}">
                <a16:creationId xmlns:a16="http://schemas.microsoft.com/office/drawing/2014/main" id="{1D543139-29E3-437E-97BF-D23590D4322B}"/>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479021827" name="Rectangle 479021826">
            <a:extLst>
              <a:ext uri="{FF2B5EF4-FFF2-40B4-BE49-F238E27FC236}">
                <a16:creationId xmlns:a16="http://schemas.microsoft.com/office/drawing/2014/main" id="{F041A9F4-0BF7-4CE1-8526-F19B7D25AD1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978977910" name="Rectangle 1978977909">
            <a:extLst>
              <a:ext uri="{FF2B5EF4-FFF2-40B4-BE49-F238E27FC236}">
                <a16:creationId xmlns:a16="http://schemas.microsoft.com/office/drawing/2014/main" id="{8CC5CD93-DA3D-4CF4-ABEC-7A5207D45FF1}"/>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2015264454" name="Picture 515916084"/>
          <p:cNvPicPr>
            <a:picLocks noChangeAspect="1"/>
          </p:cNvPicPr>
          <p:nvPr/>
        </p:nvPicPr>
        <p:blipFill rotWithShape="1">
          <a:blip r:embed="rId3"/>
          <a:stretch/>
        </p:blipFill>
        <p:spPr>
          <a:xfrm>
            <a:off x="1181505" y="1571625"/>
            <a:ext cx="9828989" cy="4619625"/>
          </a:xfrm>
          <a:prstGeom prst="rect">
            <a:avLst/>
          </a:prstGeom>
        </p:spPr>
      </p:pic>
      <p:sp>
        <p:nvSpPr>
          <p:cNvPr id="2015264449" name="Rectangle 2015264448">
            <a:extLst>
              <a:ext uri="{FF2B5EF4-FFF2-40B4-BE49-F238E27FC236}">
                <a16:creationId xmlns:a16="http://schemas.microsoft.com/office/drawing/2014/main" id="{9242A9D5-25F7-4802-93B9-AA483C80990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25</a:t>
            </a:r>
          </a:p>
        </p:txBody>
      </p:sp>
    </p:spTree>
    <p:extLst>
      <p:ext uri="{BB962C8B-B14F-4D97-AF65-F5344CB8AC3E}">
        <p14:creationId xmlns:p14="http://schemas.microsoft.com/office/powerpoint/2010/main" val="69245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7212893" name="Rectangle 1707212892">
            <a:extLst>
              <a:ext uri="{FF2B5EF4-FFF2-40B4-BE49-F238E27FC236}">
                <a16:creationId xmlns:a16="http://schemas.microsoft.com/office/drawing/2014/main" id="{A0505868-9080-473F-A94D-09D0B4C15239}"/>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5570926" name="Rectangle 5570925">
            <a:extLst>
              <a:ext uri="{FF2B5EF4-FFF2-40B4-BE49-F238E27FC236}">
                <a16:creationId xmlns:a16="http://schemas.microsoft.com/office/drawing/2014/main" id="{39117788-4D45-427C-8257-07A94097CF3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926875630" name="Rectangle 926875629">
            <a:extLst>
              <a:ext uri="{FF2B5EF4-FFF2-40B4-BE49-F238E27FC236}">
                <a16:creationId xmlns:a16="http://schemas.microsoft.com/office/drawing/2014/main" id="{6709FBFF-B904-4B32-A2DE-4B29F6A975C0}"/>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265467360" name="Rectangle 265467359">
            <a:extLst>
              <a:ext uri="{FF2B5EF4-FFF2-40B4-BE49-F238E27FC236}">
                <a16:creationId xmlns:a16="http://schemas.microsoft.com/office/drawing/2014/main" id="{AD0D4E1C-0F18-460A-A8C3-84F055B0447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26</a:t>
            </a:r>
          </a:p>
        </p:txBody>
      </p:sp>
      <p:sp>
        <p:nvSpPr>
          <p:cNvPr id="1467988730" name="Rectangle 1467988729">
            <a:extLst>
              <a:ext uri="{FF2B5EF4-FFF2-40B4-BE49-F238E27FC236}">
                <a16:creationId xmlns:a16="http://schemas.microsoft.com/office/drawing/2014/main" id="{7D2568A3-78BA-40F3-987E-47C94CEF2C94}"/>
              </a:ext>
            </a:extLst>
          </p:cNvPr>
          <p:cNvSpPr>
            <a:spLocks noGrp="1"/>
          </p:cNvSpPr>
          <p:nvPr/>
        </p:nvSpPr>
        <p:spPr>
          <a:xfrm>
            <a:off x="704850" y="1257300"/>
            <a:ext cx="10668000" cy="285750"/>
          </a:xfrm>
          <a:prstGeom prst="rect">
            <a:avLst/>
          </a:prstGeom>
          <a:noFill/>
          <a:ln w="0">
            <a:noFill/>
            <a:prstDash val="solid"/>
          </a:ln>
        </p:spPr>
        <p:txBody>
          <a:bodyPr anchor="ctr"/>
          <a:lstStyle/>
          <a:p>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Use: vision tasks such as image classification, object detection, and segmentation.</a:t>
            </a:r>
          </a:p>
        </p:txBody>
      </p:sp>
      <p:sp>
        <p:nvSpPr>
          <p:cNvPr id="977157621" name="Rectangle: Rounded Corners 977157620">
            <a:extLst>
              <a:ext uri="{FF2B5EF4-FFF2-40B4-BE49-F238E27FC236}">
                <a16:creationId xmlns:a16="http://schemas.microsoft.com/office/drawing/2014/main" id="{BA230D9B-3B11-4079-AFA2-C2E54EC26C98}"/>
              </a:ext>
            </a:extLst>
          </p:cNvPr>
          <p:cNvSpPr>
            <a:spLocks noGrp="1"/>
          </p:cNvSpPr>
          <p:nvPr/>
        </p:nvSpPr>
        <p:spPr>
          <a:xfrm>
            <a:off x="742950" y="1924050"/>
            <a:ext cx="3448050" cy="3105150"/>
          </a:xfrm>
          <a:prstGeom prst="roundRect">
            <a:avLst>
              <a:gd name="adj" fmla="val 3681"/>
            </a:avLst>
          </a:prstGeom>
          <a:solidFill>
            <a:srgbClr val="F8FAFC"/>
          </a:solidFill>
          <a:ln w="9525">
            <a:solidFill>
              <a:srgbClr val="CBD5E1"/>
            </a:solidFill>
            <a:prstDash val="solid"/>
          </a:ln>
        </p:spPr>
        <p:txBody>
          <a:bodyPr/>
          <a:lstStyle/>
          <a:p>
            <a:endParaRPr/>
          </a:p>
        </p:txBody>
      </p:sp>
      <p:sp>
        <p:nvSpPr>
          <p:cNvPr id="1876551930" name="Rectangle 1876551929">
            <a:extLst>
              <a:ext uri="{FF2B5EF4-FFF2-40B4-BE49-F238E27FC236}">
                <a16:creationId xmlns:a16="http://schemas.microsoft.com/office/drawing/2014/main" id="{223F1048-C49E-408C-A7E9-92B358E3CBB3}"/>
              </a:ext>
            </a:extLst>
          </p:cNvPr>
          <p:cNvSpPr>
            <a:spLocks noGrp="1"/>
          </p:cNvSpPr>
          <p:nvPr/>
        </p:nvSpPr>
        <p:spPr>
          <a:xfrm>
            <a:off x="990600" y="2133600"/>
            <a:ext cx="2952750" cy="323850"/>
          </a:xfrm>
          <a:prstGeom prst="rect">
            <a:avLst/>
          </a:prstGeom>
          <a:noFill/>
          <a:ln w="0">
            <a:noFill/>
            <a:prstDash val="solid"/>
          </a:ln>
        </p:spPr>
        <p:txBody>
          <a:bodyPr anchor="ctr"/>
          <a:lstStyle/>
          <a:p>
            <a:pPr algn="l">
              <a:buNone/>
              <a:defRPr sz="1600" b="1">
                <a:solidFill>
                  <a:srgbClr val="0B0F19"/>
                </a:solidFill>
                <a:latin typeface="Calibri"/>
                <a:ea typeface="Calibri"/>
                <a:cs typeface="Calibri"/>
              </a:defRPr>
            </a:pPr>
            <a:r>
              <a:rPr sz="1600" b="1">
                <a:solidFill>
                  <a:srgbClr val="0B0F19"/>
                </a:solidFill>
                <a:latin typeface="Calibri"/>
                <a:ea typeface="Calibri"/>
                <a:cs typeface="Calibri"/>
              </a:rPr>
              <a:t>A small filter slides across the image</a:t>
            </a:r>
          </a:p>
        </p:txBody>
      </p:sp>
      <p:sp>
        <p:nvSpPr>
          <p:cNvPr id="147356607" name="Rectangle 147356606">
            <a:extLst>
              <a:ext uri="{FF2B5EF4-FFF2-40B4-BE49-F238E27FC236}">
                <a16:creationId xmlns:a16="http://schemas.microsoft.com/office/drawing/2014/main" id="{77E1FB47-A94A-4EDF-A251-F96DD18D5B2D}"/>
              </a:ext>
            </a:extLst>
          </p:cNvPr>
          <p:cNvSpPr>
            <a:spLocks noGrp="1"/>
          </p:cNvSpPr>
          <p:nvPr/>
        </p:nvSpPr>
        <p:spPr>
          <a:xfrm>
            <a:off x="1190625" y="2733675"/>
            <a:ext cx="361950" cy="361950"/>
          </a:xfrm>
          <a:prstGeom prst="rect">
            <a:avLst/>
          </a:prstGeom>
          <a:solidFill>
            <a:srgbClr val="DCE8FF"/>
          </a:solidFill>
          <a:ln w="9525">
            <a:solidFill>
              <a:srgbClr val="FFFFFF"/>
            </a:solidFill>
            <a:prstDash val="solid"/>
          </a:ln>
        </p:spPr>
        <p:txBody>
          <a:bodyPr/>
          <a:lstStyle/>
          <a:p>
            <a:endParaRPr/>
          </a:p>
        </p:txBody>
      </p:sp>
      <p:sp>
        <p:nvSpPr>
          <p:cNvPr id="2124479603" name="Rectangle 2124479602">
            <a:extLst>
              <a:ext uri="{FF2B5EF4-FFF2-40B4-BE49-F238E27FC236}">
                <a16:creationId xmlns:a16="http://schemas.microsoft.com/office/drawing/2014/main" id="{8BDEA645-1807-4853-A8E5-B4E6E9F5B6D4}"/>
              </a:ext>
            </a:extLst>
          </p:cNvPr>
          <p:cNvSpPr>
            <a:spLocks noGrp="1"/>
          </p:cNvSpPr>
          <p:nvPr/>
        </p:nvSpPr>
        <p:spPr>
          <a:xfrm>
            <a:off x="1609724" y="2733675"/>
            <a:ext cx="361950" cy="361950"/>
          </a:xfrm>
          <a:prstGeom prst="rect">
            <a:avLst/>
          </a:prstGeom>
          <a:solidFill>
            <a:srgbClr val="DCE8FF"/>
          </a:solidFill>
          <a:ln w="9525">
            <a:solidFill>
              <a:srgbClr val="FFFFFF"/>
            </a:solidFill>
            <a:prstDash val="solid"/>
          </a:ln>
        </p:spPr>
        <p:txBody>
          <a:bodyPr/>
          <a:lstStyle/>
          <a:p>
            <a:endParaRPr/>
          </a:p>
        </p:txBody>
      </p:sp>
      <p:sp>
        <p:nvSpPr>
          <p:cNvPr id="1422142784" name="Rectangle 1422142783">
            <a:extLst>
              <a:ext uri="{FF2B5EF4-FFF2-40B4-BE49-F238E27FC236}">
                <a16:creationId xmlns:a16="http://schemas.microsoft.com/office/drawing/2014/main" id="{4E29C01B-B865-4791-A85D-BA4AF9303B6D}"/>
              </a:ext>
            </a:extLst>
          </p:cNvPr>
          <p:cNvSpPr>
            <a:spLocks noGrp="1"/>
          </p:cNvSpPr>
          <p:nvPr/>
        </p:nvSpPr>
        <p:spPr>
          <a:xfrm>
            <a:off x="2028825" y="2733675"/>
            <a:ext cx="361950" cy="361950"/>
          </a:xfrm>
          <a:prstGeom prst="rect">
            <a:avLst/>
          </a:prstGeom>
          <a:solidFill>
            <a:srgbClr val="2563EB"/>
          </a:solidFill>
          <a:ln w="9525">
            <a:solidFill>
              <a:srgbClr val="FFFFFF"/>
            </a:solidFill>
            <a:prstDash val="solid"/>
          </a:ln>
        </p:spPr>
        <p:txBody>
          <a:bodyPr/>
          <a:lstStyle/>
          <a:p>
            <a:endParaRPr/>
          </a:p>
        </p:txBody>
      </p:sp>
      <p:sp>
        <p:nvSpPr>
          <p:cNvPr id="823330126" name="Rectangle 823330125">
            <a:extLst>
              <a:ext uri="{FF2B5EF4-FFF2-40B4-BE49-F238E27FC236}">
                <a16:creationId xmlns:a16="http://schemas.microsoft.com/office/drawing/2014/main" id="{2D2BBB47-BCD3-4715-8075-3375EC8440B7}"/>
              </a:ext>
            </a:extLst>
          </p:cNvPr>
          <p:cNvSpPr>
            <a:spLocks noGrp="1"/>
          </p:cNvSpPr>
          <p:nvPr/>
        </p:nvSpPr>
        <p:spPr>
          <a:xfrm>
            <a:off x="1190625" y="3152775"/>
            <a:ext cx="361950" cy="361950"/>
          </a:xfrm>
          <a:prstGeom prst="rect">
            <a:avLst/>
          </a:prstGeom>
          <a:solidFill>
            <a:srgbClr val="DCE8FF"/>
          </a:solidFill>
          <a:ln w="9525">
            <a:solidFill>
              <a:srgbClr val="FFFFFF"/>
            </a:solidFill>
            <a:prstDash val="solid"/>
          </a:ln>
        </p:spPr>
        <p:txBody>
          <a:bodyPr/>
          <a:lstStyle/>
          <a:p>
            <a:endParaRPr/>
          </a:p>
        </p:txBody>
      </p:sp>
      <p:sp>
        <p:nvSpPr>
          <p:cNvPr id="1922826062" name="Rectangle 1922826061">
            <a:extLst>
              <a:ext uri="{FF2B5EF4-FFF2-40B4-BE49-F238E27FC236}">
                <a16:creationId xmlns:a16="http://schemas.microsoft.com/office/drawing/2014/main" id="{A02FAC31-7BC4-4FD2-8126-AD60A23D79DC}"/>
              </a:ext>
            </a:extLst>
          </p:cNvPr>
          <p:cNvSpPr>
            <a:spLocks noGrp="1"/>
          </p:cNvSpPr>
          <p:nvPr/>
        </p:nvSpPr>
        <p:spPr>
          <a:xfrm>
            <a:off x="1609724" y="3152775"/>
            <a:ext cx="361950" cy="361950"/>
          </a:xfrm>
          <a:prstGeom prst="rect">
            <a:avLst/>
          </a:prstGeom>
          <a:solidFill>
            <a:srgbClr val="2563EB"/>
          </a:solidFill>
          <a:ln w="9525">
            <a:solidFill>
              <a:srgbClr val="FFFFFF"/>
            </a:solidFill>
            <a:prstDash val="solid"/>
          </a:ln>
        </p:spPr>
        <p:txBody>
          <a:bodyPr/>
          <a:lstStyle/>
          <a:p>
            <a:endParaRPr/>
          </a:p>
        </p:txBody>
      </p:sp>
      <p:sp>
        <p:nvSpPr>
          <p:cNvPr id="563511595" name="Rectangle 563511594">
            <a:extLst>
              <a:ext uri="{FF2B5EF4-FFF2-40B4-BE49-F238E27FC236}">
                <a16:creationId xmlns:a16="http://schemas.microsoft.com/office/drawing/2014/main" id="{20073974-8A98-4162-8B63-876C5C03562F}"/>
              </a:ext>
            </a:extLst>
          </p:cNvPr>
          <p:cNvSpPr>
            <a:spLocks noGrp="1"/>
          </p:cNvSpPr>
          <p:nvPr/>
        </p:nvSpPr>
        <p:spPr>
          <a:xfrm>
            <a:off x="2028825" y="3152775"/>
            <a:ext cx="361950" cy="361950"/>
          </a:xfrm>
          <a:prstGeom prst="rect">
            <a:avLst/>
          </a:prstGeom>
          <a:solidFill>
            <a:srgbClr val="DCE8FF"/>
          </a:solidFill>
          <a:ln w="9525">
            <a:solidFill>
              <a:srgbClr val="FFFFFF"/>
            </a:solidFill>
            <a:prstDash val="solid"/>
          </a:ln>
        </p:spPr>
        <p:txBody>
          <a:bodyPr/>
          <a:lstStyle/>
          <a:p>
            <a:endParaRPr/>
          </a:p>
        </p:txBody>
      </p:sp>
      <p:sp>
        <p:nvSpPr>
          <p:cNvPr id="594903218" name="Rectangle 594903217">
            <a:extLst>
              <a:ext uri="{FF2B5EF4-FFF2-40B4-BE49-F238E27FC236}">
                <a16:creationId xmlns:a16="http://schemas.microsoft.com/office/drawing/2014/main" id="{80741DBC-1BC5-473B-8630-1594841BA6A4}"/>
              </a:ext>
            </a:extLst>
          </p:cNvPr>
          <p:cNvSpPr>
            <a:spLocks noGrp="1"/>
          </p:cNvSpPr>
          <p:nvPr/>
        </p:nvSpPr>
        <p:spPr>
          <a:xfrm>
            <a:off x="1190625" y="3571875"/>
            <a:ext cx="361950" cy="361950"/>
          </a:xfrm>
          <a:prstGeom prst="rect">
            <a:avLst/>
          </a:prstGeom>
          <a:solidFill>
            <a:srgbClr val="DCE8FF"/>
          </a:solidFill>
          <a:ln w="9525">
            <a:solidFill>
              <a:srgbClr val="FFFFFF"/>
            </a:solidFill>
            <a:prstDash val="solid"/>
          </a:ln>
        </p:spPr>
        <p:txBody>
          <a:bodyPr/>
          <a:lstStyle/>
          <a:p>
            <a:endParaRPr/>
          </a:p>
        </p:txBody>
      </p:sp>
      <p:sp>
        <p:nvSpPr>
          <p:cNvPr id="1325143309" name="Rectangle 1325143308">
            <a:extLst>
              <a:ext uri="{FF2B5EF4-FFF2-40B4-BE49-F238E27FC236}">
                <a16:creationId xmlns:a16="http://schemas.microsoft.com/office/drawing/2014/main" id="{6B6AEF8B-2C2E-4F76-9B9A-124AED9A2FC5}"/>
              </a:ext>
            </a:extLst>
          </p:cNvPr>
          <p:cNvSpPr>
            <a:spLocks noGrp="1"/>
          </p:cNvSpPr>
          <p:nvPr/>
        </p:nvSpPr>
        <p:spPr>
          <a:xfrm>
            <a:off x="1609724" y="3571875"/>
            <a:ext cx="361950" cy="361950"/>
          </a:xfrm>
          <a:prstGeom prst="rect">
            <a:avLst/>
          </a:prstGeom>
          <a:solidFill>
            <a:srgbClr val="DCE8FF"/>
          </a:solidFill>
          <a:ln w="9525">
            <a:solidFill>
              <a:srgbClr val="FFFFFF"/>
            </a:solidFill>
            <a:prstDash val="solid"/>
          </a:ln>
        </p:spPr>
        <p:txBody>
          <a:bodyPr/>
          <a:lstStyle/>
          <a:p>
            <a:endParaRPr/>
          </a:p>
        </p:txBody>
      </p:sp>
      <p:sp>
        <p:nvSpPr>
          <p:cNvPr id="356973150" name="Rectangle 356973149">
            <a:extLst>
              <a:ext uri="{FF2B5EF4-FFF2-40B4-BE49-F238E27FC236}">
                <a16:creationId xmlns:a16="http://schemas.microsoft.com/office/drawing/2014/main" id="{2224829F-3305-46BB-B076-FE20D3F8B5BC}"/>
              </a:ext>
            </a:extLst>
          </p:cNvPr>
          <p:cNvSpPr>
            <a:spLocks noGrp="1"/>
          </p:cNvSpPr>
          <p:nvPr/>
        </p:nvSpPr>
        <p:spPr>
          <a:xfrm>
            <a:off x="2028825" y="3571875"/>
            <a:ext cx="361950" cy="361950"/>
          </a:xfrm>
          <a:prstGeom prst="rect">
            <a:avLst/>
          </a:prstGeom>
          <a:solidFill>
            <a:srgbClr val="DCE8FF"/>
          </a:solidFill>
          <a:ln w="9525">
            <a:solidFill>
              <a:srgbClr val="FFFFFF"/>
            </a:solidFill>
            <a:prstDash val="solid"/>
          </a:ln>
        </p:spPr>
        <p:txBody>
          <a:bodyPr/>
          <a:lstStyle/>
          <a:p>
            <a:endParaRPr/>
          </a:p>
        </p:txBody>
      </p:sp>
      <p:sp>
        <p:nvSpPr>
          <p:cNvPr id="1042048119" name="Rectangle 1042048118">
            <a:extLst>
              <a:ext uri="{FF2B5EF4-FFF2-40B4-BE49-F238E27FC236}">
                <a16:creationId xmlns:a16="http://schemas.microsoft.com/office/drawing/2014/main" id="{6790427E-43DE-422A-9368-D3FB7DFEE5C2}"/>
              </a:ext>
            </a:extLst>
          </p:cNvPr>
          <p:cNvSpPr>
            <a:spLocks noGrp="1"/>
          </p:cNvSpPr>
          <p:nvPr/>
        </p:nvSpPr>
        <p:spPr>
          <a:xfrm>
            <a:off x="1238250" y="4076699"/>
            <a:ext cx="1066800" cy="238125"/>
          </a:xfrm>
          <a:prstGeom prst="rect">
            <a:avLst/>
          </a:prstGeom>
          <a:noFill/>
          <a:ln w="0">
            <a:noFill/>
            <a:prstDash val="solid"/>
          </a:ln>
        </p:spPr>
        <p:txBody>
          <a:bodyPr anchor="ctr"/>
          <a:lstStyle/>
          <a:p>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85166495" name="Rectangle 1385166494">
            <a:extLst>
              <a:ext uri="{FF2B5EF4-FFF2-40B4-BE49-F238E27FC236}">
                <a16:creationId xmlns:a16="http://schemas.microsoft.com/office/drawing/2014/main" id="{85B1C55B-22AE-4FFB-B844-207669EB1E01}"/>
              </a:ext>
            </a:extLst>
          </p:cNvPr>
          <p:cNvSpPr>
            <a:spLocks noGrp="1"/>
          </p:cNvSpPr>
          <p:nvPr/>
        </p:nvSpPr>
        <p:spPr>
          <a:xfrm>
            <a:off x="2476500" y="3019425"/>
            <a:ext cx="304800" cy="323850"/>
          </a:xfrm>
          <a:prstGeom prst="rect">
            <a:avLst/>
          </a:prstGeom>
          <a:noFill/>
          <a:ln w="0">
            <a:noFill/>
            <a:prstDash val="solid"/>
          </a:ln>
        </p:spPr>
        <p:txBody>
          <a:bodyPr anchor="ctr"/>
          <a:lstStyle/>
          <a:p>
            <a:pPr algn="ctr">
              <a:buNone/>
              <a:defRPr sz="2050" b="1">
                <a:solidFill>
                  <a:srgbClr val="667085"/>
                </a:solidFill>
                <a:latin typeface="Calibri"/>
                <a:ea typeface="Calibri"/>
                <a:cs typeface="Calibri"/>
              </a:defRPr>
            </a:pPr>
            <a:r>
              <a:rPr sz="2050" b="1">
                <a:solidFill>
                  <a:srgbClr val="667085"/>
                </a:solidFill>
                <a:latin typeface="Calibri"/>
                <a:ea typeface="Calibri"/>
                <a:cs typeface="Calibri"/>
              </a:rPr>
              <a:t>×</a:t>
            </a:r>
          </a:p>
        </p:txBody>
      </p:sp>
      <p:sp>
        <p:nvSpPr>
          <p:cNvPr id="1601655453" name="Rectangle 1601655452">
            <a:extLst>
              <a:ext uri="{FF2B5EF4-FFF2-40B4-BE49-F238E27FC236}">
                <a16:creationId xmlns:a16="http://schemas.microsoft.com/office/drawing/2014/main" id="{983DEB36-F575-490A-934A-A01FE1FFF842}"/>
              </a:ext>
            </a:extLst>
          </p:cNvPr>
          <p:cNvSpPr>
            <a:spLocks noGrp="1"/>
          </p:cNvSpPr>
          <p:nvPr/>
        </p:nvSpPr>
        <p:spPr>
          <a:xfrm>
            <a:off x="2924175" y="2857500"/>
            <a:ext cx="304800" cy="304800"/>
          </a:xfrm>
          <a:prstGeom prst="rect">
            <a:avLst/>
          </a:prstGeom>
          <a:solidFill>
            <a:srgbClr val="1D4ED8"/>
          </a:solidFill>
          <a:ln w="9525">
            <a:solidFill>
              <a:srgbClr val="FFFFFF"/>
            </a:solidFill>
            <a:prstDash val="solid"/>
          </a:ln>
        </p:spPr>
        <p:txBody>
          <a:bodyPr/>
          <a:lstStyle/>
          <a:p>
            <a:endParaRPr/>
          </a:p>
        </p:txBody>
      </p:sp>
      <p:sp>
        <p:nvSpPr>
          <p:cNvPr id="291711030" name="Rectangle 291711029">
            <a:extLst>
              <a:ext uri="{FF2B5EF4-FFF2-40B4-BE49-F238E27FC236}">
                <a16:creationId xmlns:a16="http://schemas.microsoft.com/office/drawing/2014/main" id="{95B3C882-A8E9-40E7-B6B3-06F22D30CD17}"/>
              </a:ext>
            </a:extLst>
          </p:cNvPr>
          <p:cNvSpPr>
            <a:spLocks noGrp="1"/>
          </p:cNvSpPr>
          <p:nvPr/>
        </p:nvSpPr>
        <p:spPr>
          <a:xfrm>
            <a:off x="3286125" y="2857500"/>
            <a:ext cx="304800" cy="304800"/>
          </a:xfrm>
          <a:prstGeom prst="rect">
            <a:avLst/>
          </a:prstGeom>
          <a:solidFill>
            <a:srgbClr val="93C5FD"/>
          </a:solidFill>
          <a:ln w="9525">
            <a:solidFill>
              <a:srgbClr val="FFFFFF"/>
            </a:solidFill>
            <a:prstDash val="solid"/>
          </a:ln>
        </p:spPr>
        <p:txBody>
          <a:bodyPr/>
          <a:lstStyle/>
          <a:p>
            <a:endParaRPr/>
          </a:p>
        </p:txBody>
      </p:sp>
      <p:sp>
        <p:nvSpPr>
          <p:cNvPr id="407035283" name="Rectangle 407035282">
            <a:extLst>
              <a:ext uri="{FF2B5EF4-FFF2-40B4-BE49-F238E27FC236}">
                <a16:creationId xmlns:a16="http://schemas.microsoft.com/office/drawing/2014/main" id="{203F5BFD-BC0B-4DE1-AE26-B02805C48236}"/>
              </a:ext>
            </a:extLst>
          </p:cNvPr>
          <p:cNvSpPr>
            <a:spLocks noGrp="1"/>
          </p:cNvSpPr>
          <p:nvPr/>
        </p:nvSpPr>
        <p:spPr>
          <a:xfrm>
            <a:off x="2924175" y="3219449"/>
            <a:ext cx="304800" cy="304800"/>
          </a:xfrm>
          <a:prstGeom prst="rect">
            <a:avLst/>
          </a:prstGeom>
          <a:solidFill>
            <a:srgbClr val="93C5FD"/>
          </a:solidFill>
          <a:ln w="9525">
            <a:solidFill>
              <a:srgbClr val="FFFFFF"/>
            </a:solidFill>
            <a:prstDash val="solid"/>
          </a:ln>
        </p:spPr>
        <p:txBody>
          <a:bodyPr/>
          <a:lstStyle/>
          <a:p>
            <a:endParaRPr/>
          </a:p>
        </p:txBody>
      </p:sp>
      <p:sp>
        <p:nvSpPr>
          <p:cNvPr id="1491557476" name="Rectangle 1491557475">
            <a:extLst>
              <a:ext uri="{FF2B5EF4-FFF2-40B4-BE49-F238E27FC236}">
                <a16:creationId xmlns:a16="http://schemas.microsoft.com/office/drawing/2014/main" id="{21CD4DD6-338A-4091-88A2-A6C569F6B84E}"/>
              </a:ext>
            </a:extLst>
          </p:cNvPr>
          <p:cNvSpPr>
            <a:spLocks noGrp="1"/>
          </p:cNvSpPr>
          <p:nvPr/>
        </p:nvSpPr>
        <p:spPr>
          <a:xfrm>
            <a:off x="3286125" y="3219449"/>
            <a:ext cx="304800" cy="304800"/>
          </a:xfrm>
          <a:prstGeom prst="rect">
            <a:avLst/>
          </a:prstGeom>
          <a:solidFill>
            <a:srgbClr val="1D4ED8"/>
          </a:solidFill>
          <a:ln w="9525">
            <a:solidFill>
              <a:srgbClr val="FFFFFF"/>
            </a:solidFill>
            <a:prstDash val="solid"/>
          </a:ln>
        </p:spPr>
        <p:txBody>
          <a:bodyPr/>
          <a:lstStyle/>
          <a:p>
            <a:endParaRPr/>
          </a:p>
        </p:txBody>
      </p:sp>
      <p:sp>
        <p:nvSpPr>
          <p:cNvPr id="1056338783" name="Rectangle 1056338782">
            <a:extLst>
              <a:ext uri="{FF2B5EF4-FFF2-40B4-BE49-F238E27FC236}">
                <a16:creationId xmlns:a16="http://schemas.microsoft.com/office/drawing/2014/main" id="{38DF466B-FBAA-4E35-883D-0DDAF2C49CD6}"/>
              </a:ext>
            </a:extLst>
          </p:cNvPr>
          <p:cNvSpPr>
            <a:spLocks noGrp="1"/>
          </p:cNvSpPr>
          <p:nvPr/>
        </p:nvSpPr>
        <p:spPr>
          <a:xfrm>
            <a:off x="2857500" y="4076699"/>
            <a:ext cx="857250" cy="238125"/>
          </a:xfrm>
          <a:prstGeom prst="rect">
            <a:avLst/>
          </a:prstGeom>
          <a:noFill/>
          <a:ln w="0">
            <a:noFill/>
            <a:prstDash val="solid"/>
          </a:ln>
        </p:spPr>
        <p:txBody>
          <a:bodyPr anchor="ctr"/>
          <a:lstStyle/>
          <a:p>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77665446" name="Rectangle: Rounded Corners 177665445">
            <a:extLst>
              <a:ext uri="{FF2B5EF4-FFF2-40B4-BE49-F238E27FC236}">
                <a16:creationId xmlns:a16="http://schemas.microsoft.com/office/drawing/2014/main" id="{637D1C8E-512F-431B-B84A-21AF1994EFAF}"/>
              </a:ext>
            </a:extLst>
          </p:cNvPr>
          <p:cNvSpPr>
            <a:spLocks noGrp="1"/>
          </p:cNvSpPr>
          <p:nvPr/>
        </p:nvSpPr>
        <p:spPr>
          <a:xfrm>
            <a:off x="4676775" y="1924050"/>
            <a:ext cx="6238875" cy="3105150"/>
          </a:xfrm>
          <a:prstGeom prst="roundRect">
            <a:avLst>
              <a:gd name="adj" fmla="val 3681"/>
            </a:avLst>
          </a:prstGeom>
          <a:solidFill>
            <a:srgbClr val="F8FAFC"/>
          </a:solidFill>
          <a:ln w="9525">
            <a:solidFill>
              <a:srgbClr val="CBD5E1"/>
            </a:solidFill>
            <a:prstDash val="solid"/>
          </a:ln>
        </p:spPr>
        <p:txBody>
          <a:bodyPr/>
          <a:lstStyle/>
          <a:p>
            <a:endParaRPr/>
          </a:p>
        </p:txBody>
      </p:sp>
      <p:sp>
        <p:nvSpPr>
          <p:cNvPr id="2113688218" name="Rectangle 2113688217">
            <a:extLst>
              <a:ext uri="{FF2B5EF4-FFF2-40B4-BE49-F238E27FC236}">
                <a16:creationId xmlns:a16="http://schemas.microsoft.com/office/drawing/2014/main" id="{DF220352-4B72-40A5-BF04-003CD3EC6CED}"/>
              </a:ext>
            </a:extLst>
          </p:cNvPr>
          <p:cNvSpPr>
            <a:spLocks noGrp="1"/>
          </p:cNvSpPr>
          <p:nvPr/>
        </p:nvSpPr>
        <p:spPr>
          <a:xfrm>
            <a:off x="5000625" y="2133600"/>
            <a:ext cx="1905000" cy="304800"/>
          </a:xfrm>
          <a:prstGeom prst="rect">
            <a:avLst/>
          </a:prstGeom>
          <a:noFill/>
          <a:ln w="0">
            <a:noFill/>
            <a:prstDash val="solid"/>
          </a:ln>
        </p:spPr>
        <p:txBody>
          <a:bodyPr anchor="ctr"/>
          <a:lstStyle/>
          <a:p>
            <a:pPr algn="l">
              <a:buNone/>
              <a:defRPr sz="1600" b="1">
                <a:solidFill>
                  <a:srgbClr val="0B0F19"/>
                </a:solidFill>
                <a:latin typeface="Calibri"/>
                <a:ea typeface="Calibri"/>
                <a:cs typeface="Calibri"/>
              </a:defRPr>
            </a:pPr>
            <a:r>
              <a:rPr sz="1600" b="1">
                <a:solidFill>
                  <a:srgbClr val="0B0F19"/>
                </a:solidFill>
                <a:latin typeface="Calibri"/>
                <a:ea typeface="Calibri"/>
                <a:cs typeface="Calibri"/>
              </a:rPr>
              <a:t>How it works</a:t>
            </a:r>
          </a:p>
        </p:txBody>
      </p:sp>
      <p:sp>
        <p:nvSpPr>
          <p:cNvPr id="1228422649" name="Rectangle 1228422648">
            <a:extLst>
              <a:ext uri="{FF2B5EF4-FFF2-40B4-BE49-F238E27FC236}">
                <a16:creationId xmlns:a16="http://schemas.microsoft.com/office/drawing/2014/main" id="{BC3187FD-E4BB-4E33-B139-DE7220DF6B8E}"/>
              </a:ext>
            </a:extLst>
          </p:cNvPr>
          <p:cNvSpPr>
            <a:spLocks noGrp="1"/>
          </p:cNvSpPr>
          <p:nvPr/>
        </p:nvSpPr>
        <p:spPr>
          <a:xfrm>
            <a:off x="5038725" y="2733675"/>
            <a:ext cx="304800" cy="304800"/>
          </a:xfrm>
          <a:prstGeom prst="rect">
            <a:avLst/>
          </a:prstGeom>
          <a:noFill/>
          <a:ln w="0">
            <a:noFill/>
            <a:prstDash val="solid"/>
          </a:ln>
        </p:spPr>
        <p:txBody>
          <a:bodyPr anchor="ctr"/>
          <a:lstStyle/>
          <a:p>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433360770" name="Rectangle 1433360769">
            <a:extLst>
              <a:ext uri="{FF2B5EF4-FFF2-40B4-BE49-F238E27FC236}">
                <a16:creationId xmlns:a16="http://schemas.microsoft.com/office/drawing/2014/main" id="{E839CBC5-E75A-43CF-9F32-64AE46501F05}"/>
              </a:ext>
            </a:extLst>
          </p:cNvPr>
          <p:cNvSpPr>
            <a:spLocks noGrp="1"/>
          </p:cNvSpPr>
          <p:nvPr/>
        </p:nvSpPr>
        <p:spPr>
          <a:xfrm>
            <a:off x="5486400" y="2686050"/>
            <a:ext cx="4953000" cy="3810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Convolution: the same filter scans every local region.</a:t>
            </a:r>
          </a:p>
        </p:txBody>
      </p:sp>
      <p:sp>
        <p:nvSpPr>
          <p:cNvPr id="319824198" name="Rectangle 319824197">
            <a:extLst>
              <a:ext uri="{FF2B5EF4-FFF2-40B4-BE49-F238E27FC236}">
                <a16:creationId xmlns:a16="http://schemas.microsoft.com/office/drawing/2014/main" id="{22A493FD-A384-488E-8F93-1EA1E796C931}"/>
              </a:ext>
            </a:extLst>
          </p:cNvPr>
          <p:cNvSpPr>
            <a:spLocks noGrp="1"/>
          </p:cNvSpPr>
          <p:nvPr/>
        </p:nvSpPr>
        <p:spPr>
          <a:xfrm>
            <a:off x="5038725" y="3333750"/>
            <a:ext cx="304800" cy="304800"/>
          </a:xfrm>
          <a:prstGeom prst="rect">
            <a:avLst/>
          </a:prstGeom>
          <a:noFill/>
          <a:ln w="0">
            <a:noFill/>
            <a:prstDash val="solid"/>
          </a:ln>
        </p:spPr>
        <p:txBody>
          <a:bodyPr anchor="ctr"/>
          <a:lstStyle/>
          <a:p>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90256975" name="Rectangle 190256974">
            <a:extLst>
              <a:ext uri="{FF2B5EF4-FFF2-40B4-BE49-F238E27FC236}">
                <a16:creationId xmlns:a16="http://schemas.microsoft.com/office/drawing/2014/main" id="{E7B1D92D-76EB-47C6-A708-BB1151AF9CFE}"/>
              </a:ext>
            </a:extLst>
          </p:cNvPr>
          <p:cNvSpPr>
            <a:spLocks noGrp="1"/>
          </p:cNvSpPr>
          <p:nvPr/>
        </p:nvSpPr>
        <p:spPr>
          <a:xfrm>
            <a:off x="5486400" y="3286125"/>
            <a:ext cx="4953000" cy="3810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Activation map: strong matches mark useful features.</a:t>
            </a:r>
          </a:p>
        </p:txBody>
      </p:sp>
      <p:sp>
        <p:nvSpPr>
          <p:cNvPr id="948330472" name="Rectangle 948330471">
            <a:extLst>
              <a:ext uri="{FF2B5EF4-FFF2-40B4-BE49-F238E27FC236}">
                <a16:creationId xmlns:a16="http://schemas.microsoft.com/office/drawing/2014/main" id="{8212FAA0-B9D8-4AB7-9343-9CAA85ED4683}"/>
              </a:ext>
            </a:extLst>
          </p:cNvPr>
          <p:cNvSpPr>
            <a:spLocks noGrp="1"/>
          </p:cNvSpPr>
          <p:nvPr/>
        </p:nvSpPr>
        <p:spPr>
          <a:xfrm>
            <a:off x="5038725" y="3933824"/>
            <a:ext cx="304800" cy="304800"/>
          </a:xfrm>
          <a:prstGeom prst="rect">
            <a:avLst/>
          </a:prstGeom>
          <a:noFill/>
          <a:ln w="0">
            <a:noFill/>
            <a:prstDash val="solid"/>
          </a:ln>
        </p:spPr>
        <p:txBody>
          <a:bodyPr anchor="ctr"/>
          <a:lstStyle/>
          <a:p>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81357357" name="Rectangle 1381357356">
            <a:extLst>
              <a:ext uri="{FF2B5EF4-FFF2-40B4-BE49-F238E27FC236}">
                <a16:creationId xmlns:a16="http://schemas.microsoft.com/office/drawing/2014/main" id="{E1464292-690B-4DF9-83A6-932B66C0A26E}"/>
              </a:ext>
            </a:extLst>
          </p:cNvPr>
          <p:cNvSpPr>
            <a:spLocks noGrp="1"/>
          </p:cNvSpPr>
          <p:nvPr/>
        </p:nvSpPr>
        <p:spPr>
          <a:xfrm>
            <a:off x="5486400" y="3886200"/>
            <a:ext cx="4953000" cy="3810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Deeper layers combine edges → textures → objects.</a:t>
            </a:r>
          </a:p>
        </p:txBody>
      </p:sp>
      <p:sp>
        <p:nvSpPr>
          <p:cNvPr id="137947420" name="Rectangle 137947419">
            <a:extLst>
              <a:ext uri="{FF2B5EF4-FFF2-40B4-BE49-F238E27FC236}">
                <a16:creationId xmlns:a16="http://schemas.microsoft.com/office/drawing/2014/main" id="{215CADBE-120D-4EFF-9005-44418C81BABE}"/>
              </a:ext>
            </a:extLst>
          </p:cNvPr>
          <p:cNvSpPr>
            <a:spLocks noGrp="1"/>
          </p:cNvSpPr>
          <p:nvPr/>
        </p:nvSpPr>
        <p:spPr>
          <a:xfrm>
            <a:off x="1123950" y="5429250"/>
            <a:ext cx="9906000" cy="266700"/>
          </a:xfrm>
          <a:prstGeom prst="rect">
            <a:avLst/>
          </a:prstGeom>
          <a:noFill/>
          <a:ln w="0">
            <a:noFill/>
            <a:prstDash val="solid"/>
          </a:ln>
        </p:spPr>
        <p:txBody>
          <a:bodyPr anchor="ctr"/>
          <a:lstStyle/>
          <a:p>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1573375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7590333" name="Rectangle 1247590332">
            <a:extLst>
              <a:ext uri="{FF2B5EF4-FFF2-40B4-BE49-F238E27FC236}">
                <a16:creationId xmlns:a16="http://schemas.microsoft.com/office/drawing/2014/main" id="{EC4EBD99-0906-47E7-96EF-E0CE0942C313}"/>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123267950" name="Rectangle 123267949">
            <a:extLst>
              <a:ext uri="{FF2B5EF4-FFF2-40B4-BE49-F238E27FC236}">
                <a16:creationId xmlns:a16="http://schemas.microsoft.com/office/drawing/2014/main" id="{4E9485F7-AF95-4C7D-B8FE-E8530E92BDF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62278910" name="Rectangle 1662278909">
            <a:extLst>
              <a:ext uri="{FF2B5EF4-FFF2-40B4-BE49-F238E27FC236}">
                <a16:creationId xmlns:a16="http://schemas.microsoft.com/office/drawing/2014/main" id="{858AD659-6023-40CA-8FCC-4D4399497EF2}"/>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459089391" name="Rectangle 459089390">
            <a:extLst>
              <a:ext uri="{FF2B5EF4-FFF2-40B4-BE49-F238E27FC236}">
                <a16:creationId xmlns:a16="http://schemas.microsoft.com/office/drawing/2014/main" id="{7F8B2454-96D7-4A94-ACB0-1E6230BC746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27</a:t>
            </a:r>
          </a:p>
        </p:txBody>
      </p:sp>
      <p:sp>
        <p:nvSpPr>
          <p:cNvPr id="1982873100" name="Rectangle 1982873099">
            <a:extLst>
              <a:ext uri="{FF2B5EF4-FFF2-40B4-BE49-F238E27FC236}">
                <a16:creationId xmlns:a16="http://schemas.microsoft.com/office/drawing/2014/main" id="{A272D7D3-C7C4-4649-8D1D-3AB4952C43B8}"/>
              </a:ext>
            </a:extLst>
          </p:cNvPr>
          <p:cNvSpPr>
            <a:spLocks noGrp="1"/>
          </p:cNvSpPr>
          <p:nvPr/>
        </p:nvSpPr>
        <p:spPr>
          <a:xfrm>
            <a:off x="704850" y="1314450"/>
            <a:ext cx="10287000" cy="285750"/>
          </a:xfrm>
          <a:prstGeom prst="rect">
            <a:avLst/>
          </a:prstGeom>
          <a:noFill/>
          <a:ln w="0">
            <a:noFill/>
            <a:prstDash val="solid"/>
          </a:ln>
        </p:spPr>
        <p:txBody>
          <a:bodyPr/>
          <a:lstStyle/>
          <a:p>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1982873107" name="Picture 305515905"/>
          <p:cNvPicPr>
            <a:picLocks noChangeAspect="1"/>
          </p:cNvPicPr>
          <p:nvPr/>
        </p:nvPicPr>
        <p:blipFill rotWithShape="1">
          <a:blip r:embed="rId3"/>
          <a:stretch/>
        </p:blipFill>
        <p:spPr>
          <a:xfrm>
            <a:off x="2047875" y="1809750"/>
            <a:ext cx="8096250" cy="3648074"/>
          </a:xfrm>
          <a:prstGeom prst="rect">
            <a:avLst/>
          </a:prstGeom>
        </p:spPr>
      </p:pic>
      <p:sp>
        <p:nvSpPr>
          <p:cNvPr id="1852267196" name="Rectangle 1852267195">
            <a:extLst>
              <a:ext uri="{FF2B5EF4-FFF2-40B4-BE49-F238E27FC236}">
                <a16:creationId xmlns:a16="http://schemas.microsoft.com/office/drawing/2014/main" id="{2CC9593D-9EC0-407B-9354-DA78FF898A46}"/>
              </a:ext>
            </a:extLst>
          </p:cNvPr>
          <p:cNvSpPr>
            <a:spLocks noGrp="1"/>
          </p:cNvSpPr>
          <p:nvPr/>
        </p:nvSpPr>
        <p:spPr>
          <a:xfrm>
            <a:off x="1143000" y="5762625"/>
            <a:ext cx="9906000" cy="247650"/>
          </a:xfrm>
          <a:prstGeom prst="rect">
            <a:avLst/>
          </a:prstGeom>
          <a:noFill/>
          <a:ln w="0">
            <a:noFill/>
            <a:prstDash val="solid"/>
          </a:ln>
        </p:spPr>
        <p:txBody>
          <a:bodyP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1726674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3920235" name="Rectangle 1803920234">
            <a:extLst>
              <a:ext uri="{FF2B5EF4-FFF2-40B4-BE49-F238E27FC236}">
                <a16:creationId xmlns:a16="http://schemas.microsoft.com/office/drawing/2014/main" id="{DAAA588C-3474-4C20-9FA3-7476B48CEA72}"/>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1271380439" name="Rectangle 1271380438">
            <a:extLst>
              <a:ext uri="{FF2B5EF4-FFF2-40B4-BE49-F238E27FC236}">
                <a16:creationId xmlns:a16="http://schemas.microsoft.com/office/drawing/2014/main" id="{859AC8AE-1190-4793-BC73-1FBC9F9CF39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608404556" name="Rectangle 608404555">
            <a:extLst>
              <a:ext uri="{FF2B5EF4-FFF2-40B4-BE49-F238E27FC236}">
                <a16:creationId xmlns:a16="http://schemas.microsoft.com/office/drawing/2014/main" id="{03109BE7-5449-47BE-A934-6EB9E9FEB51F}"/>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2038265660" name="Rectangle 2038265659">
            <a:extLst>
              <a:ext uri="{FF2B5EF4-FFF2-40B4-BE49-F238E27FC236}">
                <a16:creationId xmlns:a16="http://schemas.microsoft.com/office/drawing/2014/main" id="{307D6BC8-5D79-4C23-9B34-B963021E5AD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28</a:t>
            </a:r>
          </a:p>
        </p:txBody>
      </p:sp>
      <p:sp>
        <p:nvSpPr>
          <p:cNvPr id="1642738133" name="Rectangle 1642738132">
            <a:extLst>
              <a:ext uri="{FF2B5EF4-FFF2-40B4-BE49-F238E27FC236}">
                <a16:creationId xmlns:a16="http://schemas.microsoft.com/office/drawing/2014/main" id="{2CDEE938-8891-40D4-8797-2AE09F0721F3}"/>
              </a:ext>
            </a:extLst>
          </p:cNvPr>
          <p:cNvSpPr>
            <a:spLocks noGrp="1"/>
          </p:cNvSpPr>
          <p:nvPr/>
        </p:nvSpPr>
        <p:spPr>
          <a:xfrm>
            <a:off x="704850" y="1257300"/>
            <a:ext cx="10668000" cy="285750"/>
          </a:xfrm>
          <a:prstGeom prst="rect">
            <a:avLst/>
          </a:prstGeom>
          <a:noFill/>
          <a:ln w="0">
            <a:noFill/>
            <a:prstDash val="solid"/>
          </a:ln>
        </p:spPr>
        <p:txBody>
          <a:bodyPr anchor="ctr"/>
          <a:lstStyle/>
          <a:p>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p>
        </p:txBody>
      </p:sp>
      <p:sp>
        <p:nvSpPr>
          <p:cNvPr id="1850643840" name="Rectangle: Rounded Corners 1850643839">
            <a:extLst>
              <a:ext uri="{FF2B5EF4-FFF2-40B4-BE49-F238E27FC236}">
                <a16:creationId xmlns:a16="http://schemas.microsoft.com/office/drawing/2014/main" id="{B892890B-1069-4F1F-8EA1-8A739C1D552D}"/>
              </a:ext>
            </a:extLst>
          </p:cNvPr>
          <p:cNvSpPr>
            <a:spLocks noGrp="1"/>
          </p:cNvSpPr>
          <p:nvPr/>
        </p:nvSpPr>
        <p:spPr>
          <a:xfrm>
            <a:off x="723900" y="1981200"/>
            <a:ext cx="3124200" cy="3162300"/>
          </a:xfrm>
          <a:prstGeom prst="roundRect">
            <a:avLst>
              <a:gd name="adj" fmla="val 3659"/>
            </a:avLst>
          </a:prstGeom>
          <a:solidFill>
            <a:srgbClr val="EAF2FF"/>
          </a:solidFill>
          <a:ln w="9525">
            <a:solidFill>
              <a:srgbClr val="2563EB"/>
            </a:solidFill>
            <a:prstDash val="solid"/>
          </a:ln>
        </p:spPr>
        <p:txBody>
          <a:bodyPr/>
          <a:lstStyle/>
          <a:p>
            <a:endParaRPr/>
          </a:p>
        </p:txBody>
      </p:sp>
      <p:sp>
        <p:nvSpPr>
          <p:cNvPr id="1017679781" name="Rectangle 1017679780">
            <a:extLst>
              <a:ext uri="{FF2B5EF4-FFF2-40B4-BE49-F238E27FC236}">
                <a16:creationId xmlns:a16="http://schemas.microsoft.com/office/drawing/2014/main" id="{4F281EAD-3D41-4BBF-A482-C09D7B8A442B}"/>
              </a:ext>
            </a:extLst>
          </p:cNvPr>
          <p:cNvSpPr>
            <a:spLocks noGrp="1"/>
          </p:cNvSpPr>
          <p:nvPr/>
        </p:nvSpPr>
        <p:spPr>
          <a:xfrm>
            <a:off x="990600" y="2228850"/>
            <a:ext cx="2571750" cy="361950"/>
          </a:xfrm>
          <a:prstGeom prst="rect">
            <a:avLst/>
          </a:prstGeom>
          <a:noFill/>
          <a:ln w="0">
            <a:noFill/>
            <a:prstDash val="solid"/>
          </a:ln>
        </p:spPr>
        <p:txBody>
          <a:bodyPr anchor="ctr"/>
          <a:lstStyle/>
          <a:p>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1849476889" name="Rectangle 1849476888">
            <a:extLst>
              <a:ext uri="{FF2B5EF4-FFF2-40B4-BE49-F238E27FC236}">
                <a16:creationId xmlns:a16="http://schemas.microsoft.com/office/drawing/2014/main" id="{5818DD52-AD78-4F57-84E1-1CD590E21802}"/>
              </a:ext>
            </a:extLst>
          </p:cNvPr>
          <p:cNvSpPr>
            <a:spLocks noGrp="1"/>
          </p:cNvSpPr>
          <p:nvPr/>
        </p:nvSpPr>
        <p:spPr>
          <a:xfrm>
            <a:off x="990600" y="2876550"/>
            <a:ext cx="2590800" cy="6477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p>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p>
        </p:txBody>
      </p:sp>
      <p:sp>
        <p:nvSpPr>
          <p:cNvPr id="661712453" name="Straight Connector 661712452">
            <a:extLst>
              <a:ext uri="{FF2B5EF4-FFF2-40B4-BE49-F238E27FC236}">
                <a16:creationId xmlns:a16="http://schemas.microsoft.com/office/drawing/2014/main" id="{A0D25D71-05AC-42DC-AD22-2998CF5B86F8}"/>
              </a:ext>
            </a:extLst>
          </p:cNvPr>
          <p:cNvSpPr>
            <a:spLocks noGrp="1"/>
          </p:cNvSpPr>
          <p:nvPr/>
        </p:nvSpPr>
        <p:spPr>
          <a:xfrm>
            <a:off x="990600" y="3771900"/>
            <a:ext cx="2571750" cy="0"/>
          </a:xfrm>
          <a:prstGeom prst="line">
            <a:avLst/>
          </a:prstGeom>
          <a:ln w="9525">
            <a:solidFill>
              <a:srgbClr val="2563EB"/>
            </a:solidFill>
            <a:prstDash val="solid"/>
          </a:ln>
        </p:spPr>
        <p:txBody>
          <a:bodyPr/>
          <a:lstStyle/>
          <a:p>
            <a:endParaRPr/>
          </a:p>
        </p:txBody>
      </p:sp>
      <p:sp>
        <p:nvSpPr>
          <p:cNvPr id="814738558" name="Rectangle 814738557">
            <a:extLst>
              <a:ext uri="{FF2B5EF4-FFF2-40B4-BE49-F238E27FC236}">
                <a16:creationId xmlns:a16="http://schemas.microsoft.com/office/drawing/2014/main" id="{F0ABC29F-D5E9-4F0E-875D-3448ECB246B0}"/>
              </a:ext>
            </a:extLst>
          </p:cNvPr>
          <p:cNvSpPr>
            <a:spLocks noGrp="1"/>
          </p:cNvSpPr>
          <p:nvPr/>
        </p:nvSpPr>
        <p:spPr>
          <a:xfrm>
            <a:off x="990600" y="4000500"/>
            <a:ext cx="2590800" cy="619125"/>
          </a:xfrm>
          <a:prstGeom prst="rect">
            <a:avLst/>
          </a:prstGeom>
          <a:noFill/>
          <a:ln w="0">
            <a:noFill/>
            <a:prstDash val="solid"/>
          </a:ln>
        </p:spPr>
        <p:txBody>
          <a:bodyPr anchor="ctr"/>
          <a:lstStyle/>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1558336150" name="Rectangle: Rounded Corners 1558336149">
            <a:extLst>
              <a:ext uri="{FF2B5EF4-FFF2-40B4-BE49-F238E27FC236}">
                <a16:creationId xmlns:a16="http://schemas.microsoft.com/office/drawing/2014/main" id="{F10A0CF4-C6D9-4F9B-946C-6A5E0A3CE8CD}"/>
              </a:ext>
            </a:extLst>
          </p:cNvPr>
          <p:cNvSpPr>
            <a:spLocks noGrp="1"/>
          </p:cNvSpPr>
          <p:nvPr/>
        </p:nvSpPr>
        <p:spPr>
          <a:xfrm>
            <a:off x="4191000" y="1981200"/>
            <a:ext cx="3124200" cy="3162300"/>
          </a:xfrm>
          <a:prstGeom prst="roundRect">
            <a:avLst>
              <a:gd name="adj" fmla="val 3659"/>
            </a:avLst>
          </a:prstGeom>
          <a:solidFill>
            <a:srgbClr val="EAFBF3"/>
          </a:solidFill>
          <a:ln w="9525">
            <a:solidFill>
              <a:srgbClr val="059669"/>
            </a:solidFill>
            <a:prstDash val="solid"/>
          </a:ln>
        </p:spPr>
        <p:txBody>
          <a:bodyPr/>
          <a:lstStyle/>
          <a:p>
            <a:endParaRPr/>
          </a:p>
        </p:txBody>
      </p:sp>
      <p:sp>
        <p:nvSpPr>
          <p:cNvPr id="1410040052" name="Rectangle 1410040051">
            <a:extLst>
              <a:ext uri="{FF2B5EF4-FFF2-40B4-BE49-F238E27FC236}">
                <a16:creationId xmlns:a16="http://schemas.microsoft.com/office/drawing/2014/main" id="{5FFC0A56-4C10-4D71-B08E-93153149A9EF}"/>
              </a:ext>
            </a:extLst>
          </p:cNvPr>
          <p:cNvSpPr>
            <a:spLocks noGrp="1"/>
          </p:cNvSpPr>
          <p:nvPr/>
        </p:nvSpPr>
        <p:spPr>
          <a:xfrm>
            <a:off x="4457700" y="2228850"/>
            <a:ext cx="2571750" cy="361950"/>
          </a:xfrm>
          <a:prstGeom prst="rect">
            <a:avLst/>
          </a:prstGeom>
          <a:noFill/>
          <a:ln w="0">
            <a:noFill/>
            <a:prstDash val="solid"/>
          </a:ln>
        </p:spPr>
        <p:txBody>
          <a:bodyPr anchor="ctr"/>
          <a:lstStyle/>
          <a:p>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1940875112" name="Rectangle 1940875111">
            <a:extLst>
              <a:ext uri="{FF2B5EF4-FFF2-40B4-BE49-F238E27FC236}">
                <a16:creationId xmlns:a16="http://schemas.microsoft.com/office/drawing/2014/main" id="{FD9FC30F-517E-4582-B9C2-C1F3EE9D57A4}"/>
              </a:ext>
            </a:extLst>
          </p:cNvPr>
          <p:cNvSpPr>
            <a:spLocks noGrp="1"/>
          </p:cNvSpPr>
          <p:nvPr/>
        </p:nvSpPr>
        <p:spPr>
          <a:xfrm>
            <a:off x="4457700" y="2876550"/>
            <a:ext cx="2590800" cy="6477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p>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p>
        </p:txBody>
      </p:sp>
      <p:sp>
        <p:nvSpPr>
          <p:cNvPr id="1325281557" name="Straight Connector 1325281556">
            <a:extLst>
              <a:ext uri="{FF2B5EF4-FFF2-40B4-BE49-F238E27FC236}">
                <a16:creationId xmlns:a16="http://schemas.microsoft.com/office/drawing/2014/main" id="{CA8264C7-3692-48F4-B9B4-459278F2D496}"/>
              </a:ext>
            </a:extLst>
          </p:cNvPr>
          <p:cNvSpPr>
            <a:spLocks noGrp="1"/>
          </p:cNvSpPr>
          <p:nvPr/>
        </p:nvSpPr>
        <p:spPr>
          <a:xfrm>
            <a:off x="4457700" y="3771900"/>
            <a:ext cx="2571750" cy="0"/>
          </a:xfrm>
          <a:prstGeom prst="line">
            <a:avLst/>
          </a:prstGeom>
          <a:ln w="9525">
            <a:solidFill>
              <a:srgbClr val="059669"/>
            </a:solidFill>
            <a:prstDash val="solid"/>
          </a:ln>
        </p:spPr>
        <p:txBody>
          <a:bodyPr/>
          <a:lstStyle/>
          <a:p>
            <a:endParaRPr/>
          </a:p>
        </p:txBody>
      </p:sp>
      <p:sp>
        <p:nvSpPr>
          <p:cNvPr id="527931364" name="Rectangle 527931363">
            <a:extLst>
              <a:ext uri="{FF2B5EF4-FFF2-40B4-BE49-F238E27FC236}">
                <a16:creationId xmlns:a16="http://schemas.microsoft.com/office/drawing/2014/main" id="{3B173F87-4DD6-4BD8-9FC0-4C3C7C5FEE5B}"/>
              </a:ext>
            </a:extLst>
          </p:cNvPr>
          <p:cNvSpPr>
            <a:spLocks noGrp="1"/>
          </p:cNvSpPr>
          <p:nvPr/>
        </p:nvSpPr>
        <p:spPr>
          <a:xfrm>
            <a:off x="4457700" y="4000500"/>
            <a:ext cx="2590800" cy="619125"/>
          </a:xfrm>
          <a:prstGeom prst="rect">
            <a:avLst/>
          </a:prstGeom>
          <a:noFill/>
          <a:ln w="0">
            <a:noFill/>
            <a:prstDash val="solid"/>
          </a:ln>
        </p:spPr>
        <p:txBody>
          <a:bodyPr anchor="ctr"/>
          <a:lstStyle/>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713289507" name="Rectangle: Rounded Corners 713289506">
            <a:extLst>
              <a:ext uri="{FF2B5EF4-FFF2-40B4-BE49-F238E27FC236}">
                <a16:creationId xmlns:a16="http://schemas.microsoft.com/office/drawing/2014/main" id="{F0B9BC03-C1B6-4BF6-97EF-E7D5FC7469F1}"/>
              </a:ext>
            </a:extLst>
          </p:cNvPr>
          <p:cNvSpPr>
            <a:spLocks noGrp="1"/>
          </p:cNvSpPr>
          <p:nvPr/>
        </p:nvSpPr>
        <p:spPr>
          <a:xfrm>
            <a:off x="7658100" y="1981200"/>
            <a:ext cx="3124200" cy="3162300"/>
          </a:xfrm>
          <a:prstGeom prst="roundRect">
            <a:avLst>
              <a:gd name="adj" fmla="val 3659"/>
            </a:avLst>
          </a:prstGeom>
          <a:solidFill>
            <a:srgbClr val="FFF4E5"/>
          </a:solidFill>
          <a:ln w="9525">
            <a:solidFill>
              <a:srgbClr val="D97706"/>
            </a:solidFill>
            <a:prstDash val="solid"/>
          </a:ln>
        </p:spPr>
        <p:txBody>
          <a:bodyPr/>
          <a:lstStyle/>
          <a:p>
            <a:endParaRPr/>
          </a:p>
        </p:txBody>
      </p:sp>
      <p:sp>
        <p:nvSpPr>
          <p:cNvPr id="473538767" name="Rectangle 473538766">
            <a:extLst>
              <a:ext uri="{FF2B5EF4-FFF2-40B4-BE49-F238E27FC236}">
                <a16:creationId xmlns:a16="http://schemas.microsoft.com/office/drawing/2014/main" id="{DDBEF51D-E84E-47E1-B932-B5E4BE161344}"/>
              </a:ext>
            </a:extLst>
          </p:cNvPr>
          <p:cNvSpPr>
            <a:spLocks noGrp="1"/>
          </p:cNvSpPr>
          <p:nvPr/>
        </p:nvSpPr>
        <p:spPr>
          <a:xfrm>
            <a:off x="7924800" y="2228850"/>
            <a:ext cx="2571750" cy="361950"/>
          </a:xfrm>
          <a:prstGeom prst="rect">
            <a:avLst/>
          </a:prstGeom>
          <a:noFill/>
          <a:ln w="0">
            <a:noFill/>
            <a:prstDash val="solid"/>
          </a:ln>
        </p:spPr>
        <p:txBody>
          <a:bodyPr anchor="ctr"/>
          <a:lstStyle/>
          <a:p>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292723" name="Rectangle 2292722">
            <a:extLst>
              <a:ext uri="{FF2B5EF4-FFF2-40B4-BE49-F238E27FC236}">
                <a16:creationId xmlns:a16="http://schemas.microsoft.com/office/drawing/2014/main" id="{489B6E29-C763-4FA2-8555-0AB896444E44}"/>
              </a:ext>
            </a:extLst>
          </p:cNvPr>
          <p:cNvSpPr>
            <a:spLocks noGrp="1"/>
          </p:cNvSpPr>
          <p:nvPr/>
        </p:nvSpPr>
        <p:spPr>
          <a:xfrm>
            <a:off x="7924800" y="2876550"/>
            <a:ext cx="2590800" cy="6477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p>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p>
        </p:txBody>
      </p:sp>
      <p:sp>
        <p:nvSpPr>
          <p:cNvPr id="327092208" name="Straight Connector 327092207">
            <a:extLst>
              <a:ext uri="{FF2B5EF4-FFF2-40B4-BE49-F238E27FC236}">
                <a16:creationId xmlns:a16="http://schemas.microsoft.com/office/drawing/2014/main" id="{F4856243-E8B4-445B-BA1D-9D4C5C588A0C}"/>
              </a:ext>
            </a:extLst>
          </p:cNvPr>
          <p:cNvSpPr>
            <a:spLocks noGrp="1"/>
          </p:cNvSpPr>
          <p:nvPr/>
        </p:nvSpPr>
        <p:spPr>
          <a:xfrm>
            <a:off x="7924800" y="3771900"/>
            <a:ext cx="2571750" cy="0"/>
          </a:xfrm>
          <a:prstGeom prst="line">
            <a:avLst/>
          </a:prstGeom>
          <a:ln w="9525">
            <a:solidFill>
              <a:srgbClr val="D97706"/>
            </a:solidFill>
            <a:prstDash val="solid"/>
          </a:ln>
        </p:spPr>
        <p:txBody>
          <a:bodyPr/>
          <a:lstStyle/>
          <a:p>
            <a:endParaRPr/>
          </a:p>
        </p:txBody>
      </p:sp>
      <p:sp>
        <p:nvSpPr>
          <p:cNvPr id="1176949748" name="Rectangle 1176949747">
            <a:extLst>
              <a:ext uri="{FF2B5EF4-FFF2-40B4-BE49-F238E27FC236}">
                <a16:creationId xmlns:a16="http://schemas.microsoft.com/office/drawing/2014/main" id="{F0D3FF4C-44C8-4AF3-9BB2-4E020B6F36F5}"/>
              </a:ext>
            </a:extLst>
          </p:cNvPr>
          <p:cNvSpPr>
            <a:spLocks noGrp="1"/>
          </p:cNvSpPr>
          <p:nvPr/>
        </p:nvSpPr>
        <p:spPr>
          <a:xfrm>
            <a:off x="7924800" y="4000500"/>
            <a:ext cx="2590800" cy="619125"/>
          </a:xfrm>
          <a:prstGeom prst="rect">
            <a:avLst/>
          </a:prstGeom>
          <a:noFill/>
          <a:ln w="0">
            <a:noFill/>
            <a:prstDash val="solid"/>
          </a:ln>
        </p:spPr>
        <p:txBody>
          <a:bodyPr anchor="ctr"/>
          <a:lstStyle/>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1591407678" name="Rectangle 1591407677">
            <a:extLst>
              <a:ext uri="{FF2B5EF4-FFF2-40B4-BE49-F238E27FC236}">
                <a16:creationId xmlns:a16="http://schemas.microsoft.com/office/drawing/2014/main" id="{525C5E6E-5746-4662-B480-C1E2E3A6D14A}"/>
              </a:ext>
            </a:extLst>
          </p:cNvPr>
          <p:cNvSpPr>
            <a:spLocks noGrp="1"/>
          </p:cNvSpPr>
          <p:nvPr/>
        </p:nvSpPr>
        <p:spPr>
          <a:xfrm>
            <a:off x="876299" y="5486400"/>
            <a:ext cx="10401300" cy="285750"/>
          </a:xfrm>
          <a:prstGeom prst="rect">
            <a:avLst/>
          </a:prstGeom>
          <a:noFill/>
          <a:ln w="0">
            <a:noFill/>
            <a:prstDash val="solid"/>
          </a:ln>
        </p:spPr>
        <p:txBody>
          <a:bodyPr anchor="ctr"/>
          <a:lstStyle/>
          <a:p>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418665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9602604" name="Rectangle 989602603">
            <a:extLst>
              <a:ext uri="{FF2B5EF4-FFF2-40B4-BE49-F238E27FC236}">
                <a16:creationId xmlns:a16="http://schemas.microsoft.com/office/drawing/2014/main" id="{F2E3B33C-F438-4EAD-B6CE-D44C3181365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61556299" name="Rectangle 261556298">
            <a:extLst>
              <a:ext uri="{FF2B5EF4-FFF2-40B4-BE49-F238E27FC236}">
                <a16:creationId xmlns:a16="http://schemas.microsoft.com/office/drawing/2014/main" id="{91EC90DE-BF4C-4805-8521-5EB1F4C2697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512049015" name="Rectangle 1512049014">
            <a:extLst>
              <a:ext uri="{FF2B5EF4-FFF2-40B4-BE49-F238E27FC236}">
                <a16:creationId xmlns:a16="http://schemas.microsoft.com/office/drawing/2014/main" id="{ECFC8CEB-EE8B-4115-934D-EB1904E0538E}"/>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1473387865" name="Rectangle 1473387864">
            <a:extLst>
              <a:ext uri="{FF2B5EF4-FFF2-40B4-BE49-F238E27FC236}">
                <a16:creationId xmlns:a16="http://schemas.microsoft.com/office/drawing/2014/main" id="{56E5AEBC-847F-4683-9022-5FC3DC0F221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29</a:t>
            </a:r>
          </a:p>
        </p:txBody>
      </p:sp>
      <p:pic>
        <p:nvPicPr>
          <p:cNvPr id="1512049021" name="Picture 2063006321"/>
          <p:cNvPicPr>
            <a:picLocks noChangeAspect="1"/>
          </p:cNvPicPr>
          <p:nvPr/>
        </p:nvPicPr>
        <p:blipFill rotWithShape="1">
          <a:blip r:embed="rId3"/>
          <a:stretch/>
        </p:blipFill>
        <p:spPr>
          <a:xfrm>
            <a:off x="1965935" y="1409700"/>
            <a:ext cx="8260129" cy="4648200"/>
          </a:xfrm>
          <a:prstGeom prst="rect">
            <a:avLst/>
          </a:prstGeom>
        </p:spPr>
      </p:pic>
    </p:spTree>
    <p:extLst>
      <p:ext uri="{BB962C8B-B14F-4D97-AF65-F5344CB8AC3E}">
        <p14:creationId xmlns:p14="http://schemas.microsoft.com/office/powerpoint/2010/main" val="512394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5605594" name="Rectangle 445605593">
            <a:extLst>
              <a:ext uri="{FF2B5EF4-FFF2-40B4-BE49-F238E27FC236}">
                <a16:creationId xmlns:a16="http://schemas.microsoft.com/office/drawing/2014/main" id="{B344F04A-9148-4EF6-BAE9-A9067B545F7C}"/>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1282020854" name="Rectangle 1282020853">
            <a:extLst>
              <a:ext uri="{FF2B5EF4-FFF2-40B4-BE49-F238E27FC236}">
                <a16:creationId xmlns:a16="http://schemas.microsoft.com/office/drawing/2014/main" id="{163883F9-6E23-41BE-A30F-01926FAC73F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1826648596" name="Rectangle 1826648595">
            <a:extLst>
              <a:ext uri="{FF2B5EF4-FFF2-40B4-BE49-F238E27FC236}">
                <a16:creationId xmlns:a16="http://schemas.microsoft.com/office/drawing/2014/main" id="{9C4623A7-AA50-474F-A4E5-C350391C6F9B}"/>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p>
        </p:txBody>
      </p:sp>
      <p:sp>
        <p:nvSpPr>
          <p:cNvPr id="1183250404" name="Rectangle 1183250403">
            <a:extLst>
              <a:ext uri="{FF2B5EF4-FFF2-40B4-BE49-F238E27FC236}">
                <a16:creationId xmlns:a16="http://schemas.microsoft.com/office/drawing/2014/main" id="{234680D1-136D-402A-9CBC-D8ED01557CA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30</a:t>
            </a:r>
          </a:p>
        </p:txBody>
      </p:sp>
      <p:sp>
        <p:nvSpPr>
          <p:cNvPr id="1906576323" name="Rectangle 1906576322">
            <a:extLst>
              <a:ext uri="{FF2B5EF4-FFF2-40B4-BE49-F238E27FC236}">
                <a16:creationId xmlns:a16="http://schemas.microsoft.com/office/drawing/2014/main" id="{1F91EC46-E4C2-4190-9F5F-3715F3B98B11}"/>
              </a:ext>
            </a:extLst>
          </p:cNvPr>
          <p:cNvSpPr>
            <a:spLocks noGrp="1"/>
          </p:cNvSpPr>
          <p:nvPr/>
        </p:nvSpPr>
        <p:spPr>
          <a:xfrm>
            <a:off x="704850" y="1257300"/>
            <a:ext cx="10668000" cy="285750"/>
          </a:xfrm>
          <a:prstGeom prst="rect">
            <a:avLst/>
          </a:prstGeom>
          <a:noFill/>
          <a:ln w="0">
            <a:noFill/>
            <a:prstDash val="solid"/>
          </a:ln>
        </p:spPr>
        <p:txBody>
          <a:bodyPr anchor="ctr"/>
          <a:lstStyle/>
          <a:p>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p>
        </p:txBody>
      </p:sp>
      <p:sp>
        <p:nvSpPr>
          <p:cNvPr id="713842563" name="Rectangle: Rounded Corners 713842562">
            <a:extLst>
              <a:ext uri="{FF2B5EF4-FFF2-40B4-BE49-F238E27FC236}">
                <a16:creationId xmlns:a16="http://schemas.microsoft.com/office/drawing/2014/main" id="{6E4783B2-E3AB-4DE7-BB63-7DD864C8E7A3}"/>
              </a:ext>
            </a:extLst>
          </p:cNvPr>
          <p:cNvSpPr>
            <a:spLocks noGrp="1"/>
          </p:cNvSpPr>
          <p:nvPr/>
        </p:nvSpPr>
        <p:spPr>
          <a:xfrm>
            <a:off x="781050" y="1952625"/>
            <a:ext cx="4286250" cy="2857500"/>
          </a:xfrm>
          <a:prstGeom prst="roundRect">
            <a:avLst>
              <a:gd name="adj" fmla="val 4000"/>
            </a:avLst>
          </a:prstGeom>
          <a:solidFill>
            <a:srgbClr val="F8FAFC"/>
          </a:solidFill>
          <a:ln w="9525">
            <a:solidFill>
              <a:srgbClr val="CBD5E1"/>
            </a:solidFill>
            <a:prstDash val="solid"/>
          </a:ln>
        </p:spPr>
        <p:txBody>
          <a:bodyPr/>
          <a:lstStyle/>
          <a:p>
            <a:endParaRPr/>
          </a:p>
        </p:txBody>
      </p:sp>
      <p:sp>
        <p:nvSpPr>
          <p:cNvPr id="969174602" name="Rectangle 969174601">
            <a:extLst>
              <a:ext uri="{FF2B5EF4-FFF2-40B4-BE49-F238E27FC236}">
                <a16:creationId xmlns:a16="http://schemas.microsoft.com/office/drawing/2014/main" id="{4FBA2CF7-809E-4090-BF2F-FF9EFABAFFAE}"/>
              </a:ext>
            </a:extLst>
          </p:cNvPr>
          <p:cNvSpPr>
            <a:spLocks noGrp="1"/>
          </p:cNvSpPr>
          <p:nvPr/>
        </p:nvSpPr>
        <p:spPr>
          <a:xfrm>
            <a:off x="1066800" y="2171700"/>
            <a:ext cx="2667000" cy="304800"/>
          </a:xfrm>
          <a:prstGeom prst="rect">
            <a:avLst/>
          </a:prstGeom>
          <a:noFill/>
          <a:ln w="0">
            <a:noFill/>
            <a:prstDash val="solid"/>
          </a:ln>
        </p:spPr>
        <p:txBody>
          <a:bodyPr anchor="ctr"/>
          <a:lstStyle/>
          <a:p>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269245450" name="Rectangle: Rounded Corners 269245449">
            <a:extLst>
              <a:ext uri="{FF2B5EF4-FFF2-40B4-BE49-F238E27FC236}">
                <a16:creationId xmlns:a16="http://schemas.microsoft.com/office/drawing/2014/main" id="{3220A6CB-B0AA-4B66-8667-08EDF31820FD}"/>
              </a:ext>
            </a:extLst>
          </p:cNvPr>
          <p:cNvSpPr>
            <a:spLocks noGrp="1"/>
          </p:cNvSpPr>
          <p:nvPr/>
        </p:nvSpPr>
        <p:spPr>
          <a:xfrm>
            <a:off x="1190625" y="2952750"/>
            <a:ext cx="552450" cy="400050"/>
          </a:xfrm>
          <a:prstGeom prst="roundRect">
            <a:avLst>
              <a:gd name="adj" fmla="val 28571"/>
            </a:avLst>
          </a:prstGeom>
          <a:solidFill>
            <a:srgbClr val="F1F5F9"/>
          </a:solidFill>
          <a:ln w="9525">
            <a:solidFill>
              <a:srgbClr val="CBD5E1"/>
            </a:solidFill>
            <a:prstDash val="solid"/>
          </a:ln>
        </p:spPr>
        <p:txBody>
          <a:bodyPr/>
          <a:lstStyle/>
          <a:p>
            <a:endParaRPr/>
          </a:p>
        </p:txBody>
      </p:sp>
      <p:sp>
        <p:nvSpPr>
          <p:cNvPr id="93602512" name="Rectangle 93602511">
            <a:extLst>
              <a:ext uri="{FF2B5EF4-FFF2-40B4-BE49-F238E27FC236}">
                <a16:creationId xmlns:a16="http://schemas.microsoft.com/office/drawing/2014/main" id="{F1EEC6D2-AEBB-47E7-96F1-7097625E6A0B}"/>
              </a:ext>
            </a:extLst>
          </p:cNvPr>
          <p:cNvSpPr>
            <a:spLocks noGrp="1"/>
          </p:cNvSpPr>
          <p:nvPr/>
        </p:nvSpPr>
        <p:spPr>
          <a:xfrm>
            <a:off x="1190625"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881943618" name="Rectangle: Rounded Corners 1881943617">
            <a:extLst>
              <a:ext uri="{FF2B5EF4-FFF2-40B4-BE49-F238E27FC236}">
                <a16:creationId xmlns:a16="http://schemas.microsoft.com/office/drawing/2014/main" id="{F54068A4-FC2B-4B27-A694-FAD969D480DA}"/>
              </a:ext>
            </a:extLst>
          </p:cNvPr>
          <p:cNvSpPr>
            <a:spLocks noGrp="1"/>
          </p:cNvSpPr>
          <p:nvPr/>
        </p:nvSpPr>
        <p:spPr>
          <a:xfrm>
            <a:off x="1905000" y="2952750"/>
            <a:ext cx="552450" cy="400050"/>
          </a:xfrm>
          <a:prstGeom prst="roundRect">
            <a:avLst>
              <a:gd name="adj" fmla="val 28571"/>
            </a:avLst>
          </a:prstGeom>
          <a:solidFill>
            <a:srgbClr val="F1F5F9"/>
          </a:solidFill>
          <a:ln w="9525">
            <a:solidFill>
              <a:srgbClr val="CBD5E1"/>
            </a:solidFill>
            <a:prstDash val="solid"/>
          </a:ln>
        </p:spPr>
        <p:txBody>
          <a:bodyPr/>
          <a:lstStyle/>
          <a:p>
            <a:endParaRPr/>
          </a:p>
        </p:txBody>
      </p:sp>
      <p:sp>
        <p:nvSpPr>
          <p:cNvPr id="1377672320" name="Rectangle 1377672319">
            <a:extLst>
              <a:ext uri="{FF2B5EF4-FFF2-40B4-BE49-F238E27FC236}">
                <a16:creationId xmlns:a16="http://schemas.microsoft.com/office/drawing/2014/main" id="{FA185D77-1CC8-4665-A1F8-C31C948713DB}"/>
              </a:ext>
            </a:extLst>
          </p:cNvPr>
          <p:cNvSpPr>
            <a:spLocks noGrp="1"/>
          </p:cNvSpPr>
          <p:nvPr/>
        </p:nvSpPr>
        <p:spPr>
          <a:xfrm>
            <a:off x="1905000"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000571148" name="Rectangle: Rounded Corners 1000571147">
            <a:extLst>
              <a:ext uri="{FF2B5EF4-FFF2-40B4-BE49-F238E27FC236}">
                <a16:creationId xmlns:a16="http://schemas.microsoft.com/office/drawing/2014/main" id="{48980BC3-2D0E-4D26-B7AF-891719921BB3}"/>
              </a:ext>
            </a:extLst>
          </p:cNvPr>
          <p:cNvSpPr>
            <a:spLocks noGrp="1"/>
          </p:cNvSpPr>
          <p:nvPr/>
        </p:nvSpPr>
        <p:spPr>
          <a:xfrm>
            <a:off x="2619375" y="2952750"/>
            <a:ext cx="552450" cy="400050"/>
          </a:xfrm>
          <a:prstGeom prst="roundRect">
            <a:avLst>
              <a:gd name="adj" fmla="val 28571"/>
            </a:avLst>
          </a:prstGeom>
          <a:solidFill>
            <a:srgbClr val="F1F5F9"/>
          </a:solidFill>
          <a:ln w="9525">
            <a:solidFill>
              <a:srgbClr val="CBD5E1"/>
            </a:solidFill>
            <a:prstDash val="solid"/>
          </a:ln>
        </p:spPr>
        <p:txBody>
          <a:bodyPr/>
          <a:lstStyle/>
          <a:p>
            <a:endParaRPr/>
          </a:p>
        </p:txBody>
      </p:sp>
      <p:sp>
        <p:nvSpPr>
          <p:cNvPr id="234262455" name="Rectangle 234262454">
            <a:extLst>
              <a:ext uri="{FF2B5EF4-FFF2-40B4-BE49-F238E27FC236}">
                <a16:creationId xmlns:a16="http://schemas.microsoft.com/office/drawing/2014/main" id="{5B004BD0-A6E2-4E14-8AED-816B0323A97D}"/>
              </a:ext>
            </a:extLst>
          </p:cNvPr>
          <p:cNvSpPr>
            <a:spLocks noGrp="1"/>
          </p:cNvSpPr>
          <p:nvPr/>
        </p:nvSpPr>
        <p:spPr>
          <a:xfrm>
            <a:off x="2619375"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325909978" name="Rectangle: Rounded Corners 1325909977">
            <a:extLst>
              <a:ext uri="{FF2B5EF4-FFF2-40B4-BE49-F238E27FC236}">
                <a16:creationId xmlns:a16="http://schemas.microsoft.com/office/drawing/2014/main" id="{4E2A79B8-98A7-4348-B8A0-FE04AC31D499}"/>
              </a:ext>
            </a:extLst>
          </p:cNvPr>
          <p:cNvSpPr>
            <a:spLocks noGrp="1"/>
          </p:cNvSpPr>
          <p:nvPr/>
        </p:nvSpPr>
        <p:spPr>
          <a:xfrm>
            <a:off x="3333750" y="2952750"/>
            <a:ext cx="552450" cy="400050"/>
          </a:xfrm>
          <a:prstGeom prst="roundRect">
            <a:avLst>
              <a:gd name="adj" fmla="val 28571"/>
            </a:avLst>
          </a:prstGeom>
          <a:solidFill>
            <a:srgbClr val="F1F5F9"/>
          </a:solidFill>
          <a:ln w="9525">
            <a:solidFill>
              <a:srgbClr val="CBD5E1"/>
            </a:solidFill>
            <a:prstDash val="solid"/>
          </a:ln>
        </p:spPr>
        <p:txBody>
          <a:bodyPr/>
          <a:lstStyle/>
          <a:p>
            <a:endParaRPr/>
          </a:p>
        </p:txBody>
      </p:sp>
      <p:sp>
        <p:nvSpPr>
          <p:cNvPr id="1945518173" name="Rectangle 1945518172">
            <a:extLst>
              <a:ext uri="{FF2B5EF4-FFF2-40B4-BE49-F238E27FC236}">
                <a16:creationId xmlns:a16="http://schemas.microsoft.com/office/drawing/2014/main" id="{03EB639D-8560-4565-945A-D9DAA8D358E7}"/>
              </a:ext>
            </a:extLst>
          </p:cNvPr>
          <p:cNvSpPr>
            <a:spLocks noGrp="1"/>
          </p:cNvSpPr>
          <p:nvPr/>
        </p:nvSpPr>
        <p:spPr>
          <a:xfrm>
            <a:off x="3333750"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121480323" name="Rectangle 1121480322">
            <a:extLst>
              <a:ext uri="{FF2B5EF4-FFF2-40B4-BE49-F238E27FC236}">
                <a16:creationId xmlns:a16="http://schemas.microsoft.com/office/drawing/2014/main" id="{757BD197-E84C-4521-88E4-6B5C503EDD94}"/>
              </a:ext>
            </a:extLst>
          </p:cNvPr>
          <p:cNvSpPr>
            <a:spLocks noGrp="1"/>
          </p:cNvSpPr>
          <p:nvPr/>
        </p:nvSpPr>
        <p:spPr>
          <a:xfrm>
            <a:off x="2724150" y="3486150"/>
            <a:ext cx="400050" cy="400050"/>
          </a:xfrm>
          <a:prstGeom prst="rect">
            <a:avLst/>
          </a:prstGeom>
          <a:noFill/>
          <a:ln w="0">
            <a:noFill/>
            <a:prstDash val="solid"/>
          </a:ln>
        </p:spPr>
        <p:txBody>
          <a:bodyPr anchor="ctr"/>
          <a:lstStyle/>
          <a:p>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p>
        </p:txBody>
      </p:sp>
      <p:sp>
        <p:nvSpPr>
          <p:cNvPr id="1570394486" name="Rectangle: Rounded Corners 1570394485">
            <a:extLst>
              <a:ext uri="{FF2B5EF4-FFF2-40B4-BE49-F238E27FC236}">
                <a16:creationId xmlns:a16="http://schemas.microsoft.com/office/drawing/2014/main" id="{E7BA7329-4BC0-4457-83B2-1E77CEEC83A0}"/>
              </a:ext>
            </a:extLst>
          </p:cNvPr>
          <p:cNvSpPr>
            <a:spLocks noGrp="1"/>
          </p:cNvSpPr>
          <p:nvPr/>
        </p:nvSpPr>
        <p:spPr>
          <a:xfrm>
            <a:off x="1943100" y="4010025"/>
            <a:ext cx="1943100" cy="438149"/>
          </a:xfrm>
          <a:prstGeom prst="roundRect">
            <a:avLst>
              <a:gd name="adj" fmla="val 26087"/>
            </a:avLst>
          </a:prstGeom>
          <a:solidFill>
            <a:srgbClr val="FEE2E2"/>
          </a:solidFill>
          <a:ln w="9525">
            <a:solidFill>
              <a:srgbClr val="DC2626"/>
            </a:solidFill>
            <a:prstDash val="solid"/>
          </a:ln>
        </p:spPr>
        <p:txBody>
          <a:bodyPr/>
          <a:lstStyle/>
          <a:p>
            <a:endParaRPr/>
          </a:p>
        </p:txBody>
      </p:sp>
      <p:sp>
        <p:nvSpPr>
          <p:cNvPr id="1928509983" name="Rectangle 1928509982">
            <a:extLst>
              <a:ext uri="{FF2B5EF4-FFF2-40B4-BE49-F238E27FC236}">
                <a16:creationId xmlns:a16="http://schemas.microsoft.com/office/drawing/2014/main" id="{B39C9484-39F6-4C02-8267-CBF3C62829AE}"/>
              </a:ext>
            </a:extLst>
          </p:cNvPr>
          <p:cNvSpPr>
            <a:spLocks noGrp="1"/>
          </p:cNvSpPr>
          <p:nvPr/>
        </p:nvSpPr>
        <p:spPr>
          <a:xfrm>
            <a:off x="1943100" y="4010025"/>
            <a:ext cx="1943100" cy="438149"/>
          </a:xfrm>
          <a:prstGeom prst="rect">
            <a:avLst/>
          </a:prstGeom>
          <a:noFill/>
          <a:ln w="0">
            <a:noFill/>
            <a:prstDash val="solid"/>
          </a:ln>
        </p:spPr>
        <p:txBody>
          <a:bodyPr anchor="ctr"/>
          <a:lstStyle/>
          <a:p>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p>
        </p:txBody>
      </p:sp>
      <p:sp>
        <p:nvSpPr>
          <p:cNvPr id="1756776669" name="Rectangle: Rounded Corners 1756776668">
            <a:extLst>
              <a:ext uri="{FF2B5EF4-FFF2-40B4-BE49-F238E27FC236}">
                <a16:creationId xmlns:a16="http://schemas.microsoft.com/office/drawing/2014/main" id="{DA159AE1-AE2E-4199-AFCC-C0E5A63E8F35}"/>
              </a:ext>
            </a:extLst>
          </p:cNvPr>
          <p:cNvSpPr>
            <a:spLocks noGrp="1"/>
          </p:cNvSpPr>
          <p:nvPr/>
        </p:nvSpPr>
        <p:spPr>
          <a:xfrm>
            <a:off x="5562600" y="1952625"/>
            <a:ext cx="5353050" cy="2857500"/>
          </a:xfrm>
          <a:prstGeom prst="roundRect">
            <a:avLst>
              <a:gd name="adj" fmla="val 4000"/>
            </a:avLst>
          </a:prstGeom>
          <a:solidFill>
            <a:srgbClr val="F8FAFC"/>
          </a:solidFill>
          <a:ln w="9525">
            <a:solidFill>
              <a:srgbClr val="CBD5E1"/>
            </a:solidFill>
            <a:prstDash val="solid"/>
          </a:ln>
        </p:spPr>
        <p:txBody>
          <a:bodyPr/>
          <a:lstStyle/>
          <a:p>
            <a:endParaRPr/>
          </a:p>
        </p:txBody>
      </p:sp>
      <p:sp>
        <p:nvSpPr>
          <p:cNvPr id="1928182548" name="Rectangle 1928182547">
            <a:extLst>
              <a:ext uri="{FF2B5EF4-FFF2-40B4-BE49-F238E27FC236}">
                <a16:creationId xmlns:a16="http://schemas.microsoft.com/office/drawing/2014/main" id="{4DA24131-C651-4A2A-BFB6-3B09EC3EDB4C}"/>
              </a:ext>
            </a:extLst>
          </p:cNvPr>
          <p:cNvSpPr>
            <a:spLocks noGrp="1"/>
          </p:cNvSpPr>
          <p:nvPr/>
        </p:nvSpPr>
        <p:spPr>
          <a:xfrm>
            <a:off x="5848350" y="2171700"/>
            <a:ext cx="2667000" cy="304800"/>
          </a:xfrm>
          <a:prstGeom prst="rect">
            <a:avLst/>
          </a:prstGeom>
          <a:noFill/>
          <a:ln w="0">
            <a:noFill/>
            <a:prstDash val="solid"/>
          </a:ln>
        </p:spPr>
        <p:txBody>
          <a:bodyPr anchor="ctr"/>
          <a:lstStyle/>
          <a:p>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064166990" name="Rectangle: Rounded Corners 1064166989">
            <a:extLst>
              <a:ext uri="{FF2B5EF4-FFF2-40B4-BE49-F238E27FC236}">
                <a16:creationId xmlns:a16="http://schemas.microsoft.com/office/drawing/2014/main" id="{2A52DF3C-5702-4D00-836E-8E9E8BFF6BDD}"/>
              </a:ext>
            </a:extLst>
          </p:cNvPr>
          <p:cNvSpPr>
            <a:spLocks noGrp="1"/>
          </p:cNvSpPr>
          <p:nvPr/>
        </p:nvSpPr>
        <p:spPr>
          <a:xfrm>
            <a:off x="6000750" y="2952750"/>
            <a:ext cx="571500" cy="400050"/>
          </a:xfrm>
          <a:prstGeom prst="roundRect">
            <a:avLst>
              <a:gd name="adj" fmla="val 28571"/>
            </a:avLst>
          </a:prstGeom>
          <a:solidFill>
            <a:srgbClr val="F1F5F9"/>
          </a:solidFill>
          <a:ln w="9525">
            <a:solidFill>
              <a:srgbClr val="CBD5E1"/>
            </a:solidFill>
            <a:prstDash val="solid"/>
          </a:ln>
        </p:spPr>
        <p:txBody>
          <a:bodyPr/>
          <a:lstStyle/>
          <a:p>
            <a:endParaRPr/>
          </a:p>
        </p:txBody>
      </p:sp>
      <p:sp>
        <p:nvSpPr>
          <p:cNvPr id="935771942" name="Rectangle 935771941">
            <a:extLst>
              <a:ext uri="{FF2B5EF4-FFF2-40B4-BE49-F238E27FC236}">
                <a16:creationId xmlns:a16="http://schemas.microsoft.com/office/drawing/2014/main" id="{94DEC1A0-B1F4-4741-A677-85EC610B8847}"/>
              </a:ext>
            </a:extLst>
          </p:cNvPr>
          <p:cNvSpPr>
            <a:spLocks noGrp="1"/>
          </p:cNvSpPr>
          <p:nvPr/>
        </p:nvSpPr>
        <p:spPr>
          <a:xfrm>
            <a:off x="6000750"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450770127" name="Rectangle: Rounded Corners 1450770126">
            <a:extLst>
              <a:ext uri="{FF2B5EF4-FFF2-40B4-BE49-F238E27FC236}">
                <a16:creationId xmlns:a16="http://schemas.microsoft.com/office/drawing/2014/main" id="{AB8FD791-DBB7-4889-A986-49025DFB60C1}"/>
              </a:ext>
            </a:extLst>
          </p:cNvPr>
          <p:cNvSpPr>
            <a:spLocks noGrp="1"/>
          </p:cNvSpPr>
          <p:nvPr/>
        </p:nvSpPr>
        <p:spPr>
          <a:xfrm>
            <a:off x="6734175" y="2952750"/>
            <a:ext cx="571500" cy="400050"/>
          </a:xfrm>
          <a:prstGeom prst="roundRect">
            <a:avLst>
              <a:gd name="adj" fmla="val 28571"/>
            </a:avLst>
          </a:prstGeom>
          <a:solidFill>
            <a:srgbClr val="EFF6FF"/>
          </a:solidFill>
          <a:ln w="9525">
            <a:solidFill>
              <a:srgbClr val="2563EB"/>
            </a:solidFill>
            <a:prstDash val="solid"/>
          </a:ln>
        </p:spPr>
        <p:txBody>
          <a:bodyPr/>
          <a:lstStyle/>
          <a:p>
            <a:endParaRPr/>
          </a:p>
        </p:txBody>
      </p:sp>
      <p:sp>
        <p:nvSpPr>
          <p:cNvPr id="1657162876" name="Rectangle 1657162875">
            <a:extLst>
              <a:ext uri="{FF2B5EF4-FFF2-40B4-BE49-F238E27FC236}">
                <a16:creationId xmlns:a16="http://schemas.microsoft.com/office/drawing/2014/main" id="{1B5C229E-DF67-429A-B59D-EC309D1F03BE}"/>
              </a:ext>
            </a:extLst>
          </p:cNvPr>
          <p:cNvSpPr>
            <a:spLocks noGrp="1"/>
          </p:cNvSpPr>
          <p:nvPr/>
        </p:nvSpPr>
        <p:spPr>
          <a:xfrm>
            <a:off x="6734175"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853229097" name="Rectangle: Rounded Corners 1853229096">
            <a:extLst>
              <a:ext uri="{FF2B5EF4-FFF2-40B4-BE49-F238E27FC236}">
                <a16:creationId xmlns:a16="http://schemas.microsoft.com/office/drawing/2014/main" id="{BCBBFB2C-242C-485C-AC14-0AAE02FA0098}"/>
              </a:ext>
            </a:extLst>
          </p:cNvPr>
          <p:cNvSpPr>
            <a:spLocks noGrp="1"/>
          </p:cNvSpPr>
          <p:nvPr/>
        </p:nvSpPr>
        <p:spPr>
          <a:xfrm>
            <a:off x="7467600" y="2952750"/>
            <a:ext cx="571500" cy="400050"/>
          </a:xfrm>
          <a:prstGeom prst="roundRect">
            <a:avLst>
              <a:gd name="adj" fmla="val 28571"/>
            </a:avLst>
          </a:prstGeom>
          <a:solidFill>
            <a:srgbClr val="F1F5F9"/>
          </a:solidFill>
          <a:ln w="9525">
            <a:solidFill>
              <a:srgbClr val="CBD5E1"/>
            </a:solidFill>
            <a:prstDash val="solid"/>
          </a:ln>
        </p:spPr>
        <p:txBody>
          <a:bodyPr/>
          <a:lstStyle/>
          <a:p>
            <a:endParaRPr/>
          </a:p>
        </p:txBody>
      </p:sp>
      <p:sp>
        <p:nvSpPr>
          <p:cNvPr id="1466949097" name="Rectangle 1466949096">
            <a:extLst>
              <a:ext uri="{FF2B5EF4-FFF2-40B4-BE49-F238E27FC236}">
                <a16:creationId xmlns:a16="http://schemas.microsoft.com/office/drawing/2014/main" id="{8430589B-B71E-4A03-90D3-4BE447C3EC46}"/>
              </a:ext>
            </a:extLst>
          </p:cNvPr>
          <p:cNvSpPr>
            <a:spLocks noGrp="1"/>
          </p:cNvSpPr>
          <p:nvPr/>
        </p:nvSpPr>
        <p:spPr>
          <a:xfrm>
            <a:off x="7467600"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38396105" name="Rectangle: Rounded Corners 138396104">
            <a:extLst>
              <a:ext uri="{FF2B5EF4-FFF2-40B4-BE49-F238E27FC236}">
                <a16:creationId xmlns:a16="http://schemas.microsoft.com/office/drawing/2014/main" id="{3FAE8B5C-8FBD-4A59-9096-4F61EE4DD1AB}"/>
              </a:ext>
            </a:extLst>
          </p:cNvPr>
          <p:cNvSpPr>
            <a:spLocks noGrp="1"/>
          </p:cNvSpPr>
          <p:nvPr/>
        </p:nvSpPr>
        <p:spPr>
          <a:xfrm>
            <a:off x="8201025" y="2952750"/>
            <a:ext cx="571500" cy="400050"/>
          </a:xfrm>
          <a:prstGeom prst="roundRect">
            <a:avLst>
              <a:gd name="adj" fmla="val 28571"/>
            </a:avLst>
          </a:prstGeom>
          <a:solidFill>
            <a:srgbClr val="F1F5F9"/>
          </a:solidFill>
          <a:ln w="9525">
            <a:solidFill>
              <a:srgbClr val="CBD5E1"/>
            </a:solidFill>
            <a:prstDash val="solid"/>
          </a:ln>
        </p:spPr>
        <p:txBody>
          <a:bodyPr/>
          <a:lstStyle/>
          <a:p>
            <a:endParaRPr/>
          </a:p>
        </p:txBody>
      </p:sp>
      <p:sp>
        <p:nvSpPr>
          <p:cNvPr id="227167136" name="Rectangle 227167135">
            <a:extLst>
              <a:ext uri="{FF2B5EF4-FFF2-40B4-BE49-F238E27FC236}">
                <a16:creationId xmlns:a16="http://schemas.microsoft.com/office/drawing/2014/main" id="{EBE04E8C-C288-4EFF-96CC-5999650FDCAD}"/>
              </a:ext>
            </a:extLst>
          </p:cNvPr>
          <p:cNvSpPr>
            <a:spLocks noGrp="1"/>
          </p:cNvSpPr>
          <p:nvPr/>
        </p:nvSpPr>
        <p:spPr>
          <a:xfrm>
            <a:off x="8201025"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303371463" name="Rectangle 1303371462">
            <a:extLst>
              <a:ext uri="{FF2B5EF4-FFF2-40B4-BE49-F238E27FC236}">
                <a16:creationId xmlns:a16="http://schemas.microsoft.com/office/drawing/2014/main" id="{8DB7A52D-B60A-430A-BFBA-CDDC97A16FC2}"/>
              </a:ext>
            </a:extLst>
          </p:cNvPr>
          <p:cNvSpPr>
            <a:spLocks noGrp="1"/>
          </p:cNvSpPr>
          <p:nvPr/>
        </p:nvSpPr>
        <p:spPr>
          <a:xfrm>
            <a:off x="9134475" y="2724150"/>
            <a:ext cx="1219200" cy="266700"/>
          </a:xfrm>
          <a:prstGeom prst="rect">
            <a:avLst/>
          </a:prstGeom>
          <a:noFill/>
          <a:ln w="0">
            <a:noFill/>
            <a:prstDash val="solid"/>
          </a:ln>
        </p:spPr>
        <p:txBody>
          <a:bodyPr anchor="ctr"/>
          <a:lstStyle/>
          <a:p>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303264547" name="Rectangle: Rounded Corners 303264546">
            <a:extLst>
              <a:ext uri="{FF2B5EF4-FFF2-40B4-BE49-F238E27FC236}">
                <a16:creationId xmlns:a16="http://schemas.microsoft.com/office/drawing/2014/main" id="{D35C29DB-6C92-46C0-8AD5-3FFEEDE53B96}"/>
              </a:ext>
            </a:extLst>
          </p:cNvPr>
          <p:cNvSpPr>
            <a:spLocks noGrp="1"/>
          </p:cNvSpPr>
          <p:nvPr/>
        </p:nvSpPr>
        <p:spPr>
          <a:xfrm>
            <a:off x="9239250" y="3133725"/>
            <a:ext cx="1028700" cy="457200"/>
          </a:xfrm>
          <a:prstGeom prst="roundRect">
            <a:avLst>
              <a:gd name="adj" fmla="val 25000"/>
            </a:avLst>
          </a:prstGeom>
          <a:solidFill>
            <a:srgbClr val="DBEAFE"/>
          </a:solidFill>
          <a:ln w="9525">
            <a:solidFill>
              <a:srgbClr val="2563EB"/>
            </a:solidFill>
            <a:prstDash val="solid"/>
          </a:ln>
        </p:spPr>
        <p:txBody>
          <a:bodyPr/>
          <a:lstStyle/>
          <a:p>
            <a:endParaRPr/>
          </a:p>
        </p:txBody>
      </p:sp>
      <p:sp>
        <p:nvSpPr>
          <p:cNvPr id="133050033" name="Rectangle 133050032">
            <a:extLst>
              <a:ext uri="{FF2B5EF4-FFF2-40B4-BE49-F238E27FC236}">
                <a16:creationId xmlns:a16="http://schemas.microsoft.com/office/drawing/2014/main" id="{87590FF8-F640-4B01-A5E7-7334D647CC9B}"/>
              </a:ext>
            </a:extLst>
          </p:cNvPr>
          <p:cNvSpPr>
            <a:spLocks noGrp="1"/>
          </p:cNvSpPr>
          <p:nvPr/>
        </p:nvSpPr>
        <p:spPr>
          <a:xfrm>
            <a:off x="9239250" y="3133725"/>
            <a:ext cx="1028700" cy="457200"/>
          </a:xfrm>
          <a:prstGeom prst="rect">
            <a:avLst/>
          </a:prstGeom>
          <a:noFill/>
          <a:ln w="0">
            <a:noFill/>
            <a:prstDash val="solid"/>
          </a:ln>
        </p:spPr>
        <p:txBody>
          <a:bodyPr anchor="ctr"/>
          <a:lstStyle/>
          <a:p>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878246071" name="Straight Connector 1878246070">
            <a:extLst>
              <a:ext uri="{FF2B5EF4-FFF2-40B4-BE49-F238E27FC236}">
                <a16:creationId xmlns:a16="http://schemas.microsoft.com/office/drawing/2014/main" id="{ECAABA96-F79D-4E13-9B08-0349B7C9D85E}"/>
              </a:ext>
            </a:extLst>
          </p:cNvPr>
          <p:cNvSpPr>
            <a:spLocks noGrp="1"/>
          </p:cNvSpPr>
          <p:nvPr/>
        </p:nvSpPr>
        <p:spPr>
          <a:xfrm>
            <a:off x="6734175" y="2981325"/>
            <a:ext cx="2867025" cy="142875"/>
          </a:xfrm>
          <a:prstGeom prst="line">
            <a:avLst/>
          </a:prstGeom>
          <a:ln w="19050">
            <a:solidFill>
              <a:srgbClr val="2563EB"/>
            </a:solidFill>
            <a:prstDash val="solid"/>
          </a:ln>
        </p:spPr>
        <p:txBody>
          <a:bodyPr/>
          <a:lstStyle/>
          <a:p>
            <a:endParaRPr/>
          </a:p>
        </p:txBody>
      </p:sp>
      <p:sp>
        <p:nvSpPr>
          <p:cNvPr id="966688596" name="Straight Connector 966688595">
            <a:extLst>
              <a:ext uri="{FF2B5EF4-FFF2-40B4-BE49-F238E27FC236}">
                <a16:creationId xmlns:a16="http://schemas.microsoft.com/office/drawing/2014/main" id="{8FB2C84A-15E6-42DD-83ED-E23FF21D1562}"/>
              </a:ext>
            </a:extLst>
          </p:cNvPr>
          <p:cNvSpPr>
            <a:spLocks noGrp="1"/>
          </p:cNvSpPr>
          <p:nvPr/>
        </p:nvSpPr>
        <p:spPr>
          <a:xfrm>
            <a:off x="8220075" y="2981325"/>
            <a:ext cx="1381125" cy="142875"/>
          </a:xfrm>
          <a:prstGeom prst="line">
            <a:avLst/>
          </a:prstGeom>
          <a:ln w="19050">
            <a:solidFill>
              <a:srgbClr val="93C5FD"/>
            </a:solidFill>
            <a:prstDash val="solid"/>
          </a:ln>
        </p:spPr>
        <p:txBody>
          <a:bodyPr/>
          <a:lstStyle/>
          <a:p>
            <a:endParaRPr/>
          </a:p>
        </p:txBody>
      </p:sp>
      <p:sp>
        <p:nvSpPr>
          <p:cNvPr id="92084209" name="Rectangle 92084208">
            <a:extLst>
              <a:ext uri="{FF2B5EF4-FFF2-40B4-BE49-F238E27FC236}">
                <a16:creationId xmlns:a16="http://schemas.microsoft.com/office/drawing/2014/main" id="{528AD800-C6C5-4A3C-AA44-DEEE145E5EB1}"/>
              </a:ext>
            </a:extLst>
          </p:cNvPr>
          <p:cNvSpPr>
            <a:spLocks noGrp="1"/>
          </p:cNvSpPr>
          <p:nvPr/>
        </p:nvSpPr>
        <p:spPr>
          <a:xfrm>
            <a:off x="6276975" y="4019550"/>
            <a:ext cx="409575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719821600" name="Rectangle 1719821599">
            <a:extLst>
              <a:ext uri="{FF2B5EF4-FFF2-40B4-BE49-F238E27FC236}">
                <a16:creationId xmlns:a16="http://schemas.microsoft.com/office/drawing/2014/main" id="{4ECE1D0A-0240-4011-AAB8-897B113BCCAA}"/>
              </a:ext>
            </a:extLst>
          </p:cNvPr>
          <p:cNvSpPr>
            <a:spLocks noGrp="1"/>
          </p:cNvSpPr>
          <p:nvPr/>
        </p:nvSpPr>
        <p:spPr>
          <a:xfrm>
            <a:off x="1143000" y="5400675"/>
            <a:ext cx="9906000" cy="285750"/>
          </a:xfrm>
          <a:prstGeom prst="rect">
            <a:avLst/>
          </a:prstGeom>
          <a:noFill/>
          <a:ln w="0">
            <a:noFill/>
            <a:prstDash val="solid"/>
          </a:ln>
        </p:spPr>
        <p:txBody>
          <a:bodyPr anchor="ctr"/>
          <a:lstStyle/>
          <a:p>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1791567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126075" name="Rectangle 935271156">
            <a:extLst>
              <a:ext uri="{FF2B5EF4-FFF2-40B4-BE49-F238E27FC236}">
                <a16:creationId xmlns:a16="http://schemas.microsoft.com/office/drawing/2014/main" id="{9F9817D3-D7AF-4F75-8645-03BAFD76F2C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Architecture</a:t>
            </a:r>
          </a:p>
        </p:txBody>
      </p:sp>
      <p:sp>
        <p:nvSpPr>
          <p:cNvPr id="465815109" name="Rectangle 251777344">
            <a:extLst>
              <a:ext uri="{FF2B5EF4-FFF2-40B4-BE49-F238E27FC236}">
                <a16:creationId xmlns:a16="http://schemas.microsoft.com/office/drawing/2014/main" id="{7075F448-4349-4601-9EF6-01A21B6CCC65}"/>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Transformer connects encoder and decoder stacks</a:t>
            </a:r>
          </a:p>
        </p:txBody>
      </p:sp>
      <p:sp>
        <p:nvSpPr>
          <p:cNvPr id="1875640130" name="Rectangle: Rounded Corners 1456392341">
            <a:extLst>
              <a:ext uri="{FF2B5EF4-FFF2-40B4-BE49-F238E27FC236}">
                <a16:creationId xmlns:a16="http://schemas.microsoft.com/office/drawing/2014/main" id="{EC8CC6F0-2470-40EB-A6BF-D3AF47E7B27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1332312513" name="Rectangle: Rounded Corners 1987074982">
            <a:extLst>
              <a:ext uri="{FF2B5EF4-FFF2-40B4-BE49-F238E27FC236}">
                <a16:creationId xmlns:a16="http://schemas.microsoft.com/office/drawing/2014/main" id="{DA7373F0-5F85-4525-8A70-286EB6AAEE8D}"/>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pPr>
            <a:endParaRPr/>
          </a:p>
        </p:txBody>
      </p:sp>
      <p:sp>
        <p:nvSpPr>
          <p:cNvPr id="470386753" name="Rectangle 1286956634">
            <a:extLst>
              <a:ext uri="{FF2B5EF4-FFF2-40B4-BE49-F238E27FC236}">
                <a16:creationId xmlns:a16="http://schemas.microsoft.com/office/drawing/2014/main" id="{AFF9D3FA-359A-4213-9496-3EF8DD1E4511}"/>
              </a:ext>
            </a:extLst>
          </p:cNvPr>
          <p:cNvSpPr>
            <a:spLocks noGrp="1"/>
          </p:cNvSpPr>
          <p:nvPr/>
        </p:nvSpPr>
        <p:spPr>
          <a:xfrm>
            <a:off x="8153399"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Encoder</a:t>
            </a:r>
          </a:p>
        </p:txBody>
      </p:sp>
      <p:sp>
        <p:nvSpPr>
          <p:cNvPr id="1713693703" name="Rectangle 399762638">
            <a:extLst>
              <a:ext uri="{FF2B5EF4-FFF2-40B4-BE49-F238E27FC236}">
                <a16:creationId xmlns:a16="http://schemas.microsoft.com/office/drawing/2014/main" id="{A2B446E2-CC5D-4F9A-B6C5-324592D5CFD4}"/>
              </a:ext>
            </a:extLst>
          </p:cNvPr>
          <p:cNvSpPr>
            <a:spLocks noGrp="1"/>
          </p:cNvSpPr>
          <p:nvPr/>
        </p:nvSpPr>
        <p:spPr>
          <a:xfrm>
            <a:off x="8153399" y="2686050"/>
            <a:ext cx="2476500" cy="685800"/>
          </a:xfrm>
          <a:prstGeom prst="rect">
            <a:avLst/>
          </a:prstGeom>
          <a:noFill/>
          <a:ln w="0">
            <a:noFill/>
            <a:prstDash val="solid"/>
          </a:ln>
        </p:spPr>
        <p:txBody>
          <a:bodyPr anchor="t"/>
          <a:lstStyle/>
          <a:p>
            <a:pPr algn="l">
              <a:buNone/>
              <a:defRPr sz="1600" b="0">
                <a:solidFill>
                  <a:srgbClr val="667085"/>
                </a:solidFill>
              </a:defRPr>
            </a:pPr>
            <a:r>
              <a:rPr sz="1600" b="0">
                <a:solidFill>
                  <a:srgbClr val="667085"/>
                </a:solidFill>
              </a:rPr>
              <a:t>self-attention</a:t>
            </a:r>
          </a:p>
          <a:p>
            <a:pPr algn="l">
              <a:buNone/>
              <a:defRPr sz="1600" b="0">
                <a:solidFill>
                  <a:srgbClr val="667085"/>
                </a:solidFill>
              </a:defRPr>
            </a:pPr>
            <a:r>
              <a:rPr sz="1600" b="0">
                <a:solidFill>
                  <a:srgbClr val="667085"/>
                </a:solidFill>
              </a:rPr>
              <a:t>feed-forward</a:t>
            </a:r>
          </a:p>
        </p:txBody>
      </p:sp>
      <p:sp>
        <p:nvSpPr>
          <p:cNvPr id="1580586251" name="Rectangle 1233632033">
            <a:extLst>
              <a:ext uri="{FF2B5EF4-FFF2-40B4-BE49-F238E27FC236}">
                <a16:creationId xmlns:a16="http://schemas.microsoft.com/office/drawing/2014/main" id="{446568C6-D444-4529-B00B-F2C82D43B292}"/>
              </a:ext>
            </a:extLst>
          </p:cNvPr>
          <p:cNvSpPr>
            <a:spLocks noGrp="1"/>
          </p:cNvSpPr>
          <p:nvPr/>
        </p:nvSpPr>
        <p:spPr>
          <a:xfrm>
            <a:off x="8153399"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a:t>
            </a:r>
          </a:p>
        </p:txBody>
      </p:sp>
      <p:sp>
        <p:nvSpPr>
          <p:cNvPr id="1321641172" name="Rectangle 987778106">
            <a:extLst>
              <a:ext uri="{FF2B5EF4-FFF2-40B4-BE49-F238E27FC236}">
                <a16:creationId xmlns:a16="http://schemas.microsoft.com/office/drawing/2014/main" id="{5900D89A-EEF9-4A1F-974F-FC6B4545A1E1}"/>
              </a:ext>
            </a:extLst>
          </p:cNvPr>
          <p:cNvSpPr>
            <a:spLocks noGrp="1"/>
          </p:cNvSpPr>
          <p:nvPr/>
        </p:nvSpPr>
        <p:spPr>
          <a:xfrm>
            <a:off x="8153399"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cross-attention</a:t>
            </a:r>
          </a:p>
          <a:p>
            <a:pPr algn="l">
              <a:buNone/>
              <a:defRPr sz="1500" b="0">
                <a:solidFill>
                  <a:srgbClr val="667085"/>
                </a:solidFill>
              </a:defRPr>
            </a:pPr>
            <a:r>
              <a:rPr sz="1500" b="0">
                <a:solidFill>
                  <a:srgbClr val="667085"/>
                </a:solidFill>
              </a:rPr>
              <a:t>feed-forward</a:t>
            </a:r>
          </a:p>
        </p:txBody>
      </p:sp>
      <p:sp>
        <p:nvSpPr>
          <p:cNvPr id="1053899142" name="Rectangle 1495975732">
            <a:extLst>
              <a:ext uri="{FF2B5EF4-FFF2-40B4-BE49-F238E27FC236}">
                <a16:creationId xmlns:a16="http://schemas.microsoft.com/office/drawing/2014/main" id="{BA92067C-CB84-405F-B3FD-E9B31AEA7B7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31</a:t>
            </a:r>
          </a:p>
        </p:txBody>
      </p:sp>
      <p:pic>
        <p:nvPicPr>
          <p:cNvPr id="1875640141" name="Picture 1987074993"/>
          <p:cNvPicPr>
            <a:picLocks noChangeAspect="1"/>
          </p:cNvPicPr>
          <p:nvPr/>
        </p:nvPicPr>
        <p:blipFill rotWithShape="1">
          <a:blip r:embed="rId3"/>
          <a:stretch/>
        </p:blipFill>
        <p:spPr>
          <a:xfrm>
            <a:off x="2286000" y="1505808"/>
            <a:ext cx="3333750" cy="4475034"/>
          </a:xfrm>
          <a:prstGeom prst="rect">
            <a:avLst/>
          </a:prstGeom>
        </p:spPr>
      </p:pic>
    </p:spTree>
    <p:extLst>
      <p:ext uri="{BB962C8B-B14F-4D97-AF65-F5344CB8AC3E}">
        <p14:creationId xmlns:p14="http://schemas.microsoft.com/office/powerpoint/2010/main" val="608148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2458334" name="Rectangle 935271156">
            <a:extLst>
              <a:ext uri="{FF2B5EF4-FFF2-40B4-BE49-F238E27FC236}">
                <a16:creationId xmlns:a16="http://schemas.microsoft.com/office/drawing/2014/main" id="{0284E83F-9296-4666-90CD-F2AD9283895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368090041" name="Rectangle 251777344">
            <a:extLst>
              <a:ext uri="{FF2B5EF4-FFF2-40B4-BE49-F238E27FC236}">
                <a16:creationId xmlns:a16="http://schemas.microsoft.com/office/drawing/2014/main" id="{FCE153F2-75D8-4DD5-AD1B-3BB779077F91}"/>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1549031365" name="Rectangle 1495975732">
            <a:extLst>
              <a:ext uri="{FF2B5EF4-FFF2-40B4-BE49-F238E27FC236}">
                <a16:creationId xmlns:a16="http://schemas.microsoft.com/office/drawing/2014/main" id="{8B7C1CEA-FD4B-43C9-89FD-82CA5ED5F35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32</a:t>
            </a:r>
          </a:p>
        </p:txBody>
      </p:sp>
      <p:sp>
        <p:nvSpPr>
          <p:cNvPr id="1073258182" name="Rectangle 1073258181">
            <a:extLst>
              <a:ext uri="{FF2B5EF4-FFF2-40B4-BE49-F238E27FC236}">
                <a16:creationId xmlns:a16="http://schemas.microsoft.com/office/drawing/2014/main" id="{18203DC2-91B3-453A-B705-1F24FF57C96B}"/>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p>
        </p:txBody>
      </p:sp>
      <p:sp>
        <p:nvSpPr>
          <p:cNvPr id="26212805" name="Rectangle: Rounded Corners 26212804">
            <a:extLst>
              <a:ext uri="{FF2B5EF4-FFF2-40B4-BE49-F238E27FC236}">
                <a16:creationId xmlns:a16="http://schemas.microsoft.com/office/drawing/2014/main" id="{5C65DD4A-4A25-4CF9-92D7-F3734730EF4D}"/>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2563EB"/>
            </a:solidFill>
            <a:prstDash val="solid"/>
          </a:ln>
        </p:spPr>
        <p:txBody>
          <a:bodyPr/>
          <a:lstStyle/>
          <a:p>
            <a:endParaRPr/>
          </a:p>
        </p:txBody>
      </p:sp>
      <p:sp>
        <p:nvSpPr>
          <p:cNvPr id="212794745" name="Rectangle 212794744">
            <a:extLst>
              <a:ext uri="{FF2B5EF4-FFF2-40B4-BE49-F238E27FC236}">
                <a16:creationId xmlns:a16="http://schemas.microsoft.com/office/drawing/2014/main" id="{BA54C539-45AD-4BD6-8350-C4F85CB4397A}"/>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p>
        </p:txBody>
      </p:sp>
      <p:sp>
        <p:nvSpPr>
          <p:cNvPr id="1461007705" name="Rectangle 1461007704">
            <a:extLst>
              <a:ext uri="{FF2B5EF4-FFF2-40B4-BE49-F238E27FC236}">
                <a16:creationId xmlns:a16="http://schemas.microsoft.com/office/drawing/2014/main" id="{B98DD8BF-CC44-4E64-B76C-024CBDB69E5A}"/>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p>
        </p:txBody>
      </p:sp>
      <p:sp>
        <p:nvSpPr>
          <p:cNvPr id="279736927" name="Rectangle: Rounded Corners 279736926">
            <a:extLst>
              <a:ext uri="{FF2B5EF4-FFF2-40B4-BE49-F238E27FC236}">
                <a16:creationId xmlns:a16="http://schemas.microsoft.com/office/drawing/2014/main" id="{EF521D55-B0DE-4D06-B1C0-1764BAA6C607}"/>
              </a:ext>
            </a:extLst>
          </p:cNvPr>
          <p:cNvSpPr>
            <a:spLocks noGrp="1"/>
          </p:cNvSpPr>
          <p:nvPr/>
        </p:nvSpPr>
        <p:spPr>
          <a:xfrm>
            <a:off x="1219200" y="4857750"/>
            <a:ext cx="876299" cy="438149"/>
          </a:xfrm>
          <a:prstGeom prst="roundRect">
            <a:avLst>
              <a:gd name="adj" fmla="val 26087"/>
            </a:avLst>
          </a:prstGeom>
          <a:solidFill>
            <a:srgbClr val="2563EB"/>
          </a:solidFill>
          <a:ln w="9525">
            <a:solidFill>
              <a:srgbClr val="2563EB"/>
            </a:solidFill>
            <a:prstDash val="solid"/>
          </a:ln>
        </p:spPr>
        <p:txBody>
          <a:bodyPr/>
          <a:lstStyle/>
          <a:p>
            <a:endParaRPr/>
          </a:p>
        </p:txBody>
      </p:sp>
      <p:sp>
        <p:nvSpPr>
          <p:cNvPr id="1115151554" name="Rectangle 1115151553">
            <a:extLst>
              <a:ext uri="{FF2B5EF4-FFF2-40B4-BE49-F238E27FC236}">
                <a16:creationId xmlns:a16="http://schemas.microsoft.com/office/drawing/2014/main" id="{16FD66A6-9C0B-4556-9417-7A3BDC7A6781}"/>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1619670976" name="Straight Connector 1619670975">
            <a:extLst>
              <a:ext uri="{FF2B5EF4-FFF2-40B4-BE49-F238E27FC236}">
                <a16:creationId xmlns:a16="http://schemas.microsoft.com/office/drawing/2014/main" id="{33E25C40-6D79-4F1C-B797-1F855F150848}"/>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1743333567" name="Rectangle: Rounded Corners 1743333566">
            <a:extLst>
              <a:ext uri="{FF2B5EF4-FFF2-40B4-BE49-F238E27FC236}">
                <a16:creationId xmlns:a16="http://schemas.microsoft.com/office/drawing/2014/main" id="{7ECB53A9-E552-4F0A-AE2D-71E234463C98}"/>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257660028" name="Rectangle 1257660027">
            <a:extLst>
              <a:ext uri="{FF2B5EF4-FFF2-40B4-BE49-F238E27FC236}">
                <a16:creationId xmlns:a16="http://schemas.microsoft.com/office/drawing/2014/main" id="{527762CF-D24B-4C23-873C-AADC0F3D3602}"/>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45208639" name="Straight Connector 145208638">
            <a:extLst>
              <a:ext uri="{FF2B5EF4-FFF2-40B4-BE49-F238E27FC236}">
                <a16:creationId xmlns:a16="http://schemas.microsoft.com/office/drawing/2014/main" id="{6EF63D19-F890-41C2-992C-C5B22DA271A6}"/>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609950338" name="Rectangle: Rounded Corners 1609950337">
            <a:extLst>
              <a:ext uri="{FF2B5EF4-FFF2-40B4-BE49-F238E27FC236}">
                <a16:creationId xmlns:a16="http://schemas.microsoft.com/office/drawing/2014/main" id="{200FAE2D-6161-4A07-9D53-1543D90C4280}"/>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443182339" name="Rectangle 443182338">
            <a:extLst>
              <a:ext uri="{FF2B5EF4-FFF2-40B4-BE49-F238E27FC236}">
                <a16:creationId xmlns:a16="http://schemas.microsoft.com/office/drawing/2014/main" id="{BFE297CB-D3AB-415F-BC59-ABB910707314}"/>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785359654" name="Straight Connector 785359653">
            <a:extLst>
              <a:ext uri="{FF2B5EF4-FFF2-40B4-BE49-F238E27FC236}">
                <a16:creationId xmlns:a16="http://schemas.microsoft.com/office/drawing/2014/main" id="{9895BB69-7D8C-4EBA-9BCE-936E82738360}"/>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855638667" name="Rectangle: Rounded Corners 855638666">
            <a:extLst>
              <a:ext uri="{FF2B5EF4-FFF2-40B4-BE49-F238E27FC236}">
                <a16:creationId xmlns:a16="http://schemas.microsoft.com/office/drawing/2014/main" id="{96E9A508-5CD0-430D-AD14-64B89FF26938}"/>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940954366" name="Rectangle 940954365">
            <a:extLst>
              <a:ext uri="{FF2B5EF4-FFF2-40B4-BE49-F238E27FC236}">
                <a16:creationId xmlns:a16="http://schemas.microsoft.com/office/drawing/2014/main" id="{CBDC97D6-0DA1-4D55-90B2-E341A236CEC8}"/>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693332807" name="Straight Connector 693332806">
            <a:extLst>
              <a:ext uri="{FF2B5EF4-FFF2-40B4-BE49-F238E27FC236}">
                <a16:creationId xmlns:a16="http://schemas.microsoft.com/office/drawing/2014/main" id="{471D0519-9968-4783-8513-9AAF99AB7A09}"/>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1926968987" name="Rectangle: Rounded Corners 1926968986">
            <a:extLst>
              <a:ext uri="{FF2B5EF4-FFF2-40B4-BE49-F238E27FC236}">
                <a16:creationId xmlns:a16="http://schemas.microsoft.com/office/drawing/2014/main" id="{3BE89A4E-3BD1-42F2-9D2B-81178DC1BA4D}"/>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151762914" name="Rectangle 1151762913">
            <a:extLst>
              <a:ext uri="{FF2B5EF4-FFF2-40B4-BE49-F238E27FC236}">
                <a16:creationId xmlns:a16="http://schemas.microsoft.com/office/drawing/2014/main" id="{82A2DCEB-E4B4-4728-BF50-C8793E996624}"/>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365425088" name="Straight Connector 365425087">
            <a:extLst>
              <a:ext uri="{FF2B5EF4-FFF2-40B4-BE49-F238E27FC236}">
                <a16:creationId xmlns:a16="http://schemas.microsoft.com/office/drawing/2014/main" id="{C7DDCE15-6EC2-48D0-A748-6BC0E254A8D0}"/>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245865222" name="Rectangle: Rounded Corners 245865221">
            <a:extLst>
              <a:ext uri="{FF2B5EF4-FFF2-40B4-BE49-F238E27FC236}">
                <a16:creationId xmlns:a16="http://schemas.microsoft.com/office/drawing/2014/main" id="{FCD60EAA-63F4-4EE0-8DE2-6DC262E5FCA1}"/>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416834569" name="Rectangle 1416834568">
            <a:extLst>
              <a:ext uri="{FF2B5EF4-FFF2-40B4-BE49-F238E27FC236}">
                <a16:creationId xmlns:a16="http://schemas.microsoft.com/office/drawing/2014/main" id="{6665D237-90AE-424E-873B-BB91E2676B5A}"/>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75380548" name="Straight Connector 275380547">
            <a:extLst>
              <a:ext uri="{FF2B5EF4-FFF2-40B4-BE49-F238E27FC236}">
                <a16:creationId xmlns:a16="http://schemas.microsoft.com/office/drawing/2014/main" id="{A7BADE55-CABF-4718-8BAA-A42FD439F262}"/>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2080764041" name="Rectangle: Rounded Corners 2080764040">
            <a:extLst>
              <a:ext uri="{FF2B5EF4-FFF2-40B4-BE49-F238E27FC236}">
                <a16:creationId xmlns:a16="http://schemas.microsoft.com/office/drawing/2014/main" id="{8C6D9A4B-D2AD-439B-8453-39C6821DE06E}"/>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403501064" name="Rectangle 403501063">
            <a:extLst>
              <a:ext uri="{FF2B5EF4-FFF2-40B4-BE49-F238E27FC236}">
                <a16:creationId xmlns:a16="http://schemas.microsoft.com/office/drawing/2014/main" id="{8718B2AF-5040-41A2-9E5F-F763F990E8AE}"/>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060762690" name="Straight Connector 1060762689">
            <a:extLst>
              <a:ext uri="{FF2B5EF4-FFF2-40B4-BE49-F238E27FC236}">
                <a16:creationId xmlns:a16="http://schemas.microsoft.com/office/drawing/2014/main" id="{D66775D2-5FBF-4023-BB44-EA9A8F0EEF76}"/>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727588093" name="Rectangle: Rounded Corners 727588092">
            <a:extLst>
              <a:ext uri="{FF2B5EF4-FFF2-40B4-BE49-F238E27FC236}">
                <a16:creationId xmlns:a16="http://schemas.microsoft.com/office/drawing/2014/main" id="{4A90DD86-3C2A-4BB3-8A00-D2D5B62B9A08}"/>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735481053" name="Rectangle 1735481052">
            <a:extLst>
              <a:ext uri="{FF2B5EF4-FFF2-40B4-BE49-F238E27FC236}">
                <a16:creationId xmlns:a16="http://schemas.microsoft.com/office/drawing/2014/main" id="{D7C181F8-A970-4E45-B844-D911B9D21357}"/>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664930943" name="Straight Connector 1664930942">
            <a:extLst>
              <a:ext uri="{FF2B5EF4-FFF2-40B4-BE49-F238E27FC236}">
                <a16:creationId xmlns:a16="http://schemas.microsoft.com/office/drawing/2014/main" id="{59A0D3E8-5F5A-44AB-B9DE-540553620B72}"/>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248230013" name="Rectangle: Rounded Corners 248230012">
            <a:extLst>
              <a:ext uri="{FF2B5EF4-FFF2-40B4-BE49-F238E27FC236}">
                <a16:creationId xmlns:a16="http://schemas.microsoft.com/office/drawing/2014/main" id="{06D10882-2720-4B12-AC1F-B5CE723F65A1}"/>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582970706" name="Rectangle 1582970705">
            <a:extLst>
              <a:ext uri="{FF2B5EF4-FFF2-40B4-BE49-F238E27FC236}">
                <a16:creationId xmlns:a16="http://schemas.microsoft.com/office/drawing/2014/main" id="{0D802653-D2BB-4707-A5EB-B83FE069A51F}"/>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78376783" name="Rectangle 2078376782">
            <a:extLst>
              <a:ext uri="{FF2B5EF4-FFF2-40B4-BE49-F238E27FC236}">
                <a16:creationId xmlns:a16="http://schemas.microsoft.com/office/drawing/2014/main" id="{285CD1C5-F15C-4600-BED6-4BF135B2CFB1}"/>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2043526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4280467" name="Rectangle 935271156">
            <a:extLst>
              <a:ext uri="{FF2B5EF4-FFF2-40B4-BE49-F238E27FC236}">
                <a16:creationId xmlns:a16="http://schemas.microsoft.com/office/drawing/2014/main" id="{7E5FB4EB-39B5-4EDF-9F28-F4C6801CC6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885125887" name="Rectangle 251777344">
            <a:extLst>
              <a:ext uri="{FF2B5EF4-FFF2-40B4-BE49-F238E27FC236}">
                <a16:creationId xmlns:a16="http://schemas.microsoft.com/office/drawing/2014/main" id="{97857244-746F-4078-81B4-9B231F7B681D}"/>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360939014" name="Rectangle 1495975732">
            <a:extLst>
              <a:ext uri="{FF2B5EF4-FFF2-40B4-BE49-F238E27FC236}">
                <a16:creationId xmlns:a16="http://schemas.microsoft.com/office/drawing/2014/main" id="{0E533CFD-303B-4102-8BF6-2D079A53EA4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33</a:t>
            </a:r>
          </a:p>
        </p:txBody>
      </p:sp>
      <p:sp>
        <p:nvSpPr>
          <p:cNvPr id="1430704303" name="Rectangle 1430704302">
            <a:extLst>
              <a:ext uri="{FF2B5EF4-FFF2-40B4-BE49-F238E27FC236}">
                <a16:creationId xmlns:a16="http://schemas.microsoft.com/office/drawing/2014/main" id="{41A786C8-3A2D-415C-996A-2B05056092BE}"/>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p>
        </p:txBody>
      </p:sp>
      <p:sp>
        <p:nvSpPr>
          <p:cNvPr id="1012559161" name="Rectangle: Rounded Corners 1012559160">
            <a:extLst>
              <a:ext uri="{FF2B5EF4-FFF2-40B4-BE49-F238E27FC236}">
                <a16:creationId xmlns:a16="http://schemas.microsoft.com/office/drawing/2014/main" id="{316B71D0-0D60-4EA4-831A-76C77A5DFBDC}"/>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2563EB"/>
            </a:solidFill>
            <a:prstDash val="solid"/>
          </a:ln>
        </p:spPr>
        <p:txBody>
          <a:bodyPr/>
          <a:lstStyle/>
          <a:p>
            <a:endParaRPr/>
          </a:p>
        </p:txBody>
      </p:sp>
      <p:sp>
        <p:nvSpPr>
          <p:cNvPr id="1158417424" name="Rectangle 1158417423">
            <a:extLst>
              <a:ext uri="{FF2B5EF4-FFF2-40B4-BE49-F238E27FC236}">
                <a16:creationId xmlns:a16="http://schemas.microsoft.com/office/drawing/2014/main" id="{B9F3C068-DA2F-4A9B-B409-1BD321111B1B}"/>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p>
        </p:txBody>
      </p:sp>
      <p:sp>
        <p:nvSpPr>
          <p:cNvPr id="427464005" name="Rectangle 427464004">
            <a:extLst>
              <a:ext uri="{FF2B5EF4-FFF2-40B4-BE49-F238E27FC236}">
                <a16:creationId xmlns:a16="http://schemas.microsoft.com/office/drawing/2014/main" id="{543E7ABB-9479-4073-818D-5A3DE8BE8AA3}"/>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p>
        </p:txBody>
      </p:sp>
      <p:sp>
        <p:nvSpPr>
          <p:cNvPr id="215861249" name="Rectangle: Rounded Corners 215861248">
            <a:extLst>
              <a:ext uri="{FF2B5EF4-FFF2-40B4-BE49-F238E27FC236}">
                <a16:creationId xmlns:a16="http://schemas.microsoft.com/office/drawing/2014/main" id="{F2F7BD4E-9AB8-4652-AA68-A7BDF6E96D11}"/>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749351608" name="Rectangle 749351607">
            <a:extLst>
              <a:ext uri="{FF2B5EF4-FFF2-40B4-BE49-F238E27FC236}">
                <a16:creationId xmlns:a16="http://schemas.microsoft.com/office/drawing/2014/main" id="{BC505C65-31A1-4C3B-94B2-B49ACBBAF4D9}"/>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927723799" name="Straight Connector 1927723798">
            <a:extLst>
              <a:ext uri="{FF2B5EF4-FFF2-40B4-BE49-F238E27FC236}">
                <a16:creationId xmlns:a16="http://schemas.microsoft.com/office/drawing/2014/main" id="{E9475CFA-7380-409D-AC95-15330EC57E98}"/>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329236222" name="Rectangle: Rounded Corners 329236221">
            <a:extLst>
              <a:ext uri="{FF2B5EF4-FFF2-40B4-BE49-F238E27FC236}">
                <a16:creationId xmlns:a16="http://schemas.microsoft.com/office/drawing/2014/main" id="{F62ACD1E-0AA9-4157-945D-8F53B8067771}"/>
              </a:ext>
            </a:extLst>
          </p:cNvPr>
          <p:cNvSpPr>
            <a:spLocks noGrp="1"/>
          </p:cNvSpPr>
          <p:nvPr/>
        </p:nvSpPr>
        <p:spPr>
          <a:xfrm>
            <a:off x="2286000" y="4857750"/>
            <a:ext cx="876299" cy="438149"/>
          </a:xfrm>
          <a:prstGeom prst="roundRect">
            <a:avLst>
              <a:gd name="adj" fmla="val 26087"/>
            </a:avLst>
          </a:prstGeom>
          <a:solidFill>
            <a:srgbClr val="2563EB"/>
          </a:solidFill>
          <a:ln w="9525">
            <a:solidFill>
              <a:srgbClr val="2563EB"/>
            </a:solidFill>
            <a:prstDash val="solid"/>
          </a:ln>
        </p:spPr>
        <p:txBody>
          <a:bodyPr/>
          <a:lstStyle/>
          <a:p>
            <a:endParaRPr/>
          </a:p>
        </p:txBody>
      </p:sp>
      <p:sp>
        <p:nvSpPr>
          <p:cNvPr id="2041621472" name="Rectangle 2041621471">
            <a:extLst>
              <a:ext uri="{FF2B5EF4-FFF2-40B4-BE49-F238E27FC236}">
                <a16:creationId xmlns:a16="http://schemas.microsoft.com/office/drawing/2014/main" id="{ADD65524-9526-464D-87D5-BB0781D90C9B}"/>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1239363629" name="Straight Connector 1239363628">
            <a:extLst>
              <a:ext uri="{FF2B5EF4-FFF2-40B4-BE49-F238E27FC236}">
                <a16:creationId xmlns:a16="http://schemas.microsoft.com/office/drawing/2014/main" id="{8D8DFB9C-EE28-4EA5-901F-5BB475289F37}"/>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808606351" name="Rectangle: Rounded Corners 1808606350">
            <a:extLst>
              <a:ext uri="{FF2B5EF4-FFF2-40B4-BE49-F238E27FC236}">
                <a16:creationId xmlns:a16="http://schemas.microsoft.com/office/drawing/2014/main" id="{68C553A8-88E0-4B56-A9F5-08BAC773161B}"/>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449320914" name="Rectangle 1449320913">
            <a:extLst>
              <a:ext uri="{FF2B5EF4-FFF2-40B4-BE49-F238E27FC236}">
                <a16:creationId xmlns:a16="http://schemas.microsoft.com/office/drawing/2014/main" id="{35355361-250E-48C4-87BB-42041800A8E7}"/>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72799237" name="Straight Connector 372799236">
            <a:extLst>
              <a:ext uri="{FF2B5EF4-FFF2-40B4-BE49-F238E27FC236}">
                <a16:creationId xmlns:a16="http://schemas.microsoft.com/office/drawing/2014/main" id="{38EB866F-2A07-42DF-B33C-5DC33ECAF4DD}"/>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39541052" name="Rectangle: Rounded Corners 39541051">
            <a:extLst>
              <a:ext uri="{FF2B5EF4-FFF2-40B4-BE49-F238E27FC236}">
                <a16:creationId xmlns:a16="http://schemas.microsoft.com/office/drawing/2014/main" id="{C64D13B7-5B34-433B-A30C-977DD44FEDB4}"/>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308467907" name="Rectangle 308467906">
            <a:extLst>
              <a:ext uri="{FF2B5EF4-FFF2-40B4-BE49-F238E27FC236}">
                <a16:creationId xmlns:a16="http://schemas.microsoft.com/office/drawing/2014/main" id="{87A837E8-BE27-4ADE-8E24-D2117D8DFE53}"/>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73089443" name="Straight Connector 473089442">
            <a:extLst>
              <a:ext uri="{FF2B5EF4-FFF2-40B4-BE49-F238E27FC236}">
                <a16:creationId xmlns:a16="http://schemas.microsoft.com/office/drawing/2014/main" id="{C5585E44-DDD5-4324-9CE4-DB0335352481}"/>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505397230" name="Rectangle: Rounded Corners 505397229">
            <a:extLst>
              <a:ext uri="{FF2B5EF4-FFF2-40B4-BE49-F238E27FC236}">
                <a16:creationId xmlns:a16="http://schemas.microsoft.com/office/drawing/2014/main" id="{1DB9B3E3-4DF0-4CF6-8CA5-4F95F532621F}"/>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950580430" name="Rectangle 1950580429">
            <a:extLst>
              <a:ext uri="{FF2B5EF4-FFF2-40B4-BE49-F238E27FC236}">
                <a16:creationId xmlns:a16="http://schemas.microsoft.com/office/drawing/2014/main" id="{A3827DB6-A5FE-4059-B4F5-16BEC3A10691}"/>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353970453" name="Straight Connector 1353970452">
            <a:extLst>
              <a:ext uri="{FF2B5EF4-FFF2-40B4-BE49-F238E27FC236}">
                <a16:creationId xmlns:a16="http://schemas.microsoft.com/office/drawing/2014/main" id="{576DD9A9-6614-457F-9CF2-AEE4436C11D2}"/>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406273478" name="Rectangle: Rounded Corners 406273477">
            <a:extLst>
              <a:ext uri="{FF2B5EF4-FFF2-40B4-BE49-F238E27FC236}">
                <a16:creationId xmlns:a16="http://schemas.microsoft.com/office/drawing/2014/main" id="{B05ACE64-A132-429F-8CC1-0F01C4C5AB98}"/>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86207926" name="Rectangle 186207925">
            <a:extLst>
              <a:ext uri="{FF2B5EF4-FFF2-40B4-BE49-F238E27FC236}">
                <a16:creationId xmlns:a16="http://schemas.microsoft.com/office/drawing/2014/main" id="{763D8103-C78A-4EEA-ACDD-13EA26FD1FE6}"/>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458049315" name="Straight Connector 458049314">
            <a:extLst>
              <a:ext uri="{FF2B5EF4-FFF2-40B4-BE49-F238E27FC236}">
                <a16:creationId xmlns:a16="http://schemas.microsoft.com/office/drawing/2014/main" id="{9B321BEC-4ECC-49E0-94DC-7E966362CB7A}"/>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1206745482" name="Rectangle: Rounded Corners 1206745481">
            <a:extLst>
              <a:ext uri="{FF2B5EF4-FFF2-40B4-BE49-F238E27FC236}">
                <a16:creationId xmlns:a16="http://schemas.microsoft.com/office/drawing/2014/main" id="{3DBB5FA6-3E24-4F06-8BB2-B418088E2DA7}"/>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993735715" name="Rectangle 1993735714">
            <a:extLst>
              <a:ext uri="{FF2B5EF4-FFF2-40B4-BE49-F238E27FC236}">
                <a16:creationId xmlns:a16="http://schemas.microsoft.com/office/drawing/2014/main" id="{3C9D08B2-0B4D-4B9E-B6B5-6B8C30C704BC}"/>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547570179" name="Straight Connector 547570178">
            <a:extLst>
              <a:ext uri="{FF2B5EF4-FFF2-40B4-BE49-F238E27FC236}">
                <a16:creationId xmlns:a16="http://schemas.microsoft.com/office/drawing/2014/main" id="{70B091C3-0AEF-4A95-ABEB-5311EAB8E362}"/>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1868051657" name="Rectangle: Rounded Corners 1868051656">
            <a:extLst>
              <a:ext uri="{FF2B5EF4-FFF2-40B4-BE49-F238E27FC236}">
                <a16:creationId xmlns:a16="http://schemas.microsoft.com/office/drawing/2014/main" id="{DDD0F8C9-06FE-48D9-8300-CDEAD334B192}"/>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383507331" name="Rectangle 383507330">
            <a:extLst>
              <a:ext uri="{FF2B5EF4-FFF2-40B4-BE49-F238E27FC236}">
                <a16:creationId xmlns:a16="http://schemas.microsoft.com/office/drawing/2014/main" id="{12120A2E-A422-42B5-84FB-BEAE60E7EEB4}"/>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197472557" name="Straight Connector 1197472556">
            <a:extLst>
              <a:ext uri="{FF2B5EF4-FFF2-40B4-BE49-F238E27FC236}">
                <a16:creationId xmlns:a16="http://schemas.microsoft.com/office/drawing/2014/main" id="{5844788B-A0A7-4886-A8D5-E447317A23E0}"/>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632538635" name="Rectangle: Rounded Corners 632538634">
            <a:extLst>
              <a:ext uri="{FF2B5EF4-FFF2-40B4-BE49-F238E27FC236}">
                <a16:creationId xmlns:a16="http://schemas.microsoft.com/office/drawing/2014/main" id="{E63BB249-44F9-4B04-90E6-E53E37C1045D}"/>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016229027" name="Rectangle 1016229026">
            <a:extLst>
              <a:ext uri="{FF2B5EF4-FFF2-40B4-BE49-F238E27FC236}">
                <a16:creationId xmlns:a16="http://schemas.microsoft.com/office/drawing/2014/main" id="{E644EB24-6831-4CE5-BC1D-3003B290431B}"/>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982950089" name="Rectangle 982950088">
            <a:extLst>
              <a:ext uri="{FF2B5EF4-FFF2-40B4-BE49-F238E27FC236}">
                <a16:creationId xmlns:a16="http://schemas.microsoft.com/office/drawing/2014/main" id="{4933241F-EF1C-4EB4-8AB9-2CC5B39B5D70}"/>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139725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9924556" name="Rectangle 935271156">
            <a:extLst>
              <a:ext uri="{FF2B5EF4-FFF2-40B4-BE49-F238E27FC236}">
                <a16:creationId xmlns:a16="http://schemas.microsoft.com/office/drawing/2014/main" id="{A352B709-2A6D-4FF4-B7E0-48A7B262788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410725449" name="Rectangle 251777344">
            <a:extLst>
              <a:ext uri="{FF2B5EF4-FFF2-40B4-BE49-F238E27FC236}">
                <a16:creationId xmlns:a16="http://schemas.microsoft.com/office/drawing/2014/main" id="{ABDC598C-5AB5-4999-9238-F1E712801A65}"/>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1997651199" name="Rectangle 1495975732">
            <a:extLst>
              <a:ext uri="{FF2B5EF4-FFF2-40B4-BE49-F238E27FC236}">
                <a16:creationId xmlns:a16="http://schemas.microsoft.com/office/drawing/2014/main" id="{B288945C-4E50-4C43-A17F-A529F8688B4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34</a:t>
            </a:r>
          </a:p>
        </p:txBody>
      </p:sp>
      <p:sp>
        <p:nvSpPr>
          <p:cNvPr id="958108389" name="Rectangle 958108388">
            <a:extLst>
              <a:ext uri="{FF2B5EF4-FFF2-40B4-BE49-F238E27FC236}">
                <a16:creationId xmlns:a16="http://schemas.microsoft.com/office/drawing/2014/main" id="{B8740BC7-1BD6-4C21-A9CE-1CB7682F11BF}"/>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p>
        </p:txBody>
      </p:sp>
      <p:sp>
        <p:nvSpPr>
          <p:cNvPr id="223341810" name="Rectangle: Rounded Corners 223341809">
            <a:extLst>
              <a:ext uri="{FF2B5EF4-FFF2-40B4-BE49-F238E27FC236}">
                <a16:creationId xmlns:a16="http://schemas.microsoft.com/office/drawing/2014/main" id="{E84A4860-B184-40FE-9FCE-472328B320FD}"/>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2563EB"/>
            </a:solidFill>
            <a:prstDash val="solid"/>
          </a:ln>
        </p:spPr>
        <p:txBody>
          <a:bodyPr/>
          <a:lstStyle/>
          <a:p>
            <a:endParaRPr/>
          </a:p>
        </p:txBody>
      </p:sp>
      <p:sp>
        <p:nvSpPr>
          <p:cNvPr id="1189281664" name="Rectangle 1189281663">
            <a:extLst>
              <a:ext uri="{FF2B5EF4-FFF2-40B4-BE49-F238E27FC236}">
                <a16:creationId xmlns:a16="http://schemas.microsoft.com/office/drawing/2014/main" id="{8B13A7B9-875E-4870-9669-BA7E40BD3507}"/>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p>
        </p:txBody>
      </p:sp>
      <p:sp>
        <p:nvSpPr>
          <p:cNvPr id="67193433" name="Rectangle 67193432">
            <a:extLst>
              <a:ext uri="{FF2B5EF4-FFF2-40B4-BE49-F238E27FC236}">
                <a16:creationId xmlns:a16="http://schemas.microsoft.com/office/drawing/2014/main" id="{A52A1994-53AC-4F5F-8050-D877FE0C8BB1}"/>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p>
        </p:txBody>
      </p:sp>
      <p:sp>
        <p:nvSpPr>
          <p:cNvPr id="15823733" name="Rectangle: Rounded Corners 15823732">
            <a:extLst>
              <a:ext uri="{FF2B5EF4-FFF2-40B4-BE49-F238E27FC236}">
                <a16:creationId xmlns:a16="http://schemas.microsoft.com/office/drawing/2014/main" id="{E7A796F9-0222-40DD-B6CD-F3D0556EA7B0}"/>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855104786" name="Rectangle 1855104785">
            <a:extLst>
              <a:ext uri="{FF2B5EF4-FFF2-40B4-BE49-F238E27FC236}">
                <a16:creationId xmlns:a16="http://schemas.microsoft.com/office/drawing/2014/main" id="{CAB92061-4C2B-4203-97D0-6AF5C696CB72}"/>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525634099" name="Straight Connector 525634098">
            <a:extLst>
              <a:ext uri="{FF2B5EF4-FFF2-40B4-BE49-F238E27FC236}">
                <a16:creationId xmlns:a16="http://schemas.microsoft.com/office/drawing/2014/main" id="{F4CE5CE3-400A-4558-812C-CFF668437AAA}"/>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674286045" name="Rectangle: Rounded Corners 674286044">
            <a:extLst>
              <a:ext uri="{FF2B5EF4-FFF2-40B4-BE49-F238E27FC236}">
                <a16:creationId xmlns:a16="http://schemas.microsoft.com/office/drawing/2014/main" id="{D50DF4B1-7F65-4F2E-8CCB-586113B44A81}"/>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468437567" name="Rectangle 468437566">
            <a:extLst>
              <a:ext uri="{FF2B5EF4-FFF2-40B4-BE49-F238E27FC236}">
                <a16:creationId xmlns:a16="http://schemas.microsoft.com/office/drawing/2014/main" id="{05A783EA-9196-4646-A827-2526989C36D7}"/>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426500243" name="Straight Connector 1426500242">
            <a:extLst>
              <a:ext uri="{FF2B5EF4-FFF2-40B4-BE49-F238E27FC236}">
                <a16:creationId xmlns:a16="http://schemas.microsoft.com/office/drawing/2014/main" id="{61CE4E13-CA87-45B4-8541-CC8F49103EAE}"/>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367709389" name="Rectangle: Rounded Corners 1367709388">
            <a:extLst>
              <a:ext uri="{FF2B5EF4-FFF2-40B4-BE49-F238E27FC236}">
                <a16:creationId xmlns:a16="http://schemas.microsoft.com/office/drawing/2014/main" id="{40CF88BF-1477-4E0E-9190-CEA322423B17}"/>
              </a:ext>
            </a:extLst>
          </p:cNvPr>
          <p:cNvSpPr>
            <a:spLocks noGrp="1"/>
          </p:cNvSpPr>
          <p:nvPr/>
        </p:nvSpPr>
        <p:spPr>
          <a:xfrm>
            <a:off x="3352800" y="4857750"/>
            <a:ext cx="876299" cy="438149"/>
          </a:xfrm>
          <a:prstGeom prst="roundRect">
            <a:avLst>
              <a:gd name="adj" fmla="val 26087"/>
            </a:avLst>
          </a:prstGeom>
          <a:solidFill>
            <a:srgbClr val="2563EB"/>
          </a:solidFill>
          <a:ln w="9525">
            <a:solidFill>
              <a:srgbClr val="2563EB"/>
            </a:solidFill>
            <a:prstDash val="solid"/>
          </a:ln>
        </p:spPr>
        <p:txBody>
          <a:bodyPr/>
          <a:lstStyle/>
          <a:p>
            <a:endParaRPr/>
          </a:p>
        </p:txBody>
      </p:sp>
      <p:sp>
        <p:nvSpPr>
          <p:cNvPr id="234797797" name="Rectangle 234797796">
            <a:extLst>
              <a:ext uri="{FF2B5EF4-FFF2-40B4-BE49-F238E27FC236}">
                <a16:creationId xmlns:a16="http://schemas.microsoft.com/office/drawing/2014/main" id="{44868964-CFD9-4E3B-8746-C67848AC1CE6}"/>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1500557143" name="Straight Connector 1500557142">
            <a:extLst>
              <a:ext uri="{FF2B5EF4-FFF2-40B4-BE49-F238E27FC236}">
                <a16:creationId xmlns:a16="http://schemas.microsoft.com/office/drawing/2014/main" id="{6741FD24-D2BF-43D7-BF13-6D8C76FFB241}"/>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1502394843" name="Rectangle: Rounded Corners 1502394842">
            <a:extLst>
              <a:ext uri="{FF2B5EF4-FFF2-40B4-BE49-F238E27FC236}">
                <a16:creationId xmlns:a16="http://schemas.microsoft.com/office/drawing/2014/main" id="{1772ABB5-5978-4F05-9881-49C2C5C316D4}"/>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333887881" name="Rectangle 1333887880">
            <a:extLst>
              <a:ext uri="{FF2B5EF4-FFF2-40B4-BE49-F238E27FC236}">
                <a16:creationId xmlns:a16="http://schemas.microsoft.com/office/drawing/2014/main" id="{1356DF88-1087-445B-8484-92F4EE7428E6}"/>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799654874" name="Straight Connector 799654873">
            <a:extLst>
              <a:ext uri="{FF2B5EF4-FFF2-40B4-BE49-F238E27FC236}">
                <a16:creationId xmlns:a16="http://schemas.microsoft.com/office/drawing/2014/main" id="{64671B5F-D09E-4050-A6E9-8322012B0F13}"/>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657808799" name="Rectangle: Rounded Corners 657808798">
            <a:extLst>
              <a:ext uri="{FF2B5EF4-FFF2-40B4-BE49-F238E27FC236}">
                <a16:creationId xmlns:a16="http://schemas.microsoft.com/office/drawing/2014/main" id="{9826BFCB-53D2-4F76-ADBA-D657983BAF8E}"/>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241828911" name="Rectangle 241828910">
            <a:extLst>
              <a:ext uri="{FF2B5EF4-FFF2-40B4-BE49-F238E27FC236}">
                <a16:creationId xmlns:a16="http://schemas.microsoft.com/office/drawing/2014/main" id="{9C4BD124-C3B5-424F-BD58-F08FF21ED8F9}"/>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49861612" name="Straight Connector 1949861611">
            <a:extLst>
              <a:ext uri="{FF2B5EF4-FFF2-40B4-BE49-F238E27FC236}">
                <a16:creationId xmlns:a16="http://schemas.microsoft.com/office/drawing/2014/main" id="{0561F1E0-5687-400A-8A94-C3ABE3D11F95}"/>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375602485" name="Rectangle: Rounded Corners 375602484">
            <a:extLst>
              <a:ext uri="{FF2B5EF4-FFF2-40B4-BE49-F238E27FC236}">
                <a16:creationId xmlns:a16="http://schemas.microsoft.com/office/drawing/2014/main" id="{4744DE3F-5D16-4BB0-8A84-236B6B290442}"/>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465330689" name="Rectangle 1465330688">
            <a:extLst>
              <a:ext uri="{FF2B5EF4-FFF2-40B4-BE49-F238E27FC236}">
                <a16:creationId xmlns:a16="http://schemas.microsoft.com/office/drawing/2014/main" id="{24F7D24F-0E75-41EC-97AE-9026E9C3DF0E}"/>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424137738" name="Straight Connector 1424137737">
            <a:extLst>
              <a:ext uri="{FF2B5EF4-FFF2-40B4-BE49-F238E27FC236}">
                <a16:creationId xmlns:a16="http://schemas.microsoft.com/office/drawing/2014/main" id="{CD89500D-FDB6-44A4-AB79-D73ACEDA1FCB}"/>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636703504" name="Rectangle: Rounded Corners 636703503">
            <a:extLst>
              <a:ext uri="{FF2B5EF4-FFF2-40B4-BE49-F238E27FC236}">
                <a16:creationId xmlns:a16="http://schemas.microsoft.com/office/drawing/2014/main" id="{052EA033-765A-4251-AFA1-D73E16DCE606}"/>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674599598" name="Rectangle 1674599597">
            <a:extLst>
              <a:ext uri="{FF2B5EF4-FFF2-40B4-BE49-F238E27FC236}">
                <a16:creationId xmlns:a16="http://schemas.microsoft.com/office/drawing/2014/main" id="{7998D884-7FC9-4594-A373-73F175B09C88}"/>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587719899" name="Straight Connector 587719898">
            <a:extLst>
              <a:ext uri="{FF2B5EF4-FFF2-40B4-BE49-F238E27FC236}">
                <a16:creationId xmlns:a16="http://schemas.microsoft.com/office/drawing/2014/main" id="{3A76E3BB-31F6-4567-A05E-77A746AB76EF}"/>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457359033" name="Rectangle: Rounded Corners 457359032">
            <a:extLst>
              <a:ext uri="{FF2B5EF4-FFF2-40B4-BE49-F238E27FC236}">
                <a16:creationId xmlns:a16="http://schemas.microsoft.com/office/drawing/2014/main" id="{B30A9488-5140-4637-9227-E6595D617029}"/>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498635460" name="Rectangle 498635459">
            <a:extLst>
              <a:ext uri="{FF2B5EF4-FFF2-40B4-BE49-F238E27FC236}">
                <a16:creationId xmlns:a16="http://schemas.microsoft.com/office/drawing/2014/main" id="{EF8E80F2-BE19-4F88-AA8C-1D6DE8ED55CA}"/>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69277451" name="Straight Connector 1869277450">
            <a:extLst>
              <a:ext uri="{FF2B5EF4-FFF2-40B4-BE49-F238E27FC236}">
                <a16:creationId xmlns:a16="http://schemas.microsoft.com/office/drawing/2014/main" id="{8580A496-45BB-49ED-A7F3-1EBD2BE66B53}"/>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208888041" name="Rectangle: Rounded Corners 208888040">
            <a:extLst>
              <a:ext uri="{FF2B5EF4-FFF2-40B4-BE49-F238E27FC236}">
                <a16:creationId xmlns:a16="http://schemas.microsoft.com/office/drawing/2014/main" id="{8BFE83FB-F0BC-473A-A7BB-165AA0112F17}"/>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67936323" name="Rectangle 67936322">
            <a:extLst>
              <a:ext uri="{FF2B5EF4-FFF2-40B4-BE49-F238E27FC236}">
                <a16:creationId xmlns:a16="http://schemas.microsoft.com/office/drawing/2014/main" id="{8E4369C9-DB9C-47C5-BD19-050E44502C4B}"/>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356855878" name="Rectangle 1356855877">
            <a:extLst>
              <a:ext uri="{FF2B5EF4-FFF2-40B4-BE49-F238E27FC236}">
                <a16:creationId xmlns:a16="http://schemas.microsoft.com/office/drawing/2014/main" id="{0E490B23-AE7E-4F51-8F00-D4674188E0EA}"/>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20465091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7904153" name="Rectangle 935271156">
            <a:extLst>
              <a:ext uri="{FF2B5EF4-FFF2-40B4-BE49-F238E27FC236}">
                <a16:creationId xmlns:a16="http://schemas.microsoft.com/office/drawing/2014/main" id="{77527B7E-57D4-4355-9404-85CDA3EB2D9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837217519" name="Rectangle 251777344">
            <a:extLst>
              <a:ext uri="{FF2B5EF4-FFF2-40B4-BE49-F238E27FC236}">
                <a16:creationId xmlns:a16="http://schemas.microsoft.com/office/drawing/2014/main" id="{425A3A13-B2ED-4DDC-B719-AB386AF567A4}"/>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1736673638" name="Rectangle 1495975732">
            <a:extLst>
              <a:ext uri="{FF2B5EF4-FFF2-40B4-BE49-F238E27FC236}">
                <a16:creationId xmlns:a16="http://schemas.microsoft.com/office/drawing/2014/main" id="{A2E82509-B926-402F-B326-AAB78F84879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35</a:t>
            </a:r>
          </a:p>
        </p:txBody>
      </p:sp>
      <p:sp>
        <p:nvSpPr>
          <p:cNvPr id="321697068" name="Rectangle 321697067">
            <a:extLst>
              <a:ext uri="{FF2B5EF4-FFF2-40B4-BE49-F238E27FC236}">
                <a16:creationId xmlns:a16="http://schemas.microsoft.com/office/drawing/2014/main" id="{A5A77C68-91FA-4C97-8C35-C415A2172D55}"/>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p>
        </p:txBody>
      </p:sp>
      <p:sp>
        <p:nvSpPr>
          <p:cNvPr id="1349570966" name="Rectangle: Rounded Corners 1349570965">
            <a:extLst>
              <a:ext uri="{FF2B5EF4-FFF2-40B4-BE49-F238E27FC236}">
                <a16:creationId xmlns:a16="http://schemas.microsoft.com/office/drawing/2014/main" id="{A7480A07-E4F1-473E-A0B2-8430E85F83FE}"/>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endParaRPr/>
          </a:p>
        </p:txBody>
      </p:sp>
      <p:sp>
        <p:nvSpPr>
          <p:cNvPr id="812796277" name="Rectangle 812796276">
            <a:extLst>
              <a:ext uri="{FF2B5EF4-FFF2-40B4-BE49-F238E27FC236}">
                <a16:creationId xmlns:a16="http://schemas.microsoft.com/office/drawing/2014/main" id="{6235B440-B38D-4AC0-AACE-461C8A92C64D}"/>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p>
        </p:txBody>
      </p:sp>
      <p:sp>
        <p:nvSpPr>
          <p:cNvPr id="1603395577" name="Rectangle 1603395576">
            <a:extLst>
              <a:ext uri="{FF2B5EF4-FFF2-40B4-BE49-F238E27FC236}">
                <a16:creationId xmlns:a16="http://schemas.microsoft.com/office/drawing/2014/main" id="{C8C7E8A5-353C-4CF7-9CA2-ED6BF9FC1168}"/>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p>
        </p:txBody>
      </p:sp>
      <p:sp>
        <p:nvSpPr>
          <p:cNvPr id="176541762" name="Rectangle: Rounded Corners 176541761">
            <a:extLst>
              <a:ext uri="{FF2B5EF4-FFF2-40B4-BE49-F238E27FC236}">
                <a16:creationId xmlns:a16="http://schemas.microsoft.com/office/drawing/2014/main" id="{E1CFA67A-7406-4B03-AF1C-79382C9C67A3}"/>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2141189747" name="Rectangle 2141189746">
            <a:extLst>
              <a:ext uri="{FF2B5EF4-FFF2-40B4-BE49-F238E27FC236}">
                <a16:creationId xmlns:a16="http://schemas.microsoft.com/office/drawing/2014/main" id="{D09E2201-5961-4A25-BF4E-84641939E4F9}"/>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600780343" name="Straight Connector 600780342">
            <a:extLst>
              <a:ext uri="{FF2B5EF4-FFF2-40B4-BE49-F238E27FC236}">
                <a16:creationId xmlns:a16="http://schemas.microsoft.com/office/drawing/2014/main" id="{C3833CCC-9200-470B-8BAE-5EDC4967BE6F}"/>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192673419" name="Rectangle: Rounded Corners 192673418">
            <a:extLst>
              <a:ext uri="{FF2B5EF4-FFF2-40B4-BE49-F238E27FC236}">
                <a16:creationId xmlns:a16="http://schemas.microsoft.com/office/drawing/2014/main" id="{E73C6D1E-8AA2-4826-B463-88189DD90C27}"/>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357410291" name="Rectangle 1357410290">
            <a:extLst>
              <a:ext uri="{FF2B5EF4-FFF2-40B4-BE49-F238E27FC236}">
                <a16:creationId xmlns:a16="http://schemas.microsoft.com/office/drawing/2014/main" id="{1E9AA85D-BE61-4132-9F6F-618D452C253B}"/>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115912949" name="Straight Connector 2115912948">
            <a:extLst>
              <a:ext uri="{FF2B5EF4-FFF2-40B4-BE49-F238E27FC236}">
                <a16:creationId xmlns:a16="http://schemas.microsoft.com/office/drawing/2014/main" id="{AA403D79-A14E-4498-9A33-ABC12B8B7C70}"/>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669837261" name="Rectangle: Rounded Corners 1669837260">
            <a:extLst>
              <a:ext uri="{FF2B5EF4-FFF2-40B4-BE49-F238E27FC236}">
                <a16:creationId xmlns:a16="http://schemas.microsoft.com/office/drawing/2014/main" id="{51114119-DA1D-4537-A55E-754C80FE0F09}"/>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559641251" name="Rectangle 559641250">
            <a:extLst>
              <a:ext uri="{FF2B5EF4-FFF2-40B4-BE49-F238E27FC236}">
                <a16:creationId xmlns:a16="http://schemas.microsoft.com/office/drawing/2014/main" id="{1EF529DE-CBC4-4C2A-A5AA-F56D125145FA}"/>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618109236" name="Straight Connector 618109235">
            <a:extLst>
              <a:ext uri="{FF2B5EF4-FFF2-40B4-BE49-F238E27FC236}">
                <a16:creationId xmlns:a16="http://schemas.microsoft.com/office/drawing/2014/main" id="{CE1D84D1-9126-4FC3-8DDC-4BAF739677C2}"/>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1448512623" name="Rectangle: Rounded Corners 1448512622">
            <a:extLst>
              <a:ext uri="{FF2B5EF4-FFF2-40B4-BE49-F238E27FC236}">
                <a16:creationId xmlns:a16="http://schemas.microsoft.com/office/drawing/2014/main" id="{7A552794-392F-48C9-9A17-F883BE6747D2}"/>
              </a:ext>
            </a:extLst>
          </p:cNvPr>
          <p:cNvSpPr>
            <a:spLocks noGrp="1"/>
          </p:cNvSpPr>
          <p:nvPr/>
        </p:nvSpPr>
        <p:spPr>
          <a:xfrm>
            <a:off x="4419600" y="4857750"/>
            <a:ext cx="876299" cy="438149"/>
          </a:xfrm>
          <a:prstGeom prst="roundRect">
            <a:avLst>
              <a:gd name="adj" fmla="val 26087"/>
            </a:avLst>
          </a:prstGeom>
          <a:solidFill>
            <a:srgbClr val="059669"/>
          </a:solidFill>
          <a:ln w="9525">
            <a:solidFill>
              <a:srgbClr val="059669"/>
            </a:solidFill>
            <a:prstDash val="solid"/>
          </a:ln>
        </p:spPr>
        <p:txBody>
          <a:bodyPr/>
          <a:lstStyle/>
          <a:p>
            <a:endParaRPr/>
          </a:p>
        </p:txBody>
      </p:sp>
      <p:sp>
        <p:nvSpPr>
          <p:cNvPr id="1449560421" name="Rectangle 1449560420">
            <a:extLst>
              <a:ext uri="{FF2B5EF4-FFF2-40B4-BE49-F238E27FC236}">
                <a16:creationId xmlns:a16="http://schemas.microsoft.com/office/drawing/2014/main" id="{C9827332-A488-4243-8F75-9E74AAA694C1}"/>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611044705" name="Straight Connector 611044704">
            <a:extLst>
              <a:ext uri="{FF2B5EF4-FFF2-40B4-BE49-F238E27FC236}">
                <a16:creationId xmlns:a16="http://schemas.microsoft.com/office/drawing/2014/main" id="{7FCF2232-077C-426C-A222-2BAB9DBDA4A2}"/>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1801361335" name="Rectangle: Rounded Corners 1801361334">
            <a:extLst>
              <a:ext uri="{FF2B5EF4-FFF2-40B4-BE49-F238E27FC236}">
                <a16:creationId xmlns:a16="http://schemas.microsoft.com/office/drawing/2014/main" id="{AE6749FC-BBEB-473E-B9AB-F4586C4442D5}"/>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455852883" name="Rectangle 455852882">
            <a:extLst>
              <a:ext uri="{FF2B5EF4-FFF2-40B4-BE49-F238E27FC236}">
                <a16:creationId xmlns:a16="http://schemas.microsoft.com/office/drawing/2014/main" id="{DFA74F2C-FE8F-45D2-9699-1173CA0D56E9}"/>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62227754" name="Straight Connector 2062227753">
            <a:extLst>
              <a:ext uri="{FF2B5EF4-FFF2-40B4-BE49-F238E27FC236}">
                <a16:creationId xmlns:a16="http://schemas.microsoft.com/office/drawing/2014/main" id="{8837A6E5-854C-46D0-B63B-7CA21282AE81}"/>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1885577814" name="Rectangle: Rounded Corners 1885577813">
            <a:extLst>
              <a:ext uri="{FF2B5EF4-FFF2-40B4-BE49-F238E27FC236}">
                <a16:creationId xmlns:a16="http://schemas.microsoft.com/office/drawing/2014/main" id="{CE56DFF4-79AB-479C-AD71-6FC6A5F6DC47}"/>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698636032" name="Rectangle 698636031">
            <a:extLst>
              <a:ext uri="{FF2B5EF4-FFF2-40B4-BE49-F238E27FC236}">
                <a16:creationId xmlns:a16="http://schemas.microsoft.com/office/drawing/2014/main" id="{5078F96D-738E-4EAF-82EB-66B894B02BBC}"/>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352979734" name="Straight Connector 352979733">
            <a:extLst>
              <a:ext uri="{FF2B5EF4-FFF2-40B4-BE49-F238E27FC236}">
                <a16:creationId xmlns:a16="http://schemas.microsoft.com/office/drawing/2014/main" id="{6C4FD9BA-1079-4A2C-99C3-7874390291A7}"/>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1336102286" name="Rectangle: Rounded Corners 1336102285">
            <a:extLst>
              <a:ext uri="{FF2B5EF4-FFF2-40B4-BE49-F238E27FC236}">
                <a16:creationId xmlns:a16="http://schemas.microsoft.com/office/drawing/2014/main" id="{3E94F097-E397-4275-B6E4-050710C2B7F7}"/>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385054655" name="Rectangle 1385054654">
            <a:extLst>
              <a:ext uri="{FF2B5EF4-FFF2-40B4-BE49-F238E27FC236}">
                <a16:creationId xmlns:a16="http://schemas.microsoft.com/office/drawing/2014/main" id="{88797FAD-EC9E-4124-895D-0544FDDAAE4F}"/>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371789297" name="Straight Connector 1371789296">
            <a:extLst>
              <a:ext uri="{FF2B5EF4-FFF2-40B4-BE49-F238E27FC236}">
                <a16:creationId xmlns:a16="http://schemas.microsoft.com/office/drawing/2014/main" id="{3F69E041-A309-4B5C-8330-821136592D59}"/>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511992751" name="Rectangle: Rounded Corners 511992750">
            <a:extLst>
              <a:ext uri="{FF2B5EF4-FFF2-40B4-BE49-F238E27FC236}">
                <a16:creationId xmlns:a16="http://schemas.microsoft.com/office/drawing/2014/main" id="{BD0B9937-3802-469C-AC66-923D4394F178}"/>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867618513" name="Rectangle 867618512">
            <a:extLst>
              <a:ext uri="{FF2B5EF4-FFF2-40B4-BE49-F238E27FC236}">
                <a16:creationId xmlns:a16="http://schemas.microsoft.com/office/drawing/2014/main" id="{21669EF4-33B2-45E3-A2DB-4A16C3A7B178}"/>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76145286" name="Straight Connector 176145285">
            <a:extLst>
              <a:ext uri="{FF2B5EF4-FFF2-40B4-BE49-F238E27FC236}">
                <a16:creationId xmlns:a16="http://schemas.microsoft.com/office/drawing/2014/main" id="{C376FFB7-35C4-4A7A-8D8D-22267A3BCE79}"/>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938876560" name="Rectangle: Rounded Corners 938876559">
            <a:extLst>
              <a:ext uri="{FF2B5EF4-FFF2-40B4-BE49-F238E27FC236}">
                <a16:creationId xmlns:a16="http://schemas.microsoft.com/office/drawing/2014/main" id="{08B294F7-7336-4FC5-89EB-238C6021AD1C}"/>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335637446" name="Rectangle 335637445">
            <a:extLst>
              <a:ext uri="{FF2B5EF4-FFF2-40B4-BE49-F238E27FC236}">
                <a16:creationId xmlns:a16="http://schemas.microsoft.com/office/drawing/2014/main" id="{B852B5F1-1333-435F-826B-43D6E8EB2C6F}"/>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549188429" name="Rectangle 1549188428">
            <a:extLst>
              <a:ext uri="{FF2B5EF4-FFF2-40B4-BE49-F238E27FC236}">
                <a16:creationId xmlns:a16="http://schemas.microsoft.com/office/drawing/2014/main" id="{561CD440-C173-4D4C-AE03-D79CA744D354}"/>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665328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857193" name="Rectangle 935271156">
            <a:extLst>
              <a:ext uri="{FF2B5EF4-FFF2-40B4-BE49-F238E27FC236}">
                <a16:creationId xmlns:a16="http://schemas.microsoft.com/office/drawing/2014/main" id="{28F44EF9-8F59-415A-A4AF-94C7CFC5A9B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549986352" name="Rectangle 251777344">
            <a:extLst>
              <a:ext uri="{FF2B5EF4-FFF2-40B4-BE49-F238E27FC236}">
                <a16:creationId xmlns:a16="http://schemas.microsoft.com/office/drawing/2014/main" id="{E964D6D6-750C-4F45-9DDA-0E787B32EF79}"/>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1758269857" name="Rectangle 1495975732">
            <a:extLst>
              <a:ext uri="{FF2B5EF4-FFF2-40B4-BE49-F238E27FC236}">
                <a16:creationId xmlns:a16="http://schemas.microsoft.com/office/drawing/2014/main" id="{BAC0A711-135C-42BA-8EA9-EB19BAC9B6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36</a:t>
            </a:r>
          </a:p>
        </p:txBody>
      </p:sp>
      <p:sp>
        <p:nvSpPr>
          <p:cNvPr id="1796615842" name="Rectangle 1796615841">
            <a:extLst>
              <a:ext uri="{FF2B5EF4-FFF2-40B4-BE49-F238E27FC236}">
                <a16:creationId xmlns:a16="http://schemas.microsoft.com/office/drawing/2014/main" id="{77A76EB8-738A-4B30-97E0-CF863A0ADC07}"/>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p>
        </p:txBody>
      </p:sp>
      <p:sp>
        <p:nvSpPr>
          <p:cNvPr id="2124759828" name="Rectangle: Rounded Corners 2124759827">
            <a:extLst>
              <a:ext uri="{FF2B5EF4-FFF2-40B4-BE49-F238E27FC236}">
                <a16:creationId xmlns:a16="http://schemas.microsoft.com/office/drawing/2014/main" id="{1A5E2386-B823-4A47-A505-9D167CC809B1}"/>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endParaRPr/>
          </a:p>
        </p:txBody>
      </p:sp>
      <p:sp>
        <p:nvSpPr>
          <p:cNvPr id="1142861111" name="Rectangle 1142861110">
            <a:extLst>
              <a:ext uri="{FF2B5EF4-FFF2-40B4-BE49-F238E27FC236}">
                <a16:creationId xmlns:a16="http://schemas.microsoft.com/office/drawing/2014/main" id="{104AC71F-06AB-404C-9416-5F856F4945F7}"/>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p>
        </p:txBody>
      </p:sp>
      <p:sp>
        <p:nvSpPr>
          <p:cNvPr id="880775110" name="Rectangle 880775109">
            <a:extLst>
              <a:ext uri="{FF2B5EF4-FFF2-40B4-BE49-F238E27FC236}">
                <a16:creationId xmlns:a16="http://schemas.microsoft.com/office/drawing/2014/main" id="{5FC1F234-EB93-4E46-8782-26B1D8B9A946}"/>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p>
        </p:txBody>
      </p:sp>
      <p:sp>
        <p:nvSpPr>
          <p:cNvPr id="1212521510" name="Rectangle: Rounded Corners 1212521509">
            <a:extLst>
              <a:ext uri="{FF2B5EF4-FFF2-40B4-BE49-F238E27FC236}">
                <a16:creationId xmlns:a16="http://schemas.microsoft.com/office/drawing/2014/main" id="{B318A655-EA0A-44A9-8A77-4F13A9800588}"/>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403994551" name="Rectangle 403994550">
            <a:extLst>
              <a:ext uri="{FF2B5EF4-FFF2-40B4-BE49-F238E27FC236}">
                <a16:creationId xmlns:a16="http://schemas.microsoft.com/office/drawing/2014/main" id="{35D07ECD-8FB1-4672-8B29-D731D7BF77AC}"/>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082776074" name="Straight Connector 1082776073">
            <a:extLst>
              <a:ext uri="{FF2B5EF4-FFF2-40B4-BE49-F238E27FC236}">
                <a16:creationId xmlns:a16="http://schemas.microsoft.com/office/drawing/2014/main" id="{87E4BA15-4637-4A9A-A9B4-AD182EE23C37}"/>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889310826" name="Rectangle: Rounded Corners 889310825">
            <a:extLst>
              <a:ext uri="{FF2B5EF4-FFF2-40B4-BE49-F238E27FC236}">
                <a16:creationId xmlns:a16="http://schemas.microsoft.com/office/drawing/2014/main" id="{C1A1C3C2-97B5-41F6-8F63-89BFFDB5CD74}"/>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848291848" name="Rectangle 848291847">
            <a:extLst>
              <a:ext uri="{FF2B5EF4-FFF2-40B4-BE49-F238E27FC236}">
                <a16:creationId xmlns:a16="http://schemas.microsoft.com/office/drawing/2014/main" id="{6F8A98A5-39B7-4AA3-BE52-6E98C9BEC304}"/>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627926124" name="Straight Connector 1627926123">
            <a:extLst>
              <a:ext uri="{FF2B5EF4-FFF2-40B4-BE49-F238E27FC236}">
                <a16:creationId xmlns:a16="http://schemas.microsoft.com/office/drawing/2014/main" id="{21BE1BC2-CC70-4AE2-9D51-09FA6FB8E717}"/>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192935411" name="Rectangle: Rounded Corners 1192935410">
            <a:extLst>
              <a:ext uri="{FF2B5EF4-FFF2-40B4-BE49-F238E27FC236}">
                <a16:creationId xmlns:a16="http://schemas.microsoft.com/office/drawing/2014/main" id="{69092CA4-E85A-48EF-AC90-100225FD04AD}"/>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376230542" name="Rectangle 376230541">
            <a:extLst>
              <a:ext uri="{FF2B5EF4-FFF2-40B4-BE49-F238E27FC236}">
                <a16:creationId xmlns:a16="http://schemas.microsoft.com/office/drawing/2014/main" id="{99A3B5CA-4D3D-4ABA-8122-5AC20A78EAE9}"/>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407523361" name="Straight Connector 407523360">
            <a:extLst>
              <a:ext uri="{FF2B5EF4-FFF2-40B4-BE49-F238E27FC236}">
                <a16:creationId xmlns:a16="http://schemas.microsoft.com/office/drawing/2014/main" id="{CC046378-FA68-4EC0-B066-205D19E7C98A}"/>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139870703" name="Rectangle: Rounded Corners 139870702">
            <a:extLst>
              <a:ext uri="{FF2B5EF4-FFF2-40B4-BE49-F238E27FC236}">
                <a16:creationId xmlns:a16="http://schemas.microsoft.com/office/drawing/2014/main" id="{594A7C68-4724-49DD-B471-F37BB6EE6444}"/>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588099187" name="Rectangle 1588099186">
            <a:extLst>
              <a:ext uri="{FF2B5EF4-FFF2-40B4-BE49-F238E27FC236}">
                <a16:creationId xmlns:a16="http://schemas.microsoft.com/office/drawing/2014/main" id="{D551CEC6-D34F-4E9E-9391-DB3C105B141B}"/>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22433848" name="Straight Connector 1722433847">
            <a:extLst>
              <a:ext uri="{FF2B5EF4-FFF2-40B4-BE49-F238E27FC236}">
                <a16:creationId xmlns:a16="http://schemas.microsoft.com/office/drawing/2014/main" id="{4585AECC-FACB-4A89-998E-8AE119F6C29D}"/>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1802370231" name="Rectangle: Rounded Corners 1802370230">
            <a:extLst>
              <a:ext uri="{FF2B5EF4-FFF2-40B4-BE49-F238E27FC236}">
                <a16:creationId xmlns:a16="http://schemas.microsoft.com/office/drawing/2014/main" id="{16951F82-E277-4910-9E83-7B0981EDA71A}"/>
              </a:ext>
            </a:extLst>
          </p:cNvPr>
          <p:cNvSpPr>
            <a:spLocks noGrp="1"/>
          </p:cNvSpPr>
          <p:nvPr/>
        </p:nvSpPr>
        <p:spPr>
          <a:xfrm>
            <a:off x="5486400" y="4857750"/>
            <a:ext cx="876299" cy="438149"/>
          </a:xfrm>
          <a:prstGeom prst="roundRect">
            <a:avLst>
              <a:gd name="adj" fmla="val 26087"/>
            </a:avLst>
          </a:prstGeom>
          <a:solidFill>
            <a:srgbClr val="059669"/>
          </a:solidFill>
          <a:ln w="9525">
            <a:solidFill>
              <a:srgbClr val="059669"/>
            </a:solidFill>
            <a:prstDash val="solid"/>
          </a:ln>
        </p:spPr>
        <p:txBody>
          <a:bodyPr/>
          <a:lstStyle/>
          <a:p>
            <a:endParaRPr/>
          </a:p>
        </p:txBody>
      </p:sp>
      <p:sp>
        <p:nvSpPr>
          <p:cNvPr id="1371086358" name="Rectangle 1371086357">
            <a:extLst>
              <a:ext uri="{FF2B5EF4-FFF2-40B4-BE49-F238E27FC236}">
                <a16:creationId xmlns:a16="http://schemas.microsoft.com/office/drawing/2014/main" id="{2069005B-F8CA-478B-B9C8-23182758B062}"/>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1897884153" name="Straight Connector 1897884152">
            <a:extLst>
              <a:ext uri="{FF2B5EF4-FFF2-40B4-BE49-F238E27FC236}">
                <a16:creationId xmlns:a16="http://schemas.microsoft.com/office/drawing/2014/main" id="{2142EDBA-CFCE-4BE4-AB49-CBFF8C9AE3C9}"/>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1387834288" name="Rectangle: Rounded Corners 1387834287">
            <a:extLst>
              <a:ext uri="{FF2B5EF4-FFF2-40B4-BE49-F238E27FC236}">
                <a16:creationId xmlns:a16="http://schemas.microsoft.com/office/drawing/2014/main" id="{ADF46253-E6C3-4152-8270-E85A65AD924A}"/>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65609481" name="Rectangle 165609480">
            <a:extLst>
              <a:ext uri="{FF2B5EF4-FFF2-40B4-BE49-F238E27FC236}">
                <a16:creationId xmlns:a16="http://schemas.microsoft.com/office/drawing/2014/main" id="{5A681111-6C6B-467B-8916-3D86936DB33F}"/>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452092563" name="Straight Connector 452092562">
            <a:extLst>
              <a:ext uri="{FF2B5EF4-FFF2-40B4-BE49-F238E27FC236}">
                <a16:creationId xmlns:a16="http://schemas.microsoft.com/office/drawing/2014/main" id="{30366C82-1E5F-43CF-AD14-DE02B06B6236}"/>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5361158" name="Rectangle: Rounded Corners 5361157">
            <a:extLst>
              <a:ext uri="{FF2B5EF4-FFF2-40B4-BE49-F238E27FC236}">
                <a16:creationId xmlns:a16="http://schemas.microsoft.com/office/drawing/2014/main" id="{B23F3A22-E726-47FA-A93F-8BE045938003}"/>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287749684" name="Rectangle 1287749683">
            <a:extLst>
              <a:ext uri="{FF2B5EF4-FFF2-40B4-BE49-F238E27FC236}">
                <a16:creationId xmlns:a16="http://schemas.microsoft.com/office/drawing/2014/main" id="{DB760863-32FA-44F8-9B29-AA8B1652B001}"/>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5788940" name="Straight Connector 75788939">
            <a:extLst>
              <a:ext uri="{FF2B5EF4-FFF2-40B4-BE49-F238E27FC236}">
                <a16:creationId xmlns:a16="http://schemas.microsoft.com/office/drawing/2014/main" id="{9923DE7C-B208-408B-A5A6-1E871466C65E}"/>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321816877" name="Rectangle: Rounded Corners 321816876">
            <a:extLst>
              <a:ext uri="{FF2B5EF4-FFF2-40B4-BE49-F238E27FC236}">
                <a16:creationId xmlns:a16="http://schemas.microsoft.com/office/drawing/2014/main" id="{E968FCCE-FFF3-42FA-A42D-35956609DF58}"/>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418740258" name="Rectangle 418740257">
            <a:extLst>
              <a:ext uri="{FF2B5EF4-FFF2-40B4-BE49-F238E27FC236}">
                <a16:creationId xmlns:a16="http://schemas.microsoft.com/office/drawing/2014/main" id="{4E9F02D9-6A4D-410B-87C6-0E1862346291}"/>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730717557" name="Straight Connector 730717556">
            <a:extLst>
              <a:ext uri="{FF2B5EF4-FFF2-40B4-BE49-F238E27FC236}">
                <a16:creationId xmlns:a16="http://schemas.microsoft.com/office/drawing/2014/main" id="{742EAB38-6212-45C9-BD7A-143AB8EB164B}"/>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403779117" name="Rectangle: Rounded Corners 403779116">
            <a:extLst>
              <a:ext uri="{FF2B5EF4-FFF2-40B4-BE49-F238E27FC236}">
                <a16:creationId xmlns:a16="http://schemas.microsoft.com/office/drawing/2014/main" id="{8FCA485D-9404-47EE-A9BA-2A274BA47960}"/>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944859034" name="Rectangle 944859033">
            <a:extLst>
              <a:ext uri="{FF2B5EF4-FFF2-40B4-BE49-F238E27FC236}">
                <a16:creationId xmlns:a16="http://schemas.microsoft.com/office/drawing/2014/main" id="{0617EFC7-2AFE-40AD-86DB-7F3CE7CCFB98}"/>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620100846" name="Rectangle 620100845">
            <a:extLst>
              <a:ext uri="{FF2B5EF4-FFF2-40B4-BE49-F238E27FC236}">
                <a16:creationId xmlns:a16="http://schemas.microsoft.com/office/drawing/2014/main" id="{00E0A2C1-7653-4E97-AC7F-762F0379A62B}"/>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053413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5353708" name="Rectangle 935271156">
            <a:extLst>
              <a:ext uri="{FF2B5EF4-FFF2-40B4-BE49-F238E27FC236}">
                <a16:creationId xmlns:a16="http://schemas.microsoft.com/office/drawing/2014/main" id="{91F998FC-2E7B-4145-A6DB-D9315AAE1AC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965748933" name="Rectangle 251777344">
            <a:extLst>
              <a:ext uri="{FF2B5EF4-FFF2-40B4-BE49-F238E27FC236}">
                <a16:creationId xmlns:a16="http://schemas.microsoft.com/office/drawing/2014/main" id="{4175A890-7C34-489D-987C-A37E2E086499}"/>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1146775505" name="Rectangle 1495975732">
            <a:extLst>
              <a:ext uri="{FF2B5EF4-FFF2-40B4-BE49-F238E27FC236}">
                <a16:creationId xmlns:a16="http://schemas.microsoft.com/office/drawing/2014/main" id="{5DB60FE3-2D5C-443D-A9B4-11C5BB579D0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37</a:t>
            </a:r>
          </a:p>
        </p:txBody>
      </p:sp>
      <p:sp>
        <p:nvSpPr>
          <p:cNvPr id="1832370407" name="Rectangle 1832370406">
            <a:extLst>
              <a:ext uri="{FF2B5EF4-FFF2-40B4-BE49-F238E27FC236}">
                <a16:creationId xmlns:a16="http://schemas.microsoft.com/office/drawing/2014/main" id="{EE703953-B024-4B6D-A3ED-09E25D000D14}"/>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p>
        </p:txBody>
      </p:sp>
      <p:sp>
        <p:nvSpPr>
          <p:cNvPr id="1297482731" name="Rectangle: Rounded Corners 1297482730">
            <a:extLst>
              <a:ext uri="{FF2B5EF4-FFF2-40B4-BE49-F238E27FC236}">
                <a16:creationId xmlns:a16="http://schemas.microsoft.com/office/drawing/2014/main" id="{B7536B28-B01D-4D2E-BA42-73366B0A2FB7}"/>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endParaRPr/>
          </a:p>
        </p:txBody>
      </p:sp>
      <p:sp>
        <p:nvSpPr>
          <p:cNvPr id="1200011165" name="Rectangle 1200011164">
            <a:extLst>
              <a:ext uri="{FF2B5EF4-FFF2-40B4-BE49-F238E27FC236}">
                <a16:creationId xmlns:a16="http://schemas.microsoft.com/office/drawing/2014/main" id="{CAD7115D-395C-49DD-95AA-1A5D66A67909}"/>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p>
        </p:txBody>
      </p:sp>
      <p:sp>
        <p:nvSpPr>
          <p:cNvPr id="442300351" name="Rectangle 442300350">
            <a:extLst>
              <a:ext uri="{FF2B5EF4-FFF2-40B4-BE49-F238E27FC236}">
                <a16:creationId xmlns:a16="http://schemas.microsoft.com/office/drawing/2014/main" id="{990FD773-6A2E-4090-9EC3-DC7C18CEB8D9}"/>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p>
        </p:txBody>
      </p:sp>
      <p:sp>
        <p:nvSpPr>
          <p:cNvPr id="708556131" name="Rectangle: Rounded Corners 708556130">
            <a:extLst>
              <a:ext uri="{FF2B5EF4-FFF2-40B4-BE49-F238E27FC236}">
                <a16:creationId xmlns:a16="http://schemas.microsoft.com/office/drawing/2014/main" id="{27A64182-C1C9-43D8-9E89-DD3AEB0C3324}"/>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00423534" name="Rectangle 100423533">
            <a:extLst>
              <a:ext uri="{FF2B5EF4-FFF2-40B4-BE49-F238E27FC236}">
                <a16:creationId xmlns:a16="http://schemas.microsoft.com/office/drawing/2014/main" id="{53066B0A-47CB-4E9C-BA09-8BD424B56273}"/>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47957590" name="Straight Connector 847957589">
            <a:extLst>
              <a:ext uri="{FF2B5EF4-FFF2-40B4-BE49-F238E27FC236}">
                <a16:creationId xmlns:a16="http://schemas.microsoft.com/office/drawing/2014/main" id="{D7C077E7-EDF7-4ECD-88E5-1219D90F2124}"/>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1044367557" name="Rectangle: Rounded Corners 1044367556">
            <a:extLst>
              <a:ext uri="{FF2B5EF4-FFF2-40B4-BE49-F238E27FC236}">
                <a16:creationId xmlns:a16="http://schemas.microsoft.com/office/drawing/2014/main" id="{1B22C922-8B80-4201-A818-67D6A9B05970}"/>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043684600" name="Rectangle 1043684599">
            <a:extLst>
              <a:ext uri="{FF2B5EF4-FFF2-40B4-BE49-F238E27FC236}">
                <a16:creationId xmlns:a16="http://schemas.microsoft.com/office/drawing/2014/main" id="{C82A2B2C-1F12-46DE-83B7-79AA61F1911D}"/>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339640359" name="Straight Connector 1339640358">
            <a:extLst>
              <a:ext uri="{FF2B5EF4-FFF2-40B4-BE49-F238E27FC236}">
                <a16:creationId xmlns:a16="http://schemas.microsoft.com/office/drawing/2014/main" id="{BDA5522B-E48F-4197-B502-1FC331535EE3}"/>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174751443" name="Rectangle: Rounded Corners 1174751442">
            <a:extLst>
              <a:ext uri="{FF2B5EF4-FFF2-40B4-BE49-F238E27FC236}">
                <a16:creationId xmlns:a16="http://schemas.microsoft.com/office/drawing/2014/main" id="{9E69951D-576D-434C-9FA1-CBB087D8C3E4}"/>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590160821" name="Rectangle 590160820">
            <a:extLst>
              <a:ext uri="{FF2B5EF4-FFF2-40B4-BE49-F238E27FC236}">
                <a16:creationId xmlns:a16="http://schemas.microsoft.com/office/drawing/2014/main" id="{F0814D54-082E-42F6-B273-62EE270D8C61}"/>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896514297" name="Straight Connector 1896514296">
            <a:extLst>
              <a:ext uri="{FF2B5EF4-FFF2-40B4-BE49-F238E27FC236}">
                <a16:creationId xmlns:a16="http://schemas.microsoft.com/office/drawing/2014/main" id="{B0D0AE0C-4043-489C-8133-18316E2007DA}"/>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1251191565" name="Rectangle: Rounded Corners 1251191564">
            <a:extLst>
              <a:ext uri="{FF2B5EF4-FFF2-40B4-BE49-F238E27FC236}">
                <a16:creationId xmlns:a16="http://schemas.microsoft.com/office/drawing/2014/main" id="{6D7DCA02-BF8E-477B-A694-2F5834543538}"/>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314015276" name="Rectangle 314015275">
            <a:extLst>
              <a:ext uri="{FF2B5EF4-FFF2-40B4-BE49-F238E27FC236}">
                <a16:creationId xmlns:a16="http://schemas.microsoft.com/office/drawing/2014/main" id="{131EF6C1-FB55-4E30-AFC6-DCE767155914}"/>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16038945" name="Straight Connector 1716038944">
            <a:extLst>
              <a:ext uri="{FF2B5EF4-FFF2-40B4-BE49-F238E27FC236}">
                <a16:creationId xmlns:a16="http://schemas.microsoft.com/office/drawing/2014/main" id="{EE7748A6-639A-44E4-8AC8-0BA8D8F3C667}"/>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82172498" name="Rectangle: Rounded Corners 82172497">
            <a:extLst>
              <a:ext uri="{FF2B5EF4-FFF2-40B4-BE49-F238E27FC236}">
                <a16:creationId xmlns:a16="http://schemas.microsoft.com/office/drawing/2014/main" id="{3DAAF233-4D7A-42DB-B9F1-B59E6B5D674C}"/>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567356554" name="Rectangle 1567356553">
            <a:extLst>
              <a:ext uri="{FF2B5EF4-FFF2-40B4-BE49-F238E27FC236}">
                <a16:creationId xmlns:a16="http://schemas.microsoft.com/office/drawing/2014/main" id="{4B2C2E9E-AA2F-406D-AF02-F387A9214ADE}"/>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438817860" name="Straight Connector 1438817859">
            <a:extLst>
              <a:ext uri="{FF2B5EF4-FFF2-40B4-BE49-F238E27FC236}">
                <a16:creationId xmlns:a16="http://schemas.microsoft.com/office/drawing/2014/main" id="{B3738221-1AD7-41F0-84E5-D5C682E3E887}"/>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311964683" name="Rectangle: Rounded Corners 311964682">
            <a:extLst>
              <a:ext uri="{FF2B5EF4-FFF2-40B4-BE49-F238E27FC236}">
                <a16:creationId xmlns:a16="http://schemas.microsoft.com/office/drawing/2014/main" id="{36F5A46C-4F72-4A6C-86D6-16FBEF0ED0D9}"/>
              </a:ext>
            </a:extLst>
          </p:cNvPr>
          <p:cNvSpPr>
            <a:spLocks noGrp="1"/>
          </p:cNvSpPr>
          <p:nvPr/>
        </p:nvSpPr>
        <p:spPr>
          <a:xfrm>
            <a:off x="6553200" y="4857750"/>
            <a:ext cx="876299" cy="438149"/>
          </a:xfrm>
          <a:prstGeom prst="roundRect">
            <a:avLst>
              <a:gd name="adj" fmla="val 26087"/>
            </a:avLst>
          </a:prstGeom>
          <a:solidFill>
            <a:srgbClr val="059669"/>
          </a:solidFill>
          <a:ln w="9525">
            <a:solidFill>
              <a:srgbClr val="059669"/>
            </a:solidFill>
            <a:prstDash val="solid"/>
          </a:ln>
        </p:spPr>
        <p:txBody>
          <a:bodyPr/>
          <a:lstStyle/>
          <a:p>
            <a:endParaRPr/>
          </a:p>
        </p:txBody>
      </p:sp>
      <p:sp>
        <p:nvSpPr>
          <p:cNvPr id="1398509590" name="Rectangle 1398509589">
            <a:extLst>
              <a:ext uri="{FF2B5EF4-FFF2-40B4-BE49-F238E27FC236}">
                <a16:creationId xmlns:a16="http://schemas.microsoft.com/office/drawing/2014/main" id="{919970A2-E61E-45DF-9091-6A5CEABF7110}"/>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172637881" name="Straight Connector 172637880">
            <a:extLst>
              <a:ext uri="{FF2B5EF4-FFF2-40B4-BE49-F238E27FC236}">
                <a16:creationId xmlns:a16="http://schemas.microsoft.com/office/drawing/2014/main" id="{A1A50721-AAC3-4E6C-8069-7FBC251C24B7}"/>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664865696" name="Rectangle: Rounded Corners 664865695">
            <a:extLst>
              <a:ext uri="{FF2B5EF4-FFF2-40B4-BE49-F238E27FC236}">
                <a16:creationId xmlns:a16="http://schemas.microsoft.com/office/drawing/2014/main" id="{C8AF6035-3113-4AC1-9B33-23BCF0E8FCFD}"/>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643263201" name="Rectangle 643263200">
            <a:extLst>
              <a:ext uri="{FF2B5EF4-FFF2-40B4-BE49-F238E27FC236}">
                <a16:creationId xmlns:a16="http://schemas.microsoft.com/office/drawing/2014/main" id="{5BB98582-861B-4BA9-BFA6-E57111FFB187}"/>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24461840" name="Straight Connector 124461839">
            <a:extLst>
              <a:ext uri="{FF2B5EF4-FFF2-40B4-BE49-F238E27FC236}">
                <a16:creationId xmlns:a16="http://schemas.microsoft.com/office/drawing/2014/main" id="{34DE3D26-D875-41AB-A15F-3109C0201B6A}"/>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1388074795" name="Rectangle: Rounded Corners 1388074794">
            <a:extLst>
              <a:ext uri="{FF2B5EF4-FFF2-40B4-BE49-F238E27FC236}">
                <a16:creationId xmlns:a16="http://schemas.microsoft.com/office/drawing/2014/main" id="{0EBB22E6-94AC-4327-8BD3-F7AB23AA1448}"/>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019969480" name="Rectangle 1019969479">
            <a:extLst>
              <a:ext uri="{FF2B5EF4-FFF2-40B4-BE49-F238E27FC236}">
                <a16:creationId xmlns:a16="http://schemas.microsoft.com/office/drawing/2014/main" id="{0E5416C2-6EE3-447C-BEE7-AE901E469A82}"/>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626513159" name="Straight Connector 626513158">
            <a:extLst>
              <a:ext uri="{FF2B5EF4-FFF2-40B4-BE49-F238E27FC236}">
                <a16:creationId xmlns:a16="http://schemas.microsoft.com/office/drawing/2014/main" id="{E36DA14B-CE67-4B90-BB9D-01A6BDD0EA8F}"/>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1348387770" name="Rectangle: Rounded Corners 1348387769">
            <a:extLst>
              <a:ext uri="{FF2B5EF4-FFF2-40B4-BE49-F238E27FC236}">
                <a16:creationId xmlns:a16="http://schemas.microsoft.com/office/drawing/2014/main" id="{01420748-AA05-491F-A699-24DC175EEEDA}"/>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272774207" name="Rectangle 1272774206">
            <a:extLst>
              <a:ext uri="{FF2B5EF4-FFF2-40B4-BE49-F238E27FC236}">
                <a16:creationId xmlns:a16="http://schemas.microsoft.com/office/drawing/2014/main" id="{6A4D698D-9C01-4687-9B72-E63CA95314EC}"/>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78171325" name="Rectangle 578171324">
            <a:extLst>
              <a:ext uri="{FF2B5EF4-FFF2-40B4-BE49-F238E27FC236}">
                <a16:creationId xmlns:a16="http://schemas.microsoft.com/office/drawing/2014/main" id="{9CC43416-7CB7-463E-8F9F-2DE472D0A4DE}"/>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294376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1085379" name="Rectangle 935271156">
            <a:extLst>
              <a:ext uri="{FF2B5EF4-FFF2-40B4-BE49-F238E27FC236}">
                <a16:creationId xmlns:a16="http://schemas.microsoft.com/office/drawing/2014/main" id="{F306A333-14EE-4E20-BE0E-BD5D4AC6BA6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940472532" name="Rectangle 251777344">
            <a:extLst>
              <a:ext uri="{FF2B5EF4-FFF2-40B4-BE49-F238E27FC236}">
                <a16:creationId xmlns:a16="http://schemas.microsoft.com/office/drawing/2014/main" id="{EFDD5299-BBE2-4A9D-9CCC-17C26351D2EA}"/>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1448675472" name="Rectangle 1495975732">
            <a:extLst>
              <a:ext uri="{FF2B5EF4-FFF2-40B4-BE49-F238E27FC236}">
                <a16:creationId xmlns:a16="http://schemas.microsoft.com/office/drawing/2014/main" id="{874681CD-7DB3-42D1-ABA2-DBD1755A3D7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38</a:t>
            </a:r>
          </a:p>
        </p:txBody>
      </p:sp>
      <p:sp>
        <p:nvSpPr>
          <p:cNvPr id="1424745272" name="Rectangle 1424745271">
            <a:extLst>
              <a:ext uri="{FF2B5EF4-FFF2-40B4-BE49-F238E27FC236}">
                <a16:creationId xmlns:a16="http://schemas.microsoft.com/office/drawing/2014/main" id="{EF392237-13C2-46E4-8211-802F3C4D99AA}"/>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p>
        </p:txBody>
      </p:sp>
      <p:sp>
        <p:nvSpPr>
          <p:cNvPr id="27431759" name="Rectangle: Rounded Corners 27431758">
            <a:extLst>
              <a:ext uri="{FF2B5EF4-FFF2-40B4-BE49-F238E27FC236}">
                <a16:creationId xmlns:a16="http://schemas.microsoft.com/office/drawing/2014/main" id="{BA9C45E3-D41D-41D5-99E7-8FB124B02DC1}"/>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endParaRPr/>
          </a:p>
        </p:txBody>
      </p:sp>
      <p:sp>
        <p:nvSpPr>
          <p:cNvPr id="491309083" name="Rectangle 491309082">
            <a:extLst>
              <a:ext uri="{FF2B5EF4-FFF2-40B4-BE49-F238E27FC236}">
                <a16:creationId xmlns:a16="http://schemas.microsoft.com/office/drawing/2014/main" id="{2EF7DDE2-CD9A-45C6-831E-1E9ACDD84AC6}"/>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p>
        </p:txBody>
      </p:sp>
      <p:sp>
        <p:nvSpPr>
          <p:cNvPr id="1243841632" name="Rectangle 1243841631">
            <a:extLst>
              <a:ext uri="{FF2B5EF4-FFF2-40B4-BE49-F238E27FC236}">
                <a16:creationId xmlns:a16="http://schemas.microsoft.com/office/drawing/2014/main" id="{AF9ABE13-AD0C-4D1F-8F44-9809B8C735DB}"/>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p>
        </p:txBody>
      </p:sp>
      <p:sp>
        <p:nvSpPr>
          <p:cNvPr id="87767122" name="Rectangle: Rounded Corners 87767121">
            <a:extLst>
              <a:ext uri="{FF2B5EF4-FFF2-40B4-BE49-F238E27FC236}">
                <a16:creationId xmlns:a16="http://schemas.microsoft.com/office/drawing/2014/main" id="{4176CD1F-A7B6-43FA-AA26-ECF5589B0ADE}"/>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297848101" name="Rectangle 297848100">
            <a:extLst>
              <a:ext uri="{FF2B5EF4-FFF2-40B4-BE49-F238E27FC236}">
                <a16:creationId xmlns:a16="http://schemas.microsoft.com/office/drawing/2014/main" id="{7E452AD5-BEE0-40CC-B6AF-2FCE1221AA91}"/>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517415220" name="Straight Connector 517415219">
            <a:extLst>
              <a:ext uri="{FF2B5EF4-FFF2-40B4-BE49-F238E27FC236}">
                <a16:creationId xmlns:a16="http://schemas.microsoft.com/office/drawing/2014/main" id="{F7BBB411-235F-4B94-ADA2-5698ED4DCCAD}"/>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1999558658" name="Rectangle: Rounded Corners 1999558657">
            <a:extLst>
              <a:ext uri="{FF2B5EF4-FFF2-40B4-BE49-F238E27FC236}">
                <a16:creationId xmlns:a16="http://schemas.microsoft.com/office/drawing/2014/main" id="{46024A98-A2EC-4A46-A1B6-403A56AE785F}"/>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628592007" name="Rectangle 1628592006">
            <a:extLst>
              <a:ext uri="{FF2B5EF4-FFF2-40B4-BE49-F238E27FC236}">
                <a16:creationId xmlns:a16="http://schemas.microsoft.com/office/drawing/2014/main" id="{27407633-F3FC-4203-980E-E1BF6476475F}"/>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626366938" name="Straight Connector 1626366937">
            <a:extLst>
              <a:ext uri="{FF2B5EF4-FFF2-40B4-BE49-F238E27FC236}">
                <a16:creationId xmlns:a16="http://schemas.microsoft.com/office/drawing/2014/main" id="{E0899469-BF45-4820-92F5-0D7F650E5DCE}"/>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349263432" name="Rectangle: Rounded Corners 1349263431">
            <a:extLst>
              <a:ext uri="{FF2B5EF4-FFF2-40B4-BE49-F238E27FC236}">
                <a16:creationId xmlns:a16="http://schemas.microsoft.com/office/drawing/2014/main" id="{A806873E-DCEB-4E2B-9AC7-64530B8BB9D9}"/>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489678666" name="Rectangle 1489678665">
            <a:extLst>
              <a:ext uri="{FF2B5EF4-FFF2-40B4-BE49-F238E27FC236}">
                <a16:creationId xmlns:a16="http://schemas.microsoft.com/office/drawing/2014/main" id="{0516F28F-C61B-405E-9B97-A46CF4B26E8E}"/>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117391913" name="Straight Connector 1117391912">
            <a:extLst>
              <a:ext uri="{FF2B5EF4-FFF2-40B4-BE49-F238E27FC236}">
                <a16:creationId xmlns:a16="http://schemas.microsoft.com/office/drawing/2014/main" id="{461F9292-B21B-4D8D-84C6-A1284348D009}"/>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2030421429" name="Rectangle: Rounded Corners 2030421428">
            <a:extLst>
              <a:ext uri="{FF2B5EF4-FFF2-40B4-BE49-F238E27FC236}">
                <a16:creationId xmlns:a16="http://schemas.microsoft.com/office/drawing/2014/main" id="{6AAE7834-F83F-481C-9FB1-2FC467887F0A}"/>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153048197" name="Rectangle 1153048196">
            <a:extLst>
              <a:ext uri="{FF2B5EF4-FFF2-40B4-BE49-F238E27FC236}">
                <a16:creationId xmlns:a16="http://schemas.microsoft.com/office/drawing/2014/main" id="{27A38B5C-BF53-472B-BBB7-306AD6EA7BB5}"/>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85798313" name="Straight Connector 185798312">
            <a:extLst>
              <a:ext uri="{FF2B5EF4-FFF2-40B4-BE49-F238E27FC236}">
                <a16:creationId xmlns:a16="http://schemas.microsoft.com/office/drawing/2014/main" id="{500AD956-7EB0-4C77-80EA-3AD676800FA0}"/>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1576514480" name="Rectangle: Rounded Corners 1576514479">
            <a:extLst>
              <a:ext uri="{FF2B5EF4-FFF2-40B4-BE49-F238E27FC236}">
                <a16:creationId xmlns:a16="http://schemas.microsoft.com/office/drawing/2014/main" id="{38D4E058-C0C6-44AC-80FC-5569FBEBAA32}"/>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2016774188" name="Rectangle 2016774187">
            <a:extLst>
              <a:ext uri="{FF2B5EF4-FFF2-40B4-BE49-F238E27FC236}">
                <a16:creationId xmlns:a16="http://schemas.microsoft.com/office/drawing/2014/main" id="{B27DB18A-E46D-4692-9C23-D88AE7B9779C}"/>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84365112" name="Straight Connector 1984365111">
            <a:extLst>
              <a:ext uri="{FF2B5EF4-FFF2-40B4-BE49-F238E27FC236}">
                <a16:creationId xmlns:a16="http://schemas.microsoft.com/office/drawing/2014/main" id="{011BAAE7-850B-4A28-8624-142B6B3D6A09}"/>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869054347" name="Rectangle: Rounded Corners 869054346">
            <a:extLst>
              <a:ext uri="{FF2B5EF4-FFF2-40B4-BE49-F238E27FC236}">
                <a16:creationId xmlns:a16="http://schemas.microsoft.com/office/drawing/2014/main" id="{3D7D4555-1123-4B53-ADF1-32AF460DF824}"/>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89843632" name="Rectangle 189843631">
            <a:extLst>
              <a:ext uri="{FF2B5EF4-FFF2-40B4-BE49-F238E27FC236}">
                <a16:creationId xmlns:a16="http://schemas.microsoft.com/office/drawing/2014/main" id="{38838917-B22D-4F35-9C3C-915D0A8DF556}"/>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29725029" name="Straight Connector 2029725028">
            <a:extLst>
              <a:ext uri="{FF2B5EF4-FFF2-40B4-BE49-F238E27FC236}">
                <a16:creationId xmlns:a16="http://schemas.microsoft.com/office/drawing/2014/main" id="{F99EA137-D60B-459F-93EA-4C4DC592DD87}"/>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396229295" name="Rectangle: Rounded Corners 396229294">
            <a:extLst>
              <a:ext uri="{FF2B5EF4-FFF2-40B4-BE49-F238E27FC236}">
                <a16:creationId xmlns:a16="http://schemas.microsoft.com/office/drawing/2014/main" id="{AFDF11C2-7427-4B12-8568-93988F1D9226}"/>
              </a:ext>
            </a:extLst>
          </p:cNvPr>
          <p:cNvSpPr>
            <a:spLocks noGrp="1"/>
          </p:cNvSpPr>
          <p:nvPr/>
        </p:nvSpPr>
        <p:spPr>
          <a:xfrm>
            <a:off x="7620000" y="4857750"/>
            <a:ext cx="876299" cy="438149"/>
          </a:xfrm>
          <a:prstGeom prst="roundRect">
            <a:avLst>
              <a:gd name="adj" fmla="val 26087"/>
            </a:avLst>
          </a:prstGeom>
          <a:solidFill>
            <a:srgbClr val="059669"/>
          </a:solidFill>
          <a:ln w="9525">
            <a:solidFill>
              <a:srgbClr val="059669"/>
            </a:solidFill>
            <a:prstDash val="solid"/>
          </a:ln>
        </p:spPr>
        <p:txBody>
          <a:bodyPr/>
          <a:lstStyle/>
          <a:p>
            <a:endParaRPr/>
          </a:p>
        </p:txBody>
      </p:sp>
      <p:sp>
        <p:nvSpPr>
          <p:cNvPr id="1914684956" name="Rectangle 1914684955">
            <a:extLst>
              <a:ext uri="{FF2B5EF4-FFF2-40B4-BE49-F238E27FC236}">
                <a16:creationId xmlns:a16="http://schemas.microsoft.com/office/drawing/2014/main" id="{6E523ECB-7758-4B18-A997-D8A5DC3F89D3}"/>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875512188" name="Straight Connector 875512187">
            <a:extLst>
              <a:ext uri="{FF2B5EF4-FFF2-40B4-BE49-F238E27FC236}">
                <a16:creationId xmlns:a16="http://schemas.microsoft.com/office/drawing/2014/main" id="{0F241B30-0F22-4F75-A437-CA5E1DB6C789}"/>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1677424929" name="Rectangle: Rounded Corners 1677424928">
            <a:extLst>
              <a:ext uri="{FF2B5EF4-FFF2-40B4-BE49-F238E27FC236}">
                <a16:creationId xmlns:a16="http://schemas.microsoft.com/office/drawing/2014/main" id="{241A1975-D938-4F7A-8222-4A07DA96E8B6}"/>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176625683" name="Rectangle 1176625682">
            <a:extLst>
              <a:ext uri="{FF2B5EF4-FFF2-40B4-BE49-F238E27FC236}">
                <a16:creationId xmlns:a16="http://schemas.microsoft.com/office/drawing/2014/main" id="{FF0CCEAB-6AA7-4126-802C-25F7D72888B7}"/>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842723331" name="Straight Connector 842723330">
            <a:extLst>
              <a:ext uri="{FF2B5EF4-FFF2-40B4-BE49-F238E27FC236}">
                <a16:creationId xmlns:a16="http://schemas.microsoft.com/office/drawing/2014/main" id="{D834EB37-A41A-46CE-A8B5-E74BF831E5A9}"/>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1153467285" name="Rectangle: Rounded Corners 1153467284">
            <a:extLst>
              <a:ext uri="{FF2B5EF4-FFF2-40B4-BE49-F238E27FC236}">
                <a16:creationId xmlns:a16="http://schemas.microsoft.com/office/drawing/2014/main" id="{C9852720-62C9-444B-8411-92599A02DCBE}"/>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811084732" name="Rectangle 811084731">
            <a:extLst>
              <a:ext uri="{FF2B5EF4-FFF2-40B4-BE49-F238E27FC236}">
                <a16:creationId xmlns:a16="http://schemas.microsoft.com/office/drawing/2014/main" id="{6D24C6EF-6F29-431F-B12D-DD398160D32D}"/>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770185302" name="Rectangle 1770185301">
            <a:extLst>
              <a:ext uri="{FF2B5EF4-FFF2-40B4-BE49-F238E27FC236}">
                <a16:creationId xmlns:a16="http://schemas.microsoft.com/office/drawing/2014/main" id="{83FEFE51-EC98-4908-B127-C4C598B7B9DE}"/>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779792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143689" name="Rectangle 935271156">
            <a:extLst>
              <a:ext uri="{FF2B5EF4-FFF2-40B4-BE49-F238E27FC236}">
                <a16:creationId xmlns:a16="http://schemas.microsoft.com/office/drawing/2014/main" id="{95D81BE2-B587-4351-A18D-C585049F6BE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1417064918" name="Rectangle 251777344">
            <a:extLst>
              <a:ext uri="{FF2B5EF4-FFF2-40B4-BE49-F238E27FC236}">
                <a16:creationId xmlns:a16="http://schemas.microsoft.com/office/drawing/2014/main" id="{EAF5D622-10C0-44D4-BB68-4D021213890E}"/>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94349507" name="Rectangle 1495975732">
            <a:extLst>
              <a:ext uri="{FF2B5EF4-FFF2-40B4-BE49-F238E27FC236}">
                <a16:creationId xmlns:a16="http://schemas.microsoft.com/office/drawing/2014/main" id="{07AF449D-86F3-488C-84ED-94D4B423137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39</a:t>
            </a:r>
          </a:p>
        </p:txBody>
      </p:sp>
      <p:sp>
        <p:nvSpPr>
          <p:cNvPr id="1880099825" name="Rectangle 1880099824">
            <a:extLst>
              <a:ext uri="{FF2B5EF4-FFF2-40B4-BE49-F238E27FC236}">
                <a16:creationId xmlns:a16="http://schemas.microsoft.com/office/drawing/2014/main" id="{BA08A7B4-B099-4DC9-854A-3D27006B23E0}"/>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p>
        </p:txBody>
      </p:sp>
      <p:sp>
        <p:nvSpPr>
          <p:cNvPr id="1687046558" name="Rectangle: Rounded Corners 1687046557">
            <a:extLst>
              <a:ext uri="{FF2B5EF4-FFF2-40B4-BE49-F238E27FC236}">
                <a16:creationId xmlns:a16="http://schemas.microsoft.com/office/drawing/2014/main" id="{CDAA8103-8809-46C1-9D3E-22973DE2F093}"/>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D97706"/>
            </a:solidFill>
            <a:prstDash val="solid"/>
          </a:ln>
        </p:spPr>
        <p:txBody>
          <a:bodyPr/>
          <a:lstStyle/>
          <a:p>
            <a:endParaRPr/>
          </a:p>
        </p:txBody>
      </p:sp>
      <p:sp>
        <p:nvSpPr>
          <p:cNvPr id="1700787282" name="Rectangle 1700787281">
            <a:extLst>
              <a:ext uri="{FF2B5EF4-FFF2-40B4-BE49-F238E27FC236}">
                <a16:creationId xmlns:a16="http://schemas.microsoft.com/office/drawing/2014/main" id="{5C4E2B05-66BE-4C12-8FF6-BC76B5839AA7}"/>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p>
        </p:txBody>
      </p:sp>
      <p:sp>
        <p:nvSpPr>
          <p:cNvPr id="1455969293" name="Rectangle 1455969292">
            <a:extLst>
              <a:ext uri="{FF2B5EF4-FFF2-40B4-BE49-F238E27FC236}">
                <a16:creationId xmlns:a16="http://schemas.microsoft.com/office/drawing/2014/main" id="{C3331523-7131-4790-9B88-1D29D6BBFB1D}"/>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p>
        </p:txBody>
      </p:sp>
      <p:sp>
        <p:nvSpPr>
          <p:cNvPr id="648015229" name="Rectangle: Rounded Corners 648015228">
            <a:extLst>
              <a:ext uri="{FF2B5EF4-FFF2-40B4-BE49-F238E27FC236}">
                <a16:creationId xmlns:a16="http://schemas.microsoft.com/office/drawing/2014/main" id="{8C8F2C3E-86F1-46F7-AA0D-BB29ECAD5335}"/>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798625460" name="Rectangle 1798625459">
            <a:extLst>
              <a:ext uri="{FF2B5EF4-FFF2-40B4-BE49-F238E27FC236}">
                <a16:creationId xmlns:a16="http://schemas.microsoft.com/office/drawing/2014/main" id="{95AD13B0-FFC0-489C-85BF-0CBD7B9623FB}"/>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5389354" name="Straight Connector 85389353">
            <a:extLst>
              <a:ext uri="{FF2B5EF4-FFF2-40B4-BE49-F238E27FC236}">
                <a16:creationId xmlns:a16="http://schemas.microsoft.com/office/drawing/2014/main" id="{58421B5C-03EB-4972-9B87-308E7F66073A}"/>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361100455" name="Rectangle: Rounded Corners 361100454">
            <a:extLst>
              <a:ext uri="{FF2B5EF4-FFF2-40B4-BE49-F238E27FC236}">
                <a16:creationId xmlns:a16="http://schemas.microsoft.com/office/drawing/2014/main" id="{FE266D5E-EDF2-4728-AE1E-C395D78D7732}"/>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789123922" name="Rectangle 789123921">
            <a:extLst>
              <a:ext uri="{FF2B5EF4-FFF2-40B4-BE49-F238E27FC236}">
                <a16:creationId xmlns:a16="http://schemas.microsoft.com/office/drawing/2014/main" id="{07A61B3C-6B15-4F10-B67D-BCAFD12E7AE4}"/>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15909229" name="Straight Connector 2015909228">
            <a:extLst>
              <a:ext uri="{FF2B5EF4-FFF2-40B4-BE49-F238E27FC236}">
                <a16:creationId xmlns:a16="http://schemas.microsoft.com/office/drawing/2014/main" id="{54C8BD07-BF19-4101-9DA2-3A6F77AED427}"/>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42575114" name="Rectangle: Rounded Corners 142575113">
            <a:extLst>
              <a:ext uri="{FF2B5EF4-FFF2-40B4-BE49-F238E27FC236}">
                <a16:creationId xmlns:a16="http://schemas.microsoft.com/office/drawing/2014/main" id="{FDD52E3B-F960-4810-9F07-50E33296A541}"/>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004461930" name="Rectangle 1004461929">
            <a:extLst>
              <a:ext uri="{FF2B5EF4-FFF2-40B4-BE49-F238E27FC236}">
                <a16:creationId xmlns:a16="http://schemas.microsoft.com/office/drawing/2014/main" id="{FD06AF32-FD5D-4D59-8175-71275388DF6B}"/>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465333175" name="Straight Connector 1465333174">
            <a:extLst>
              <a:ext uri="{FF2B5EF4-FFF2-40B4-BE49-F238E27FC236}">
                <a16:creationId xmlns:a16="http://schemas.microsoft.com/office/drawing/2014/main" id="{42AD3C5F-F9F3-47FD-B754-2C4F8BAAEC29}"/>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1389563849" name="Rectangle: Rounded Corners 1389563848">
            <a:extLst>
              <a:ext uri="{FF2B5EF4-FFF2-40B4-BE49-F238E27FC236}">
                <a16:creationId xmlns:a16="http://schemas.microsoft.com/office/drawing/2014/main" id="{F3A763B2-910F-4BD5-B0CC-E03649E95854}"/>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2146563266" name="Rectangle 2146563265">
            <a:extLst>
              <a:ext uri="{FF2B5EF4-FFF2-40B4-BE49-F238E27FC236}">
                <a16:creationId xmlns:a16="http://schemas.microsoft.com/office/drawing/2014/main" id="{845DF070-336E-4D79-8A9D-7F2DE48E4AF6}"/>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42930672" name="Straight Connector 1742930671">
            <a:extLst>
              <a:ext uri="{FF2B5EF4-FFF2-40B4-BE49-F238E27FC236}">
                <a16:creationId xmlns:a16="http://schemas.microsoft.com/office/drawing/2014/main" id="{954E533A-D1BD-43DB-9700-2B4A0B58C5BC}"/>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1443619557" name="Rectangle: Rounded Corners 1443619556">
            <a:extLst>
              <a:ext uri="{FF2B5EF4-FFF2-40B4-BE49-F238E27FC236}">
                <a16:creationId xmlns:a16="http://schemas.microsoft.com/office/drawing/2014/main" id="{8BD60542-E1CA-4B32-9B51-EA5B0D3C3F70}"/>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172166203" name="Rectangle 1172166202">
            <a:extLst>
              <a:ext uri="{FF2B5EF4-FFF2-40B4-BE49-F238E27FC236}">
                <a16:creationId xmlns:a16="http://schemas.microsoft.com/office/drawing/2014/main" id="{F4FEB6FC-B0C6-43E3-B106-16210B3CDB30}"/>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47922109" name="Straight Connector 47922108">
            <a:extLst>
              <a:ext uri="{FF2B5EF4-FFF2-40B4-BE49-F238E27FC236}">
                <a16:creationId xmlns:a16="http://schemas.microsoft.com/office/drawing/2014/main" id="{071B860F-7E7D-4C57-9CA4-69F8EB7B577D}"/>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1140412521" name="Rectangle: Rounded Corners 1140412520">
            <a:extLst>
              <a:ext uri="{FF2B5EF4-FFF2-40B4-BE49-F238E27FC236}">
                <a16:creationId xmlns:a16="http://schemas.microsoft.com/office/drawing/2014/main" id="{B0255E18-96F2-4328-8589-787ED74C8DAE}"/>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661576087" name="Rectangle 1661576086">
            <a:extLst>
              <a:ext uri="{FF2B5EF4-FFF2-40B4-BE49-F238E27FC236}">
                <a16:creationId xmlns:a16="http://schemas.microsoft.com/office/drawing/2014/main" id="{4BB711ED-E486-4B2F-88CB-CCB33FBB9B64}"/>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991870029" name="Straight Connector 1991870028">
            <a:extLst>
              <a:ext uri="{FF2B5EF4-FFF2-40B4-BE49-F238E27FC236}">
                <a16:creationId xmlns:a16="http://schemas.microsoft.com/office/drawing/2014/main" id="{A6CF1E8A-907F-4960-87F4-AEA4493CBB60}"/>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756683" name="Rectangle: Rounded Corners 756682">
            <a:extLst>
              <a:ext uri="{FF2B5EF4-FFF2-40B4-BE49-F238E27FC236}">
                <a16:creationId xmlns:a16="http://schemas.microsoft.com/office/drawing/2014/main" id="{0D0E31E1-87A3-4EE5-90DE-A0AD1E5C319E}"/>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360266165" name="Rectangle 1360266164">
            <a:extLst>
              <a:ext uri="{FF2B5EF4-FFF2-40B4-BE49-F238E27FC236}">
                <a16:creationId xmlns:a16="http://schemas.microsoft.com/office/drawing/2014/main" id="{418804D3-07B8-42AF-964A-D163E2B19077}"/>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466953927" name="Straight Connector 1466953926">
            <a:extLst>
              <a:ext uri="{FF2B5EF4-FFF2-40B4-BE49-F238E27FC236}">
                <a16:creationId xmlns:a16="http://schemas.microsoft.com/office/drawing/2014/main" id="{2A5725D6-1463-401B-BFC4-58AAC86A9B1A}"/>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188622405" name="Rectangle: Rounded Corners 188622404">
            <a:extLst>
              <a:ext uri="{FF2B5EF4-FFF2-40B4-BE49-F238E27FC236}">
                <a16:creationId xmlns:a16="http://schemas.microsoft.com/office/drawing/2014/main" id="{467CA493-D187-4F09-9987-24E7A9896E26}"/>
              </a:ext>
            </a:extLst>
          </p:cNvPr>
          <p:cNvSpPr>
            <a:spLocks noGrp="1"/>
          </p:cNvSpPr>
          <p:nvPr/>
        </p:nvSpPr>
        <p:spPr>
          <a:xfrm>
            <a:off x="8686800" y="4857750"/>
            <a:ext cx="876299" cy="438149"/>
          </a:xfrm>
          <a:prstGeom prst="roundRect">
            <a:avLst>
              <a:gd name="adj" fmla="val 26087"/>
            </a:avLst>
          </a:prstGeom>
          <a:solidFill>
            <a:srgbClr val="D97706"/>
          </a:solidFill>
          <a:ln w="9525">
            <a:solidFill>
              <a:srgbClr val="D97706"/>
            </a:solidFill>
            <a:prstDash val="solid"/>
          </a:ln>
        </p:spPr>
        <p:txBody>
          <a:bodyPr/>
          <a:lstStyle/>
          <a:p>
            <a:endParaRPr/>
          </a:p>
        </p:txBody>
      </p:sp>
      <p:sp>
        <p:nvSpPr>
          <p:cNvPr id="358130834" name="Rectangle 358130833">
            <a:extLst>
              <a:ext uri="{FF2B5EF4-FFF2-40B4-BE49-F238E27FC236}">
                <a16:creationId xmlns:a16="http://schemas.microsoft.com/office/drawing/2014/main" id="{8C051A97-CBD3-423F-A0C6-E07DB68F164E}"/>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1064198226" name="Straight Connector 1064198225">
            <a:extLst>
              <a:ext uri="{FF2B5EF4-FFF2-40B4-BE49-F238E27FC236}">
                <a16:creationId xmlns:a16="http://schemas.microsoft.com/office/drawing/2014/main" id="{7BBD0F96-2BFC-4735-84E2-90AD3D400097}"/>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1706007459" name="Rectangle: Rounded Corners 1706007458">
            <a:extLst>
              <a:ext uri="{FF2B5EF4-FFF2-40B4-BE49-F238E27FC236}">
                <a16:creationId xmlns:a16="http://schemas.microsoft.com/office/drawing/2014/main" id="{FEE2AE54-C2E2-40B2-9DD0-D6D8A9D68FED}"/>
              </a:ext>
            </a:extLst>
          </p:cNvPr>
          <p:cNvSpPr>
            <a:spLocks noGrp="1"/>
          </p:cNvSpPr>
          <p:nvPr/>
        </p:nvSpPr>
        <p:spPr>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535018739" name="Rectangle 535018738">
            <a:extLst>
              <a:ext uri="{FF2B5EF4-FFF2-40B4-BE49-F238E27FC236}">
                <a16:creationId xmlns:a16="http://schemas.microsoft.com/office/drawing/2014/main" id="{59D54333-960A-4640-A08B-2866CB474441}"/>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31362831" name="Rectangle 531362830">
            <a:extLst>
              <a:ext uri="{FF2B5EF4-FFF2-40B4-BE49-F238E27FC236}">
                <a16:creationId xmlns:a16="http://schemas.microsoft.com/office/drawing/2014/main" id="{42339CC5-F484-4FB9-BF0D-F854C0B3B4AA}"/>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823079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4277080" name="Rectangle 935271156">
            <a:extLst>
              <a:ext uri="{FF2B5EF4-FFF2-40B4-BE49-F238E27FC236}">
                <a16:creationId xmlns:a16="http://schemas.microsoft.com/office/drawing/2014/main" id="{5F1FD564-B89A-49D7-9F87-D084FB0132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318421370" name="Rectangle 251777344">
            <a:extLst>
              <a:ext uri="{FF2B5EF4-FFF2-40B4-BE49-F238E27FC236}">
                <a16:creationId xmlns:a16="http://schemas.microsoft.com/office/drawing/2014/main" id="{1764DCBE-058A-4287-B5FB-3BCDF1FA2455}"/>
              </a:ext>
            </a:extLst>
          </p:cNvPr>
          <p:cNvSpPr>
            <a:spLocks noGrp="1"/>
          </p:cNvSpPr>
          <p:nvPr/>
        </p:nvSpPr>
        <p:spPr>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14874777" name="Rectangle 1495975732">
            <a:extLst>
              <a:ext uri="{FF2B5EF4-FFF2-40B4-BE49-F238E27FC236}">
                <a16:creationId xmlns:a16="http://schemas.microsoft.com/office/drawing/2014/main" id="{4DF90038-AC68-4004-AB51-963D9606B57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40</a:t>
            </a:r>
          </a:p>
        </p:txBody>
      </p:sp>
      <p:sp>
        <p:nvSpPr>
          <p:cNvPr id="2053569447" name="Rectangle 2053569446">
            <a:extLst>
              <a:ext uri="{FF2B5EF4-FFF2-40B4-BE49-F238E27FC236}">
                <a16:creationId xmlns:a16="http://schemas.microsoft.com/office/drawing/2014/main" id="{13A77033-F823-4481-AC41-4CB31E09195D}"/>
              </a:ext>
            </a:extLst>
          </p:cNvPr>
          <p:cNvSpPr>
            <a:spLocks noGrp="1"/>
          </p:cNvSpPr>
          <p:nvPr/>
        </p:nvSpPr>
        <p:spPr>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p>
        </p:txBody>
      </p:sp>
      <p:sp>
        <p:nvSpPr>
          <p:cNvPr id="2093550815" name="Rectangle: Rounded Corners 2093550814">
            <a:extLst>
              <a:ext uri="{FF2B5EF4-FFF2-40B4-BE49-F238E27FC236}">
                <a16:creationId xmlns:a16="http://schemas.microsoft.com/office/drawing/2014/main" id="{97E61F79-93D5-495D-ADEF-4A352F2D61DD}"/>
              </a:ext>
            </a:extLst>
          </p:cNvPr>
          <p:cNvSpPr>
            <a:spLocks noGrp="1"/>
          </p:cNvSpPr>
          <p:nvPr/>
        </p:nvSpPr>
        <p:spPr>
          <a:xfrm>
            <a:off x="1619250" y="2381250"/>
            <a:ext cx="8953500" cy="1428750"/>
          </a:xfrm>
          <a:prstGeom prst="roundRect">
            <a:avLst>
              <a:gd name="adj" fmla="val 8000"/>
            </a:avLst>
          </a:prstGeom>
          <a:solidFill>
            <a:srgbClr val="F8FAFC"/>
          </a:solidFill>
          <a:ln w="9525">
            <a:solidFill>
              <a:srgbClr val="D97706"/>
            </a:solidFill>
            <a:prstDash val="solid"/>
          </a:ln>
        </p:spPr>
        <p:txBody>
          <a:bodyPr/>
          <a:lstStyle/>
          <a:p>
            <a:endParaRPr/>
          </a:p>
        </p:txBody>
      </p:sp>
      <p:sp>
        <p:nvSpPr>
          <p:cNvPr id="1093967431" name="Rectangle 1093967430">
            <a:extLst>
              <a:ext uri="{FF2B5EF4-FFF2-40B4-BE49-F238E27FC236}">
                <a16:creationId xmlns:a16="http://schemas.microsoft.com/office/drawing/2014/main" id="{00749653-B049-43D7-BDB5-87B05DEA727E}"/>
              </a:ext>
            </a:extLst>
          </p:cNvPr>
          <p:cNvSpPr>
            <a:spLocks noGrp="1"/>
          </p:cNvSpPr>
          <p:nvPr/>
        </p:nvSpPr>
        <p:spPr>
          <a:xfrm>
            <a:off x="1952625" y="2686050"/>
            <a:ext cx="8286750" cy="666750"/>
          </a:xfrm>
          <a:prstGeom prst="rect">
            <a:avLst/>
          </a:prstGeom>
          <a:noFill/>
          <a:ln w="0">
            <a:noFill/>
            <a:prstDash val="solid"/>
          </a:ln>
        </p:spPr>
        <p:txBody>
          <a:bodyPr anchor="ctr"/>
          <a:lstStyle/>
          <a:p>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p>
        </p:txBody>
      </p:sp>
      <p:sp>
        <p:nvSpPr>
          <p:cNvPr id="135366074" name="Rectangle 135366073">
            <a:extLst>
              <a:ext uri="{FF2B5EF4-FFF2-40B4-BE49-F238E27FC236}">
                <a16:creationId xmlns:a16="http://schemas.microsoft.com/office/drawing/2014/main" id="{5FDF6605-D8A9-4C17-8972-7C3DE288DB9E}"/>
              </a:ext>
            </a:extLst>
          </p:cNvPr>
          <p:cNvSpPr>
            <a:spLocks noGrp="1"/>
          </p:cNvSpPr>
          <p:nvPr/>
        </p:nvSpPr>
        <p:spPr>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p>
        </p:txBody>
      </p:sp>
      <p:sp>
        <p:nvSpPr>
          <p:cNvPr id="1039537941" name="Rectangle: Rounded Corners 1039537940">
            <a:extLst>
              <a:ext uri="{FF2B5EF4-FFF2-40B4-BE49-F238E27FC236}">
                <a16:creationId xmlns:a16="http://schemas.microsoft.com/office/drawing/2014/main" id="{9667B1EC-A6F7-4656-B165-C27012361A09}"/>
              </a:ext>
            </a:extLst>
          </p:cNvPr>
          <p:cNvSpPr>
            <a:spLocks noGrp="1"/>
          </p:cNvSpPr>
          <p:nvPr/>
        </p:nvSpPr>
        <p:spPr>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828131139" name="Rectangle 1828131138">
            <a:extLst>
              <a:ext uri="{FF2B5EF4-FFF2-40B4-BE49-F238E27FC236}">
                <a16:creationId xmlns:a16="http://schemas.microsoft.com/office/drawing/2014/main" id="{EDC435B3-164B-4A0B-B977-B769BE66B496}"/>
              </a:ext>
            </a:extLst>
          </p:cNvPr>
          <p:cNvSpPr>
            <a:spLocks noGrp="1"/>
          </p:cNvSpPr>
          <p:nvPr/>
        </p:nvSpPr>
        <p:spPr>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845023769" name="Straight Connector 1845023768">
            <a:extLst>
              <a:ext uri="{FF2B5EF4-FFF2-40B4-BE49-F238E27FC236}">
                <a16:creationId xmlns:a16="http://schemas.microsoft.com/office/drawing/2014/main" id="{7D3F94F0-D806-4D2F-9AD5-5F6419BAFF68}"/>
              </a:ext>
            </a:extLst>
          </p:cNvPr>
          <p:cNvSpPr>
            <a:spLocks noGrp="1"/>
          </p:cNvSpPr>
          <p:nvPr/>
        </p:nvSpPr>
        <p:spPr>
          <a:xfrm>
            <a:off x="2095500" y="5076825"/>
            <a:ext cx="190500" cy="0"/>
          </a:xfrm>
          <a:prstGeom prst="line">
            <a:avLst/>
          </a:prstGeom>
          <a:ln w="9525">
            <a:solidFill>
              <a:srgbClr val="CBD5E1"/>
            </a:solidFill>
            <a:prstDash val="solid"/>
          </a:ln>
        </p:spPr>
        <p:txBody>
          <a:bodyPr/>
          <a:lstStyle/>
          <a:p>
            <a:endParaRPr/>
          </a:p>
        </p:txBody>
      </p:sp>
      <p:sp>
        <p:nvSpPr>
          <p:cNvPr id="1303166909" name="Rectangle: Rounded Corners 1303166908">
            <a:extLst>
              <a:ext uri="{FF2B5EF4-FFF2-40B4-BE49-F238E27FC236}">
                <a16:creationId xmlns:a16="http://schemas.microsoft.com/office/drawing/2014/main" id="{32758B58-A521-4BBF-8AF0-8B9B480DE5D9}"/>
              </a:ext>
            </a:extLst>
          </p:cNvPr>
          <p:cNvSpPr>
            <a:spLocks noGrp="1"/>
          </p:cNvSpPr>
          <p:nvPr/>
        </p:nvSpPr>
        <p:spPr>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724551333" name="Rectangle 724551332">
            <a:extLst>
              <a:ext uri="{FF2B5EF4-FFF2-40B4-BE49-F238E27FC236}">
                <a16:creationId xmlns:a16="http://schemas.microsoft.com/office/drawing/2014/main" id="{11D52751-8B65-47D9-8F5C-CF5BE1C8AAB5}"/>
              </a:ext>
            </a:extLst>
          </p:cNvPr>
          <p:cNvSpPr>
            <a:spLocks noGrp="1"/>
          </p:cNvSpPr>
          <p:nvPr/>
        </p:nvSpPr>
        <p:spPr>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97604631" name="Straight Connector 197604630">
            <a:extLst>
              <a:ext uri="{FF2B5EF4-FFF2-40B4-BE49-F238E27FC236}">
                <a16:creationId xmlns:a16="http://schemas.microsoft.com/office/drawing/2014/main" id="{50498957-3E0C-4DE4-9945-79389BD1700A}"/>
              </a:ext>
            </a:extLst>
          </p:cNvPr>
          <p:cNvSpPr>
            <a:spLocks noGrp="1"/>
          </p:cNvSpPr>
          <p:nvPr/>
        </p:nvSpPr>
        <p:spPr>
          <a:xfrm>
            <a:off x="3162300" y="5076825"/>
            <a:ext cx="190500" cy="0"/>
          </a:xfrm>
          <a:prstGeom prst="line">
            <a:avLst/>
          </a:prstGeom>
          <a:ln w="9525">
            <a:solidFill>
              <a:srgbClr val="CBD5E1"/>
            </a:solidFill>
            <a:prstDash val="solid"/>
          </a:ln>
        </p:spPr>
        <p:txBody>
          <a:bodyPr/>
          <a:lstStyle/>
          <a:p>
            <a:endParaRPr/>
          </a:p>
        </p:txBody>
      </p:sp>
      <p:sp>
        <p:nvSpPr>
          <p:cNvPr id="1670026603" name="Rectangle: Rounded Corners 1670026602">
            <a:extLst>
              <a:ext uri="{FF2B5EF4-FFF2-40B4-BE49-F238E27FC236}">
                <a16:creationId xmlns:a16="http://schemas.microsoft.com/office/drawing/2014/main" id="{E5F090BB-7934-44B8-B412-79B7141E3113}"/>
              </a:ext>
            </a:extLst>
          </p:cNvPr>
          <p:cNvSpPr>
            <a:spLocks noGrp="1"/>
          </p:cNvSpPr>
          <p:nvPr/>
        </p:nvSpPr>
        <p:spPr>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76571171" name="Rectangle 76571170">
            <a:extLst>
              <a:ext uri="{FF2B5EF4-FFF2-40B4-BE49-F238E27FC236}">
                <a16:creationId xmlns:a16="http://schemas.microsoft.com/office/drawing/2014/main" id="{086CB867-89D3-4BFA-83AD-A9710694B4DF}"/>
              </a:ext>
            </a:extLst>
          </p:cNvPr>
          <p:cNvSpPr>
            <a:spLocks noGrp="1"/>
          </p:cNvSpPr>
          <p:nvPr/>
        </p:nvSpPr>
        <p:spPr>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81515369" name="Straight Connector 81515368">
            <a:extLst>
              <a:ext uri="{FF2B5EF4-FFF2-40B4-BE49-F238E27FC236}">
                <a16:creationId xmlns:a16="http://schemas.microsoft.com/office/drawing/2014/main" id="{96CCD114-DAA1-4740-B2B1-E0652B684CC0}"/>
              </a:ext>
            </a:extLst>
          </p:cNvPr>
          <p:cNvSpPr>
            <a:spLocks noGrp="1"/>
          </p:cNvSpPr>
          <p:nvPr/>
        </p:nvSpPr>
        <p:spPr>
          <a:xfrm>
            <a:off x="4229100" y="5076825"/>
            <a:ext cx="190500" cy="0"/>
          </a:xfrm>
          <a:prstGeom prst="line">
            <a:avLst/>
          </a:prstGeom>
          <a:ln w="9525">
            <a:solidFill>
              <a:srgbClr val="CBD5E1"/>
            </a:solidFill>
            <a:prstDash val="solid"/>
          </a:ln>
        </p:spPr>
        <p:txBody>
          <a:bodyPr/>
          <a:lstStyle/>
          <a:p>
            <a:endParaRPr/>
          </a:p>
        </p:txBody>
      </p:sp>
      <p:sp>
        <p:nvSpPr>
          <p:cNvPr id="1561005204" name="Rectangle: Rounded Corners 1561005203">
            <a:extLst>
              <a:ext uri="{FF2B5EF4-FFF2-40B4-BE49-F238E27FC236}">
                <a16:creationId xmlns:a16="http://schemas.microsoft.com/office/drawing/2014/main" id="{79754137-69DF-45DC-BC4E-8AF20314CDE4}"/>
              </a:ext>
            </a:extLst>
          </p:cNvPr>
          <p:cNvSpPr>
            <a:spLocks noGrp="1"/>
          </p:cNvSpPr>
          <p:nvPr/>
        </p:nvSpPr>
        <p:spPr>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508218616" name="Rectangle 508218615">
            <a:extLst>
              <a:ext uri="{FF2B5EF4-FFF2-40B4-BE49-F238E27FC236}">
                <a16:creationId xmlns:a16="http://schemas.microsoft.com/office/drawing/2014/main" id="{F7F05E34-8F0D-4859-99D9-16FA91382ED2}"/>
              </a:ext>
            </a:extLst>
          </p:cNvPr>
          <p:cNvSpPr>
            <a:spLocks noGrp="1"/>
          </p:cNvSpPr>
          <p:nvPr/>
        </p:nvSpPr>
        <p:spPr>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674230049" name="Straight Connector 674230048">
            <a:extLst>
              <a:ext uri="{FF2B5EF4-FFF2-40B4-BE49-F238E27FC236}">
                <a16:creationId xmlns:a16="http://schemas.microsoft.com/office/drawing/2014/main" id="{03DBBBD6-0CF9-459E-BE65-39AA49EDD1CD}"/>
              </a:ext>
            </a:extLst>
          </p:cNvPr>
          <p:cNvSpPr>
            <a:spLocks noGrp="1"/>
          </p:cNvSpPr>
          <p:nvPr/>
        </p:nvSpPr>
        <p:spPr>
          <a:xfrm>
            <a:off x="5295899" y="5076825"/>
            <a:ext cx="190500" cy="0"/>
          </a:xfrm>
          <a:prstGeom prst="line">
            <a:avLst/>
          </a:prstGeom>
          <a:ln w="9525">
            <a:solidFill>
              <a:srgbClr val="CBD5E1"/>
            </a:solidFill>
            <a:prstDash val="solid"/>
          </a:ln>
        </p:spPr>
        <p:txBody>
          <a:bodyPr/>
          <a:lstStyle/>
          <a:p>
            <a:endParaRPr/>
          </a:p>
        </p:txBody>
      </p:sp>
      <p:sp>
        <p:nvSpPr>
          <p:cNvPr id="955373585" name="Rectangle: Rounded Corners 955373584">
            <a:extLst>
              <a:ext uri="{FF2B5EF4-FFF2-40B4-BE49-F238E27FC236}">
                <a16:creationId xmlns:a16="http://schemas.microsoft.com/office/drawing/2014/main" id="{6D75DD56-24D7-4AA1-B0F7-F59DA0F48A7C}"/>
              </a:ext>
            </a:extLst>
          </p:cNvPr>
          <p:cNvSpPr>
            <a:spLocks noGrp="1"/>
          </p:cNvSpPr>
          <p:nvPr/>
        </p:nvSpPr>
        <p:spPr>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554375256" name="Rectangle 554375255">
            <a:extLst>
              <a:ext uri="{FF2B5EF4-FFF2-40B4-BE49-F238E27FC236}">
                <a16:creationId xmlns:a16="http://schemas.microsoft.com/office/drawing/2014/main" id="{F2DAB895-D1D6-4B13-BCE2-BB2DAE0087AD}"/>
              </a:ext>
            </a:extLst>
          </p:cNvPr>
          <p:cNvSpPr>
            <a:spLocks noGrp="1"/>
          </p:cNvSpPr>
          <p:nvPr/>
        </p:nvSpPr>
        <p:spPr>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38108989" name="Straight Connector 1938108988">
            <a:extLst>
              <a:ext uri="{FF2B5EF4-FFF2-40B4-BE49-F238E27FC236}">
                <a16:creationId xmlns:a16="http://schemas.microsoft.com/office/drawing/2014/main" id="{FC7B7056-1A9D-449A-85CE-2336A87087A1}"/>
              </a:ext>
            </a:extLst>
          </p:cNvPr>
          <p:cNvSpPr>
            <a:spLocks noGrp="1"/>
          </p:cNvSpPr>
          <p:nvPr/>
        </p:nvSpPr>
        <p:spPr>
          <a:xfrm>
            <a:off x="6362700" y="5076825"/>
            <a:ext cx="190500" cy="0"/>
          </a:xfrm>
          <a:prstGeom prst="line">
            <a:avLst/>
          </a:prstGeom>
          <a:ln w="9525">
            <a:solidFill>
              <a:srgbClr val="CBD5E1"/>
            </a:solidFill>
            <a:prstDash val="solid"/>
          </a:ln>
        </p:spPr>
        <p:txBody>
          <a:bodyPr/>
          <a:lstStyle/>
          <a:p>
            <a:endParaRPr/>
          </a:p>
        </p:txBody>
      </p:sp>
      <p:sp>
        <p:nvSpPr>
          <p:cNvPr id="159381264" name="Rectangle: Rounded Corners 159381263">
            <a:extLst>
              <a:ext uri="{FF2B5EF4-FFF2-40B4-BE49-F238E27FC236}">
                <a16:creationId xmlns:a16="http://schemas.microsoft.com/office/drawing/2014/main" id="{3BBC61C0-2FBA-4124-8455-2D000B16A641}"/>
              </a:ext>
            </a:extLst>
          </p:cNvPr>
          <p:cNvSpPr>
            <a:spLocks noGrp="1"/>
          </p:cNvSpPr>
          <p:nvPr/>
        </p:nvSpPr>
        <p:spPr>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128972316" name="Rectangle 128972315">
            <a:extLst>
              <a:ext uri="{FF2B5EF4-FFF2-40B4-BE49-F238E27FC236}">
                <a16:creationId xmlns:a16="http://schemas.microsoft.com/office/drawing/2014/main" id="{9F1FEDA3-258F-4622-BB63-D5BC8D79C39D}"/>
              </a:ext>
            </a:extLst>
          </p:cNvPr>
          <p:cNvSpPr>
            <a:spLocks noGrp="1"/>
          </p:cNvSpPr>
          <p:nvPr/>
        </p:nvSpPr>
        <p:spPr>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402802112" name="Straight Connector 1402802111">
            <a:extLst>
              <a:ext uri="{FF2B5EF4-FFF2-40B4-BE49-F238E27FC236}">
                <a16:creationId xmlns:a16="http://schemas.microsoft.com/office/drawing/2014/main" id="{1F65EA5C-BD34-4EC5-8FF7-2E9A59857428}"/>
              </a:ext>
            </a:extLst>
          </p:cNvPr>
          <p:cNvSpPr>
            <a:spLocks noGrp="1"/>
          </p:cNvSpPr>
          <p:nvPr/>
        </p:nvSpPr>
        <p:spPr>
          <a:xfrm>
            <a:off x="7429500" y="5076825"/>
            <a:ext cx="190500" cy="0"/>
          </a:xfrm>
          <a:prstGeom prst="line">
            <a:avLst/>
          </a:prstGeom>
          <a:ln w="9525">
            <a:solidFill>
              <a:srgbClr val="CBD5E1"/>
            </a:solidFill>
            <a:prstDash val="solid"/>
          </a:ln>
        </p:spPr>
        <p:txBody>
          <a:bodyPr/>
          <a:lstStyle/>
          <a:p>
            <a:endParaRPr/>
          </a:p>
        </p:txBody>
      </p:sp>
      <p:sp>
        <p:nvSpPr>
          <p:cNvPr id="800324751" name="Rectangle: Rounded Corners 800324750">
            <a:extLst>
              <a:ext uri="{FF2B5EF4-FFF2-40B4-BE49-F238E27FC236}">
                <a16:creationId xmlns:a16="http://schemas.microsoft.com/office/drawing/2014/main" id="{63DAEA08-96C4-4DA8-B349-7E80D697FC46}"/>
              </a:ext>
            </a:extLst>
          </p:cNvPr>
          <p:cNvSpPr>
            <a:spLocks noGrp="1"/>
          </p:cNvSpPr>
          <p:nvPr/>
        </p:nvSpPr>
        <p:spPr>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333634538" name="Rectangle 333634537">
            <a:extLst>
              <a:ext uri="{FF2B5EF4-FFF2-40B4-BE49-F238E27FC236}">
                <a16:creationId xmlns:a16="http://schemas.microsoft.com/office/drawing/2014/main" id="{655F1DBE-DA7F-4154-B5EA-6FF1C83DC3F1}"/>
              </a:ext>
            </a:extLst>
          </p:cNvPr>
          <p:cNvSpPr>
            <a:spLocks noGrp="1"/>
          </p:cNvSpPr>
          <p:nvPr/>
        </p:nvSpPr>
        <p:spPr>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541871374" name="Straight Connector 1541871373">
            <a:extLst>
              <a:ext uri="{FF2B5EF4-FFF2-40B4-BE49-F238E27FC236}">
                <a16:creationId xmlns:a16="http://schemas.microsoft.com/office/drawing/2014/main" id="{58782521-E4FA-4C5B-B1E9-67A0FECB7C6D}"/>
              </a:ext>
            </a:extLst>
          </p:cNvPr>
          <p:cNvSpPr>
            <a:spLocks noGrp="1"/>
          </p:cNvSpPr>
          <p:nvPr/>
        </p:nvSpPr>
        <p:spPr>
          <a:xfrm>
            <a:off x="8496300" y="5076825"/>
            <a:ext cx="190500" cy="0"/>
          </a:xfrm>
          <a:prstGeom prst="line">
            <a:avLst/>
          </a:prstGeom>
          <a:ln w="9525">
            <a:solidFill>
              <a:srgbClr val="CBD5E1"/>
            </a:solidFill>
            <a:prstDash val="solid"/>
          </a:ln>
        </p:spPr>
        <p:txBody>
          <a:bodyPr/>
          <a:lstStyle/>
          <a:p>
            <a:endParaRPr/>
          </a:p>
        </p:txBody>
      </p:sp>
      <p:sp>
        <p:nvSpPr>
          <p:cNvPr id="1829725635" name="Rectangle: Rounded Corners 1829725634">
            <a:extLst>
              <a:ext uri="{FF2B5EF4-FFF2-40B4-BE49-F238E27FC236}">
                <a16:creationId xmlns:a16="http://schemas.microsoft.com/office/drawing/2014/main" id="{CDB48111-66E0-4A4D-BD0C-E1574057E1D6}"/>
              </a:ext>
            </a:extLst>
          </p:cNvPr>
          <p:cNvSpPr>
            <a:spLocks noGrp="1"/>
          </p:cNvSpPr>
          <p:nvPr/>
        </p:nvSpPr>
        <p:spPr>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endParaRPr/>
          </a:p>
        </p:txBody>
      </p:sp>
      <p:sp>
        <p:nvSpPr>
          <p:cNvPr id="908787351" name="Rectangle 908787350">
            <a:extLst>
              <a:ext uri="{FF2B5EF4-FFF2-40B4-BE49-F238E27FC236}">
                <a16:creationId xmlns:a16="http://schemas.microsoft.com/office/drawing/2014/main" id="{949C5818-6CA5-438F-BD47-4FA3ECEDAC23}"/>
              </a:ext>
            </a:extLst>
          </p:cNvPr>
          <p:cNvSpPr>
            <a:spLocks noGrp="1"/>
          </p:cNvSpPr>
          <p:nvPr/>
        </p:nvSpPr>
        <p:spPr>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372489362" name="Straight Connector 372489361">
            <a:extLst>
              <a:ext uri="{FF2B5EF4-FFF2-40B4-BE49-F238E27FC236}">
                <a16:creationId xmlns:a16="http://schemas.microsoft.com/office/drawing/2014/main" id="{2FD16C9E-45FE-410A-96EA-FA50F45D7752}"/>
              </a:ext>
            </a:extLst>
          </p:cNvPr>
          <p:cNvSpPr>
            <a:spLocks noGrp="1"/>
          </p:cNvSpPr>
          <p:nvPr/>
        </p:nvSpPr>
        <p:spPr>
          <a:xfrm>
            <a:off x="9563100" y="5076825"/>
            <a:ext cx="190500" cy="0"/>
          </a:xfrm>
          <a:prstGeom prst="line">
            <a:avLst/>
          </a:prstGeom>
          <a:ln w="9525">
            <a:solidFill>
              <a:srgbClr val="CBD5E1"/>
            </a:solidFill>
            <a:prstDash val="solid"/>
          </a:ln>
        </p:spPr>
        <p:txBody>
          <a:bodyPr/>
          <a:lstStyle/>
          <a:p>
            <a:endParaRPr/>
          </a:p>
        </p:txBody>
      </p:sp>
      <p:sp>
        <p:nvSpPr>
          <p:cNvPr id="2057956786" name="Rectangle: Rounded Corners 2057956785">
            <a:extLst>
              <a:ext uri="{FF2B5EF4-FFF2-40B4-BE49-F238E27FC236}">
                <a16:creationId xmlns:a16="http://schemas.microsoft.com/office/drawing/2014/main" id="{786BAF85-5632-43FF-826A-742CB08CB13A}"/>
              </a:ext>
            </a:extLst>
          </p:cNvPr>
          <p:cNvSpPr>
            <a:spLocks noGrp="1"/>
          </p:cNvSpPr>
          <p:nvPr/>
        </p:nvSpPr>
        <p:spPr>
          <a:xfrm>
            <a:off x="9753600" y="4857750"/>
            <a:ext cx="876299" cy="438149"/>
          </a:xfrm>
          <a:prstGeom prst="roundRect">
            <a:avLst>
              <a:gd name="adj" fmla="val 26087"/>
            </a:avLst>
          </a:prstGeom>
          <a:solidFill>
            <a:srgbClr val="D97706"/>
          </a:solidFill>
          <a:ln w="9525">
            <a:solidFill>
              <a:srgbClr val="D97706"/>
            </a:solidFill>
            <a:prstDash val="solid"/>
          </a:ln>
        </p:spPr>
        <p:txBody>
          <a:bodyPr/>
          <a:lstStyle/>
          <a:p>
            <a:endParaRPr/>
          </a:p>
        </p:txBody>
      </p:sp>
      <p:sp>
        <p:nvSpPr>
          <p:cNvPr id="2028567006" name="Rectangle 2028567005">
            <a:extLst>
              <a:ext uri="{FF2B5EF4-FFF2-40B4-BE49-F238E27FC236}">
                <a16:creationId xmlns:a16="http://schemas.microsoft.com/office/drawing/2014/main" id="{30B93A0A-C2CA-444E-9CFA-196FA22F66F2}"/>
              </a:ext>
            </a:extLst>
          </p:cNvPr>
          <p:cNvSpPr>
            <a:spLocks noGrp="1"/>
          </p:cNvSpPr>
          <p:nvPr/>
        </p:nvSpPr>
        <p:spPr>
          <a:xfrm>
            <a:off x="98012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1835411307" name="Rectangle 1835411306">
            <a:extLst>
              <a:ext uri="{FF2B5EF4-FFF2-40B4-BE49-F238E27FC236}">
                <a16:creationId xmlns:a16="http://schemas.microsoft.com/office/drawing/2014/main" id="{4B597046-33E9-4804-83A5-7AF264EF301A}"/>
              </a:ext>
            </a:extLst>
          </p:cNvPr>
          <p:cNvSpPr>
            <a:spLocks noGrp="1"/>
          </p:cNvSpPr>
          <p:nvPr/>
        </p:nvSpPr>
        <p:spPr>
          <a:xfrm>
            <a:off x="4610100" y="5762625"/>
            <a:ext cx="2971800" cy="266700"/>
          </a:xfrm>
          <a:prstGeom prst="rect">
            <a:avLst/>
          </a:prstGeom>
          <a:noFill/>
          <a:ln w="0">
            <a:noFill/>
            <a:prstDash val="solid"/>
          </a:ln>
        </p:spPr>
        <p:txBody>
          <a:bodyPr anchor="ctr"/>
          <a:lstStyle/>
          <a:p>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47532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3280064" name="Rectangle 596912551">
            <a:extLst>
              <a:ext uri="{FF2B5EF4-FFF2-40B4-BE49-F238E27FC236}">
                <a16:creationId xmlns:a16="http://schemas.microsoft.com/office/drawing/2014/main" id="{0F96EA04-C020-4892-939D-FD459FA7F27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470277448" name="Rectangle 290873250">
            <a:extLst>
              <a:ext uri="{FF2B5EF4-FFF2-40B4-BE49-F238E27FC236}">
                <a16:creationId xmlns:a16="http://schemas.microsoft.com/office/drawing/2014/main" id="{059D71C6-B704-427D-9870-E4805316B2C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Words become vectors</a:t>
            </a:r>
          </a:p>
        </p:txBody>
      </p:sp>
      <p:sp>
        <p:nvSpPr>
          <p:cNvPr id="1475389171" name="Rectangle: Rounded Corners 81270832">
            <a:extLst>
              <a:ext uri="{FF2B5EF4-FFF2-40B4-BE49-F238E27FC236}">
                <a16:creationId xmlns:a16="http://schemas.microsoft.com/office/drawing/2014/main" id="{9A6C039C-D53F-4FBE-8FE1-9E86FA3AE1F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348979460" name="Rectangle: Rounded Corners 1587413913">
            <a:extLst>
              <a:ext uri="{FF2B5EF4-FFF2-40B4-BE49-F238E27FC236}">
                <a16:creationId xmlns:a16="http://schemas.microsoft.com/office/drawing/2014/main" id="{BED9C9A6-8662-4B3F-A86A-6B74990CEF9B}"/>
              </a:ext>
            </a:extLst>
          </p:cNvPr>
          <p:cNvSpPr>
            <a:spLocks noGrp="1"/>
          </p:cNvSpPr>
          <p:nvPr/>
        </p:nvSpPr>
        <p:spPr>
          <a:xfrm>
            <a:off x="1619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441856403" name="Rectangle: Rounded Corners 493815563">
            <a:extLst>
              <a:ext uri="{FF2B5EF4-FFF2-40B4-BE49-F238E27FC236}">
                <a16:creationId xmlns:a16="http://schemas.microsoft.com/office/drawing/2014/main" id="{E30ED0A7-4490-4DDF-B437-D0F2EF918127}"/>
              </a:ext>
            </a:extLst>
          </p:cNvPr>
          <p:cNvSpPr>
            <a:spLocks noGrp="1"/>
          </p:cNvSpPr>
          <p:nvPr/>
        </p:nvSpPr>
        <p:spPr>
          <a:xfrm>
            <a:off x="29527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258509158" name="Rectangle: Rounded Corners 770580154">
            <a:extLst>
              <a:ext uri="{FF2B5EF4-FFF2-40B4-BE49-F238E27FC236}">
                <a16:creationId xmlns:a16="http://schemas.microsoft.com/office/drawing/2014/main" id="{F5F65893-70E5-4147-9CBE-66A0544770B8}"/>
              </a:ext>
            </a:extLst>
          </p:cNvPr>
          <p:cNvSpPr>
            <a:spLocks noGrp="1"/>
          </p:cNvSpPr>
          <p:nvPr/>
        </p:nvSpPr>
        <p:spPr>
          <a:xfrm>
            <a:off x="4286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2114766627" name="Arrow: Right 719400496">
            <a:extLst>
              <a:ext uri="{FF2B5EF4-FFF2-40B4-BE49-F238E27FC236}">
                <a16:creationId xmlns:a16="http://schemas.microsoft.com/office/drawing/2014/main" id="{1579075A-B90C-416D-B7E1-DDB673834A27}"/>
              </a:ext>
            </a:extLst>
          </p:cNvPr>
          <p:cNvSpPr>
            <a:spLocks noGrp="1"/>
          </p:cNvSpPr>
          <p:nvPr/>
        </p:nvSpPr>
        <p:spPr>
          <a:xfrm>
            <a:off x="5476875" y="3095625"/>
            <a:ext cx="1190625" cy="476250"/>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389872573" name="Rectangle: Rounded Corners 1479447591">
            <a:extLst>
              <a:ext uri="{FF2B5EF4-FFF2-40B4-BE49-F238E27FC236}">
                <a16:creationId xmlns:a16="http://schemas.microsoft.com/office/drawing/2014/main" id="{BDCE110F-29B2-4098-968E-2F91ED406331}"/>
              </a:ext>
            </a:extLst>
          </p:cNvPr>
          <p:cNvSpPr>
            <a:spLocks noGrp="1"/>
          </p:cNvSpPr>
          <p:nvPr/>
        </p:nvSpPr>
        <p:spPr>
          <a:xfrm>
            <a:off x="7429500" y="2500313"/>
            <a:ext cx="333375" cy="1214438"/>
          </a:xfrm>
          <a:prstGeom prst="roundRect">
            <a:avLst>
              <a:gd name="adj" fmla="val 5714"/>
            </a:avLst>
          </a:prstGeom>
          <a:solidFill>
            <a:srgbClr val="2563EB"/>
          </a:solidFill>
          <a:ln w="14288">
            <a:noFill/>
            <a:prstDash val="solid"/>
          </a:ln>
        </p:spPr>
        <p:txBody>
          <a:bodyPr/>
          <a:lstStyle/>
          <a:p>
            <a:pPr>
              <a:buNone/>
            </a:pPr>
            <a:endParaRPr/>
          </a:p>
        </p:txBody>
      </p:sp>
      <p:sp>
        <p:nvSpPr>
          <p:cNvPr id="665329634" name="Rectangle: Rounded Corners 2028005840">
            <a:extLst>
              <a:ext uri="{FF2B5EF4-FFF2-40B4-BE49-F238E27FC236}">
                <a16:creationId xmlns:a16="http://schemas.microsoft.com/office/drawing/2014/main" id="{1236E427-28EE-4A14-8E4F-21BBE10654C0}"/>
              </a:ext>
            </a:extLst>
          </p:cNvPr>
          <p:cNvSpPr>
            <a:spLocks noGrp="1"/>
          </p:cNvSpPr>
          <p:nvPr/>
        </p:nvSpPr>
        <p:spPr>
          <a:xfrm>
            <a:off x="7953375" y="3309937"/>
            <a:ext cx="333375" cy="404813"/>
          </a:xfrm>
          <a:prstGeom prst="roundRect">
            <a:avLst>
              <a:gd name="adj" fmla="val 5714"/>
            </a:avLst>
          </a:prstGeom>
          <a:solidFill>
            <a:srgbClr val="38BDF8"/>
          </a:solidFill>
          <a:ln w="14288">
            <a:noFill/>
            <a:prstDash val="solid"/>
          </a:ln>
        </p:spPr>
        <p:txBody>
          <a:bodyPr/>
          <a:lstStyle/>
          <a:p>
            <a:pPr>
              <a:buNone/>
            </a:pPr>
            <a:endParaRPr/>
          </a:p>
        </p:txBody>
      </p:sp>
      <p:sp>
        <p:nvSpPr>
          <p:cNvPr id="2124197597" name="Rectangle: Rounded Corners 1882830141">
            <a:extLst>
              <a:ext uri="{FF2B5EF4-FFF2-40B4-BE49-F238E27FC236}">
                <a16:creationId xmlns:a16="http://schemas.microsoft.com/office/drawing/2014/main" id="{FC386C49-061C-4586-A04A-6FF83996D19B}"/>
              </a:ext>
            </a:extLst>
          </p:cNvPr>
          <p:cNvSpPr>
            <a:spLocks noGrp="1"/>
          </p:cNvSpPr>
          <p:nvPr/>
        </p:nvSpPr>
        <p:spPr>
          <a:xfrm>
            <a:off x="8477250" y="2257425"/>
            <a:ext cx="333375" cy="1457325"/>
          </a:xfrm>
          <a:prstGeom prst="roundRect">
            <a:avLst>
              <a:gd name="adj" fmla="val 5714"/>
            </a:avLst>
          </a:prstGeom>
          <a:solidFill>
            <a:srgbClr val="2563EB"/>
          </a:solidFill>
          <a:ln w="14288">
            <a:noFill/>
            <a:prstDash val="solid"/>
          </a:ln>
        </p:spPr>
        <p:txBody>
          <a:bodyPr/>
          <a:lstStyle/>
          <a:p>
            <a:pPr>
              <a:buNone/>
            </a:pPr>
            <a:endParaRPr/>
          </a:p>
        </p:txBody>
      </p:sp>
      <p:sp>
        <p:nvSpPr>
          <p:cNvPr id="1159066242" name="Rectangle: Rounded Corners 60243026">
            <a:extLst>
              <a:ext uri="{FF2B5EF4-FFF2-40B4-BE49-F238E27FC236}">
                <a16:creationId xmlns:a16="http://schemas.microsoft.com/office/drawing/2014/main" id="{D086DC2E-E02C-478F-8E12-0BB5EE445F48}"/>
              </a:ext>
            </a:extLst>
          </p:cNvPr>
          <p:cNvSpPr>
            <a:spLocks noGrp="1"/>
          </p:cNvSpPr>
          <p:nvPr/>
        </p:nvSpPr>
        <p:spPr>
          <a:xfrm>
            <a:off x="9001125" y="3067050"/>
            <a:ext cx="333375" cy="647700"/>
          </a:xfrm>
          <a:prstGeom prst="roundRect">
            <a:avLst>
              <a:gd name="adj" fmla="val 5714"/>
            </a:avLst>
          </a:prstGeom>
          <a:solidFill>
            <a:srgbClr val="38BDF8"/>
          </a:solidFill>
          <a:ln w="14288">
            <a:noFill/>
            <a:prstDash val="solid"/>
          </a:ln>
        </p:spPr>
        <p:txBody>
          <a:bodyPr/>
          <a:lstStyle/>
          <a:p>
            <a:pPr>
              <a:buNone/>
            </a:pPr>
            <a:endParaRPr/>
          </a:p>
        </p:txBody>
      </p:sp>
      <p:sp>
        <p:nvSpPr>
          <p:cNvPr id="501477287" name="Rectangle: Rounded Corners 1134928050">
            <a:extLst>
              <a:ext uri="{FF2B5EF4-FFF2-40B4-BE49-F238E27FC236}">
                <a16:creationId xmlns:a16="http://schemas.microsoft.com/office/drawing/2014/main" id="{DAA69A7C-B70F-4A05-9FB4-F33CD55FAF18}"/>
              </a:ext>
            </a:extLst>
          </p:cNvPr>
          <p:cNvSpPr>
            <a:spLocks noGrp="1"/>
          </p:cNvSpPr>
          <p:nvPr/>
        </p:nvSpPr>
        <p:spPr>
          <a:xfrm>
            <a:off x="9525000" y="2743200"/>
            <a:ext cx="333375" cy="971550"/>
          </a:xfrm>
          <a:prstGeom prst="roundRect">
            <a:avLst>
              <a:gd name="adj" fmla="val 5714"/>
            </a:avLst>
          </a:prstGeom>
          <a:solidFill>
            <a:srgbClr val="2563EB"/>
          </a:solidFill>
          <a:ln w="14288">
            <a:noFill/>
            <a:prstDash val="solid"/>
          </a:ln>
        </p:spPr>
        <p:txBody>
          <a:bodyPr/>
          <a:lstStyle/>
          <a:p>
            <a:pPr>
              <a:buNone/>
            </a:pPr>
            <a:endParaRPr/>
          </a:p>
        </p:txBody>
      </p:sp>
      <p:sp>
        <p:nvSpPr>
          <p:cNvPr id="2118270386" name="Rectangle 1354337603">
            <a:extLst>
              <a:ext uri="{FF2B5EF4-FFF2-40B4-BE49-F238E27FC236}">
                <a16:creationId xmlns:a16="http://schemas.microsoft.com/office/drawing/2014/main" id="{A0F49D17-FE4C-4F5D-A948-04F7392D6937}"/>
              </a:ext>
            </a:extLst>
          </p:cNvPr>
          <p:cNvSpPr>
            <a:spLocks noGrp="1"/>
          </p:cNvSpPr>
          <p:nvPr/>
        </p:nvSpPr>
        <p:spPr>
          <a:xfrm>
            <a:off x="7286625" y="4095750"/>
            <a:ext cx="2952750" cy="3810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[0.75, 0.25, ...]</a:t>
            </a:r>
          </a:p>
        </p:txBody>
      </p:sp>
      <p:sp>
        <p:nvSpPr>
          <p:cNvPr id="1544383449" name="Rectangle 564634627">
            <a:extLst>
              <a:ext uri="{FF2B5EF4-FFF2-40B4-BE49-F238E27FC236}">
                <a16:creationId xmlns:a16="http://schemas.microsoft.com/office/drawing/2014/main" id="{4F768D52-030A-419B-83EE-3C4EABE9B8A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41</a:t>
            </a:r>
          </a:p>
        </p:txBody>
      </p:sp>
    </p:spTree>
    <p:extLst>
      <p:ext uri="{BB962C8B-B14F-4D97-AF65-F5344CB8AC3E}">
        <p14:creationId xmlns:p14="http://schemas.microsoft.com/office/powerpoint/2010/main" val="2035136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0331058" name="Rectangle 804913496">
            <a:extLst>
              <a:ext uri="{FF2B5EF4-FFF2-40B4-BE49-F238E27FC236}">
                <a16:creationId xmlns:a16="http://schemas.microsoft.com/office/drawing/2014/main" id="{B0506D68-9894-404E-8374-03819478DE2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1993333122" name="Rectangle 977578111">
            <a:extLst>
              <a:ext uri="{FF2B5EF4-FFF2-40B4-BE49-F238E27FC236}">
                <a16:creationId xmlns:a16="http://schemas.microsoft.com/office/drawing/2014/main" id="{5790051A-78E9-40BD-BB8D-AC86842A81FB}"/>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Meaning becomes geometry</a:t>
            </a:r>
          </a:p>
        </p:txBody>
      </p:sp>
      <p:sp>
        <p:nvSpPr>
          <p:cNvPr id="2049048722" name="Rectangle: Rounded Corners 1169649151">
            <a:extLst>
              <a:ext uri="{FF2B5EF4-FFF2-40B4-BE49-F238E27FC236}">
                <a16:creationId xmlns:a16="http://schemas.microsoft.com/office/drawing/2014/main" id="{4B2862E1-DA9F-41C0-9657-36DB3A5E20D5}"/>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2111383478" name="Straight Connector 2011469827">
            <a:extLst>
              <a:ext uri="{FF2B5EF4-FFF2-40B4-BE49-F238E27FC236}">
                <a16:creationId xmlns:a16="http://schemas.microsoft.com/office/drawing/2014/main" id="{66A39024-EB1A-4A62-A2FB-844479B00B30}"/>
              </a:ext>
            </a:extLst>
          </p:cNvPr>
          <p:cNvSpPr>
            <a:spLocks noGrp="1"/>
          </p:cNvSpPr>
          <p:nvPr/>
        </p:nvSpPr>
        <p:spPr>
          <a:xfrm>
            <a:off x="1857375" y="5095875"/>
            <a:ext cx="8143875" cy="9525"/>
          </a:xfrm>
          <a:prstGeom prst="line">
            <a:avLst/>
          </a:prstGeom>
          <a:noFill/>
          <a:ln w="19050">
            <a:solidFill>
              <a:srgbClr val="CBD5E1"/>
            </a:solidFill>
            <a:prstDash val="solid"/>
          </a:ln>
        </p:spPr>
        <p:txBody>
          <a:bodyPr/>
          <a:lstStyle/>
          <a:p>
            <a:pPr>
              <a:buNone/>
            </a:pPr>
            <a:endParaRPr/>
          </a:p>
        </p:txBody>
      </p:sp>
      <p:sp>
        <p:nvSpPr>
          <p:cNvPr id="750587613" name="Straight Connector 181034433">
            <a:extLst>
              <a:ext uri="{FF2B5EF4-FFF2-40B4-BE49-F238E27FC236}">
                <a16:creationId xmlns:a16="http://schemas.microsoft.com/office/drawing/2014/main" id="{7A8F302E-4F1D-4947-A39E-CB9A7C58D012}"/>
              </a:ext>
            </a:extLst>
          </p:cNvPr>
          <p:cNvSpPr>
            <a:spLocks noGrp="1"/>
          </p:cNvSpPr>
          <p:nvPr/>
        </p:nvSpPr>
        <p:spPr>
          <a:xfrm>
            <a:off x="1857375" y="1952625"/>
            <a:ext cx="9525" cy="3143250"/>
          </a:xfrm>
          <a:prstGeom prst="line">
            <a:avLst/>
          </a:prstGeom>
          <a:noFill/>
          <a:ln w="19050">
            <a:solidFill>
              <a:srgbClr val="CBD5E1"/>
            </a:solidFill>
            <a:prstDash val="solid"/>
          </a:ln>
        </p:spPr>
        <p:txBody>
          <a:bodyPr/>
          <a:lstStyle/>
          <a:p>
            <a:pPr>
              <a:buNone/>
            </a:pPr>
            <a:endParaRPr/>
          </a:p>
        </p:txBody>
      </p:sp>
      <p:sp>
        <p:nvSpPr>
          <p:cNvPr id="166420885" name="Oval 1553006746">
            <a:extLst>
              <a:ext uri="{FF2B5EF4-FFF2-40B4-BE49-F238E27FC236}">
                <a16:creationId xmlns:a16="http://schemas.microsoft.com/office/drawing/2014/main" id="{B6644541-5D43-462D-8B86-AA123B052059}"/>
              </a:ext>
            </a:extLst>
          </p:cNvPr>
          <p:cNvSpPr>
            <a:spLocks noGrp="1"/>
          </p:cNvSpPr>
          <p:nvPr/>
        </p:nvSpPr>
        <p:spPr>
          <a:xfrm>
            <a:off x="3419475" y="2609850"/>
            <a:ext cx="209550" cy="209550"/>
          </a:xfrm>
          <a:prstGeom prst="ellipse">
            <a:avLst/>
          </a:prstGeom>
          <a:solidFill>
            <a:srgbClr val="2563EB"/>
          </a:solidFill>
          <a:ln w="19050">
            <a:solidFill>
              <a:srgbClr val="2563EB"/>
            </a:solidFill>
            <a:prstDash val="solid"/>
          </a:ln>
        </p:spPr>
        <p:txBody>
          <a:bodyPr/>
          <a:lstStyle/>
          <a:p>
            <a:pPr>
              <a:buNone/>
            </a:pPr>
            <a:endParaRPr/>
          </a:p>
        </p:txBody>
      </p:sp>
      <p:sp>
        <p:nvSpPr>
          <p:cNvPr id="1723001024" name="Rectangle 1709600281">
            <a:extLst>
              <a:ext uri="{FF2B5EF4-FFF2-40B4-BE49-F238E27FC236}">
                <a16:creationId xmlns:a16="http://schemas.microsoft.com/office/drawing/2014/main" id="{D85E1F80-E8E7-4338-AD13-F6C3AFDFDEBE}"/>
              </a:ext>
            </a:extLst>
          </p:cNvPr>
          <p:cNvSpPr>
            <a:spLocks noGrp="1"/>
          </p:cNvSpPr>
          <p:nvPr/>
        </p:nvSpPr>
        <p:spPr>
          <a:xfrm>
            <a:off x="3657600" y="2571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king</a:t>
            </a:r>
          </a:p>
        </p:txBody>
      </p:sp>
      <p:sp>
        <p:nvSpPr>
          <p:cNvPr id="149717378" name="Oval 21898783">
            <a:extLst>
              <a:ext uri="{FF2B5EF4-FFF2-40B4-BE49-F238E27FC236}">
                <a16:creationId xmlns:a16="http://schemas.microsoft.com/office/drawing/2014/main" id="{8B963BAC-E35E-4981-B266-FEC348FECC44}"/>
              </a:ext>
            </a:extLst>
          </p:cNvPr>
          <p:cNvSpPr>
            <a:spLocks noGrp="1"/>
          </p:cNvSpPr>
          <p:nvPr/>
        </p:nvSpPr>
        <p:spPr>
          <a:xfrm>
            <a:off x="3895725" y="2276475"/>
            <a:ext cx="209550" cy="209550"/>
          </a:xfrm>
          <a:prstGeom prst="ellipse">
            <a:avLst/>
          </a:prstGeom>
          <a:solidFill>
            <a:srgbClr val="2563EB"/>
          </a:solidFill>
          <a:ln w="19050">
            <a:solidFill>
              <a:srgbClr val="2563EB"/>
            </a:solidFill>
            <a:prstDash val="solid"/>
          </a:ln>
        </p:spPr>
        <p:txBody>
          <a:bodyPr/>
          <a:lstStyle/>
          <a:p>
            <a:pPr>
              <a:buNone/>
            </a:pPr>
            <a:endParaRPr/>
          </a:p>
        </p:txBody>
      </p:sp>
      <p:sp>
        <p:nvSpPr>
          <p:cNvPr id="146225844" name="Rectangle 948343370">
            <a:extLst>
              <a:ext uri="{FF2B5EF4-FFF2-40B4-BE49-F238E27FC236}">
                <a16:creationId xmlns:a16="http://schemas.microsoft.com/office/drawing/2014/main" id="{4395E192-86C5-4C52-90A2-5E076378A386}"/>
              </a:ext>
            </a:extLst>
          </p:cNvPr>
          <p:cNvSpPr>
            <a:spLocks noGrp="1"/>
          </p:cNvSpPr>
          <p:nvPr/>
        </p:nvSpPr>
        <p:spPr>
          <a:xfrm>
            <a:off x="4133850" y="2238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queen</a:t>
            </a:r>
          </a:p>
        </p:txBody>
      </p:sp>
      <p:sp>
        <p:nvSpPr>
          <p:cNvPr id="750212665" name="Oval 2041526387">
            <a:extLst>
              <a:ext uri="{FF2B5EF4-FFF2-40B4-BE49-F238E27FC236}">
                <a16:creationId xmlns:a16="http://schemas.microsoft.com/office/drawing/2014/main" id="{FC9CB6AE-6304-48D1-81E9-AB041B8B3268}"/>
              </a:ext>
            </a:extLst>
          </p:cNvPr>
          <p:cNvSpPr>
            <a:spLocks noGrp="1"/>
          </p:cNvSpPr>
          <p:nvPr/>
        </p:nvSpPr>
        <p:spPr>
          <a:xfrm>
            <a:off x="3038475" y="3514725"/>
            <a:ext cx="209550" cy="209550"/>
          </a:xfrm>
          <a:prstGeom prst="ellipse">
            <a:avLst/>
          </a:prstGeom>
          <a:solidFill>
            <a:srgbClr val="2563EB"/>
          </a:solidFill>
          <a:ln w="19050">
            <a:solidFill>
              <a:srgbClr val="2563EB"/>
            </a:solidFill>
            <a:prstDash val="solid"/>
          </a:ln>
        </p:spPr>
        <p:txBody>
          <a:bodyPr/>
          <a:lstStyle/>
          <a:p>
            <a:pPr>
              <a:buNone/>
            </a:pPr>
            <a:endParaRPr/>
          </a:p>
        </p:txBody>
      </p:sp>
      <p:sp>
        <p:nvSpPr>
          <p:cNvPr id="1538952532" name="Rectangle 1876813262">
            <a:extLst>
              <a:ext uri="{FF2B5EF4-FFF2-40B4-BE49-F238E27FC236}">
                <a16:creationId xmlns:a16="http://schemas.microsoft.com/office/drawing/2014/main" id="{B17CA8A4-ABDB-4CCD-BDF6-F39603026A97}"/>
              </a:ext>
            </a:extLst>
          </p:cNvPr>
          <p:cNvSpPr>
            <a:spLocks noGrp="1"/>
          </p:cNvSpPr>
          <p:nvPr/>
        </p:nvSpPr>
        <p:spPr>
          <a:xfrm>
            <a:off x="3276600" y="3476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man</a:t>
            </a:r>
          </a:p>
        </p:txBody>
      </p:sp>
      <p:sp>
        <p:nvSpPr>
          <p:cNvPr id="1367474889" name="Oval 1942427474">
            <a:extLst>
              <a:ext uri="{FF2B5EF4-FFF2-40B4-BE49-F238E27FC236}">
                <a16:creationId xmlns:a16="http://schemas.microsoft.com/office/drawing/2014/main" id="{06488526-3033-403F-91FF-8F7EEF0AC076}"/>
              </a:ext>
            </a:extLst>
          </p:cNvPr>
          <p:cNvSpPr>
            <a:spLocks noGrp="1"/>
          </p:cNvSpPr>
          <p:nvPr/>
        </p:nvSpPr>
        <p:spPr>
          <a:xfrm>
            <a:off x="4038600" y="3371850"/>
            <a:ext cx="209550" cy="209550"/>
          </a:xfrm>
          <a:prstGeom prst="ellipse">
            <a:avLst/>
          </a:prstGeom>
          <a:solidFill>
            <a:srgbClr val="2563EB"/>
          </a:solidFill>
          <a:ln w="19050">
            <a:solidFill>
              <a:srgbClr val="2563EB"/>
            </a:solidFill>
            <a:prstDash val="solid"/>
          </a:ln>
        </p:spPr>
        <p:txBody>
          <a:bodyPr/>
          <a:lstStyle/>
          <a:p>
            <a:pPr>
              <a:buNone/>
            </a:pPr>
            <a:endParaRPr/>
          </a:p>
        </p:txBody>
      </p:sp>
      <p:sp>
        <p:nvSpPr>
          <p:cNvPr id="979818800" name="Rectangle 888296365">
            <a:extLst>
              <a:ext uri="{FF2B5EF4-FFF2-40B4-BE49-F238E27FC236}">
                <a16:creationId xmlns:a16="http://schemas.microsoft.com/office/drawing/2014/main" id="{7F399232-A19F-459A-A3D2-2B8FE4CF14C4}"/>
              </a:ext>
            </a:extLst>
          </p:cNvPr>
          <p:cNvSpPr>
            <a:spLocks noGrp="1"/>
          </p:cNvSpPr>
          <p:nvPr/>
        </p:nvSpPr>
        <p:spPr>
          <a:xfrm>
            <a:off x="4276725" y="3333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woman</a:t>
            </a:r>
          </a:p>
        </p:txBody>
      </p:sp>
      <p:sp>
        <p:nvSpPr>
          <p:cNvPr id="1863547768" name="Oval 358440105">
            <a:extLst>
              <a:ext uri="{FF2B5EF4-FFF2-40B4-BE49-F238E27FC236}">
                <a16:creationId xmlns:a16="http://schemas.microsoft.com/office/drawing/2014/main" id="{A87131F3-D671-4F38-B553-7277E820DC84}"/>
              </a:ext>
            </a:extLst>
          </p:cNvPr>
          <p:cNvSpPr>
            <a:spLocks noGrp="1"/>
          </p:cNvSpPr>
          <p:nvPr/>
        </p:nvSpPr>
        <p:spPr>
          <a:xfrm>
            <a:off x="7134225" y="3038475"/>
            <a:ext cx="209550" cy="209550"/>
          </a:xfrm>
          <a:prstGeom prst="ellipse">
            <a:avLst/>
          </a:prstGeom>
          <a:solidFill>
            <a:srgbClr val="2563EB"/>
          </a:solidFill>
          <a:ln w="19050">
            <a:solidFill>
              <a:srgbClr val="2563EB"/>
            </a:solidFill>
            <a:prstDash val="solid"/>
          </a:ln>
        </p:spPr>
        <p:txBody>
          <a:bodyPr/>
          <a:lstStyle/>
          <a:p>
            <a:pPr>
              <a:buNone/>
            </a:pPr>
            <a:endParaRPr/>
          </a:p>
        </p:txBody>
      </p:sp>
      <p:sp>
        <p:nvSpPr>
          <p:cNvPr id="2041009708" name="Rectangle 1076600515">
            <a:extLst>
              <a:ext uri="{FF2B5EF4-FFF2-40B4-BE49-F238E27FC236}">
                <a16:creationId xmlns:a16="http://schemas.microsoft.com/office/drawing/2014/main" id="{B1E2782A-9977-430D-86B3-8F6EEC0A759F}"/>
              </a:ext>
            </a:extLst>
          </p:cNvPr>
          <p:cNvSpPr>
            <a:spLocks noGrp="1"/>
          </p:cNvSpPr>
          <p:nvPr/>
        </p:nvSpPr>
        <p:spPr>
          <a:xfrm>
            <a:off x="7372350" y="3000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cat</a:t>
            </a:r>
          </a:p>
        </p:txBody>
      </p:sp>
      <p:sp>
        <p:nvSpPr>
          <p:cNvPr id="1800272487" name="Oval 1935212152">
            <a:extLst>
              <a:ext uri="{FF2B5EF4-FFF2-40B4-BE49-F238E27FC236}">
                <a16:creationId xmlns:a16="http://schemas.microsoft.com/office/drawing/2014/main" id="{79BD2AEA-FC1D-418B-9624-C84A8A2BD797}"/>
              </a:ext>
            </a:extLst>
          </p:cNvPr>
          <p:cNvSpPr>
            <a:spLocks noGrp="1"/>
          </p:cNvSpPr>
          <p:nvPr/>
        </p:nvSpPr>
        <p:spPr>
          <a:xfrm>
            <a:off x="7705725" y="2752725"/>
            <a:ext cx="209550" cy="209550"/>
          </a:xfrm>
          <a:prstGeom prst="ellipse">
            <a:avLst/>
          </a:prstGeom>
          <a:solidFill>
            <a:srgbClr val="2563EB"/>
          </a:solidFill>
          <a:ln w="19050">
            <a:solidFill>
              <a:srgbClr val="2563EB"/>
            </a:solidFill>
            <a:prstDash val="solid"/>
          </a:ln>
        </p:spPr>
        <p:txBody>
          <a:bodyPr/>
          <a:lstStyle/>
          <a:p>
            <a:pPr>
              <a:buNone/>
            </a:pPr>
            <a:endParaRPr/>
          </a:p>
        </p:txBody>
      </p:sp>
      <p:sp>
        <p:nvSpPr>
          <p:cNvPr id="1613978552" name="Rectangle 40298214">
            <a:extLst>
              <a:ext uri="{FF2B5EF4-FFF2-40B4-BE49-F238E27FC236}">
                <a16:creationId xmlns:a16="http://schemas.microsoft.com/office/drawing/2014/main" id="{CBD5EDE2-C43A-40D7-BF3A-EADE003530D4}"/>
              </a:ext>
            </a:extLst>
          </p:cNvPr>
          <p:cNvSpPr>
            <a:spLocks noGrp="1"/>
          </p:cNvSpPr>
          <p:nvPr/>
        </p:nvSpPr>
        <p:spPr>
          <a:xfrm>
            <a:off x="7943850" y="2714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dog</a:t>
            </a:r>
          </a:p>
        </p:txBody>
      </p:sp>
      <p:sp>
        <p:nvSpPr>
          <p:cNvPr id="681713186" name="Oval 1096938976">
            <a:extLst>
              <a:ext uri="{FF2B5EF4-FFF2-40B4-BE49-F238E27FC236}">
                <a16:creationId xmlns:a16="http://schemas.microsoft.com/office/drawing/2014/main" id="{A561A61E-9220-454B-B43B-A6A535CEDBC6}"/>
              </a:ext>
            </a:extLst>
          </p:cNvPr>
          <p:cNvSpPr>
            <a:spLocks noGrp="1"/>
          </p:cNvSpPr>
          <p:nvPr/>
        </p:nvSpPr>
        <p:spPr>
          <a:xfrm>
            <a:off x="8753475" y="4419600"/>
            <a:ext cx="209550" cy="209550"/>
          </a:xfrm>
          <a:prstGeom prst="ellipse">
            <a:avLst/>
          </a:prstGeom>
          <a:solidFill>
            <a:srgbClr val="F97316"/>
          </a:solidFill>
          <a:ln w="19050">
            <a:solidFill>
              <a:srgbClr val="F97316"/>
            </a:solidFill>
            <a:prstDash val="solid"/>
          </a:ln>
        </p:spPr>
        <p:txBody>
          <a:bodyPr/>
          <a:lstStyle/>
          <a:p>
            <a:pPr>
              <a:buNone/>
            </a:pPr>
            <a:endParaRPr/>
          </a:p>
        </p:txBody>
      </p:sp>
      <p:sp>
        <p:nvSpPr>
          <p:cNvPr id="523563681" name="Rectangle 251020529">
            <a:extLst>
              <a:ext uri="{FF2B5EF4-FFF2-40B4-BE49-F238E27FC236}">
                <a16:creationId xmlns:a16="http://schemas.microsoft.com/office/drawing/2014/main" id="{3CC3AB09-DAE7-4736-81B4-CD9F5D71CCC7}"/>
              </a:ext>
            </a:extLst>
          </p:cNvPr>
          <p:cNvSpPr>
            <a:spLocks noGrp="1"/>
          </p:cNvSpPr>
          <p:nvPr/>
        </p:nvSpPr>
        <p:spPr>
          <a:xfrm>
            <a:off x="8991600" y="438150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car</a:t>
            </a:r>
          </a:p>
        </p:txBody>
      </p:sp>
      <p:sp>
        <p:nvSpPr>
          <p:cNvPr id="629525082" name="Rectangle 1844580113">
            <a:extLst>
              <a:ext uri="{FF2B5EF4-FFF2-40B4-BE49-F238E27FC236}">
                <a16:creationId xmlns:a16="http://schemas.microsoft.com/office/drawing/2014/main" id="{04561A3F-F2B2-4F4B-A7FE-68C244CE6E9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42</a:t>
            </a:r>
          </a:p>
        </p:txBody>
      </p:sp>
    </p:spTree>
    <p:extLst>
      <p:ext uri="{BB962C8B-B14F-4D97-AF65-F5344CB8AC3E}">
        <p14:creationId xmlns:p14="http://schemas.microsoft.com/office/powerpoint/2010/main" val="1811011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52382993" name="Rectangle 316490786">
            <a:extLst>
              <a:ext uri="{FF2B5EF4-FFF2-40B4-BE49-F238E27FC236}">
                <a16:creationId xmlns:a16="http://schemas.microsoft.com/office/drawing/2014/main" id="{5532BA23-A0A3-405A-B4C1-A9ABEA2CA81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Sequences</a:t>
            </a:r>
          </a:p>
        </p:txBody>
      </p:sp>
      <p:sp>
        <p:nvSpPr>
          <p:cNvPr id="879830560" name="Rectangle 1088829960">
            <a:extLst>
              <a:ext uri="{FF2B5EF4-FFF2-40B4-BE49-F238E27FC236}">
                <a16:creationId xmlns:a16="http://schemas.microsoft.com/office/drawing/2014/main" id="{C480154F-F0F5-45B5-9A42-C8B293694CB9}"/>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Order changes the meaning</a:t>
            </a:r>
          </a:p>
        </p:txBody>
      </p:sp>
      <p:sp>
        <p:nvSpPr>
          <p:cNvPr id="104355042" name="Rectangle: Rounded Corners 1185614033">
            <a:extLst>
              <a:ext uri="{FF2B5EF4-FFF2-40B4-BE49-F238E27FC236}">
                <a16:creationId xmlns:a16="http://schemas.microsoft.com/office/drawing/2014/main" id="{69C4FFA4-3D60-4A7F-A0CD-AB0AE2AE0EE5}"/>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340651704" name="Rectangle: Rounded Corners 1637263549">
            <a:extLst>
              <a:ext uri="{FF2B5EF4-FFF2-40B4-BE49-F238E27FC236}">
                <a16:creationId xmlns:a16="http://schemas.microsoft.com/office/drawing/2014/main" id="{259E6D40-5D87-4DCA-BEA1-357901AE69FF}"/>
              </a:ext>
            </a:extLst>
          </p:cNvPr>
          <p:cNvSpPr>
            <a:spLocks noGrp="1"/>
          </p:cNvSpPr>
          <p:nvPr/>
        </p:nvSpPr>
        <p:spPr>
          <a:xfrm>
            <a:off x="2381250" y="266700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dog</a:t>
            </a:r>
          </a:p>
        </p:txBody>
      </p:sp>
      <p:sp>
        <p:nvSpPr>
          <p:cNvPr id="782965250" name="Arrow: Right 483904790">
            <a:extLst>
              <a:ext uri="{FF2B5EF4-FFF2-40B4-BE49-F238E27FC236}">
                <a16:creationId xmlns:a16="http://schemas.microsoft.com/office/drawing/2014/main" id="{E66F4006-8201-4211-BF7C-3DF36B448A67}"/>
              </a:ext>
            </a:extLst>
          </p:cNvPr>
          <p:cNvSpPr>
            <a:spLocks noGrp="1"/>
          </p:cNvSpPr>
          <p:nvPr/>
        </p:nvSpPr>
        <p:spPr>
          <a:xfrm>
            <a:off x="4095750" y="276225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392170975" name="Rectangle: Rounded Corners 112366508">
            <a:extLst>
              <a:ext uri="{FF2B5EF4-FFF2-40B4-BE49-F238E27FC236}">
                <a16:creationId xmlns:a16="http://schemas.microsoft.com/office/drawing/2014/main" id="{BF3A1E7A-7FCA-4966-BE63-47EC06D89A2C}"/>
              </a:ext>
            </a:extLst>
          </p:cNvPr>
          <p:cNvSpPr>
            <a:spLocks noGrp="1"/>
          </p:cNvSpPr>
          <p:nvPr/>
        </p:nvSpPr>
        <p:spPr>
          <a:xfrm>
            <a:off x="6477000" y="266700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cat</a:t>
            </a:r>
          </a:p>
        </p:txBody>
      </p:sp>
      <p:sp>
        <p:nvSpPr>
          <p:cNvPr id="1759558562" name="Rectangle: Rounded Corners 1684869887">
            <a:extLst>
              <a:ext uri="{FF2B5EF4-FFF2-40B4-BE49-F238E27FC236}">
                <a16:creationId xmlns:a16="http://schemas.microsoft.com/office/drawing/2014/main" id="{43BFCB91-D2BF-48CD-A6D6-ADE4B35F4F9D}"/>
              </a:ext>
            </a:extLst>
          </p:cNvPr>
          <p:cNvSpPr>
            <a:spLocks noGrp="1"/>
          </p:cNvSpPr>
          <p:nvPr/>
        </p:nvSpPr>
        <p:spPr>
          <a:xfrm>
            <a:off x="2381250" y="409575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cat</a:t>
            </a:r>
          </a:p>
        </p:txBody>
      </p:sp>
      <p:sp>
        <p:nvSpPr>
          <p:cNvPr id="176986139" name="Arrow: Right 582027638">
            <a:extLst>
              <a:ext uri="{FF2B5EF4-FFF2-40B4-BE49-F238E27FC236}">
                <a16:creationId xmlns:a16="http://schemas.microsoft.com/office/drawing/2014/main" id="{C09C4312-0DFC-4729-8C7D-E1489DEACA9C}"/>
              </a:ext>
            </a:extLst>
          </p:cNvPr>
          <p:cNvSpPr>
            <a:spLocks noGrp="1"/>
          </p:cNvSpPr>
          <p:nvPr/>
        </p:nvSpPr>
        <p:spPr>
          <a:xfrm>
            <a:off x="4095750" y="419100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589719277" name="Rectangle: Rounded Corners 415203980">
            <a:extLst>
              <a:ext uri="{FF2B5EF4-FFF2-40B4-BE49-F238E27FC236}">
                <a16:creationId xmlns:a16="http://schemas.microsoft.com/office/drawing/2014/main" id="{27E88E4E-9622-4C6C-89E9-9F8E90FB32FC}"/>
              </a:ext>
            </a:extLst>
          </p:cNvPr>
          <p:cNvSpPr>
            <a:spLocks noGrp="1"/>
          </p:cNvSpPr>
          <p:nvPr/>
        </p:nvSpPr>
        <p:spPr>
          <a:xfrm>
            <a:off x="6477000" y="409575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dog</a:t>
            </a:r>
          </a:p>
        </p:txBody>
      </p:sp>
      <p:sp>
        <p:nvSpPr>
          <p:cNvPr id="1333287498" name="Rectangle 1659565154">
            <a:extLst>
              <a:ext uri="{FF2B5EF4-FFF2-40B4-BE49-F238E27FC236}">
                <a16:creationId xmlns:a16="http://schemas.microsoft.com/office/drawing/2014/main" id="{B1840C8E-DEFE-4EDC-AEC5-8603611D8E5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43</a:t>
            </a:r>
          </a:p>
        </p:txBody>
      </p:sp>
    </p:spTree>
    <p:extLst>
      <p:ext uri="{BB962C8B-B14F-4D97-AF65-F5344CB8AC3E}">
        <p14:creationId xmlns:p14="http://schemas.microsoft.com/office/powerpoint/2010/main" val="10241250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6261434" name="Rectangle 2031595678">
            <a:extLst>
              <a:ext uri="{FF2B5EF4-FFF2-40B4-BE49-F238E27FC236}">
                <a16:creationId xmlns:a16="http://schemas.microsoft.com/office/drawing/2014/main" id="{61140472-C8E6-4975-8740-F1A0E12A1E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41185427" name="Rectangle 1958034541">
            <a:extLst>
              <a:ext uri="{FF2B5EF4-FFF2-40B4-BE49-F238E27FC236}">
                <a16:creationId xmlns:a16="http://schemas.microsoft.com/office/drawing/2014/main" id="{28A05316-D5B5-4F54-9618-189FAF8180E9}"/>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Query, key, value</a:t>
            </a:r>
          </a:p>
        </p:txBody>
      </p:sp>
      <p:sp>
        <p:nvSpPr>
          <p:cNvPr id="1911589164" name="Rectangle: Rounded Corners 856291304">
            <a:extLst>
              <a:ext uri="{FF2B5EF4-FFF2-40B4-BE49-F238E27FC236}">
                <a16:creationId xmlns:a16="http://schemas.microsoft.com/office/drawing/2014/main" id="{DB2528D4-B7D9-460E-A37B-97F24C112B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688210222" name="Oval 915562435">
            <a:extLst>
              <a:ext uri="{FF2B5EF4-FFF2-40B4-BE49-F238E27FC236}">
                <a16:creationId xmlns:a16="http://schemas.microsoft.com/office/drawing/2014/main" id="{DA136CB4-23AB-442A-A896-7A80B096C7E3}"/>
              </a:ext>
            </a:extLst>
          </p:cNvPr>
          <p:cNvSpPr>
            <a:spLocks noGrp="1"/>
          </p:cNvSpPr>
          <p:nvPr/>
        </p:nvSpPr>
        <p:spPr>
          <a:xfrm>
            <a:off x="1905000" y="2762250"/>
            <a:ext cx="1333500" cy="1333500"/>
          </a:xfrm>
          <a:prstGeom prst="ellipse">
            <a:avLst/>
          </a:prstGeom>
          <a:solidFill>
            <a:srgbClr val="E0F2FE"/>
          </a:solidFill>
          <a:ln w="19050">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1234301259" name="Oval 2063706273">
            <a:extLst>
              <a:ext uri="{FF2B5EF4-FFF2-40B4-BE49-F238E27FC236}">
                <a16:creationId xmlns:a16="http://schemas.microsoft.com/office/drawing/2014/main" id="{6D40C311-FD59-4FDD-A412-E3A8DBB96D0A}"/>
              </a:ext>
            </a:extLst>
          </p:cNvPr>
          <p:cNvSpPr>
            <a:spLocks noGrp="1"/>
          </p:cNvSpPr>
          <p:nvPr/>
        </p:nvSpPr>
        <p:spPr>
          <a:xfrm>
            <a:off x="5429250" y="1857375"/>
            <a:ext cx="1333500" cy="1333500"/>
          </a:xfrm>
          <a:prstGeom prst="ellipse">
            <a:avLst/>
          </a:prstGeom>
          <a:solidFill>
            <a:srgbClr val="FEF3C7"/>
          </a:solidFill>
          <a:ln w="19050">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1841603447" name="Oval 1843251255">
            <a:extLst>
              <a:ext uri="{FF2B5EF4-FFF2-40B4-BE49-F238E27FC236}">
                <a16:creationId xmlns:a16="http://schemas.microsoft.com/office/drawing/2014/main" id="{692A723A-53A0-4FBD-9E03-8EF4DB79F316}"/>
              </a:ext>
            </a:extLst>
          </p:cNvPr>
          <p:cNvSpPr>
            <a:spLocks noGrp="1"/>
          </p:cNvSpPr>
          <p:nvPr/>
        </p:nvSpPr>
        <p:spPr>
          <a:xfrm>
            <a:off x="5429250" y="3667125"/>
            <a:ext cx="1333500" cy="1333500"/>
          </a:xfrm>
          <a:prstGeom prst="ellipse">
            <a:avLst/>
          </a:prstGeom>
          <a:solidFill>
            <a:srgbClr val="DCFCE7"/>
          </a:solidFill>
          <a:ln w="19050">
            <a:solidFill>
              <a:srgbClr val="10B981"/>
            </a:solidFill>
            <a:prstDash val="solid"/>
          </a:ln>
        </p:spPr>
        <p:txBody>
          <a:bodyPr/>
          <a:lstStyle/>
          <a:p>
            <a:pPr algn="ctr">
              <a:buNone/>
              <a:defRPr sz="3000" b="1">
                <a:solidFill>
                  <a:srgbClr val="0B0F19"/>
                </a:solidFill>
              </a:defRPr>
            </a:pPr>
            <a:r>
              <a:rPr sz="3000" b="1">
                <a:solidFill>
                  <a:srgbClr val="0B0F19"/>
                </a:solidFill>
              </a:rPr>
              <a:t>V</a:t>
            </a:r>
          </a:p>
        </p:txBody>
      </p:sp>
      <p:sp>
        <p:nvSpPr>
          <p:cNvPr id="1047664764" name="Arrow: Right 1047507270">
            <a:extLst>
              <a:ext uri="{FF2B5EF4-FFF2-40B4-BE49-F238E27FC236}">
                <a16:creationId xmlns:a16="http://schemas.microsoft.com/office/drawing/2014/main" id="{35FE5AE7-CA0E-42E4-992F-1EE7A0F472A5}"/>
              </a:ext>
            </a:extLst>
          </p:cNvPr>
          <p:cNvSpPr>
            <a:spLocks noGrp="1"/>
          </p:cNvSpPr>
          <p:nvPr/>
        </p:nvSpPr>
        <p:spPr>
          <a:xfrm>
            <a:off x="3381375" y="3181350"/>
            <a:ext cx="1762125"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match</a:t>
            </a:r>
          </a:p>
        </p:txBody>
      </p:sp>
      <p:sp>
        <p:nvSpPr>
          <p:cNvPr id="1768680378" name="Arrow: Right 416431706">
            <a:extLst>
              <a:ext uri="{FF2B5EF4-FFF2-40B4-BE49-F238E27FC236}">
                <a16:creationId xmlns:a16="http://schemas.microsoft.com/office/drawing/2014/main" id="{45FB1527-9C24-4FB2-AC56-DB00E768C0B0}"/>
              </a:ext>
            </a:extLst>
          </p:cNvPr>
          <p:cNvSpPr>
            <a:spLocks noGrp="1"/>
          </p:cNvSpPr>
          <p:nvPr/>
        </p:nvSpPr>
        <p:spPr>
          <a:xfrm>
            <a:off x="6858000" y="4143375"/>
            <a:ext cx="1714500"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carry</a:t>
            </a:r>
          </a:p>
        </p:txBody>
      </p:sp>
      <p:sp>
        <p:nvSpPr>
          <p:cNvPr id="670641574" name="Rectangle: Rounded Corners 685887359">
            <a:extLst>
              <a:ext uri="{FF2B5EF4-FFF2-40B4-BE49-F238E27FC236}">
                <a16:creationId xmlns:a16="http://schemas.microsoft.com/office/drawing/2014/main" id="{91132E55-0D6A-488F-9574-D1C3D08E9433}"/>
              </a:ext>
            </a:extLst>
          </p:cNvPr>
          <p:cNvSpPr>
            <a:spLocks noGrp="1"/>
          </p:cNvSpPr>
          <p:nvPr/>
        </p:nvSpPr>
        <p:spPr>
          <a:xfrm>
            <a:off x="8810625" y="3857625"/>
            <a:ext cx="1524000" cy="762000"/>
          </a:xfrm>
          <a:prstGeom prst="roundRect">
            <a:avLst>
              <a:gd name="adj" fmla="val 15000"/>
            </a:avLst>
          </a:prstGeom>
          <a:solidFill>
            <a:srgbClr val="FFFFFF"/>
          </a:solidFill>
          <a:ln w="14288">
            <a:solidFill>
              <a:srgbClr val="CBD5E1"/>
            </a:solidFill>
            <a:prstDash val="solid"/>
          </a:ln>
        </p:spPr>
        <p:txBody>
          <a:bodyPr/>
          <a:lstStyle/>
          <a:p>
            <a:pPr algn="ctr">
              <a:buNone/>
              <a:defRPr sz="1950" b="1">
                <a:solidFill>
                  <a:srgbClr val="0B0F19"/>
                </a:solidFill>
              </a:defRPr>
            </a:pPr>
            <a:r>
              <a:rPr sz="1950" b="1">
                <a:solidFill>
                  <a:srgbClr val="0B0F19"/>
                </a:solidFill>
              </a:rPr>
              <a:t>context</a:t>
            </a:r>
          </a:p>
        </p:txBody>
      </p:sp>
      <p:sp>
        <p:nvSpPr>
          <p:cNvPr id="159018355" name="Rectangle 1087270730">
            <a:extLst>
              <a:ext uri="{FF2B5EF4-FFF2-40B4-BE49-F238E27FC236}">
                <a16:creationId xmlns:a16="http://schemas.microsoft.com/office/drawing/2014/main" id="{8AB9FC1B-B7F3-482F-9272-42FBC982518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44</a:t>
            </a:r>
          </a:p>
        </p:txBody>
      </p:sp>
    </p:spTree>
    <p:extLst>
      <p:ext uri="{BB962C8B-B14F-4D97-AF65-F5344CB8AC3E}">
        <p14:creationId xmlns:p14="http://schemas.microsoft.com/office/powerpoint/2010/main" val="11797286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284546" name="Rectangle 274056230">
            <a:extLst>
              <a:ext uri="{FF2B5EF4-FFF2-40B4-BE49-F238E27FC236}">
                <a16:creationId xmlns:a16="http://schemas.microsoft.com/office/drawing/2014/main" id="{E33CD5C8-ADEE-4FD8-92E8-2379EB7AD7F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468212351" name="Rectangle 2069842662">
            <a:extLst>
              <a:ext uri="{FF2B5EF4-FFF2-40B4-BE49-F238E27FC236}">
                <a16:creationId xmlns:a16="http://schemas.microsoft.com/office/drawing/2014/main" id="{3FB29B51-BE27-4532-9476-2F02D13E542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Dot product turns Q and K into scores</a:t>
            </a:r>
          </a:p>
        </p:txBody>
      </p:sp>
      <p:sp>
        <p:nvSpPr>
          <p:cNvPr id="1942693462" name="Rectangle: Rounded Corners 1012080298">
            <a:extLst>
              <a:ext uri="{FF2B5EF4-FFF2-40B4-BE49-F238E27FC236}">
                <a16:creationId xmlns:a16="http://schemas.microsoft.com/office/drawing/2014/main" id="{5EF99BC6-62A3-48D2-8046-585D68230CC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358356643" name="Rectangle: Rounded Corners 268010825">
            <a:extLst>
              <a:ext uri="{FF2B5EF4-FFF2-40B4-BE49-F238E27FC236}">
                <a16:creationId xmlns:a16="http://schemas.microsoft.com/office/drawing/2014/main" id="{477B75A4-09B0-4FC7-A4E6-DE270D7929D6}"/>
              </a:ext>
            </a:extLst>
          </p:cNvPr>
          <p:cNvSpPr>
            <a:spLocks noGrp="1"/>
          </p:cNvSpPr>
          <p:nvPr/>
        </p:nvSpPr>
        <p:spPr>
          <a:xfrm>
            <a:off x="2095500" y="3000375"/>
            <a:ext cx="1047750" cy="857250"/>
          </a:xfrm>
          <a:prstGeom prst="roundRect">
            <a:avLst>
              <a:gd name="adj" fmla="val 13333"/>
            </a:avLst>
          </a:prstGeom>
          <a:solidFill>
            <a:srgbClr val="E0F2FE"/>
          </a:solidFill>
          <a:ln w="14288">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178786398" name="Rectangle 859411994">
            <a:extLst>
              <a:ext uri="{FF2B5EF4-FFF2-40B4-BE49-F238E27FC236}">
                <a16:creationId xmlns:a16="http://schemas.microsoft.com/office/drawing/2014/main" id="{84BCAFEA-0D98-4CCC-9251-AEE2BF652652}"/>
              </a:ext>
            </a:extLst>
          </p:cNvPr>
          <p:cNvSpPr>
            <a:spLocks noGrp="1"/>
          </p:cNvSpPr>
          <p:nvPr/>
        </p:nvSpPr>
        <p:spPr>
          <a:xfrm>
            <a:off x="361950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2123044707" name="Rectangle: Rounded Corners 462313761">
            <a:extLst>
              <a:ext uri="{FF2B5EF4-FFF2-40B4-BE49-F238E27FC236}">
                <a16:creationId xmlns:a16="http://schemas.microsoft.com/office/drawing/2014/main" id="{9C7BB81E-669F-4A63-A487-C0B355749CC2}"/>
              </a:ext>
            </a:extLst>
          </p:cNvPr>
          <p:cNvSpPr>
            <a:spLocks noGrp="1"/>
          </p:cNvSpPr>
          <p:nvPr/>
        </p:nvSpPr>
        <p:spPr>
          <a:xfrm>
            <a:off x="4762500" y="3000375"/>
            <a:ext cx="1047750" cy="857250"/>
          </a:xfrm>
          <a:prstGeom prst="roundRect">
            <a:avLst>
              <a:gd name="adj" fmla="val 13333"/>
            </a:avLst>
          </a:prstGeom>
          <a:solidFill>
            <a:srgbClr val="FEF3C7"/>
          </a:solidFill>
          <a:ln w="14288">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974186918" name="Rectangle 256178726">
            <a:extLst>
              <a:ext uri="{FF2B5EF4-FFF2-40B4-BE49-F238E27FC236}">
                <a16:creationId xmlns:a16="http://schemas.microsoft.com/office/drawing/2014/main" id="{6BD3F2DE-E4B5-4AB9-AD18-AB0EAE5A14B5}"/>
              </a:ext>
            </a:extLst>
          </p:cNvPr>
          <p:cNvSpPr>
            <a:spLocks noGrp="1"/>
          </p:cNvSpPr>
          <p:nvPr/>
        </p:nvSpPr>
        <p:spPr>
          <a:xfrm>
            <a:off x="619125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318994197" name="Rectangle: Rounded Corners 570514558">
            <a:extLst>
              <a:ext uri="{FF2B5EF4-FFF2-40B4-BE49-F238E27FC236}">
                <a16:creationId xmlns:a16="http://schemas.microsoft.com/office/drawing/2014/main" id="{35CFC14D-F140-4774-A00B-04203542A7F6}"/>
              </a:ext>
            </a:extLst>
          </p:cNvPr>
          <p:cNvSpPr>
            <a:spLocks noGrp="1"/>
          </p:cNvSpPr>
          <p:nvPr/>
        </p:nvSpPr>
        <p:spPr>
          <a:xfrm>
            <a:off x="7334250" y="3714750"/>
            <a:ext cx="285750" cy="381000"/>
          </a:xfrm>
          <a:prstGeom prst="roundRect">
            <a:avLst>
              <a:gd name="adj" fmla="val 6667"/>
            </a:avLst>
          </a:prstGeom>
          <a:solidFill>
            <a:srgbClr val="2563EB"/>
          </a:solidFill>
          <a:ln w="14288">
            <a:solidFill>
              <a:srgbClr val="2563EB"/>
            </a:solidFill>
            <a:prstDash val="solid"/>
          </a:ln>
        </p:spPr>
        <p:txBody>
          <a:bodyPr/>
          <a:lstStyle/>
          <a:p>
            <a:pPr>
              <a:buNone/>
            </a:pPr>
            <a:endParaRPr/>
          </a:p>
        </p:txBody>
      </p:sp>
      <p:sp>
        <p:nvSpPr>
          <p:cNvPr id="1116672874" name="Rectangle: Rounded Corners 1825339525">
            <a:extLst>
              <a:ext uri="{FF2B5EF4-FFF2-40B4-BE49-F238E27FC236}">
                <a16:creationId xmlns:a16="http://schemas.microsoft.com/office/drawing/2014/main" id="{7FD6CE61-582E-4A2F-9528-F2CB566F0FEF}"/>
              </a:ext>
            </a:extLst>
          </p:cNvPr>
          <p:cNvSpPr>
            <a:spLocks noGrp="1"/>
          </p:cNvSpPr>
          <p:nvPr/>
        </p:nvSpPr>
        <p:spPr>
          <a:xfrm>
            <a:off x="7791450" y="3381375"/>
            <a:ext cx="285750" cy="714375"/>
          </a:xfrm>
          <a:prstGeom prst="roundRect">
            <a:avLst>
              <a:gd name="adj" fmla="val 6667"/>
            </a:avLst>
          </a:prstGeom>
          <a:solidFill>
            <a:srgbClr val="2563EB"/>
          </a:solidFill>
          <a:ln w="14288">
            <a:solidFill>
              <a:srgbClr val="2563EB"/>
            </a:solidFill>
            <a:prstDash val="solid"/>
          </a:ln>
        </p:spPr>
        <p:txBody>
          <a:bodyPr/>
          <a:lstStyle/>
          <a:p>
            <a:pPr>
              <a:buNone/>
            </a:pPr>
            <a:endParaRPr/>
          </a:p>
        </p:txBody>
      </p:sp>
      <p:sp>
        <p:nvSpPr>
          <p:cNvPr id="2108656823" name="Rectangle: Rounded Corners 1330424870">
            <a:extLst>
              <a:ext uri="{FF2B5EF4-FFF2-40B4-BE49-F238E27FC236}">
                <a16:creationId xmlns:a16="http://schemas.microsoft.com/office/drawing/2014/main" id="{6813054F-27A9-4AB8-9F42-87A24FFCE0E4}"/>
              </a:ext>
            </a:extLst>
          </p:cNvPr>
          <p:cNvSpPr>
            <a:spLocks noGrp="1"/>
          </p:cNvSpPr>
          <p:nvPr/>
        </p:nvSpPr>
        <p:spPr>
          <a:xfrm>
            <a:off x="8248650" y="3857625"/>
            <a:ext cx="285750" cy="238125"/>
          </a:xfrm>
          <a:prstGeom prst="roundRect">
            <a:avLst>
              <a:gd name="adj" fmla="val 8000"/>
            </a:avLst>
          </a:prstGeom>
          <a:solidFill>
            <a:srgbClr val="2563EB"/>
          </a:solidFill>
          <a:ln w="14288">
            <a:solidFill>
              <a:srgbClr val="2563EB"/>
            </a:solidFill>
            <a:prstDash val="solid"/>
          </a:ln>
        </p:spPr>
        <p:txBody>
          <a:bodyPr/>
          <a:lstStyle/>
          <a:p>
            <a:pPr>
              <a:buNone/>
            </a:pPr>
            <a:endParaRPr/>
          </a:p>
        </p:txBody>
      </p:sp>
      <p:sp>
        <p:nvSpPr>
          <p:cNvPr id="12595042" name="Rectangle: Rounded Corners 1894137061">
            <a:extLst>
              <a:ext uri="{FF2B5EF4-FFF2-40B4-BE49-F238E27FC236}">
                <a16:creationId xmlns:a16="http://schemas.microsoft.com/office/drawing/2014/main" id="{0EFED4DE-20B2-4318-B5F9-FFF286974EFE}"/>
              </a:ext>
            </a:extLst>
          </p:cNvPr>
          <p:cNvSpPr>
            <a:spLocks noGrp="1"/>
          </p:cNvSpPr>
          <p:nvPr/>
        </p:nvSpPr>
        <p:spPr>
          <a:xfrm>
            <a:off x="8705850" y="3190875"/>
            <a:ext cx="285750" cy="904875"/>
          </a:xfrm>
          <a:prstGeom prst="roundRect">
            <a:avLst>
              <a:gd name="adj" fmla="val 6667"/>
            </a:avLst>
          </a:prstGeom>
          <a:solidFill>
            <a:srgbClr val="2563EB"/>
          </a:solidFill>
          <a:ln w="14288">
            <a:solidFill>
              <a:srgbClr val="2563EB"/>
            </a:solidFill>
            <a:prstDash val="solid"/>
          </a:ln>
        </p:spPr>
        <p:txBody>
          <a:bodyPr/>
          <a:lstStyle/>
          <a:p>
            <a:pPr>
              <a:buNone/>
            </a:pPr>
            <a:endParaRPr/>
          </a:p>
        </p:txBody>
      </p:sp>
      <p:sp>
        <p:nvSpPr>
          <p:cNvPr id="177026017" name="Rectangle: Rounded Corners 402898928">
            <a:extLst>
              <a:ext uri="{FF2B5EF4-FFF2-40B4-BE49-F238E27FC236}">
                <a16:creationId xmlns:a16="http://schemas.microsoft.com/office/drawing/2014/main" id="{149B783A-6A5D-46DC-83A8-857EA78BED18}"/>
              </a:ext>
            </a:extLst>
          </p:cNvPr>
          <p:cNvSpPr>
            <a:spLocks noGrp="1"/>
          </p:cNvSpPr>
          <p:nvPr/>
        </p:nvSpPr>
        <p:spPr>
          <a:xfrm>
            <a:off x="9163050" y="3571875"/>
            <a:ext cx="285750" cy="523875"/>
          </a:xfrm>
          <a:prstGeom prst="roundRect">
            <a:avLst>
              <a:gd name="adj" fmla="val 6667"/>
            </a:avLst>
          </a:prstGeom>
          <a:solidFill>
            <a:srgbClr val="2563EB"/>
          </a:solidFill>
          <a:ln w="14288">
            <a:solidFill>
              <a:srgbClr val="2563EB"/>
            </a:solidFill>
            <a:prstDash val="solid"/>
          </a:ln>
        </p:spPr>
        <p:txBody>
          <a:bodyPr/>
          <a:lstStyle/>
          <a:p>
            <a:pPr>
              <a:buNone/>
            </a:pPr>
            <a:endParaRPr/>
          </a:p>
        </p:txBody>
      </p:sp>
      <p:sp>
        <p:nvSpPr>
          <p:cNvPr id="1860011582" name="Rectangle 1777770755">
            <a:extLst>
              <a:ext uri="{FF2B5EF4-FFF2-40B4-BE49-F238E27FC236}">
                <a16:creationId xmlns:a16="http://schemas.microsoft.com/office/drawing/2014/main" id="{A6DB0A8A-06EC-4D8B-8DF2-A77864054B3C}"/>
              </a:ext>
            </a:extLst>
          </p:cNvPr>
          <p:cNvSpPr>
            <a:spLocks noGrp="1"/>
          </p:cNvSpPr>
          <p:nvPr/>
        </p:nvSpPr>
        <p:spPr>
          <a:xfrm>
            <a:off x="7048500" y="4333875"/>
            <a:ext cx="2762250" cy="3429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one score per key</a:t>
            </a:r>
          </a:p>
        </p:txBody>
      </p:sp>
      <p:sp>
        <p:nvSpPr>
          <p:cNvPr id="833980112" name="Rectangle 664374673">
            <a:extLst>
              <a:ext uri="{FF2B5EF4-FFF2-40B4-BE49-F238E27FC236}">
                <a16:creationId xmlns:a16="http://schemas.microsoft.com/office/drawing/2014/main" id="{7E5F2327-ADDD-47F6-8508-5C274788419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45</a:t>
            </a:r>
          </a:p>
        </p:txBody>
      </p:sp>
      <p:sp>
        <p:nvSpPr>
          <p:cNvPr id="1248667456" name="qk-score-formula">
            <a:extLst>
              <a:ext uri="{FF2B5EF4-FFF2-40B4-BE49-F238E27FC236}">
                <a16:creationId xmlns:a16="http://schemas.microsoft.com/office/drawing/2014/main" id="{83601207-3980-4438-A2ED-CFFBE461303A}"/>
              </a:ext>
            </a:extLst>
          </p:cNvPr>
          <p:cNvSpPr>
            <a:spLocks noGrp="1"/>
          </p:cNvSpPr>
          <p:nvPr/>
        </p:nvSpPr>
        <p:spPr>
          <a:xfrm>
            <a:off x="2095500" y="1695450"/>
            <a:ext cx="7429500" cy="495300"/>
          </a:xfrm>
          <a:prstGeom prst="rect">
            <a:avLst/>
          </a:prstGeom>
          <a:noFill/>
          <a:ln w="0">
            <a:noFill/>
            <a:prstDash val="solid"/>
          </a:ln>
        </p:spPr>
        <p:txBody>
          <a:bodyPr anchor="ctr"/>
          <a:lstStyle/>
          <a:p>
            <a:pPr algn="ctr">
              <a:buNone/>
              <a:defRPr sz="2400" b="1">
                <a:solidFill>
                  <a:srgbClr val="2563EB"/>
                </a:solidFill>
              </a:defRPr>
            </a:pPr>
            <a:r>
              <a:rPr sz="2400" b="1">
                <a:solidFill>
                  <a:srgbClr val="2563EB"/>
                </a:solidFill>
              </a:rPr>
              <a:t>score = QKᵀ</a:t>
            </a:r>
          </a:p>
        </p:txBody>
      </p:sp>
      <p:sp>
        <p:nvSpPr>
          <p:cNvPr id="675758271" name="dot-product-explanation">
            <a:extLst>
              <a:ext uri="{FF2B5EF4-FFF2-40B4-BE49-F238E27FC236}">
                <a16:creationId xmlns:a16="http://schemas.microsoft.com/office/drawing/2014/main" id="{7624F545-5108-4981-81BA-0A405035BBE0}"/>
              </a:ext>
            </a:extLst>
          </p:cNvPr>
          <p:cNvSpPr>
            <a:spLocks noGrp="1"/>
          </p:cNvSpPr>
          <p:nvPr/>
        </p:nvSpPr>
        <p:spPr>
          <a:xfrm>
            <a:off x="1619250" y="4857750"/>
            <a:ext cx="8953500" cy="742950"/>
          </a:xfrm>
          <a:prstGeom prst="rect">
            <a:avLst/>
          </a:prstGeom>
          <a:noFill/>
          <a:ln w="0">
            <a:noFill/>
            <a:prstDash val="solid"/>
          </a:ln>
        </p:spPr>
        <p:txBody>
          <a:bodyPr anchor="ctr"/>
          <a:lstStyle/>
          <a:p>
            <a:pPr algn="ctr">
              <a:buNone/>
              <a:defRPr sz="1600" b="0">
                <a:solidFill>
                  <a:srgbClr val="667085"/>
                </a:solidFill>
              </a:defRPr>
            </a:pPr>
            <a:r>
              <a:rPr sz="1600" b="0">
                <a:solidFill>
                  <a:srgbClr val="667085"/>
                </a:solidFill>
              </a:rPr>
              <a:t>Dot product: multiply matching dimensions, then add them.</a:t>
            </a:r>
          </a:p>
          <a:p>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72028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8022265" name="Rectangle 1701338696">
            <a:extLst>
              <a:ext uri="{FF2B5EF4-FFF2-40B4-BE49-F238E27FC236}">
                <a16:creationId xmlns:a16="http://schemas.microsoft.com/office/drawing/2014/main" id="{CF3E57DB-30A6-4ED6-A40E-84464022651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851208290" name="Rectangle 1786653114">
            <a:extLst>
              <a:ext uri="{FF2B5EF4-FFF2-40B4-BE49-F238E27FC236}">
                <a16:creationId xmlns:a16="http://schemas.microsoft.com/office/drawing/2014/main" id="{B5148DBB-4CAD-4A8C-893C-7882499BF53E}"/>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Scale scores, then Softmax makes weights</a:t>
            </a:r>
          </a:p>
        </p:txBody>
      </p:sp>
      <p:sp>
        <p:nvSpPr>
          <p:cNvPr id="1530030953" name="Rectangle: Rounded Corners 464705818">
            <a:extLst>
              <a:ext uri="{FF2B5EF4-FFF2-40B4-BE49-F238E27FC236}">
                <a16:creationId xmlns:a16="http://schemas.microsoft.com/office/drawing/2014/main" id="{C6010120-A833-4EBF-9AE4-A38A08961C7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2094035178" name="Rectangle: Rounded Corners 1141548239">
            <a:extLst>
              <a:ext uri="{FF2B5EF4-FFF2-40B4-BE49-F238E27FC236}">
                <a16:creationId xmlns:a16="http://schemas.microsoft.com/office/drawing/2014/main" id="{4AB27066-CA0E-44CF-9183-F2C75CDE0852}"/>
              </a:ext>
            </a:extLst>
          </p:cNvPr>
          <p:cNvSpPr>
            <a:spLocks noGrp="1"/>
          </p:cNvSpPr>
          <p:nvPr/>
        </p:nvSpPr>
        <p:spPr>
          <a:xfrm>
            <a:off x="2476500" y="3476625"/>
            <a:ext cx="285750" cy="333375"/>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539454026" name="Rectangle: Rounded Corners 498832919">
            <a:extLst>
              <a:ext uri="{FF2B5EF4-FFF2-40B4-BE49-F238E27FC236}">
                <a16:creationId xmlns:a16="http://schemas.microsoft.com/office/drawing/2014/main" id="{0C8A53F2-06CC-4AE9-BA79-06E7D67B7B5C}"/>
              </a:ext>
            </a:extLst>
          </p:cNvPr>
          <p:cNvSpPr>
            <a:spLocks noGrp="1"/>
          </p:cNvSpPr>
          <p:nvPr/>
        </p:nvSpPr>
        <p:spPr>
          <a:xfrm>
            <a:off x="2933699" y="3048000"/>
            <a:ext cx="285750" cy="762000"/>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331476262" name="Rectangle: Rounded Corners 1769908897">
            <a:extLst>
              <a:ext uri="{FF2B5EF4-FFF2-40B4-BE49-F238E27FC236}">
                <a16:creationId xmlns:a16="http://schemas.microsoft.com/office/drawing/2014/main" id="{B5D3DD73-A15C-4F9F-A2B5-6C3C5575E4FB}"/>
              </a:ext>
            </a:extLst>
          </p:cNvPr>
          <p:cNvSpPr>
            <a:spLocks noGrp="1"/>
          </p:cNvSpPr>
          <p:nvPr/>
        </p:nvSpPr>
        <p:spPr>
          <a:xfrm>
            <a:off x="3390900" y="3619500"/>
            <a:ext cx="285750" cy="190500"/>
          </a:xfrm>
          <a:prstGeom prst="roundRect">
            <a:avLst>
              <a:gd name="adj" fmla="val 10000"/>
            </a:avLst>
          </a:prstGeom>
          <a:solidFill>
            <a:srgbClr val="F97316"/>
          </a:solidFill>
          <a:ln w="14288">
            <a:solidFill>
              <a:srgbClr val="F97316"/>
            </a:solidFill>
            <a:prstDash val="solid"/>
          </a:ln>
        </p:spPr>
        <p:txBody>
          <a:bodyPr/>
          <a:lstStyle/>
          <a:p>
            <a:pPr>
              <a:buNone/>
            </a:pPr>
            <a:endParaRPr/>
          </a:p>
        </p:txBody>
      </p:sp>
      <p:sp>
        <p:nvSpPr>
          <p:cNvPr id="947536332" name="Rectangle: Rounded Corners 1914348486">
            <a:extLst>
              <a:ext uri="{FF2B5EF4-FFF2-40B4-BE49-F238E27FC236}">
                <a16:creationId xmlns:a16="http://schemas.microsoft.com/office/drawing/2014/main" id="{C88FF9E7-2645-4DE0-A3C1-A112D68CF821}"/>
              </a:ext>
            </a:extLst>
          </p:cNvPr>
          <p:cNvSpPr>
            <a:spLocks noGrp="1"/>
          </p:cNvSpPr>
          <p:nvPr/>
        </p:nvSpPr>
        <p:spPr>
          <a:xfrm>
            <a:off x="3848100" y="2905125"/>
            <a:ext cx="285750" cy="904875"/>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235384966" name="Rectangle: Rounded Corners 1678518739">
            <a:extLst>
              <a:ext uri="{FF2B5EF4-FFF2-40B4-BE49-F238E27FC236}">
                <a16:creationId xmlns:a16="http://schemas.microsoft.com/office/drawing/2014/main" id="{FB22A6FD-F287-4EC4-BC07-7AA42DB7FC3E}"/>
              </a:ext>
            </a:extLst>
          </p:cNvPr>
          <p:cNvSpPr>
            <a:spLocks noGrp="1"/>
          </p:cNvSpPr>
          <p:nvPr/>
        </p:nvSpPr>
        <p:spPr>
          <a:xfrm>
            <a:off x="4305300" y="3381375"/>
            <a:ext cx="285750" cy="428625"/>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1693169021" name="Arrow: Right 2119966246">
            <a:extLst>
              <a:ext uri="{FF2B5EF4-FFF2-40B4-BE49-F238E27FC236}">
                <a16:creationId xmlns:a16="http://schemas.microsoft.com/office/drawing/2014/main" id="{8A7E17C3-9F4C-47D4-9DAD-E59E07E91874}"/>
              </a:ext>
            </a:extLst>
          </p:cNvPr>
          <p:cNvSpPr>
            <a:spLocks noGrp="1"/>
          </p:cNvSpPr>
          <p:nvPr/>
        </p:nvSpPr>
        <p:spPr>
          <a:xfrm>
            <a:off x="5095875" y="3143250"/>
            <a:ext cx="1619250" cy="52387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00" b="1">
                <a:solidFill>
                  <a:srgbClr val="0B0F19"/>
                </a:solidFill>
              </a:defRPr>
            </a:pPr>
            <a:r>
              <a:rPr sz="1300" b="1">
                <a:solidFill>
                  <a:srgbClr val="0B0F19"/>
                </a:solidFill>
              </a:rPr>
              <a:t>scale + softmax</a:t>
            </a:r>
          </a:p>
        </p:txBody>
      </p:sp>
      <p:sp>
        <p:nvSpPr>
          <p:cNvPr id="57271173" name="Rectangle: Rounded Corners 211572738">
            <a:extLst>
              <a:ext uri="{FF2B5EF4-FFF2-40B4-BE49-F238E27FC236}">
                <a16:creationId xmlns:a16="http://schemas.microsoft.com/office/drawing/2014/main" id="{31A0A500-128E-44F3-B0B6-A44FB53B8095}"/>
              </a:ext>
            </a:extLst>
          </p:cNvPr>
          <p:cNvSpPr>
            <a:spLocks noGrp="1"/>
          </p:cNvSpPr>
          <p:nvPr/>
        </p:nvSpPr>
        <p:spPr>
          <a:xfrm>
            <a:off x="7620000" y="3571875"/>
            <a:ext cx="285750" cy="238125"/>
          </a:xfrm>
          <a:prstGeom prst="roundRect">
            <a:avLst>
              <a:gd name="adj" fmla="val 8000"/>
            </a:avLst>
          </a:prstGeom>
          <a:solidFill>
            <a:srgbClr val="10B981"/>
          </a:solidFill>
          <a:ln w="14288">
            <a:solidFill>
              <a:srgbClr val="10B981"/>
            </a:solidFill>
            <a:prstDash val="solid"/>
          </a:ln>
        </p:spPr>
        <p:txBody>
          <a:bodyPr/>
          <a:lstStyle/>
          <a:p>
            <a:pPr>
              <a:buNone/>
            </a:pPr>
            <a:endParaRPr/>
          </a:p>
        </p:txBody>
      </p:sp>
      <p:sp>
        <p:nvSpPr>
          <p:cNvPr id="1449520707" name="Rectangle: Rounded Corners 1030269239">
            <a:extLst>
              <a:ext uri="{FF2B5EF4-FFF2-40B4-BE49-F238E27FC236}">
                <a16:creationId xmlns:a16="http://schemas.microsoft.com/office/drawing/2014/main" id="{E4252A94-3166-4D13-B992-DD707EA7966E}"/>
              </a:ext>
            </a:extLst>
          </p:cNvPr>
          <p:cNvSpPr>
            <a:spLocks noGrp="1"/>
          </p:cNvSpPr>
          <p:nvPr/>
        </p:nvSpPr>
        <p:spPr>
          <a:xfrm>
            <a:off x="8077200" y="3143250"/>
            <a:ext cx="285750" cy="666750"/>
          </a:xfrm>
          <a:prstGeom prst="roundRect">
            <a:avLst>
              <a:gd name="adj" fmla="val 6667"/>
            </a:avLst>
          </a:prstGeom>
          <a:solidFill>
            <a:srgbClr val="10B981"/>
          </a:solidFill>
          <a:ln w="14288">
            <a:solidFill>
              <a:srgbClr val="10B981"/>
            </a:solidFill>
            <a:prstDash val="solid"/>
          </a:ln>
        </p:spPr>
        <p:txBody>
          <a:bodyPr/>
          <a:lstStyle/>
          <a:p>
            <a:pPr>
              <a:buNone/>
            </a:pPr>
            <a:endParaRPr/>
          </a:p>
        </p:txBody>
      </p:sp>
      <p:sp>
        <p:nvSpPr>
          <p:cNvPr id="169358115" name="Rectangle: Rounded Corners 642494706">
            <a:extLst>
              <a:ext uri="{FF2B5EF4-FFF2-40B4-BE49-F238E27FC236}">
                <a16:creationId xmlns:a16="http://schemas.microsoft.com/office/drawing/2014/main" id="{07E5422E-EE5C-4421-A655-69ECF4CA962E}"/>
              </a:ext>
            </a:extLst>
          </p:cNvPr>
          <p:cNvSpPr>
            <a:spLocks noGrp="1"/>
          </p:cNvSpPr>
          <p:nvPr/>
        </p:nvSpPr>
        <p:spPr>
          <a:xfrm>
            <a:off x="8534400" y="3667125"/>
            <a:ext cx="285750" cy="142875"/>
          </a:xfrm>
          <a:prstGeom prst="roundRect">
            <a:avLst>
              <a:gd name="adj" fmla="val 13333"/>
            </a:avLst>
          </a:prstGeom>
          <a:solidFill>
            <a:srgbClr val="10B981"/>
          </a:solidFill>
          <a:ln w="14288">
            <a:solidFill>
              <a:srgbClr val="10B981"/>
            </a:solidFill>
            <a:prstDash val="solid"/>
          </a:ln>
        </p:spPr>
        <p:txBody>
          <a:bodyPr/>
          <a:lstStyle/>
          <a:p>
            <a:pPr>
              <a:buNone/>
            </a:pPr>
            <a:endParaRPr/>
          </a:p>
        </p:txBody>
      </p:sp>
      <p:sp>
        <p:nvSpPr>
          <p:cNvPr id="1065626736" name="Rectangle: Rounded Corners 1203968868">
            <a:extLst>
              <a:ext uri="{FF2B5EF4-FFF2-40B4-BE49-F238E27FC236}">
                <a16:creationId xmlns:a16="http://schemas.microsoft.com/office/drawing/2014/main" id="{35A1EFE8-19EF-4E4A-BF7D-504CEB1444A7}"/>
              </a:ext>
            </a:extLst>
          </p:cNvPr>
          <p:cNvSpPr>
            <a:spLocks noGrp="1"/>
          </p:cNvSpPr>
          <p:nvPr/>
        </p:nvSpPr>
        <p:spPr>
          <a:xfrm>
            <a:off x="8991600" y="2952750"/>
            <a:ext cx="285750" cy="857250"/>
          </a:xfrm>
          <a:prstGeom prst="roundRect">
            <a:avLst>
              <a:gd name="adj" fmla="val 6667"/>
            </a:avLst>
          </a:prstGeom>
          <a:solidFill>
            <a:srgbClr val="10B981"/>
          </a:solidFill>
          <a:ln w="14288">
            <a:solidFill>
              <a:srgbClr val="10B981"/>
            </a:solidFill>
            <a:prstDash val="solid"/>
          </a:ln>
        </p:spPr>
        <p:txBody>
          <a:bodyPr/>
          <a:lstStyle/>
          <a:p>
            <a:pPr>
              <a:buNone/>
            </a:pPr>
            <a:endParaRPr/>
          </a:p>
        </p:txBody>
      </p:sp>
      <p:sp>
        <p:nvSpPr>
          <p:cNvPr id="392087947" name="Rectangle: Rounded Corners 666818066">
            <a:extLst>
              <a:ext uri="{FF2B5EF4-FFF2-40B4-BE49-F238E27FC236}">
                <a16:creationId xmlns:a16="http://schemas.microsoft.com/office/drawing/2014/main" id="{9C8FE19E-BBC8-4EC6-AEC3-DBC85EF54333}"/>
              </a:ext>
            </a:extLst>
          </p:cNvPr>
          <p:cNvSpPr>
            <a:spLocks noGrp="1"/>
          </p:cNvSpPr>
          <p:nvPr/>
        </p:nvSpPr>
        <p:spPr>
          <a:xfrm>
            <a:off x="9448799" y="3429000"/>
            <a:ext cx="285750" cy="381000"/>
          </a:xfrm>
          <a:prstGeom prst="roundRect">
            <a:avLst>
              <a:gd name="adj" fmla="val 6667"/>
            </a:avLst>
          </a:prstGeom>
          <a:solidFill>
            <a:srgbClr val="10B981"/>
          </a:solidFill>
          <a:ln w="14288">
            <a:solidFill>
              <a:srgbClr val="10B981"/>
            </a:solidFill>
            <a:prstDash val="solid"/>
          </a:ln>
        </p:spPr>
        <p:txBody>
          <a:bodyPr/>
          <a:lstStyle/>
          <a:p>
            <a:pPr>
              <a:buNone/>
            </a:pPr>
            <a:endParaRPr/>
          </a:p>
        </p:txBody>
      </p:sp>
      <p:sp>
        <p:nvSpPr>
          <p:cNvPr id="775036424" name="Rectangle 1940968764">
            <a:extLst>
              <a:ext uri="{FF2B5EF4-FFF2-40B4-BE49-F238E27FC236}">
                <a16:creationId xmlns:a16="http://schemas.microsoft.com/office/drawing/2014/main" id="{F4CF3E85-ADFD-4E44-B8DD-EEE75CD9CC3A}"/>
              </a:ext>
            </a:extLst>
          </p:cNvPr>
          <p:cNvSpPr>
            <a:spLocks noGrp="1"/>
          </p:cNvSpPr>
          <p:nvPr/>
        </p:nvSpPr>
        <p:spPr>
          <a:xfrm>
            <a:off x="1952625" y="4381500"/>
            <a:ext cx="285750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QKᵀ / √dₖ</a:t>
            </a:r>
          </a:p>
        </p:txBody>
      </p:sp>
      <p:sp>
        <p:nvSpPr>
          <p:cNvPr id="1230833799" name="Rectangle 1848061419">
            <a:extLst>
              <a:ext uri="{FF2B5EF4-FFF2-40B4-BE49-F238E27FC236}">
                <a16:creationId xmlns:a16="http://schemas.microsoft.com/office/drawing/2014/main" id="{0DCC8D0D-2277-4D7F-8336-0085049FBC56}"/>
              </a:ext>
            </a:extLst>
          </p:cNvPr>
          <p:cNvSpPr>
            <a:spLocks noGrp="1"/>
          </p:cNvSpPr>
          <p:nvPr/>
        </p:nvSpPr>
        <p:spPr>
          <a:xfrm>
            <a:off x="6953250" y="4381500"/>
            <a:ext cx="333375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attention weights (sum = 1)</a:t>
            </a:r>
          </a:p>
        </p:txBody>
      </p:sp>
      <p:sp>
        <p:nvSpPr>
          <p:cNvPr id="1620159831" name="Rectangle 2016234214">
            <a:extLst>
              <a:ext uri="{FF2B5EF4-FFF2-40B4-BE49-F238E27FC236}">
                <a16:creationId xmlns:a16="http://schemas.microsoft.com/office/drawing/2014/main" id="{2D6ADB5B-D708-405C-A525-08952F9FE38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46</a:t>
            </a:r>
          </a:p>
        </p:txBody>
      </p:sp>
      <p:sp>
        <p:nvSpPr>
          <p:cNvPr id="452551082" name="scaled-dot-product-attention-formula">
            <a:extLst>
              <a:ext uri="{FF2B5EF4-FFF2-40B4-BE49-F238E27FC236}">
                <a16:creationId xmlns:a16="http://schemas.microsoft.com/office/drawing/2014/main" id="{2BAA34FB-AE1D-4014-8CC2-2C6234A4726E}"/>
              </a:ext>
            </a:extLst>
          </p:cNvPr>
          <p:cNvSpPr>
            <a:spLocks noGrp="1"/>
          </p:cNvSpPr>
          <p:nvPr/>
        </p:nvSpPr>
        <p:spPr>
          <a:xfrm>
            <a:off x="1428750" y="1695450"/>
            <a:ext cx="9334500" cy="495300"/>
          </a:xfrm>
          <a:prstGeom prst="rect">
            <a:avLst/>
          </a:prstGeom>
          <a:noFill/>
          <a:ln w="0">
            <a:noFill/>
            <a:prstDash val="solid"/>
          </a:ln>
        </p:spPr>
        <p:txBody>
          <a:bodyPr anchor="ctr"/>
          <a:lstStyle/>
          <a:p>
            <a:pPr algn="ctr">
              <a:buNone/>
              <a:defRPr sz="2250" b="1">
                <a:solidFill>
                  <a:srgbClr val="2563EB"/>
                </a:solidFill>
              </a:defRPr>
            </a:pPr>
            <a:r>
              <a:rPr sz="2250" b="1">
                <a:solidFill>
                  <a:srgbClr val="2563EB"/>
                </a:solidFill>
              </a:rPr>
              <a:t>Attention(Q, K, V) = Softmax(QKᵀ / √dₖ)V</a:t>
            </a:r>
          </a:p>
        </p:txBody>
      </p:sp>
      <p:sp>
        <p:nvSpPr>
          <p:cNvPr id="646326717" name="scaling-explanation">
            <a:extLst>
              <a:ext uri="{FF2B5EF4-FFF2-40B4-BE49-F238E27FC236}">
                <a16:creationId xmlns:a16="http://schemas.microsoft.com/office/drawing/2014/main" id="{4EF7FCF5-E1AD-4633-9716-A3E90D0AB02A}"/>
              </a:ext>
            </a:extLst>
          </p:cNvPr>
          <p:cNvSpPr>
            <a:spLocks noGrp="1"/>
          </p:cNvSpPr>
          <p:nvPr/>
        </p:nvSpPr>
        <p:spPr>
          <a:xfrm>
            <a:off x="2000250" y="4953000"/>
            <a:ext cx="8191500" cy="457200"/>
          </a:xfrm>
          <a:prstGeom prst="rect">
            <a:avLst/>
          </a:prstGeom>
          <a:noFill/>
          <a:ln w="0">
            <a:noFill/>
            <a:prstDash val="solid"/>
          </a:ln>
        </p:spPr>
        <p:txBody>
          <a:bodyPr anchor="ctr"/>
          <a:lstStyle/>
          <a:p>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5583213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58081" name="Rectangle 667720717">
            <a:extLst>
              <a:ext uri="{FF2B5EF4-FFF2-40B4-BE49-F238E27FC236}">
                <a16:creationId xmlns:a16="http://schemas.microsoft.com/office/drawing/2014/main" id="{F114E148-6F62-4288-A411-BD9C8E0E0EF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2146655139" name="Rectangle 1521779778">
            <a:extLst>
              <a:ext uri="{FF2B5EF4-FFF2-40B4-BE49-F238E27FC236}">
                <a16:creationId xmlns:a16="http://schemas.microsoft.com/office/drawing/2014/main" id="{C231BAAB-4A84-43A0-A79B-C920991C745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Values are mixed into context</a:t>
            </a:r>
          </a:p>
        </p:txBody>
      </p:sp>
      <p:sp>
        <p:nvSpPr>
          <p:cNvPr id="680365842" name="Rectangle: Rounded Corners 832807897">
            <a:extLst>
              <a:ext uri="{FF2B5EF4-FFF2-40B4-BE49-F238E27FC236}">
                <a16:creationId xmlns:a16="http://schemas.microsoft.com/office/drawing/2014/main" id="{AD8A444B-2282-4C70-A370-9759CABC88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961220043" name="Rectangle: Rounded Corners 1099418884">
            <a:extLst>
              <a:ext uri="{FF2B5EF4-FFF2-40B4-BE49-F238E27FC236}">
                <a16:creationId xmlns:a16="http://schemas.microsoft.com/office/drawing/2014/main" id="{C8DD7546-0B76-446E-B75B-88861DBC0AE2}"/>
              </a:ext>
            </a:extLst>
          </p:cNvPr>
          <p:cNvSpPr>
            <a:spLocks noGrp="1"/>
          </p:cNvSpPr>
          <p:nvPr/>
        </p:nvSpPr>
        <p:spPr>
          <a:xfrm>
            <a:off x="171450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V1</a:t>
            </a:r>
          </a:p>
        </p:txBody>
      </p:sp>
      <p:sp>
        <p:nvSpPr>
          <p:cNvPr id="587197119" name="Rectangle 605842497">
            <a:extLst>
              <a:ext uri="{FF2B5EF4-FFF2-40B4-BE49-F238E27FC236}">
                <a16:creationId xmlns:a16="http://schemas.microsoft.com/office/drawing/2014/main" id="{6F54411B-A316-44E3-AA05-E3FA54EC8789}"/>
              </a:ext>
            </a:extLst>
          </p:cNvPr>
          <p:cNvSpPr>
            <a:spLocks noGrp="1"/>
          </p:cNvSpPr>
          <p:nvPr/>
        </p:nvSpPr>
        <p:spPr>
          <a:xfrm>
            <a:off x="171450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0.15</a:t>
            </a:r>
          </a:p>
        </p:txBody>
      </p:sp>
      <p:sp>
        <p:nvSpPr>
          <p:cNvPr id="295545763" name="Rectangle: Rounded Corners 1810780251">
            <a:extLst>
              <a:ext uri="{FF2B5EF4-FFF2-40B4-BE49-F238E27FC236}">
                <a16:creationId xmlns:a16="http://schemas.microsoft.com/office/drawing/2014/main" id="{40468B50-7F01-4945-A855-C2D687F31150}"/>
              </a:ext>
            </a:extLst>
          </p:cNvPr>
          <p:cNvSpPr>
            <a:spLocks noGrp="1"/>
          </p:cNvSpPr>
          <p:nvPr/>
        </p:nvSpPr>
        <p:spPr>
          <a:xfrm>
            <a:off x="319087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V2</a:t>
            </a:r>
          </a:p>
        </p:txBody>
      </p:sp>
      <p:sp>
        <p:nvSpPr>
          <p:cNvPr id="628009790" name="Rectangle 1903860279">
            <a:extLst>
              <a:ext uri="{FF2B5EF4-FFF2-40B4-BE49-F238E27FC236}">
                <a16:creationId xmlns:a16="http://schemas.microsoft.com/office/drawing/2014/main" id="{EF808724-9F30-4745-B3AA-C63D14063731}"/>
              </a:ext>
            </a:extLst>
          </p:cNvPr>
          <p:cNvSpPr>
            <a:spLocks noGrp="1"/>
          </p:cNvSpPr>
          <p:nvPr/>
        </p:nvSpPr>
        <p:spPr>
          <a:xfrm>
            <a:off x="319087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0.55</a:t>
            </a:r>
          </a:p>
        </p:txBody>
      </p:sp>
      <p:sp>
        <p:nvSpPr>
          <p:cNvPr id="47855553" name="Rectangle: Rounded Corners 453837605">
            <a:extLst>
              <a:ext uri="{FF2B5EF4-FFF2-40B4-BE49-F238E27FC236}">
                <a16:creationId xmlns:a16="http://schemas.microsoft.com/office/drawing/2014/main" id="{0D8C0BEC-992D-4DEC-AFAE-8071BF174E2C}"/>
              </a:ext>
            </a:extLst>
          </p:cNvPr>
          <p:cNvSpPr>
            <a:spLocks noGrp="1"/>
          </p:cNvSpPr>
          <p:nvPr/>
        </p:nvSpPr>
        <p:spPr>
          <a:xfrm>
            <a:off x="466725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V3</a:t>
            </a:r>
          </a:p>
        </p:txBody>
      </p:sp>
      <p:sp>
        <p:nvSpPr>
          <p:cNvPr id="454191941" name="Rectangle 1961512127">
            <a:extLst>
              <a:ext uri="{FF2B5EF4-FFF2-40B4-BE49-F238E27FC236}">
                <a16:creationId xmlns:a16="http://schemas.microsoft.com/office/drawing/2014/main" id="{0917BE29-4589-4885-9601-25E48E5F421E}"/>
              </a:ext>
            </a:extLst>
          </p:cNvPr>
          <p:cNvSpPr>
            <a:spLocks noGrp="1"/>
          </p:cNvSpPr>
          <p:nvPr/>
        </p:nvSpPr>
        <p:spPr>
          <a:xfrm>
            <a:off x="466725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a:t>
            </a:r>
          </a:p>
        </p:txBody>
      </p:sp>
      <p:sp>
        <p:nvSpPr>
          <p:cNvPr id="372864717" name="Rectangle: Rounded Corners 866508350">
            <a:extLst>
              <a:ext uri="{FF2B5EF4-FFF2-40B4-BE49-F238E27FC236}">
                <a16:creationId xmlns:a16="http://schemas.microsoft.com/office/drawing/2014/main" id="{CD986281-BBC7-4701-B7F1-009CFF4C7182}"/>
              </a:ext>
            </a:extLst>
          </p:cNvPr>
          <p:cNvSpPr>
            <a:spLocks noGrp="1"/>
          </p:cNvSpPr>
          <p:nvPr/>
        </p:nvSpPr>
        <p:spPr>
          <a:xfrm>
            <a:off x="614362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V4</a:t>
            </a:r>
          </a:p>
        </p:txBody>
      </p:sp>
      <p:sp>
        <p:nvSpPr>
          <p:cNvPr id="1860143133" name="Rectangle 1031075147">
            <a:extLst>
              <a:ext uri="{FF2B5EF4-FFF2-40B4-BE49-F238E27FC236}">
                <a16:creationId xmlns:a16="http://schemas.microsoft.com/office/drawing/2014/main" id="{EB561E0B-7D57-4AA2-8852-6331DFDF0582}"/>
              </a:ext>
            </a:extLst>
          </p:cNvPr>
          <p:cNvSpPr>
            <a:spLocks noGrp="1"/>
          </p:cNvSpPr>
          <p:nvPr/>
        </p:nvSpPr>
        <p:spPr>
          <a:xfrm>
            <a:off x="614362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0.2</a:t>
            </a:r>
          </a:p>
        </p:txBody>
      </p:sp>
      <p:sp>
        <p:nvSpPr>
          <p:cNvPr id="1169357408" name="Arrow: Right 691035972">
            <a:extLst>
              <a:ext uri="{FF2B5EF4-FFF2-40B4-BE49-F238E27FC236}">
                <a16:creationId xmlns:a16="http://schemas.microsoft.com/office/drawing/2014/main" id="{C3036657-3D72-461F-A25B-A80697825A18}"/>
              </a:ext>
            </a:extLst>
          </p:cNvPr>
          <p:cNvSpPr>
            <a:spLocks noGrp="1"/>
          </p:cNvSpPr>
          <p:nvPr/>
        </p:nvSpPr>
        <p:spPr>
          <a:xfrm>
            <a:off x="7524750" y="3190875"/>
            <a:ext cx="114300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sum</a:t>
            </a:r>
          </a:p>
        </p:txBody>
      </p:sp>
      <p:sp>
        <p:nvSpPr>
          <p:cNvPr id="1126679376" name="Rectangle: Rounded Corners 997542731">
            <a:extLst>
              <a:ext uri="{FF2B5EF4-FFF2-40B4-BE49-F238E27FC236}">
                <a16:creationId xmlns:a16="http://schemas.microsoft.com/office/drawing/2014/main" id="{0FD0E2A3-4CB6-410C-B056-1EC7711F1EF7}"/>
              </a:ext>
            </a:extLst>
          </p:cNvPr>
          <p:cNvSpPr>
            <a:spLocks noGrp="1"/>
          </p:cNvSpPr>
          <p:nvPr/>
        </p:nvSpPr>
        <p:spPr>
          <a:xfrm>
            <a:off x="8953500" y="2857500"/>
            <a:ext cx="1619250" cy="1047750"/>
          </a:xfrm>
          <a:prstGeom prst="roundRect">
            <a:avLst>
              <a:gd name="adj" fmla="val 10909"/>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context vector</a:t>
            </a:r>
          </a:p>
        </p:txBody>
      </p:sp>
      <p:sp>
        <p:nvSpPr>
          <p:cNvPr id="1339802226" name="Rectangle 1562003282">
            <a:extLst>
              <a:ext uri="{FF2B5EF4-FFF2-40B4-BE49-F238E27FC236}">
                <a16:creationId xmlns:a16="http://schemas.microsoft.com/office/drawing/2014/main" id="{97F6D460-991C-4BCC-BDEF-3E728556051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47</a:t>
            </a:r>
          </a:p>
        </p:txBody>
      </p:sp>
    </p:spTree>
    <p:extLst>
      <p:ext uri="{BB962C8B-B14F-4D97-AF65-F5344CB8AC3E}">
        <p14:creationId xmlns:p14="http://schemas.microsoft.com/office/powerpoint/2010/main" val="2396152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07268148" name="Rectangle 836461681">
            <a:extLst>
              <a:ext uri="{FF2B5EF4-FFF2-40B4-BE49-F238E27FC236}">
                <a16:creationId xmlns:a16="http://schemas.microsoft.com/office/drawing/2014/main" id="{58B0115D-A4B4-4DA3-BF04-5225E89E907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Self-attention</a:t>
            </a:r>
          </a:p>
        </p:txBody>
      </p:sp>
      <p:sp>
        <p:nvSpPr>
          <p:cNvPr id="176642863" name="Rectangle 1767099124">
            <a:extLst>
              <a:ext uri="{FF2B5EF4-FFF2-40B4-BE49-F238E27FC236}">
                <a16:creationId xmlns:a16="http://schemas.microsoft.com/office/drawing/2014/main" id="{0EF43BF5-B52E-497A-8144-722BA6629EF7}"/>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Self-attention updates every token</a:t>
            </a:r>
          </a:p>
        </p:txBody>
      </p:sp>
      <p:sp>
        <p:nvSpPr>
          <p:cNvPr id="532001827" name="Rectangle: Rounded Corners 658275056">
            <a:extLst>
              <a:ext uri="{FF2B5EF4-FFF2-40B4-BE49-F238E27FC236}">
                <a16:creationId xmlns:a16="http://schemas.microsoft.com/office/drawing/2014/main" id="{FC1BCD84-D5E9-4170-9A8D-AD2176FD33B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956355929" name="Oval 1632534857">
            <a:extLst>
              <a:ext uri="{FF2B5EF4-FFF2-40B4-BE49-F238E27FC236}">
                <a16:creationId xmlns:a16="http://schemas.microsoft.com/office/drawing/2014/main" id="{02A01B61-9E92-4D6E-94E2-92EBE710BD6C}"/>
              </a:ext>
            </a:extLst>
          </p:cNvPr>
          <p:cNvSpPr>
            <a:spLocks noGrp="1"/>
          </p:cNvSpPr>
          <p:nvPr/>
        </p:nvSpPr>
        <p:spPr>
          <a:xfrm>
            <a:off x="2028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862641616" name="Oval 1413970628">
            <a:extLst>
              <a:ext uri="{FF2B5EF4-FFF2-40B4-BE49-F238E27FC236}">
                <a16:creationId xmlns:a16="http://schemas.microsoft.com/office/drawing/2014/main" id="{893C4E11-CEC4-4920-82D1-AEF4DC5F49A2}"/>
              </a:ext>
            </a:extLst>
          </p:cNvPr>
          <p:cNvSpPr>
            <a:spLocks noGrp="1"/>
          </p:cNvSpPr>
          <p:nvPr/>
        </p:nvSpPr>
        <p:spPr>
          <a:xfrm>
            <a:off x="3457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668527797" name="Oval 1148745044">
            <a:extLst>
              <a:ext uri="{FF2B5EF4-FFF2-40B4-BE49-F238E27FC236}">
                <a16:creationId xmlns:a16="http://schemas.microsoft.com/office/drawing/2014/main" id="{E77C87B8-020B-4B4E-B2AD-0C7862CFAEA0}"/>
              </a:ext>
            </a:extLst>
          </p:cNvPr>
          <p:cNvSpPr>
            <a:spLocks noGrp="1"/>
          </p:cNvSpPr>
          <p:nvPr/>
        </p:nvSpPr>
        <p:spPr>
          <a:xfrm>
            <a:off x="48863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351351079" name="Oval 1579502936">
            <a:extLst>
              <a:ext uri="{FF2B5EF4-FFF2-40B4-BE49-F238E27FC236}">
                <a16:creationId xmlns:a16="http://schemas.microsoft.com/office/drawing/2014/main" id="{3C4AF240-1AE9-479C-A7D4-054628516B30}"/>
              </a:ext>
            </a:extLst>
          </p:cNvPr>
          <p:cNvSpPr>
            <a:spLocks noGrp="1"/>
          </p:cNvSpPr>
          <p:nvPr/>
        </p:nvSpPr>
        <p:spPr>
          <a:xfrm>
            <a:off x="63150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390170330" name="Oval 638914901">
            <a:extLst>
              <a:ext uri="{FF2B5EF4-FFF2-40B4-BE49-F238E27FC236}">
                <a16:creationId xmlns:a16="http://schemas.microsoft.com/office/drawing/2014/main" id="{241415FC-C7B5-485B-912D-45D87023A1FE}"/>
              </a:ext>
            </a:extLst>
          </p:cNvPr>
          <p:cNvSpPr>
            <a:spLocks noGrp="1"/>
          </p:cNvSpPr>
          <p:nvPr/>
        </p:nvSpPr>
        <p:spPr>
          <a:xfrm>
            <a:off x="7743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729527414" name="Oval 1524084679">
            <a:extLst>
              <a:ext uri="{FF2B5EF4-FFF2-40B4-BE49-F238E27FC236}">
                <a16:creationId xmlns:a16="http://schemas.microsoft.com/office/drawing/2014/main" id="{29824E25-A4E7-40BB-BF7B-36F9BCFB3103}"/>
              </a:ext>
            </a:extLst>
          </p:cNvPr>
          <p:cNvSpPr>
            <a:spLocks noGrp="1"/>
          </p:cNvSpPr>
          <p:nvPr/>
        </p:nvSpPr>
        <p:spPr>
          <a:xfrm>
            <a:off x="9172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1542897859" name="Oval 1617060268">
            <a:extLst>
              <a:ext uri="{FF2B5EF4-FFF2-40B4-BE49-F238E27FC236}">
                <a16:creationId xmlns:a16="http://schemas.microsoft.com/office/drawing/2014/main" id="{CFA2018B-5D3C-4035-A84C-F7E831CABCDE}"/>
              </a:ext>
            </a:extLst>
          </p:cNvPr>
          <p:cNvSpPr>
            <a:spLocks noGrp="1"/>
          </p:cNvSpPr>
          <p:nvPr/>
        </p:nvSpPr>
        <p:spPr>
          <a:xfrm>
            <a:off x="2028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2044595286" name="Oval 1577893088">
            <a:extLst>
              <a:ext uri="{FF2B5EF4-FFF2-40B4-BE49-F238E27FC236}">
                <a16:creationId xmlns:a16="http://schemas.microsoft.com/office/drawing/2014/main" id="{61007B9C-70F5-41D3-836D-03EA097DFC6E}"/>
              </a:ext>
            </a:extLst>
          </p:cNvPr>
          <p:cNvSpPr>
            <a:spLocks noGrp="1"/>
          </p:cNvSpPr>
          <p:nvPr/>
        </p:nvSpPr>
        <p:spPr>
          <a:xfrm>
            <a:off x="3457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482115876" name="Oval 1071333543">
            <a:extLst>
              <a:ext uri="{FF2B5EF4-FFF2-40B4-BE49-F238E27FC236}">
                <a16:creationId xmlns:a16="http://schemas.microsoft.com/office/drawing/2014/main" id="{DBE29DC5-74E6-4A6B-B439-86F352538756}"/>
              </a:ext>
            </a:extLst>
          </p:cNvPr>
          <p:cNvSpPr>
            <a:spLocks noGrp="1"/>
          </p:cNvSpPr>
          <p:nvPr/>
        </p:nvSpPr>
        <p:spPr>
          <a:xfrm>
            <a:off x="48863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194072215" name="Oval 399974577">
            <a:extLst>
              <a:ext uri="{FF2B5EF4-FFF2-40B4-BE49-F238E27FC236}">
                <a16:creationId xmlns:a16="http://schemas.microsoft.com/office/drawing/2014/main" id="{F70AAE15-7C59-4C3F-91DC-A8EA824B74AD}"/>
              </a:ext>
            </a:extLst>
          </p:cNvPr>
          <p:cNvSpPr>
            <a:spLocks noGrp="1"/>
          </p:cNvSpPr>
          <p:nvPr/>
        </p:nvSpPr>
        <p:spPr>
          <a:xfrm>
            <a:off x="63150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405453633" name="Oval 1223483228">
            <a:extLst>
              <a:ext uri="{FF2B5EF4-FFF2-40B4-BE49-F238E27FC236}">
                <a16:creationId xmlns:a16="http://schemas.microsoft.com/office/drawing/2014/main" id="{03CC0E8E-D16B-4EEC-AE76-B381FF60E304}"/>
              </a:ext>
            </a:extLst>
          </p:cNvPr>
          <p:cNvSpPr>
            <a:spLocks noGrp="1"/>
          </p:cNvSpPr>
          <p:nvPr/>
        </p:nvSpPr>
        <p:spPr>
          <a:xfrm>
            <a:off x="7743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869625009" name="Oval 494721319">
            <a:extLst>
              <a:ext uri="{FF2B5EF4-FFF2-40B4-BE49-F238E27FC236}">
                <a16:creationId xmlns:a16="http://schemas.microsoft.com/office/drawing/2014/main" id="{999C77E1-604F-4023-9A4A-94ABEA840E2C}"/>
              </a:ext>
            </a:extLst>
          </p:cNvPr>
          <p:cNvSpPr>
            <a:spLocks noGrp="1"/>
          </p:cNvSpPr>
          <p:nvPr/>
        </p:nvSpPr>
        <p:spPr>
          <a:xfrm>
            <a:off x="9172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590078316" name="Straight Connector 484203624">
            <a:extLst>
              <a:ext uri="{FF2B5EF4-FFF2-40B4-BE49-F238E27FC236}">
                <a16:creationId xmlns:a16="http://schemas.microsoft.com/office/drawing/2014/main" id="{1EEB1BD0-218C-48B4-A57A-E3E651B78109}"/>
              </a:ext>
            </a:extLst>
          </p:cNvPr>
          <p:cNvSpPr>
            <a:spLocks noGrp="1"/>
          </p:cNvSpPr>
          <p:nvPr/>
        </p:nvSpPr>
        <p:spPr>
          <a:xfrm>
            <a:off x="2333625" y="3190875"/>
            <a:ext cx="9525" cy="1047750"/>
          </a:xfrm>
          <a:prstGeom prst="line">
            <a:avLst/>
          </a:prstGeom>
          <a:noFill/>
          <a:ln w="19050">
            <a:solidFill>
              <a:srgbClr val="CBD5E1"/>
            </a:solidFill>
            <a:prstDash val="solid"/>
          </a:ln>
        </p:spPr>
        <p:txBody>
          <a:bodyPr/>
          <a:lstStyle/>
          <a:p>
            <a:pPr>
              <a:buNone/>
            </a:pPr>
            <a:endParaRPr/>
          </a:p>
        </p:txBody>
      </p:sp>
      <p:sp>
        <p:nvSpPr>
          <p:cNvPr id="1969444235" name="Straight Connector 390803704">
            <a:extLst>
              <a:ext uri="{FF2B5EF4-FFF2-40B4-BE49-F238E27FC236}">
                <a16:creationId xmlns:a16="http://schemas.microsoft.com/office/drawing/2014/main" id="{2BEAA3D0-16FB-4E8A-9EC8-DFD49C01E5C1}"/>
              </a:ext>
            </a:extLst>
          </p:cNvPr>
          <p:cNvSpPr>
            <a:spLocks noGrp="1"/>
          </p:cNvSpPr>
          <p:nvPr/>
        </p:nvSpPr>
        <p:spPr>
          <a:xfrm>
            <a:off x="3762375" y="3190875"/>
            <a:ext cx="9525" cy="1047750"/>
          </a:xfrm>
          <a:prstGeom prst="line">
            <a:avLst/>
          </a:prstGeom>
          <a:noFill/>
          <a:ln w="19050">
            <a:solidFill>
              <a:srgbClr val="CBD5E1"/>
            </a:solidFill>
            <a:prstDash val="solid"/>
          </a:ln>
        </p:spPr>
        <p:txBody>
          <a:bodyPr/>
          <a:lstStyle/>
          <a:p>
            <a:pPr>
              <a:buNone/>
            </a:pPr>
            <a:endParaRPr/>
          </a:p>
        </p:txBody>
      </p:sp>
      <p:sp>
        <p:nvSpPr>
          <p:cNvPr id="236868156" name="Straight Connector 1483356268">
            <a:extLst>
              <a:ext uri="{FF2B5EF4-FFF2-40B4-BE49-F238E27FC236}">
                <a16:creationId xmlns:a16="http://schemas.microsoft.com/office/drawing/2014/main" id="{635FDBB8-7681-49AE-BB4C-8789F5BB1062}"/>
              </a:ext>
            </a:extLst>
          </p:cNvPr>
          <p:cNvSpPr>
            <a:spLocks noGrp="1"/>
          </p:cNvSpPr>
          <p:nvPr/>
        </p:nvSpPr>
        <p:spPr>
          <a:xfrm>
            <a:off x="5191125" y="3190875"/>
            <a:ext cx="9525" cy="1047750"/>
          </a:xfrm>
          <a:prstGeom prst="line">
            <a:avLst/>
          </a:prstGeom>
          <a:noFill/>
          <a:ln w="19050">
            <a:solidFill>
              <a:srgbClr val="CBD5E1"/>
            </a:solidFill>
            <a:prstDash val="solid"/>
          </a:ln>
        </p:spPr>
        <p:txBody>
          <a:bodyPr/>
          <a:lstStyle/>
          <a:p>
            <a:pPr>
              <a:buNone/>
            </a:pPr>
            <a:endParaRPr/>
          </a:p>
        </p:txBody>
      </p:sp>
      <p:sp>
        <p:nvSpPr>
          <p:cNvPr id="47996304" name="Straight Connector 491113418">
            <a:extLst>
              <a:ext uri="{FF2B5EF4-FFF2-40B4-BE49-F238E27FC236}">
                <a16:creationId xmlns:a16="http://schemas.microsoft.com/office/drawing/2014/main" id="{B7881D0D-4633-4820-94D3-07E0820A6389}"/>
              </a:ext>
            </a:extLst>
          </p:cNvPr>
          <p:cNvSpPr>
            <a:spLocks noGrp="1"/>
          </p:cNvSpPr>
          <p:nvPr/>
        </p:nvSpPr>
        <p:spPr>
          <a:xfrm>
            <a:off x="6619875" y="3190875"/>
            <a:ext cx="9525" cy="1047750"/>
          </a:xfrm>
          <a:prstGeom prst="line">
            <a:avLst/>
          </a:prstGeom>
          <a:noFill/>
          <a:ln w="19050">
            <a:solidFill>
              <a:srgbClr val="CBD5E1"/>
            </a:solidFill>
            <a:prstDash val="solid"/>
          </a:ln>
        </p:spPr>
        <p:txBody>
          <a:bodyPr/>
          <a:lstStyle/>
          <a:p>
            <a:pPr>
              <a:buNone/>
            </a:pPr>
            <a:endParaRPr/>
          </a:p>
        </p:txBody>
      </p:sp>
      <p:sp>
        <p:nvSpPr>
          <p:cNvPr id="763021837" name="Straight Connector 1895177637">
            <a:extLst>
              <a:ext uri="{FF2B5EF4-FFF2-40B4-BE49-F238E27FC236}">
                <a16:creationId xmlns:a16="http://schemas.microsoft.com/office/drawing/2014/main" id="{34E9FF82-A911-43E4-8C72-ABFE6945FC12}"/>
              </a:ext>
            </a:extLst>
          </p:cNvPr>
          <p:cNvSpPr>
            <a:spLocks noGrp="1"/>
          </p:cNvSpPr>
          <p:nvPr/>
        </p:nvSpPr>
        <p:spPr>
          <a:xfrm>
            <a:off x="8048625" y="3190875"/>
            <a:ext cx="9525" cy="1047750"/>
          </a:xfrm>
          <a:prstGeom prst="line">
            <a:avLst/>
          </a:prstGeom>
          <a:noFill/>
          <a:ln w="19050">
            <a:solidFill>
              <a:srgbClr val="CBD5E1"/>
            </a:solidFill>
            <a:prstDash val="solid"/>
          </a:ln>
        </p:spPr>
        <p:txBody>
          <a:bodyPr/>
          <a:lstStyle/>
          <a:p>
            <a:pPr>
              <a:buNone/>
            </a:pPr>
            <a:endParaRPr/>
          </a:p>
        </p:txBody>
      </p:sp>
      <p:sp>
        <p:nvSpPr>
          <p:cNvPr id="1754047882" name="Straight Connector 1498279708">
            <a:extLst>
              <a:ext uri="{FF2B5EF4-FFF2-40B4-BE49-F238E27FC236}">
                <a16:creationId xmlns:a16="http://schemas.microsoft.com/office/drawing/2014/main" id="{87846B93-C866-4F3E-934E-9F36BF5EF062}"/>
              </a:ext>
            </a:extLst>
          </p:cNvPr>
          <p:cNvSpPr>
            <a:spLocks noGrp="1"/>
          </p:cNvSpPr>
          <p:nvPr/>
        </p:nvSpPr>
        <p:spPr>
          <a:xfrm>
            <a:off x="9477375" y="3190875"/>
            <a:ext cx="9525" cy="1047750"/>
          </a:xfrm>
          <a:prstGeom prst="line">
            <a:avLst/>
          </a:prstGeom>
          <a:noFill/>
          <a:ln w="19050">
            <a:solidFill>
              <a:srgbClr val="CBD5E1"/>
            </a:solidFill>
            <a:prstDash val="solid"/>
          </a:ln>
        </p:spPr>
        <p:txBody>
          <a:bodyPr/>
          <a:lstStyle/>
          <a:p>
            <a:pPr>
              <a:buNone/>
            </a:pPr>
            <a:endParaRPr/>
          </a:p>
        </p:txBody>
      </p:sp>
      <p:sp>
        <p:nvSpPr>
          <p:cNvPr id="896210978" name="Straight Connector 139583842">
            <a:extLst>
              <a:ext uri="{FF2B5EF4-FFF2-40B4-BE49-F238E27FC236}">
                <a16:creationId xmlns:a16="http://schemas.microsoft.com/office/drawing/2014/main" id="{0E660FF0-32C9-4B10-86DC-57EC7B7E4211}"/>
              </a:ext>
            </a:extLst>
          </p:cNvPr>
          <p:cNvSpPr>
            <a:spLocks noGrp="1"/>
          </p:cNvSpPr>
          <p:nvPr/>
        </p:nvSpPr>
        <p:spPr>
          <a:xfrm>
            <a:off x="2333625" y="2857500"/>
            <a:ext cx="9525" cy="1714500"/>
          </a:xfrm>
          <a:prstGeom prst="line">
            <a:avLst/>
          </a:prstGeom>
          <a:noFill/>
          <a:ln w="9525">
            <a:solidFill>
              <a:srgbClr val="CBD5E1">
                <a:alpha val="35000"/>
              </a:srgbClr>
            </a:solidFill>
            <a:prstDash val="solid"/>
          </a:ln>
        </p:spPr>
        <p:txBody>
          <a:bodyPr/>
          <a:lstStyle/>
          <a:p>
            <a:pPr>
              <a:buNone/>
            </a:pPr>
            <a:endParaRPr/>
          </a:p>
        </p:txBody>
      </p:sp>
      <p:sp>
        <p:nvSpPr>
          <p:cNvPr id="1706130259" name="Straight Connector 810730709">
            <a:extLst>
              <a:ext uri="{FF2B5EF4-FFF2-40B4-BE49-F238E27FC236}">
                <a16:creationId xmlns:a16="http://schemas.microsoft.com/office/drawing/2014/main" id="{82750468-806B-4D87-8217-717A2ECF4D6E}"/>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txBody>
          <a:bodyPr/>
          <a:lstStyle/>
          <a:p>
            <a:pPr>
              <a:buNone/>
            </a:pPr>
            <a:endParaRPr/>
          </a:p>
        </p:txBody>
      </p:sp>
      <p:sp>
        <p:nvSpPr>
          <p:cNvPr id="337256675" name="Straight Connector 521066155">
            <a:extLst>
              <a:ext uri="{FF2B5EF4-FFF2-40B4-BE49-F238E27FC236}">
                <a16:creationId xmlns:a16="http://schemas.microsoft.com/office/drawing/2014/main" id="{636988D3-610C-4F48-B6D8-4ABE2D624935}"/>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txBody>
          <a:bodyPr/>
          <a:lstStyle/>
          <a:p>
            <a:pPr>
              <a:buNone/>
            </a:pPr>
            <a:endParaRPr/>
          </a:p>
        </p:txBody>
      </p:sp>
      <p:sp>
        <p:nvSpPr>
          <p:cNvPr id="1766969175" name="Straight Connector 316407275">
            <a:extLst>
              <a:ext uri="{FF2B5EF4-FFF2-40B4-BE49-F238E27FC236}">
                <a16:creationId xmlns:a16="http://schemas.microsoft.com/office/drawing/2014/main" id="{4FAD7438-FE66-45A3-BAD5-B1318480A2FC}"/>
              </a:ext>
            </a:extLst>
          </p:cNvPr>
          <p:cNvSpPr>
            <a:spLocks noGrp="1"/>
          </p:cNvSpPr>
          <p:nvPr/>
        </p:nvSpPr>
        <p:spPr>
          <a:xfrm>
            <a:off x="2333625" y="2857500"/>
            <a:ext cx="1428750" cy="1714500"/>
          </a:xfrm>
          <a:prstGeom prst="line">
            <a:avLst/>
          </a:prstGeom>
          <a:noFill/>
          <a:ln w="9525">
            <a:solidFill>
              <a:srgbClr val="CBD5E1">
                <a:alpha val="35000"/>
              </a:srgbClr>
            </a:solidFill>
            <a:prstDash val="solid"/>
          </a:ln>
        </p:spPr>
        <p:txBody>
          <a:bodyPr/>
          <a:lstStyle/>
          <a:p>
            <a:pPr>
              <a:buNone/>
            </a:pPr>
            <a:endParaRPr/>
          </a:p>
        </p:txBody>
      </p:sp>
      <p:sp>
        <p:nvSpPr>
          <p:cNvPr id="886248667" name="Straight Connector 218150276">
            <a:extLst>
              <a:ext uri="{FF2B5EF4-FFF2-40B4-BE49-F238E27FC236}">
                <a16:creationId xmlns:a16="http://schemas.microsoft.com/office/drawing/2014/main" id="{61D108C0-1323-4E86-B525-9C46AE90DDCF}"/>
              </a:ext>
            </a:extLst>
          </p:cNvPr>
          <p:cNvSpPr>
            <a:spLocks noGrp="1"/>
          </p:cNvSpPr>
          <p:nvPr/>
        </p:nvSpPr>
        <p:spPr>
          <a:xfrm>
            <a:off x="3762375" y="2857500"/>
            <a:ext cx="1428750" cy="1714500"/>
          </a:xfrm>
          <a:prstGeom prst="line">
            <a:avLst/>
          </a:prstGeom>
          <a:noFill/>
          <a:ln w="9525">
            <a:solidFill>
              <a:srgbClr val="CBD5E1">
                <a:alpha val="35000"/>
              </a:srgbClr>
            </a:solidFill>
            <a:prstDash val="solid"/>
          </a:ln>
        </p:spPr>
        <p:txBody>
          <a:bodyPr/>
          <a:lstStyle/>
          <a:p>
            <a:pPr>
              <a:buNone/>
            </a:pPr>
            <a:endParaRPr/>
          </a:p>
        </p:txBody>
      </p:sp>
      <p:sp>
        <p:nvSpPr>
          <p:cNvPr id="2130383036" name="Straight Connector 499927860">
            <a:extLst>
              <a:ext uri="{FF2B5EF4-FFF2-40B4-BE49-F238E27FC236}">
                <a16:creationId xmlns:a16="http://schemas.microsoft.com/office/drawing/2014/main" id="{B386EC15-1EA6-420D-97C6-80182466FD33}"/>
              </a:ext>
            </a:extLst>
          </p:cNvPr>
          <p:cNvSpPr>
            <a:spLocks noGrp="1"/>
          </p:cNvSpPr>
          <p:nvPr/>
        </p:nvSpPr>
        <p:spPr>
          <a:xfrm>
            <a:off x="3762375" y="2857500"/>
            <a:ext cx="4286250" cy="1714500"/>
          </a:xfrm>
          <a:prstGeom prst="line">
            <a:avLst/>
          </a:prstGeom>
          <a:noFill/>
          <a:ln w="9525">
            <a:solidFill>
              <a:srgbClr val="CBD5E1">
                <a:alpha val="35000"/>
              </a:srgbClr>
            </a:solidFill>
            <a:prstDash val="solid"/>
          </a:ln>
        </p:spPr>
        <p:txBody>
          <a:bodyPr/>
          <a:lstStyle/>
          <a:p>
            <a:pPr>
              <a:buNone/>
            </a:pPr>
            <a:endParaRPr/>
          </a:p>
        </p:txBody>
      </p:sp>
      <p:sp>
        <p:nvSpPr>
          <p:cNvPr id="1039691313" name="Straight Connector 1350622295">
            <a:extLst>
              <a:ext uri="{FF2B5EF4-FFF2-40B4-BE49-F238E27FC236}">
                <a16:creationId xmlns:a16="http://schemas.microsoft.com/office/drawing/2014/main" id="{D278B529-0202-4876-A500-D44CE47A9B33}"/>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txBody>
          <a:bodyPr/>
          <a:lstStyle/>
          <a:p>
            <a:pPr>
              <a:buNone/>
            </a:pPr>
            <a:endParaRPr/>
          </a:p>
        </p:txBody>
      </p:sp>
      <p:sp>
        <p:nvSpPr>
          <p:cNvPr id="791410490" name="Straight Connector 45691064">
            <a:extLst>
              <a:ext uri="{FF2B5EF4-FFF2-40B4-BE49-F238E27FC236}">
                <a16:creationId xmlns:a16="http://schemas.microsoft.com/office/drawing/2014/main" id="{B8D20A11-EA62-4461-B674-2705088489FF}"/>
              </a:ext>
            </a:extLst>
          </p:cNvPr>
          <p:cNvSpPr>
            <a:spLocks noGrp="1"/>
          </p:cNvSpPr>
          <p:nvPr/>
        </p:nvSpPr>
        <p:spPr>
          <a:xfrm>
            <a:off x="5191125" y="2857500"/>
            <a:ext cx="9525" cy="1714500"/>
          </a:xfrm>
          <a:prstGeom prst="line">
            <a:avLst/>
          </a:prstGeom>
          <a:noFill/>
          <a:ln w="9525">
            <a:solidFill>
              <a:srgbClr val="CBD5E1">
                <a:alpha val="35000"/>
              </a:srgbClr>
            </a:solidFill>
            <a:prstDash val="solid"/>
          </a:ln>
        </p:spPr>
        <p:txBody>
          <a:bodyPr/>
          <a:lstStyle/>
          <a:p>
            <a:pPr>
              <a:buNone/>
            </a:pPr>
            <a:endParaRPr/>
          </a:p>
        </p:txBody>
      </p:sp>
      <p:sp>
        <p:nvSpPr>
          <p:cNvPr id="595745700" name="Straight Connector 1145050028">
            <a:extLst>
              <a:ext uri="{FF2B5EF4-FFF2-40B4-BE49-F238E27FC236}">
                <a16:creationId xmlns:a16="http://schemas.microsoft.com/office/drawing/2014/main" id="{4BB318E0-1370-4A88-95B7-85C7E0676D9A}"/>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txBody>
          <a:bodyPr/>
          <a:lstStyle/>
          <a:p>
            <a:pPr>
              <a:buNone/>
            </a:pPr>
            <a:endParaRPr/>
          </a:p>
        </p:txBody>
      </p:sp>
      <p:sp>
        <p:nvSpPr>
          <p:cNvPr id="293523838" name="Straight Connector 969983034">
            <a:extLst>
              <a:ext uri="{FF2B5EF4-FFF2-40B4-BE49-F238E27FC236}">
                <a16:creationId xmlns:a16="http://schemas.microsoft.com/office/drawing/2014/main" id="{44BA95A8-3097-410C-8F0C-FD499F0B4DED}"/>
              </a:ext>
            </a:extLst>
          </p:cNvPr>
          <p:cNvSpPr>
            <a:spLocks noGrp="1"/>
          </p:cNvSpPr>
          <p:nvPr/>
        </p:nvSpPr>
        <p:spPr>
          <a:xfrm>
            <a:off x="2333625" y="2857500"/>
            <a:ext cx="4286250" cy="1714500"/>
          </a:xfrm>
          <a:prstGeom prst="line">
            <a:avLst/>
          </a:prstGeom>
          <a:noFill/>
          <a:ln w="9525">
            <a:solidFill>
              <a:srgbClr val="CBD5E1">
                <a:alpha val="35000"/>
              </a:srgbClr>
            </a:solidFill>
            <a:prstDash val="solid"/>
          </a:ln>
        </p:spPr>
        <p:txBody>
          <a:bodyPr/>
          <a:lstStyle/>
          <a:p>
            <a:pPr>
              <a:buNone/>
            </a:pPr>
            <a:endParaRPr/>
          </a:p>
        </p:txBody>
      </p:sp>
      <p:sp>
        <p:nvSpPr>
          <p:cNvPr id="1763063013" name="Straight Connector 452016390">
            <a:extLst>
              <a:ext uri="{FF2B5EF4-FFF2-40B4-BE49-F238E27FC236}">
                <a16:creationId xmlns:a16="http://schemas.microsoft.com/office/drawing/2014/main" id="{48698A93-4973-4E99-88BB-3240D9B29BBE}"/>
              </a:ext>
            </a:extLst>
          </p:cNvPr>
          <p:cNvSpPr>
            <a:spLocks noGrp="1"/>
          </p:cNvSpPr>
          <p:nvPr/>
        </p:nvSpPr>
        <p:spPr>
          <a:xfrm>
            <a:off x="5191125" y="2857500"/>
            <a:ext cx="1428750" cy="1714500"/>
          </a:xfrm>
          <a:prstGeom prst="line">
            <a:avLst/>
          </a:prstGeom>
          <a:noFill/>
          <a:ln w="9525">
            <a:solidFill>
              <a:srgbClr val="CBD5E1">
                <a:alpha val="35000"/>
              </a:srgbClr>
            </a:solidFill>
            <a:prstDash val="solid"/>
          </a:ln>
        </p:spPr>
        <p:txBody>
          <a:bodyPr/>
          <a:lstStyle/>
          <a:p>
            <a:pPr>
              <a:buNone/>
            </a:pPr>
            <a:endParaRPr/>
          </a:p>
        </p:txBody>
      </p:sp>
      <p:sp>
        <p:nvSpPr>
          <p:cNvPr id="1953651822" name="Straight Connector 1200418004">
            <a:extLst>
              <a:ext uri="{FF2B5EF4-FFF2-40B4-BE49-F238E27FC236}">
                <a16:creationId xmlns:a16="http://schemas.microsoft.com/office/drawing/2014/main" id="{2BF1D6B3-64F2-4DE0-90BC-E1EA299A9DB8}"/>
              </a:ext>
            </a:extLst>
          </p:cNvPr>
          <p:cNvSpPr>
            <a:spLocks noGrp="1"/>
          </p:cNvSpPr>
          <p:nvPr/>
        </p:nvSpPr>
        <p:spPr>
          <a:xfrm>
            <a:off x="6619875" y="2857500"/>
            <a:ext cx="1428750" cy="1714500"/>
          </a:xfrm>
          <a:prstGeom prst="line">
            <a:avLst/>
          </a:prstGeom>
          <a:noFill/>
          <a:ln w="9525">
            <a:solidFill>
              <a:srgbClr val="CBD5E1">
                <a:alpha val="35000"/>
              </a:srgbClr>
            </a:solidFill>
            <a:prstDash val="solid"/>
          </a:ln>
        </p:spPr>
        <p:txBody>
          <a:bodyPr/>
          <a:lstStyle/>
          <a:p>
            <a:pPr>
              <a:buNone/>
            </a:pPr>
            <a:endParaRPr/>
          </a:p>
        </p:txBody>
      </p:sp>
      <p:sp>
        <p:nvSpPr>
          <p:cNvPr id="1315670947" name="Straight Connector 1516866411">
            <a:extLst>
              <a:ext uri="{FF2B5EF4-FFF2-40B4-BE49-F238E27FC236}">
                <a16:creationId xmlns:a16="http://schemas.microsoft.com/office/drawing/2014/main" id="{FB8F2D92-9FD3-4A9E-A319-E62B79F61CE3}"/>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txBody>
          <a:bodyPr/>
          <a:lstStyle/>
          <a:p>
            <a:pPr>
              <a:buNone/>
            </a:pPr>
            <a:endParaRPr/>
          </a:p>
        </p:txBody>
      </p:sp>
      <p:sp>
        <p:nvSpPr>
          <p:cNvPr id="1185295461" name="Straight Connector 251999135">
            <a:extLst>
              <a:ext uri="{FF2B5EF4-FFF2-40B4-BE49-F238E27FC236}">
                <a16:creationId xmlns:a16="http://schemas.microsoft.com/office/drawing/2014/main" id="{035E27B8-C82C-4027-984E-D8D23E44571B}"/>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txBody>
          <a:bodyPr/>
          <a:lstStyle/>
          <a:p>
            <a:pPr>
              <a:buNone/>
            </a:pPr>
            <a:endParaRPr/>
          </a:p>
        </p:txBody>
      </p:sp>
      <p:sp>
        <p:nvSpPr>
          <p:cNvPr id="1556300230" name="Straight Connector 86571184">
            <a:extLst>
              <a:ext uri="{FF2B5EF4-FFF2-40B4-BE49-F238E27FC236}">
                <a16:creationId xmlns:a16="http://schemas.microsoft.com/office/drawing/2014/main" id="{43693510-5F41-40F9-8D82-2800D4F82BB7}"/>
              </a:ext>
            </a:extLst>
          </p:cNvPr>
          <p:cNvSpPr>
            <a:spLocks noGrp="1"/>
          </p:cNvSpPr>
          <p:nvPr/>
        </p:nvSpPr>
        <p:spPr>
          <a:xfrm>
            <a:off x="8048625" y="2857500"/>
            <a:ext cx="9525" cy="1714500"/>
          </a:xfrm>
          <a:prstGeom prst="line">
            <a:avLst/>
          </a:prstGeom>
          <a:noFill/>
          <a:ln w="9525">
            <a:solidFill>
              <a:srgbClr val="CBD5E1">
                <a:alpha val="35000"/>
              </a:srgbClr>
            </a:solidFill>
            <a:prstDash val="solid"/>
          </a:ln>
        </p:spPr>
        <p:txBody>
          <a:bodyPr/>
          <a:lstStyle/>
          <a:p>
            <a:pPr>
              <a:buNone/>
            </a:pPr>
            <a:endParaRPr/>
          </a:p>
        </p:txBody>
      </p:sp>
      <p:sp>
        <p:nvSpPr>
          <p:cNvPr id="439495683" name="Straight Connector 602661193">
            <a:extLst>
              <a:ext uri="{FF2B5EF4-FFF2-40B4-BE49-F238E27FC236}">
                <a16:creationId xmlns:a16="http://schemas.microsoft.com/office/drawing/2014/main" id="{FDBA81E7-7D3A-46C7-9903-976412DB5E8F}"/>
              </a:ext>
            </a:extLst>
          </p:cNvPr>
          <p:cNvSpPr>
            <a:spLocks noGrp="1"/>
          </p:cNvSpPr>
          <p:nvPr/>
        </p:nvSpPr>
        <p:spPr>
          <a:xfrm>
            <a:off x="2333625" y="2857500"/>
            <a:ext cx="7143750" cy="1714500"/>
          </a:xfrm>
          <a:prstGeom prst="line">
            <a:avLst/>
          </a:prstGeom>
          <a:noFill/>
          <a:ln w="9525">
            <a:solidFill>
              <a:srgbClr val="CBD5E1">
                <a:alpha val="35000"/>
              </a:srgbClr>
            </a:solidFill>
            <a:prstDash val="solid"/>
          </a:ln>
        </p:spPr>
        <p:txBody>
          <a:bodyPr/>
          <a:lstStyle/>
          <a:p>
            <a:pPr>
              <a:buNone/>
            </a:pPr>
            <a:endParaRPr/>
          </a:p>
        </p:txBody>
      </p:sp>
      <p:sp>
        <p:nvSpPr>
          <p:cNvPr id="1499003115" name="Straight Connector 2078817605">
            <a:extLst>
              <a:ext uri="{FF2B5EF4-FFF2-40B4-BE49-F238E27FC236}">
                <a16:creationId xmlns:a16="http://schemas.microsoft.com/office/drawing/2014/main" id="{38BCC8AA-5DB2-47B8-85FD-562CE3F949CB}"/>
              </a:ext>
            </a:extLst>
          </p:cNvPr>
          <p:cNvSpPr>
            <a:spLocks noGrp="1"/>
          </p:cNvSpPr>
          <p:nvPr/>
        </p:nvSpPr>
        <p:spPr>
          <a:xfrm>
            <a:off x="5191125" y="2857500"/>
            <a:ext cx="4286250" cy="1714500"/>
          </a:xfrm>
          <a:prstGeom prst="line">
            <a:avLst/>
          </a:prstGeom>
          <a:noFill/>
          <a:ln w="9525">
            <a:solidFill>
              <a:srgbClr val="CBD5E1">
                <a:alpha val="35000"/>
              </a:srgbClr>
            </a:solidFill>
            <a:prstDash val="solid"/>
          </a:ln>
        </p:spPr>
        <p:txBody>
          <a:bodyPr/>
          <a:lstStyle/>
          <a:p>
            <a:pPr>
              <a:buNone/>
            </a:pPr>
            <a:endParaRPr/>
          </a:p>
        </p:txBody>
      </p:sp>
      <p:sp>
        <p:nvSpPr>
          <p:cNvPr id="918017503" name="Straight Connector 37467791">
            <a:extLst>
              <a:ext uri="{FF2B5EF4-FFF2-40B4-BE49-F238E27FC236}">
                <a16:creationId xmlns:a16="http://schemas.microsoft.com/office/drawing/2014/main" id="{8DB87597-ABE5-4917-BDAB-BB79F6916598}"/>
              </a:ext>
            </a:extLst>
          </p:cNvPr>
          <p:cNvSpPr>
            <a:spLocks noGrp="1"/>
          </p:cNvSpPr>
          <p:nvPr/>
        </p:nvSpPr>
        <p:spPr>
          <a:xfrm>
            <a:off x="8048625" y="2857500"/>
            <a:ext cx="1428750" cy="1714500"/>
          </a:xfrm>
          <a:prstGeom prst="line">
            <a:avLst/>
          </a:prstGeom>
          <a:noFill/>
          <a:ln w="9525">
            <a:solidFill>
              <a:srgbClr val="CBD5E1">
                <a:alpha val="35000"/>
              </a:srgbClr>
            </a:solidFill>
            <a:prstDash val="solid"/>
          </a:ln>
        </p:spPr>
        <p:txBody>
          <a:bodyPr/>
          <a:lstStyle/>
          <a:p>
            <a:pPr>
              <a:buNone/>
            </a:pPr>
            <a:endParaRPr/>
          </a:p>
        </p:txBody>
      </p:sp>
      <p:sp>
        <p:nvSpPr>
          <p:cNvPr id="828598743" name="Rectangle 118172492">
            <a:extLst>
              <a:ext uri="{FF2B5EF4-FFF2-40B4-BE49-F238E27FC236}">
                <a16:creationId xmlns:a16="http://schemas.microsoft.com/office/drawing/2014/main" id="{F5687B84-8625-44CF-8BD3-E51372F95C7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48</a:t>
            </a:r>
          </a:p>
        </p:txBody>
      </p:sp>
    </p:spTree>
    <p:extLst>
      <p:ext uri="{BB962C8B-B14F-4D97-AF65-F5344CB8AC3E}">
        <p14:creationId xmlns:p14="http://schemas.microsoft.com/office/powerpoint/2010/main" val="6160432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4002391" name="Rectangle 1367258729">
            <a:extLst>
              <a:ext uri="{FF2B5EF4-FFF2-40B4-BE49-F238E27FC236}">
                <a16:creationId xmlns:a16="http://schemas.microsoft.com/office/drawing/2014/main" id="{3F2E794F-A3A8-4A38-B318-F1E801C4B32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Multi-head</a:t>
            </a:r>
          </a:p>
        </p:txBody>
      </p:sp>
      <p:sp>
        <p:nvSpPr>
          <p:cNvPr id="1933669579" name="Rectangle 1284678877">
            <a:extLst>
              <a:ext uri="{FF2B5EF4-FFF2-40B4-BE49-F238E27FC236}">
                <a16:creationId xmlns:a16="http://schemas.microsoft.com/office/drawing/2014/main" id="{AFE6F319-022F-4DC1-9D95-C63E824CE38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Many heads learn different links</a:t>
            </a:r>
          </a:p>
        </p:txBody>
      </p:sp>
      <p:sp>
        <p:nvSpPr>
          <p:cNvPr id="689012328" name="Rectangle: Rounded Corners 800864107">
            <a:extLst>
              <a:ext uri="{FF2B5EF4-FFF2-40B4-BE49-F238E27FC236}">
                <a16:creationId xmlns:a16="http://schemas.microsoft.com/office/drawing/2014/main" id="{542160B2-B2D3-40FA-92BF-5A9CC74EAF1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523384928" name="Oval 233773315">
            <a:extLst>
              <a:ext uri="{FF2B5EF4-FFF2-40B4-BE49-F238E27FC236}">
                <a16:creationId xmlns:a16="http://schemas.microsoft.com/office/drawing/2014/main" id="{82E95CAC-C9E1-48AD-8AC5-BA8D7FDA9413}"/>
              </a:ext>
            </a:extLst>
          </p:cNvPr>
          <p:cNvSpPr>
            <a:spLocks noGrp="1"/>
          </p:cNvSpPr>
          <p:nvPr/>
        </p:nvSpPr>
        <p:spPr>
          <a:xfrm>
            <a:off x="1619250" y="2381250"/>
            <a:ext cx="1524000" cy="1524000"/>
          </a:xfrm>
          <a:prstGeom prst="ellipse">
            <a:avLst/>
          </a:prstGeom>
          <a:solidFill>
            <a:srgbClr val="2563EB">
              <a:alpha val="12000"/>
            </a:srgbClr>
          </a:solidFill>
          <a:ln w="28575">
            <a:solidFill>
              <a:srgbClr val="2563EB"/>
            </a:solidFill>
            <a:prstDash val="solid"/>
          </a:ln>
        </p:spPr>
        <p:txBody>
          <a:bodyPr/>
          <a:lstStyle/>
          <a:p>
            <a:pPr>
              <a:buNone/>
            </a:pPr>
            <a:endParaRPr/>
          </a:p>
        </p:txBody>
      </p:sp>
      <p:sp>
        <p:nvSpPr>
          <p:cNvPr id="1520220799" name="Straight Connector 1564947674">
            <a:extLst>
              <a:ext uri="{FF2B5EF4-FFF2-40B4-BE49-F238E27FC236}">
                <a16:creationId xmlns:a16="http://schemas.microsoft.com/office/drawing/2014/main" id="{CDA49103-BF15-4516-9E11-FE9E2D2C9A6D}"/>
              </a:ext>
            </a:extLst>
          </p:cNvPr>
          <p:cNvSpPr>
            <a:spLocks noGrp="1"/>
          </p:cNvSpPr>
          <p:nvPr/>
        </p:nvSpPr>
        <p:spPr>
          <a:xfrm>
            <a:off x="1952625" y="3143250"/>
            <a:ext cx="857250" cy="9525"/>
          </a:xfrm>
          <a:prstGeom prst="line">
            <a:avLst/>
          </a:prstGeom>
          <a:noFill/>
          <a:ln w="38100">
            <a:solidFill>
              <a:srgbClr val="2563EB"/>
            </a:solidFill>
            <a:prstDash val="solid"/>
          </a:ln>
        </p:spPr>
        <p:txBody>
          <a:bodyPr/>
          <a:lstStyle/>
          <a:p>
            <a:pPr>
              <a:buNone/>
            </a:pPr>
            <a:endParaRPr/>
          </a:p>
        </p:txBody>
      </p:sp>
      <p:sp>
        <p:nvSpPr>
          <p:cNvPr id="1995211852" name="Straight Connector 995560161">
            <a:extLst>
              <a:ext uri="{FF2B5EF4-FFF2-40B4-BE49-F238E27FC236}">
                <a16:creationId xmlns:a16="http://schemas.microsoft.com/office/drawing/2014/main" id="{A7C57911-BA39-4A30-A67F-9AA5A6594746}"/>
              </a:ext>
            </a:extLst>
          </p:cNvPr>
          <p:cNvSpPr>
            <a:spLocks noGrp="1"/>
          </p:cNvSpPr>
          <p:nvPr/>
        </p:nvSpPr>
        <p:spPr>
          <a:xfrm>
            <a:off x="2381250" y="2714625"/>
            <a:ext cx="9525" cy="857250"/>
          </a:xfrm>
          <a:prstGeom prst="line">
            <a:avLst/>
          </a:prstGeom>
          <a:noFill/>
          <a:ln w="38100">
            <a:solidFill>
              <a:srgbClr val="2563EB"/>
            </a:solidFill>
            <a:prstDash val="solid"/>
          </a:ln>
        </p:spPr>
        <p:txBody>
          <a:bodyPr/>
          <a:lstStyle/>
          <a:p>
            <a:pPr>
              <a:buNone/>
            </a:pPr>
            <a:endParaRPr/>
          </a:p>
        </p:txBody>
      </p:sp>
      <p:sp>
        <p:nvSpPr>
          <p:cNvPr id="346094772" name="Rectangle 1698038425">
            <a:extLst>
              <a:ext uri="{FF2B5EF4-FFF2-40B4-BE49-F238E27FC236}">
                <a16:creationId xmlns:a16="http://schemas.microsoft.com/office/drawing/2014/main" id="{2A4BDC52-1BDF-43A3-B78B-97FF86DFD4CD}"/>
              </a:ext>
            </a:extLst>
          </p:cNvPr>
          <p:cNvSpPr>
            <a:spLocks noGrp="1"/>
          </p:cNvSpPr>
          <p:nvPr/>
        </p:nvSpPr>
        <p:spPr>
          <a:xfrm>
            <a:off x="166687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syntax</a:t>
            </a:r>
          </a:p>
        </p:txBody>
      </p:sp>
      <p:sp>
        <p:nvSpPr>
          <p:cNvPr id="100148330" name="Oval 79558485">
            <a:extLst>
              <a:ext uri="{FF2B5EF4-FFF2-40B4-BE49-F238E27FC236}">
                <a16:creationId xmlns:a16="http://schemas.microsoft.com/office/drawing/2014/main" id="{53C6ED4E-0050-46DD-8C5C-CFE029BD986B}"/>
              </a:ext>
            </a:extLst>
          </p:cNvPr>
          <p:cNvSpPr>
            <a:spLocks noGrp="1"/>
          </p:cNvSpPr>
          <p:nvPr/>
        </p:nvSpPr>
        <p:spPr>
          <a:xfrm>
            <a:off x="4143375" y="2381250"/>
            <a:ext cx="1524000" cy="1524000"/>
          </a:xfrm>
          <a:prstGeom prst="ellipse">
            <a:avLst/>
          </a:prstGeom>
          <a:solidFill>
            <a:srgbClr val="10B981">
              <a:alpha val="12000"/>
            </a:srgbClr>
          </a:solidFill>
          <a:ln w="28575">
            <a:solidFill>
              <a:srgbClr val="10B981"/>
            </a:solidFill>
            <a:prstDash val="solid"/>
          </a:ln>
        </p:spPr>
        <p:txBody>
          <a:bodyPr/>
          <a:lstStyle/>
          <a:p>
            <a:pPr>
              <a:buNone/>
            </a:pPr>
            <a:endParaRPr/>
          </a:p>
        </p:txBody>
      </p:sp>
      <p:sp>
        <p:nvSpPr>
          <p:cNvPr id="756410193" name="Straight Connector 1609830998">
            <a:extLst>
              <a:ext uri="{FF2B5EF4-FFF2-40B4-BE49-F238E27FC236}">
                <a16:creationId xmlns:a16="http://schemas.microsoft.com/office/drawing/2014/main" id="{AE9BAE4B-8E18-44EB-93F0-E31FC970F423}"/>
              </a:ext>
            </a:extLst>
          </p:cNvPr>
          <p:cNvSpPr>
            <a:spLocks noGrp="1"/>
          </p:cNvSpPr>
          <p:nvPr/>
        </p:nvSpPr>
        <p:spPr>
          <a:xfrm>
            <a:off x="4476750" y="3143250"/>
            <a:ext cx="857250" cy="9525"/>
          </a:xfrm>
          <a:prstGeom prst="line">
            <a:avLst/>
          </a:prstGeom>
          <a:noFill/>
          <a:ln w="38100">
            <a:solidFill>
              <a:srgbClr val="10B981"/>
            </a:solidFill>
            <a:prstDash val="solid"/>
          </a:ln>
        </p:spPr>
        <p:txBody>
          <a:bodyPr/>
          <a:lstStyle/>
          <a:p>
            <a:pPr>
              <a:buNone/>
            </a:pPr>
            <a:endParaRPr/>
          </a:p>
        </p:txBody>
      </p:sp>
      <p:sp>
        <p:nvSpPr>
          <p:cNvPr id="260127972" name="Straight Connector 1713490366">
            <a:extLst>
              <a:ext uri="{FF2B5EF4-FFF2-40B4-BE49-F238E27FC236}">
                <a16:creationId xmlns:a16="http://schemas.microsoft.com/office/drawing/2014/main" id="{E900B9E9-48DF-4BE6-9E40-4E223C4FD4D0}"/>
              </a:ext>
            </a:extLst>
          </p:cNvPr>
          <p:cNvSpPr>
            <a:spLocks noGrp="1"/>
          </p:cNvSpPr>
          <p:nvPr/>
        </p:nvSpPr>
        <p:spPr>
          <a:xfrm>
            <a:off x="4905375" y="2714625"/>
            <a:ext cx="9525" cy="857250"/>
          </a:xfrm>
          <a:prstGeom prst="line">
            <a:avLst/>
          </a:prstGeom>
          <a:noFill/>
          <a:ln w="38100">
            <a:solidFill>
              <a:srgbClr val="10B981"/>
            </a:solidFill>
            <a:prstDash val="solid"/>
          </a:ln>
        </p:spPr>
        <p:txBody>
          <a:bodyPr/>
          <a:lstStyle/>
          <a:p>
            <a:pPr>
              <a:buNone/>
            </a:pPr>
            <a:endParaRPr/>
          </a:p>
        </p:txBody>
      </p:sp>
      <p:sp>
        <p:nvSpPr>
          <p:cNvPr id="1094826964" name="Rectangle 1540777176">
            <a:extLst>
              <a:ext uri="{FF2B5EF4-FFF2-40B4-BE49-F238E27FC236}">
                <a16:creationId xmlns:a16="http://schemas.microsoft.com/office/drawing/2014/main" id="{D2F33BBE-F8C9-4C08-BF93-F79EB714C351}"/>
              </a:ext>
            </a:extLst>
          </p:cNvPr>
          <p:cNvSpPr>
            <a:spLocks noGrp="1"/>
          </p:cNvSpPr>
          <p:nvPr/>
        </p:nvSpPr>
        <p:spPr>
          <a:xfrm>
            <a:off x="419100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reference</a:t>
            </a:r>
          </a:p>
        </p:txBody>
      </p:sp>
      <p:sp>
        <p:nvSpPr>
          <p:cNvPr id="841050428" name="Oval 1805008483">
            <a:extLst>
              <a:ext uri="{FF2B5EF4-FFF2-40B4-BE49-F238E27FC236}">
                <a16:creationId xmlns:a16="http://schemas.microsoft.com/office/drawing/2014/main" id="{B74CC55F-0C02-4EC0-A7E1-1A0A5D6C132F}"/>
              </a:ext>
            </a:extLst>
          </p:cNvPr>
          <p:cNvSpPr>
            <a:spLocks noGrp="1"/>
          </p:cNvSpPr>
          <p:nvPr/>
        </p:nvSpPr>
        <p:spPr>
          <a:xfrm>
            <a:off x="6667500" y="2381250"/>
            <a:ext cx="1524000" cy="1524000"/>
          </a:xfrm>
          <a:prstGeom prst="ellipse">
            <a:avLst/>
          </a:prstGeom>
          <a:solidFill>
            <a:srgbClr val="F97316">
              <a:alpha val="12000"/>
            </a:srgbClr>
          </a:solidFill>
          <a:ln w="28575">
            <a:solidFill>
              <a:srgbClr val="F97316"/>
            </a:solidFill>
            <a:prstDash val="solid"/>
          </a:ln>
        </p:spPr>
        <p:txBody>
          <a:bodyPr/>
          <a:lstStyle/>
          <a:p>
            <a:pPr>
              <a:buNone/>
            </a:pPr>
            <a:endParaRPr/>
          </a:p>
        </p:txBody>
      </p:sp>
      <p:sp>
        <p:nvSpPr>
          <p:cNvPr id="2054161375" name="Straight Connector 1911549704">
            <a:extLst>
              <a:ext uri="{FF2B5EF4-FFF2-40B4-BE49-F238E27FC236}">
                <a16:creationId xmlns:a16="http://schemas.microsoft.com/office/drawing/2014/main" id="{35430208-78E9-4D73-A78A-2620A2EC2FD4}"/>
              </a:ext>
            </a:extLst>
          </p:cNvPr>
          <p:cNvSpPr>
            <a:spLocks noGrp="1"/>
          </p:cNvSpPr>
          <p:nvPr/>
        </p:nvSpPr>
        <p:spPr>
          <a:xfrm>
            <a:off x="7000875" y="3143250"/>
            <a:ext cx="857250" cy="9525"/>
          </a:xfrm>
          <a:prstGeom prst="line">
            <a:avLst/>
          </a:prstGeom>
          <a:noFill/>
          <a:ln w="38100">
            <a:solidFill>
              <a:srgbClr val="F97316"/>
            </a:solidFill>
            <a:prstDash val="solid"/>
          </a:ln>
        </p:spPr>
        <p:txBody>
          <a:bodyPr/>
          <a:lstStyle/>
          <a:p>
            <a:pPr>
              <a:buNone/>
            </a:pPr>
            <a:endParaRPr/>
          </a:p>
        </p:txBody>
      </p:sp>
      <p:sp>
        <p:nvSpPr>
          <p:cNvPr id="816517580" name="Straight Connector 1791936671">
            <a:extLst>
              <a:ext uri="{FF2B5EF4-FFF2-40B4-BE49-F238E27FC236}">
                <a16:creationId xmlns:a16="http://schemas.microsoft.com/office/drawing/2014/main" id="{9E352C8E-FD1C-441A-A037-53BC144F3CE2}"/>
              </a:ext>
            </a:extLst>
          </p:cNvPr>
          <p:cNvSpPr>
            <a:spLocks noGrp="1"/>
          </p:cNvSpPr>
          <p:nvPr/>
        </p:nvSpPr>
        <p:spPr>
          <a:xfrm>
            <a:off x="7429500" y="2714625"/>
            <a:ext cx="9525" cy="857250"/>
          </a:xfrm>
          <a:prstGeom prst="line">
            <a:avLst/>
          </a:prstGeom>
          <a:noFill/>
          <a:ln w="38100">
            <a:solidFill>
              <a:srgbClr val="F97316"/>
            </a:solidFill>
            <a:prstDash val="solid"/>
          </a:ln>
        </p:spPr>
        <p:txBody>
          <a:bodyPr/>
          <a:lstStyle/>
          <a:p>
            <a:pPr>
              <a:buNone/>
            </a:pPr>
            <a:endParaRPr/>
          </a:p>
        </p:txBody>
      </p:sp>
      <p:sp>
        <p:nvSpPr>
          <p:cNvPr id="2111563641" name="Rectangle 109414286">
            <a:extLst>
              <a:ext uri="{FF2B5EF4-FFF2-40B4-BE49-F238E27FC236}">
                <a16:creationId xmlns:a16="http://schemas.microsoft.com/office/drawing/2014/main" id="{536CC7E7-84F7-414F-B897-7C66B25AD04F}"/>
              </a:ext>
            </a:extLst>
          </p:cNvPr>
          <p:cNvSpPr>
            <a:spLocks noGrp="1"/>
          </p:cNvSpPr>
          <p:nvPr/>
        </p:nvSpPr>
        <p:spPr>
          <a:xfrm>
            <a:off x="671512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topic</a:t>
            </a:r>
          </a:p>
        </p:txBody>
      </p:sp>
      <p:sp>
        <p:nvSpPr>
          <p:cNvPr id="1865288944" name="Oval 446622830">
            <a:extLst>
              <a:ext uri="{FF2B5EF4-FFF2-40B4-BE49-F238E27FC236}">
                <a16:creationId xmlns:a16="http://schemas.microsoft.com/office/drawing/2014/main" id="{E6E8D547-E428-4B4A-8B6F-D4365FFE2DCD}"/>
              </a:ext>
            </a:extLst>
          </p:cNvPr>
          <p:cNvSpPr>
            <a:spLocks noGrp="1"/>
          </p:cNvSpPr>
          <p:nvPr/>
        </p:nvSpPr>
        <p:spPr>
          <a:xfrm>
            <a:off x="9191625" y="2381250"/>
            <a:ext cx="1524000" cy="1524000"/>
          </a:xfrm>
          <a:prstGeom prst="ellipse">
            <a:avLst/>
          </a:prstGeom>
          <a:solidFill>
            <a:srgbClr val="7C3AED">
              <a:alpha val="12000"/>
            </a:srgbClr>
          </a:solidFill>
          <a:ln w="28575">
            <a:solidFill>
              <a:srgbClr val="7C3AED"/>
            </a:solidFill>
            <a:prstDash val="solid"/>
          </a:ln>
        </p:spPr>
        <p:txBody>
          <a:bodyPr/>
          <a:lstStyle/>
          <a:p>
            <a:pPr>
              <a:buNone/>
            </a:pPr>
            <a:endParaRPr/>
          </a:p>
        </p:txBody>
      </p:sp>
      <p:sp>
        <p:nvSpPr>
          <p:cNvPr id="1359078856" name="Straight Connector 858706386">
            <a:extLst>
              <a:ext uri="{FF2B5EF4-FFF2-40B4-BE49-F238E27FC236}">
                <a16:creationId xmlns:a16="http://schemas.microsoft.com/office/drawing/2014/main" id="{104A8F68-D637-422D-8BFC-56CDF75E7E47}"/>
              </a:ext>
            </a:extLst>
          </p:cNvPr>
          <p:cNvSpPr>
            <a:spLocks noGrp="1"/>
          </p:cNvSpPr>
          <p:nvPr/>
        </p:nvSpPr>
        <p:spPr>
          <a:xfrm>
            <a:off x="9525000" y="3143250"/>
            <a:ext cx="857250" cy="9525"/>
          </a:xfrm>
          <a:prstGeom prst="line">
            <a:avLst/>
          </a:prstGeom>
          <a:noFill/>
          <a:ln w="38100">
            <a:solidFill>
              <a:srgbClr val="7C3AED"/>
            </a:solidFill>
            <a:prstDash val="solid"/>
          </a:ln>
        </p:spPr>
        <p:txBody>
          <a:bodyPr/>
          <a:lstStyle/>
          <a:p>
            <a:pPr>
              <a:buNone/>
            </a:pPr>
            <a:endParaRPr/>
          </a:p>
        </p:txBody>
      </p:sp>
      <p:sp>
        <p:nvSpPr>
          <p:cNvPr id="367157921" name="Straight Connector 1428863682">
            <a:extLst>
              <a:ext uri="{FF2B5EF4-FFF2-40B4-BE49-F238E27FC236}">
                <a16:creationId xmlns:a16="http://schemas.microsoft.com/office/drawing/2014/main" id="{45758E2E-6257-4524-A747-5A6C1C54E1CE}"/>
              </a:ext>
            </a:extLst>
          </p:cNvPr>
          <p:cNvSpPr>
            <a:spLocks noGrp="1"/>
          </p:cNvSpPr>
          <p:nvPr/>
        </p:nvSpPr>
        <p:spPr>
          <a:xfrm>
            <a:off x="9953625" y="2714625"/>
            <a:ext cx="9525" cy="857250"/>
          </a:xfrm>
          <a:prstGeom prst="line">
            <a:avLst/>
          </a:prstGeom>
          <a:noFill/>
          <a:ln w="38100">
            <a:solidFill>
              <a:srgbClr val="7C3AED"/>
            </a:solidFill>
            <a:prstDash val="solid"/>
          </a:ln>
        </p:spPr>
        <p:txBody>
          <a:bodyPr/>
          <a:lstStyle/>
          <a:p>
            <a:pPr>
              <a:buNone/>
            </a:pPr>
            <a:endParaRPr/>
          </a:p>
        </p:txBody>
      </p:sp>
      <p:sp>
        <p:nvSpPr>
          <p:cNvPr id="1054683622" name="Rectangle 1133392472">
            <a:extLst>
              <a:ext uri="{FF2B5EF4-FFF2-40B4-BE49-F238E27FC236}">
                <a16:creationId xmlns:a16="http://schemas.microsoft.com/office/drawing/2014/main" id="{FEC7B565-33D0-4ABB-90D1-D38FA29A174F}"/>
              </a:ext>
            </a:extLst>
          </p:cNvPr>
          <p:cNvSpPr>
            <a:spLocks noGrp="1"/>
          </p:cNvSpPr>
          <p:nvPr/>
        </p:nvSpPr>
        <p:spPr>
          <a:xfrm>
            <a:off x="923925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position</a:t>
            </a:r>
          </a:p>
        </p:txBody>
      </p:sp>
      <p:sp>
        <p:nvSpPr>
          <p:cNvPr id="961174085" name="Rectangle 438456562">
            <a:extLst>
              <a:ext uri="{FF2B5EF4-FFF2-40B4-BE49-F238E27FC236}">
                <a16:creationId xmlns:a16="http://schemas.microsoft.com/office/drawing/2014/main" id="{11FE58AC-AB17-42B7-8B62-F02318E117B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49</a:t>
            </a:r>
          </a:p>
        </p:txBody>
      </p:sp>
    </p:spTree>
    <p:extLst>
      <p:ext uri="{BB962C8B-B14F-4D97-AF65-F5344CB8AC3E}">
        <p14:creationId xmlns:p14="http://schemas.microsoft.com/office/powerpoint/2010/main" val="17589832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7474568" name="Rectangle 1411052237">
            <a:extLst>
              <a:ext uri="{FF2B5EF4-FFF2-40B4-BE49-F238E27FC236}">
                <a16:creationId xmlns:a16="http://schemas.microsoft.com/office/drawing/2014/main" id="{6EB30819-2A2C-485A-B37F-7E9B317D8E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Order</a:t>
            </a:r>
          </a:p>
        </p:txBody>
      </p:sp>
      <p:sp>
        <p:nvSpPr>
          <p:cNvPr id="618285096" name="Rectangle 106512870">
            <a:extLst>
              <a:ext uri="{FF2B5EF4-FFF2-40B4-BE49-F238E27FC236}">
                <a16:creationId xmlns:a16="http://schemas.microsoft.com/office/drawing/2014/main" id="{5367FC22-C350-4084-991A-BB32718CDBF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Position is added to meaning</a:t>
            </a:r>
          </a:p>
        </p:txBody>
      </p:sp>
      <p:sp>
        <p:nvSpPr>
          <p:cNvPr id="132627498" name="Rectangle: Rounded Corners 87118212">
            <a:extLst>
              <a:ext uri="{FF2B5EF4-FFF2-40B4-BE49-F238E27FC236}">
                <a16:creationId xmlns:a16="http://schemas.microsoft.com/office/drawing/2014/main" id="{37215A8C-D203-4FCD-B8DB-DE6908D04E3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713854934" name="Rectangle: Rounded Corners 437710827">
            <a:extLst>
              <a:ext uri="{FF2B5EF4-FFF2-40B4-BE49-F238E27FC236}">
                <a16:creationId xmlns:a16="http://schemas.microsoft.com/office/drawing/2014/main" id="{D0EBF3BE-BCB3-496F-996F-3636CBE123B7}"/>
              </a:ext>
            </a:extLst>
          </p:cNvPr>
          <p:cNvSpPr>
            <a:spLocks noGrp="1"/>
          </p:cNvSpPr>
          <p:nvPr/>
        </p:nvSpPr>
        <p:spPr>
          <a:xfrm>
            <a:off x="2381250" y="2952750"/>
            <a:ext cx="2000250" cy="857250"/>
          </a:xfrm>
          <a:prstGeom prst="roundRect">
            <a:avLst>
              <a:gd name="adj" fmla="val 13333"/>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token vector</a:t>
            </a:r>
          </a:p>
        </p:txBody>
      </p:sp>
      <p:sp>
        <p:nvSpPr>
          <p:cNvPr id="280192413" name="Rectangle 1111010882">
            <a:extLst>
              <a:ext uri="{FF2B5EF4-FFF2-40B4-BE49-F238E27FC236}">
                <a16:creationId xmlns:a16="http://schemas.microsoft.com/office/drawing/2014/main" id="{DF8A1A7C-E5DA-4D4D-9534-5371FAA3EEF1}"/>
              </a:ext>
            </a:extLst>
          </p:cNvPr>
          <p:cNvSpPr>
            <a:spLocks noGrp="1"/>
          </p:cNvSpPr>
          <p:nvPr/>
        </p:nvSpPr>
        <p:spPr>
          <a:xfrm>
            <a:off x="4810125"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25306753" name="Rectangle: Rounded Corners 1831606846">
            <a:extLst>
              <a:ext uri="{FF2B5EF4-FFF2-40B4-BE49-F238E27FC236}">
                <a16:creationId xmlns:a16="http://schemas.microsoft.com/office/drawing/2014/main" id="{115AF753-3B94-4B82-952B-C3C45C997835}"/>
              </a:ext>
            </a:extLst>
          </p:cNvPr>
          <p:cNvSpPr>
            <a:spLocks noGrp="1"/>
          </p:cNvSpPr>
          <p:nvPr/>
        </p:nvSpPr>
        <p:spPr>
          <a:xfrm>
            <a:off x="5572125" y="2952750"/>
            <a:ext cx="2190750" cy="857250"/>
          </a:xfrm>
          <a:prstGeom prst="roundRect">
            <a:avLst>
              <a:gd name="adj" fmla="val 13333"/>
            </a:avLst>
          </a:prstGeom>
          <a:solidFill>
            <a:srgbClr val="FEF3C7"/>
          </a:solidFill>
          <a:ln w="14288">
            <a:solidFill>
              <a:srgbClr val="F97316"/>
            </a:solidFill>
            <a:prstDash val="solid"/>
          </a:ln>
        </p:spPr>
        <p:txBody>
          <a:bodyPr/>
          <a:lstStyle/>
          <a:p>
            <a:pPr algn="ctr">
              <a:buNone/>
              <a:defRPr sz="1650" b="1">
                <a:solidFill>
                  <a:srgbClr val="0B0F19"/>
                </a:solidFill>
              </a:defRPr>
            </a:pPr>
            <a:r>
              <a:rPr sz="1650" b="1">
                <a:solidFill>
                  <a:srgbClr val="0B0F19"/>
                </a:solidFill>
              </a:rPr>
              <a:t>position vector</a:t>
            </a:r>
          </a:p>
        </p:txBody>
      </p:sp>
      <p:sp>
        <p:nvSpPr>
          <p:cNvPr id="1799208204" name="Rectangle 1646324530">
            <a:extLst>
              <a:ext uri="{FF2B5EF4-FFF2-40B4-BE49-F238E27FC236}">
                <a16:creationId xmlns:a16="http://schemas.microsoft.com/office/drawing/2014/main" id="{012F7624-4AAC-44F3-A116-7AEF8720E95E}"/>
              </a:ext>
            </a:extLst>
          </p:cNvPr>
          <p:cNvSpPr>
            <a:spLocks noGrp="1"/>
          </p:cNvSpPr>
          <p:nvPr/>
        </p:nvSpPr>
        <p:spPr>
          <a:xfrm>
            <a:off x="8096250"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431586535" name="Rectangle: Rounded Corners 1489327302">
            <a:extLst>
              <a:ext uri="{FF2B5EF4-FFF2-40B4-BE49-F238E27FC236}">
                <a16:creationId xmlns:a16="http://schemas.microsoft.com/office/drawing/2014/main" id="{CC96BB28-1372-4353-A595-F261C78594B4}"/>
              </a:ext>
            </a:extLst>
          </p:cNvPr>
          <p:cNvSpPr>
            <a:spLocks noGrp="1"/>
          </p:cNvSpPr>
          <p:nvPr/>
        </p:nvSpPr>
        <p:spPr>
          <a:xfrm>
            <a:off x="8810625" y="2952750"/>
            <a:ext cx="2190750" cy="857250"/>
          </a:xfrm>
          <a:prstGeom prst="roundRect">
            <a:avLst>
              <a:gd name="adj" fmla="val 1333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ordered meaning</a:t>
            </a:r>
          </a:p>
        </p:txBody>
      </p:sp>
      <p:sp>
        <p:nvSpPr>
          <p:cNvPr id="1109925486" name="Rectangle 1229374656">
            <a:extLst>
              <a:ext uri="{FF2B5EF4-FFF2-40B4-BE49-F238E27FC236}">
                <a16:creationId xmlns:a16="http://schemas.microsoft.com/office/drawing/2014/main" id="{115391F7-0E6A-42FF-AAE0-10680647363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50</a:t>
            </a:r>
          </a:p>
        </p:txBody>
      </p:sp>
    </p:spTree>
    <p:extLst>
      <p:ext uri="{BB962C8B-B14F-4D97-AF65-F5344CB8AC3E}">
        <p14:creationId xmlns:p14="http://schemas.microsoft.com/office/powerpoint/2010/main" val="19197727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3912470" name="Rectangle 1844228020">
            <a:extLst>
              <a:ext uri="{FF2B5EF4-FFF2-40B4-BE49-F238E27FC236}">
                <a16:creationId xmlns:a16="http://schemas.microsoft.com/office/drawing/2014/main" id="{52BB5F80-25FD-4E32-8C18-5984BF2CBA5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Block</a:t>
            </a:r>
          </a:p>
        </p:txBody>
      </p:sp>
      <p:sp>
        <p:nvSpPr>
          <p:cNvPr id="1232153196" name="Rectangle 619868867">
            <a:extLst>
              <a:ext uri="{FF2B5EF4-FFF2-40B4-BE49-F238E27FC236}">
                <a16:creationId xmlns:a16="http://schemas.microsoft.com/office/drawing/2014/main" id="{20864EDE-8260-4745-B7CB-D8784774321B}"/>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Transformer block mixes and computes</a:t>
            </a:r>
          </a:p>
        </p:txBody>
      </p:sp>
      <p:sp>
        <p:nvSpPr>
          <p:cNvPr id="367724609" name="Rectangle: Rounded Corners 1987948612">
            <a:extLst>
              <a:ext uri="{FF2B5EF4-FFF2-40B4-BE49-F238E27FC236}">
                <a16:creationId xmlns:a16="http://schemas.microsoft.com/office/drawing/2014/main" id="{7B5FE8D7-64CE-4731-94D0-CFBC6AD77146}"/>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642596650" name="Rectangle: Rounded Corners 1704183002">
            <a:extLst>
              <a:ext uri="{FF2B5EF4-FFF2-40B4-BE49-F238E27FC236}">
                <a16:creationId xmlns:a16="http://schemas.microsoft.com/office/drawing/2014/main" id="{0C5647BF-02EF-4B3F-817A-BAEC384A00EA}"/>
              </a:ext>
            </a:extLst>
          </p:cNvPr>
          <p:cNvSpPr>
            <a:spLocks noGrp="1"/>
          </p:cNvSpPr>
          <p:nvPr/>
        </p:nvSpPr>
        <p:spPr>
          <a:xfrm>
            <a:off x="2000250" y="4619625"/>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1111030774" name="Rectangle: Rounded Corners 2064136095">
            <a:extLst>
              <a:ext uri="{FF2B5EF4-FFF2-40B4-BE49-F238E27FC236}">
                <a16:creationId xmlns:a16="http://schemas.microsoft.com/office/drawing/2014/main" id="{B7294238-1CC1-4ADA-A38E-F1D999302403}"/>
              </a:ext>
            </a:extLst>
          </p:cNvPr>
          <p:cNvSpPr>
            <a:spLocks noGrp="1"/>
          </p:cNvSpPr>
          <p:nvPr/>
        </p:nvSpPr>
        <p:spPr>
          <a:xfrm>
            <a:off x="4238625" y="3857625"/>
            <a:ext cx="2476500" cy="762000"/>
          </a:xfrm>
          <a:prstGeom prst="roundRect">
            <a:avLst>
              <a:gd name="adj" fmla="val 15000"/>
            </a:avLst>
          </a:prstGeom>
          <a:solidFill>
            <a:srgbClr val="E0F2FE"/>
          </a:solidFill>
          <a:ln w="14288">
            <a:solidFill>
              <a:srgbClr val="2563EB"/>
            </a:solidFill>
            <a:prstDash val="solid"/>
          </a:ln>
        </p:spPr>
        <p:txBody>
          <a:bodyPr/>
          <a:lstStyle/>
          <a:p>
            <a:pPr algn="ctr">
              <a:buNone/>
              <a:defRPr sz="1950" b="1">
                <a:solidFill>
                  <a:srgbClr val="0B0F19"/>
                </a:solidFill>
              </a:defRPr>
            </a:pPr>
            <a:r>
              <a:rPr sz="1950" b="1">
                <a:solidFill>
                  <a:srgbClr val="0B0F19"/>
                </a:solidFill>
              </a:rPr>
              <a:t>self-attention</a:t>
            </a:r>
          </a:p>
        </p:txBody>
      </p:sp>
      <p:sp>
        <p:nvSpPr>
          <p:cNvPr id="1128937983" name="Rectangle: Rounded Corners 1859104578">
            <a:extLst>
              <a:ext uri="{FF2B5EF4-FFF2-40B4-BE49-F238E27FC236}">
                <a16:creationId xmlns:a16="http://schemas.microsoft.com/office/drawing/2014/main" id="{606E3436-59F6-4283-A275-0D62EF1C6F54}"/>
              </a:ext>
            </a:extLst>
          </p:cNvPr>
          <p:cNvSpPr>
            <a:spLocks noGrp="1"/>
          </p:cNvSpPr>
          <p:nvPr/>
        </p:nvSpPr>
        <p:spPr>
          <a:xfrm>
            <a:off x="7381875" y="2714625"/>
            <a:ext cx="2476500" cy="762000"/>
          </a:xfrm>
          <a:prstGeom prst="roundRect">
            <a:avLst>
              <a:gd name="adj" fmla="val 15000"/>
            </a:avLst>
          </a:prstGeom>
          <a:solidFill>
            <a:srgbClr val="DCFCE7"/>
          </a:solidFill>
          <a:ln w="14288">
            <a:solidFill>
              <a:srgbClr val="10B981"/>
            </a:solidFill>
            <a:prstDash val="solid"/>
          </a:ln>
        </p:spPr>
        <p:txBody>
          <a:bodyPr/>
          <a:lstStyle/>
          <a:p>
            <a:pPr algn="ctr">
              <a:buNone/>
              <a:defRPr sz="1950" b="1">
                <a:solidFill>
                  <a:srgbClr val="0B0F19"/>
                </a:solidFill>
              </a:defRPr>
            </a:pPr>
            <a:r>
              <a:rPr sz="1950" b="1">
                <a:solidFill>
                  <a:srgbClr val="0B0F19"/>
                </a:solidFill>
              </a:rPr>
              <a:t>feed-forward</a:t>
            </a:r>
          </a:p>
        </p:txBody>
      </p:sp>
      <p:sp>
        <p:nvSpPr>
          <p:cNvPr id="1189923939" name="Rectangle: Rounded Corners 1016569497">
            <a:extLst>
              <a:ext uri="{FF2B5EF4-FFF2-40B4-BE49-F238E27FC236}">
                <a16:creationId xmlns:a16="http://schemas.microsoft.com/office/drawing/2014/main" id="{845913D2-8C08-41DA-98F6-F5355933054B}"/>
              </a:ext>
            </a:extLst>
          </p:cNvPr>
          <p:cNvSpPr>
            <a:spLocks noGrp="1"/>
          </p:cNvSpPr>
          <p:nvPr/>
        </p:nvSpPr>
        <p:spPr>
          <a:xfrm>
            <a:off x="8715375" y="1809750"/>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605265515" name="Straight Connector 94601081">
            <a:extLst>
              <a:ext uri="{FF2B5EF4-FFF2-40B4-BE49-F238E27FC236}">
                <a16:creationId xmlns:a16="http://schemas.microsoft.com/office/drawing/2014/main" id="{44858F94-A0C0-4B2E-8796-A58F820F39A1}"/>
              </a:ext>
            </a:extLst>
          </p:cNvPr>
          <p:cNvSpPr>
            <a:spLocks noGrp="1"/>
          </p:cNvSpPr>
          <p:nvPr/>
        </p:nvSpPr>
        <p:spPr>
          <a:xfrm>
            <a:off x="3619500" y="4238625"/>
            <a:ext cx="619125" cy="638175"/>
          </a:xfrm>
          <a:prstGeom prst="line">
            <a:avLst/>
          </a:prstGeom>
          <a:noFill/>
          <a:ln w="28575">
            <a:solidFill>
              <a:srgbClr val="CBD5E1"/>
            </a:solidFill>
            <a:prstDash val="solid"/>
          </a:ln>
        </p:spPr>
        <p:txBody>
          <a:bodyPr/>
          <a:lstStyle/>
          <a:p>
            <a:pPr>
              <a:buNone/>
            </a:pPr>
            <a:endParaRPr/>
          </a:p>
        </p:txBody>
      </p:sp>
      <p:sp>
        <p:nvSpPr>
          <p:cNvPr id="1706062099" name="Straight Connector 1000744926">
            <a:extLst>
              <a:ext uri="{FF2B5EF4-FFF2-40B4-BE49-F238E27FC236}">
                <a16:creationId xmlns:a16="http://schemas.microsoft.com/office/drawing/2014/main" id="{825A4245-70B9-4868-A84B-807347AC1674}"/>
              </a:ext>
            </a:extLst>
          </p:cNvPr>
          <p:cNvSpPr>
            <a:spLocks noGrp="1"/>
          </p:cNvSpPr>
          <p:nvPr/>
        </p:nvSpPr>
        <p:spPr>
          <a:xfrm>
            <a:off x="6715125" y="3095625"/>
            <a:ext cx="666750" cy="1143000"/>
          </a:xfrm>
          <a:prstGeom prst="line">
            <a:avLst/>
          </a:prstGeom>
          <a:noFill/>
          <a:ln w="28575">
            <a:solidFill>
              <a:srgbClr val="CBD5E1"/>
            </a:solidFill>
            <a:prstDash val="solid"/>
          </a:ln>
        </p:spPr>
        <p:txBody>
          <a:bodyPr/>
          <a:lstStyle/>
          <a:p>
            <a:pPr>
              <a:buNone/>
            </a:pPr>
            <a:endParaRPr/>
          </a:p>
        </p:txBody>
      </p:sp>
      <p:sp>
        <p:nvSpPr>
          <p:cNvPr id="1683565522" name="Straight Connector 781772780">
            <a:extLst>
              <a:ext uri="{FF2B5EF4-FFF2-40B4-BE49-F238E27FC236}">
                <a16:creationId xmlns:a16="http://schemas.microsoft.com/office/drawing/2014/main" id="{6AAFC743-64E2-4445-9401-8505656A8C8F}"/>
              </a:ext>
            </a:extLst>
          </p:cNvPr>
          <p:cNvSpPr>
            <a:spLocks noGrp="1"/>
          </p:cNvSpPr>
          <p:nvPr/>
        </p:nvSpPr>
        <p:spPr>
          <a:xfrm>
            <a:off x="9525000" y="2333625"/>
            <a:ext cx="333375" cy="762000"/>
          </a:xfrm>
          <a:prstGeom prst="line">
            <a:avLst/>
          </a:prstGeom>
          <a:noFill/>
          <a:ln w="28575">
            <a:solidFill>
              <a:srgbClr val="CBD5E1"/>
            </a:solidFill>
            <a:prstDash val="solid"/>
          </a:ln>
        </p:spPr>
        <p:txBody>
          <a:bodyPr/>
          <a:lstStyle/>
          <a:p>
            <a:pPr>
              <a:buNone/>
            </a:pPr>
            <a:endParaRPr/>
          </a:p>
        </p:txBody>
      </p:sp>
      <p:sp>
        <p:nvSpPr>
          <p:cNvPr id="106562733" name="Rectangle 1007733503">
            <a:extLst>
              <a:ext uri="{FF2B5EF4-FFF2-40B4-BE49-F238E27FC236}">
                <a16:creationId xmlns:a16="http://schemas.microsoft.com/office/drawing/2014/main" id="{671AA36F-FEA4-4950-BD7A-CDEDB8D5F039}"/>
              </a:ext>
            </a:extLst>
          </p:cNvPr>
          <p:cNvSpPr>
            <a:spLocks noGrp="1"/>
          </p:cNvSpPr>
          <p:nvPr/>
        </p:nvSpPr>
        <p:spPr>
          <a:xfrm>
            <a:off x="3714750" y="5286375"/>
            <a:ext cx="4953000" cy="323850"/>
          </a:xfrm>
          <a:prstGeom prst="rect">
            <a:avLst/>
          </a:prstGeom>
          <a:noFill/>
          <a:ln w="0">
            <a:noFill/>
            <a:prstDash val="solid"/>
          </a:ln>
        </p:spPr>
        <p:txBody>
          <a:bodyPr/>
          <a:lstStyle/>
          <a:p>
            <a:pPr algn="ctr">
              <a:buNone/>
              <a:defRPr sz="1900" b="1">
                <a:solidFill>
                  <a:srgbClr val="667085"/>
                </a:solidFill>
              </a:defRPr>
            </a:pPr>
            <a:r>
              <a:rPr sz="1900" b="1">
                <a:solidFill>
                  <a:srgbClr val="667085"/>
                </a:solidFill>
              </a:rPr>
              <a:t>residual + norm around each step</a:t>
            </a:r>
          </a:p>
        </p:txBody>
      </p:sp>
      <p:sp>
        <p:nvSpPr>
          <p:cNvPr id="1210162215" name="Rectangle 1520419495">
            <a:extLst>
              <a:ext uri="{FF2B5EF4-FFF2-40B4-BE49-F238E27FC236}">
                <a16:creationId xmlns:a16="http://schemas.microsoft.com/office/drawing/2014/main" id="{27501C9A-BEA2-4801-BE4C-3D894787ACB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51</a:t>
            </a:r>
          </a:p>
        </p:txBody>
      </p:sp>
    </p:spTree>
    <p:extLst>
      <p:ext uri="{BB962C8B-B14F-4D97-AF65-F5344CB8AC3E}">
        <p14:creationId xmlns:p14="http://schemas.microsoft.com/office/powerpoint/2010/main" val="17102246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5108416" name="Rectangle 1860349465">
            <a:extLst>
              <a:ext uri="{FF2B5EF4-FFF2-40B4-BE49-F238E27FC236}">
                <a16:creationId xmlns:a16="http://schemas.microsoft.com/office/drawing/2014/main" id="{9B83B408-79F4-459E-A5AE-3E2D9FDC5AF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a:t>
            </a:r>
          </a:p>
        </p:txBody>
      </p:sp>
      <p:sp>
        <p:nvSpPr>
          <p:cNvPr id="2009752339" name="Rectangle 1379853287">
            <a:extLst>
              <a:ext uri="{FF2B5EF4-FFF2-40B4-BE49-F238E27FC236}">
                <a16:creationId xmlns:a16="http://schemas.microsoft.com/office/drawing/2014/main" id="{66CCF70A-26F0-43B6-AA44-34E3D70DD7E6}"/>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encoder reads the whole input</a:t>
            </a:r>
          </a:p>
        </p:txBody>
      </p:sp>
      <p:sp>
        <p:nvSpPr>
          <p:cNvPr id="179370258" name="Rectangle: Rounded Corners 1919655130">
            <a:extLst>
              <a:ext uri="{FF2B5EF4-FFF2-40B4-BE49-F238E27FC236}">
                <a16:creationId xmlns:a16="http://schemas.microsoft.com/office/drawing/2014/main" id="{45E63C11-A5FC-46FE-B429-2FCA7EF9AD1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588740476" name="Rectangle: Rounded Corners 1257118693">
            <a:extLst>
              <a:ext uri="{FF2B5EF4-FFF2-40B4-BE49-F238E27FC236}">
                <a16:creationId xmlns:a16="http://schemas.microsoft.com/office/drawing/2014/main" id="{0CAC9FF8-EA46-40E4-995D-06A1269F7D33}"/>
              </a:ext>
            </a:extLst>
          </p:cNvPr>
          <p:cNvSpPr>
            <a:spLocks noGrp="1"/>
          </p:cNvSpPr>
          <p:nvPr/>
        </p:nvSpPr>
        <p:spPr>
          <a:xfrm>
            <a:off x="13335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I</a:t>
            </a:r>
          </a:p>
        </p:txBody>
      </p:sp>
      <p:sp>
        <p:nvSpPr>
          <p:cNvPr id="1223121144" name="Rectangle: Rounded Corners 139886069">
            <a:extLst>
              <a:ext uri="{FF2B5EF4-FFF2-40B4-BE49-F238E27FC236}">
                <a16:creationId xmlns:a16="http://schemas.microsoft.com/office/drawing/2014/main" id="{9734FE15-314D-4151-8989-2656E8AF57FE}"/>
              </a:ext>
            </a:extLst>
          </p:cNvPr>
          <p:cNvSpPr>
            <a:spLocks noGrp="1"/>
          </p:cNvSpPr>
          <p:nvPr/>
        </p:nvSpPr>
        <p:spPr>
          <a:xfrm>
            <a:off x="26289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love</a:t>
            </a:r>
          </a:p>
        </p:txBody>
      </p:sp>
      <p:sp>
        <p:nvSpPr>
          <p:cNvPr id="929388400" name="Rectangle: Rounded Corners 1995249494">
            <a:extLst>
              <a:ext uri="{FF2B5EF4-FFF2-40B4-BE49-F238E27FC236}">
                <a16:creationId xmlns:a16="http://schemas.microsoft.com/office/drawing/2014/main" id="{08AC99C1-B2B9-43EF-B45A-2909F310105C}"/>
              </a:ext>
            </a:extLst>
          </p:cNvPr>
          <p:cNvSpPr>
            <a:spLocks noGrp="1"/>
          </p:cNvSpPr>
          <p:nvPr/>
        </p:nvSpPr>
        <p:spPr>
          <a:xfrm>
            <a:off x="39243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machine</a:t>
            </a:r>
          </a:p>
        </p:txBody>
      </p:sp>
      <p:sp>
        <p:nvSpPr>
          <p:cNvPr id="817323117" name="Rectangle: Rounded Corners 486029296">
            <a:extLst>
              <a:ext uri="{FF2B5EF4-FFF2-40B4-BE49-F238E27FC236}">
                <a16:creationId xmlns:a16="http://schemas.microsoft.com/office/drawing/2014/main" id="{45BA9C0E-EA3B-49CB-A4EE-E1F581A4E238}"/>
              </a:ext>
            </a:extLst>
          </p:cNvPr>
          <p:cNvSpPr>
            <a:spLocks noGrp="1"/>
          </p:cNvSpPr>
          <p:nvPr/>
        </p:nvSpPr>
        <p:spPr>
          <a:xfrm>
            <a:off x="5219700" y="4953000"/>
            <a:ext cx="1219200" cy="476250"/>
          </a:xfrm>
          <a:prstGeom prst="roundRect">
            <a:avLst>
              <a:gd name="adj" fmla="val 24000"/>
            </a:avLst>
          </a:prstGeom>
          <a:solidFill>
            <a:srgbClr val="FFFFFF"/>
          </a:solidFill>
          <a:ln w="14288">
            <a:solidFill>
              <a:srgbClr val="CBD5E1"/>
            </a:solidFill>
            <a:prstDash val="solid"/>
          </a:ln>
        </p:spPr>
        <p:txBody>
          <a:bodyPr/>
          <a:lstStyle/>
          <a:p>
            <a:pPr algn="ctr">
              <a:buNone/>
              <a:defRPr sz="1300" b="1">
                <a:solidFill>
                  <a:srgbClr val="0B0F19"/>
                </a:solidFill>
              </a:defRPr>
            </a:pPr>
            <a:r>
              <a:rPr sz="1300" b="1">
                <a:solidFill>
                  <a:srgbClr val="0B0F19"/>
                </a:solidFill>
              </a:rPr>
              <a:t>learning</a:t>
            </a:r>
          </a:p>
        </p:txBody>
      </p:sp>
      <p:sp>
        <p:nvSpPr>
          <p:cNvPr id="348878203" name="Rectangle: Rounded Corners 2009773558">
            <a:extLst>
              <a:ext uri="{FF2B5EF4-FFF2-40B4-BE49-F238E27FC236}">
                <a16:creationId xmlns:a16="http://schemas.microsoft.com/office/drawing/2014/main" id="{588AAB5A-3E68-4112-B2A2-1887424165B0}"/>
              </a:ext>
            </a:extLst>
          </p:cNvPr>
          <p:cNvSpPr>
            <a:spLocks noGrp="1"/>
          </p:cNvSpPr>
          <p:nvPr/>
        </p:nvSpPr>
        <p:spPr>
          <a:xfrm>
            <a:off x="6477000" y="3905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1</a:t>
            </a:r>
          </a:p>
        </p:txBody>
      </p:sp>
      <p:sp>
        <p:nvSpPr>
          <p:cNvPr id="1112532787" name="Rectangle: Rounded Corners 607891528">
            <a:extLst>
              <a:ext uri="{FF2B5EF4-FFF2-40B4-BE49-F238E27FC236}">
                <a16:creationId xmlns:a16="http://schemas.microsoft.com/office/drawing/2014/main" id="{5560B07E-F44C-46CF-A2EF-0A1462837F0E}"/>
              </a:ext>
            </a:extLst>
          </p:cNvPr>
          <p:cNvSpPr>
            <a:spLocks noGrp="1"/>
          </p:cNvSpPr>
          <p:nvPr/>
        </p:nvSpPr>
        <p:spPr>
          <a:xfrm>
            <a:off x="6477000" y="3143250"/>
            <a:ext cx="2476500" cy="666750"/>
          </a:xfrm>
          <a:prstGeom prst="roundRect">
            <a:avLst>
              <a:gd name="adj" fmla="val 17143"/>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2</a:t>
            </a:r>
          </a:p>
        </p:txBody>
      </p:sp>
      <p:sp>
        <p:nvSpPr>
          <p:cNvPr id="2000822497" name="Rectangle: Rounded Corners 1953501824">
            <a:extLst>
              <a:ext uri="{FF2B5EF4-FFF2-40B4-BE49-F238E27FC236}">
                <a16:creationId xmlns:a16="http://schemas.microsoft.com/office/drawing/2014/main" id="{B8B9E40C-E8C7-4E2E-8EAF-0A47C06D9F03}"/>
              </a:ext>
            </a:extLst>
          </p:cNvPr>
          <p:cNvSpPr>
            <a:spLocks noGrp="1"/>
          </p:cNvSpPr>
          <p:nvPr/>
        </p:nvSpPr>
        <p:spPr>
          <a:xfrm>
            <a:off x="6477000" y="2381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3</a:t>
            </a:r>
          </a:p>
        </p:txBody>
      </p:sp>
      <p:sp>
        <p:nvSpPr>
          <p:cNvPr id="1475378377" name="Arrow: Right 237891345">
            <a:extLst>
              <a:ext uri="{FF2B5EF4-FFF2-40B4-BE49-F238E27FC236}">
                <a16:creationId xmlns:a16="http://schemas.microsoft.com/office/drawing/2014/main" id="{FF9A865A-14FD-420B-A3B7-FA8ABEFC07DC}"/>
              </a:ext>
            </a:extLst>
          </p:cNvPr>
          <p:cNvSpPr>
            <a:spLocks noGrp="1"/>
          </p:cNvSpPr>
          <p:nvPr/>
        </p:nvSpPr>
        <p:spPr>
          <a:xfrm>
            <a:off x="5381625" y="4381500"/>
            <a:ext cx="904875" cy="361950"/>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2141530991" name="Rectangle 567787381">
            <a:extLst>
              <a:ext uri="{FF2B5EF4-FFF2-40B4-BE49-F238E27FC236}">
                <a16:creationId xmlns:a16="http://schemas.microsoft.com/office/drawing/2014/main" id="{E38B5C6C-6DCB-40AD-B7D9-0B72C7111D25}"/>
              </a:ext>
            </a:extLst>
          </p:cNvPr>
          <p:cNvSpPr>
            <a:spLocks noGrp="1"/>
          </p:cNvSpPr>
          <p:nvPr/>
        </p:nvSpPr>
        <p:spPr>
          <a:xfrm>
            <a:off x="5905500" y="1619250"/>
            <a:ext cx="3905250" cy="36195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contextual representations</a:t>
            </a:r>
          </a:p>
        </p:txBody>
      </p:sp>
      <p:sp>
        <p:nvSpPr>
          <p:cNvPr id="2053330199" name="Rectangle 1811573039">
            <a:extLst>
              <a:ext uri="{FF2B5EF4-FFF2-40B4-BE49-F238E27FC236}">
                <a16:creationId xmlns:a16="http://schemas.microsoft.com/office/drawing/2014/main" id="{E88B1AF7-E438-4581-9061-D0FB27F725A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52</a:t>
            </a:r>
          </a:p>
        </p:txBody>
      </p:sp>
    </p:spTree>
    <p:extLst>
      <p:ext uri="{BB962C8B-B14F-4D97-AF65-F5344CB8AC3E}">
        <p14:creationId xmlns:p14="http://schemas.microsoft.com/office/powerpoint/2010/main" val="16818964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5529728" name="Rectangle 698847192">
            <a:extLst>
              <a:ext uri="{FF2B5EF4-FFF2-40B4-BE49-F238E27FC236}">
                <a16:creationId xmlns:a16="http://schemas.microsoft.com/office/drawing/2014/main" id="{8F0E4A04-11E3-4756-A924-482FBBE2489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Decoder</a:t>
            </a:r>
          </a:p>
        </p:txBody>
      </p:sp>
      <p:sp>
        <p:nvSpPr>
          <p:cNvPr id="1251627584" name="Rectangle 892173066">
            <a:extLst>
              <a:ext uri="{FF2B5EF4-FFF2-40B4-BE49-F238E27FC236}">
                <a16:creationId xmlns:a16="http://schemas.microsoft.com/office/drawing/2014/main" id="{30459C9A-91AD-4C7F-B7C2-01E5294967D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decoder hides the future</a:t>
            </a:r>
          </a:p>
        </p:txBody>
      </p:sp>
      <p:sp>
        <p:nvSpPr>
          <p:cNvPr id="402399487" name="Rectangle: Rounded Corners 634225882">
            <a:extLst>
              <a:ext uri="{FF2B5EF4-FFF2-40B4-BE49-F238E27FC236}">
                <a16:creationId xmlns:a16="http://schemas.microsoft.com/office/drawing/2014/main" id="{4DD837FD-27C1-4BD5-A7BF-ECF0BFADAD3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719081728" name="Rectangle: Rounded Corners 2010502302">
            <a:extLst>
              <a:ext uri="{FF2B5EF4-FFF2-40B4-BE49-F238E27FC236}">
                <a16:creationId xmlns:a16="http://schemas.microsoft.com/office/drawing/2014/main" id="{A9B83DD2-2D58-4A90-BC51-B72F2B608211}"/>
              </a:ext>
            </a:extLst>
          </p:cNvPr>
          <p:cNvSpPr>
            <a:spLocks noGrp="1"/>
          </p:cNvSpPr>
          <p:nvPr/>
        </p:nvSpPr>
        <p:spPr>
          <a:xfrm>
            <a:off x="3429000" y="22860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299215029" name="Rectangle: Rounded Corners 1366762973">
            <a:extLst>
              <a:ext uri="{FF2B5EF4-FFF2-40B4-BE49-F238E27FC236}">
                <a16:creationId xmlns:a16="http://schemas.microsoft.com/office/drawing/2014/main" id="{090BC192-88B7-4EAF-89B7-ABC05EE8CF1B}"/>
              </a:ext>
            </a:extLst>
          </p:cNvPr>
          <p:cNvSpPr>
            <a:spLocks noGrp="1"/>
          </p:cNvSpPr>
          <p:nvPr/>
        </p:nvSpPr>
        <p:spPr>
          <a:xfrm>
            <a:off x="3867150" y="22860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237809175" name="Rectangle: Rounded Corners 1460632181">
            <a:extLst>
              <a:ext uri="{FF2B5EF4-FFF2-40B4-BE49-F238E27FC236}">
                <a16:creationId xmlns:a16="http://schemas.microsoft.com/office/drawing/2014/main" id="{73F6AADF-E5B0-41D3-AA82-E42AA5A86E1A}"/>
              </a:ext>
            </a:extLst>
          </p:cNvPr>
          <p:cNvSpPr>
            <a:spLocks noGrp="1"/>
          </p:cNvSpPr>
          <p:nvPr/>
        </p:nvSpPr>
        <p:spPr>
          <a:xfrm>
            <a:off x="4305300" y="22860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910958332" name="Rectangle: Rounded Corners 1175856486">
            <a:extLst>
              <a:ext uri="{FF2B5EF4-FFF2-40B4-BE49-F238E27FC236}">
                <a16:creationId xmlns:a16="http://schemas.microsoft.com/office/drawing/2014/main" id="{E07D367B-5D38-4E25-9A6F-18C7DA5C392A}"/>
              </a:ext>
            </a:extLst>
          </p:cNvPr>
          <p:cNvSpPr>
            <a:spLocks noGrp="1"/>
          </p:cNvSpPr>
          <p:nvPr/>
        </p:nvSpPr>
        <p:spPr>
          <a:xfrm>
            <a:off x="4743450" y="22860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325499231" name="Rectangle: Rounded Corners 2061757066">
            <a:extLst>
              <a:ext uri="{FF2B5EF4-FFF2-40B4-BE49-F238E27FC236}">
                <a16:creationId xmlns:a16="http://schemas.microsoft.com/office/drawing/2014/main" id="{D133AC04-EE2E-4246-BD17-E593F8D9F5E9}"/>
              </a:ext>
            </a:extLst>
          </p:cNvPr>
          <p:cNvSpPr>
            <a:spLocks noGrp="1"/>
          </p:cNvSpPr>
          <p:nvPr/>
        </p:nvSpPr>
        <p:spPr>
          <a:xfrm>
            <a:off x="5181600" y="22860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897042323" name="Rectangle: Rounded Corners 1169118889">
            <a:extLst>
              <a:ext uri="{FF2B5EF4-FFF2-40B4-BE49-F238E27FC236}">
                <a16:creationId xmlns:a16="http://schemas.microsoft.com/office/drawing/2014/main" id="{A9EFD305-491E-481A-AEE6-804AC510A7EE}"/>
              </a:ext>
            </a:extLst>
          </p:cNvPr>
          <p:cNvSpPr>
            <a:spLocks noGrp="1"/>
          </p:cNvSpPr>
          <p:nvPr/>
        </p:nvSpPr>
        <p:spPr>
          <a:xfrm>
            <a:off x="5619750" y="22860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2073768546" name="Rectangle: Rounded Corners 238188300">
            <a:extLst>
              <a:ext uri="{FF2B5EF4-FFF2-40B4-BE49-F238E27FC236}">
                <a16:creationId xmlns:a16="http://schemas.microsoft.com/office/drawing/2014/main" id="{7E36471E-CDBB-41DA-AFE7-11F38B414706}"/>
              </a:ext>
            </a:extLst>
          </p:cNvPr>
          <p:cNvSpPr>
            <a:spLocks noGrp="1"/>
          </p:cNvSpPr>
          <p:nvPr/>
        </p:nvSpPr>
        <p:spPr>
          <a:xfrm>
            <a:off x="3429000" y="27241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676363540" name="Rectangle: Rounded Corners 2049301056">
            <a:extLst>
              <a:ext uri="{FF2B5EF4-FFF2-40B4-BE49-F238E27FC236}">
                <a16:creationId xmlns:a16="http://schemas.microsoft.com/office/drawing/2014/main" id="{6C5CB7F5-CE6E-4B6D-8DD0-A46B58B4C171}"/>
              </a:ext>
            </a:extLst>
          </p:cNvPr>
          <p:cNvSpPr>
            <a:spLocks noGrp="1"/>
          </p:cNvSpPr>
          <p:nvPr/>
        </p:nvSpPr>
        <p:spPr>
          <a:xfrm>
            <a:off x="3867150" y="27241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581710364" name="Rectangle: Rounded Corners 1282082344">
            <a:extLst>
              <a:ext uri="{FF2B5EF4-FFF2-40B4-BE49-F238E27FC236}">
                <a16:creationId xmlns:a16="http://schemas.microsoft.com/office/drawing/2014/main" id="{A82AEEAF-0BCA-4E45-B730-EB8355492C0C}"/>
              </a:ext>
            </a:extLst>
          </p:cNvPr>
          <p:cNvSpPr>
            <a:spLocks noGrp="1"/>
          </p:cNvSpPr>
          <p:nvPr/>
        </p:nvSpPr>
        <p:spPr>
          <a:xfrm>
            <a:off x="4305300" y="272415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406927985" name="Rectangle: Rounded Corners 1172922271">
            <a:extLst>
              <a:ext uri="{FF2B5EF4-FFF2-40B4-BE49-F238E27FC236}">
                <a16:creationId xmlns:a16="http://schemas.microsoft.com/office/drawing/2014/main" id="{A576FB9F-0D4F-444B-BB30-FBF0C55606BD}"/>
              </a:ext>
            </a:extLst>
          </p:cNvPr>
          <p:cNvSpPr>
            <a:spLocks noGrp="1"/>
          </p:cNvSpPr>
          <p:nvPr/>
        </p:nvSpPr>
        <p:spPr>
          <a:xfrm>
            <a:off x="4743450" y="272415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963370631" name="Rectangle: Rounded Corners 603029256">
            <a:extLst>
              <a:ext uri="{FF2B5EF4-FFF2-40B4-BE49-F238E27FC236}">
                <a16:creationId xmlns:a16="http://schemas.microsoft.com/office/drawing/2014/main" id="{FFFD6E02-0F89-4958-B6A8-1089C8C83B98}"/>
              </a:ext>
            </a:extLst>
          </p:cNvPr>
          <p:cNvSpPr>
            <a:spLocks noGrp="1"/>
          </p:cNvSpPr>
          <p:nvPr/>
        </p:nvSpPr>
        <p:spPr>
          <a:xfrm>
            <a:off x="5181600" y="272415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933416918" name="Rectangle: Rounded Corners 1879817439">
            <a:extLst>
              <a:ext uri="{FF2B5EF4-FFF2-40B4-BE49-F238E27FC236}">
                <a16:creationId xmlns:a16="http://schemas.microsoft.com/office/drawing/2014/main" id="{461DFF9D-3A9F-4719-9553-8984BDE944FC}"/>
              </a:ext>
            </a:extLst>
          </p:cNvPr>
          <p:cNvSpPr>
            <a:spLocks noGrp="1"/>
          </p:cNvSpPr>
          <p:nvPr/>
        </p:nvSpPr>
        <p:spPr>
          <a:xfrm>
            <a:off x="5619750" y="272415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889022095" name="Rectangle: Rounded Corners 875542064">
            <a:extLst>
              <a:ext uri="{FF2B5EF4-FFF2-40B4-BE49-F238E27FC236}">
                <a16:creationId xmlns:a16="http://schemas.microsoft.com/office/drawing/2014/main" id="{12546EBA-C387-4D80-9E48-1AC1C079A7EB}"/>
              </a:ext>
            </a:extLst>
          </p:cNvPr>
          <p:cNvSpPr>
            <a:spLocks noGrp="1"/>
          </p:cNvSpPr>
          <p:nvPr/>
        </p:nvSpPr>
        <p:spPr>
          <a:xfrm>
            <a:off x="3429000" y="31623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63256919" name="Rectangle: Rounded Corners 51908471">
            <a:extLst>
              <a:ext uri="{FF2B5EF4-FFF2-40B4-BE49-F238E27FC236}">
                <a16:creationId xmlns:a16="http://schemas.microsoft.com/office/drawing/2014/main" id="{B007EC3B-C7DB-4F5B-ABAC-5085E25FD175}"/>
              </a:ext>
            </a:extLst>
          </p:cNvPr>
          <p:cNvSpPr>
            <a:spLocks noGrp="1"/>
          </p:cNvSpPr>
          <p:nvPr/>
        </p:nvSpPr>
        <p:spPr>
          <a:xfrm>
            <a:off x="3867150" y="31623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053380704" name="Rectangle: Rounded Corners 1689509712">
            <a:extLst>
              <a:ext uri="{FF2B5EF4-FFF2-40B4-BE49-F238E27FC236}">
                <a16:creationId xmlns:a16="http://schemas.microsoft.com/office/drawing/2014/main" id="{08598013-5DDB-496A-9E60-AABC72C10BD9}"/>
              </a:ext>
            </a:extLst>
          </p:cNvPr>
          <p:cNvSpPr>
            <a:spLocks noGrp="1"/>
          </p:cNvSpPr>
          <p:nvPr/>
        </p:nvSpPr>
        <p:spPr>
          <a:xfrm>
            <a:off x="4305300" y="31623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419890481" name="Rectangle: Rounded Corners 791720529">
            <a:extLst>
              <a:ext uri="{FF2B5EF4-FFF2-40B4-BE49-F238E27FC236}">
                <a16:creationId xmlns:a16="http://schemas.microsoft.com/office/drawing/2014/main" id="{E9AEF24B-EFEE-40CB-AC61-CC9F67F42A59}"/>
              </a:ext>
            </a:extLst>
          </p:cNvPr>
          <p:cNvSpPr>
            <a:spLocks noGrp="1"/>
          </p:cNvSpPr>
          <p:nvPr/>
        </p:nvSpPr>
        <p:spPr>
          <a:xfrm>
            <a:off x="4743450" y="31623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161143030" name="Rectangle: Rounded Corners 105367441">
            <a:extLst>
              <a:ext uri="{FF2B5EF4-FFF2-40B4-BE49-F238E27FC236}">
                <a16:creationId xmlns:a16="http://schemas.microsoft.com/office/drawing/2014/main" id="{98355284-954A-4A6F-ABFB-08F3CC52B7AE}"/>
              </a:ext>
            </a:extLst>
          </p:cNvPr>
          <p:cNvSpPr>
            <a:spLocks noGrp="1"/>
          </p:cNvSpPr>
          <p:nvPr/>
        </p:nvSpPr>
        <p:spPr>
          <a:xfrm>
            <a:off x="5181600" y="31623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715591415" name="Rectangle: Rounded Corners 1563215529">
            <a:extLst>
              <a:ext uri="{FF2B5EF4-FFF2-40B4-BE49-F238E27FC236}">
                <a16:creationId xmlns:a16="http://schemas.microsoft.com/office/drawing/2014/main" id="{03D43136-FE58-466F-9E3E-5540274E33DE}"/>
              </a:ext>
            </a:extLst>
          </p:cNvPr>
          <p:cNvSpPr>
            <a:spLocks noGrp="1"/>
          </p:cNvSpPr>
          <p:nvPr/>
        </p:nvSpPr>
        <p:spPr>
          <a:xfrm>
            <a:off x="5619750" y="31623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172656270" name="Rectangle: Rounded Corners 315081294">
            <a:extLst>
              <a:ext uri="{FF2B5EF4-FFF2-40B4-BE49-F238E27FC236}">
                <a16:creationId xmlns:a16="http://schemas.microsoft.com/office/drawing/2014/main" id="{A2E50F5B-225D-486F-ADDF-04FC52D84097}"/>
              </a:ext>
            </a:extLst>
          </p:cNvPr>
          <p:cNvSpPr>
            <a:spLocks noGrp="1"/>
          </p:cNvSpPr>
          <p:nvPr/>
        </p:nvSpPr>
        <p:spPr>
          <a:xfrm>
            <a:off x="3429000" y="36004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610865438" name="Rectangle: Rounded Corners 248452190">
            <a:extLst>
              <a:ext uri="{FF2B5EF4-FFF2-40B4-BE49-F238E27FC236}">
                <a16:creationId xmlns:a16="http://schemas.microsoft.com/office/drawing/2014/main" id="{105F82FF-391F-4ABD-9A19-9849501F5C85}"/>
              </a:ext>
            </a:extLst>
          </p:cNvPr>
          <p:cNvSpPr>
            <a:spLocks noGrp="1"/>
          </p:cNvSpPr>
          <p:nvPr/>
        </p:nvSpPr>
        <p:spPr>
          <a:xfrm>
            <a:off x="3867150" y="36004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254468403" name="Rectangle: Rounded Corners 1671279799">
            <a:extLst>
              <a:ext uri="{FF2B5EF4-FFF2-40B4-BE49-F238E27FC236}">
                <a16:creationId xmlns:a16="http://schemas.microsoft.com/office/drawing/2014/main" id="{C5556D75-0578-4F0F-8E6F-C9D8E75C4BC5}"/>
              </a:ext>
            </a:extLst>
          </p:cNvPr>
          <p:cNvSpPr>
            <a:spLocks noGrp="1"/>
          </p:cNvSpPr>
          <p:nvPr/>
        </p:nvSpPr>
        <p:spPr>
          <a:xfrm>
            <a:off x="4305300" y="36004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456345322" name="Rectangle: Rounded Corners 1239843558">
            <a:extLst>
              <a:ext uri="{FF2B5EF4-FFF2-40B4-BE49-F238E27FC236}">
                <a16:creationId xmlns:a16="http://schemas.microsoft.com/office/drawing/2014/main" id="{234FD771-C445-485D-AB61-99566D13475B}"/>
              </a:ext>
            </a:extLst>
          </p:cNvPr>
          <p:cNvSpPr>
            <a:spLocks noGrp="1"/>
          </p:cNvSpPr>
          <p:nvPr/>
        </p:nvSpPr>
        <p:spPr>
          <a:xfrm>
            <a:off x="4743450" y="36004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915641298" name="Rectangle: Rounded Corners 1474960510">
            <a:extLst>
              <a:ext uri="{FF2B5EF4-FFF2-40B4-BE49-F238E27FC236}">
                <a16:creationId xmlns:a16="http://schemas.microsoft.com/office/drawing/2014/main" id="{DF3E0C3D-876A-44E0-A9FB-BADD9FAE485E}"/>
              </a:ext>
            </a:extLst>
          </p:cNvPr>
          <p:cNvSpPr>
            <a:spLocks noGrp="1"/>
          </p:cNvSpPr>
          <p:nvPr/>
        </p:nvSpPr>
        <p:spPr>
          <a:xfrm>
            <a:off x="5181600" y="360045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651111891" name="Rectangle: Rounded Corners 1705162463">
            <a:extLst>
              <a:ext uri="{FF2B5EF4-FFF2-40B4-BE49-F238E27FC236}">
                <a16:creationId xmlns:a16="http://schemas.microsoft.com/office/drawing/2014/main" id="{6BC4616E-72DF-4CFD-BE13-85565C7BA3F4}"/>
              </a:ext>
            </a:extLst>
          </p:cNvPr>
          <p:cNvSpPr>
            <a:spLocks noGrp="1"/>
          </p:cNvSpPr>
          <p:nvPr/>
        </p:nvSpPr>
        <p:spPr>
          <a:xfrm>
            <a:off x="5619750" y="360045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1498208827" name="Rectangle: Rounded Corners 7576924">
            <a:extLst>
              <a:ext uri="{FF2B5EF4-FFF2-40B4-BE49-F238E27FC236}">
                <a16:creationId xmlns:a16="http://schemas.microsoft.com/office/drawing/2014/main" id="{CC17B942-6C1F-4503-BCA9-E3811C4C1DD6}"/>
              </a:ext>
            </a:extLst>
          </p:cNvPr>
          <p:cNvSpPr>
            <a:spLocks noGrp="1"/>
          </p:cNvSpPr>
          <p:nvPr/>
        </p:nvSpPr>
        <p:spPr>
          <a:xfrm>
            <a:off x="3429000" y="40386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2016675364" name="Rectangle: Rounded Corners 426996610">
            <a:extLst>
              <a:ext uri="{FF2B5EF4-FFF2-40B4-BE49-F238E27FC236}">
                <a16:creationId xmlns:a16="http://schemas.microsoft.com/office/drawing/2014/main" id="{121FE99A-C4E8-468C-963C-D256D60B8712}"/>
              </a:ext>
            </a:extLst>
          </p:cNvPr>
          <p:cNvSpPr>
            <a:spLocks noGrp="1"/>
          </p:cNvSpPr>
          <p:nvPr/>
        </p:nvSpPr>
        <p:spPr>
          <a:xfrm>
            <a:off x="3867150" y="40386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875608754" name="Rectangle: Rounded Corners 4937970">
            <a:extLst>
              <a:ext uri="{FF2B5EF4-FFF2-40B4-BE49-F238E27FC236}">
                <a16:creationId xmlns:a16="http://schemas.microsoft.com/office/drawing/2014/main" id="{FADD10CA-9710-44AA-9268-B5D0A0587677}"/>
              </a:ext>
            </a:extLst>
          </p:cNvPr>
          <p:cNvSpPr>
            <a:spLocks noGrp="1"/>
          </p:cNvSpPr>
          <p:nvPr/>
        </p:nvSpPr>
        <p:spPr>
          <a:xfrm>
            <a:off x="4305300" y="40386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651852" name="Rectangle: Rounded Corners 318411884">
            <a:extLst>
              <a:ext uri="{FF2B5EF4-FFF2-40B4-BE49-F238E27FC236}">
                <a16:creationId xmlns:a16="http://schemas.microsoft.com/office/drawing/2014/main" id="{A6F2DAE5-3B45-4E4F-A7BA-2BB14A620ABD}"/>
              </a:ext>
            </a:extLst>
          </p:cNvPr>
          <p:cNvSpPr>
            <a:spLocks noGrp="1"/>
          </p:cNvSpPr>
          <p:nvPr/>
        </p:nvSpPr>
        <p:spPr>
          <a:xfrm>
            <a:off x="4743450" y="40386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124438546" name="Rectangle: Rounded Corners 615608590">
            <a:extLst>
              <a:ext uri="{FF2B5EF4-FFF2-40B4-BE49-F238E27FC236}">
                <a16:creationId xmlns:a16="http://schemas.microsoft.com/office/drawing/2014/main" id="{B76F0DE2-E1D7-4765-B5B4-BADE8BC41BD4}"/>
              </a:ext>
            </a:extLst>
          </p:cNvPr>
          <p:cNvSpPr>
            <a:spLocks noGrp="1"/>
          </p:cNvSpPr>
          <p:nvPr/>
        </p:nvSpPr>
        <p:spPr>
          <a:xfrm>
            <a:off x="5181600" y="403860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580131754" name="Rectangle: Rounded Corners 1731456271">
            <a:extLst>
              <a:ext uri="{FF2B5EF4-FFF2-40B4-BE49-F238E27FC236}">
                <a16:creationId xmlns:a16="http://schemas.microsoft.com/office/drawing/2014/main" id="{E01B1F1B-4D7B-43BE-AE47-8744C43EBC22}"/>
              </a:ext>
            </a:extLst>
          </p:cNvPr>
          <p:cNvSpPr>
            <a:spLocks noGrp="1"/>
          </p:cNvSpPr>
          <p:nvPr/>
        </p:nvSpPr>
        <p:spPr>
          <a:xfrm>
            <a:off x="5619750" y="4038600"/>
            <a:ext cx="400050" cy="400050"/>
          </a:xfrm>
          <a:prstGeom prst="roundRect">
            <a:avLst>
              <a:gd name="adj" fmla="val 4762"/>
            </a:avLst>
          </a:prstGeom>
          <a:solidFill>
            <a:srgbClr val="FEE2E2"/>
          </a:solidFill>
          <a:ln w="14288">
            <a:solidFill>
              <a:srgbClr val="FFFFFF"/>
            </a:solidFill>
            <a:prstDash val="solid"/>
          </a:ln>
        </p:spPr>
        <p:txBody>
          <a:bodyPr/>
          <a:lstStyle/>
          <a:p>
            <a:pPr>
              <a:buNone/>
            </a:pPr>
            <a:endParaRPr/>
          </a:p>
        </p:txBody>
      </p:sp>
      <p:sp>
        <p:nvSpPr>
          <p:cNvPr id="284522003" name="Rectangle: Rounded Corners 484935539">
            <a:extLst>
              <a:ext uri="{FF2B5EF4-FFF2-40B4-BE49-F238E27FC236}">
                <a16:creationId xmlns:a16="http://schemas.microsoft.com/office/drawing/2014/main" id="{2F78ACB3-FAF7-4A21-B990-47F1572E3C41}"/>
              </a:ext>
            </a:extLst>
          </p:cNvPr>
          <p:cNvSpPr>
            <a:spLocks noGrp="1"/>
          </p:cNvSpPr>
          <p:nvPr/>
        </p:nvSpPr>
        <p:spPr>
          <a:xfrm>
            <a:off x="3429000" y="44767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910982339" name="Rectangle: Rounded Corners 1134420310">
            <a:extLst>
              <a:ext uri="{FF2B5EF4-FFF2-40B4-BE49-F238E27FC236}">
                <a16:creationId xmlns:a16="http://schemas.microsoft.com/office/drawing/2014/main" id="{6D93B0B3-5AB7-454D-B158-0E4534332A0D}"/>
              </a:ext>
            </a:extLst>
          </p:cNvPr>
          <p:cNvSpPr>
            <a:spLocks noGrp="1"/>
          </p:cNvSpPr>
          <p:nvPr/>
        </p:nvSpPr>
        <p:spPr>
          <a:xfrm>
            <a:off x="3867150" y="44767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1829730396" name="Rectangle: Rounded Corners 1355285829">
            <a:extLst>
              <a:ext uri="{FF2B5EF4-FFF2-40B4-BE49-F238E27FC236}">
                <a16:creationId xmlns:a16="http://schemas.microsoft.com/office/drawing/2014/main" id="{C5ACF61C-7D00-42B2-B70C-C636C86E7B83}"/>
              </a:ext>
            </a:extLst>
          </p:cNvPr>
          <p:cNvSpPr>
            <a:spLocks noGrp="1"/>
          </p:cNvSpPr>
          <p:nvPr/>
        </p:nvSpPr>
        <p:spPr>
          <a:xfrm>
            <a:off x="4305300" y="44767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335391290" name="Rectangle: Rounded Corners 1945716100">
            <a:extLst>
              <a:ext uri="{FF2B5EF4-FFF2-40B4-BE49-F238E27FC236}">
                <a16:creationId xmlns:a16="http://schemas.microsoft.com/office/drawing/2014/main" id="{2AD15484-E807-426E-998D-2F45E7E1C7EE}"/>
              </a:ext>
            </a:extLst>
          </p:cNvPr>
          <p:cNvSpPr>
            <a:spLocks noGrp="1"/>
          </p:cNvSpPr>
          <p:nvPr/>
        </p:nvSpPr>
        <p:spPr>
          <a:xfrm>
            <a:off x="4743450" y="44767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2125175795" name="Rectangle: Rounded Corners 903673204">
            <a:extLst>
              <a:ext uri="{FF2B5EF4-FFF2-40B4-BE49-F238E27FC236}">
                <a16:creationId xmlns:a16="http://schemas.microsoft.com/office/drawing/2014/main" id="{C3F50328-34B5-4B29-923A-C2F90168643E}"/>
              </a:ext>
            </a:extLst>
          </p:cNvPr>
          <p:cNvSpPr>
            <a:spLocks noGrp="1"/>
          </p:cNvSpPr>
          <p:nvPr/>
        </p:nvSpPr>
        <p:spPr>
          <a:xfrm>
            <a:off x="5181600" y="44767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356031559" name="Rectangle: Rounded Corners 41920753">
            <a:extLst>
              <a:ext uri="{FF2B5EF4-FFF2-40B4-BE49-F238E27FC236}">
                <a16:creationId xmlns:a16="http://schemas.microsoft.com/office/drawing/2014/main" id="{88255D6A-19C1-4149-BA1E-FEB72C4061BE}"/>
              </a:ext>
            </a:extLst>
          </p:cNvPr>
          <p:cNvSpPr>
            <a:spLocks noGrp="1"/>
          </p:cNvSpPr>
          <p:nvPr/>
        </p:nvSpPr>
        <p:spPr>
          <a:xfrm>
            <a:off x="5619750" y="4476750"/>
            <a:ext cx="400050" cy="400050"/>
          </a:xfrm>
          <a:prstGeom prst="roundRect">
            <a:avLst>
              <a:gd name="adj" fmla="val 4762"/>
            </a:avLst>
          </a:prstGeom>
          <a:solidFill>
            <a:srgbClr val="E0F2FE"/>
          </a:solidFill>
          <a:ln w="14288">
            <a:solidFill>
              <a:srgbClr val="FFFFFF"/>
            </a:solidFill>
            <a:prstDash val="solid"/>
          </a:ln>
        </p:spPr>
        <p:txBody>
          <a:bodyPr/>
          <a:lstStyle/>
          <a:p>
            <a:pPr>
              <a:buNone/>
            </a:pPr>
            <a:endParaRPr/>
          </a:p>
        </p:txBody>
      </p:sp>
      <p:sp>
        <p:nvSpPr>
          <p:cNvPr id="604787944" name="Rectangle 1090731607">
            <a:extLst>
              <a:ext uri="{FF2B5EF4-FFF2-40B4-BE49-F238E27FC236}">
                <a16:creationId xmlns:a16="http://schemas.microsoft.com/office/drawing/2014/main" id="{58D92E17-B1CD-47AC-A480-1E314E6B7B2E}"/>
              </a:ext>
            </a:extLst>
          </p:cNvPr>
          <p:cNvSpPr>
            <a:spLocks noGrp="1"/>
          </p:cNvSpPr>
          <p:nvPr/>
        </p:nvSpPr>
        <p:spPr>
          <a:xfrm>
            <a:off x="2381250" y="4762500"/>
            <a:ext cx="1524000" cy="285750"/>
          </a:xfrm>
          <a:prstGeom prst="rect">
            <a:avLst/>
          </a:prstGeom>
          <a:noFill/>
          <a:ln w="0">
            <a:noFill/>
            <a:prstDash val="solid"/>
          </a:ln>
        </p:spPr>
        <p:txBody>
          <a:bodyPr/>
          <a:lstStyle/>
          <a:p>
            <a:pPr algn="ctr">
              <a:buNone/>
              <a:defRPr sz="1800" b="1">
                <a:solidFill>
                  <a:srgbClr val="2563EB"/>
                </a:solidFill>
              </a:defRPr>
            </a:pPr>
            <a:r>
              <a:rPr sz="1800" b="1">
                <a:solidFill>
                  <a:srgbClr val="2563EB"/>
                </a:solidFill>
              </a:rPr>
              <a:t>visible</a:t>
            </a:r>
          </a:p>
        </p:txBody>
      </p:sp>
      <p:sp>
        <p:nvSpPr>
          <p:cNvPr id="1416511425" name="Rectangle 1864567656">
            <a:extLst>
              <a:ext uri="{FF2B5EF4-FFF2-40B4-BE49-F238E27FC236}">
                <a16:creationId xmlns:a16="http://schemas.microsoft.com/office/drawing/2014/main" id="{8960D69E-501A-4FEC-97B6-C037417F4A57}"/>
              </a:ext>
            </a:extLst>
          </p:cNvPr>
          <p:cNvSpPr>
            <a:spLocks noGrp="1"/>
          </p:cNvSpPr>
          <p:nvPr/>
        </p:nvSpPr>
        <p:spPr>
          <a:xfrm>
            <a:off x="7429500" y="4762500"/>
            <a:ext cx="1524000" cy="28575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masked</a:t>
            </a:r>
          </a:p>
        </p:txBody>
      </p:sp>
      <p:sp>
        <p:nvSpPr>
          <p:cNvPr id="2106452259" name="Rectangle 353583897">
            <a:extLst>
              <a:ext uri="{FF2B5EF4-FFF2-40B4-BE49-F238E27FC236}">
                <a16:creationId xmlns:a16="http://schemas.microsoft.com/office/drawing/2014/main" id="{0A87FE6B-5914-4F9C-AC0B-DFEA6DCDBD1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53</a:t>
            </a:r>
          </a:p>
        </p:txBody>
      </p:sp>
    </p:spTree>
    <p:extLst>
      <p:ext uri="{BB962C8B-B14F-4D97-AF65-F5344CB8AC3E}">
        <p14:creationId xmlns:p14="http://schemas.microsoft.com/office/powerpoint/2010/main" val="690080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8466918" name="Rectangle 352308475">
            <a:extLst>
              <a:ext uri="{FF2B5EF4-FFF2-40B4-BE49-F238E27FC236}">
                <a16:creationId xmlns:a16="http://schemas.microsoft.com/office/drawing/2014/main" id="{53590155-FC4A-4C9C-82C7-91E25E322E1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2017</a:t>
            </a:r>
          </a:p>
        </p:txBody>
      </p:sp>
      <p:sp>
        <p:nvSpPr>
          <p:cNvPr id="717008153" name="Rectangle 890164865">
            <a:extLst>
              <a:ext uri="{FF2B5EF4-FFF2-40B4-BE49-F238E27FC236}">
                <a16:creationId xmlns:a16="http://schemas.microsoft.com/office/drawing/2014/main" id="{09950025-8F0E-4092-9ADB-DE1253EF46B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replaced recurrence</a:t>
            </a:r>
          </a:p>
        </p:txBody>
      </p:sp>
      <p:sp>
        <p:nvSpPr>
          <p:cNvPr id="792073284" name="Rectangle: Rounded Corners 1302761572">
            <a:extLst>
              <a:ext uri="{FF2B5EF4-FFF2-40B4-BE49-F238E27FC236}">
                <a16:creationId xmlns:a16="http://schemas.microsoft.com/office/drawing/2014/main" id="{A935977C-AED5-4622-A211-DDAD354BB526}"/>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943428800" name="Rectangle: Rounded Corners 2031370086">
            <a:extLst>
              <a:ext uri="{FF2B5EF4-FFF2-40B4-BE49-F238E27FC236}">
                <a16:creationId xmlns:a16="http://schemas.microsoft.com/office/drawing/2014/main" id="{6E37AC4B-4C76-42E4-AE19-6C66CDB118DA}"/>
              </a:ext>
            </a:extLst>
          </p:cNvPr>
          <p:cNvSpPr>
            <a:spLocks noGrp="1"/>
          </p:cNvSpPr>
          <p:nvPr/>
        </p:nvSpPr>
        <p:spPr>
          <a:xfrm>
            <a:off x="1714500" y="2857500"/>
            <a:ext cx="2762250" cy="1238250"/>
          </a:xfrm>
          <a:prstGeom prst="roundRect">
            <a:avLst>
              <a:gd name="adj" fmla="val 9231"/>
            </a:avLst>
          </a:prstGeom>
          <a:solidFill>
            <a:srgbClr val="FFFFFF"/>
          </a:solidFill>
          <a:ln w="14288">
            <a:solidFill>
              <a:srgbClr val="CBD5E1"/>
            </a:solidFill>
            <a:prstDash val="solid"/>
          </a:ln>
        </p:spPr>
        <p:txBody>
          <a:bodyPr/>
          <a:lstStyle/>
          <a:p>
            <a:pPr algn="ctr">
              <a:buNone/>
              <a:defRPr sz="2250" b="1">
                <a:solidFill>
                  <a:srgbClr val="0B0F19"/>
                </a:solidFill>
              </a:defRPr>
            </a:pPr>
            <a:r>
              <a:rPr sz="2250" b="1">
                <a:solidFill>
                  <a:srgbClr val="0B0F19"/>
                </a:solidFill>
              </a:rPr>
              <a:t>RNN</a:t>
            </a:r>
          </a:p>
          <a:p>
            <a:pPr algn="ctr">
              <a:buNone/>
              <a:defRPr sz="2250" b="1">
                <a:solidFill>
                  <a:srgbClr val="0B0F19"/>
                </a:solidFill>
              </a:defRPr>
            </a:pPr>
            <a:r>
              <a:rPr sz="2250" b="1">
                <a:solidFill>
                  <a:srgbClr val="0B0F19"/>
                </a:solidFill>
              </a:rPr>
              <a:t>step by step</a:t>
            </a:r>
          </a:p>
        </p:txBody>
      </p:sp>
      <p:sp>
        <p:nvSpPr>
          <p:cNvPr id="1278266331" name="Rectangle 1726456331">
            <a:extLst>
              <a:ext uri="{FF2B5EF4-FFF2-40B4-BE49-F238E27FC236}">
                <a16:creationId xmlns:a16="http://schemas.microsoft.com/office/drawing/2014/main" id="{CD46BC0F-C56D-405E-B238-6140A13A60D7}"/>
              </a:ext>
            </a:extLst>
          </p:cNvPr>
          <p:cNvSpPr>
            <a:spLocks noGrp="1"/>
          </p:cNvSpPr>
          <p:nvPr/>
        </p:nvSpPr>
        <p:spPr>
          <a:xfrm>
            <a:off x="5572125" y="3238500"/>
            <a:ext cx="666750" cy="428625"/>
          </a:xfrm>
          <a:prstGeom prst="rect">
            <a:avLst/>
          </a:prstGeom>
          <a:noFill/>
          <a:ln w="0">
            <a:noFill/>
            <a:prstDash val="solid"/>
          </a:ln>
        </p:spPr>
        <p:txBody>
          <a:bodyPr/>
          <a:lstStyle/>
          <a:p>
            <a:pPr algn="ctr">
              <a:buNone/>
              <a:defRPr sz="3300" b="1">
                <a:solidFill>
                  <a:srgbClr val="2563EB"/>
                </a:solidFill>
              </a:defRPr>
            </a:pPr>
            <a:r>
              <a:rPr sz="3300" b="1">
                <a:solidFill>
                  <a:srgbClr val="2563EB"/>
                </a:solidFill>
              </a:rPr>
              <a:t>-&gt;</a:t>
            </a:r>
          </a:p>
        </p:txBody>
      </p:sp>
      <p:sp>
        <p:nvSpPr>
          <p:cNvPr id="1937474749" name="Rectangle: Rounded Corners 412394112">
            <a:extLst>
              <a:ext uri="{FF2B5EF4-FFF2-40B4-BE49-F238E27FC236}">
                <a16:creationId xmlns:a16="http://schemas.microsoft.com/office/drawing/2014/main" id="{CA63FF6C-F5FC-42B1-9C85-B3678A8C6CDD}"/>
              </a:ext>
            </a:extLst>
          </p:cNvPr>
          <p:cNvSpPr>
            <a:spLocks noGrp="1"/>
          </p:cNvSpPr>
          <p:nvPr/>
        </p:nvSpPr>
        <p:spPr>
          <a:xfrm>
            <a:off x="7334250" y="2857500"/>
            <a:ext cx="3143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a:p>
            <a:pPr algn="ctr">
              <a:buNone/>
              <a:defRPr sz="2250" b="1">
                <a:solidFill>
                  <a:srgbClr val="0B0F19"/>
                </a:solidFill>
              </a:defRPr>
            </a:pPr>
            <a:r>
              <a:rPr sz="2250" b="1">
                <a:solidFill>
                  <a:srgbClr val="0B0F19"/>
                </a:solidFill>
              </a:rPr>
              <a:t>direct comparison</a:t>
            </a:r>
          </a:p>
        </p:txBody>
      </p:sp>
      <p:sp>
        <p:nvSpPr>
          <p:cNvPr id="1053139932" name="Rectangle 225213445">
            <a:extLst>
              <a:ext uri="{FF2B5EF4-FFF2-40B4-BE49-F238E27FC236}">
                <a16:creationId xmlns:a16="http://schemas.microsoft.com/office/drawing/2014/main" id="{5DD6477F-EE74-4AE7-924F-6B8DD317B869}"/>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54</a:t>
            </a:r>
          </a:p>
        </p:txBody>
      </p:sp>
    </p:spTree>
    <p:extLst>
      <p:ext uri="{BB962C8B-B14F-4D97-AF65-F5344CB8AC3E}">
        <p14:creationId xmlns:p14="http://schemas.microsoft.com/office/powerpoint/2010/main" val="2068980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6708275" name="Rectangle 935271156">
            <a:extLst>
              <a:ext uri="{FF2B5EF4-FFF2-40B4-BE49-F238E27FC236}">
                <a16:creationId xmlns:a16="http://schemas.microsoft.com/office/drawing/2014/main" id="{ACF101D8-A526-4BB3-98A6-CD3A2F81D6B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 architecture</a:t>
            </a:r>
          </a:p>
        </p:txBody>
      </p:sp>
      <p:sp>
        <p:nvSpPr>
          <p:cNvPr id="801362156" name="Rectangle 251777344">
            <a:extLst>
              <a:ext uri="{FF2B5EF4-FFF2-40B4-BE49-F238E27FC236}">
                <a16:creationId xmlns:a16="http://schemas.microsoft.com/office/drawing/2014/main" id="{F1D7BE2C-A1F0-44EA-9479-BFD2B3A0B65B}"/>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repeats a decoder-only Transformer block</a:t>
            </a:r>
          </a:p>
        </p:txBody>
      </p:sp>
      <p:sp>
        <p:nvSpPr>
          <p:cNvPr id="1439565881" name="Rectangle: Rounded Corners 1456392341">
            <a:extLst>
              <a:ext uri="{FF2B5EF4-FFF2-40B4-BE49-F238E27FC236}">
                <a16:creationId xmlns:a16="http://schemas.microsoft.com/office/drawing/2014/main" id="{1E375854-1F48-4835-91B7-119F019084AA}"/>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153168925" name="Rectangle: Rounded Corners 1987074982">
            <a:extLst>
              <a:ext uri="{FF2B5EF4-FFF2-40B4-BE49-F238E27FC236}">
                <a16:creationId xmlns:a16="http://schemas.microsoft.com/office/drawing/2014/main" id="{F472A909-6FF3-4E1A-9E76-FBC68DCA0614}"/>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pPr>
            <a:endParaRPr/>
          </a:p>
        </p:txBody>
      </p:sp>
      <p:sp>
        <p:nvSpPr>
          <p:cNvPr id="1290633448" name="Rectangle 1286956634">
            <a:extLst>
              <a:ext uri="{FF2B5EF4-FFF2-40B4-BE49-F238E27FC236}">
                <a16:creationId xmlns:a16="http://schemas.microsoft.com/office/drawing/2014/main" id="{09034367-1BBC-4150-820F-0033268A160B}"/>
              </a:ext>
            </a:extLst>
          </p:cNvPr>
          <p:cNvSpPr>
            <a:spLocks noGrp="1"/>
          </p:cNvSpPr>
          <p:nvPr/>
        </p:nvSpPr>
        <p:spPr>
          <a:xfrm>
            <a:off x="8096250" y="23050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Decoder-only stack</a:t>
            </a:r>
          </a:p>
        </p:txBody>
      </p:sp>
      <p:sp>
        <p:nvSpPr>
          <p:cNvPr id="530364046" name="Rectangle 399762638">
            <a:extLst>
              <a:ext uri="{FF2B5EF4-FFF2-40B4-BE49-F238E27FC236}">
                <a16:creationId xmlns:a16="http://schemas.microsoft.com/office/drawing/2014/main" id="{BD0B5CE5-C4C0-4C8E-8877-8C22A61260F8}"/>
              </a:ext>
            </a:extLst>
          </p:cNvPr>
          <p:cNvSpPr>
            <a:spLocks noGrp="1"/>
          </p:cNvSpPr>
          <p:nvPr/>
        </p:nvSpPr>
        <p:spPr>
          <a:xfrm>
            <a:off x="8096250" y="2705100"/>
            <a:ext cx="2857500" cy="112395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feed-forward network</a:t>
            </a:r>
          </a:p>
          <a:p>
            <a:pPr algn="l">
              <a:buNone/>
              <a:defRPr sz="1500" b="0">
                <a:solidFill>
                  <a:srgbClr val="667085"/>
                </a:solidFill>
              </a:defRPr>
            </a:pPr>
            <a:r>
              <a:rPr sz="1500" b="0">
                <a:solidFill>
                  <a:srgbClr val="667085"/>
                </a:solidFill>
              </a:rPr>
              <a:t>residual + LayerNorm</a:t>
            </a:r>
          </a:p>
        </p:txBody>
      </p:sp>
      <p:sp>
        <p:nvSpPr>
          <p:cNvPr id="1403486689" name="Rectangle 1233632033">
            <a:extLst>
              <a:ext uri="{FF2B5EF4-FFF2-40B4-BE49-F238E27FC236}">
                <a16:creationId xmlns:a16="http://schemas.microsoft.com/office/drawing/2014/main" id="{83B86946-7411-48F7-95A8-2088D1666A2E}"/>
              </a:ext>
            </a:extLst>
          </p:cNvPr>
          <p:cNvSpPr>
            <a:spLocks noGrp="1"/>
          </p:cNvSpPr>
          <p:nvPr/>
        </p:nvSpPr>
        <p:spPr>
          <a:xfrm>
            <a:off x="8096250" y="40957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Next-token output</a:t>
            </a:r>
          </a:p>
        </p:txBody>
      </p:sp>
      <p:sp>
        <p:nvSpPr>
          <p:cNvPr id="1169922781" name="Rectangle 987778106">
            <a:extLst>
              <a:ext uri="{FF2B5EF4-FFF2-40B4-BE49-F238E27FC236}">
                <a16:creationId xmlns:a16="http://schemas.microsoft.com/office/drawing/2014/main" id="{E913F9D6-636E-4798-966E-52EE4B550200}"/>
              </a:ext>
            </a:extLst>
          </p:cNvPr>
          <p:cNvSpPr>
            <a:spLocks noGrp="1"/>
          </p:cNvSpPr>
          <p:nvPr/>
        </p:nvSpPr>
        <p:spPr>
          <a:xfrm>
            <a:off x="8096250" y="4495800"/>
            <a:ext cx="2857500" cy="685800"/>
          </a:xfrm>
          <a:prstGeom prst="rect">
            <a:avLst/>
          </a:prstGeom>
          <a:noFill/>
          <a:ln w="0">
            <a:noFill/>
            <a:prstDash val="solid"/>
          </a:ln>
        </p:spPr>
        <p:txBody>
          <a:bodyPr anchor="t"/>
          <a:lstStyle/>
          <a:p>
            <a:pPr algn="l">
              <a:buNone/>
              <a:defRPr sz="1450" b="0">
                <a:solidFill>
                  <a:srgbClr val="667085"/>
                </a:solidFill>
              </a:defRPr>
            </a:pPr>
            <a:r>
              <a:rPr sz="1450" b="0">
                <a:solidFill>
                  <a:srgbClr val="667085"/>
                </a:solidFill>
              </a:rPr>
              <a:t>Linear + Softmax turns the final state into a token distribution.</a:t>
            </a:r>
          </a:p>
        </p:txBody>
      </p:sp>
      <p:sp>
        <p:nvSpPr>
          <p:cNvPr id="1959273528" name="Rectangle 1495975732">
            <a:extLst>
              <a:ext uri="{FF2B5EF4-FFF2-40B4-BE49-F238E27FC236}">
                <a16:creationId xmlns:a16="http://schemas.microsoft.com/office/drawing/2014/main" id="{84E1D4DE-20E5-45D8-8DF6-2E9CB1917EF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55</a:t>
            </a:r>
          </a:p>
        </p:txBody>
      </p:sp>
      <p:pic>
        <p:nvPicPr>
          <p:cNvPr id="1959273539" name="Picture 1987074993"/>
          <p:cNvPicPr>
            <a:picLocks noChangeAspect="1"/>
          </p:cNvPicPr>
          <p:nvPr/>
        </p:nvPicPr>
        <p:blipFill rotWithShape="1">
          <a:blip r:embed="rId3"/>
          <a:stretch/>
        </p:blipFill>
        <p:spPr>
          <a:xfrm>
            <a:off x="2417331" y="1524000"/>
            <a:ext cx="3737838" cy="4495800"/>
          </a:xfrm>
          <a:prstGeom prst="rect">
            <a:avLst/>
          </a:prstGeom>
        </p:spPr>
      </p:pic>
    </p:spTree>
    <p:extLst>
      <p:ext uri="{BB962C8B-B14F-4D97-AF65-F5344CB8AC3E}">
        <p14:creationId xmlns:p14="http://schemas.microsoft.com/office/powerpoint/2010/main" val="18419672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32285605" name="Rectangle 1548456798">
            <a:extLst>
              <a:ext uri="{FF2B5EF4-FFF2-40B4-BE49-F238E27FC236}">
                <a16:creationId xmlns:a16="http://schemas.microsoft.com/office/drawing/2014/main" id="{D4E9C137-11F3-4297-8A00-EF45CD9F464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938319495" name="Rectangle 1277068294">
            <a:extLst>
              <a:ext uri="{FF2B5EF4-FFF2-40B4-BE49-F238E27FC236}">
                <a16:creationId xmlns:a16="http://schemas.microsoft.com/office/drawing/2014/main" id="{04488EF2-DC1A-47A6-B1EA-51716E3DD98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keeps the decoder idea</a:t>
            </a:r>
          </a:p>
        </p:txBody>
      </p:sp>
      <p:sp>
        <p:nvSpPr>
          <p:cNvPr id="190831966" name="Rectangle: Rounded Corners 700677848">
            <a:extLst>
              <a:ext uri="{FF2B5EF4-FFF2-40B4-BE49-F238E27FC236}">
                <a16:creationId xmlns:a16="http://schemas.microsoft.com/office/drawing/2014/main" id="{D222F9E0-6DFB-4089-8013-880EAA4704D5}"/>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2117396703" name="Rectangle: Rounded Corners 614717420">
            <a:extLst>
              <a:ext uri="{FF2B5EF4-FFF2-40B4-BE49-F238E27FC236}">
                <a16:creationId xmlns:a16="http://schemas.microsoft.com/office/drawing/2014/main" id="{45DB30B5-2173-47FC-9BFE-B7A471E5A642}"/>
              </a:ext>
            </a:extLst>
          </p:cNvPr>
          <p:cNvSpPr>
            <a:spLocks noGrp="1"/>
          </p:cNvSpPr>
          <p:nvPr/>
        </p:nvSpPr>
        <p:spPr>
          <a:xfrm>
            <a:off x="4333875" y="476250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4</a:t>
            </a:r>
          </a:p>
        </p:txBody>
      </p:sp>
      <p:sp>
        <p:nvSpPr>
          <p:cNvPr id="1711574951" name="Rectangle: Rounded Corners 1854427874">
            <a:extLst>
              <a:ext uri="{FF2B5EF4-FFF2-40B4-BE49-F238E27FC236}">
                <a16:creationId xmlns:a16="http://schemas.microsoft.com/office/drawing/2014/main" id="{A0606383-A900-4D6B-AA3C-A4A769EA93A0}"/>
              </a:ext>
            </a:extLst>
          </p:cNvPr>
          <p:cNvSpPr>
            <a:spLocks noGrp="1"/>
          </p:cNvSpPr>
          <p:nvPr/>
        </p:nvSpPr>
        <p:spPr>
          <a:xfrm>
            <a:off x="4333875" y="385762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3</a:t>
            </a:r>
          </a:p>
        </p:txBody>
      </p:sp>
      <p:sp>
        <p:nvSpPr>
          <p:cNvPr id="429749186" name="Rectangle: Rounded Corners 1506494527">
            <a:extLst>
              <a:ext uri="{FF2B5EF4-FFF2-40B4-BE49-F238E27FC236}">
                <a16:creationId xmlns:a16="http://schemas.microsoft.com/office/drawing/2014/main" id="{21D23DA1-E396-4808-8B3B-4755CDFB78E5}"/>
              </a:ext>
            </a:extLst>
          </p:cNvPr>
          <p:cNvSpPr>
            <a:spLocks noGrp="1"/>
          </p:cNvSpPr>
          <p:nvPr/>
        </p:nvSpPr>
        <p:spPr>
          <a:xfrm>
            <a:off x="4333875" y="295275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2</a:t>
            </a:r>
          </a:p>
        </p:txBody>
      </p:sp>
      <p:sp>
        <p:nvSpPr>
          <p:cNvPr id="1828738923" name="Rectangle: Rounded Corners 310583424">
            <a:extLst>
              <a:ext uri="{FF2B5EF4-FFF2-40B4-BE49-F238E27FC236}">
                <a16:creationId xmlns:a16="http://schemas.microsoft.com/office/drawing/2014/main" id="{62B2BFFB-4537-434B-92D6-385C6C4B7494}"/>
              </a:ext>
            </a:extLst>
          </p:cNvPr>
          <p:cNvSpPr>
            <a:spLocks noGrp="1"/>
          </p:cNvSpPr>
          <p:nvPr/>
        </p:nvSpPr>
        <p:spPr>
          <a:xfrm>
            <a:off x="4333875" y="204787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1</a:t>
            </a:r>
          </a:p>
        </p:txBody>
      </p:sp>
      <p:sp>
        <p:nvSpPr>
          <p:cNvPr id="1014354429" name="Rectangle: Rounded Corners 701546865">
            <a:extLst>
              <a:ext uri="{FF2B5EF4-FFF2-40B4-BE49-F238E27FC236}">
                <a16:creationId xmlns:a16="http://schemas.microsoft.com/office/drawing/2014/main" id="{92DEAFDE-611B-4A74-B0B0-F4117EDD7496}"/>
              </a:ext>
            </a:extLst>
          </p:cNvPr>
          <p:cNvSpPr>
            <a:spLocks noGrp="1"/>
          </p:cNvSpPr>
          <p:nvPr/>
        </p:nvSpPr>
        <p:spPr>
          <a:xfrm>
            <a:off x="1619250" y="4762500"/>
            <a:ext cx="1905000"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 tokens</a:t>
            </a:r>
          </a:p>
        </p:txBody>
      </p:sp>
      <p:sp>
        <p:nvSpPr>
          <p:cNvPr id="565050757" name="Arrow: Right 622048333">
            <a:extLst>
              <a:ext uri="{FF2B5EF4-FFF2-40B4-BE49-F238E27FC236}">
                <a16:creationId xmlns:a16="http://schemas.microsoft.com/office/drawing/2014/main" id="{49EA75FC-2869-433F-B54A-C781601F2708}"/>
              </a:ext>
            </a:extLst>
          </p:cNvPr>
          <p:cNvSpPr>
            <a:spLocks noGrp="1"/>
          </p:cNvSpPr>
          <p:nvPr/>
        </p:nvSpPr>
        <p:spPr>
          <a:xfrm>
            <a:off x="3667125" y="4829175"/>
            <a:ext cx="6191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918979580" name="Arrow: Right 476163819">
            <a:extLst>
              <a:ext uri="{FF2B5EF4-FFF2-40B4-BE49-F238E27FC236}">
                <a16:creationId xmlns:a16="http://schemas.microsoft.com/office/drawing/2014/main" id="{D3D04C0F-2507-4AB5-B7D6-30D54D95FFC6}"/>
              </a:ext>
            </a:extLst>
          </p:cNvPr>
          <p:cNvSpPr>
            <a:spLocks noGrp="1"/>
          </p:cNvSpPr>
          <p:nvPr/>
        </p:nvSpPr>
        <p:spPr>
          <a:xfrm>
            <a:off x="7334250" y="2143125"/>
            <a:ext cx="13811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966603052" name="Rectangle: Rounded Corners 1396234520">
            <a:extLst>
              <a:ext uri="{FF2B5EF4-FFF2-40B4-BE49-F238E27FC236}">
                <a16:creationId xmlns:a16="http://schemas.microsoft.com/office/drawing/2014/main" id="{3CD3B989-FBFF-4655-B36B-1566C4F33AC4}"/>
              </a:ext>
            </a:extLst>
          </p:cNvPr>
          <p:cNvSpPr>
            <a:spLocks noGrp="1"/>
          </p:cNvSpPr>
          <p:nvPr/>
        </p:nvSpPr>
        <p:spPr>
          <a:xfrm>
            <a:off x="8953500" y="2047875"/>
            <a:ext cx="1714500" cy="590549"/>
          </a:xfrm>
          <a:prstGeom prst="roundRect">
            <a:avLst>
              <a:gd name="adj" fmla="val 19355"/>
            </a:avLst>
          </a:prstGeom>
          <a:solidFill>
            <a:srgbClr val="DCFCE7"/>
          </a:solidFill>
          <a:ln w="14288">
            <a:solidFill>
              <a:srgbClr val="10B981"/>
            </a:solidFill>
            <a:prstDash val="solid"/>
          </a:ln>
        </p:spPr>
        <p:txBody>
          <a:bodyPr/>
          <a:lstStyle/>
          <a:p>
            <a:pPr algn="ctr">
              <a:buNone/>
              <a:defRPr sz="1900" b="1">
                <a:solidFill>
                  <a:srgbClr val="0B0F19"/>
                </a:solidFill>
              </a:defRPr>
            </a:pPr>
            <a:r>
              <a:rPr sz="1900" b="1">
                <a:solidFill>
                  <a:srgbClr val="0B0F19"/>
                </a:solidFill>
              </a:rPr>
              <a:t>next token</a:t>
            </a:r>
          </a:p>
        </p:txBody>
      </p:sp>
      <p:sp>
        <p:nvSpPr>
          <p:cNvPr id="2131727460" name="Rectangle 1921889684">
            <a:extLst>
              <a:ext uri="{FF2B5EF4-FFF2-40B4-BE49-F238E27FC236}">
                <a16:creationId xmlns:a16="http://schemas.microsoft.com/office/drawing/2014/main" id="{4044A667-71AA-44A6-AF82-349E7DED3E9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56</a:t>
            </a:r>
          </a:p>
        </p:txBody>
      </p:sp>
    </p:spTree>
    <p:extLst>
      <p:ext uri="{BB962C8B-B14F-4D97-AF65-F5344CB8AC3E}">
        <p14:creationId xmlns:p14="http://schemas.microsoft.com/office/powerpoint/2010/main" val="1292411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3250984" name="Rectangle 7713821">
            <a:extLst>
              <a:ext uri="{FF2B5EF4-FFF2-40B4-BE49-F238E27FC236}">
                <a16:creationId xmlns:a16="http://schemas.microsoft.com/office/drawing/2014/main" id="{79AADB21-23B4-49E3-B6CE-39B7AD193D1D}"/>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Objective</a:t>
            </a:r>
          </a:p>
        </p:txBody>
      </p:sp>
      <p:sp>
        <p:nvSpPr>
          <p:cNvPr id="1905774694" name="Rectangle 1381388514">
            <a:extLst>
              <a:ext uri="{FF2B5EF4-FFF2-40B4-BE49-F238E27FC236}">
                <a16:creationId xmlns:a16="http://schemas.microsoft.com/office/drawing/2014/main" id="{CF5E2041-0468-43D9-B7B0-49721182168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target: the next token</a:t>
            </a:r>
          </a:p>
        </p:txBody>
      </p:sp>
      <p:sp>
        <p:nvSpPr>
          <p:cNvPr id="797461043" name="Rectangle: Rounded Corners 661849784">
            <a:extLst>
              <a:ext uri="{FF2B5EF4-FFF2-40B4-BE49-F238E27FC236}">
                <a16:creationId xmlns:a16="http://schemas.microsoft.com/office/drawing/2014/main" id="{D720154C-255D-48A5-8D00-00025424BCB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972059354" name="Rectangle: Rounded Corners 1954931325">
            <a:extLst>
              <a:ext uri="{FF2B5EF4-FFF2-40B4-BE49-F238E27FC236}">
                <a16:creationId xmlns:a16="http://schemas.microsoft.com/office/drawing/2014/main" id="{9D0F349B-FAA5-40AD-B07C-2A5104198A0F}"/>
              </a:ext>
            </a:extLst>
          </p:cNvPr>
          <p:cNvSpPr>
            <a:spLocks noGrp="1"/>
          </p:cNvSpPr>
          <p:nvPr/>
        </p:nvSpPr>
        <p:spPr>
          <a:xfrm>
            <a:off x="1428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891129250" name="Rectangle: Rounded Corners 1479007971">
            <a:extLst>
              <a:ext uri="{FF2B5EF4-FFF2-40B4-BE49-F238E27FC236}">
                <a16:creationId xmlns:a16="http://schemas.microsoft.com/office/drawing/2014/main" id="{C529E2AA-BBA6-4307-9C9A-45A723314874}"/>
              </a:ext>
            </a:extLst>
          </p:cNvPr>
          <p:cNvSpPr>
            <a:spLocks noGrp="1"/>
          </p:cNvSpPr>
          <p:nvPr/>
        </p:nvSpPr>
        <p:spPr>
          <a:xfrm>
            <a:off x="2952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capital</a:t>
            </a:r>
          </a:p>
        </p:txBody>
      </p:sp>
      <p:sp>
        <p:nvSpPr>
          <p:cNvPr id="796720629" name="Rectangle: Rounded Corners 337911440">
            <a:extLst>
              <a:ext uri="{FF2B5EF4-FFF2-40B4-BE49-F238E27FC236}">
                <a16:creationId xmlns:a16="http://schemas.microsoft.com/office/drawing/2014/main" id="{71E70D7B-CE39-40F1-8BAE-E4394749B159}"/>
              </a:ext>
            </a:extLst>
          </p:cNvPr>
          <p:cNvSpPr>
            <a:spLocks noGrp="1"/>
          </p:cNvSpPr>
          <p:nvPr/>
        </p:nvSpPr>
        <p:spPr>
          <a:xfrm>
            <a:off x="4476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of</a:t>
            </a:r>
          </a:p>
        </p:txBody>
      </p:sp>
      <p:sp>
        <p:nvSpPr>
          <p:cNvPr id="2073755589" name="Rectangle: Rounded Corners 812565267">
            <a:extLst>
              <a:ext uri="{FF2B5EF4-FFF2-40B4-BE49-F238E27FC236}">
                <a16:creationId xmlns:a16="http://schemas.microsoft.com/office/drawing/2014/main" id="{2D74F8AE-C3DB-466B-8EC7-CA4E52BA98D9}"/>
              </a:ext>
            </a:extLst>
          </p:cNvPr>
          <p:cNvSpPr>
            <a:spLocks noGrp="1"/>
          </p:cNvSpPr>
          <p:nvPr/>
        </p:nvSpPr>
        <p:spPr>
          <a:xfrm>
            <a:off x="6000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France</a:t>
            </a:r>
          </a:p>
        </p:txBody>
      </p:sp>
      <p:sp>
        <p:nvSpPr>
          <p:cNvPr id="1073437868" name="Rectangle: Rounded Corners 210839016">
            <a:extLst>
              <a:ext uri="{FF2B5EF4-FFF2-40B4-BE49-F238E27FC236}">
                <a16:creationId xmlns:a16="http://schemas.microsoft.com/office/drawing/2014/main" id="{5721C200-B80B-4FAF-BA0D-AF385A1CB03D}"/>
              </a:ext>
            </a:extLst>
          </p:cNvPr>
          <p:cNvSpPr>
            <a:spLocks noGrp="1"/>
          </p:cNvSpPr>
          <p:nvPr/>
        </p:nvSpPr>
        <p:spPr>
          <a:xfrm>
            <a:off x="7524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is</a:t>
            </a:r>
          </a:p>
        </p:txBody>
      </p:sp>
      <p:sp>
        <p:nvSpPr>
          <p:cNvPr id="1643357207" name="Arrow: Right 923890290">
            <a:extLst>
              <a:ext uri="{FF2B5EF4-FFF2-40B4-BE49-F238E27FC236}">
                <a16:creationId xmlns:a16="http://schemas.microsoft.com/office/drawing/2014/main" id="{33895E93-07D7-48FE-AAF3-C7CBCFA714BC}"/>
              </a:ext>
            </a:extLst>
          </p:cNvPr>
          <p:cNvSpPr>
            <a:spLocks noGrp="1"/>
          </p:cNvSpPr>
          <p:nvPr/>
        </p:nvSpPr>
        <p:spPr>
          <a:xfrm>
            <a:off x="8953500" y="3219449"/>
            <a:ext cx="90487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616042699" name="Rectangle: Rounded Corners 549922296">
            <a:extLst>
              <a:ext uri="{FF2B5EF4-FFF2-40B4-BE49-F238E27FC236}">
                <a16:creationId xmlns:a16="http://schemas.microsoft.com/office/drawing/2014/main" id="{EB07B0C8-D18B-4793-B295-B5D6B6855DB2}"/>
              </a:ext>
            </a:extLst>
          </p:cNvPr>
          <p:cNvSpPr>
            <a:spLocks noGrp="1"/>
          </p:cNvSpPr>
          <p:nvPr/>
        </p:nvSpPr>
        <p:spPr>
          <a:xfrm>
            <a:off x="10096500" y="3143250"/>
            <a:ext cx="1190625" cy="590549"/>
          </a:xfrm>
          <a:prstGeom prst="roundRect">
            <a:avLst>
              <a:gd name="adj" fmla="val 19355"/>
            </a:avLst>
          </a:prstGeom>
          <a:solidFill>
            <a:srgbClr val="DCFCE7"/>
          </a:solidFill>
          <a:ln w="14288">
            <a:solidFill>
              <a:srgbClr val="10B981"/>
            </a:solidFill>
            <a:prstDash val="solid"/>
          </a:ln>
        </p:spPr>
        <p:txBody>
          <a:bodyPr/>
          <a:lstStyle/>
          <a:p>
            <a:pPr algn="ctr">
              <a:buNone/>
              <a:defRPr sz="1800" b="1">
                <a:solidFill>
                  <a:srgbClr val="0B0F19"/>
                </a:solidFill>
              </a:defRPr>
            </a:pPr>
            <a:r>
              <a:rPr sz="1800" b="1">
                <a:solidFill>
                  <a:srgbClr val="0B0F19"/>
                </a:solidFill>
              </a:rPr>
              <a:t>Paris</a:t>
            </a:r>
          </a:p>
        </p:txBody>
      </p:sp>
      <p:sp>
        <p:nvSpPr>
          <p:cNvPr id="1045265390" name="Rectangle 313069816">
            <a:extLst>
              <a:ext uri="{FF2B5EF4-FFF2-40B4-BE49-F238E27FC236}">
                <a16:creationId xmlns:a16="http://schemas.microsoft.com/office/drawing/2014/main" id="{F9835A1B-6DB5-4571-BE36-B30AB61B703A}"/>
              </a:ext>
            </a:extLst>
          </p:cNvPr>
          <p:cNvSpPr>
            <a:spLocks noGrp="1"/>
          </p:cNvSpPr>
          <p:nvPr/>
        </p:nvSpPr>
        <p:spPr>
          <a:xfrm>
            <a:off x="9667875" y="4191000"/>
            <a:ext cx="2000250" cy="323850"/>
          </a:xfrm>
          <a:prstGeom prst="rect">
            <a:avLst/>
          </a:prstGeom>
          <a:noFill/>
          <a:ln w="0">
            <a:noFill/>
            <a:prstDash val="solid"/>
          </a:ln>
        </p:spPr>
        <p:txBody>
          <a:bodyPr/>
          <a:lstStyle/>
          <a:p>
            <a:pPr algn="ctr">
              <a:buNone/>
              <a:defRPr sz="1950" b="1">
                <a:solidFill>
                  <a:srgbClr val="10B981"/>
                </a:solidFill>
              </a:defRPr>
            </a:pPr>
            <a:r>
              <a:rPr sz="1950" b="1">
                <a:solidFill>
                  <a:srgbClr val="10B981"/>
                </a:solidFill>
              </a:rPr>
              <a:t>predict this</a:t>
            </a:r>
          </a:p>
        </p:txBody>
      </p:sp>
      <p:sp>
        <p:nvSpPr>
          <p:cNvPr id="1896355744" name="Rectangle 181180573">
            <a:extLst>
              <a:ext uri="{FF2B5EF4-FFF2-40B4-BE49-F238E27FC236}">
                <a16:creationId xmlns:a16="http://schemas.microsoft.com/office/drawing/2014/main" id="{8431654F-DD31-4D69-85D1-1007FCCC5D0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57</a:t>
            </a:r>
          </a:p>
        </p:txBody>
      </p:sp>
    </p:spTree>
    <p:extLst>
      <p:ext uri="{BB962C8B-B14F-4D97-AF65-F5344CB8AC3E}">
        <p14:creationId xmlns:p14="http://schemas.microsoft.com/office/powerpoint/2010/main" val="8215147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9594194" name="Rectangle 106407163">
            <a:extLst>
              <a:ext uri="{FF2B5EF4-FFF2-40B4-BE49-F238E27FC236}">
                <a16:creationId xmlns:a16="http://schemas.microsoft.com/office/drawing/2014/main" id="{91527A30-A948-43CF-839B-2DF65A1AA38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Scale</a:t>
            </a:r>
          </a:p>
        </p:txBody>
      </p:sp>
      <p:sp>
        <p:nvSpPr>
          <p:cNvPr id="2134861638" name="Rectangle 440135367">
            <a:extLst>
              <a:ext uri="{FF2B5EF4-FFF2-40B4-BE49-F238E27FC236}">
                <a16:creationId xmlns:a16="http://schemas.microsoft.com/office/drawing/2014/main" id="{628CAE54-4869-4068-B392-48912786767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Pretraining compresses patterns into weights</a:t>
            </a:r>
          </a:p>
        </p:txBody>
      </p:sp>
      <p:sp>
        <p:nvSpPr>
          <p:cNvPr id="223073201" name="Rectangle: Rounded Corners 989138248">
            <a:extLst>
              <a:ext uri="{FF2B5EF4-FFF2-40B4-BE49-F238E27FC236}">
                <a16:creationId xmlns:a16="http://schemas.microsoft.com/office/drawing/2014/main" id="{ABA5EA8C-38A5-4ABB-A0BA-55D498375D8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76439502" name="Rectangle: Rounded Corners 1616044445">
            <a:extLst>
              <a:ext uri="{FF2B5EF4-FFF2-40B4-BE49-F238E27FC236}">
                <a16:creationId xmlns:a16="http://schemas.microsoft.com/office/drawing/2014/main" id="{7FBC82C7-D6D8-49B3-A5B0-E5E94F4BEAE5}"/>
              </a:ext>
            </a:extLst>
          </p:cNvPr>
          <p:cNvSpPr>
            <a:spLocks noGrp="1"/>
          </p:cNvSpPr>
          <p:nvPr/>
        </p:nvSpPr>
        <p:spPr>
          <a:xfrm>
            <a:off x="1428750" y="2952750"/>
            <a:ext cx="1476375"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text</a:t>
            </a:r>
          </a:p>
        </p:txBody>
      </p:sp>
      <p:sp>
        <p:nvSpPr>
          <p:cNvPr id="325226249" name="Arrow: Right 594282241">
            <a:extLst>
              <a:ext uri="{FF2B5EF4-FFF2-40B4-BE49-F238E27FC236}">
                <a16:creationId xmlns:a16="http://schemas.microsoft.com/office/drawing/2014/main" id="{6012F181-8C81-4FA6-B329-E5103EA773EC}"/>
              </a:ext>
            </a:extLst>
          </p:cNvPr>
          <p:cNvSpPr>
            <a:spLocks noGrp="1"/>
          </p:cNvSpPr>
          <p:nvPr/>
        </p:nvSpPr>
        <p:spPr>
          <a:xfrm>
            <a:off x="3143250"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tokens</a:t>
            </a:r>
          </a:p>
        </p:txBody>
      </p:sp>
      <p:sp>
        <p:nvSpPr>
          <p:cNvPr id="925547133" name="Rectangle: Rounded Corners 733975538">
            <a:extLst>
              <a:ext uri="{FF2B5EF4-FFF2-40B4-BE49-F238E27FC236}">
                <a16:creationId xmlns:a16="http://schemas.microsoft.com/office/drawing/2014/main" id="{49E0CFD7-04E7-48C5-A339-14F8E26372F6}"/>
              </a:ext>
            </a:extLst>
          </p:cNvPr>
          <p:cNvSpPr>
            <a:spLocks noGrp="1"/>
          </p:cNvSpPr>
          <p:nvPr/>
        </p:nvSpPr>
        <p:spPr>
          <a:xfrm>
            <a:off x="4476750" y="2952750"/>
            <a:ext cx="1619250"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batches</a:t>
            </a:r>
          </a:p>
        </p:txBody>
      </p:sp>
      <p:sp>
        <p:nvSpPr>
          <p:cNvPr id="1498727970" name="Arrow: Right 826463740">
            <a:extLst>
              <a:ext uri="{FF2B5EF4-FFF2-40B4-BE49-F238E27FC236}">
                <a16:creationId xmlns:a16="http://schemas.microsoft.com/office/drawing/2014/main" id="{EEC3561C-2FF2-47F5-8B21-4EBC88337F5C}"/>
              </a:ext>
            </a:extLst>
          </p:cNvPr>
          <p:cNvSpPr>
            <a:spLocks noGrp="1"/>
          </p:cNvSpPr>
          <p:nvPr/>
        </p:nvSpPr>
        <p:spPr>
          <a:xfrm>
            <a:off x="6334125"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train</a:t>
            </a:r>
          </a:p>
        </p:txBody>
      </p:sp>
      <p:sp>
        <p:nvSpPr>
          <p:cNvPr id="809872419" name="Rectangle: Rounded Corners 1611946980">
            <a:extLst>
              <a:ext uri="{FF2B5EF4-FFF2-40B4-BE49-F238E27FC236}">
                <a16:creationId xmlns:a16="http://schemas.microsoft.com/office/drawing/2014/main" id="{6D0C20EF-97C9-46B7-B198-E8D91E6637E4}"/>
              </a:ext>
            </a:extLst>
          </p:cNvPr>
          <p:cNvSpPr>
            <a:spLocks noGrp="1"/>
          </p:cNvSpPr>
          <p:nvPr/>
        </p:nvSpPr>
        <p:spPr>
          <a:xfrm>
            <a:off x="7667625" y="2809875"/>
            <a:ext cx="2000250" cy="1143000"/>
          </a:xfrm>
          <a:prstGeom prst="roundRect">
            <a:avLst>
              <a:gd name="adj" fmla="val 10000"/>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p:txBody>
      </p:sp>
      <p:sp>
        <p:nvSpPr>
          <p:cNvPr id="1751602212" name="Arrow: Right 1141760594">
            <a:extLst>
              <a:ext uri="{FF2B5EF4-FFF2-40B4-BE49-F238E27FC236}">
                <a16:creationId xmlns:a16="http://schemas.microsoft.com/office/drawing/2014/main" id="{5A89EFD5-3F28-4848-B017-B3909E43F26B}"/>
              </a:ext>
            </a:extLst>
          </p:cNvPr>
          <p:cNvSpPr>
            <a:spLocks noGrp="1"/>
          </p:cNvSpPr>
          <p:nvPr/>
        </p:nvSpPr>
        <p:spPr>
          <a:xfrm>
            <a:off x="9858375" y="3181350"/>
            <a:ext cx="857250"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400085855" name="Oval 546463300">
            <a:extLst>
              <a:ext uri="{FF2B5EF4-FFF2-40B4-BE49-F238E27FC236}">
                <a16:creationId xmlns:a16="http://schemas.microsoft.com/office/drawing/2014/main" id="{EA48AAF0-B90C-48D5-AF7C-6E279FBC2336}"/>
              </a:ext>
            </a:extLst>
          </p:cNvPr>
          <p:cNvSpPr>
            <a:spLocks noGrp="1"/>
          </p:cNvSpPr>
          <p:nvPr/>
        </p:nvSpPr>
        <p:spPr>
          <a:xfrm>
            <a:off x="10487025" y="2886075"/>
            <a:ext cx="1028700" cy="1028700"/>
          </a:xfrm>
          <a:prstGeom prst="ellipse">
            <a:avLst/>
          </a:prstGeom>
          <a:solidFill>
            <a:srgbClr val="DCFCE7"/>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weights</a:t>
            </a:r>
          </a:p>
        </p:txBody>
      </p:sp>
      <p:sp>
        <p:nvSpPr>
          <p:cNvPr id="981627458" name="Rectangle 1547793054">
            <a:extLst>
              <a:ext uri="{FF2B5EF4-FFF2-40B4-BE49-F238E27FC236}">
                <a16:creationId xmlns:a16="http://schemas.microsoft.com/office/drawing/2014/main" id="{050D9C6F-59DE-4D9D-9773-0962B1F7BC2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58</a:t>
            </a:r>
          </a:p>
        </p:txBody>
      </p:sp>
    </p:spTree>
    <p:extLst>
      <p:ext uri="{BB962C8B-B14F-4D97-AF65-F5344CB8AC3E}">
        <p14:creationId xmlns:p14="http://schemas.microsoft.com/office/powerpoint/2010/main" val="12655468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85108690" name="Rectangle 106407163">
            <a:extLst>
              <a:ext uri="{FF2B5EF4-FFF2-40B4-BE49-F238E27FC236}">
                <a16:creationId xmlns:a16="http://schemas.microsoft.com/office/drawing/2014/main" id="{B9A30FDD-F0A8-41E7-BF7D-70615EA574E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Loading</a:t>
            </a:r>
          </a:p>
        </p:txBody>
      </p:sp>
      <p:sp>
        <p:nvSpPr>
          <p:cNvPr id="241290572" name="Rectangle 440135367">
            <a:extLst>
              <a:ext uri="{FF2B5EF4-FFF2-40B4-BE49-F238E27FC236}">
                <a16:creationId xmlns:a16="http://schemas.microsoft.com/office/drawing/2014/main" id="{C5D7E03B-E214-4B9D-B970-A8339880158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An LLM needs three matching parts</a:t>
            </a:r>
          </a:p>
        </p:txBody>
      </p:sp>
      <p:sp>
        <p:nvSpPr>
          <p:cNvPr id="666392967" name="Rectangle: Rounded Corners 989138248">
            <a:extLst>
              <a:ext uri="{FF2B5EF4-FFF2-40B4-BE49-F238E27FC236}">
                <a16:creationId xmlns:a16="http://schemas.microsoft.com/office/drawing/2014/main" id="{BF754FE3-A5B3-4F52-B15A-91EC26D6408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227680155" name="Rectangle 1547793054">
            <a:extLst>
              <a:ext uri="{FF2B5EF4-FFF2-40B4-BE49-F238E27FC236}">
                <a16:creationId xmlns:a16="http://schemas.microsoft.com/office/drawing/2014/main" id="{E21994B1-A163-4E90-8D56-B726F171311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59</a:t>
            </a:r>
          </a:p>
        </p:txBody>
      </p:sp>
      <p:sp>
        <p:nvSpPr>
          <p:cNvPr id="783298281" name="model-group-label">
            <a:extLst>
              <a:ext uri="{FF2B5EF4-FFF2-40B4-BE49-F238E27FC236}">
                <a16:creationId xmlns:a16="http://schemas.microsoft.com/office/drawing/2014/main" id="{CC718E53-DC24-4255-8E40-7A4BC05AA342}"/>
              </a:ext>
            </a:extLst>
          </p:cNvPr>
          <p:cNvSpPr>
            <a:spLocks noGrp="1"/>
          </p:cNvSpPr>
          <p:nvPr/>
        </p:nvSpPr>
        <p:spPr>
          <a:xfrm>
            <a:off x="1390650" y="1714500"/>
            <a:ext cx="5753100" cy="323850"/>
          </a:xfrm>
          <a:prstGeom prst="rect">
            <a:avLst/>
          </a:prstGeom>
          <a:noFill/>
          <a:ln w="0">
            <a:noFill/>
            <a:prstDash val="solid"/>
          </a:ln>
        </p:spPr>
        <p:txBody>
          <a:bodyPr anchor="ctr"/>
          <a:lstStyle/>
          <a:p>
            <a:pPr algn="ctr">
              <a:buNone/>
              <a:defRPr sz="1350" b="1">
                <a:solidFill>
                  <a:srgbClr val="2563EB"/>
                </a:solidFill>
              </a:defRPr>
            </a:pPr>
            <a:r>
              <a:rPr sz="1350" b="1">
                <a:solidFill>
                  <a:srgbClr val="2563EB"/>
                </a:solidFill>
              </a:rPr>
              <a:t>model</a:t>
            </a:r>
          </a:p>
        </p:txBody>
      </p:sp>
      <p:sp>
        <p:nvSpPr>
          <p:cNvPr id="1202931828" name="config-component">
            <a:extLst>
              <a:ext uri="{FF2B5EF4-FFF2-40B4-BE49-F238E27FC236}">
                <a16:creationId xmlns:a16="http://schemas.microsoft.com/office/drawing/2014/main" id="{99F9FF07-E79E-42FA-B6D9-186F14098F22}"/>
              </a:ext>
            </a:extLst>
          </p:cNvPr>
          <p:cNvSpPr>
            <a:spLocks noGrp="1"/>
          </p:cNvSpPr>
          <p:nvPr/>
        </p:nvSpPr>
        <p:spPr>
          <a:xfrm>
            <a:off x="1028700" y="2305050"/>
            <a:ext cx="2857500" cy="2190750"/>
          </a:xfrm>
          <a:prstGeom prst="roundRect">
            <a:avLst>
              <a:gd name="adj" fmla="val 5217"/>
            </a:avLst>
          </a:prstGeom>
          <a:solidFill>
            <a:srgbClr val="E0F2FE"/>
          </a:solidFill>
          <a:ln w="19050">
            <a:solidFill>
              <a:srgbClr val="2563EB"/>
            </a:solidFill>
            <a:prstDash val="solid"/>
          </a:ln>
        </p:spPr>
        <p:txBody>
          <a:bodyPr/>
          <a:lstStyle/>
          <a:p>
            <a:pPr>
              <a:buNone/>
            </a:pPr>
            <a:endParaRPr/>
          </a:p>
        </p:txBody>
      </p:sp>
      <p:sp>
        <p:nvSpPr>
          <p:cNvPr id="690407923" name="config-label">
            <a:extLst>
              <a:ext uri="{FF2B5EF4-FFF2-40B4-BE49-F238E27FC236}">
                <a16:creationId xmlns:a16="http://schemas.microsoft.com/office/drawing/2014/main" id="{2CF99B96-DB92-4593-B5FC-086D868F6FA6}"/>
              </a:ext>
            </a:extLst>
          </p:cNvPr>
          <p:cNvSpPr>
            <a:spLocks noGrp="1"/>
          </p:cNvSpPr>
          <p:nvPr/>
        </p:nvSpPr>
        <p:spPr>
          <a:xfrm>
            <a:off x="1257300" y="2495550"/>
            <a:ext cx="2400300" cy="266700"/>
          </a:xfrm>
          <a:prstGeom prst="rect">
            <a:avLst/>
          </a:prstGeom>
          <a:noFill/>
          <a:ln w="0">
            <a:noFill/>
            <a:prstDash val="solid"/>
          </a:ln>
        </p:spPr>
        <p:txBody>
          <a:bodyPr anchor="ctr"/>
          <a:lstStyle/>
          <a:p>
            <a:pPr algn="ctr">
              <a:buNone/>
              <a:defRPr sz="1150" b="1">
                <a:solidFill>
                  <a:srgbClr val="2563EB"/>
                </a:solidFill>
              </a:defRPr>
            </a:pPr>
            <a:r>
              <a:rPr sz="1150" b="1">
                <a:solidFill>
                  <a:srgbClr val="2563EB"/>
                </a:solidFill>
              </a:rPr>
              <a:t>CONFIG</a:t>
            </a:r>
          </a:p>
        </p:txBody>
      </p:sp>
      <p:sp>
        <p:nvSpPr>
          <p:cNvPr id="283191526" name="config-title">
            <a:extLst>
              <a:ext uri="{FF2B5EF4-FFF2-40B4-BE49-F238E27FC236}">
                <a16:creationId xmlns:a16="http://schemas.microsoft.com/office/drawing/2014/main" id="{3A07B71C-AEB2-4411-862E-BF6A76D7C517}"/>
              </a:ext>
            </a:extLst>
          </p:cNvPr>
          <p:cNvSpPr>
            <a:spLocks noGrp="1"/>
          </p:cNvSpPr>
          <p:nvPr/>
        </p:nvSpPr>
        <p:spPr>
          <a:xfrm>
            <a:off x="1238250" y="2914650"/>
            <a:ext cx="2438400" cy="552450"/>
          </a:xfrm>
          <a:prstGeom prst="rect">
            <a:avLst/>
          </a:prstGeom>
          <a:noFill/>
          <a:ln w="0">
            <a:noFill/>
            <a:prstDash val="solid"/>
          </a:ln>
        </p:spPr>
        <p:txBody>
          <a:bodyPr anchor="ctr"/>
          <a:lstStyle/>
          <a:p>
            <a:pPr algn="ctr">
              <a:buNone/>
              <a:defRPr sz="2050" b="1">
                <a:solidFill>
                  <a:srgbClr val="0B0F19"/>
                </a:solidFill>
              </a:defRPr>
            </a:pPr>
            <a:r>
              <a:rPr sz="2050" b="1">
                <a:solidFill>
                  <a:srgbClr val="0B0F19"/>
                </a:solidFill>
              </a:rPr>
              <a:t>Architecture</a:t>
            </a:r>
          </a:p>
        </p:txBody>
      </p:sp>
      <p:sp>
        <p:nvSpPr>
          <p:cNvPr id="1725746691" name="config-detail">
            <a:extLst>
              <a:ext uri="{FF2B5EF4-FFF2-40B4-BE49-F238E27FC236}">
                <a16:creationId xmlns:a16="http://schemas.microsoft.com/office/drawing/2014/main" id="{B2493E97-B7EA-4936-B54C-EACC2A6C0F92}"/>
              </a:ext>
            </a:extLst>
          </p:cNvPr>
          <p:cNvSpPr>
            <a:spLocks noGrp="1"/>
          </p:cNvSpPr>
          <p:nvPr/>
        </p:nvSpPr>
        <p:spPr>
          <a:xfrm>
            <a:off x="1295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layers · hidden size</a:t>
            </a:r>
          </a:p>
          <a:p>
            <a:pPr algn="ctr">
              <a:buNone/>
              <a:defRPr sz="1350" b="0">
                <a:solidFill>
                  <a:srgbClr val="667085"/>
                </a:solidFill>
              </a:defRPr>
            </a:pPr>
            <a:r>
              <a:rPr sz="1350" b="0">
                <a:solidFill>
                  <a:srgbClr val="667085"/>
                </a:solidFill>
              </a:rPr>
              <a:t>attention heads</a:t>
            </a:r>
          </a:p>
        </p:txBody>
      </p:sp>
      <p:sp>
        <p:nvSpPr>
          <p:cNvPr id="208501237" name="model-plus">
            <a:extLst>
              <a:ext uri="{FF2B5EF4-FFF2-40B4-BE49-F238E27FC236}">
                <a16:creationId xmlns:a16="http://schemas.microsoft.com/office/drawing/2014/main" id="{7E63686D-0B11-40BF-A310-57E815E0183B}"/>
              </a:ext>
            </a:extLst>
          </p:cNvPr>
          <p:cNvSpPr>
            <a:spLocks noGrp="1"/>
          </p:cNvSpPr>
          <p:nvPr/>
        </p:nvSpPr>
        <p:spPr>
          <a:xfrm>
            <a:off x="3943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380274165" name="checkpoint-component">
            <a:extLst>
              <a:ext uri="{FF2B5EF4-FFF2-40B4-BE49-F238E27FC236}">
                <a16:creationId xmlns:a16="http://schemas.microsoft.com/office/drawing/2014/main" id="{E8637F51-CC48-41BC-9D6C-A0CFE71937DA}"/>
              </a:ext>
            </a:extLst>
          </p:cNvPr>
          <p:cNvSpPr>
            <a:spLocks noGrp="1"/>
          </p:cNvSpPr>
          <p:nvPr/>
        </p:nvSpPr>
        <p:spPr>
          <a:xfrm>
            <a:off x="4457700" y="2305050"/>
            <a:ext cx="2857500" cy="2190750"/>
          </a:xfrm>
          <a:prstGeom prst="roundRect">
            <a:avLst>
              <a:gd name="adj" fmla="val 5217"/>
            </a:avLst>
          </a:prstGeom>
          <a:solidFill>
            <a:srgbClr val="DCFCE7"/>
          </a:solidFill>
          <a:ln w="19050">
            <a:solidFill>
              <a:srgbClr val="10B981"/>
            </a:solidFill>
            <a:prstDash val="solid"/>
          </a:ln>
        </p:spPr>
        <p:txBody>
          <a:bodyPr/>
          <a:lstStyle/>
          <a:p>
            <a:pPr>
              <a:buNone/>
            </a:pPr>
            <a:endParaRPr/>
          </a:p>
        </p:txBody>
      </p:sp>
      <p:sp>
        <p:nvSpPr>
          <p:cNvPr id="622703379" name="checkpoint-label">
            <a:extLst>
              <a:ext uri="{FF2B5EF4-FFF2-40B4-BE49-F238E27FC236}">
                <a16:creationId xmlns:a16="http://schemas.microsoft.com/office/drawing/2014/main" id="{BCEAAB21-71F7-4B65-894D-FA21EC22FC14}"/>
              </a:ext>
            </a:extLst>
          </p:cNvPr>
          <p:cNvSpPr>
            <a:spLocks noGrp="1"/>
          </p:cNvSpPr>
          <p:nvPr/>
        </p:nvSpPr>
        <p:spPr>
          <a:xfrm>
            <a:off x="4686300" y="2495550"/>
            <a:ext cx="2400300" cy="266700"/>
          </a:xfrm>
          <a:prstGeom prst="rect">
            <a:avLst/>
          </a:prstGeom>
          <a:noFill/>
          <a:ln w="0">
            <a:noFill/>
            <a:prstDash val="solid"/>
          </a:ln>
        </p:spPr>
        <p:txBody>
          <a:bodyPr anchor="ctr"/>
          <a:lstStyle/>
          <a:p>
            <a:pPr algn="ctr">
              <a:buNone/>
              <a:defRPr sz="1150" b="1">
                <a:solidFill>
                  <a:srgbClr val="10B981"/>
                </a:solidFill>
              </a:defRPr>
            </a:pPr>
            <a:r>
              <a:rPr sz="1150" b="1">
                <a:solidFill>
                  <a:srgbClr val="10B981"/>
                </a:solidFill>
              </a:rPr>
              <a:t>CHECKPOINT</a:t>
            </a:r>
          </a:p>
        </p:txBody>
      </p:sp>
      <p:sp>
        <p:nvSpPr>
          <p:cNvPr id="879015752" name="checkpoint-title">
            <a:extLst>
              <a:ext uri="{FF2B5EF4-FFF2-40B4-BE49-F238E27FC236}">
                <a16:creationId xmlns:a16="http://schemas.microsoft.com/office/drawing/2014/main" id="{C2712B36-C873-46CA-887A-8B791AA87D41}"/>
              </a:ext>
            </a:extLst>
          </p:cNvPr>
          <p:cNvSpPr>
            <a:spLocks noGrp="1"/>
          </p:cNvSpPr>
          <p:nvPr/>
        </p:nvSpPr>
        <p:spPr>
          <a:xfrm>
            <a:off x="4667250" y="2914650"/>
            <a:ext cx="2438400" cy="552450"/>
          </a:xfrm>
          <a:prstGeom prst="rect">
            <a:avLst/>
          </a:prstGeom>
          <a:noFill/>
          <a:ln w="0">
            <a:noFill/>
            <a:prstDash val="solid"/>
          </a:ln>
        </p:spPr>
        <p:txBody>
          <a:bodyPr anchor="ctr"/>
          <a:lstStyle/>
          <a:p>
            <a:pPr algn="ctr">
              <a:buNone/>
              <a:defRPr sz="2050" b="1">
                <a:solidFill>
                  <a:srgbClr val="0B0F19"/>
                </a:solidFill>
              </a:defRPr>
            </a:pPr>
            <a:r>
              <a:rPr sz="2050" b="1">
                <a:solidFill>
                  <a:srgbClr val="0B0F19"/>
                </a:solidFill>
              </a:rPr>
              <a:t>Trained weights</a:t>
            </a:r>
          </a:p>
        </p:txBody>
      </p:sp>
      <p:sp>
        <p:nvSpPr>
          <p:cNvPr id="249635621" name="checkpoint-detail">
            <a:extLst>
              <a:ext uri="{FF2B5EF4-FFF2-40B4-BE49-F238E27FC236}">
                <a16:creationId xmlns:a16="http://schemas.microsoft.com/office/drawing/2014/main" id="{3CF10DB5-F9AC-47A4-8383-7E75588684AE}"/>
              </a:ext>
            </a:extLst>
          </p:cNvPr>
          <p:cNvSpPr>
            <a:spLocks noGrp="1"/>
          </p:cNvSpPr>
          <p:nvPr/>
        </p:nvSpPr>
        <p:spPr>
          <a:xfrm>
            <a:off x="4724399"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learned parameters</a:t>
            </a:r>
          </a:p>
          <a:p>
            <a:pPr algn="ctr">
              <a:buNone/>
              <a:defRPr sz="1350" b="0">
                <a:solidFill>
                  <a:srgbClr val="667085"/>
                </a:solidFill>
              </a:defRPr>
            </a:pPr>
            <a:r>
              <a:rPr sz="1350" b="0">
                <a:solidFill>
                  <a:srgbClr val="667085"/>
                </a:solidFill>
              </a:rPr>
              <a:t>that store patterns</a:t>
            </a:r>
          </a:p>
        </p:txBody>
      </p:sp>
      <p:sp>
        <p:nvSpPr>
          <p:cNvPr id="1686164464" name="tokenizer-plus">
            <a:extLst>
              <a:ext uri="{FF2B5EF4-FFF2-40B4-BE49-F238E27FC236}">
                <a16:creationId xmlns:a16="http://schemas.microsoft.com/office/drawing/2014/main" id="{456A2BA8-6DA2-4C81-BE59-1A0D2A0449AE}"/>
              </a:ext>
            </a:extLst>
          </p:cNvPr>
          <p:cNvSpPr>
            <a:spLocks noGrp="1"/>
          </p:cNvSpPr>
          <p:nvPr/>
        </p:nvSpPr>
        <p:spPr>
          <a:xfrm>
            <a:off x="7372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484703909" name="text ↔ ids-component">
            <a:extLst>
              <a:ext uri="{FF2B5EF4-FFF2-40B4-BE49-F238E27FC236}">
                <a16:creationId xmlns:a16="http://schemas.microsoft.com/office/drawing/2014/main" id="{DC4BD276-A710-401D-AD4F-FB44A5F6ABF3}"/>
              </a:ext>
            </a:extLst>
          </p:cNvPr>
          <p:cNvSpPr>
            <a:spLocks noGrp="1"/>
          </p:cNvSpPr>
          <p:nvPr/>
        </p:nvSpPr>
        <p:spPr>
          <a:xfrm>
            <a:off x="7886700" y="2305050"/>
            <a:ext cx="2857500" cy="2190750"/>
          </a:xfrm>
          <a:prstGeom prst="roundRect">
            <a:avLst>
              <a:gd name="adj" fmla="val 5217"/>
            </a:avLst>
          </a:prstGeom>
          <a:solidFill>
            <a:srgbClr val="FEF3C7"/>
          </a:solidFill>
          <a:ln w="19050">
            <a:solidFill>
              <a:srgbClr val="F97316"/>
            </a:solidFill>
            <a:prstDash val="solid"/>
          </a:ln>
        </p:spPr>
        <p:txBody>
          <a:bodyPr/>
          <a:lstStyle/>
          <a:p>
            <a:pPr>
              <a:buNone/>
            </a:pPr>
            <a:endParaRPr/>
          </a:p>
        </p:txBody>
      </p:sp>
      <p:sp>
        <p:nvSpPr>
          <p:cNvPr id="1270429097" name="text ↔ ids-label">
            <a:extLst>
              <a:ext uri="{FF2B5EF4-FFF2-40B4-BE49-F238E27FC236}">
                <a16:creationId xmlns:a16="http://schemas.microsoft.com/office/drawing/2014/main" id="{957E0345-2659-4343-86F8-B549C8D30641}"/>
              </a:ext>
            </a:extLst>
          </p:cNvPr>
          <p:cNvSpPr>
            <a:spLocks noGrp="1"/>
          </p:cNvSpPr>
          <p:nvPr/>
        </p:nvSpPr>
        <p:spPr>
          <a:xfrm>
            <a:off x="8115300" y="2495550"/>
            <a:ext cx="2400300" cy="266700"/>
          </a:xfrm>
          <a:prstGeom prst="rect">
            <a:avLst/>
          </a:prstGeom>
          <a:noFill/>
          <a:ln w="0">
            <a:noFill/>
            <a:prstDash val="solid"/>
          </a:ln>
        </p:spPr>
        <p:txBody>
          <a:bodyPr anchor="ctr"/>
          <a:lstStyle/>
          <a:p>
            <a:pPr algn="ctr">
              <a:buNone/>
              <a:defRPr sz="1150" b="1">
                <a:solidFill>
                  <a:srgbClr val="F97316"/>
                </a:solidFill>
              </a:defRPr>
            </a:pPr>
            <a:r>
              <a:rPr sz="1150" b="1">
                <a:solidFill>
                  <a:srgbClr val="F97316"/>
                </a:solidFill>
              </a:rPr>
              <a:t>TEXT ↔ IDS</a:t>
            </a:r>
          </a:p>
        </p:txBody>
      </p:sp>
      <p:sp>
        <p:nvSpPr>
          <p:cNvPr id="992373443" name="text ↔ ids-title">
            <a:extLst>
              <a:ext uri="{FF2B5EF4-FFF2-40B4-BE49-F238E27FC236}">
                <a16:creationId xmlns:a16="http://schemas.microsoft.com/office/drawing/2014/main" id="{A2369710-1F60-4D94-AD6A-ABEC138F6F0C}"/>
              </a:ext>
            </a:extLst>
          </p:cNvPr>
          <p:cNvSpPr>
            <a:spLocks noGrp="1"/>
          </p:cNvSpPr>
          <p:nvPr/>
        </p:nvSpPr>
        <p:spPr>
          <a:xfrm>
            <a:off x="8096250" y="2914650"/>
            <a:ext cx="2438400" cy="552450"/>
          </a:xfrm>
          <a:prstGeom prst="rect">
            <a:avLst/>
          </a:prstGeom>
          <a:noFill/>
          <a:ln w="0">
            <a:noFill/>
            <a:prstDash val="solid"/>
          </a:ln>
        </p:spPr>
        <p:txBody>
          <a:bodyPr anchor="ctr"/>
          <a:lstStyle/>
          <a:p>
            <a:pPr algn="ctr">
              <a:buNone/>
              <a:defRPr sz="2050" b="1">
                <a:solidFill>
                  <a:srgbClr val="0B0F19"/>
                </a:solidFill>
              </a:defRPr>
            </a:pPr>
            <a:r>
              <a:rPr sz="2050" b="1">
                <a:solidFill>
                  <a:srgbClr val="0B0F19"/>
                </a:solidFill>
              </a:rPr>
              <a:t>Tokenizer</a:t>
            </a:r>
          </a:p>
        </p:txBody>
      </p:sp>
      <p:sp>
        <p:nvSpPr>
          <p:cNvPr id="374193375" name="text ↔ ids-detail">
            <a:extLst>
              <a:ext uri="{FF2B5EF4-FFF2-40B4-BE49-F238E27FC236}">
                <a16:creationId xmlns:a16="http://schemas.microsoft.com/office/drawing/2014/main" id="{8686C7A3-C978-419A-8DF7-3F1F145007BD}"/>
              </a:ext>
            </a:extLst>
          </p:cNvPr>
          <p:cNvSpPr>
            <a:spLocks noGrp="1"/>
          </p:cNvSpPr>
          <p:nvPr/>
        </p:nvSpPr>
        <p:spPr>
          <a:xfrm>
            <a:off x="8153399"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vocabulary · split rules</a:t>
            </a:r>
          </a:p>
          <a:p>
            <a:pPr algn="ctr">
              <a:buNone/>
              <a:defRPr sz="1350" b="0">
                <a:solidFill>
                  <a:srgbClr val="667085"/>
                </a:solidFill>
              </a:defRPr>
            </a:pPr>
            <a:r>
              <a:rPr sz="1350" b="0">
                <a:solidFill>
                  <a:srgbClr val="667085"/>
                </a:solidFill>
              </a:rPr>
              <a:t>special tokens</a:t>
            </a:r>
          </a:p>
        </p:txBody>
      </p:sp>
      <p:sp>
        <p:nvSpPr>
          <p:cNvPr id="1904212494" name="matching-takeaway">
            <a:extLst>
              <a:ext uri="{FF2B5EF4-FFF2-40B4-BE49-F238E27FC236}">
                <a16:creationId xmlns:a16="http://schemas.microsoft.com/office/drawing/2014/main" id="{9A0D4260-CAB3-41FA-ADEB-4E8628B30D85}"/>
              </a:ext>
            </a:extLst>
          </p:cNvPr>
          <p:cNvSpPr>
            <a:spLocks noGrp="1"/>
          </p:cNvSpPr>
          <p:nvPr/>
        </p:nvSpPr>
        <p:spPr>
          <a:xfrm>
            <a:off x="1657350" y="5048250"/>
            <a:ext cx="8877300" cy="419100"/>
          </a:xfrm>
          <a:prstGeom prst="rect">
            <a:avLst/>
          </a:prstGeom>
          <a:noFill/>
          <a:ln w="0">
            <a:noFill/>
            <a:prstDash val="solid"/>
          </a:ln>
        </p:spPr>
        <p:txBody>
          <a:bodyPr anchor="ctr"/>
          <a:lstStyle/>
          <a:p>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996812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6335466" name="Rectangle 965507380">
            <a:extLst>
              <a:ext uri="{FF2B5EF4-FFF2-40B4-BE49-F238E27FC236}">
                <a16:creationId xmlns:a16="http://schemas.microsoft.com/office/drawing/2014/main" id="{5195BF12-3CDF-4B47-BBFB-817462D36CE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Generation</a:t>
            </a:r>
          </a:p>
        </p:txBody>
      </p:sp>
      <p:sp>
        <p:nvSpPr>
          <p:cNvPr id="806952454" name="Rectangle 139921793">
            <a:extLst>
              <a:ext uri="{FF2B5EF4-FFF2-40B4-BE49-F238E27FC236}">
                <a16:creationId xmlns:a16="http://schemas.microsoft.com/office/drawing/2014/main" id="{D6CB3191-72C8-4E05-BEC6-877790A9BD9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Inference repeats the same move</a:t>
            </a:r>
          </a:p>
        </p:txBody>
      </p:sp>
      <p:sp>
        <p:nvSpPr>
          <p:cNvPr id="1678890620" name="Rectangle: Rounded Corners 1511732123">
            <a:extLst>
              <a:ext uri="{FF2B5EF4-FFF2-40B4-BE49-F238E27FC236}">
                <a16:creationId xmlns:a16="http://schemas.microsoft.com/office/drawing/2014/main" id="{387C019C-E6EE-41AC-9B44-83B8A933A3A6}"/>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48637869" name="Rectangle: Rounded Corners 2034787168">
            <a:extLst>
              <a:ext uri="{FF2B5EF4-FFF2-40B4-BE49-F238E27FC236}">
                <a16:creationId xmlns:a16="http://schemas.microsoft.com/office/drawing/2014/main" id="{67FC7944-B882-4A2A-98DF-679A9301651A}"/>
              </a:ext>
            </a:extLst>
          </p:cNvPr>
          <p:cNvSpPr>
            <a:spLocks noGrp="1"/>
          </p:cNvSpPr>
          <p:nvPr/>
        </p:nvSpPr>
        <p:spPr>
          <a:xfrm>
            <a:off x="1905000" y="3143250"/>
            <a:ext cx="1524000" cy="666750"/>
          </a:xfrm>
          <a:prstGeom prst="roundRect">
            <a:avLst>
              <a:gd name="adj" fmla="val 1714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a:t>
            </a:r>
          </a:p>
        </p:txBody>
      </p:sp>
      <p:sp>
        <p:nvSpPr>
          <p:cNvPr id="2003622535" name="Arrow: Right 1804858146">
            <a:extLst>
              <a:ext uri="{FF2B5EF4-FFF2-40B4-BE49-F238E27FC236}">
                <a16:creationId xmlns:a16="http://schemas.microsoft.com/office/drawing/2014/main" id="{14870EB4-D328-4D38-862E-1E0EF8117732}"/>
              </a:ext>
            </a:extLst>
          </p:cNvPr>
          <p:cNvSpPr>
            <a:spLocks noGrp="1"/>
          </p:cNvSpPr>
          <p:nvPr/>
        </p:nvSpPr>
        <p:spPr>
          <a:xfrm>
            <a:off x="36671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563006981" name="Rectangle: Rounded Corners 2119234794">
            <a:extLst>
              <a:ext uri="{FF2B5EF4-FFF2-40B4-BE49-F238E27FC236}">
                <a16:creationId xmlns:a16="http://schemas.microsoft.com/office/drawing/2014/main" id="{845DAFB9-81BF-4BDD-A98F-D9E4BFFE436E}"/>
              </a:ext>
            </a:extLst>
          </p:cNvPr>
          <p:cNvSpPr>
            <a:spLocks noGrp="1"/>
          </p:cNvSpPr>
          <p:nvPr/>
        </p:nvSpPr>
        <p:spPr>
          <a:xfrm>
            <a:off x="5143500" y="2857500"/>
            <a:ext cx="1905000" cy="1238250"/>
          </a:xfrm>
          <a:prstGeom prst="roundRect">
            <a:avLst>
              <a:gd name="adj" fmla="val 9231"/>
            </a:avLst>
          </a:prstGeom>
          <a:solidFill>
            <a:srgbClr val="E0F2FE"/>
          </a:solidFill>
          <a:ln w="14288">
            <a:solidFill>
              <a:srgbClr val="2563EB"/>
            </a:solidFill>
            <a:prstDash val="solid"/>
          </a:ln>
        </p:spPr>
        <p:txBody>
          <a:bodyPr/>
          <a:lstStyle/>
          <a:p>
            <a:pPr algn="ctr">
              <a:buNone/>
              <a:defRPr sz="2400" b="1">
                <a:solidFill>
                  <a:srgbClr val="0B0F19"/>
                </a:solidFill>
              </a:defRPr>
            </a:pPr>
            <a:r>
              <a:rPr sz="2400" b="1">
                <a:solidFill>
                  <a:srgbClr val="0B0F19"/>
                </a:solidFill>
              </a:rPr>
              <a:t>model</a:t>
            </a:r>
          </a:p>
        </p:txBody>
      </p:sp>
      <p:sp>
        <p:nvSpPr>
          <p:cNvPr id="1325329354" name="Arrow: Right 1610655777">
            <a:extLst>
              <a:ext uri="{FF2B5EF4-FFF2-40B4-BE49-F238E27FC236}">
                <a16:creationId xmlns:a16="http://schemas.microsoft.com/office/drawing/2014/main" id="{39833B4C-38CF-42C7-B591-F8213668899C}"/>
              </a:ext>
            </a:extLst>
          </p:cNvPr>
          <p:cNvSpPr>
            <a:spLocks noGrp="1"/>
          </p:cNvSpPr>
          <p:nvPr/>
        </p:nvSpPr>
        <p:spPr>
          <a:xfrm>
            <a:off x="72866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344134501" name="Rectangle: Rounded Corners 67679862">
            <a:extLst>
              <a:ext uri="{FF2B5EF4-FFF2-40B4-BE49-F238E27FC236}">
                <a16:creationId xmlns:a16="http://schemas.microsoft.com/office/drawing/2014/main" id="{ACB9158E-9F77-4078-9971-DF6FF4A69C95}"/>
              </a:ext>
            </a:extLst>
          </p:cNvPr>
          <p:cNvSpPr>
            <a:spLocks noGrp="1"/>
          </p:cNvSpPr>
          <p:nvPr/>
        </p:nvSpPr>
        <p:spPr>
          <a:xfrm>
            <a:off x="8763000" y="3143250"/>
            <a:ext cx="1619250" cy="666750"/>
          </a:xfrm>
          <a:prstGeom prst="roundRect">
            <a:avLst>
              <a:gd name="adj" fmla="val 1714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new token</a:t>
            </a:r>
          </a:p>
        </p:txBody>
      </p:sp>
      <p:sp>
        <p:nvSpPr>
          <p:cNvPr id="1183629182" name="Straight Connector 1129615995">
            <a:extLst>
              <a:ext uri="{FF2B5EF4-FFF2-40B4-BE49-F238E27FC236}">
                <a16:creationId xmlns:a16="http://schemas.microsoft.com/office/drawing/2014/main" id="{264493B8-3F37-4621-AB0D-67A617221C17}"/>
              </a:ext>
            </a:extLst>
          </p:cNvPr>
          <p:cNvSpPr>
            <a:spLocks noGrp="1"/>
          </p:cNvSpPr>
          <p:nvPr/>
        </p:nvSpPr>
        <p:spPr>
          <a:xfrm>
            <a:off x="2714625" y="3857625"/>
            <a:ext cx="6858000" cy="904875"/>
          </a:xfrm>
          <a:prstGeom prst="line">
            <a:avLst/>
          </a:prstGeom>
          <a:noFill/>
          <a:ln w="38100">
            <a:solidFill>
              <a:srgbClr val="10B981"/>
            </a:solidFill>
            <a:prstDash val="solid"/>
          </a:ln>
        </p:spPr>
        <p:txBody>
          <a:bodyPr/>
          <a:lstStyle/>
          <a:p>
            <a:pPr>
              <a:buNone/>
            </a:pPr>
            <a:endParaRPr/>
          </a:p>
        </p:txBody>
      </p:sp>
      <p:sp>
        <p:nvSpPr>
          <p:cNvPr id="163596356" name="Rectangle 701260999">
            <a:extLst>
              <a:ext uri="{FF2B5EF4-FFF2-40B4-BE49-F238E27FC236}">
                <a16:creationId xmlns:a16="http://schemas.microsoft.com/office/drawing/2014/main" id="{8B61FECC-AD50-4920-A514-72894552D402}"/>
              </a:ext>
            </a:extLst>
          </p:cNvPr>
          <p:cNvSpPr>
            <a:spLocks noGrp="1"/>
          </p:cNvSpPr>
          <p:nvPr/>
        </p:nvSpPr>
        <p:spPr>
          <a:xfrm>
            <a:off x="4619625" y="4953000"/>
            <a:ext cx="2857500" cy="333375"/>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append and repeat</a:t>
            </a:r>
          </a:p>
        </p:txBody>
      </p:sp>
      <p:sp>
        <p:nvSpPr>
          <p:cNvPr id="609087870" name="Rectangle 567537238">
            <a:extLst>
              <a:ext uri="{FF2B5EF4-FFF2-40B4-BE49-F238E27FC236}">
                <a16:creationId xmlns:a16="http://schemas.microsoft.com/office/drawing/2014/main" id="{7ACE8C1B-E69A-4DBB-8D7C-6FB8CBF4220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60</a:t>
            </a:r>
          </a:p>
        </p:txBody>
      </p:sp>
    </p:spTree>
    <p:extLst>
      <p:ext uri="{BB962C8B-B14F-4D97-AF65-F5344CB8AC3E}">
        <p14:creationId xmlns:p14="http://schemas.microsoft.com/office/powerpoint/2010/main" val="8423605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969232" name="Rectangle 1814109763">
            <a:extLst>
              <a:ext uri="{FF2B5EF4-FFF2-40B4-BE49-F238E27FC236}">
                <a16:creationId xmlns:a16="http://schemas.microsoft.com/office/drawing/2014/main" id="{A010B809-2689-404C-92CD-0FD195F8AE4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1707743783" name="Rectangle 2024296005">
            <a:extLst>
              <a:ext uri="{FF2B5EF4-FFF2-40B4-BE49-F238E27FC236}">
                <a16:creationId xmlns:a16="http://schemas.microsoft.com/office/drawing/2014/main" id="{895C8BB0-D592-4379-A0B4-8DDC24EBD10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Sampling changes the voice</a:t>
            </a:r>
          </a:p>
        </p:txBody>
      </p:sp>
      <p:sp>
        <p:nvSpPr>
          <p:cNvPr id="619487593" name="Rectangle: Rounded Corners 520397166">
            <a:extLst>
              <a:ext uri="{FF2B5EF4-FFF2-40B4-BE49-F238E27FC236}">
                <a16:creationId xmlns:a16="http://schemas.microsoft.com/office/drawing/2014/main" id="{EB26DC4D-742C-45E3-AD9D-A25518FEAE0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695436240" name="Rectangle 1861104430">
            <a:extLst>
              <a:ext uri="{FF2B5EF4-FFF2-40B4-BE49-F238E27FC236}">
                <a16:creationId xmlns:a16="http://schemas.microsoft.com/office/drawing/2014/main" id="{BE4CED12-9E1A-4FAD-BE37-09F1EA369450}"/>
              </a:ext>
            </a:extLst>
          </p:cNvPr>
          <p:cNvSpPr>
            <a:spLocks noGrp="1"/>
          </p:cNvSpPr>
          <p:nvPr/>
        </p:nvSpPr>
        <p:spPr>
          <a:xfrm>
            <a:off x="2190750" y="2190750"/>
            <a:ext cx="23812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low temperature</a:t>
            </a:r>
          </a:p>
        </p:txBody>
      </p:sp>
      <p:sp>
        <p:nvSpPr>
          <p:cNvPr id="1959321535" name="Rectangle: Rounded Corners 1392389716">
            <a:extLst>
              <a:ext uri="{FF2B5EF4-FFF2-40B4-BE49-F238E27FC236}">
                <a16:creationId xmlns:a16="http://schemas.microsoft.com/office/drawing/2014/main" id="{8DB749D1-02FC-4047-B794-C77648DA1A02}"/>
              </a:ext>
            </a:extLst>
          </p:cNvPr>
          <p:cNvSpPr>
            <a:spLocks noGrp="1"/>
          </p:cNvSpPr>
          <p:nvPr/>
        </p:nvSpPr>
        <p:spPr>
          <a:xfrm>
            <a:off x="2571750" y="3524250"/>
            <a:ext cx="285750" cy="904875"/>
          </a:xfrm>
          <a:prstGeom prst="roundRect">
            <a:avLst>
              <a:gd name="adj" fmla="val 6667"/>
            </a:avLst>
          </a:prstGeom>
          <a:solidFill>
            <a:srgbClr val="2563EB"/>
          </a:solidFill>
          <a:ln w="14288">
            <a:solidFill>
              <a:srgbClr val="2563EB"/>
            </a:solidFill>
            <a:prstDash val="solid"/>
          </a:ln>
        </p:spPr>
        <p:txBody>
          <a:bodyPr/>
          <a:lstStyle/>
          <a:p>
            <a:pPr>
              <a:buNone/>
            </a:pPr>
            <a:endParaRPr/>
          </a:p>
        </p:txBody>
      </p:sp>
      <p:sp>
        <p:nvSpPr>
          <p:cNvPr id="687070376" name="Rectangle: Rounded Corners 304746229">
            <a:extLst>
              <a:ext uri="{FF2B5EF4-FFF2-40B4-BE49-F238E27FC236}">
                <a16:creationId xmlns:a16="http://schemas.microsoft.com/office/drawing/2014/main" id="{090BD14C-5009-4DE2-B722-8BE573C64E94}"/>
              </a:ext>
            </a:extLst>
          </p:cNvPr>
          <p:cNvSpPr>
            <a:spLocks noGrp="1"/>
          </p:cNvSpPr>
          <p:nvPr/>
        </p:nvSpPr>
        <p:spPr>
          <a:xfrm>
            <a:off x="3028950" y="4191000"/>
            <a:ext cx="285750" cy="238125"/>
          </a:xfrm>
          <a:prstGeom prst="roundRect">
            <a:avLst>
              <a:gd name="adj" fmla="val 8000"/>
            </a:avLst>
          </a:prstGeom>
          <a:solidFill>
            <a:srgbClr val="2563EB"/>
          </a:solidFill>
          <a:ln w="14288">
            <a:solidFill>
              <a:srgbClr val="2563EB"/>
            </a:solidFill>
            <a:prstDash val="solid"/>
          </a:ln>
        </p:spPr>
        <p:txBody>
          <a:bodyPr/>
          <a:lstStyle/>
          <a:p>
            <a:pPr>
              <a:buNone/>
            </a:pPr>
            <a:endParaRPr/>
          </a:p>
        </p:txBody>
      </p:sp>
      <p:sp>
        <p:nvSpPr>
          <p:cNvPr id="1278003212" name="Rectangle: Rounded Corners 1222174650">
            <a:extLst>
              <a:ext uri="{FF2B5EF4-FFF2-40B4-BE49-F238E27FC236}">
                <a16:creationId xmlns:a16="http://schemas.microsoft.com/office/drawing/2014/main" id="{ED122BFD-84C1-47E3-917D-F462B3993126}"/>
              </a:ext>
            </a:extLst>
          </p:cNvPr>
          <p:cNvSpPr>
            <a:spLocks noGrp="1"/>
          </p:cNvSpPr>
          <p:nvPr/>
        </p:nvSpPr>
        <p:spPr>
          <a:xfrm>
            <a:off x="3486150" y="4333875"/>
            <a:ext cx="285750" cy="95250"/>
          </a:xfrm>
          <a:prstGeom prst="roundRect">
            <a:avLst>
              <a:gd name="adj" fmla="val 20000"/>
            </a:avLst>
          </a:prstGeom>
          <a:solidFill>
            <a:srgbClr val="2563EB"/>
          </a:solidFill>
          <a:ln w="14288">
            <a:solidFill>
              <a:srgbClr val="2563EB"/>
            </a:solidFill>
            <a:prstDash val="solid"/>
          </a:ln>
        </p:spPr>
        <p:txBody>
          <a:bodyPr/>
          <a:lstStyle/>
          <a:p>
            <a:pPr>
              <a:buNone/>
            </a:pPr>
            <a:endParaRPr/>
          </a:p>
        </p:txBody>
      </p:sp>
      <p:sp>
        <p:nvSpPr>
          <p:cNvPr id="1442581128" name="Rectangle: Rounded Corners 221083532">
            <a:extLst>
              <a:ext uri="{FF2B5EF4-FFF2-40B4-BE49-F238E27FC236}">
                <a16:creationId xmlns:a16="http://schemas.microsoft.com/office/drawing/2014/main" id="{9C21C468-80E0-4491-8B49-2983EC29C747}"/>
              </a:ext>
            </a:extLst>
          </p:cNvPr>
          <p:cNvSpPr>
            <a:spLocks noGrp="1"/>
          </p:cNvSpPr>
          <p:nvPr/>
        </p:nvSpPr>
        <p:spPr>
          <a:xfrm>
            <a:off x="3943350" y="4352925"/>
            <a:ext cx="285750" cy="76200"/>
          </a:xfrm>
          <a:prstGeom prst="roundRect">
            <a:avLst>
              <a:gd name="adj" fmla="val 25000"/>
            </a:avLst>
          </a:prstGeom>
          <a:solidFill>
            <a:srgbClr val="2563EB"/>
          </a:solidFill>
          <a:ln w="14288">
            <a:solidFill>
              <a:srgbClr val="2563EB"/>
            </a:solidFill>
            <a:prstDash val="solid"/>
          </a:ln>
        </p:spPr>
        <p:txBody>
          <a:bodyPr/>
          <a:lstStyle/>
          <a:p>
            <a:pPr>
              <a:buNone/>
            </a:pPr>
            <a:endParaRPr/>
          </a:p>
        </p:txBody>
      </p:sp>
      <p:sp>
        <p:nvSpPr>
          <p:cNvPr id="1936745484" name="Rectangle: Rounded Corners 1871169587">
            <a:extLst>
              <a:ext uri="{FF2B5EF4-FFF2-40B4-BE49-F238E27FC236}">
                <a16:creationId xmlns:a16="http://schemas.microsoft.com/office/drawing/2014/main" id="{08C322F1-8F0F-453A-B786-D90A01377E78}"/>
              </a:ext>
            </a:extLst>
          </p:cNvPr>
          <p:cNvSpPr>
            <a:spLocks noGrp="1"/>
          </p:cNvSpPr>
          <p:nvPr/>
        </p:nvSpPr>
        <p:spPr>
          <a:xfrm>
            <a:off x="4400550" y="4381500"/>
            <a:ext cx="285750" cy="47625"/>
          </a:xfrm>
          <a:prstGeom prst="roundRect">
            <a:avLst>
              <a:gd name="adj" fmla="val 40000"/>
            </a:avLst>
          </a:prstGeom>
          <a:solidFill>
            <a:srgbClr val="2563EB"/>
          </a:solidFill>
          <a:ln w="14288">
            <a:solidFill>
              <a:srgbClr val="2563EB"/>
            </a:solidFill>
            <a:prstDash val="solid"/>
          </a:ln>
        </p:spPr>
        <p:txBody>
          <a:bodyPr/>
          <a:lstStyle/>
          <a:p>
            <a:pPr>
              <a:buNone/>
            </a:pPr>
            <a:endParaRPr/>
          </a:p>
        </p:txBody>
      </p:sp>
      <p:sp>
        <p:nvSpPr>
          <p:cNvPr id="379224103" name="Rectangle 1899079274">
            <a:extLst>
              <a:ext uri="{FF2B5EF4-FFF2-40B4-BE49-F238E27FC236}">
                <a16:creationId xmlns:a16="http://schemas.microsoft.com/office/drawing/2014/main" id="{A46CEE5A-408A-4E73-87CC-BBA72B249FE2}"/>
              </a:ext>
            </a:extLst>
          </p:cNvPr>
          <p:cNvSpPr>
            <a:spLocks noGrp="1"/>
          </p:cNvSpPr>
          <p:nvPr/>
        </p:nvSpPr>
        <p:spPr>
          <a:xfrm>
            <a:off x="7239000" y="2190750"/>
            <a:ext cx="25717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high temperature</a:t>
            </a:r>
          </a:p>
        </p:txBody>
      </p:sp>
      <p:sp>
        <p:nvSpPr>
          <p:cNvPr id="1314045077" name="Rectangle: Rounded Corners 557756631">
            <a:extLst>
              <a:ext uri="{FF2B5EF4-FFF2-40B4-BE49-F238E27FC236}">
                <a16:creationId xmlns:a16="http://schemas.microsoft.com/office/drawing/2014/main" id="{FBC8C181-6291-4D27-8CA2-43C95755A172}"/>
              </a:ext>
            </a:extLst>
          </p:cNvPr>
          <p:cNvSpPr>
            <a:spLocks noGrp="1"/>
          </p:cNvSpPr>
          <p:nvPr/>
        </p:nvSpPr>
        <p:spPr>
          <a:xfrm>
            <a:off x="7620000" y="3905250"/>
            <a:ext cx="285750" cy="523875"/>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1791414626" name="Rectangle: Rounded Corners 421477788">
            <a:extLst>
              <a:ext uri="{FF2B5EF4-FFF2-40B4-BE49-F238E27FC236}">
                <a16:creationId xmlns:a16="http://schemas.microsoft.com/office/drawing/2014/main" id="{20E1354D-A9F3-4AB4-BBB6-B301673883CB}"/>
              </a:ext>
            </a:extLst>
          </p:cNvPr>
          <p:cNvSpPr>
            <a:spLocks noGrp="1"/>
          </p:cNvSpPr>
          <p:nvPr/>
        </p:nvSpPr>
        <p:spPr>
          <a:xfrm>
            <a:off x="8077200" y="3971925"/>
            <a:ext cx="285750" cy="457200"/>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1152034748" name="Rectangle: Rounded Corners 358930618">
            <a:extLst>
              <a:ext uri="{FF2B5EF4-FFF2-40B4-BE49-F238E27FC236}">
                <a16:creationId xmlns:a16="http://schemas.microsoft.com/office/drawing/2014/main" id="{5907A5AC-745E-4F7C-B404-B7CA256445A2}"/>
              </a:ext>
            </a:extLst>
          </p:cNvPr>
          <p:cNvSpPr>
            <a:spLocks noGrp="1"/>
          </p:cNvSpPr>
          <p:nvPr/>
        </p:nvSpPr>
        <p:spPr>
          <a:xfrm>
            <a:off x="8534400" y="4019550"/>
            <a:ext cx="285750" cy="409575"/>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1913377152" name="Rectangle: Rounded Corners 92675593">
            <a:extLst>
              <a:ext uri="{FF2B5EF4-FFF2-40B4-BE49-F238E27FC236}">
                <a16:creationId xmlns:a16="http://schemas.microsoft.com/office/drawing/2014/main" id="{91C120DE-EF30-4BD8-BE46-1EED4196B340}"/>
              </a:ext>
            </a:extLst>
          </p:cNvPr>
          <p:cNvSpPr>
            <a:spLocks noGrp="1"/>
          </p:cNvSpPr>
          <p:nvPr/>
        </p:nvSpPr>
        <p:spPr>
          <a:xfrm>
            <a:off x="8991600" y="4095750"/>
            <a:ext cx="285750" cy="333375"/>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420242042" name="Rectangle: Rounded Corners 1199041677">
            <a:extLst>
              <a:ext uri="{FF2B5EF4-FFF2-40B4-BE49-F238E27FC236}">
                <a16:creationId xmlns:a16="http://schemas.microsoft.com/office/drawing/2014/main" id="{5826A9F1-0BD0-472D-8281-6BECF3C0ABC2}"/>
              </a:ext>
            </a:extLst>
          </p:cNvPr>
          <p:cNvSpPr>
            <a:spLocks noGrp="1"/>
          </p:cNvSpPr>
          <p:nvPr/>
        </p:nvSpPr>
        <p:spPr>
          <a:xfrm>
            <a:off x="9448799" y="4143375"/>
            <a:ext cx="285750" cy="285750"/>
          </a:xfrm>
          <a:prstGeom prst="roundRect">
            <a:avLst>
              <a:gd name="adj" fmla="val 6667"/>
            </a:avLst>
          </a:prstGeom>
          <a:solidFill>
            <a:srgbClr val="F97316"/>
          </a:solidFill>
          <a:ln w="14288">
            <a:solidFill>
              <a:srgbClr val="F97316"/>
            </a:solidFill>
            <a:prstDash val="solid"/>
          </a:ln>
        </p:spPr>
        <p:txBody>
          <a:bodyPr/>
          <a:lstStyle/>
          <a:p>
            <a:pPr>
              <a:buNone/>
            </a:pPr>
            <a:endParaRPr/>
          </a:p>
        </p:txBody>
      </p:sp>
      <p:sp>
        <p:nvSpPr>
          <p:cNvPr id="1769281947" name="Rectangle 35073005">
            <a:extLst>
              <a:ext uri="{FF2B5EF4-FFF2-40B4-BE49-F238E27FC236}">
                <a16:creationId xmlns:a16="http://schemas.microsoft.com/office/drawing/2014/main" id="{39BEFA5E-0D02-4CD3-A150-FCFE5C3F4EC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61</a:t>
            </a:r>
          </a:p>
        </p:txBody>
      </p:sp>
    </p:spTree>
    <p:extLst>
      <p:ext uri="{BB962C8B-B14F-4D97-AF65-F5344CB8AC3E}">
        <p14:creationId xmlns:p14="http://schemas.microsoft.com/office/powerpoint/2010/main" val="18765595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8062534" name="Rectangle 642368024">
            <a:extLst>
              <a:ext uri="{FF2B5EF4-FFF2-40B4-BE49-F238E27FC236}">
                <a16:creationId xmlns:a16="http://schemas.microsoft.com/office/drawing/2014/main" id="{FAAC146A-59B1-442C-9473-3F6C63A6983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46679237" name="Rectangle 1340580572">
            <a:extLst>
              <a:ext uri="{FF2B5EF4-FFF2-40B4-BE49-F238E27FC236}">
                <a16:creationId xmlns:a16="http://schemas.microsoft.com/office/drawing/2014/main" id="{8791731F-D836-414A-9FFA-1DB853E2C91F}"/>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Generation has adjustable controls</a:t>
            </a:r>
          </a:p>
        </p:txBody>
      </p:sp>
      <p:sp>
        <p:nvSpPr>
          <p:cNvPr id="803909458" name="Rectangle: Rounded Corners 1167098246">
            <a:extLst>
              <a:ext uri="{FF2B5EF4-FFF2-40B4-BE49-F238E27FC236}">
                <a16:creationId xmlns:a16="http://schemas.microsoft.com/office/drawing/2014/main" id="{D63AAEE9-C1B6-446F-B91C-02ABA104022F}"/>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1590005589" name="Rectangle: Rounded Corners 391850247">
            <a:extLst>
              <a:ext uri="{FF2B5EF4-FFF2-40B4-BE49-F238E27FC236}">
                <a16:creationId xmlns:a16="http://schemas.microsoft.com/office/drawing/2014/main" id="{54EB2FFF-D7BD-469B-A6B0-DD1C191FA636}"/>
              </a:ext>
            </a:extLst>
          </p:cNvPr>
          <p:cNvSpPr>
            <a:spLocks noGrp="1"/>
          </p:cNvSpPr>
          <p:nvPr/>
        </p:nvSpPr>
        <p:spPr>
          <a:xfrm>
            <a:off x="1028700" y="1943100"/>
            <a:ext cx="4762500" cy="2667000"/>
          </a:xfrm>
          <a:prstGeom prst="roundRect">
            <a:avLst>
              <a:gd name="adj" fmla="val 4286"/>
            </a:avLst>
          </a:prstGeom>
          <a:solidFill>
            <a:srgbClr val="FFFFFF"/>
          </a:solidFill>
          <a:ln w="14288">
            <a:solidFill>
              <a:srgbClr val="E2E8F0"/>
            </a:solidFill>
            <a:prstDash val="solid"/>
          </a:ln>
        </p:spPr>
        <p:txBody>
          <a:bodyPr/>
          <a:lstStyle/>
          <a:p>
            <a:pPr>
              <a:buNone/>
            </a:pPr>
            <a:endParaRPr/>
          </a:p>
        </p:txBody>
      </p:sp>
      <p:sp>
        <p:nvSpPr>
          <p:cNvPr id="257232323" name="Rectangle 558602476">
            <a:extLst>
              <a:ext uri="{FF2B5EF4-FFF2-40B4-BE49-F238E27FC236}">
                <a16:creationId xmlns:a16="http://schemas.microsoft.com/office/drawing/2014/main" id="{7081A1F9-2556-41D1-96D2-141A15BC3646}"/>
              </a:ext>
            </a:extLst>
          </p:cNvPr>
          <p:cNvSpPr>
            <a:spLocks noGrp="1"/>
          </p:cNvSpPr>
          <p:nvPr/>
        </p:nvSpPr>
        <p:spPr>
          <a:xfrm>
            <a:off x="1352550" y="2209800"/>
            <a:ext cx="2000250" cy="304800"/>
          </a:xfrm>
          <a:prstGeom prst="rect">
            <a:avLst/>
          </a:prstGeom>
          <a:noFill/>
          <a:ln w="0">
            <a:noFill/>
            <a:prstDash val="solid"/>
          </a:ln>
        </p:spPr>
        <p:txBody>
          <a:bodyPr/>
          <a:lstStyle/>
          <a:p>
            <a:pPr algn="l">
              <a:buNone/>
              <a:defRPr sz="2050" b="1">
                <a:solidFill>
                  <a:srgbClr val="F97316"/>
                </a:solidFill>
              </a:defRPr>
            </a:pPr>
            <a:r>
              <a:rPr sz="2050" b="1">
                <a:solidFill>
                  <a:srgbClr val="F97316"/>
                </a:solidFill>
              </a:rPr>
              <a:t>temperature</a:t>
            </a:r>
          </a:p>
        </p:txBody>
      </p:sp>
      <p:sp>
        <p:nvSpPr>
          <p:cNvPr id="1526679024" name="Rectangle 908481340">
            <a:extLst>
              <a:ext uri="{FF2B5EF4-FFF2-40B4-BE49-F238E27FC236}">
                <a16:creationId xmlns:a16="http://schemas.microsoft.com/office/drawing/2014/main" id="{C2BDD288-27B7-496E-8371-C82EE4F690BC}"/>
              </a:ext>
            </a:extLst>
          </p:cNvPr>
          <p:cNvSpPr>
            <a:spLocks noGrp="1"/>
          </p:cNvSpPr>
          <p:nvPr/>
        </p:nvSpPr>
        <p:spPr>
          <a:xfrm>
            <a:off x="1428750" y="4000500"/>
            <a:ext cx="1524000" cy="24765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low = focused</a:t>
            </a:r>
          </a:p>
        </p:txBody>
      </p:sp>
      <p:sp>
        <p:nvSpPr>
          <p:cNvPr id="1484655780" name="Rectangle 803342785">
            <a:extLst>
              <a:ext uri="{FF2B5EF4-FFF2-40B4-BE49-F238E27FC236}">
                <a16:creationId xmlns:a16="http://schemas.microsoft.com/office/drawing/2014/main" id="{2806D212-1FD4-4814-BD91-C16B93064C50}"/>
              </a:ext>
            </a:extLst>
          </p:cNvPr>
          <p:cNvSpPr>
            <a:spLocks noGrp="1"/>
          </p:cNvSpPr>
          <p:nvPr/>
        </p:nvSpPr>
        <p:spPr>
          <a:xfrm>
            <a:off x="3790949" y="4000500"/>
            <a:ext cx="1524000" cy="247650"/>
          </a:xfrm>
          <a:prstGeom prst="rect">
            <a:avLst/>
          </a:prstGeom>
          <a:noFill/>
          <a:ln w="0">
            <a:noFill/>
            <a:prstDash val="solid"/>
          </a:ln>
        </p:spPr>
        <p:txBody>
          <a:bodyPr/>
          <a:lstStyle/>
          <a:p>
            <a:pPr algn="ctr">
              <a:buNone/>
              <a:defRPr sz="1350" b="1">
                <a:solidFill>
                  <a:srgbClr val="F97316"/>
                </a:solidFill>
              </a:defRPr>
            </a:pPr>
            <a:r>
              <a:rPr sz="1350" b="1">
                <a:solidFill>
                  <a:srgbClr val="F97316"/>
                </a:solidFill>
              </a:rPr>
              <a:t>high = varied</a:t>
            </a:r>
          </a:p>
        </p:txBody>
      </p:sp>
      <p:sp>
        <p:nvSpPr>
          <p:cNvPr id="2091289709" name="Rectangle: Rounded Corners 1990101030">
            <a:extLst>
              <a:ext uri="{FF2B5EF4-FFF2-40B4-BE49-F238E27FC236}">
                <a16:creationId xmlns:a16="http://schemas.microsoft.com/office/drawing/2014/main" id="{ED7DF7CE-1A26-497B-BA56-A7FB5E364F10}"/>
              </a:ext>
            </a:extLst>
          </p:cNvPr>
          <p:cNvSpPr>
            <a:spLocks noGrp="1"/>
          </p:cNvSpPr>
          <p:nvPr/>
        </p:nvSpPr>
        <p:spPr>
          <a:xfrm>
            <a:off x="1524000" y="2609850"/>
            <a:ext cx="209550" cy="1066800"/>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1938579217" name="Rectangle 1511392786">
            <a:extLst>
              <a:ext uri="{FF2B5EF4-FFF2-40B4-BE49-F238E27FC236}">
                <a16:creationId xmlns:a16="http://schemas.microsoft.com/office/drawing/2014/main" id="{CF383BCE-119B-4DC1-A9C3-18CD4C038528}"/>
              </a:ext>
            </a:extLst>
          </p:cNvPr>
          <p:cNvSpPr>
            <a:spLocks noGrp="1"/>
          </p:cNvSpPr>
          <p:nvPr/>
        </p:nvSpPr>
        <p:spPr>
          <a:xfrm>
            <a:off x="14478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2141856937" name="Rectangle: Rounded Corners 768585734">
            <a:extLst>
              <a:ext uri="{FF2B5EF4-FFF2-40B4-BE49-F238E27FC236}">
                <a16:creationId xmlns:a16="http://schemas.microsoft.com/office/drawing/2014/main" id="{E6703F3E-5559-4D12-8F3F-6F1F5339B9B5}"/>
              </a:ext>
            </a:extLst>
          </p:cNvPr>
          <p:cNvSpPr>
            <a:spLocks noGrp="1"/>
          </p:cNvSpPr>
          <p:nvPr/>
        </p:nvSpPr>
        <p:spPr>
          <a:xfrm>
            <a:off x="1847850" y="3181350"/>
            <a:ext cx="209550" cy="495300"/>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99200539" name="Rectangle 734996419">
            <a:extLst>
              <a:ext uri="{FF2B5EF4-FFF2-40B4-BE49-F238E27FC236}">
                <a16:creationId xmlns:a16="http://schemas.microsoft.com/office/drawing/2014/main" id="{177EA997-4908-49C3-BF69-0C28FC7A22B2}"/>
              </a:ext>
            </a:extLst>
          </p:cNvPr>
          <p:cNvSpPr>
            <a:spLocks noGrp="1"/>
          </p:cNvSpPr>
          <p:nvPr/>
        </p:nvSpPr>
        <p:spPr>
          <a:xfrm>
            <a:off x="1771650" y="3771900"/>
            <a:ext cx="361950" cy="228600"/>
          </a:xfrm>
          <a:prstGeom prst="rect">
            <a:avLst/>
          </a:prstGeom>
          <a:noFill/>
          <a:ln w="0">
            <a:noFill/>
            <a:prstDash val="solid"/>
          </a:ln>
        </p:spPr>
        <p:txBody>
          <a:bodyPr/>
          <a:lstStyle/>
          <a:p>
            <a:pPr>
              <a:buNone/>
            </a:pPr>
            <a:endParaRPr/>
          </a:p>
        </p:txBody>
      </p:sp>
      <p:sp>
        <p:nvSpPr>
          <p:cNvPr id="1465024461" name="Rectangle: Rounded Corners 904396018">
            <a:extLst>
              <a:ext uri="{FF2B5EF4-FFF2-40B4-BE49-F238E27FC236}">
                <a16:creationId xmlns:a16="http://schemas.microsoft.com/office/drawing/2014/main" id="{86CA2DDB-02E5-4E4C-A50A-2FA638BD54DF}"/>
              </a:ext>
            </a:extLst>
          </p:cNvPr>
          <p:cNvSpPr>
            <a:spLocks noGrp="1"/>
          </p:cNvSpPr>
          <p:nvPr/>
        </p:nvSpPr>
        <p:spPr>
          <a:xfrm>
            <a:off x="2171700" y="3409950"/>
            <a:ext cx="209550" cy="266700"/>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1926738716" name="Rectangle 1723400869">
            <a:extLst>
              <a:ext uri="{FF2B5EF4-FFF2-40B4-BE49-F238E27FC236}">
                <a16:creationId xmlns:a16="http://schemas.microsoft.com/office/drawing/2014/main" id="{0269C514-6C9E-4CE7-8E6A-4E407D03EDCD}"/>
              </a:ext>
            </a:extLst>
          </p:cNvPr>
          <p:cNvSpPr>
            <a:spLocks noGrp="1"/>
          </p:cNvSpPr>
          <p:nvPr/>
        </p:nvSpPr>
        <p:spPr>
          <a:xfrm>
            <a:off x="2095500" y="3771900"/>
            <a:ext cx="361950" cy="228600"/>
          </a:xfrm>
          <a:prstGeom prst="rect">
            <a:avLst/>
          </a:prstGeom>
          <a:noFill/>
          <a:ln w="0">
            <a:noFill/>
            <a:prstDash val="solid"/>
          </a:ln>
        </p:spPr>
        <p:txBody>
          <a:bodyPr/>
          <a:lstStyle/>
          <a:p>
            <a:pPr>
              <a:buNone/>
            </a:pPr>
            <a:endParaRPr/>
          </a:p>
        </p:txBody>
      </p:sp>
      <p:sp>
        <p:nvSpPr>
          <p:cNvPr id="1430132491" name="Rectangle: Rounded Corners 1904735606">
            <a:extLst>
              <a:ext uri="{FF2B5EF4-FFF2-40B4-BE49-F238E27FC236}">
                <a16:creationId xmlns:a16="http://schemas.microsoft.com/office/drawing/2014/main" id="{9E7F852A-8E42-469B-B992-2BC08DCFCB7E}"/>
              </a:ext>
            </a:extLst>
          </p:cNvPr>
          <p:cNvSpPr>
            <a:spLocks noGrp="1"/>
          </p:cNvSpPr>
          <p:nvPr/>
        </p:nvSpPr>
        <p:spPr>
          <a:xfrm>
            <a:off x="2495550" y="3533775"/>
            <a:ext cx="209550" cy="142875"/>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1231467880" name="Rectangle 1977779495">
            <a:extLst>
              <a:ext uri="{FF2B5EF4-FFF2-40B4-BE49-F238E27FC236}">
                <a16:creationId xmlns:a16="http://schemas.microsoft.com/office/drawing/2014/main" id="{BC294F48-1568-4B03-AC34-85363A3E25B6}"/>
              </a:ext>
            </a:extLst>
          </p:cNvPr>
          <p:cNvSpPr>
            <a:spLocks noGrp="1"/>
          </p:cNvSpPr>
          <p:nvPr/>
        </p:nvSpPr>
        <p:spPr>
          <a:xfrm>
            <a:off x="2419350" y="3771900"/>
            <a:ext cx="361950" cy="228600"/>
          </a:xfrm>
          <a:prstGeom prst="rect">
            <a:avLst/>
          </a:prstGeom>
          <a:noFill/>
          <a:ln w="0">
            <a:noFill/>
            <a:prstDash val="solid"/>
          </a:ln>
        </p:spPr>
        <p:txBody>
          <a:bodyPr/>
          <a:lstStyle/>
          <a:p>
            <a:pPr>
              <a:buNone/>
            </a:pPr>
            <a:endParaRPr/>
          </a:p>
        </p:txBody>
      </p:sp>
      <p:sp>
        <p:nvSpPr>
          <p:cNvPr id="1793254516" name="Rectangle: Rounded Corners 758909754">
            <a:extLst>
              <a:ext uri="{FF2B5EF4-FFF2-40B4-BE49-F238E27FC236}">
                <a16:creationId xmlns:a16="http://schemas.microsoft.com/office/drawing/2014/main" id="{F5E180EB-492D-408A-91AD-925087489B62}"/>
              </a:ext>
            </a:extLst>
          </p:cNvPr>
          <p:cNvSpPr>
            <a:spLocks noGrp="1"/>
          </p:cNvSpPr>
          <p:nvPr/>
        </p:nvSpPr>
        <p:spPr>
          <a:xfrm>
            <a:off x="3886200" y="2971800"/>
            <a:ext cx="209550" cy="704850"/>
          </a:xfrm>
          <a:prstGeom prst="roundRect">
            <a:avLst>
              <a:gd name="adj" fmla="val 50000"/>
            </a:avLst>
          </a:prstGeom>
          <a:solidFill>
            <a:srgbClr val="F97316"/>
          </a:solidFill>
          <a:ln w="0">
            <a:solidFill>
              <a:srgbClr val="F97316"/>
            </a:solidFill>
            <a:prstDash val="solid"/>
          </a:ln>
        </p:spPr>
        <p:txBody>
          <a:bodyPr/>
          <a:lstStyle/>
          <a:p>
            <a:pPr>
              <a:buNone/>
            </a:pPr>
            <a:endParaRPr/>
          </a:p>
        </p:txBody>
      </p:sp>
      <p:sp>
        <p:nvSpPr>
          <p:cNvPr id="1296528261" name="Rectangle 1103671468">
            <a:extLst>
              <a:ext uri="{FF2B5EF4-FFF2-40B4-BE49-F238E27FC236}">
                <a16:creationId xmlns:a16="http://schemas.microsoft.com/office/drawing/2014/main" id="{6F68F99A-F821-4BBC-BED2-FCFD7BCD6759}"/>
              </a:ext>
            </a:extLst>
          </p:cNvPr>
          <p:cNvSpPr>
            <a:spLocks noGrp="1"/>
          </p:cNvSpPr>
          <p:nvPr/>
        </p:nvSpPr>
        <p:spPr>
          <a:xfrm>
            <a:off x="38100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483998729" name="Rectangle: Rounded Corners 1109785804">
            <a:extLst>
              <a:ext uri="{FF2B5EF4-FFF2-40B4-BE49-F238E27FC236}">
                <a16:creationId xmlns:a16="http://schemas.microsoft.com/office/drawing/2014/main" id="{C3084F85-4874-49AD-89D2-BE5A593FF475}"/>
              </a:ext>
            </a:extLst>
          </p:cNvPr>
          <p:cNvSpPr>
            <a:spLocks noGrp="1"/>
          </p:cNvSpPr>
          <p:nvPr/>
        </p:nvSpPr>
        <p:spPr>
          <a:xfrm>
            <a:off x="4210050" y="3095625"/>
            <a:ext cx="209550" cy="581025"/>
          </a:xfrm>
          <a:prstGeom prst="roundRect">
            <a:avLst>
              <a:gd name="adj" fmla="val 50000"/>
            </a:avLst>
          </a:prstGeom>
          <a:solidFill>
            <a:srgbClr val="F97316"/>
          </a:solidFill>
          <a:ln w="0">
            <a:solidFill>
              <a:srgbClr val="F97316"/>
            </a:solidFill>
            <a:prstDash val="solid"/>
          </a:ln>
        </p:spPr>
        <p:txBody>
          <a:bodyPr/>
          <a:lstStyle/>
          <a:p>
            <a:pPr>
              <a:buNone/>
            </a:pPr>
            <a:endParaRPr/>
          </a:p>
        </p:txBody>
      </p:sp>
      <p:sp>
        <p:nvSpPr>
          <p:cNvPr id="281713947" name="Rectangle 87535763">
            <a:extLst>
              <a:ext uri="{FF2B5EF4-FFF2-40B4-BE49-F238E27FC236}">
                <a16:creationId xmlns:a16="http://schemas.microsoft.com/office/drawing/2014/main" id="{AE6E6753-F099-4324-9DCC-D32EF0DCFA4A}"/>
              </a:ext>
            </a:extLst>
          </p:cNvPr>
          <p:cNvSpPr>
            <a:spLocks noGrp="1"/>
          </p:cNvSpPr>
          <p:nvPr/>
        </p:nvSpPr>
        <p:spPr>
          <a:xfrm>
            <a:off x="4133850" y="3771900"/>
            <a:ext cx="361950" cy="228600"/>
          </a:xfrm>
          <a:prstGeom prst="rect">
            <a:avLst/>
          </a:prstGeom>
          <a:noFill/>
          <a:ln w="0">
            <a:noFill/>
            <a:prstDash val="solid"/>
          </a:ln>
        </p:spPr>
        <p:txBody>
          <a:bodyPr/>
          <a:lstStyle/>
          <a:p>
            <a:pPr>
              <a:buNone/>
            </a:pPr>
            <a:endParaRPr/>
          </a:p>
        </p:txBody>
      </p:sp>
      <p:sp>
        <p:nvSpPr>
          <p:cNvPr id="195867240" name="Rectangle: Rounded Corners 395524451">
            <a:extLst>
              <a:ext uri="{FF2B5EF4-FFF2-40B4-BE49-F238E27FC236}">
                <a16:creationId xmlns:a16="http://schemas.microsoft.com/office/drawing/2014/main" id="{B387D1C4-2856-46D8-A7FB-963CBB58E7E3}"/>
              </a:ext>
            </a:extLst>
          </p:cNvPr>
          <p:cNvSpPr>
            <a:spLocks noGrp="1"/>
          </p:cNvSpPr>
          <p:nvPr/>
        </p:nvSpPr>
        <p:spPr>
          <a:xfrm>
            <a:off x="4533900" y="3219449"/>
            <a:ext cx="209550" cy="457200"/>
          </a:xfrm>
          <a:prstGeom prst="roundRect">
            <a:avLst>
              <a:gd name="adj" fmla="val 50000"/>
            </a:avLst>
          </a:prstGeom>
          <a:solidFill>
            <a:srgbClr val="F97316"/>
          </a:solidFill>
          <a:ln w="0">
            <a:solidFill>
              <a:srgbClr val="F97316"/>
            </a:solidFill>
            <a:prstDash val="solid"/>
          </a:ln>
        </p:spPr>
        <p:txBody>
          <a:bodyPr/>
          <a:lstStyle/>
          <a:p>
            <a:pPr>
              <a:buNone/>
            </a:pPr>
            <a:endParaRPr/>
          </a:p>
        </p:txBody>
      </p:sp>
      <p:sp>
        <p:nvSpPr>
          <p:cNvPr id="1859449820" name="Rectangle 752117888">
            <a:extLst>
              <a:ext uri="{FF2B5EF4-FFF2-40B4-BE49-F238E27FC236}">
                <a16:creationId xmlns:a16="http://schemas.microsoft.com/office/drawing/2014/main" id="{DCF92CB2-DAB5-49C8-A0FD-1719A151D631}"/>
              </a:ext>
            </a:extLst>
          </p:cNvPr>
          <p:cNvSpPr>
            <a:spLocks noGrp="1"/>
          </p:cNvSpPr>
          <p:nvPr/>
        </p:nvSpPr>
        <p:spPr>
          <a:xfrm>
            <a:off x="4457700" y="3771900"/>
            <a:ext cx="361950" cy="228600"/>
          </a:xfrm>
          <a:prstGeom prst="rect">
            <a:avLst/>
          </a:prstGeom>
          <a:noFill/>
          <a:ln w="0">
            <a:noFill/>
            <a:prstDash val="solid"/>
          </a:ln>
        </p:spPr>
        <p:txBody>
          <a:bodyPr/>
          <a:lstStyle/>
          <a:p>
            <a:pPr>
              <a:buNone/>
            </a:pPr>
            <a:endParaRPr/>
          </a:p>
        </p:txBody>
      </p:sp>
      <p:sp>
        <p:nvSpPr>
          <p:cNvPr id="212590489" name="Rectangle: Rounded Corners 1187034514">
            <a:extLst>
              <a:ext uri="{FF2B5EF4-FFF2-40B4-BE49-F238E27FC236}">
                <a16:creationId xmlns:a16="http://schemas.microsoft.com/office/drawing/2014/main" id="{5077C8C4-6C02-4773-912D-8248BC5620C8}"/>
              </a:ext>
            </a:extLst>
          </p:cNvPr>
          <p:cNvSpPr>
            <a:spLocks noGrp="1"/>
          </p:cNvSpPr>
          <p:nvPr/>
        </p:nvSpPr>
        <p:spPr>
          <a:xfrm>
            <a:off x="4857750" y="3352800"/>
            <a:ext cx="209550" cy="323850"/>
          </a:xfrm>
          <a:prstGeom prst="roundRect">
            <a:avLst>
              <a:gd name="adj" fmla="val 50000"/>
            </a:avLst>
          </a:prstGeom>
          <a:solidFill>
            <a:srgbClr val="F97316"/>
          </a:solidFill>
          <a:ln w="0">
            <a:solidFill>
              <a:srgbClr val="F97316"/>
            </a:solidFill>
            <a:prstDash val="solid"/>
          </a:ln>
        </p:spPr>
        <p:txBody>
          <a:bodyPr/>
          <a:lstStyle/>
          <a:p>
            <a:pPr>
              <a:buNone/>
            </a:pPr>
            <a:endParaRPr/>
          </a:p>
        </p:txBody>
      </p:sp>
      <p:sp>
        <p:nvSpPr>
          <p:cNvPr id="1168173556" name="Rectangle 1239831952">
            <a:extLst>
              <a:ext uri="{FF2B5EF4-FFF2-40B4-BE49-F238E27FC236}">
                <a16:creationId xmlns:a16="http://schemas.microsoft.com/office/drawing/2014/main" id="{6E5196EC-05BE-44DB-915D-EB5ECA947396}"/>
              </a:ext>
            </a:extLst>
          </p:cNvPr>
          <p:cNvSpPr>
            <a:spLocks noGrp="1"/>
          </p:cNvSpPr>
          <p:nvPr/>
        </p:nvSpPr>
        <p:spPr>
          <a:xfrm>
            <a:off x="4781550" y="3771900"/>
            <a:ext cx="361950" cy="228600"/>
          </a:xfrm>
          <a:prstGeom prst="rect">
            <a:avLst/>
          </a:prstGeom>
          <a:noFill/>
          <a:ln w="0">
            <a:noFill/>
            <a:prstDash val="solid"/>
          </a:ln>
        </p:spPr>
        <p:txBody>
          <a:bodyPr/>
          <a:lstStyle/>
          <a:p>
            <a:pPr>
              <a:buNone/>
            </a:pPr>
            <a:endParaRPr/>
          </a:p>
        </p:txBody>
      </p:sp>
      <p:sp>
        <p:nvSpPr>
          <p:cNvPr id="933603914" name="Rectangle: Rounded Corners 1990686703">
            <a:extLst>
              <a:ext uri="{FF2B5EF4-FFF2-40B4-BE49-F238E27FC236}">
                <a16:creationId xmlns:a16="http://schemas.microsoft.com/office/drawing/2014/main" id="{D5193ABD-3DDE-4153-87B7-109D14AF03E4}"/>
              </a:ext>
            </a:extLst>
          </p:cNvPr>
          <p:cNvSpPr>
            <a:spLocks noGrp="1"/>
          </p:cNvSpPr>
          <p:nvPr/>
        </p:nvSpPr>
        <p:spPr>
          <a:xfrm>
            <a:off x="6400800" y="1943100"/>
            <a:ext cx="4762500" cy="2667000"/>
          </a:xfrm>
          <a:prstGeom prst="roundRect">
            <a:avLst>
              <a:gd name="adj" fmla="val 4286"/>
            </a:avLst>
          </a:prstGeom>
          <a:solidFill>
            <a:srgbClr val="FFFFFF"/>
          </a:solidFill>
          <a:ln w="14288">
            <a:solidFill>
              <a:srgbClr val="E2E8F0"/>
            </a:solidFill>
            <a:prstDash val="solid"/>
          </a:ln>
        </p:spPr>
        <p:txBody>
          <a:bodyPr/>
          <a:lstStyle/>
          <a:p>
            <a:pPr>
              <a:buNone/>
            </a:pPr>
            <a:endParaRPr/>
          </a:p>
        </p:txBody>
      </p:sp>
      <p:sp>
        <p:nvSpPr>
          <p:cNvPr id="1436900651" name="Rectangle 790741738">
            <a:extLst>
              <a:ext uri="{FF2B5EF4-FFF2-40B4-BE49-F238E27FC236}">
                <a16:creationId xmlns:a16="http://schemas.microsoft.com/office/drawing/2014/main" id="{A075F11D-F2CB-45DF-9313-8D7B3AC4EA76}"/>
              </a:ext>
            </a:extLst>
          </p:cNvPr>
          <p:cNvSpPr>
            <a:spLocks noGrp="1"/>
          </p:cNvSpPr>
          <p:nvPr/>
        </p:nvSpPr>
        <p:spPr>
          <a:xfrm>
            <a:off x="6724649" y="2209800"/>
            <a:ext cx="1333500" cy="304800"/>
          </a:xfrm>
          <a:prstGeom prst="rect">
            <a:avLst/>
          </a:prstGeom>
          <a:noFill/>
          <a:ln w="0">
            <a:noFill/>
            <a:prstDash val="solid"/>
          </a:ln>
        </p:spPr>
        <p:txBody>
          <a:bodyPr/>
          <a:lstStyle/>
          <a:p>
            <a:pPr algn="l">
              <a:buNone/>
              <a:defRPr sz="2050" b="1">
                <a:solidFill>
                  <a:srgbClr val="10B981"/>
                </a:solidFill>
              </a:defRPr>
            </a:pPr>
            <a:r>
              <a:rPr sz="2050" b="1">
                <a:solidFill>
                  <a:srgbClr val="10B981"/>
                </a:solidFill>
              </a:rPr>
              <a:t>top-p</a:t>
            </a:r>
          </a:p>
        </p:txBody>
      </p:sp>
      <p:sp>
        <p:nvSpPr>
          <p:cNvPr id="2131280275" name="Rectangle 1344716697">
            <a:extLst>
              <a:ext uri="{FF2B5EF4-FFF2-40B4-BE49-F238E27FC236}">
                <a16:creationId xmlns:a16="http://schemas.microsoft.com/office/drawing/2014/main" id="{FD27F619-9F7D-41C2-97D1-C94DD6A07028}"/>
              </a:ext>
            </a:extLst>
          </p:cNvPr>
          <p:cNvSpPr>
            <a:spLocks noGrp="1"/>
          </p:cNvSpPr>
          <p:nvPr/>
        </p:nvSpPr>
        <p:spPr>
          <a:xfrm>
            <a:off x="6724649" y="2552700"/>
            <a:ext cx="3810000" cy="24765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keep the smallest set whose probability mass reaches p</a:t>
            </a:r>
          </a:p>
        </p:txBody>
      </p:sp>
      <p:sp>
        <p:nvSpPr>
          <p:cNvPr id="1454104905" name="Rectangle: Rounded Corners 505587208">
            <a:extLst>
              <a:ext uri="{FF2B5EF4-FFF2-40B4-BE49-F238E27FC236}">
                <a16:creationId xmlns:a16="http://schemas.microsoft.com/office/drawing/2014/main" id="{88F3E5D4-AF4B-4D64-B36D-79C810D7D0B7}"/>
              </a:ext>
            </a:extLst>
          </p:cNvPr>
          <p:cNvSpPr>
            <a:spLocks noGrp="1"/>
          </p:cNvSpPr>
          <p:nvPr/>
        </p:nvSpPr>
        <p:spPr>
          <a:xfrm>
            <a:off x="6953250" y="2952750"/>
            <a:ext cx="323850" cy="838200"/>
          </a:xfrm>
          <a:prstGeom prst="roundRect">
            <a:avLst>
              <a:gd name="adj" fmla="val 35294"/>
            </a:avLst>
          </a:prstGeom>
          <a:solidFill>
            <a:srgbClr val="10B981"/>
          </a:solidFill>
          <a:ln w="0">
            <a:solidFill>
              <a:srgbClr val="10B981"/>
            </a:solidFill>
            <a:prstDash val="solid"/>
          </a:ln>
        </p:spPr>
        <p:txBody>
          <a:bodyPr/>
          <a:lstStyle/>
          <a:p>
            <a:pPr>
              <a:buNone/>
            </a:pPr>
            <a:endParaRPr/>
          </a:p>
        </p:txBody>
      </p:sp>
      <p:sp>
        <p:nvSpPr>
          <p:cNvPr id="979525285" name="Rectangle 1817540189">
            <a:extLst>
              <a:ext uri="{FF2B5EF4-FFF2-40B4-BE49-F238E27FC236}">
                <a16:creationId xmlns:a16="http://schemas.microsoft.com/office/drawing/2014/main" id="{30BCADC5-EE53-4C94-9055-820851AF2090}"/>
              </a:ext>
            </a:extLst>
          </p:cNvPr>
          <p:cNvSpPr>
            <a:spLocks noGrp="1"/>
          </p:cNvSpPr>
          <p:nvPr/>
        </p:nvSpPr>
        <p:spPr>
          <a:xfrm>
            <a:off x="68770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020281711" name="Rectangle: Rounded Corners 1412774459">
            <a:extLst>
              <a:ext uri="{FF2B5EF4-FFF2-40B4-BE49-F238E27FC236}">
                <a16:creationId xmlns:a16="http://schemas.microsoft.com/office/drawing/2014/main" id="{1E2E8290-5B00-42BF-9433-7D5E5EF84D7A}"/>
              </a:ext>
            </a:extLst>
          </p:cNvPr>
          <p:cNvSpPr>
            <a:spLocks noGrp="1"/>
          </p:cNvSpPr>
          <p:nvPr/>
        </p:nvSpPr>
        <p:spPr>
          <a:xfrm>
            <a:off x="7477125" y="3143250"/>
            <a:ext cx="323850" cy="647700"/>
          </a:xfrm>
          <a:prstGeom prst="roundRect">
            <a:avLst>
              <a:gd name="adj" fmla="val 35294"/>
            </a:avLst>
          </a:prstGeom>
          <a:solidFill>
            <a:srgbClr val="10B981"/>
          </a:solidFill>
          <a:ln w="0">
            <a:solidFill>
              <a:srgbClr val="10B981"/>
            </a:solidFill>
            <a:prstDash val="solid"/>
          </a:ln>
        </p:spPr>
        <p:txBody>
          <a:bodyPr/>
          <a:lstStyle/>
          <a:p>
            <a:pPr>
              <a:buNone/>
            </a:pPr>
            <a:endParaRPr/>
          </a:p>
        </p:txBody>
      </p:sp>
      <p:sp>
        <p:nvSpPr>
          <p:cNvPr id="24265938" name="Rectangle 842999192">
            <a:extLst>
              <a:ext uri="{FF2B5EF4-FFF2-40B4-BE49-F238E27FC236}">
                <a16:creationId xmlns:a16="http://schemas.microsoft.com/office/drawing/2014/main" id="{E74DFDD2-B305-4E6E-B876-0B34A1499D2E}"/>
              </a:ext>
            </a:extLst>
          </p:cNvPr>
          <p:cNvSpPr>
            <a:spLocks noGrp="1"/>
          </p:cNvSpPr>
          <p:nvPr/>
        </p:nvSpPr>
        <p:spPr>
          <a:xfrm>
            <a:off x="74009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B</a:t>
            </a:r>
          </a:p>
        </p:txBody>
      </p:sp>
      <p:sp>
        <p:nvSpPr>
          <p:cNvPr id="2019530381" name="Rectangle: Rounded Corners 1720875966">
            <a:extLst>
              <a:ext uri="{FF2B5EF4-FFF2-40B4-BE49-F238E27FC236}">
                <a16:creationId xmlns:a16="http://schemas.microsoft.com/office/drawing/2014/main" id="{1A20F197-AEC9-4F86-88B9-B221AE742EB1}"/>
              </a:ext>
            </a:extLst>
          </p:cNvPr>
          <p:cNvSpPr>
            <a:spLocks noGrp="1"/>
          </p:cNvSpPr>
          <p:nvPr/>
        </p:nvSpPr>
        <p:spPr>
          <a:xfrm>
            <a:off x="8001000" y="3314700"/>
            <a:ext cx="323850" cy="476250"/>
          </a:xfrm>
          <a:prstGeom prst="roundRect">
            <a:avLst>
              <a:gd name="adj" fmla="val 35294"/>
            </a:avLst>
          </a:prstGeom>
          <a:solidFill>
            <a:srgbClr val="10B981"/>
          </a:solidFill>
          <a:ln w="0">
            <a:solidFill>
              <a:srgbClr val="10B981"/>
            </a:solidFill>
            <a:prstDash val="solid"/>
          </a:ln>
        </p:spPr>
        <p:txBody>
          <a:bodyPr/>
          <a:lstStyle/>
          <a:p>
            <a:pPr>
              <a:buNone/>
            </a:pPr>
            <a:endParaRPr/>
          </a:p>
        </p:txBody>
      </p:sp>
      <p:sp>
        <p:nvSpPr>
          <p:cNvPr id="1696133862" name="Rectangle 66502239">
            <a:extLst>
              <a:ext uri="{FF2B5EF4-FFF2-40B4-BE49-F238E27FC236}">
                <a16:creationId xmlns:a16="http://schemas.microsoft.com/office/drawing/2014/main" id="{1DB562D2-48F6-465F-AC60-493930B0CB51}"/>
              </a:ext>
            </a:extLst>
          </p:cNvPr>
          <p:cNvSpPr>
            <a:spLocks noGrp="1"/>
          </p:cNvSpPr>
          <p:nvPr/>
        </p:nvSpPr>
        <p:spPr>
          <a:xfrm>
            <a:off x="792480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C</a:t>
            </a:r>
          </a:p>
        </p:txBody>
      </p:sp>
      <p:sp>
        <p:nvSpPr>
          <p:cNvPr id="532473035" name="Rectangle: Rounded Corners 2118371450">
            <a:extLst>
              <a:ext uri="{FF2B5EF4-FFF2-40B4-BE49-F238E27FC236}">
                <a16:creationId xmlns:a16="http://schemas.microsoft.com/office/drawing/2014/main" id="{C4508D73-4A15-4784-9F12-A686917213F9}"/>
              </a:ext>
            </a:extLst>
          </p:cNvPr>
          <p:cNvSpPr>
            <a:spLocks noGrp="1"/>
          </p:cNvSpPr>
          <p:nvPr/>
        </p:nvSpPr>
        <p:spPr>
          <a:xfrm>
            <a:off x="8524875" y="3486150"/>
            <a:ext cx="323850" cy="304800"/>
          </a:xfrm>
          <a:prstGeom prst="roundRect">
            <a:avLst>
              <a:gd name="adj" fmla="val 37500"/>
            </a:avLst>
          </a:prstGeom>
          <a:solidFill>
            <a:srgbClr val="E5E7EB"/>
          </a:solidFill>
          <a:ln w="0">
            <a:solidFill>
              <a:srgbClr val="E5E7EB"/>
            </a:solidFill>
            <a:prstDash val="solid"/>
          </a:ln>
        </p:spPr>
        <p:txBody>
          <a:bodyPr/>
          <a:lstStyle/>
          <a:p>
            <a:pPr>
              <a:buNone/>
            </a:pPr>
            <a:endParaRPr/>
          </a:p>
        </p:txBody>
      </p:sp>
      <p:sp>
        <p:nvSpPr>
          <p:cNvPr id="1654392815" name="Rectangle 1265886563">
            <a:extLst>
              <a:ext uri="{FF2B5EF4-FFF2-40B4-BE49-F238E27FC236}">
                <a16:creationId xmlns:a16="http://schemas.microsoft.com/office/drawing/2014/main" id="{78F1D1C0-DA06-45D8-B283-82D3EE2CDB71}"/>
              </a:ext>
            </a:extLst>
          </p:cNvPr>
          <p:cNvSpPr>
            <a:spLocks noGrp="1"/>
          </p:cNvSpPr>
          <p:nvPr/>
        </p:nvSpPr>
        <p:spPr>
          <a:xfrm>
            <a:off x="844867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D</a:t>
            </a:r>
          </a:p>
        </p:txBody>
      </p:sp>
      <p:sp>
        <p:nvSpPr>
          <p:cNvPr id="1908925085" name="Rectangle: Rounded Corners 2042608732">
            <a:extLst>
              <a:ext uri="{FF2B5EF4-FFF2-40B4-BE49-F238E27FC236}">
                <a16:creationId xmlns:a16="http://schemas.microsoft.com/office/drawing/2014/main" id="{CC4EE43A-2683-45A1-807A-B804870E8E85}"/>
              </a:ext>
            </a:extLst>
          </p:cNvPr>
          <p:cNvSpPr>
            <a:spLocks noGrp="1"/>
          </p:cNvSpPr>
          <p:nvPr/>
        </p:nvSpPr>
        <p:spPr>
          <a:xfrm>
            <a:off x="9048750" y="3600450"/>
            <a:ext cx="323850" cy="190500"/>
          </a:xfrm>
          <a:prstGeom prst="roundRect">
            <a:avLst>
              <a:gd name="adj" fmla="val 50000"/>
            </a:avLst>
          </a:prstGeom>
          <a:solidFill>
            <a:srgbClr val="E5E7EB"/>
          </a:solidFill>
          <a:ln w="0">
            <a:solidFill>
              <a:srgbClr val="E5E7EB"/>
            </a:solidFill>
            <a:prstDash val="solid"/>
          </a:ln>
        </p:spPr>
        <p:txBody>
          <a:bodyPr/>
          <a:lstStyle/>
          <a:p>
            <a:pPr>
              <a:buNone/>
            </a:pPr>
            <a:endParaRPr/>
          </a:p>
        </p:txBody>
      </p:sp>
      <p:sp>
        <p:nvSpPr>
          <p:cNvPr id="2034648885" name="Rectangle 661207096">
            <a:extLst>
              <a:ext uri="{FF2B5EF4-FFF2-40B4-BE49-F238E27FC236}">
                <a16:creationId xmlns:a16="http://schemas.microsoft.com/office/drawing/2014/main" id="{D5D7B672-0764-4309-A172-FCA6059AE843}"/>
              </a:ext>
            </a:extLst>
          </p:cNvPr>
          <p:cNvSpPr>
            <a:spLocks noGrp="1"/>
          </p:cNvSpPr>
          <p:nvPr/>
        </p:nvSpPr>
        <p:spPr>
          <a:xfrm>
            <a:off x="89725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E</a:t>
            </a:r>
          </a:p>
        </p:txBody>
      </p:sp>
      <p:sp>
        <p:nvSpPr>
          <p:cNvPr id="1762895340" name="Rectangle: Rounded Corners 1098391783">
            <a:extLst>
              <a:ext uri="{FF2B5EF4-FFF2-40B4-BE49-F238E27FC236}">
                <a16:creationId xmlns:a16="http://schemas.microsoft.com/office/drawing/2014/main" id="{5D7EEDAC-EE25-4CD4-99A0-0BCFAFDAF107}"/>
              </a:ext>
            </a:extLst>
          </p:cNvPr>
          <p:cNvSpPr>
            <a:spLocks noGrp="1"/>
          </p:cNvSpPr>
          <p:nvPr/>
        </p:nvSpPr>
        <p:spPr>
          <a:xfrm>
            <a:off x="9572625" y="3676650"/>
            <a:ext cx="323850" cy="114300"/>
          </a:xfrm>
          <a:prstGeom prst="roundRect">
            <a:avLst>
              <a:gd name="adj" fmla="val 50000"/>
            </a:avLst>
          </a:prstGeom>
          <a:solidFill>
            <a:srgbClr val="E5E7EB"/>
          </a:solidFill>
          <a:ln w="0">
            <a:solidFill>
              <a:srgbClr val="E5E7EB"/>
            </a:solidFill>
            <a:prstDash val="solid"/>
          </a:ln>
        </p:spPr>
        <p:txBody>
          <a:bodyPr/>
          <a:lstStyle/>
          <a:p>
            <a:pPr>
              <a:buNone/>
            </a:pPr>
            <a:endParaRPr/>
          </a:p>
        </p:txBody>
      </p:sp>
      <p:sp>
        <p:nvSpPr>
          <p:cNvPr id="332673291" name="Rectangle 1867510340">
            <a:extLst>
              <a:ext uri="{FF2B5EF4-FFF2-40B4-BE49-F238E27FC236}">
                <a16:creationId xmlns:a16="http://schemas.microsoft.com/office/drawing/2014/main" id="{98DBEA37-2770-4CAF-88FE-F2C77A814460}"/>
              </a:ext>
            </a:extLst>
          </p:cNvPr>
          <p:cNvSpPr>
            <a:spLocks noGrp="1"/>
          </p:cNvSpPr>
          <p:nvPr/>
        </p:nvSpPr>
        <p:spPr>
          <a:xfrm>
            <a:off x="94964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F</a:t>
            </a:r>
          </a:p>
        </p:txBody>
      </p:sp>
      <p:sp>
        <p:nvSpPr>
          <p:cNvPr id="1154153935" name="Rectangle 610821016">
            <a:extLst>
              <a:ext uri="{FF2B5EF4-FFF2-40B4-BE49-F238E27FC236}">
                <a16:creationId xmlns:a16="http://schemas.microsoft.com/office/drawing/2014/main" id="{ABAD8B45-B5A7-495E-B81A-BCDFC9E89B09}"/>
              </a:ext>
            </a:extLst>
          </p:cNvPr>
          <p:cNvSpPr>
            <a:spLocks noGrp="1"/>
          </p:cNvSpPr>
          <p:nvPr/>
        </p:nvSpPr>
        <p:spPr>
          <a:xfrm>
            <a:off x="7239000" y="4095750"/>
            <a:ext cx="2667000" cy="247650"/>
          </a:xfrm>
          <a:prstGeom prst="rect">
            <a:avLst/>
          </a:prstGeom>
          <a:noFill/>
          <a:ln w="0">
            <a:noFill/>
            <a:prstDash val="solid"/>
          </a:ln>
        </p:spPr>
        <p:txBody>
          <a:bodyPr/>
          <a:lstStyle/>
          <a:p>
            <a:pPr algn="ctr">
              <a:buNone/>
              <a:defRPr sz="1350" b="1">
                <a:solidFill>
                  <a:srgbClr val="10B981"/>
                </a:solidFill>
              </a:defRPr>
            </a:pPr>
            <a:r>
              <a:rPr sz="1350" b="1">
                <a:solidFill>
                  <a:srgbClr val="10B981"/>
                </a:solidFill>
              </a:rPr>
              <a:t>sample only inside nucleus</a:t>
            </a:r>
          </a:p>
        </p:txBody>
      </p:sp>
      <p:sp>
        <p:nvSpPr>
          <p:cNvPr id="750690368" name="Rectangle: Rounded Corners 1846748793">
            <a:extLst>
              <a:ext uri="{FF2B5EF4-FFF2-40B4-BE49-F238E27FC236}">
                <a16:creationId xmlns:a16="http://schemas.microsoft.com/office/drawing/2014/main" id="{FBF19EDB-0853-4158-A92E-07119CDFD9A0}"/>
              </a:ext>
            </a:extLst>
          </p:cNvPr>
          <p:cNvSpPr>
            <a:spLocks noGrp="1"/>
          </p:cNvSpPr>
          <p:nvPr/>
        </p:nvSpPr>
        <p:spPr>
          <a:xfrm>
            <a:off x="1600200" y="4953000"/>
            <a:ext cx="2286000" cy="552450"/>
          </a:xfrm>
          <a:prstGeom prst="roundRect">
            <a:avLst>
              <a:gd name="adj" fmla="val 20690"/>
            </a:avLst>
          </a:prstGeom>
          <a:solidFill>
            <a:srgbClr val="FFFFFF"/>
          </a:solidFill>
          <a:ln w="19050">
            <a:solidFill>
              <a:srgbClr val="2563EB"/>
            </a:solidFill>
            <a:prstDash val="solid"/>
          </a:ln>
        </p:spPr>
        <p:txBody>
          <a:bodyPr/>
          <a:lstStyle/>
          <a:p>
            <a:pPr algn="ctr">
              <a:buNone/>
              <a:defRPr sz="1650" b="1">
                <a:solidFill>
                  <a:srgbClr val="2563EB"/>
                </a:solidFill>
              </a:defRPr>
            </a:pPr>
            <a:r>
              <a:rPr sz="1650" b="1">
                <a:solidFill>
                  <a:srgbClr val="2563EB"/>
                </a:solidFill>
              </a:rPr>
              <a:t>max tokens</a:t>
            </a:r>
          </a:p>
        </p:txBody>
      </p:sp>
      <p:sp>
        <p:nvSpPr>
          <p:cNvPr id="1764957722" name="Rectangle 569626175">
            <a:extLst>
              <a:ext uri="{FF2B5EF4-FFF2-40B4-BE49-F238E27FC236}">
                <a16:creationId xmlns:a16="http://schemas.microsoft.com/office/drawing/2014/main" id="{3738FF08-5287-40DA-8272-82933CF62772}"/>
              </a:ext>
            </a:extLst>
          </p:cNvPr>
          <p:cNvSpPr>
            <a:spLocks noGrp="1"/>
          </p:cNvSpPr>
          <p:nvPr/>
        </p:nvSpPr>
        <p:spPr>
          <a:xfrm>
            <a:off x="16002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how long to continue</a:t>
            </a:r>
          </a:p>
        </p:txBody>
      </p:sp>
      <p:sp>
        <p:nvSpPr>
          <p:cNvPr id="116757779" name="Rectangle: Rounded Corners 43298065">
            <a:extLst>
              <a:ext uri="{FF2B5EF4-FFF2-40B4-BE49-F238E27FC236}">
                <a16:creationId xmlns:a16="http://schemas.microsoft.com/office/drawing/2014/main" id="{5AAD1BE1-C669-4C6B-A9E4-D2CA3C07A5AF}"/>
              </a:ext>
            </a:extLst>
          </p:cNvPr>
          <p:cNvSpPr>
            <a:spLocks noGrp="1"/>
          </p:cNvSpPr>
          <p:nvPr/>
        </p:nvSpPr>
        <p:spPr>
          <a:xfrm>
            <a:off x="4953000" y="4953000"/>
            <a:ext cx="2286000" cy="552450"/>
          </a:xfrm>
          <a:prstGeom prst="roundRect">
            <a:avLst>
              <a:gd name="adj" fmla="val 20690"/>
            </a:avLst>
          </a:prstGeom>
          <a:solidFill>
            <a:srgbClr val="FFFFFF"/>
          </a:solidFill>
          <a:ln w="19050">
            <a:solidFill>
              <a:srgbClr val="7C3AED"/>
            </a:solidFill>
            <a:prstDash val="solid"/>
          </a:ln>
        </p:spPr>
        <p:txBody>
          <a:bodyPr/>
          <a:lstStyle/>
          <a:p>
            <a:pPr algn="ctr">
              <a:buNone/>
              <a:defRPr sz="1650" b="1">
                <a:solidFill>
                  <a:srgbClr val="7C3AED"/>
                </a:solidFill>
              </a:defRPr>
            </a:pPr>
            <a:r>
              <a:rPr sz="1650" b="1">
                <a:solidFill>
                  <a:srgbClr val="7C3AED"/>
                </a:solidFill>
              </a:rPr>
              <a:t>penalties</a:t>
            </a:r>
          </a:p>
        </p:txBody>
      </p:sp>
      <p:sp>
        <p:nvSpPr>
          <p:cNvPr id="991859771" name="Rectangle 114239354">
            <a:extLst>
              <a:ext uri="{FF2B5EF4-FFF2-40B4-BE49-F238E27FC236}">
                <a16:creationId xmlns:a16="http://schemas.microsoft.com/office/drawing/2014/main" id="{F0490C41-0CB5-401D-A3C0-CE93144AB53B}"/>
              </a:ext>
            </a:extLst>
          </p:cNvPr>
          <p:cNvSpPr>
            <a:spLocks noGrp="1"/>
          </p:cNvSpPr>
          <p:nvPr/>
        </p:nvSpPr>
        <p:spPr>
          <a:xfrm>
            <a:off x="49530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reduce repetition</a:t>
            </a:r>
          </a:p>
        </p:txBody>
      </p:sp>
      <p:sp>
        <p:nvSpPr>
          <p:cNvPr id="706243773" name="Rectangle: Rounded Corners 1589723464">
            <a:extLst>
              <a:ext uri="{FF2B5EF4-FFF2-40B4-BE49-F238E27FC236}">
                <a16:creationId xmlns:a16="http://schemas.microsoft.com/office/drawing/2014/main" id="{9F57C818-D7E9-4356-BF14-4A3924645F9C}"/>
              </a:ext>
            </a:extLst>
          </p:cNvPr>
          <p:cNvSpPr>
            <a:spLocks noGrp="1"/>
          </p:cNvSpPr>
          <p:nvPr/>
        </p:nvSpPr>
        <p:spPr>
          <a:xfrm>
            <a:off x="8305800" y="4953000"/>
            <a:ext cx="2286000" cy="552450"/>
          </a:xfrm>
          <a:prstGeom prst="roundRect">
            <a:avLst>
              <a:gd name="adj" fmla="val 20690"/>
            </a:avLst>
          </a:prstGeom>
          <a:solidFill>
            <a:srgbClr val="FFFFFF"/>
          </a:solidFill>
          <a:ln w="19050">
            <a:solidFill>
              <a:srgbClr val="EF4444"/>
            </a:solidFill>
            <a:prstDash val="solid"/>
          </a:ln>
        </p:spPr>
        <p:txBody>
          <a:bodyPr/>
          <a:lstStyle/>
          <a:p>
            <a:pPr algn="ctr">
              <a:buNone/>
              <a:defRPr sz="1650" b="1">
                <a:solidFill>
                  <a:srgbClr val="EF4444"/>
                </a:solidFill>
              </a:defRPr>
            </a:pPr>
            <a:r>
              <a:rPr sz="1650" b="1">
                <a:solidFill>
                  <a:srgbClr val="EF4444"/>
                </a:solidFill>
              </a:rPr>
              <a:t>stop</a:t>
            </a:r>
          </a:p>
        </p:txBody>
      </p:sp>
      <p:sp>
        <p:nvSpPr>
          <p:cNvPr id="1742347236" name="Rectangle 127230098">
            <a:extLst>
              <a:ext uri="{FF2B5EF4-FFF2-40B4-BE49-F238E27FC236}">
                <a16:creationId xmlns:a16="http://schemas.microsoft.com/office/drawing/2014/main" id="{F09B7747-441E-4EDB-A88D-4570165F893D}"/>
              </a:ext>
            </a:extLst>
          </p:cNvPr>
          <p:cNvSpPr>
            <a:spLocks noGrp="1"/>
          </p:cNvSpPr>
          <p:nvPr/>
        </p:nvSpPr>
        <p:spPr>
          <a:xfrm>
            <a:off x="83058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where to end</a:t>
            </a:r>
          </a:p>
        </p:txBody>
      </p:sp>
      <p:sp>
        <p:nvSpPr>
          <p:cNvPr id="1825973397" name="Rectangle 760303360">
            <a:extLst>
              <a:ext uri="{FF2B5EF4-FFF2-40B4-BE49-F238E27FC236}">
                <a16:creationId xmlns:a16="http://schemas.microsoft.com/office/drawing/2014/main" id="{F62B6E46-16FB-4CDB-BEEE-8E08DB2D0D8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62</a:t>
            </a:r>
          </a:p>
        </p:txBody>
      </p:sp>
      <p:pic>
        <p:nvPicPr>
          <p:cNvPr id="2141856985" name="Graphic 2118371498"/>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21121626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5603355" name="Rectangle 1109576543">
            <a:extLst>
              <a:ext uri="{FF2B5EF4-FFF2-40B4-BE49-F238E27FC236}">
                <a16:creationId xmlns:a16="http://schemas.microsoft.com/office/drawing/2014/main" id="{FAE14B8A-C642-4C98-9512-E149AC0798E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Recap</a:t>
            </a:r>
          </a:p>
        </p:txBody>
      </p:sp>
      <p:sp>
        <p:nvSpPr>
          <p:cNvPr id="757493673" name="Rectangle 165357682">
            <a:extLst>
              <a:ext uri="{FF2B5EF4-FFF2-40B4-BE49-F238E27FC236}">
                <a16:creationId xmlns:a16="http://schemas.microsoft.com/office/drawing/2014/main" id="{90DF7220-8AE6-4F55-97B6-84104FE43EF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whole path is one learning story</a:t>
            </a:r>
          </a:p>
        </p:txBody>
      </p:sp>
      <p:sp>
        <p:nvSpPr>
          <p:cNvPr id="1253554711" name="Rectangle: Rounded Corners 1373434995">
            <a:extLst>
              <a:ext uri="{FF2B5EF4-FFF2-40B4-BE49-F238E27FC236}">
                <a16:creationId xmlns:a16="http://schemas.microsoft.com/office/drawing/2014/main" id="{F8CD2525-10FB-415B-A41F-35A3F3C6176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216841621" name="Straight Connector 247695513">
            <a:extLst>
              <a:ext uri="{FF2B5EF4-FFF2-40B4-BE49-F238E27FC236}">
                <a16:creationId xmlns:a16="http://schemas.microsoft.com/office/drawing/2014/main" id="{8273BB12-D91E-4E54-8105-726F4A2C96B9}"/>
              </a:ext>
            </a:extLst>
          </p:cNvPr>
          <p:cNvSpPr>
            <a:spLocks noGrp="1"/>
          </p:cNvSpPr>
          <p:nvPr/>
        </p:nvSpPr>
        <p:spPr>
          <a:xfrm>
            <a:off x="1428750" y="3619500"/>
            <a:ext cx="8858250" cy="9525"/>
          </a:xfrm>
          <a:prstGeom prst="line">
            <a:avLst/>
          </a:prstGeom>
          <a:noFill/>
          <a:ln w="38100">
            <a:solidFill>
              <a:srgbClr val="CBD5E1"/>
            </a:solidFill>
            <a:prstDash val="solid"/>
          </a:ln>
        </p:spPr>
        <p:txBody>
          <a:bodyPr/>
          <a:lstStyle/>
          <a:p>
            <a:pPr>
              <a:buNone/>
            </a:pPr>
            <a:endParaRPr/>
          </a:p>
        </p:txBody>
      </p:sp>
      <p:sp>
        <p:nvSpPr>
          <p:cNvPr id="766576049" name="Oval 628746849">
            <a:extLst>
              <a:ext uri="{FF2B5EF4-FFF2-40B4-BE49-F238E27FC236}">
                <a16:creationId xmlns:a16="http://schemas.microsoft.com/office/drawing/2014/main" id="{E7C3D243-B1F8-4BCE-99CA-EFFF3A0B1F3E}"/>
              </a:ext>
            </a:extLst>
          </p:cNvPr>
          <p:cNvSpPr>
            <a:spLocks noGrp="1"/>
          </p:cNvSpPr>
          <p:nvPr/>
        </p:nvSpPr>
        <p:spPr>
          <a:xfrm>
            <a:off x="1285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038145411" name="Rectangle 1898660202">
            <a:extLst>
              <a:ext uri="{FF2B5EF4-FFF2-40B4-BE49-F238E27FC236}">
                <a16:creationId xmlns:a16="http://schemas.microsoft.com/office/drawing/2014/main" id="{B9AC05DE-7292-426C-AD75-D2D44D9C49EF}"/>
              </a:ext>
            </a:extLst>
          </p:cNvPr>
          <p:cNvSpPr>
            <a:spLocks noGrp="1"/>
          </p:cNvSpPr>
          <p:nvPr/>
        </p:nvSpPr>
        <p:spPr>
          <a:xfrm>
            <a:off x="904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line</a:t>
            </a:r>
          </a:p>
        </p:txBody>
      </p:sp>
      <p:sp>
        <p:nvSpPr>
          <p:cNvPr id="1647365568" name="Oval 901053968">
            <a:extLst>
              <a:ext uri="{FF2B5EF4-FFF2-40B4-BE49-F238E27FC236}">
                <a16:creationId xmlns:a16="http://schemas.microsoft.com/office/drawing/2014/main" id="{1BBB5FEE-5D3A-49BC-8F31-14AD08361F1E}"/>
              </a:ext>
            </a:extLst>
          </p:cNvPr>
          <p:cNvSpPr>
            <a:spLocks noGrp="1"/>
          </p:cNvSpPr>
          <p:nvPr/>
        </p:nvSpPr>
        <p:spPr>
          <a:xfrm>
            <a:off x="2809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866115283" name="Rectangle 2049675483">
            <a:extLst>
              <a:ext uri="{FF2B5EF4-FFF2-40B4-BE49-F238E27FC236}">
                <a16:creationId xmlns:a16="http://schemas.microsoft.com/office/drawing/2014/main" id="{A3F781FE-DD57-4B88-A6CD-687EA3C42196}"/>
              </a:ext>
            </a:extLst>
          </p:cNvPr>
          <p:cNvSpPr>
            <a:spLocks noGrp="1"/>
          </p:cNvSpPr>
          <p:nvPr/>
        </p:nvSpPr>
        <p:spPr>
          <a:xfrm>
            <a:off x="2428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network</a:t>
            </a:r>
          </a:p>
        </p:txBody>
      </p:sp>
      <p:sp>
        <p:nvSpPr>
          <p:cNvPr id="1836212044" name="Oval 80204406">
            <a:extLst>
              <a:ext uri="{FF2B5EF4-FFF2-40B4-BE49-F238E27FC236}">
                <a16:creationId xmlns:a16="http://schemas.microsoft.com/office/drawing/2014/main" id="{D04FE968-6CE7-49D0-A398-CE01F2FE93A4}"/>
              </a:ext>
            </a:extLst>
          </p:cNvPr>
          <p:cNvSpPr>
            <a:spLocks noGrp="1"/>
          </p:cNvSpPr>
          <p:nvPr/>
        </p:nvSpPr>
        <p:spPr>
          <a:xfrm>
            <a:off x="442912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664173926" name="Rectangle 1419699716">
            <a:extLst>
              <a:ext uri="{FF2B5EF4-FFF2-40B4-BE49-F238E27FC236}">
                <a16:creationId xmlns:a16="http://schemas.microsoft.com/office/drawing/2014/main" id="{9003953E-C38E-42E1-9F8F-B682E0F4423B}"/>
              </a:ext>
            </a:extLst>
          </p:cNvPr>
          <p:cNvSpPr>
            <a:spLocks noGrp="1"/>
          </p:cNvSpPr>
          <p:nvPr/>
        </p:nvSpPr>
        <p:spPr>
          <a:xfrm>
            <a:off x="4048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backprop</a:t>
            </a:r>
          </a:p>
        </p:txBody>
      </p:sp>
      <p:sp>
        <p:nvSpPr>
          <p:cNvPr id="192608654" name="Oval 1824188964">
            <a:extLst>
              <a:ext uri="{FF2B5EF4-FFF2-40B4-BE49-F238E27FC236}">
                <a16:creationId xmlns:a16="http://schemas.microsoft.com/office/drawing/2014/main" id="{02988780-4204-4792-8CB6-4B57135331D8}"/>
              </a:ext>
            </a:extLst>
          </p:cNvPr>
          <p:cNvSpPr>
            <a:spLocks noGrp="1"/>
          </p:cNvSpPr>
          <p:nvPr/>
        </p:nvSpPr>
        <p:spPr>
          <a:xfrm>
            <a:off x="6238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123658904" name="Rectangle 1161191516">
            <a:extLst>
              <a:ext uri="{FF2B5EF4-FFF2-40B4-BE49-F238E27FC236}">
                <a16:creationId xmlns:a16="http://schemas.microsoft.com/office/drawing/2014/main" id="{105A56AB-67BF-41D4-8E72-C453D5ED8080}"/>
              </a:ext>
            </a:extLst>
          </p:cNvPr>
          <p:cNvSpPr>
            <a:spLocks noGrp="1"/>
          </p:cNvSpPr>
          <p:nvPr/>
        </p:nvSpPr>
        <p:spPr>
          <a:xfrm>
            <a:off x="5857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attention</a:t>
            </a:r>
          </a:p>
        </p:txBody>
      </p:sp>
      <p:sp>
        <p:nvSpPr>
          <p:cNvPr id="1273718747" name="Oval 506955708">
            <a:extLst>
              <a:ext uri="{FF2B5EF4-FFF2-40B4-BE49-F238E27FC236}">
                <a16:creationId xmlns:a16="http://schemas.microsoft.com/office/drawing/2014/main" id="{2AB41643-648A-492C-9F39-828E3FC9F389}"/>
              </a:ext>
            </a:extLst>
          </p:cNvPr>
          <p:cNvSpPr>
            <a:spLocks noGrp="1"/>
          </p:cNvSpPr>
          <p:nvPr/>
        </p:nvSpPr>
        <p:spPr>
          <a:xfrm>
            <a:off x="8143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065604062" name="Rectangle 1606354811">
            <a:extLst>
              <a:ext uri="{FF2B5EF4-FFF2-40B4-BE49-F238E27FC236}">
                <a16:creationId xmlns:a16="http://schemas.microsoft.com/office/drawing/2014/main" id="{5FDB8AB4-4740-444C-B2A0-1A5BE692EF82}"/>
              </a:ext>
            </a:extLst>
          </p:cNvPr>
          <p:cNvSpPr>
            <a:spLocks noGrp="1"/>
          </p:cNvSpPr>
          <p:nvPr/>
        </p:nvSpPr>
        <p:spPr>
          <a:xfrm>
            <a:off x="7762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Transformer</a:t>
            </a:r>
          </a:p>
        </p:txBody>
      </p:sp>
      <p:sp>
        <p:nvSpPr>
          <p:cNvPr id="787529920" name="Oval 759270822">
            <a:extLst>
              <a:ext uri="{FF2B5EF4-FFF2-40B4-BE49-F238E27FC236}">
                <a16:creationId xmlns:a16="http://schemas.microsoft.com/office/drawing/2014/main" id="{506DEE64-F304-4C79-BBB4-43BD74A8DEC1}"/>
              </a:ext>
            </a:extLst>
          </p:cNvPr>
          <p:cNvSpPr>
            <a:spLocks noGrp="1"/>
          </p:cNvSpPr>
          <p:nvPr/>
        </p:nvSpPr>
        <p:spPr>
          <a:xfrm>
            <a:off x="9763125" y="3286125"/>
            <a:ext cx="666750" cy="666750"/>
          </a:xfrm>
          <a:prstGeom prst="ellipse">
            <a:avLst/>
          </a:prstGeom>
          <a:solidFill>
            <a:srgbClr val="E0F2FE"/>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6</a:t>
            </a:r>
          </a:p>
        </p:txBody>
      </p:sp>
      <p:sp>
        <p:nvSpPr>
          <p:cNvPr id="394489360" name="Rectangle 2044500735">
            <a:extLst>
              <a:ext uri="{FF2B5EF4-FFF2-40B4-BE49-F238E27FC236}">
                <a16:creationId xmlns:a16="http://schemas.microsoft.com/office/drawing/2014/main" id="{1FB68B97-37FC-4B41-A86E-BFDBB8230238}"/>
              </a:ext>
            </a:extLst>
          </p:cNvPr>
          <p:cNvSpPr>
            <a:spLocks noGrp="1"/>
          </p:cNvSpPr>
          <p:nvPr/>
        </p:nvSpPr>
        <p:spPr>
          <a:xfrm>
            <a:off x="9382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GPT</a:t>
            </a:r>
          </a:p>
        </p:txBody>
      </p:sp>
      <p:sp>
        <p:nvSpPr>
          <p:cNvPr id="2015250742" name="Rectangle 421878984">
            <a:extLst>
              <a:ext uri="{FF2B5EF4-FFF2-40B4-BE49-F238E27FC236}">
                <a16:creationId xmlns:a16="http://schemas.microsoft.com/office/drawing/2014/main" id="{3E6663A7-A6D4-48AD-A5C1-75012D987134}"/>
              </a:ext>
            </a:extLst>
          </p:cNvPr>
          <p:cNvSpPr>
            <a:spLocks noGrp="1"/>
          </p:cNvSpPr>
          <p:nvPr/>
        </p:nvSpPr>
        <p:spPr>
          <a:xfrm>
            <a:off x="2047875" y="2333625"/>
            <a:ext cx="8096250" cy="4191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learn from error -&gt; compare tokens -&gt; predict the next token</a:t>
            </a:r>
          </a:p>
        </p:txBody>
      </p:sp>
      <p:sp>
        <p:nvSpPr>
          <p:cNvPr id="678647046" name="Rectangle 865122751">
            <a:extLst>
              <a:ext uri="{FF2B5EF4-FFF2-40B4-BE49-F238E27FC236}">
                <a16:creationId xmlns:a16="http://schemas.microsoft.com/office/drawing/2014/main" id="{890865B2-E76A-4CA8-9075-F4C7E4397EB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63</a:t>
            </a:r>
          </a:p>
        </p:txBody>
      </p:sp>
    </p:spTree>
    <p:extLst>
      <p:ext uri="{BB962C8B-B14F-4D97-AF65-F5344CB8AC3E}">
        <p14:creationId xmlns:p14="http://schemas.microsoft.com/office/powerpoint/2010/main" val="4559104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8628905" name="Rectangle 720144411">
            <a:extLst>
              <a:ext uri="{FF2B5EF4-FFF2-40B4-BE49-F238E27FC236}">
                <a16:creationId xmlns:a16="http://schemas.microsoft.com/office/drawing/2014/main" id="{9BD20B78-7716-4357-9312-CE193E991B8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433022780" name="Rectangle 1225833152">
            <a:extLst>
              <a:ext uri="{FF2B5EF4-FFF2-40B4-BE49-F238E27FC236}">
                <a16:creationId xmlns:a16="http://schemas.microsoft.com/office/drawing/2014/main" id="{ACF202D3-F8E6-45CD-998D-B7C09E358185}"/>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Special tokens can change behavior</a:t>
            </a:r>
          </a:p>
        </p:txBody>
      </p:sp>
      <p:sp>
        <p:nvSpPr>
          <p:cNvPr id="982492937" name="Rectangle: Rounded Corners 259784900">
            <a:extLst>
              <a:ext uri="{FF2B5EF4-FFF2-40B4-BE49-F238E27FC236}">
                <a16:creationId xmlns:a16="http://schemas.microsoft.com/office/drawing/2014/main" id="{830C8F1D-E8DF-48AC-AF64-50D6F68EBE3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049695767" name="Rectangle: Rounded Corners 590363604">
            <a:extLst>
              <a:ext uri="{FF2B5EF4-FFF2-40B4-BE49-F238E27FC236}">
                <a16:creationId xmlns:a16="http://schemas.microsoft.com/office/drawing/2014/main" id="{E72BBE17-4406-4CD5-948E-1F3A5C00AD55}"/>
              </a:ext>
            </a:extLst>
          </p:cNvPr>
          <p:cNvSpPr>
            <a:spLocks noGrp="1"/>
          </p:cNvSpPr>
          <p:nvPr/>
        </p:nvSpPr>
        <p:spPr>
          <a:xfrm>
            <a:off x="1285875"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724917514" name="Rectangle: Rounded Corners 646256513">
            <a:extLst>
              <a:ext uri="{FF2B5EF4-FFF2-40B4-BE49-F238E27FC236}">
                <a16:creationId xmlns:a16="http://schemas.microsoft.com/office/drawing/2014/main" id="{70CB569A-7E38-4D53-AE90-A3129AA64ECA}"/>
              </a:ext>
            </a:extLst>
          </p:cNvPr>
          <p:cNvSpPr>
            <a:spLocks noGrp="1"/>
          </p:cNvSpPr>
          <p:nvPr/>
        </p:nvSpPr>
        <p:spPr>
          <a:xfrm>
            <a:off x="3238500"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answer</a:t>
            </a:r>
          </a:p>
        </p:txBody>
      </p:sp>
      <p:sp>
        <p:nvSpPr>
          <p:cNvPr id="2055554835" name="Rectangle: Rounded Corners 904291872">
            <a:extLst>
              <a:ext uri="{FF2B5EF4-FFF2-40B4-BE49-F238E27FC236}">
                <a16:creationId xmlns:a16="http://schemas.microsoft.com/office/drawing/2014/main" id="{40183EF2-9596-45E2-B649-E32CD0800062}"/>
              </a:ext>
            </a:extLst>
          </p:cNvPr>
          <p:cNvSpPr>
            <a:spLocks noGrp="1"/>
          </p:cNvSpPr>
          <p:nvPr/>
        </p:nvSpPr>
        <p:spPr>
          <a:xfrm>
            <a:off x="519112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&lt;end&gt;</a:t>
            </a:r>
          </a:p>
        </p:txBody>
      </p:sp>
      <p:sp>
        <p:nvSpPr>
          <p:cNvPr id="506023918" name="Rectangle: Rounded Corners 1609756684">
            <a:extLst>
              <a:ext uri="{FF2B5EF4-FFF2-40B4-BE49-F238E27FC236}">
                <a16:creationId xmlns:a16="http://schemas.microsoft.com/office/drawing/2014/main" id="{CC401F92-E258-41AB-9925-B3984AC5D16C}"/>
              </a:ext>
            </a:extLst>
          </p:cNvPr>
          <p:cNvSpPr>
            <a:spLocks noGrp="1"/>
          </p:cNvSpPr>
          <p:nvPr/>
        </p:nvSpPr>
        <p:spPr>
          <a:xfrm>
            <a:off x="7143750"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&lt;tool_call&gt;</a:t>
            </a:r>
          </a:p>
        </p:txBody>
      </p:sp>
      <p:sp>
        <p:nvSpPr>
          <p:cNvPr id="1958911216" name="Rectangle: Rounded Corners 855592258">
            <a:extLst>
              <a:ext uri="{FF2B5EF4-FFF2-40B4-BE49-F238E27FC236}">
                <a16:creationId xmlns:a16="http://schemas.microsoft.com/office/drawing/2014/main" id="{A922E12D-E552-4449-A4F0-1044C6573249}"/>
              </a:ext>
            </a:extLst>
          </p:cNvPr>
          <p:cNvSpPr>
            <a:spLocks noGrp="1"/>
          </p:cNvSpPr>
          <p:nvPr/>
        </p:nvSpPr>
        <p:spPr>
          <a:xfrm>
            <a:off x="909637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&lt;image&gt;</a:t>
            </a:r>
          </a:p>
        </p:txBody>
      </p:sp>
      <p:sp>
        <p:nvSpPr>
          <p:cNvPr id="883892445" name="Straight Connector 607889825">
            <a:extLst>
              <a:ext uri="{FF2B5EF4-FFF2-40B4-BE49-F238E27FC236}">
                <a16:creationId xmlns:a16="http://schemas.microsoft.com/office/drawing/2014/main" id="{57E69286-A7AC-43C2-967A-4B065B0082E9}"/>
              </a:ext>
            </a:extLst>
          </p:cNvPr>
          <p:cNvSpPr>
            <a:spLocks noGrp="1"/>
          </p:cNvSpPr>
          <p:nvPr/>
        </p:nvSpPr>
        <p:spPr>
          <a:xfrm>
            <a:off x="1428750" y="4143375"/>
            <a:ext cx="8858250" cy="9525"/>
          </a:xfrm>
          <a:prstGeom prst="line">
            <a:avLst/>
          </a:prstGeom>
          <a:noFill/>
          <a:ln w="28575">
            <a:solidFill>
              <a:srgbClr val="CBD5E1"/>
            </a:solidFill>
            <a:prstDash val="solid"/>
          </a:ln>
        </p:spPr>
        <p:txBody>
          <a:bodyPr/>
          <a:lstStyle/>
          <a:p>
            <a:pPr>
              <a:buNone/>
            </a:pPr>
            <a:endParaRPr/>
          </a:p>
        </p:txBody>
      </p:sp>
      <p:sp>
        <p:nvSpPr>
          <p:cNvPr id="1520389529" name="Rectangle 1601584250">
            <a:extLst>
              <a:ext uri="{FF2B5EF4-FFF2-40B4-BE49-F238E27FC236}">
                <a16:creationId xmlns:a16="http://schemas.microsoft.com/office/drawing/2014/main" id="{BF6120C9-4EB6-40FE-9FDB-79E4BE60E582}"/>
              </a:ext>
            </a:extLst>
          </p:cNvPr>
          <p:cNvSpPr>
            <a:spLocks noGrp="1"/>
          </p:cNvSpPr>
          <p:nvPr/>
        </p:nvSpPr>
        <p:spPr>
          <a:xfrm>
            <a:off x="1143000" y="4333875"/>
            <a:ext cx="3429000" cy="285750"/>
          </a:xfrm>
          <a:prstGeom prst="rect">
            <a:avLst/>
          </a:prstGeom>
          <a:noFill/>
          <a:ln w="0">
            <a:noFill/>
            <a:prstDash val="solid"/>
          </a:ln>
        </p:spPr>
        <p:txBody>
          <a:bodyPr/>
          <a:lstStyle/>
          <a:p>
            <a:pPr algn="ctr">
              <a:buNone/>
              <a:defRPr sz="1800" b="1">
                <a:solidFill>
                  <a:srgbClr val="667085"/>
                </a:solidFill>
              </a:defRPr>
            </a:pPr>
            <a:r>
              <a:rPr sz="1800" b="1">
                <a:solidFill>
                  <a:srgbClr val="667085"/>
                </a:solidFill>
              </a:rPr>
              <a:t>normal text tokens</a:t>
            </a:r>
          </a:p>
        </p:txBody>
      </p:sp>
      <p:sp>
        <p:nvSpPr>
          <p:cNvPr id="1462553208" name="Rectangle 734795484">
            <a:extLst>
              <a:ext uri="{FF2B5EF4-FFF2-40B4-BE49-F238E27FC236}">
                <a16:creationId xmlns:a16="http://schemas.microsoft.com/office/drawing/2014/main" id="{7F85A691-38F5-41E1-A8AA-0CED94BE854D}"/>
              </a:ext>
            </a:extLst>
          </p:cNvPr>
          <p:cNvSpPr>
            <a:spLocks noGrp="1"/>
          </p:cNvSpPr>
          <p:nvPr/>
        </p:nvSpPr>
        <p:spPr>
          <a:xfrm>
            <a:off x="5905500" y="4333875"/>
            <a:ext cx="40957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control tokens</a:t>
            </a:r>
          </a:p>
        </p:txBody>
      </p:sp>
      <p:sp>
        <p:nvSpPr>
          <p:cNvPr id="717215729" name="Rectangle 28239208">
            <a:extLst>
              <a:ext uri="{FF2B5EF4-FFF2-40B4-BE49-F238E27FC236}">
                <a16:creationId xmlns:a16="http://schemas.microsoft.com/office/drawing/2014/main" id="{B23C45E9-1F1F-4302-896F-F7FD9DA866E7}"/>
              </a:ext>
            </a:extLst>
          </p:cNvPr>
          <p:cNvSpPr>
            <a:spLocks noGrp="1"/>
          </p:cNvSpPr>
          <p:nvPr/>
        </p:nvSpPr>
        <p:spPr>
          <a:xfrm>
            <a:off x="1809750" y="5143500"/>
            <a:ext cx="8572500" cy="34290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Some tokens are instructions to the system, not words for the user.</a:t>
            </a:r>
          </a:p>
        </p:txBody>
      </p:sp>
      <p:sp>
        <p:nvSpPr>
          <p:cNvPr id="169629509" name="Rectangle 1250386903">
            <a:extLst>
              <a:ext uri="{FF2B5EF4-FFF2-40B4-BE49-F238E27FC236}">
                <a16:creationId xmlns:a16="http://schemas.microsoft.com/office/drawing/2014/main" id="{4E785BB2-0CB2-4454-A3D3-572C84F81F4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64</a:t>
            </a:r>
          </a:p>
        </p:txBody>
      </p:sp>
    </p:spTree>
    <p:extLst>
      <p:ext uri="{BB962C8B-B14F-4D97-AF65-F5344CB8AC3E}">
        <p14:creationId xmlns:p14="http://schemas.microsoft.com/office/powerpoint/2010/main" val="9859076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23908186" name="Rectangle 1667135521">
            <a:extLst>
              <a:ext uri="{FF2B5EF4-FFF2-40B4-BE49-F238E27FC236}">
                <a16:creationId xmlns:a16="http://schemas.microsoft.com/office/drawing/2014/main" id="{53E94224-017D-4F44-AED2-1BAB50431D2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203826240" name="Rectangle 753528189">
            <a:extLst>
              <a:ext uri="{FF2B5EF4-FFF2-40B4-BE49-F238E27FC236}">
                <a16:creationId xmlns:a16="http://schemas.microsoft.com/office/drawing/2014/main" id="{7A465ABE-4A51-47B5-AB59-43D3608644A0}"/>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special token can trigger an external tool</a:t>
            </a:r>
          </a:p>
        </p:txBody>
      </p:sp>
      <p:sp>
        <p:nvSpPr>
          <p:cNvPr id="609101527" name="Rectangle: Rounded Corners 870951437">
            <a:extLst>
              <a:ext uri="{FF2B5EF4-FFF2-40B4-BE49-F238E27FC236}">
                <a16:creationId xmlns:a16="http://schemas.microsoft.com/office/drawing/2014/main" id="{A3262546-0629-4865-A73D-E9AB6D6D179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pPr>
            <a:endParaRPr/>
          </a:p>
        </p:txBody>
      </p:sp>
      <p:sp>
        <p:nvSpPr>
          <p:cNvPr id="11261226" name="Rectangle: Rounded Corners 1803074334">
            <a:extLst>
              <a:ext uri="{FF2B5EF4-FFF2-40B4-BE49-F238E27FC236}">
                <a16:creationId xmlns:a16="http://schemas.microsoft.com/office/drawing/2014/main" id="{28A4FC08-0943-4E24-9000-6FAB8671A403}"/>
              </a:ext>
            </a:extLst>
          </p:cNvPr>
          <p:cNvSpPr>
            <a:spLocks noGrp="1"/>
          </p:cNvSpPr>
          <p:nvPr/>
        </p:nvSpPr>
        <p:spPr>
          <a:xfrm>
            <a:off x="1190625" y="3143250"/>
            <a:ext cx="1381125" cy="666750"/>
          </a:xfrm>
          <a:prstGeom prst="roundRect">
            <a:avLst>
              <a:gd name="adj" fmla="val 17143"/>
            </a:avLst>
          </a:prstGeom>
          <a:solidFill>
            <a:srgbClr val="FFFFFF"/>
          </a:solidFill>
          <a:ln w="14288">
            <a:solidFill>
              <a:srgbClr val="CBD5E1"/>
            </a:solidFill>
            <a:prstDash val="solid"/>
          </a:ln>
        </p:spPr>
        <p:txBody>
          <a:bodyPr/>
          <a:lstStyle/>
          <a:p>
            <a:pPr algn="ctr">
              <a:buNone/>
              <a:defRPr sz="1800" b="1">
                <a:solidFill>
                  <a:srgbClr val="0B0F19"/>
                </a:solidFill>
              </a:defRPr>
            </a:pPr>
            <a:r>
              <a:rPr sz="1800" b="1">
                <a:solidFill>
                  <a:srgbClr val="0B0F19"/>
                </a:solidFill>
              </a:rPr>
              <a:t>prompt</a:t>
            </a:r>
          </a:p>
        </p:txBody>
      </p:sp>
      <p:sp>
        <p:nvSpPr>
          <p:cNvPr id="1635770984" name="Arrow: Right 2018184415">
            <a:extLst>
              <a:ext uri="{FF2B5EF4-FFF2-40B4-BE49-F238E27FC236}">
                <a16:creationId xmlns:a16="http://schemas.microsoft.com/office/drawing/2014/main" id="{97DDE34E-D8DD-4ECC-AC1C-D4A9605293C4}"/>
              </a:ext>
            </a:extLst>
          </p:cNvPr>
          <p:cNvSpPr>
            <a:spLocks noGrp="1"/>
          </p:cNvSpPr>
          <p:nvPr/>
        </p:nvSpPr>
        <p:spPr>
          <a:xfrm>
            <a:off x="2809875"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734866708" name="Rectangle: Rounded Corners 850855695">
            <a:extLst>
              <a:ext uri="{FF2B5EF4-FFF2-40B4-BE49-F238E27FC236}">
                <a16:creationId xmlns:a16="http://schemas.microsoft.com/office/drawing/2014/main" id="{46AF26AC-460A-40F4-9B50-223BD28E0912}"/>
              </a:ext>
            </a:extLst>
          </p:cNvPr>
          <p:cNvSpPr>
            <a:spLocks noGrp="1"/>
          </p:cNvSpPr>
          <p:nvPr/>
        </p:nvSpPr>
        <p:spPr>
          <a:xfrm>
            <a:off x="4095750" y="2857500"/>
            <a:ext cx="1619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2563EB"/>
                </a:solidFill>
              </a:defRPr>
            </a:pPr>
            <a:r>
              <a:rPr sz="2250" b="1">
                <a:solidFill>
                  <a:srgbClr val="2563EB"/>
                </a:solidFill>
              </a:rPr>
              <a:t>model</a:t>
            </a:r>
          </a:p>
        </p:txBody>
      </p:sp>
      <p:sp>
        <p:nvSpPr>
          <p:cNvPr id="1419718626" name="Arrow: Right 1111035308">
            <a:extLst>
              <a:ext uri="{FF2B5EF4-FFF2-40B4-BE49-F238E27FC236}">
                <a16:creationId xmlns:a16="http://schemas.microsoft.com/office/drawing/2014/main" id="{4C7771A7-1910-496C-B02D-62178CA96073}"/>
              </a:ext>
            </a:extLst>
          </p:cNvPr>
          <p:cNvSpPr>
            <a:spLocks noGrp="1"/>
          </p:cNvSpPr>
          <p:nvPr/>
        </p:nvSpPr>
        <p:spPr>
          <a:xfrm>
            <a:off x="6000750" y="3286125"/>
            <a:ext cx="1095375" cy="400050"/>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879323360" name="Rectangle: Rounded Corners 360549355">
            <a:extLst>
              <a:ext uri="{FF2B5EF4-FFF2-40B4-BE49-F238E27FC236}">
                <a16:creationId xmlns:a16="http://schemas.microsoft.com/office/drawing/2014/main" id="{60AB7DE3-1A3B-4543-8B52-47841D51CF2F}"/>
              </a:ext>
            </a:extLst>
          </p:cNvPr>
          <p:cNvSpPr>
            <a:spLocks noGrp="1"/>
          </p:cNvSpPr>
          <p:nvPr/>
        </p:nvSpPr>
        <p:spPr>
          <a:xfrm>
            <a:off x="7381875" y="3048000"/>
            <a:ext cx="1619250" cy="838200"/>
          </a:xfrm>
          <a:prstGeom prst="roundRect">
            <a:avLst>
              <a:gd name="adj" fmla="val 13636"/>
            </a:avLst>
          </a:prstGeom>
          <a:solidFill>
            <a:srgbClr val="FEF3C7"/>
          </a:solidFill>
          <a:ln w="14288">
            <a:solidFill>
              <a:srgbClr val="F97316"/>
            </a:solidFill>
            <a:prstDash val="solid"/>
          </a:ln>
        </p:spPr>
        <p:txBody>
          <a:bodyPr/>
          <a:lstStyle/>
          <a:p>
            <a:pPr algn="ctr">
              <a:buNone/>
              <a:defRPr sz="1900" b="1">
                <a:solidFill>
                  <a:srgbClr val="F97316"/>
                </a:solidFill>
              </a:defRPr>
            </a:pPr>
            <a:r>
              <a:rPr sz="1900" b="1">
                <a:solidFill>
                  <a:srgbClr val="F97316"/>
                </a:solidFill>
              </a:rPr>
              <a:t>&lt;tool_call&gt;</a:t>
            </a:r>
          </a:p>
        </p:txBody>
      </p:sp>
      <p:sp>
        <p:nvSpPr>
          <p:cNvPr id="1390760896" name="Arrow: Right 1294665978">
            <a:extLst>
              <a:ext uri="{FF2B5EF4-FFF2-40B4-BE49-F238E27FC236}">
                <a16:creationId xmlns:a16="http://schemas.microsoft.com/office/drawing/2014/main" id="{552E59D4-C8CE-433B-8116-21B3B4852655}"/>
              </a:ext>
            </a:extLst>
          </p:cNvPr>
          <p:cNvSpPr>
            <a:spLocks noGrp="1"/>
          </p:cNvSpPr>
          <p:nvPr/>
        </p:nvSpPr>
        <p:spPr>
          <a:xfrm>
            <a:off x="9239250"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pPr>
              <a:buNone/>
            </a:pPr>
            <a:endParaRPr/>
          </a:p>
        </p:txBody>
      </p:sp>
      <p:sp>
        <p:nvSpPr>
          <p:cNvPr id="1426918752" name="Rectangle: Rounded Corners 1581615348">
            <a:extLst>
              <a:ext uri="{FF2B5EF4-FFF2-40B4-BE49-F238E27FC236}">
                <a16:creationId xmlns:a16="http://schemas.microsoft.com/office/drawing/2014/main" id="{0610E5F5-AB14-431E-98A8-C71E561E0368}"/>
              </a:ext>
            </a:extLst>
          </p:cNvPr>
          <p:cNvSpPr>
            <a:spLocks noGrp="1"/>
          </p:cNvSpPr>
          <p:nvPr/>
        </p:nvSpPr>
        <p:spPr>
          <a:xfrm>
            <a:off x="10477500" y="3143250"/>
            <a:ext cx="857250" cy="666750"/>
          </a:xfrm>
          <a:prstGeom prst="roundRect">
            <a:avLst>
              <a:gd name="adj" fmla="val 17143"/>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tool</a:t>
            </a:r>
          </a:p>
        </p:txBody>
      </p:sp>
      <p:sp>
        <p:nvSpPr>
          <p:cNvPr id="437297143" name="Rectangle: Rounded Corners 143885393">
            <a:extLst>
              <a:ext uri="{FF2B5EF4-FFF2-40B4-BE49-F238E27FC236}">
                <a16:creationId xmlns:a16="http://schemas.microsoft.com/office/drawing/2014/main" id="{81CF5FD2-3779-4540-A883-B7FE9C664809}"/>
              </a:ext>
            </a:extLst>
          </p:cNvPr>
          <p:cNvSpPr>
            <a:spLocks noGrp="1"/>
          </p:cNvSpPr>
          <p:nvPr/>
        </p:nvSpPr>
        <p:spPr>
          <a:xfrm>
            <a:off x="4762500" y="4810125"/>
            <a:ext cx="1381125" cy="590549"/>
          </a:xfrm>
          <a:prstGeom prst="roundRect">
            <a:avLst>
              <a:gd name="adj" fmla="val 19355"/>
            </a:avLst>
          </a:prstGeom>
          <a:solidFill>
            <a:srgbClr val="FEF2F2"/>
          </a:solidFill>
          <a:ln w="14288">
            <a:solidFill>
              <a:srgbClr val="EF4444"/>
            </a:solidFill>
            <a:prstDash val="solid"/>
          </a:ln>
        </p:spPr>
        <p:txBody>
          <a:bodyPr/>
          <a:lstStyle/>
          <a:p>
            <a:pPr algn="ctr">
              <a:buNone/>
              <a:defRPr sz="1950" b="1">
                <a:solidFill>
                  <a:srgbClr val="EF4444"/>
                </a:solidFill>
              </a:defRPr>
            </a:pPr>
            <a:r>
              <a:rPr sz="1950" b="1">
                <a:solidFill>
                  <a:srgbClr val="EF4444"/>
                </a:solidFill>
              </a:rPr>
              <a:t>&lt;end&gt;</a:t>
            </a:r>
          </a:p>
        </p:txBody>
      </p:sp>
      <p:sp>
        <p:nvSpPr>
          <p:cNvPr id="515089014" name="Rectangle 310012483">
            <a:extLst>
              <a:ext uri="{FF2B5EF4-FFF2-40B4-BE49-F238E27FC236}">
                <a16:creationId xmlns:a16="http://schemas.microsoft.com/office/drawing/2014/main" id="{47DF0B28-0786-40DF-9D6F-D046492F552E}"/>
              </a:ext>
            </a:extLst>
          </p:cNvPr>
          <p:cNvSpPr>
            <a:spLocks noGrp="1"/>
          </p:cNvSpPr>
          <p:nvPr/>
        </p:nvSpPr>
        <p:spPr>
          <a:xfrm>
            <a:off x="6381750" y="4953000"/>
            <a:ext cx="2286000" cy="323850"/>
          </a:xfrm>
          <a:prstGeom prst="rect">
            <a:avLst/>
          </a:prstGeom>
          <a:noFill/>
          <a:ln w="0">
            <a:noFill/>
            <a:prstDash val="solid"/>
          </a:ln>
        </p:spPr>
        <p:txBody>
          <a:bodyPr/>
          <a:lstStyle/>
          <a:p>
            <a:pPr algn="l">
              <a:buNone/>
              <a:defRPr sz="1950" b="1">
                <a:solidFill>
                  <a:srgbClr val="EF4444"/>
                </a:solidFill>
              </a:defRPr>
            </a:pPr>
            <a:r>
              <a:rPr sz="1950" b="1">
                <a:solidFill>
                  <a:srgbClr val="EF4444"/>
                </a:solidFill>
              </a:rPr>
              <a:t>stop generation</a:t>
            </a:r>
          </a:p>
        </p:txBody>
      </p:sp>
      <p:sp>
        <p:nvSpPr>
          <p:cNvPr id="1528582546" name="Rectangle 131870986">
            <a:extLst>
              <a:ext uri="{FF2B5EF4-FFF2-40B4-BE49-F238E27FC236}">
                <a16:creationId xmlns:a16="http://schemas.microsoft.com/office/drawing/2014/main" id="{949E65C5-32A0-4C2E-9DA2-FAFF3B4C5702}"/>
              </a:ext>
            </a:extLst>
          </p:cNvPr>
          <p:cNvSpPr>
            <a:spLocks noGrp="1"/>
          </p:cNvSpPr>
          <p:nvPr/>
        </p:nvSpPr>
        <p:spPr>
          <a:xfrm>
            <a:off x="1952625" y="1857375"/>
            <a:ext cx="80962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The model may emit a control token instead of ordinary text.</a:t>
            </a:r>
          </a:p>
        </p:txBody>
      </p:sp>
      <p:sp>
        <p:nvSpPr>
          <p:cNvPr id="2065187266" name="Rectangle 2042090532">
            <a:extLst>
              <a:ext uri="{FF2B5EF4-FFF2-40B4-BE49-F238E27FC236}">
                <a16:creationId xmlns:a16="http://schemas.microsoft.com/office/drawing/2014/main" id="{63A378B1-F80C-4055-A475-0F030F31082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65</a:t>
            </a:r>
          </a:p>
        </p:txBody>
      </p:sp>
    </p:spTree>
    <p:extLst>
      <p:ext uri="{BB962C8B-B14F-4D97-AF65-F5344CB8AC3E}">
        <p14:creationId xmlns:p14="http://schemas.microsoft.com/office/powerpoint/2010/main" val="11018989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0038810" name="Rectangle 1747625471">
            <a:extLst>
              <a:ext uri="{FF2B5EF4-FFF2-40B4-BE49-F238E27FC236}">
                <a16:creationId xmlns:a16="http://schemas.microsoft.com/office/drawing/2014/main" id="{3BF7FDDF-37D4-4FAF-976F-00697D2296A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Transformer</a:t>
            </a:r>
          </a:p>
        </p:txBody>
      </p:sp>
      <p:sp>
        <p:nvSpPr>
          <p:cNvPr id="904306493" name="Rectangle 1692741899">
            <a:extLst>
              <a:ext uri="{FF2B5EF4-FFF2-40B4-BE49-F238E27FC236}">
                <a16:creationId xmlns:a16="http://schemas.microsoft.com/office/drawing/2014/main" id="{BD54D4F3-F0B7-4503-83B2-0E27D0C21988}"/>
              </a:ext>
            </a:extLst>
          </p:cNvPr>
          <p:cNvSpPr>
            <a:spLocks noGrp="1"/>
          </p:cNvSpPr>
          <p:nvPr/>
        </p:nvSpPr>
        <p:spPr>
          <a:xfrm>
            <a:off x="609600" y="590549"/>
            <a:ext cx="9906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Why FFNs help is still not fully settled</a:t>
            </a:r>
          </a:p>
        </p:txBody>
      </p:sp>
      <p:sp>
        <p:nvSpPr>
          <p:cNvPr id="1345940870" name="Rectangle: Rounded Corners 258575892">
            <a:extLst>
              <a:ext uri="{FF2B5EF4-FFF2-40B4-BE49-F238E27FC236}">
                <a16:creationId xmlns:a16="http://schemas.microsoft.com/office/drawing/2014/main" id="{762DE44B-D268-493D-8553-F36CABCE7400}"/>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pPr>
              <a:buNone/>
            </a:pPr>
            <a:endParaRPr/>
          </a:p>
        </p:txBody>
      </p:sp>
      <p:sp>
        <p:nvSpPr>
          <p:cNvPr id="1926026905" name="Rectangle: Rounded Corners 1069258196">
            <a:extLst>
              <a:ext uri="{FF2B5EF4-FFF2-40B4-BE49-F238E27FC236}">
                <a16:creationId xmlns:a16="http://schemas.microsoft.com/office/drawing/2014/main" id="{0BA48B2D-1E6F-41C8-9F8F-71F119697659}"/>
              </a:ext>
            </a:extLst>
          </p:cNvPr>
          <p:cNvSpPr>
            <a:spLocks noGrp="1"/>
          </p:cNvSpPr>
          <p:nvPr/>
        </p:nvSpPr>
        <p:spPr>
          <a:xfrm>
            <a:off x="1000125" y="2457450"/>
            <a:ext cx="4953000" cy="647700"/>
          </a:xfrm>
          <a:prstGeom prst="roundRect">
            <a:avLst>
              <a:gd name="adj" fmla="val 17647"/>
            </a:avLst>
          </a:prstGeom>
          <a:solidFill>
            <a:srgbClr val="FFFFFF"/>
          </a:solidFill>
          <a:ln w="14288">
            <a:solidFill>
              <a:srgbClr val="CBD5E1"/>
            </a:solidFill>
            <a:prstDash val="solid"/>
          </a:ln>
        </p:spPr>
        <p:txBody>
          <a:bodyPr anchor="ctr"/>
          <a:lstStyle/>
          <a:p>
            <a:pPr algn="l">
              <a:buNone/>
              <a:defRPr sz="1600" b="1">
                <a:solidFill>
                  <a:srgbClr val="0B0F19"/>
                </a:solidFill>
              </a:defRPr>
            </a:pPr>
            <a:r>
              <a:rPr sz="1600" b="1">
                <a:solidFill>
                  <a:srgbClr val="0B0F19"/>
                </a:solidFill>
              </a:rPr>
              <a:t>Known: FFNs detect and combine learned features.</a:t>
            </a:r>
          </a:p>
        </p:txBody>
      </p:sp>
      <p:sp>
        <p:nvSpPr>
          <p:cNvPr id="1373115267" name="Rectangle: Rounded Corners 1837153769">
            <a:extLst>
              <a:ext uri="{FF2B5EF4-FFF2-40B4-BE49-F238E27FC236}">
                <a16:creationId xmlns:a16="http://schemas.microsoft.com/office/drawing/2014/main" id="{0E2D3D52-C099-4C88-A2A5-ED4B26C00264}"/>
              </a:ext>
            </a:extLst>
          </p:cNvPr>
          <p:cNvSpPr>
            <a:spLocks noGrp="1"/>
          </p:cNvSpPr>
          <p:nvPr/>
        </p:nvSpPr>
        <p:spPr>
          <a:xfrm>
            <a:off x="1000125" y="3314700"/>
            <a:ext cx="4953000" cy="685800"/>
          </a:xfrm>
          <a:prstGeom prst="roundRect">
            <a:avLst>
              <a:gd name="adj" fmla="val 17647"/>
            </a:avLst>
          </a:prstGeom>
          <a:solidFill>
            <a:srgbClr val="FFFFFF"/>
          </a:solidFill>
          <a:ln w="14288">
            <a:solidFill>
              <a:srgbClr val="CBD5E1"/>
            </a:solidFill>
            <a:prstDash val="solid"/>
          </a:ln>
        </p:spPr>
        <p:txBody>
          <a:bodyPr anchor="ctr"/>
          <a:lstStyle/>
          <a:p>
            <a:pPr algn="l">
              <a:buNone/>
              <a:defRPr sz="1450" b="1">
                <a:solidFill>
                  <a:srgbClr val="0B0F19"/>
                </a:solidFill>
              </a:defRPr>
            </a:pPr>
            <a:r>
              <a:rPr sz="1450" b="1">
                <a:solidFill>
                  <a:srgbClr val="0B0F19"/>
                </a:solidFill>
              </a:rPr>
              <a:t>Evidence: FFN weights can act like key–value parameter memory.</a:t>
            </a:r>
          </a:p>
        </p:txBody>
      </p:sp>
      <p:sp>
        <p:nvSpPr>
          <p:cNvPr id="1325123561" name="Rectangle: Rounded Corners 744058578">
            <a:extLst>
              <a:ext uri="{FF2B5EF4-FFF2-40B4-BE49-F238E27FC236}">
                <a16:creationId xmlns:a16="http://schemas.microsoft.com/office/drawing/2014/main" id="{46A2617E-737B-4438-8A0F-8198FEACA8EF}"/>
              </a:ext>
            </a:extLst>
          </p:cNvPr>
          <p:cNvSpPr>
            <a:spLocks noGrp="1"/>
          </p:cNvSpPr>
          <p:nvPr/>
        </p:nvSpPr>
        <p:spPr>
          <a:xfrm>
            <a:off x="1000125" y="4210050"/>
            <a:ext cx="4953000" cy="704850"/>
          </a:xfrm>
          <a:prstGeom prst="roundRect">
            <a:avLst>
              <a:gd name="adj" fmla="val 17647"/>
            </a:avLst>
          </a:prstGeom>
          <a:solidFill>
            <a:srgbClr val="FEF2F2"/>
          </a:solidFill>
          <a:ln w="14288">
            <a:solidFill>
              <a:srgbClr val="EF4444"/>
            </a:solidFill>
            <a:prstDash val="solid"/>
          </a:ln>
        </p:spPr>
        <p:txBody>
          <a:bodyPr anchor="ctr"/>
          <a:lstStyle/>
          <a:p>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098428747" name="Rectangle 1294874812">
            <a:extLst>
              <a:ext uri="{FF2B5EF4-FFF2-40B4-BE49-F238E27FC236}">
                <a16:creationId xmlns:a16="http://schemas.microsoft.com/office/drawing/2014/main" id="{3BFB6EAD-F655-4942-AE9A-DDFB2E2BA882}"/>
              </a:ext>
            </a:extLst>
          </p:cNvPr>
          <p:cNvSpPr>
            <a:spLocks noGrp="1"/>
          </p:cNvSpPr>
          <p:nvPr/>
        </p:nvSpPr>
        <p:spPr>
          <a:xfrm>
            <a:off x="1000125" y="1657350"/>
            <a:ext cx="4953000" cy="609600"/>
          </a:xfrm>
          <a:prstGeom prst="rect">
            <a:avLst/>
          </a:prstGeom>
          <a:noFill/>
          <a:ln w="0">
            <a:noFill/>
            <a:prstDash val="solid"/>
          </a:ln>
        </p:spPr>
        <p:txBody>
          <a:bodyPr anchor="ctr"/>
          <a:lstStyle/>
          <a:p>
            <a:pPr algn="l">
              <a:buNone/>
              <a:defRPr sz="1600" b="1">
                <a:solidFill>
                  <a:srgbClr val="2563EB"/>
                </a:solidFill>
              </a:defRPr>
            </a:pPr>
            <a:r>
              <a:rPr sz="1600" b="1">
                <a:solidFill>
                  <a:srgbClr val="2563EB"/>
                </a:solidFill>
              </a:rPr>
              <a:t>Attention mixes tokens; the FFN transforms each token nonlinearly.</a:t>
            </a:r>
          </a:p>
        </p:txBody>
      </p:sp>
      <p:sp>
        <p:nvSpPr>
          <p:cNvPr id="832496994" name="Rectangle 1106276676">
            <a:extLst>
              <a:ext uri="{FF2B5EF4-FFF2-40B4-BE49-F238E27FC236}">
                <a16:creationId xmlns:a16="http://schemas.microsoft.com/office/drawing/2014/main" id="{F1B92C5C-04D0-4577-9377-F5EF4CE2D594}"/>
              </a:ext>
            </a:extLst>
          </p:cNvPr>
          <p:cNvSpPr>
            <a:spLocks noGrp="1"/>
          </p:cNvSpPr>
          <p:nvPr/>
        </p:nvSpPr>
        <p:spPr>
          <a:xfrm>
            <a:off x="1000125" y="5124450"/>
            <a:ext cx="4953000" cy="590549"/>
          </a:xfrm>
          <a:prstGeom prst="rect">
            <a:avLst/>
          </a:prstGeom>
          <a:noFill/>
          <a:ln w="0">
            <a:noFill/>
            <a:prstDash val="solid"/>
          </a:ln>
        </p:spPr>
        <p:txBody>
          <a:bodyPr anchor="ctr"/>
          <a:lstStyle/>
          <a:p>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582772547" name="Rectangle 1479918333">
            <a:extLst>
              <a:ext uri="{FF2B5EF4-FFF2-40B4-BE49-F238E27FC236}">
                <a16:creationId xmlns:a16="http://schemas.microsoft.com/office/drawing/2014/main" id="{FDEFE588-14F0-44EE-A6C2-6144653AD92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66</a:t>
            </a:r>
          </a:p>
        </p:txBody>
      </p:sp>
      <p:pic>
        <p:nvPicPr>
          <p:cNvPr id="1926026916" name="Picture 1837153780"/>
          <p:cNvPicPr>
            <a:picLocks noChangeAspect="1"/>
          </p:cNvPicPr>
          <p:nvPr/>
        </p:nvPicPr>
        <p:blipFill rotWithShape="1">
          <a:blip r:embed="rId3"/>
          <a:stretch/>
        </p:blipFill>
        <p:spPr>
          <a:xfrm>
            <a:off x="7084067" y="1543050"/>
            <a:ext cx="3310241" cy="4381500"/>
          </a:xfrm>
          <a:prstGeom prst="rect">
            <a:avLst/>
          </a:prstGeom>
        </p:spPr>
      </p:pic>
    </p:spTree>
    <p:extLst>
      <p:ext uri="{BB962C8B-B14F-4D97-AF65-F5344CB8AC3E}">
        <p14:creationId xmlns:p14="http://schemas.microsoft.com/office/powerpoint/2010/main" val="7970466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69347640" name="Rectangle 935271156">
            <a:extLst>
              <a:ext uri="{FF2B5EF4-FFF2-40B4-BE49-F238E27FC236}">
                <a16:creationId xmlns:a16="http://schemas.microsoft.com/office/drawing/2014/main" id="{7DBF468F-0373-4EBF-9E8C-8E742FD544F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Diffusion</a:t>
            </a:r>
          </a:p>
        </p:txBody>
      </p:sp>
      <p:sp>
        <p:nvSpPr>
          <p:cNvPr id="1479590747" name="Rectangle 251777344">
            <a:extLst>
              <a:ext uri="{FF2B5EF4-FFF2-40B4-BE49-F238E27FC236}">
                <a16:creationId xmlns:a16="http://schemas.microsoft.com/office/drawing/2014/main" id="{9DA9C823-9CB9-4A03-BAF2-4886DCCD131E}"/>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Diffusion learns to reverse noise</a:t>
            </a:r>
          </a:p>
        </p:txBody>
      </p:sp>
      <p:sp>
        <p:nvSpPr>
          <p:cNvPr id="1046760875" name="Rectangle: Rounded Corners 1456392341">
            <a:extLst>
              <a:ext uri="{FF2B5EF4-FFF2-40B4-BE49-F238E27FC236}">
                <a16:creationId xmlns:a16="http://schemas.microsoft.com/office/drawing/2014/main" id="{E636A907-9940-4CCB-B106-61108DE581F2}"/>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639164335" name="Rectangle 1495975732">
            <a:extLst>
              <a:ext uri="{FF2B5EF4-FFF2-40B4-BE49-F238E27FC236}">
                <a16:creationId xmlns:a16="http://schemas.microsoft.com/office/drawing/2014/main" id="{007654FA-6DCF-4866-AEB5-399409F8398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67</a:t>
            </a:r>
          </a:p>
        </p:txBody>
      </p:sp>
      <p:pic>
        <p:nvPicPr>
          <p:cNvPr id="1969347646" name="Picture 1495975738"/>
          <p:cNvPicPr>
            <a:picLocks noChangeAspect="1"/>
          </p:cNvPicPr>
          <p:nvPr/>
        </p:nvPicPr>
        <p:blipFill rotWithShape="1">
          <a:blip r:embed="rId3"/>
          <a:srcRect t="15961" b="15960"/>
          <a:stretch>
            <a:fillRect/>
          </a:stretch>
        </p:blipFill>
        <p:spPr>
          <a:xfrm>
            <a:off x="1000125" y="1695450"/>
            <a:ext cx="10191750" cy="3905250"/>
          </a:xfrm>
          <a:prstGeom prst="rect">
            <a:avLst/>
          </a:prstGeom>
        </p:spPr>
      </p:pic>
      <p:sp>
        <p:nvSpPr>
          <p:cNvPr id="1121468609" name="diffusion-forward-label">
            <a:extLst>
              <a:ext uri="{FF2B5EF4-FFF2-40B4-BE49-F238E27FC236}">
                <a16:creationId xmlns:a16="http://schemas.microsoft.com/office/drawing/2014/main" id="{FC9BC8BF-A507-4EB1-927B-48646E8C3A44}"/>
              </a:ext>
            </a:extLst>
          </p:cNvPr>
          <p:cNvSpPr>
            <a:spLocks noGrp="1"/>
          </p:cNvSpPr>
          <p:nvPr/>
        </p:nvSpPr>
        <p:spPr>
          <a:xfrm>
            <a:off x="1571625" y="1600200"/>
            <a:ext cx="3429000" cy="342900"/>
          </a:xfrm>
          <a:prstGeom prst="rect">
            <a:avLst/>
          </a:prstGeom>
          <a:noFill/>
          <a:ln w="0">
            <a:noFill/>
            <a:prstDash val="solid"/>
          </a:ln>
        </p:spPr>
        <p:txBody>
          <a:bodyPr/>
          <a:lstStyle/>
          <a:p>
            <a:pPr algn="l">
              <a:buNone/>
              <a:defRPr sz="1500" b="1">
                <a:solidFill>
                  <a:srgbClr val="667085"/>
                </a:solidFill>
              </a:defRPr>
            </a:pPr>
            <a:r>
              <a:rPr sz="1500" b="1">
                <a:solidFill>
                  <a:srgbClr val="667085"/>
                </a:solidFill>
              </a:rPr>
              <a:t>Forward: gradually add noise →</a:t>
            </a:r>
          </a:p>
        </p:txBody>
      </p:sp>
      <p:sp>
        <p:nvSpPr>
          <p:cNvPr id="1256707019" name="diffusion-reverse-label">
            <a:extLst>
              <a:ext uri="{FF2B5EF4-FFF2-40B4-BE49-F238E27FC236}">
                <a16:creationId xmlns:a16="http://schemas.microsoft.com/office/drawing/2014/main" id="{ADDA6A95-ED7B-400E-B1FD-C24AB6544EF3}"/>
              </a:ext>
            </a:extLst>
          </p:cNvPr>
          <p:cNvSpPr>
            <a:spLocks noGrp="1"/>
          </p:cNvSpPr>
          <p:nvPr/>
        </p:nvSpPr>
        <p:spPr>
          <a:xfrm>
            <a:off x="6381750" y="5467350"/>
            <a:ext cx="4381500" cy="381000"/>
          </a:xfrm>
          <a:prstGeom prst="rect">
            <a:avLst/>
          </a:prstGeom>
          <a:noFill/>
          <a:ln w="0">
            <a:noFill/>
            <a:prstDash val="solid"/>
          </a:ln>
        </p:spPr>
        <p:txBody>
          <a:bodyPr/>
          <a:lstStyle/>
          <a:p>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2955303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163863" name="Rectangle 550399601">
            <a:extLst>
              <a:ext uri="{FF2B5EF4-FFF2-40B4-BE49-F238E27FC236}">
                <a16:creationId xmlns:a16="http://schemas.microsoft.com/office/drawing/2014/main" id="{8D43864A-1B6E-4DD8-95DC-E320D2348BA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Alternative generation</a:t>
            </a:r>
          </a:p>
        </p:txBody>
      </p:sp>
      <p:sp>
        <p:nvSpPr>
          <p:cNvPr id="525119099" name="Rectangle 882538346">
            <a:extLst>
              <a:ext uri="{FF2B5EF4-FFF2-40B4-BE49-F238E27FC236}">
                <a16:creationId xmlns:a16="http://schemas.microsoft.com/office/drawing/2014/main" id="{659BA7C5-E30E-4FDD-8AB3-758252B81F86}"/>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dLLMs refine many token positions in parallel</a:t>
            </a:r>
          </a:p>
        </p:txBody>
      </p:sp>
      <p:sp>
        <p:nvSpPr>
          <p:cNvPr id="616537973" name="Rectangle: Rounded Corners 1990867235">
            <a:extLst>
              <a:ext uri="{FF2B5EF4-FFF2-40B4-BE49-F238E27FC236}">
                <a16:creationId xmlns:a16="http://schemas.microsoft.com/office/drawing/2014/main" id="{82B8F0EA-5330-4D47-A397-FD9DD4CE47DC}"/>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1003719460" name="Rectangle 9623160">
            <a:extLst>
              <a:ext uri="{FF2B5EF4-FFF2-40B4-BE49-F238E27FC236}">
                <a16:creationId xmlns:a16="http://schemas.microsoft.com/office/drawing/2014/main" id="{DC32DB4A-1CB4-43FC-8177-0F426D419070}"/>
              </a:ext>
            </a:extLst>
          </p:cNvPr>
          <p:cNvSpPr>
            <a:spLocks noGrp="1"/>
          </p:cNvSpPr>
          <p:nvPr/>
        </p:nvSpPr>
        <p:spPr>
          <a:xfrm>
            <a:off x="1123950" y="2286000"/>
            <a:ext cx="1143000" cy="285750"/>
          </a:xfrm>
          <a:prstGeom prst="rect">
            <a:avLst/>
          </a:prstGeom>
          <a:noFill/>
          <a:ln w="0">
            <a:noFill/>
            <a:prstDash val="solid"/>
          </a:ln>
        </p:spPr>
        <p:txBody>
          <a:bodyPr/>
          <a:lstStyle/>
          <a:p>
            <a:pPr algn="r">
              <a:buNone/>
              <a:defRPr sz="1650" b="1">
                <a:solidFill>
                  <a:srgbClr val="667085"/>
                </a:solidFill>
              </a:defRPr>
            </a:pPr>
            <a:r>
              <a:rPr sz="1650" b="1">
                <a:solidFill>
                  <a:srgbClr val="667085"/>
                </a:solidFill>
              </a:rPr>
              <a:t>noise</a:t>
            </a:r>
          </a:p>
        </p:txBody>
      </p:sp>
      <p:sp>
        <p:nvSpPr>
          <p:cNvPr id="1628042027" name="Rectangle: Rounded Corners 114855872">
            <a:extLst>
              <a:ext uri="{FF2B5EF4-FFF2-40B4-BE49-F238E27FC236}">
                <a16:creationId xmlns:a16="http://schemas.microsoft.com/office/drawing/2014/main" id="{2AD4867C-93A4-497C-AA08-B59A84DBA40D}"/>
              </a:ext>
            </a:extLst>
          </p:cNvPr>
          <p:cNvSpPr>
            <a:spLocks noGrp="1"/>
          </p:cNvSpPr>
          <p:nvPr/>
        </p:nvSpPr>
        <p:spPr>
          <a:xfrm>
            <a:off x="26193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837013708" name="Rectangle: Rounded Corners 734158913">
            <a:extLst>
              <a:ext uri="{FF2B5EF4-FFF2-40B4-BE49-F238E27FC236}">
                <a16:creationId xmlns:a16="http://schemas.microsoft.com/office/drawing/2014/main" id="{385AD0CD-7E5E-41C8-800C-041B4EA07DA3}"/>
              </a:ext>
            </a:extLst>
          </p:cNvPr>
          <p:cNvSpPr>
            <a:spLocks noGrp="1"/>
          </p:cNvSpPr>
          <p:nvPr/>
        </p:nvSpPr>
        <p:spPr>
          <a:xfrm>
            <a:off x="36195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921969584" name="Rectangle: Rounded Corners 1596678256">
            <a:extLst>
              <a:ext uri="{FF2B5EF4-FFF2-40B4-BE49-F238E27FC236}">
                <a16:creationId xmlns:a16="http://schemas.microsoft.com/office/drawing/2014/main" id="{4CD521BC-26FC-4C04-849A-AE7EF83E8F86}"/>
              </a:ext>
            </a:extLst>
          </p:cNvPr>
          <p:cNvSpPr>
            <a:spLocks noGrp="1"/>
          </p:cNvSpPr>
          <p:nvPr/>
        </p:nvSpPr>
        <p:spPr>
          <a:xfrm>
            <a:off x="461962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88282078" name="Rectangle: Rounded Corners 2059288131">
            <a:extLst>
              <a:ext uri="{FF2B5EF4-FFF2-40B4-BE49-F238E27FC236}">
                <a16:creationId xmlns:a16="http://schemas.microsoft.com/office/drawing/2014/main" id="{43988E26-971C-42EF-85C9-3C4E3D9A1B74}"/>
              </a:ext>
            </a:extLst>
          </p:cNvPr>
          <p:cNvSpPr>
            <a:spLocks noGrp="1"/>
          </p:cNvSpPr>
          <p:nvPr/>
        </p:nvSpPr>
        <p:spPr>
          <a:xfrm>
            <a:off x="561975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001300351" name="Rectangle: Rounded Corners 1010991302">
            <a:extLst>
              <a:ext uri="{FF2B5EF4-FFF2-40B4-BE49-F238E27FC236}">
                <a16:creationId xmlns:a16="http://schemas.microsoft.com/office/drawing/2014/main" id="{4F1BF046-A820-40E1-A10A-1A2E87092CB2}"/>
              </a:ext>
            </a:extLst>
          </p:cNvPr>
          <p:cNvSpPr>
            <a:spLocks noGrp="1"/>
          </p:cNvSpPr>
          <p:nvPr/>
        </p:nvSpPr>
        <p:spPr>
          <a:xfrm>
            <a:off x="66198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406982898" name="Rectangle: Rounded Corners 1730168992">
            <a:extLst>
              <a:ext uri="{FF2B5EF4-FFF2-40B4-BE49-F238E27FC236}">
                <a16:creationId xmlns:a16="http://schemas.microsoft.com/office/drawing/2014/main" id="{F7671A3B-53CE-45BE-8093-F66A673822B4}"/>
              </a:ext>
            </a:extLst>
          </p:cNvPr>
          <p:cNvSpPr>
            <a:spLocks noGrp="1"/>
          </p:cNvSpPr>
          <p:nvPr/>
        </p:nvSpPr>
        <p:spPr>
          <a:xfrm>
            <a:off x="76200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425689611" name="Straight Connector 427538637">
            <a:extLst>
              <a:ext uri="{FF2B5EF4-FFF2-40B4-BE49-F238E27FC236}">
                <a16:creationId xmlns:a16="http://schemas.microsoft.com/office/drawing/2014/main" id="{D2880750-FE1D-4C44-B8CC-19A154F46E5F}"/>
              </a:ext>
            </a:extLst>
          </p:cNvPr>
          <p:cNvSpPr>
            <a:spLocks noGrp="1"/>
          </p:cNvSpPr>
          <p:nvPr/>
        </p:nvSpPr>
        <p:spPr>
          <a:xfrm>
            <a:off x="5524500" y="2819400"/>
            <a:ext cx="9525" cy="285750"/>
          </a:xfrm>
          <a:prstGeom prst="line">
            <a:avLst/>
          </a:prstGeom>
          <a:noFill/>
          <a:ln w="23813">
            <a:solidFill>
              <a:srgbClr val="CBD5E1"/>
            </a:solidFill>
            <a:prstDash val="solid"/>
          </a:ln>
        </p:spPr>
        <p:txBody>
          <a:bodyPr/>
          <a:lstStyle/>
          <a:p>
            <a:pPr>
              <a:buNone/>
            </a:pPr>
            <a:endParaRPr/>
          </a:p>
        </p:txBody>
      </p:sp>
      <p:sp>
        <p:nvSpPr>
          <p:cNvPr id="1022006013" name="Rectangle 317775176">
            <a:extLst>
              <a:ext uri="{FF2B5EF4-FFF2-40B4-BE49-F238E27FC236}">
                <a16:creationId xmlns:a16="http://schemas.microsoft.com/office/drawing/2014/main" id="{D05515E5-9EB9-4E5B-B14E-E955481CA753}"/>
              </a:ext>
            </a:extLst>
          </p:cNvPr>
          <p:cNvSpPr>
            <a:spLocks noGrp="1"/>
          </p:cNvSpPr>
          <p:nvPr/>
        </p:nvSpPr>
        <p:spPr>
          <a:xfrm>
            <a:off x="1123950" y="3314700"/>
            <a:ext cx="1143000" cy="285750"/>
          </a:xfrm>
          <a:prstGeom prst="rect">
            <a:avLst/>
          </a:prstGeom>
          <a:noFill/>
          <a:ln w="0">
            <a:noFill/>
            <a:prstDash val="solid"/>
          </a:ln>
        </p:spPr>
        <p:txBody>
          <a:bodyPr/>
          <a:lstStyle/>
          <a:p>
            <a:pPr algn="r">
              <a:buNone/>
              <a:defRPr sz="1650" b="1">
                <a:solidFill>
                  <a:srgbClr val="F97316"/>
                </a:solidFill>
              </a:defRPr>
            </a:pPr>
            <a:r>
              <a:rPr sz="1650" b="1">
                <a:solidFill>
                  <a:srgbClr val="F97316"/>
                </a:solidFill>
              </a:rPr>
              <a:t>step 1</a:t>
            </a:r>
          </a:p>
        </p:txBody>
      </p:sp>
      <p:sp>
        <p:nvSpPr>
          <p:cNvPr id="1878268209" name="Rectangle: Rounded Corners 947755655">
            <a:extLst>
              <a:ext uri="{FF2B5EF4-FFF2-40B4-BE49-F238E27FC236}">
                <a16:creationId xmlns:a16="http://schemas.microsoft.com/office/drawing/2014/main" id="{BA6B1193-DFA9-42E9-BC6C-0500D66971B1}"/>
              </a:ext>
            </a:extLst>
          </p:cNvPr>
          <p:cNvSpPr>
            <a:spLocks noGrp="1"/>
          </p:cNvSpPr>
          <p:nvPr/>
        </p:nvSpPr>
        <p:spPr>
          <a:xfrm>
            <a:off x="261937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The</a:t>
            </a:r>
          </a:p>
        </p:txBody>
      </p:sp>
      <p:sp>
        <p:nvSpPr>
          <p:cNvPr id="404393407" name="Rectangle: Rounded Corners 1310797679">
            <a:extLst>
              <a:ext uri="{FF2B5EF4-FFF2-40B4-BE49-F238E27FC236}">
                <a16:creationId xmlns:a16="http://schemas.microsoft.com/office/drawing/2014/main" id="{8E8EB840-5142-4D02-85FC-1C0765D23602}"/>
              </a:ext>
            </a:extLst>
          </p:cNvPr>
          <p:cNvSpPr>
            <a:spLocks noGrp="1"/>
          </p:cNvSpPr>
          <p:nvPr/>
        </p:nvSpPr>
        <p:spPr>
          <a:xfrm>
            <a:off x="361950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952941388" name="Rectangle: Rounded Corners 1996140323">
            <a:extLst>
              <a:ext uri="{FF2B5EF4-FFF2-40B4-BE49-F238E27FC236}">
                <a16:creationId xmlns:a16="http://schemas.microsoft.com/office/drawing/2014/main" id="{4ACCBD2F-F455-4ECF-B4B7-B5361B2D35D9}"/>
              </a:ext>
            </a:extLst>
          </p:cNvPr>
          <p:cNvSpPr>
            <a:spLocks noGrp="1"/>
          </p:cNvSpPr>
          <p:nvPr/>
        </p:nvSpPr>
        <p:spPr>
          <a:xfrm>
            <a:off x="461962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learns</a:t>
            </a:r>
          </a:p>
        </p:txBody>
      </p:sp>
      <p:sp>
        <p:nvSpPr>
          <p:cNvPr id="1894230769" name="Rectangle: Rounded Corners 242163070">
            <a:extLst>
              <a:ext uri="{FF2B5EF4-FFF2-40B4-BE49-F238E27FC236}">
                <a16:creationId xmlns:a16="http://schemas.microsoft.com/office/drawing/2014/main" id="{EF2F0A21-0AAF-4DC0-B89B-F2C35E4A563B}"/>
              </a:ext>
            </a:extLst>
          </p:cNvPr>
          <p:cNvSpPr>
            <a:spLocks noGrp="1"/>
          </p:cNvSpPr>
          <p:nvPr/>
        </p:nvSpPr>
        <p:spPr>
          <a:xfrm>
            <a:off x="561975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218267499" name="Rectangle: Rounded Corners 787924439">
            <a:extLst>
              <a:ext uri="{FF2B5EF4-FFF2-40B4-BE49-F238E27FC236}">
                <a16:creationId xmlns:a16="http://schemas.microsoft.com/office/drawing/2014/main" id="{C3445A8D-8738-4D76-8A2A-8290E7491BF0}"/>
              </a:ext>
            </a:extLst>
          </p:cNvPr>
          <p:cNvSpPr>
            <a:spLocks noGrp="1"/>
          </p:cNvSpPr>
          <p:nvPr/>
        </p:nvSpPr>
        <p:spPr>
          <a:xfrm>
            <a:off x="6619875"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345737195" name="Rectangle: Rounded Corners 2036973233">
            <a:extLst>
              <a:ext uri="{FF2B5EF4-FFF2-40B4-BE49-F238E27FC236}">
                <a16:creationId xmlns:a16="http://schemas.microsoft.com/office/drawing/2014/main" id="{DF5F9EBF-D99B-4A4A-B0BC-F41C3D42ED8B}"/>
              </a:ext>
            </a:extLst>
          </p:cNvPr>
          <p:cNvSpPr>
            <a:spLocks noGrp="1"/>
          </p:cNvSpPr>
          <p:nvPr/>
        </p:nvSpPr>
        <p:spPr>
          <a:xfrm>
            <a:off x="7620000"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a:t>
            </a:r>
          </a:p>
        </p:txBody>
      </p:sp>
      <p:sp>
        <p:nvSpPr>
          <p:cNvPr id="1318905465" name="Straight Connector 2017847098">
            <a:extLst>
              <a:ext uri="{FF2B5EF4-FFF2-40B4-BE49-F238E27FC236}">
                <a16:creationId xmlns:a16="http://schemas.microsoft.com/office/drawing/2014/main" id="{912B4AE2-C5FF-4B57-824B-5395511C7B6B}"/>
              </a:ext>
            </a:extLst>
          </p:cNvPr>
          <p:cNvSpPr>
            <a:spLocks noGrp="1"/>
          </p:cNvSpPr>
          <p:nvPr/>
        </p:nvSpPr>
        <p:spPr>
          <a:xfrm>
            <a:off x="5524500" y="3848100"/>
            <a:ext cx="9525" cy="285750"/>
          </a:xfrm>
          <a:prstGeom prst="line">
            <a:avLst/>
          </a:prstGeom>
          <a:noFill/>
          <a:ln w="23813">
            <a:solidFill>
              <a:srgbClr val="CBD5E1"/>
            </a:solidFill>
            <a:prstDash val="solid"/>
          </a:ln>
        </p:spPr>
        <p:txBody>
          <a:bodyPr/>
          <a:lstStyle/>
          <a:p>
            <a:pPr>
              <a:buNone/>
            </a:pPr>
            <a:endParaRPr/>
          </a:p>
        </p:txBody>
      </p:sp>
      <p:sp>
        <p:nvSpPr>
          <p:cNvPr id="626414713" name="Rectangle 420069148">
            <a:extLst>
              <a:ext uri="{FF2B5EF4-FFF2-40B4-BE49-F238E27FC236}">
                <a16:creationId xmlns:a16="http://schemas.microsoft.com/office/drawing/2014/main" id="{09AB0F5C-7D17-4330-A194-CB509C99789B}"/>
              </a:ext>
            </a:extLst>
          </p:cNvPr>
          <p:cNvSpPr>
            <a:spLocks noGrp="1"/>
          </p:cNvSpPr>
          <p:nvPr/>
        </p:nvSpPr>
        <p:spPr>
          <a:xfrm>
            <a:off x="1123950" y="4343400"/>
            <a:ext cx="1143000" cy="285750"/>
          </a:xfrm>
          <a:prstGeom prst="rect">
            <a:avLst/>
          </a:prstGeom>
          <a:noFill/>
          <a:ln w="0">
            <a:noFill/>
            <a:prstDash val="solid"/>
          </a:ln>
        </p:spPr>
        <p:txBody>
          <a:bodyPr/>
          <a:lstStyle/>
          <a:p>
            <a:pPr algn="r">
              <a:buNone/>
              <a:defRPr sz="1650" b="1">
                <a:solidFill>
                  <a:srgbClr val="10B981"/>
                </a:solidFill>
              </a:defRPr>
            </a:pPr>
            <a:r>
              <a:rPr sz="1650" b="1">
                <a:solidFill>
                  <a:srgbClr val="10B981"/>
                </a:solidFill>
              </a:rPr>
              <a:t>step 2</a:t>
            </a:r>
          </a:p>
        </p:txBody>
      </p:sp>
      <p:sp>
        <p:nvSpPr>
          <p:cNvPr id="2074382474" name="Rectangle: Rounded Corners 1532010383">
            <a:extLst>
              <a:ext uri="{FF2B5EF4-FFF2-40B4-BE49-F238E27FC236}">
                <a16:creationId xmlns:a16="http://schemas.microsoft.com/office/drawing/2014/main" id="{0B4E0EF3-0790-4904-A139-893E72D3BF84}"/>
              </a:ext>
            </a:extLst>
          </p:cNvPr>
          <p:cNvSpPr>
            <a:spLocks noGrp="1"/>
          </p:cNvSpPr>
          <p:nvPr/>
        </p:nvSpPr>
        <p:spPr>
          <a:xfrm>
            <a:off x="261937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391636711" name="Rectangle: Rounded Corners 1983276117">
            <a:extLst>
              <a:ext uri="{FF2B5EF4-FFF2-40B4-BE49-F238E27FC236}">
                <a16:creationId xmlns:a16="http://schemas.microsoft.com/office/drawing/2014/main" id="{04C7CE19-1BBB-4D9F-95C5-6A28F3F45580}"/>
              </a:ext>
            </a:extLst>
          </p:cNvPr>
          <p:cNvSpPr>
            <a:spLocks noGrp="1"/>
          </p:cNvSpPr>
          <p:nvPr/>
        </p:nvSpPr>
        <p:spPr>
          <a:xfrm>
            <a:off x="36195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model</a:t>
            </a:r>
          </a:p>
        </p:txBody>
      </p:sp>
      <p:sp>
        <p:nvSpPr>
          <p:cNvPr id="1394711689" name="Rectangle: Rounded Corners 1047163946">
            <a:extLst>
              <a:ext uri="{FF2B5EF4-FFF2-40B4-BE49-F238E27FC236}">
                <a16:creationId xmlns:a16="http://schemas.microsoft.com/office/drawing/2014/main" id="{8634398B-56C4-40F1-8DDA-F979DE3FCACE}"/>
              </a:ext>
            </a:extLst>
          </p:cNvPr>
          <p:cNvSpPr>
            <a:spLocks noGrp="1"/>
          </p:cNvSpPr>
          <p:nvPr/>
        </p:nvSpPr>
        <p:spPr>
          <a:xfrm>
            <a:off x="461962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learns</a:t>
            </a:r>
          </a:p>
        </p:txBody>
      </p:sp>
      <p:sp>
        <p:nvSpPr>
          <p:cNvPr id="1201703795" name="Rectangle: Rounded Corners 523171807">
            <a:extLst>
              <a:ext uri="{FF2B5EF4-FFF2-40B4-BE49-F238E27FC236}">
                <a16:creationId xmlns:a16="http://schemas.microsoft.com/office/drawing/2014/main" id="{546E6762-05C3-483B-894D-CF506A4E71C4}"/>
              </a:ext>
            </a:extLst>
          </p:cNvPr>
          <p:cNvSpPr>
            <a:spLocks noGrp="1"/>
          </p:cNvSpPr>
          <p:nvPr/>
        </p:nvSpPr>
        <p:spPr>
          <a:xfrm>
            <a:off x="561975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from</a:t>
            </a:r>
          </a:p>
        </p:txBody>
      </p:sp>
      <p:sp>
        <p:nvSpPr>
          <p:cNvPr id="1096377570" name="Rectangle: Rounded Corners 752356456">
            <a:extLst>
              <a:ext uri="{FF2B5EF4-FFF2-40B4-BE49-F238E27FC236}">
                <a16:creationId xmlns:a16="http://schemas.microsoft.com/office/drawing/2014/main" id="{4364A0E8-4118-4080-B67E-753F5C2B4A88}"/>
              </a:ext>
            </a:extLst>
          </p:cNvPr>
          <p:cNvSpPr>
            <a:spLocks noGrp="1"/>
          </p:cNvSpPr>
          <p:nvPr/>
        </p:nvSpPr>
        <p:spPr>
          <a:xfrm>
            <a:off x="6619875" y="42481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841968452" name="Rectangle: Rounded Corners 816374805">
            <a:extLst>
              <a:ext uri="{FF2B5EF4-FFF2-40B4-BE49-F238E27FC236}">
                <a16:creationId xmlns:a16="http://schemas.microsoft.com/office/drawing/2014/main" id="{5D2F9C3E-E85D-4669-9E09-469F99931D0E}"/>
              </a:ext>
            </a:extLst>
          </p:cNvPr>
          <p:cNvSpPr>
            <a:spLocks noGrp="1"/>
          </p:cNvSpPr>
          <p:nvPr/>
        </p:nvSpPr>
        <p:spPr>
          <a:xfrm>
            <a:off x="76200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a:t>
            </a:r>
          </a:p>
        </p:txBody>
      </p:sp>
      <p:sp>
        <p:nvSpPr>
          <p:cNvPr id="820319488" name="Straight Connector 1386166301">
            <a:extLst>
              <a:ext uri="{FF2B5EF4-FFF2-40B4-BE49-F238E27FC236}">
                <a16:creationId xmlns:a16="http://schemas.microsoft.com/office/drawing/2014/main" id="{837503B5-4E20-4207-93E7-33F66627488F}"/>
              </a:ext>
            </a:extLst>
          </p:cNvPr>
          <p:cNvSpPr>
            <a:spLocks noGrp="1"/>
          </p:cNvSpPr>
          <p:nvPr/>
        </p:nvSpPr>
        <p:spPr>
          <a:xfrm>
            <a:off x="5524500" y="4876800"/>
            <a:ext cx="9525" cy="285750"/>
          </a:xfrm>
          <a:prstGeom prst="line">
            <a:avLst/>
          </a:prstGeom>
          <a:noFill/>
          <a:ln w="23813">
            <a:solidFill>
              <a:srgbClr val="CBD5E1"/>
            </a:solidFill>
            <a:prstDash val="solid"/>
          </a:ln>
        </p:spPr>
        <p:txBody>
          <a:bodyPr/>
          <a:lstStyle/>
          <a:p>
            <a:pPr>
              <a:buNone/>
            </a:pPr>
            <a:endParaRPr/>
          </a:p>
        </p:txBody>
      </p:sp>
      <p:sp>
        <p:nvSpPr>
          <p:cNvPr id="185340651" name="Rectangle 1180679312">
            <a:extLst>
              <a:ext uri="{FF2B5EF4-FFF2-40B4-BE49-F238E27FC236}">
                <a16:creationId xmlns:a16="http://schemas.microsoft.com/office/drawing/2014/main" id="{E2E654E8-9695-4D22-976C-D58C73396058}"/>
              </a:ext>
            </a:extLst>
          </p:cNvPr>
          <p:cNvSpPr>
            <a:spLocks noGrp="1"/>
          </p:cNvSpPr>
          <p:nvPr/>
        </p:nvSpPr>
        <p:spPr>
          <a:xfrm>
            <a:off x="1123950" y="5372100"/>
            <a:ext cx="1143000" cy="285750"/>
          </a:xfrm>
          <a:prstGeom prst="rect">
            <a:avLst/>
          </a:prstGeom>
          <a:noFill/>
          <a:ln w="0">
            <a:noFill/>
            <a:prstDash val="solid"/>
          </a:ln>
        </p:spPr>
        <p:txBody>
          <a:bodyPr/>
          <a:lstStyle/>
          <a:p>
            <a:pPr algn="r">
              <a:buNone/>
              <a:defRPr sz="1650" b="1">
                <a:solidFill>
                  <a:srgbClr val="2563EB"/>
                </a:solidFill>
              </a:defRPr>
            </a:pPr>
            <a:r>
              <a:rPr sz="1650" b="1">
                <a:solidFill>
                  <a:srgbClr val="2563EB"/>
                </a:solidFill>
              </a:rPr>
              <a:t>text</a:t>
            </a:r>
          </a:p>
        </p:txBody>
      </p:sp>
      <p:sp>
        <p:nvSpPr>
          <p:cNvPr id="429861208" name="Rectangle: Rounded Corners 1119801345">
            <a:extLst>
              <a:ext uri="{FF2B5EF4-FFF2-40B4-BE49-F238E27FC236}">
                <a16:creationId xmlns:a16="http://schemas.microsoft.com/office/drawing/2014/main" id="{76B3CF21-ACEE-4EF0-9A7B-96DEEDB271D4}"/>
              </a:ext>
            </a:extLst>
          </p:cNvPr>
          <p:cNvSpPr>
            <a:spLocks noGrp="1"/>
          </p:cNvSpPr>
          <p:nvPr/>
        </p:nvSpPr>
        <p:spPr>
          <a:xfrm>
            <a:off x="26193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The</a:t>
            </a:r>
          </a:p>
        </p:txBody>
      </p:sp>
      <p:sp>
        <p:nvSpPr>
          <p:cNvPr id="1891622090" name="Rectangle: Rounded Corners 563472098">
            <a:extLst>
              <a:ext uri="{FF2B5EF4-FFF2-40B4-BE49-F238E27FC236}">
                <a16:creationId xmlns:a16="http://schemas.microsoft.com/office/drawing/2014/main" id="{B110B973-6DF0-45DB-AC50-9562590877CA}"/>
              </a:ext>
            </a:extLst>
          </p:cNvPr>
          <p:cNvSpPr>
            <a:spLocks noGrp="1"/>
          </p:cNvSpPr>
          <p:nvPr/>
        </p:nvSpPr>
        <p:spPr>
          <a:xfrm>
            <a:off x="36195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model</a:t>
            </a:r>
          </a:p>
        </p:txBody>
      </p:sp>
      <p:sp>
        <p:nvSpPr>
          <p:cNvPr id="616916629" name="Rectangle: Rounded Corners 1869507790">
            <a:extLst>
              <a:ext uri="{FF2B5EF4-FFF2-40B4-BE49-F238E27FC236}">
                <a16:creationId xmlns:a16="http://schemas.microsoft.com/office/drawing/2014/main" id="{4AF63558-4AC2-40BE-8BE1-0EAFA816CAB2}"/>
              </a:ext>
            </a:extLst>
          </p:cNvPr>
          <p:cNvSpPr>
            <a:spLocks noGrp="1"/>
          </p:cNvSpPr>
          <p:nvPr/>
        </p:nvSpPr>
        <p:spPr>
          <a:xfrm>
            <a:off x="461962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learns</a:t>
            </a:r>
          </a:p>
        </p:txBody>
      </p:sp>
      <p:sp>
        <p:nvSpPr>
          <p:cNvPr id="952434794" name="Rectangle: Rounded Corners 2113559938">
            <a:extLst>
              <a:ext uri="{FF2B5EF4-FFF2-40B4-BE49-F238E27FC236}">
                <a16:creationId xmlns:a16="http://schemas.microsoft.com/office/drawing/2014/main" id="{72AB74EB-B918-4BF5-A162-61EDBEFDED89}"/>
              </a:ext>
            </a:extLst>
          </p:cNvPr>
          <p:cNvSpPr>
            <a:spLocks noGrp="1"/>
          </p:cNvSpPr>
          <p:nvPr/>
        </p:nvSpPr>
        <p:spPr>
          <a:xfrm>
            <a:off x="561975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from</a:t>
            </a:r>
          </a:p>
        </p:txBody>
      </p:sp>
      <p:sp>
        <p:nvSpPr>
          <p:cNvPr id="1189430609" name="Rectangle: Rounded Corners 274418513">
            <a:extLst>
              <a:ext uri="{FF2B5EF4-FFF2-40B4-BE49-F238E27FC236}">
                <a16:creationId xmlns:a16="http://schemas.microsoft.com/office/drawing/2014/main" id="{6A37B7E8-94E0-4D64-857B-77F020DDB22A}"/>
              </a:ext>
            </a:extLst>
          </p:cNvPr>
          <p:cNvSpPr>
            <a:spLocks noGrp="1"/>
          </p:cNvSpPr>
          <p:nvPr/>
        </p:nvSpPr>
        <p:spPr>
          <a:xfrm>
            <a:off x="66198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data</a:t>
            </a:r>
          </a:p>
        </p:txBody>
      </p:sp>
      <p:sp>
        <p:nvSpPr>
          <p:cNvPr id="951118806" name="Rectangle: Rounded Corners 1941550636">
            <a:extLst>
              <a:ext uri="{FF2B5EF4-FFF2-40B4-BE49-F238E27FC236}">
                <a16:creationId xmlns:a16="http://schemas.microsoft.com/office/drawing/2014/main" id="{3E01BF9E-76B0-4A90-95A6-37ADD56958B2}"/>
              </a:ext>
            </a:extLst>
          </p:cNvPr>
          <p:cNvSpPr>
            <a:spLocks noGrp="1"/>
          </p:cNvSpPr>
          <p:nvPr/>
        </p:nvSpPr>
        <p:spPr>
          <a:xfrm>
            <a:off x="76200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a:t>
            </a:r>
          </a:p>
        </p:txBody>
      </p:sp>
      <p:sp>
        <p:nvSpPr>
          <p:cNvPr id="2001048845" name="Rectangle 1798355039">
            <a:extLst>
              <a:ext uri="{FF2B5EF4-FFF2-40B4-BE49-F238E27FC236}">
                <a16:creationId xmlns:a16="http://schemas.microsoft.com/office/drawing/2014/main" id="{9A44296F-D512-4270-9CB9-D8D6CCA07DC4}"/>
              </a:ext>
            </a:extLst>
          </p:cNvPr>
          <p:cNvSpPr>
            <a:spLocks noGrp="1"/>
          </p:cNvSpPr>
          <p:nvPr/>
        </p:nvSpPr>
        <p:spPr>
          <a:xfrm>
            <a:off x="7562850" y="1704975"/>
            <a:ext cx="2857500" cy="285750"/>
          </a:xfrm>
          <a:prstGeom prst="rect">
            <a:avLst/>
          </a:prstGeom>
          <a:noFill/>
          <a:ln w="0">
            <a:noFill/>
            <a:prstDash val="solid"/>
          </a:ln>
        </p:spPr>
        <p:txBody>
          <a:bodyPr/>
          <a:lstStyle/>
          <a:p>
            <a:pPr algn="ctr">
              <a:buNone/>
              <a:defRPr sz="1800" b="1">
                <a:solidFill>
                  <a:srgbClr val="7C3AED"/>
                </a:solidFill>
              </a:defRPr>
            </a:pPr>
            <a:r>
              <a:rPr sz="1800" b="1">
                <a:solidFill>
                  <a:srgbClr val="7C3AED"/>
                </a:solidFill>
              </a:rPr>
              <a:t>not always left-to-right</a:t>
            </a:r>
          </a:p>
        </p:txBody>
      </p:sp>
      <p:sp>
        <p:nvSpPr>
          <p:cNvPr id="1331086018" name="Rectangle 1161886986">
            <a:extLst>
              <a:ext uri="{FF2B5EF4-FFF2-40B4-BE49-F238E27FC236}">
                <a16:creationId xmlns:a16="http://schemas.microsoft.com/office/drawing/2014/main" id="{A8D7D4BC-84C9-4CBE-ABC3-75ED74B1463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68</a:t>
            </a:r>
          </a:p>
        </p:txBody>
      </p:sp>
      <p:sp>
        <p:nvSpPr>
          <p:cNvPr id="231935932" name="mercury-example-divider">
            <a:extLst>
              <a:ext uri="{FF2B5EF4-FFF2-40B4-BE49-F238E27FC236}">
                <a16:creationId xmlns:a16="http://schemas.microsoft.com/office/drawing/2014/main" id="{43473D32-0D5D-425C-B846-ED6FE1922D9A}"/>
              </a:ext>
            </a:extLst>
          </p:cNvPr>
          <p:cNvSpPr>
            <a:spLocks noGrp="1"/>
          </p:cNvSpPr>
          <p:nvPr/>
        </p:nvSpPr>
        <p:spPr>
          <a:xfrm>
            <a:off x="8763000" y="2266950"/>
            <a:ext cx="9525" cy="2857500"/>
          </a:xfrm>
          <a:prstGeom prst="line">
            <a:avLst/>
          </a:prstGeom>
          <a:noFill/>
          <a:ln w="14288">
            <a:solidFill>
              <a:srgbClr val="CBD5E1"/>
            </a:solidFill>
            <a:prstDash val="solid"/>
          </a:ln>
        </p:spPr>
        <p:txBody>
          <a:bodyPr/>
          <a:lstStyle/>
          <a:p>
            <a:pPr>
              <a:buNone/>
            </a:pPr>
            <a:endParaRPr/>
          </a:p>
        </p:txBody>
      </p:sp>
      <p:sp>
        <p:nvSpPr>
          <p:cNvPr id="225498600" name="mercury-example-label">
            <a:extLst>
              <a:ext uri="{FF2B5EF4-FFF2-40B4-BE49-F238E27FC236}">
                <a16:creationId xmlns:a16="http://schemas.microsoft.com/office/drawing/2014/main" id="{FA9B2A2E-A566-4420-8DB3-BDB77A6BE935}"/>
              </a:ext>
            </a:extLst>
          </p:cNvPr>
          <p:cNvSpPr>
            <a:spLocks noGrp="1"/>
          </p:cNvSpPr>
          <p:nvPr/>
        </p:nvSpPr>
        <p:spPr>
          <a:xfrm>
            <a:off x="9067800" y="2362199"/>
            <a:ext cx="2000250" cy="228600"/>
          </a:xfrm>
          <a:prstGeom prst="rect">
            <a:avLst/>
          </a:prstGeom>
          <a:noFill/>
          <a:ln w="0">
            <a:noFill/>
            <a:prstDash val="solid"/>
          </a:ln>
        </p:spPr>
        <p:txBody>
          <a:bodyPr/>
          <a:lstStyle/>
          <a:p>
            <a:pPr algn="l">
              <a:buNone/>
              <a:defRPr sz="1050" b="1">
                <a:solidFill>
                  <a:srgbClr val="667085"/>
                </a:solidFill>
              </a:defRPr>
            </a:pPr>
            <a:r>
              <a:rPr sz="1050" b="1">
                <a:solidFill>
                  <a:srgbClr val="667085"/>
                </a:solidFill>
              </a:rPr>
              <a:t>MERCURY 2</a:t>
            </a:r>
          </a:p>
        </p:txBody>
      </p:sp>
      <p:sp>
        <p:nvSpPr>
          <p:cNvPr id="105845506" name="mercury-2-link">
            <a:extLst>
              <a:ext uri="{FF2B5EF4-FFF2-40B4-BE49-F238E27FC236}">
                <a16:creationId xmlns:a16="http://schemas.microsoft.com/office/drawing/2014/main" id="{DFD60E2D-6470-4ACF-8262-0D52B00D3A8F}"/>
              </a:ext>
            </a:extLst>
          </p:cNvPr>
          <p:cNvSpPr>
            <a:spLocks noGrp="1"/>
          </p:cNvSpPr>
          <p:nvPr/>
        </p:nvSpPr>
        <p:spPr>
          <a:xfrm>
            <a:off x="9067800" y="2705100"/>
            <a:ext cx="2095500" cy="342900"/>
          </a:xfrm>
          <a:prstGeom prst="rect">
            <a:avLst/>
          </a:prstGeom>
          <a:noFill/>
          <a:ln w="0">
            <a:noFill/>
            <a:prstDash val="solid"/>
          </a:ln>
        </p:spPr>
        <p:txBody>
          <a:bodyPr/>
          <a:lstStyle/>
          <a:p>
            <a:pPr algn="l">
              <a:buNone/>
              <a:defRPr sz="1950" b="1">
                <a:solidFill>
                  <a:srgbClr val="7C3AED"/>
                </a:solidFill>
              </a:defRPr>
            </a:pPr>
            <a:r>
              <a:rPr sz="1950" b="1" u="sng">
                <a:solidFill>
                  <a:srgbClr val="7C3AED"/>
                </a:solidFill>
                <a:hlinkClick r:id="rId3"/>
              </a:rPr>
              <a:t>Transformer dLLM</a:t>
            </a:r>
          </a:p>
        </p:txBody>
      </p:sp>
      <p:sp>
        <p:nvSpPr>
          <p:cNvPr id="1934553458" name="mercury-example-description">
            <a:extLst>
              <a:ext uri="{FF2B5EF4-FFF2-40B4-BE49-F238E27FC236}">
                <a16:creationId xmlns:a16="http://schemas.microsoft.com/office/drawing/2014/main" id="{513D9E1C-4950-47C3-8F06-8944ED6E917D}"/>
              </a:ext>
            </a:extLst>
          </p:cNvPr>
          <p:cNvSpPr>
            <a:spLocks noGrp="1"/>
          </p:cNvSpPr>
          <p:nvPr/>
        </p:nvSpPr>
        <p:spPr>
          <a:xfrm>
            <a:off x="9067800" y="3200400"/>
            <a:ext cx="2000250" cy="55245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noisy sequence</a:t>
            </a:r>
          </a:p>
          <a:p>
            <a:pPr algn="l">
              <a:buNone/>
              <a:defRPr sz="1350" b="0">
                <a:solidFill>
                  <a:srgbClr val="0B0F19"/>
                </a:solidFill>
              </a:defRPr>
            </a:pPr>
            <a:r>
              <a:rPr sz="1350" b="0">
                <a:solidFill>
                  <a:srgbClr val="0B0F19"/>
                </a:solidFill>
              </a:rPr>
              <a:t>→ parallel predictions</a:t>
            </a:r>
          </a:p>
        </p:txBody>
      </p:sp>
      <p:sp>
        <p:nvSpPr>
          <p:cNvPr id="1792713982" name="mercury-example-contrast">
            <a:extLst>
              <a:ext uri="{FF2B5EF4-FFF2-40B4-BE49-F238E27FC236}">
                <a16:creationId xmlns:a16="http://schemas.microsoft.com/office/drawing/2014/main" id="{BF40AF91-1977-49D9-A8A9-913ABAB2525F}"/>
              </a:ext>
            </a:extLst>
          </p:cNvPr>
          <p:cNvSpPr>
            <a:spLocks noGrp="1"/>
          </p:cNvSpPr>
          <p:nvPr/>
        </p:nvSpPr>
        <p:spPr>
          <a:xfrm>
            <a:off x="9067800" y="4000500"/>
            <a:ext cx="2000250" cy="552450"/>
          </a:xfrm>
          <a:prstGeom prst="rect">
            <a:avLst/>
          </a:prstGeom>
          <a:noFill/>
          <a:ln w="0">
            <a:noFill/>
            <a:prstDash val="solid"/>
          </a:ln>
        </p:spPr>
        <p:txBody>
          <a:bodyPr/>
          <a:lstStyle/>
          <a:p>
            <a:pPr algn="l">
              <a:buNone/>
              <a:defRPr sz="1350" b="1">
                <a:solidFill>
                  <a:srgbClr val="2563EB"/>
                </a:solidFill>
              </a:defRPr>
            </a:pPr>
            <a:r>
              <a:rPr sz="1350" b="1">
                <a:solidFill>
                  <a:srgbClr val="2563EB"/>
                </a:solidFill>
              </a:rPr>
              <a:t>repeat refinement</a:t>
            </a:r>
          </a:p>
          <a:p>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2083724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27690927" name="Rectangle 1487198538">
            <a:extLst>
              <a:ext uri="{FF2B5EF4-FFF2-40B4-BE49-F238E27FC236}">
                <a16:creationId xmlns:a16="http://schemas.microsoft.com/office/drawing/2014/main" id="{641519E8-7D10-4B34-A36F-9C5E670B05D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Faster inference</a:t>
            </a:r>
          </a:p>
        </p:txBody>
      </p:sp>
      <p:sp>
        <p:nvSpPr>
          <p:cNvPr id="1221890003" name="Rectangle 1518038747">
            <a:extLst>
              <a:ext uri="{FF2B5EF4-FFF2-40B4-BE49-F238E27FC236}">
                <a16:creationId xmlns:a16="http://schemas.microsoft.com/office/drawing/2014/main" id="{6037FD14-6FEF-42A6-8512-2E66E6F2C5C4}"/>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Speculative decoding uses a draft-and-verify loop</a:t>
            </a:r>
          </a:p>
        </p:txBody>
      </p:sp>
      <p:sp>
        <p:nvSpPr>
          <p:cNvPr id="1036816252" name="Rectangle: Rounded Corners 1531743003">
            <a:extLst>
              <a:ext uri="{FF2B5EF4-FFF2-40B4-BE49-F238E27FC236}">
                <a16:creationId xmlns:a16="http://schemas.microsoft.com/office/drawing/2014/main" id="{FFCAC00A-1E5A-4CB2-9CBF-D3D9933C0A00}"/>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1013703346" name="Rectangle: Rounded Corners 369702881">
            <a:extLst>
              <a:ext uri="{FF2B5EF4-FFF2-40B4-BE49-F238E27FC236}">
                <a16:creationId xmlns:a16="http://schemas.microsoft.com/office/drawing/2014/main" id="{89367FE6-733F-49BA-B5C0-B2D33AE3CEEE}"/>
              </a:ext>
            </a:extLst>
          </p:cNvPr>
          <p:cNvSpPr>
            <a:spLocks noGrp="1"/>
          </p:cNvSpPr>
          <p:nvPr/>
        </p:nvSpPr>
        <p:spPr>
          <a:xfrm>
            <a:off x="1162050" y="2133600"/>
            <a:ext cx="2381250" cy="819150"/>
          </a:xfrm>
          <a:prstGeom prst="roundRect">
            <a:avLst>
              <a:gd name="adj" fmla="val 13953"/>
            </a:avLst>
          </a:prstGeom>
          <a:solidFill>
            <a:srgbClr val="FFFFFF"/>
          </a:solidFill>
          <a:ln w="20955">
            <a:solidFill>
              <a:srgbClr val="10B981"/>
            </a:solidFill>
            <a:prstDash val="solid"/>
          </a:ln>
        </p:spPr>
        <p:txBody>
          <a:bodyPr/>
          <a:lstStyle/>
          <a:p>
            <a:pPr algn="ctr">
              <a:buNone/>
              <a:defRPr sz="1900" b="1">
                <a:solidFill>
                  <a:srgbClr val="10B981"/>
                </a:solidFill>
              </a:defRPr>
            </a:pPr>
            <a:r>
              <a:rPr sz="1900" b="1">
                <a:solidFill>
                  <a:srgbClr val="10B981"/>
                </a:solidFill>
              </a:rPr>
              <a:t>1  small draft model</a:t>
            </a:r>
          </a:p>
        </p:txBody>
      </p:sp>
      <p:sp>
        <p:nvSpPr>
          <p:cNvPr id="1865625426" name="Rectangle 1197178350">
            <a:extLst>
              <a:ext uri="{FF2B5EF4-FFF2-40B4-BE49-F238E27FC236}">
                <a16:creationId xmlns:a16="http://schemas.microsoft.com/office/drawing/2014/main" id="{326BB6C8-6F2B-446D-8EBD-00ABAC0D2564}"/>
              </a:ext>
            </a:extLst>
          </p:cNvPr>
          <p:cNvSpPr>
            <a:spLocks noGrp="1"/>
          </p:cNvSpPr>
          <p:nvPr/>
        </p:nvSpPr>
        <p:spPr>
          <a:xfrm>
            <a:off x="1162050"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cheap guesses</a:t>
            </a:r>
          </a:p>
        </p:txBody>
      </p:sp>
      <p:sp>
        <p:nvSpPr>
          <p:cNvPr id="911878377" name="Rectangle: Rounded Corners 1914676260">
            <a:extLst>
              <a:ext uri="{FF2B5EF4-FFF2-40B4-BE49-F238E27FC236}">
                <a16:creationId xmlns:a16="http://schemas.microsoft.com/office/drawing/2014/main" id="{0344E1E7-349C-4AE7-89A3-9969B32BEF07}"/>
              </a:ext>
            </a:extLst>
          </p:cNvPr>
          <p:cNvSpPr>
            <a:spLocks noGrp="1"/>
          </p:cNvSpPr>
          <p:nvPr/>
        </p:nvSpPr>
        <p:spPr>
          <a:xfrm>
            <a:off x="440055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1130447951" name="Rectangle: Rounded Corners 58582831">
            <a:extLst>
              <a:ext uri="{FF2B5EF4-FFF2-40B4-BE49-F238E27FC236}">
                <a16:creationId xmlns:a16="http://schemas.microsoft.com/office/drawing/2014/main" id="{3A8C1F24-9DC8-4DA3-916A-F376C59FDFDA}"/>
              </a:ext>
            </a:extLst>
          </p:cNvPr>
          <p:cNvSpPr>
            <a:spLocks noGrp="1"/>
          </p:cNvSpPr>
          <p:nvPr/>
        </p:nvSpPr>
        <p:spPr>
          <a:xfrm>
            <a:off x="528637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930984361" name="Rectangle: Rounded Corners 1580617481">
            <a:extLst>
              <a:ext uri="{FF2B5EF4-FFF2-40B4-BE49-F238E27FC236}">
                <a16:creationId xmlns:a16="http://schemas.microsoft.com/office/drawing/2014/main" id="{5B4BAC3E-3924-4F4B-8CAE-C8C45206ABAA}"/>
              </a:ext>
            </a:extLst>
          </p:cNvPr>
          <p:cNvSpPr>
            <a:spLocks noGrp="1"/>
          </p:cNvSpPr>
          <p:nvPr/>
        </p:nvSpPr>
        <p:spPr>
          <a:xfrm>
            <a:off x="617220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966565855" name="Rectangle: Rounded Corners 1783142644">
            <a:extLst>
              <a:ext uri="{FF2B5EF4-FFF2-40B4-BE49-F238E27FC236}">
                <a16:creationId xmlns:a16="http://schemas.microsoft.com/office/drawing/2014/main" id="{F6EC537F-E1A2-4DF4-AE2C-7C1B95AD1417}"/>
              </a:ext>
            </a:extLst>
          </p:cNvPr>
          <p:cNvSpPr>
            <a:spLocks noGrp="1"/>
          </p:cNvSpPr>
          <p:nvPr/>
        </p:nvSpPr>
        <p:spPr>
          <a:xfrm>
            <a:off x="705802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on</a:t>
            </a:r>
          </a:p>
        </p:txBody>
      </p:sp>
      <p:sp>
        <p:nvSpPr>
          <p:cNvPr id="694421686" name="Rectangle 1697788859">
            <a:extLst>
              <a:ext uri="{FF2B5EF4-FFF2-40B4-BE49-F238E27FC236}">
                <a16:creationId xmlns:a16="http://schemas.microsoft.com/office/drawing/2014/main" id="{608BE10E-C02D-4247-BB68-8633BEFBF393}"/>
              </a:ext>
            </a:extLst>
          </p:cNvPr>
          <p:cNvSpPr>
            <a:spLocks noGrp="1"/>
          </p:cNvSpPr>
          <p:nvPr/>
        </p:nvSpPr>
        <p:spPr>
          <a:xfrm>
            <a:off x="4686300" y="3028950"/>
            <a:ext cx="2952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2  propose token block</a:t>
            </a:r>
          </a:p>
        </p:txBody>
      </p:sp>
      <p:sp>
        <p:nvSpPr>
          <p:cNvPr id="1843363831" name="Rectangle: Rounded Corners 1686198037">
            <a:extLst>
              <a:ext uri="{FF2B5EF4-FFF2-40B4-BE49-F238E27FC236}">
                <a16:creationId xmlns:a16="http://schemas.microsoft.com/office/drawing/2014/main" id="{AC6D7312-94A0-4534-B43C-E91BF6F9290F}"/>
              </a:ext>
            </a:extLst>
          </p:cNvPr>
          <p:cNvSpPr>
            <a:spLocks noGrp="1"/>
          </p:cNvSpPr>
          <p:nvPr/>
        </p:nvSpPr>
        <p:spPr>
          <a:xfrm>
            <a:off x="8429625" y="2133600"/>
            <a:ext cx="2381250" cy="819150"/>
          </a:xfrm>
          <a:prstGeom prst="roundRect">
            <a:avLst>
              <a:gd name="adj" fmla="val 13953"/>
            </a:avLst>
          </a:prstGeom>
          <a:solidFill>
            <a:srgbClr val="FFFFFF"/>
          </a:solidFill>
          <a:ln w="20955">
            <a:solidFill>
              <a:srgbClr val="2563EB"/>
            </a:solidFill>
            <a:prstDash val="solid"/>
          </a:ln>
        </p:spPr>
        <p:txBody>
          <a:bodyPr/>
          <a:lstStyle/>
          <a:p>
            <a:pPr algn="ctr">
              <a:buNone/>
              <a:defRPr sz="1900" b="1">
                <a:solidFill>
                  <a:srgbClr val="2563EB"/>
                </a:solidFill>
              </a:defRPr>
            </a:pPr>
            <a:r>
              <a:rPr sz="1900" b="1">
                <a:solidFill>
                  <a:srgbClr val="2563EB"/>
                </a:solidFill>
              </a:rPr>
              <a:t>3  large target model</a:t>
            </a:r>
          </a:p>
        </p:txBody>
      </p:sp>
      <p:sp>
        <p:nvSpPr>
          <p:cNvPr id="1178797681" name="Rectangle 1556928439">
            <a:extLst>
              <a:ext uri="{FF2B5EF4-FFF2-40B4-BE49-F238E27FC236}">
                <a16:creationId xmlns:a16="http://schemas.microsoft.com/office/drawing/2014/main" id="{ED989C71-303F-4EF3-B6D5-384C88CD089B}"/>
              </a:ext>
            </a:extLst>
          </p:cNvPr>
          <p:cNvSpPr>
            <a:spLocks noGrp="1"/>
          </p:cNvSpPr>
          <p:nvPr/>
        </p:nvSpPr>
        <p:spPr>
          <a:xfrm>
            <a:off x="8429625"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verify block in one pass</a:t>
            </a:r>
          </a:p>
        </p:txBody>
      </p:sp>
      <p:sp>
        <p:nvSpPr>
          <p:cNvPr id="327659926" name="Straight Connector 170693198">
            <a:extLst>
              <a:ext uri="{FF2B5EF4-FFF2-40B4-BE49-F238E27FC236}">
                <a16:creationId xmlns:a16="http://schemas.microsoft.com/office/drawing/2014/main" id="{80B34340-1C3E-4B98-AD5A-EED81F68B241}"/>
              </a:ext>
            </a:extLst>
          </p:cNvPr>
          <p:cNvSpPr>
            <a:spLocks noGrp="1"/>
          </p:cNvSpPr>
          <p:nvPr/>
        </p:nvSpPr>
        <p:spPr>
          <a:xfrm>
            <a:off x="3714750" y="2543175"/>
            <a:ext cx="495300" cy="9525"/>
          </a:xfrm>
          <a:prstGeom prst="line">
            <a:avLst/>
          </a:prstGeom>
          <a:noFill/>
          <a:ln w="28575">
            <a:solidFill>
              <a:srgbClr val="CBD5E1"/>
            </a:solidFill>
            <a:prstDash val="solid"/>
          </a:ln>
        </p:spPr>
        <p:txBody>
          <a:bodyPr/>
          <a:lstStyle/>
          <a:p>
            <a:pPr>
              <a:buNone/>
            </a:pPr>
            <a:endParaRPr/>
          </a:p>
        </p:txBody>
      </p:sp>
      <p:sp>
        <p:nvSpPr>
          <p:cNvPr id="2034401411" name="Straight Connector 2021615088">
            <a:extLst>
              <a:ext uri="{FF2B5EF4-FFF2-40B4-BE49-F238E27FC236}">
                <a16:creationId xmlns:a16="http://schemas.microsoft.com/office/drawing/2014/main" id="{51596E69-B603-4C2C-89DF-3241A4E3DE42}"/>
              </a:ext>
            </a:extLst>
          </p:cNvPr>
          <p:cNvSpPr>
            <a:spLocks noGrp="1"/>
          </p:cNvSpPr>
          <p:nvPr/>
        </p:nvSpPr>
        <p:spPr>
          <a:xfrm>
            <a:off x="8001000" y="2543175"/>
            <a:ext cx="400050" cy="9525"/>
          </a:xfrm>
          <a:prstGeom prst="line">
            <a:avLst/>
          </a:prstGeom>
          <a:noFill/>
          <a:ln w="28575">
            <a:solidFill>
              <a:srgbClr val="CBD5E1"/>
            </a:solidFill>
            <a:prstDash val="solid"/>
          </a:ln>
        </p:spPr>
        <p:txBody>
          <a:bodyPr/>
          <a:lstStyle/>
          <a:p>
            <a:pPr>
              <a:buNone/>
            </a:pPr>
            <a:endParaRPr/>
          </a:p>
        </p:txBody>
      </p:sp>
      <p:sp>
        <p:nvSpPr>
          <p:cNvPr id="1022667671" name="Rectangle 1396476378">
            <a:extLst>
              <a:ext uri="{FF2B5EF4-FFF2-40B4-BE49-F238E27FC236}">
                <a16:creationId xmlns:a16="http://schemas.microsoft.com/office/drawing/2014/main" id="{E3EB8A3B-E395-451E-8F71-BB2CF4FACFBC}"/>
              </a:ext>
            </a:extLst>
          </p:cNvPr>
          <p:cNvSpPr>
            <a:spLocks noGrp="1"/>
          </p:cNvSpPr>
          <p:nvPr/>
        </p:nvSpPr>
        <p:spPr>
          <a:xfrm>
            <a:off x="2038349" y="3657600"/>
            <a:ext cx="2095500" cy="28575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4a  accept prefix</a:t>
            </a:r>
          </a:p>
        </p:txBody>
      </p:sp>
      <p:sp>
        <p:nvSpPr>
          <p:cNvPr id="1929105827" name="Rectangle: Rounded Corners 910307424">
            <a:extLst>
              <a:ext uri="{FF2B5EF4-FFF2-40B4-BE49-F238E27FC236}">
                <a16:creationId xmlns:a16="http://schemas.microsoft.com/office/drawing/2014/main" id="{63CC421E-B111-4636-9BD1-EC4F0C58D3F4}"/>
              </a:ext>
            </a:extLst>
          </p:cNvPr>
          <p:cNvSpPr>
            <a:spLocks noGrp="1"/>
          </p:cNvSpPr>
          <p:nvPr/>
        </p:nvSpPr>
        <p:spPr>
          <a:xfrm>
            <a:off x="209550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878349438" name="Rectangle: Rounded Corners 760188915">
            <a:extLst>
              <a:ext uri="{FF2B5EF4-FFF2-40B4-BE49-F238E27FC236}">
                <a16:creationId xmlns:a16="http://schemas.microsoft.com/office/drawing/2014/main" id="{03588E6E-4282-4F19-B230-A1D82BE02911}"/>
              </a:ext>
            </a:extLst>
          </p:cNvPr>
          <p:cNvSpPr>
            <a:spLocks noGrp="1"/>
          </p:cNvSpPr>
          <p:nvPr/>
        </p:nvSpPr>
        <p:spPr>
          <a:xfrm>
            <a:off x="2981325"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560887334" name="Rectangle: Rounded Corners 1604029254">
            <a:extLst>
              <a:ext uri="{FF2B5EF4-FFF2-40B4-BE49-F238E27FC236}">
                <a16:creationId xmlns:a16="http://schemas.microsoft.com/office/drawing/2014/main" id="{462626CC-0833-416C-A72E-396AD86152B2}"/>
              </a:ext>
            </a:extLst>
          </p:cNvPr>
          <p:cNvSpPr>
            <a:spLocks noGrp="1"/>
          </p:cNvSpPr>
          <p:nvPr/>
        </p:nvSpPr>
        <p:spPr>
          <a:xfrm>
            <a:off x="386715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1765739884" name="Rectangle 583346847">
            <a:extLst>
              <a:ext uri="{FF2B5EF4-FFF2-40B4-BE49-F238E27FC236}">
                <a16:creationId xmlns:a16="http://schemas.microsoft.com/office/drawing/2014/main" id="{5F78AA21-D16E-4DD3-9016-9C247A451FE5}"/>
              </a:ext>
            </a:extLst>
          </p:cNvPr>
          <p:cNvSpPr>
            <a:spLocks noGrp="1"/>
          </p:cNvSpPr>
          <p:nvPr/>
        </p:nvSpPr>
        <p:spPr>
          <a:xfrm>
            <a:off x="6610350" y="3657600"/>
            <a:ext cx="23812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4b  reject + resample</a:t>
            </a:r>
          </a:p>
        </p:txBody>
      </p:sp>
      <p:sp>
        <p:nvSpPr>
          <p:cNvPr id="1787101100" name="Rectangle: Rounded Corners 5957980">
            <a:extLst>
              <a:ext uri="{FF2B5EF4-FFF2-40B4-BE49-F238E27FC236}">
                <a16:creationId xmlns:a16="http://schemas.microsoft.com/office/drawing/2014/main" id="{74289938-E939-4DD3-B7F0-016F47DF7A46}"/>
              </a:ext>
            </a:extLst>
          </p:cNvPr>
          <p:cNvSpPr>
            <a:spLocks noGrp="1"/>
          </p:cNvSpPr>
          <p:nvPr/>
        </p:nvSpPr>
        <p:spPr>
          <a:xfrm>
            <a:off x="7277100" y="4191000"/>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on</a:t>
            </a:r>
          </a:p>
        </p:txBody>
      </p:sp>
      <p:sp>
        <p:nvSpPr>
          <p:cNvPr id="1889624531" name="Rectangle: Rounded Corners 410294816">
            <a:extLst>
              <a:ext uri="{FF2B5EF4-FFF2-40B4-BE49-F238E27FC236}">
                <a16:creationId xmlns:a16="http://schemas.microsoft.com/office/drawing/2014/main" id="{96B3F3F2-9E90-4534-940A-1EEDE878A33F}"/>
              </a:ext>
            </a:extLst>
          </p:cNvPr>
          <p:cNvSpPr>
            <a:spLocks noGrp="1"/>
          </p:cNvSpPr>
          <p:nvPr/>
        </p:nvSpPr>
        <p:spPr>
          <a:xfrm>
            <a:off x="8162925" y="419100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mat</a:t>
            </a:r>
          </a:p>
        </p:txBody>
      </p:sp>
      <p:sp>
        <p:nvSpPr>
          <p:cNvPr id="1278393840" name="Straight Connector 1668590987">
            <a:extLst>
              <a:ext uri="{FF2B5EF4-FFF2-40B4-BE49-F238E27FC236}">
                <a16:creationId xmlns:a16="http://schemas.microsoft.com/office/drawing/2014/main" id="{2BCFAC89-CFEB-4A4A-80FD-76B023240C07}"/>
              </a:ext>
            </a:extLst>
          </p:cNvPr>
          <p:cNvSpPr>
            <a:spLocks noGrp="1"/>
          </p:cNvSpPr>
          <p:nvPr/>
        </p:nvSpPr>
        <p:spPr>
          <a:xfrm>
            <a:off x="7981950" y="4448175"/>
            <a:ext cx="133350" cy="9525"/>
          </a:xfrm>
          <a:prstGeom prst="line">
            <a:avLst/>
          </a:prstGeom>
          <a:noFill/>
          <a:ln w="23813">
            <a:solidFill>
              <a:srgbClr val="F97316"/>
            </a:solidFill>
            <a:prstDash val="solid"/>
          </a:ln>
        </p:spPr>
        <p:txBody>
          <a:bodyPr/>
          <a:lstStyle/>
          <a:p>
            <a:pPr>
              <a:buNone/>
            </a:pPr>
            <a:endParaRPr/>
          </a:p>
        </p:txBody>
      </p:sp>
      <p:sp>
        <p:nvSpPr>
          <p:cNvPr id="1869179507" name="Rectangle 1956440405">
            <a:extLst>
              <a:ext uri="{FF2B5EF4-FFF2-40B4-BE49-F238E27FC236}">
                <a16:creationId xmlns:a16="http://schemas.microsoft.com/office/drawing/2014/main" id="{94127574-453A-43D4-ACFF-C59025CD2452}"/>
              </a:ext>
            </a:extLst>
          </p:cNvPr>
          <p:cNvSpPr>
            <a:spLocks noGrp="1"/>
          </p:cNvSpPr>
          <p:nvPr/>
        </p:nvSpPr>
        <p:spPr>
          <a:xfrm>
            <a:off x="2857500" y="5162550"/>
            <a:ext cx="6477000" cy="666750"/>
          </a:xfrm>
          <a:prstGeom prst="rect">
            <a:avLst/>
          </a:prstGeom>
          <a:noFill/>
          <a:ln w="0">
            <a:noFill/>
            <a:prstDash val="solid"/>
          </a:ln>
        </p:spPr>
        <p:txBody>
          <a:bodyPr anchor="ctr"/>
          <a:lstStyle/>
          <a:p>
            <a:pPr algn="ctr">
              <a:buNone/>
              <a:defRPr sz="1450" b="1">
                <a:solidFill>
                  <a:srgbClr val="0B0F19"/>
                </a:solidFill>
              </a:defRPr>
            </a:pPr>
            <a:r>
              <a:rPr sz="1450" b="1">
                <a:solidFill>
                  <a:srgbClr val="0B0F19"/>
                </a:solidFill>
              </a:rPr>
              <a:t>draft → verify → accept / resample → repeat</a:t>
            </a:r>
          </a:p>
          <a:p>
            <a:pPr algn="ctr">
              <a:buNone/>
              <a:defRPr sz="1450" b="1">
                <a:solidFill>
                  <a:srgbClr val="0B0F19"/>
                </a:solidFill>
              </a:defRPr>
            </a:pPr>
            <a:r>
              <a:rPr sz="1450" b="1">
                <a:solidFill>
                  <a:srgbClr val="0B0F19"/>
                </a:solidFill>
              </a:rPr>
              <a:t>same target distribution, fewer serial waits</a:t>
            </a:r>
          </a:p>
        </p:txBody>
      </p:sp>
      <p:sp>
        <p:nvSpPr>
          <p:cNvPr id="1134408430" name="Rectangle 918919992">
            <a:extLst>
              <a:ext uri="{FF2B5EF4-FFF2-40B4-BE49-F238E27FC236}">
                <a16:creationId xmlns:a16="http://schemas.microsoft.com/office/drawing/2014/main" id="{F7D9AB29-A1BC-4CF6-B8C7-490A106C687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69</a:t>
            </a:r>
          </a:p>
        </p:txBody>
      </p:sp>
    </p:spTree>
    <p:extLst>
      <p:ext uri="{BB962C8B-B14F-4D97-AF65-F5344CB8AC3E}">
        <p14:creationId xmlns:p14="http://schemas.microsoft.com/office/powerpoint/2010/main" val="20280871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8322325" name="Rectangle 1682307419">
            <a:extLst>
              <a:ext uri="{FF2B5EF4-FFF2-40B4-BE49-F238E27FC236}">
                <a16:creationId xmlns:a16="http://schemas.microsoft.com/office/drawing/2014/main" id="{DB9CACE2-EB17-4D5A-A4B3-87A63A063C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Scaling trend</a:t>
            </a:r>
          </a:p>
        </p:txBody>
      </p:sp>
      <p:sp>
        <p:nvSpPr>
          <p:cNvPr id="1284477206" name="Rectangle 1048423222">
            <a:extLst>
              <a:ext uri="{FF2B5EF4-FFF2-40B4-BE49-F238E27FC236}">
                <a16:creationId xmlns:a16="http://schemas.microsoft.com/office/drawing/2014/main" id="{480023BB-F467-46A1-8731-1DF23D75C79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Frontier models scale total compute</a:t>
            </a:r>
          </a:p>
        </p:txBody>
      </p:sp>
      <p:sp>
        <p:nvSpPr>
          <p:cNvPr id="1607363792" name="Rectangle 1821451500">
            <a:extLst>
              <a:ext uri="{FF2B5EF4-FFF2-40B4-BE49-F238E27FC236}">
                <a16:creationId xmlns:a16="http://schemas.microsoft.com/office/drawing/2014/main" id="{9E382E74-0121-46F6-ADE9-1ECA4F697E2B}"/>
              </a:ext>
            </a:extLst>
          </p:cNvPr>
          <p:cNvSpPr>
            <a:spLocks noGrp="1"/>
          </p:cNvSpPr>
          <p:nvPr/>
        </p:nvSpPr>
        <p:spPr>
          <a:xfrm>
            <a:off x="7829550" y="1028700"/>
            <a:ext cx="2952750" cy="285750"/>
          </a:xfrm>
          <a:prstGeom prst="rect">
            <a:avLst/>
          </a:prstGeom>
          <a:noFill/>
          <a:ln w="0">
            <a:noFill/>
            <a:prstDash val="solid"/>
          </a:ln>
        </p:spPr>
        <p:txBody>
          <a:bodyPr/>
          <a:lstStyle/>
          <a:p>
            <a:pPr algn="r">
              <a:buNone/>
              <a:defRPr sz="1750" b="1">
                <a:solidFill>
                  <a:srgbClr val="EF4444"/>
                </a:solidFill>
              </a:defRPr>
            </a:pPr>
            <a:r>
              <a:rPr sz="1750" b="1">
                <a:solidFill>
                  <a:srgbClr val="EF4444"/>
                </a:solidFill>
              </a:rPr>
              <a:t>not just parameter count</a:t>
            </a:r>
          </a:p>
        </p:txBody>
      </p:sp>
      <p:sp>
        <p:nvSpPr>
          <p:cNvPr id="1022764636" name="Rectangle: Rounded Corners 1912787708">
            <a:extLst>
              <a:ext uri="{FF2B5EF4-FFF2-40B4-BE49-F238E27FC236}">
                <a16:creationId xmlns:a16="http://schemas.microsoft.com/office/drawing/2014/main" id="{5F19358F-3983-4DE3-BF77-1FAE011CC005}"/>
              </a:ext>
            </a:extLst>
          </p:cNvPr>
          <p:cNvSpPr>
            <a:spLocks noGrp="1"/>
          </p:cNvSpPr>
          <p:nvPr/>
        </p:nvSpPr>
        <p:spPr>
          <a:xfrm>
            <a:off x="704850" y="1562100"/>
            <a:ext cx="10782300" cy="4343400"/>
          </a:xfrm>
          <a:prstGeom prst="roundRect">
            <a:avLst>
              <a:gd name="adj" fmla="val 2632"/>
            </a:avLst>
          </a:prstGeom>
          <a:solidFill>
            <a:srgbClr val="F8FAFC"/>
          </a:solidFill>
          <a:ln w="14288">
            <a:solidFill>
              <a:srgbClr val="E2E8F0"/>
            </a:solidFill>
            <a:prstDash val="solid"/>
          </a:ln>
        </p:spPr>
        <p:txBody>
          <a:bodyPr/>
          <a:lstStyle/>
          <a:p>
            <a:pPr>
              <a:buNone/>
            </a:pPr>
            <a:endParaRPr/>
          </a:p>
        </p:txBody>
      </p:sp>
      <p:sp>
        <p:nvSpPr>
          <p:cNvPr id="1884683617" name="Rectangle 698160899">
            <a:extLst>
              <a:ext uri="{FF2B5EF4-FFF2-40B4-BE49-F238E27FC236}">
                <a16:creationId xmlns:a16="http://schemas.microsoft.com/office/drawing/2014/main" id="{93A0A0FB-7852-40CA-8748-BA417C632DD8}"/>
              </a:ext>
            </a:extLst>
          </p:cNvPr>
          <p:cNvSpPr>
            <a:spLocks noGrp="1"/>
          </p:cNvSpPr>
          <p:nvPr/>
        </p:nvSpPr>
        <p:spPr>
          <a:xfrm>
            <a:off x="3771900" y="1752599"/>
            <a:ext cx="46482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more useful computation</a:t>
            </a:r>
          </a:p>
        </p:txBody>
      </p:sp>
      <p:sp>
        <p:nvSpPr>
          <p:cNvPr id="532222041" name="Straight Connector 820052219">
            <a:extLst>
              <a:ext uri="{FF2B5EF4-FFF2-40B4-BE49-F238E27FC236}">
                <a16:creationId xmlns:a16="http://schemas.microsoft.com/office/drawing/2014/main" id="{AA0C703E-538C-468D-833A-3C30AFDEEABF}"/>
              </a:ext>
            </a:extLst>
          </p:cNvPr>
          <p:cNvSpPr>
            <a:spLocks noGrp="1"/>
          </p:cNvSpPr>
          <p:nvPr/>
        </p:nvSpPr>
        <p:spPr>
          <a:xfrm>
            <a:off x="2609850" y="2152650"/>
            <a:ext cx="6972300" cy="9525"/>
          </a:xfrm>
          <a:prstGeom prst="line">
            <a:avLst/>
          </a:prstGeom>
          <a:noFill/>
          <a:ln w="38100">
            <a:solidFill>
              <a:srgbClr val="CBD5E1"/>
            </a:solidFill>
            <a:prstDash val="solid"/>
          </a:ln>
        </p:spPr>
        <p:txBody>
          <a:bodyPr/>
          <a:lstStyle/>
          <a:p>
            <a:pPr>
              <a:buNone/>
            </a:pPr>
            <a:endParaRPr/>
          </a:p>
        </p:txBody>
      </p:sp>
      <p:sp>
        <p:nvSpPr>
          <p:cNvPr id="116021814" name="Rectangle: Rounded Corners 1977383084">
            <a:extLst>
              <a:ext uri="{FF2B5EF4-FFF2-40B4-BE49-F238E27FC236}">
                <a16:creationId xmlns:a16="http://schemas.microsoft.com/office/drawing/2014/main" id="{265C6A9B-A9B6-4FA8-A8FF-4E7E3BF3CBC2}"/>
              </a:ext>
            </a:extLst>
          </p:cNvPr>
          <p:cNvSpPr>
            <a:spLocks noGrp="1"/>
          </p:cNvSpPr>
          <p:nvPr/>
        </p:nvSpPr>
        <p:spPr>
          <a:xfrm>
            <a:off x="106680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pPr>
            <a:endParaRPr/>
          </a:p>
        </p:txBody>
      </p:sp>
      <p:sp>
        <p:nvSpPr>
          <p:cNvPr id="188561242" name="Rectangle: Rounded Corners 1598161198">
            <a:extLst>
              <a:ext uri="{FF2B5EF4-FFF2-40B4-BE49-F238E27FC236}">
                <a16:creationId xmlns:a16="http://schemas.microsoft.com/office/drawing/2014/main" id="{AD7D778C-E5AB-44B1-A2C1-5F6B51EED45C}"/>
              </a:ext>
            </a:extLst>
          </p:cNvPr>
          <p:cNvSpPr>
            <a:spLocks noGrp="1"/>
          </p:cNvSpPr>
          <p:nvPr/>
        </p:nvSpPr>
        <p:spPr>
          <a:xfrm>
            <a:off x="1714500" y="3105150"/>
            <a:ext cx="114300" cy="171450"/>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1169652633" name="Rectangle: Rounded Corners 1558195880">
            <a:extLst>
              <a:ext uri="{FF2B5EF4-FFF2-40B4-BE49-F238E27FC236}">
                <a16:creationId xmlns:a16="http://schemas.microsoft.com/office/drawing/2014/main" id="{6CBA16E2-9E67-4D9E-9CF8-2FFEE6A1E6BD}"/>
              </a:ext>
            </a:extLst>
          </p:cNvPr>
          <p:cNvSpPr>
            <a:spLocks noGrp="1"/>
          </p:cNvSpPr>
          <p:nvPr/>
        </p:nvSpPr>
        <p:spPr>
          <a:xfrm>
            <a:off x="1885950" y="2990850"/>
            <a:ext cx="114300" cy="285750"/>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960702112" name="Rectangle: Rounded Corners 521701979">
            <a:extLst>
              <a:ext uri="{FF2B5EF4-FFF2-40B4-BE49-F238E27FC236}">
                <a16:creationId xmlns:a16="http://schemas.microsoft.com/office/drawing/2014/main" id="{1E8B9407-D2B0-4E70-A4EF-A61D74D4BDC0}"/>
              </a:ext>
            </a:extLst>
          </p:cNvPr>
          <p:cNvSpPr>
            <a:spLocks noGrp="1"/>
          </p:cNvSpPr>
          <p:nvPr/>
        </p:nvSpPr>
        <p:spPr>
          <a:xfrm>
            <a:off x="2057400" y="2876550"/>
            <a:ext cx="114300" cy="400050"/>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1937323781" name="Rectangle: Rounded Corners 1995606132">
            <a:extLst>
              <a:ext uri="{FF2B5EF4-FFF2-40B4-BE49-F238E27FC236}">
                <a16:creationId xmlns:a16="http://schemas.microsoft.com/office/drawing/2014/main" id="{6359C975-CA16-46BA-BFDE-9A8497B43026}"/>
              </a:ext>
            </a:extLst>
          </p:cNvPr>
          <p:cNvSpPr>
            <a:spLocks noGrp="1"/>
          </p:cNvSpPr>
          <p:nvPr/>
        </p:nvSpPr>
        <p:spPr>
          <a:xfrm>
            <a:off x="2228850" y="2762250"/>
            <a:ext cx="114300" cy="514350"/>
          </a:xfrm>
          <a:prstGeom prst="roundRect">
            <a:avLst>
              <a:gd name="adj" fmla="val 50000"/>
            </a:avLst>
          </a:prstGeom>
          <a:solidFill>
            <a:srgbClr val="2563EB"/>
          </a:solidFill>
          <a:ln w="0">
            <a:solidFill>
              <a:srgbClr val="2563EB"/>
            </a:solidFill>
            <a:prstDash val="solid"/>
          </a:ln>
        </p:spPr>
        <p:txBody>
          <a:bodyPr/>
          <a:lstStyle/>
          <a:p>
            <a:pPr>
              <a:buNone/>
            </a:pPr>
            <a:endParaRPr/>
          </a:p>
        </p:txBody>
      </p:sp>
      <p:sp>
        <p:nvSpPr>
          <p:cNvPr id="463775744" name="Rectangle 1524836487">
            <a:extLst>
              <a:ext uri="{FF2B5EF4-FFF2-40B4-BE49-F238E27FC236}">
                <a16:creationId xmlns:a16="http://schemas.microsoft.com/office/drawing/2014/main" id="{EE2859E3-5376-48D4-82C8-0EFAF2BFEC93}"/>
              </a:ext>
            </a:extLst>
          </p:cNvPr>
          <p:cNvSpPr>
            <a:spLocks noGrp="1"/>
          </p:cNvSpPr>
          <p:nvPr/>
        </p:nvSpPr>
        <p:spPr>
          <a:xfrm>
            <a:off x="1257300" y="3600450"/>
            <a:ext cx="1952625" cy="323850"/>
          </a:xfrm>
          <a:prstGeom prst="rect">
            <a:avLst/>
          </a:prstGeom>
          <a:noFill/>
          <a:ln w="0">
            <a:noFill/>
            <a:prstDash val="solid"/>
          </a:ln>
        </p:spPr>
        <p:txBody>
          <a:bodyPr/>
          <a:lstStyle/>
          <a:p>
            <a:pPr algn="ctr">
              <a:buNone/>
              <a:defRPr sz="1900" b="1">
                <a:solidFill>
                  <a:srgbClr val="2563EB"/>
                </a:solidFill>
              </a:defRPr>
            </a:pPr>
            <a:r>
              <a:rPr sz="1900" b="1">
                <a:solidFill>
                  <a:srgbClr val="2563EB"/>
                </a:solidFill>
              </a:rPr>
              <a:t>pretraining</a:t>
            </a:r>
          </a:p>
        </p:txBody>
      </p:sp>
      <p:sp>
        <p:nvSpPr>
          <p:cNvPr id="1034272026" name="Rectangle 2124862657">
            <a:extLst>
              <a:ext uri="{FF2B5EF4-FFF2-40B4-BE49-F238E27FC236}">
                <a16:creationId xmlns:a16="http://schemas.microsoft.com/office/drawing/2014/main" id="{663C6653-D294-4B73-B649-D489A4986D00}"/>
              </a:ext>
            </a:extLst>
          </p:cNvPr>
          <p:cNvSpPr>
            <a:spLocks noGrp="1"/>
          </p:cNvSpPr>
          <p:nvPr/>
        </p:nvSpPr>
        <p:spPr>
          <a:xfrm>
            <a:off x="12763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bigger models</a:t>
            </a:r>
          </a:p>
          <a:p>
            <a:pPr algn="ctr">
              <a:buNone/>
              <a:defRPr sz="1450" b="0">
                <a:solidFill>
                  <a:srgbClr val="0B0F19"/>
                </a:solidFill>
              </a:defRPr>
            </a:pPr>
            <a:r>
              <a:rPr sz="1450" b="0">
                <a:solidFill>
                  <a:srgbClr val="0B0F19"/>
                </a:solidFill>
              </a:rPr>
              <a:t>more data</a:t>
            </a:r>
          </a:p>
        </p:txBody>
      </p:sp>
      <p:sp>
        <p:nvSpPr>
          <p:cNvPr id="1016419375" name="Rectangle 8219971">
            <a:extLst>
              <a:ext uri="{FF2B5EF4-FFF2-40B4-BE49-F238E27FC236}">
                <a16:creationId xmlns:a16="http://schemas.microsoft.com/office/drawing/2014/main" id="{9852143E-A329-44B7-9408-6607B13F49A8}"/>
              </a:ext>
            </a:extLst>
          </p:cNvPr>
          <p:cNvSpPr>
            <a:spLocks noGrp="1"/>
          </p:cNvSpPr>
          <p:nvPr/>
        </p:nvSpPr>
        <p:spPr>
          <a:xfrm>
            <a:off x="12763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train-time compute</a:t>
            </a:r>
          </a:p>
        </p:txBody>
      </p:sp>
      <p:sp>
        <p:nvSpPr>
          <p:cNvPr id="1916735219" name="Rectangle: Rounded Corners 1401385986">
            <a:extLst>
              <a:ext uri="{FF2B5EF4-FFF2-40B4-BE49-F238E27FC236}">
                <a16:creationId xmlns:a16="http://schemas.microsoft.com/office/drawing/2014/main" id="{51C1499A-AD15-409D-AE4A-8628CAC4E6F8}"/>
              </a:ext>
            </a:extLst>
          </p:cNvPr>
          <p:cNvSpPr>
            <a:spLocks noGrp="1"/>
          </p:cNvSpPr>
          <p:nvPr/>
        </p:nvSpPr>
        <p:spPr>
          <a:xfrm>
            <a:off x="367665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pPr>
            <a:endParaRPr/>
          </a:p>
        </p:txBody>
      </p:sp>
      <p:sp>
        <p:nvSpPr>
          <p:cNvPr id="466400440" name="Oval 2082712540">
            <a:extLst>
              <a:ext uri="{FF2B5EF4-FFF2-40B4-BE49-F238E27FC236}">
                <a16:creationId xmlns:a16="http://schemas.microsoft.com/office/drawing/2014/main" id="{92E878B2-DAEC-4550-B4BF-D3921BC73FE8}"/>
              </a:ext>
            </a:extLst>
          </p:cNvPr>
          <p:cNvSpPr>
            <a:spLocks noGrp="1"/>
          </p:cNvSpPr>
          <p:nvPr/>
        </p:nvSpPr>
        <p:spPr>
          <a:xfrm>
            <a:off x="4619625" y="2876550"/>
            <a:ext cx="266700" cy="266700"/>
          </a:xfrm>
          <a:prstGeom prst="ellipse">
            <a:avLst/>
          </a:prstGeom>
          <a:solidFill>
            <a:srgbClr val="7C3AED"/>
          </a:solidFill>
          <a:ln w="14288">
            <a:solidFill>
              <a:srgbClr val="7C3AED"/>
            </a:solidFill>
            <a:prstDash val="solid"/>
          </a:ln>
        </p:spPr>
        <p:txBody>
          <a:bodyPr/>
          <a:lstStyle/>
          <a:p>
            <a:pPr>
              <a:buNone/>
            </a:pPr>
            <a:endParaRPr/>
          </a:p>
        </p:txBody>
      </p:sp>
      <p:sp>
        <p:nvSpPr>
          <p:cNvPr id="983868594" name="Oval 1800286295">
            <a:extLst>
              <a:ext uri="{FF2B5EF4-FFF2-40B4-BE49-F238E27FC236}">
                <a16:creationId xmlns:a16="http://schemas.microsoft.com/office/drawing/2014/main" id="{3541AFCA-0D85-448C-89B3-6866ED0A7147}"/>
              </a:ext>
            </a:extLst>
          </p:cNvPr>
          <p:cNvSpPr>
            <a:spLocks noGrp="1"/>
          </p:cNvSpPr>
          <p:nvPr/>
        </p:nvSpPr>
        <p:spPr>
          <a:xfrm>
            <a:off x="5067300" y="2905125"/>
            <a:ext cx="209550" cy="209550"/>
          </a:xfrm>
          <a:prstGeom prst="ellipse">
            <a:avLst/>
          </a:prstGeom>
          <a:solidFill>
            <a:srgbClr val="10B981"/>
          </a:solidFill>
          <a:ln w="14288">
            <a:solidFill>
              <a:srgbClr val="10B981"/>
            </a:solidFill>
            <a:prstDash val="solid"/>
          </a:ln>
        </p:spPr>
        <p:txBody>
          <a:bodyPr/>
          <a:lstStyle/>
          <a:p>
            <a:pPr>
              <a:buNone/>
            </a:pPr>
            <a:endParaRPr/>
          </a:p>
        </p:txBody>
      </p:sp>
      <p:sp>
        <p:nvSpPr>
          <p:cNvPr id="1503866333" name="Straight Connector 1377652961">
            <a:extLst>
              <a:ext uri="{FF2B5EF4-FFF2-40B4-BE49-F238E27FC236}">
                <a16:creationId xmlns:a16="http://schemas.microsoft.com/office/drawing/2014/main" id="{CF07454E-547E-444F-AAF7-9F92ADF2FFE8}"/>
              </a:ext>
            </a:extLst>
          </p:cNvPr>
          <p:cNvSpPr>
            <a:spLocks noGrp="1"/>
          </p:cNvSpPr>
          <p:nvPr/>
        </p:nvSpPr>
        <p:spPr>
          <a:xfrm>
            <a:off x="4752975" y="3009900"/>
            <a:ext cx="419100" cy="9525"/>
          </a:xfrm>
          <a:prstGeom prst="line">
            <a:avLst/>
          </a:prstGeom>
          <a:noFill/>
          <a:ln w="19050">
            <a:solidFill>
              <a:srgbClr val="10B981"/>
            </a:solidFill>
            <a:prstDash val="solid"/>
          </a:ln>
        </p:spPr>
        <p:txBody>
          <a:bodyPr/>
          <a:lstStyle/>
          <a:p>
            <a:pPr>
              <a:buNone/>
            </a:pPr>
            <a:endParaRPr/>
          </a:p>
        </p:txBody>
      </p:sp>
      <p:sp>
        <p:nvSpPr>
          <p:cNvPr id="1198864002" name="Oval 1129487082">
            <a:extLst>
              <a:ext uri="{FF2B5EF4-FFF2-40B4-BE49-F238E27FC236}">
                <a16:creationId xmlns:a16="http://schemas.microsoft.com/office/drawing/2014/main" id="{A65608AF-8F93-4F08-9EE3-267E848F5FA2}"/>
              </a:ext>
            </a:extLst>
          </p:cNvPr>
          <p:cNvSpPr>
            <a:spLocks noGrp="1"/>
          </p:cNvSpPr>
          <p:nvPr/>
        </p:nvSpPr>
        <p:spPr>
          <a:xfrm>
            <a:off x="4857750" y="3185587"/>
            <a:ext cx="209550" cy="209550"/>
          </a:xfrm>
          <a:prstGeom prst="ellipse">
            <a:avLst/>
          </a:prstGeom>
          <a:solidFill>
            <a:srgbClr val="10B981"/>
          </a:solidFill>
          <a:ln w="14288">
            <a:solidFill>
              <a:srgbClr val="10B981"/>
            </a:solidFill>
            <a:prstDash val="solid"/>
          </a:ln>
        </p:spPr>
        <p:txBody>
          <a:bodyPr/>
          <a:lstStyle/>
          <a:p>
            <a:pPr>
              <a:buNone/>
            </a:pPr>
            <a:endParaRPr/>
          </a:p>
        </p:txBody>
      </p:sp>
      <p:sp>
        <p:nvSpPr>
          <p:cNvPr id="621061654" name="Straight Connector 1835573147">
            <a:extLst>
              <a:ext uri="{FF2B5EF4-FFF2-40B4-BE49-F238E27FC236}">
                <a16:creationId xmlns:a16="http://schemas.microsoft.com/office/drawing/2014/main" id="{CF5472B9-64F3-48F8-9A29-4B001DD8182B}"/>
              </a:ext>
            </a:extLst>
          </p:cNvPr>
          <p:cNvSpPr>
            <a:spLocks noGrp="1"/>
          </p:cNvSpPr>
          <p:nvPr/>
        </p:nvSpPr>
        <p:spPr>
          <a:xfrm>
            <a:off x="4752975" y="3009900"/>
            <a:ext cx="209550" cy="280462"/>
          </a:xfrm>
          <a:prstGeom prst="line">
            <a:avLst/>
          </a:prstGeom>
          <a:noFill/>
          <a:ln w="19050">
            <a:solidFill>
              <a:srgbClr val="10B981"/>
            </a:solidFill>
            <a:prstDash val="solid"/>
          </a:ln>
        </p:spPr>
        <p:txBody>
          <a:bodyPr/>
          <a:lstStyle/>
          <a:p>
            <a:pPr>
              <a:buNone/>
            </a:pPr>
            <a:endParaRPr/>
          </a:p>
        </p:txBody>
      </p:sp>
      <p:sp>
        <p:nvSpPr>
          <p:cNvPr id="2054488936" name="Oval 1354002711">
            <a:extLst>
              <a:ext uri="{FF2B5EF4-FFF2-40B4-BE49-F238E27FC236}">
                <a16:creationId xmlns:a16="http://schemas.microsoft.com/office/drawing/2014/main" id="{4B7289F5-6B16-4AE7-89E7-EFDA598FAD45}"/>
              </a:ext>
            </a:extLst>
          </p:cNvPr>
          <p:cNvSpPr>
            <a:spLocks noGrp="1"/>
          </p:cNvSpPr>
          <p:nvPr/>
        </p:nvSpPr>
        <p:spPr>
          <a:xfrm>
            <a:off x="4438650" y="3185587"/>
            <a:ext cx="209550" cy="209550"/>
          </a:xfrm>
          <a:prstGeom prst="ellipse">
            <a:avLst/>
          </a:prstGeom>
          <a:solidFill>
            <a:srgbClr val="E5E7EB"/>
          </a:solidFill>
          <a:ln w="14288">
            <a:solidFill>
              <a:srgbClr val="CBD5E1"/>
            </a:solidFill>
            <a:prstDash val="solid"/>
          </a:ln>
        </p:spPr>
        <p:txBody>
          <a:bodyPr/>
          <a:lstStyle/>
          <a:p>
            <a:pPr>
              <a:buNone/>
            </a:pPr>
            <a:endParaRPr/>
          </a:p>
        </p:txBody>
      </p:sp>
      <p:sp>
        <p:nvSpPr>
          <p:cNvPr id="1053398619" name="Straight Connector 1642711494">
            <a:extLst>
              <a:ext uri="{FF2B5EF4-FFF2-40B4-BE49-F238E27FC236}">
                <a16:creationId xmlns:a16="http://schemas.microsoft.com/office/drawing/2014/main" id="{E330A559-338D-4339-A2E6-3174E7312E45}"/>
              </a:ext>
            </a:extLst>
          </p:cNvPr>
          <p:cNvSpPr>
            <a:spLocks noGrp="1"/>
          </p:cNvSpPr>
          <p:nvPr/>
        </p:nvSpPr>
        <p:spPr>
          <a:xfrm>
            <a:off x="4543425" y="3009900"/>
            <a:ext cx="209550" cy="280462"/>
          </a:xfrm>
          <a:prstGeom prst="line">
            <a:avLst/>
          </a:prstGeom>
          <a:noFill/>
          <a:ln w="9525">
            <a:solidFill>
              <a:srgbClr val="D8DEE8"/>
            </a:solidFill>
            <a:prstDash val="solid"/>
          </a:ln>
        </p:spPr>
        <p:txBody>
          <a:bodyPr/>
          <a:lstStyle/>
          <a:p>
            <a:pPr>
              <a:buNone/>
            </a:pPr>
            <a:endParaRPr/>
          </a:p>
        </p:txBody>
      </p:sp>
      <p:sp>
        <p:nvSpPr>
          <p:cNvPr id="1233081396" name="Oval 1162477815">
            <a:extLst>
              <a:ext uri="{FF2B5EF4-FFF2-40B4-BE49-F238E27FC236}">
                <a16:creationId xmlns:a16="http://schemas.microsoft.com/office/drawing/2014/main" id="{1740EB11-E1E6-4A03-B90A-1297C6E63001}"/>
              </a:ext>
            </a:extLst>
          </p:cNvPr>
          <p:cNvSpPr>
            <a:spLocks noGrp="1"/>
          </p:cNvSpPr>
          <p:nvPr/>
        </p:nvSpPr>
        <p:spPr>
          <a:xfrm>
            <a:off x="4229100" y="2905125"/>
            <a:ext cx="209550" cy="209550"/>
          </a:xfrm>
          <a:prstGeom prst="ellipse">
            <a:avLst/>
          </a:prstGeom>
          <a:solidFill>
            <a:srgbClr val="E5E7EB"/>
          </a:solidFill>
          <a:ln w="14288">
            <a:solidFill>
              <a:srgbClr val="CBD5E1"/>
            </a:solidFill>
            <a:prstDash val="solid"/>
          </a:ln>
        </p:spPr>
        <p:txBody>
          <a:bodyPr/>
          <a:lstStyle/>
          <a:p>
            <a:pPr>
              <a:buNone/>
            </a:pPr>
            <a:endParaRPr/>
          </a:p>
        </p:txBody>
      </p:sp>
      <p:sp>
        <p:nvSpPr>
          <p:cNvPr id="1226519960" name="Straight Connector 754093467">
            <a:extLst>
              <a:ext uri="{FF2B5EF4-FFF2-40B4-BE49-F238E27FC236}">
                <a16:creationId xmlns:a16="http://schemas.microsoft.com/office/drawing/2014/main" id="{012ED10E-BCA6-40ED-9709-091E43ECF1A5}"/>
              </a:ext>
            </a:extLst>
          </p:cNvPr>
          <p:cNvSpPr>
            <a:spLocks noGrp="1"/>
          </p:cNvSpPr>
          <p:nvPr/>
        </p:nvSpPr>
        <p:spPr>
          <a:xfrm>
            <a:off x="4333875" y="3009900"/>
            <a:ext cx="419100" cy="9525"/>
          </a:xfrm>
          <a:prstGeom prst="line">
            <a:avLst/>
          </a:prstGeom>
          <a:noFill/>
          <a:ln w="9525">
            <a:solidFill>
              <a:srgbClr val="D8DEE8"/>
            </a:solidFill>
            <a:prstDash val="solid"/>
          </a:ln>
        </p:spPr>
        <p:txBody>
          <a:bodyPr/>
          <a:lstStyle/>
          <a:p>
            <a:pPr>
              <a:buNone/>
            </a:pPr>
            <a:endParaRPr/>
          </a:p>
        </p:txBody>
      </p:sp>
      <p:sp>
        <p:nvSpPr>
          <p:cNvPr id="1699998018" name="Oval 926903494">
            <a:extLst>
              <a:ext uri="{FF2B5EF4-FFF2-40B4-BE49-F238E27FC236}">
                <a16:creationId xmlns:a16="http://schemas.microsoft.com/office/drawing/2014/main" id="{CA3C3EDB-5FF0-4593-96A4-6664CC2547F4}"/>
              </a:ext>
            </a:extLst>
          </p:cNvPr>
          <p:cNvSpPr>
            <a:spLocks noGrp="1"/>
          </p:cNvSpPr>
          <p:nvPr/>
        </p:nvSpPr>
        <p:spPr>
          <a:xfrm>
            <a:off x="4438650" y="2624663"/>
            <a:ext cx="209550" cy="209550"/>
          </a:xfrm>
          <a:prstGeom prst="ellipse">
            <a:avLst/>
          </a:prstGeom>
          <a:solidFill>
            <a:srgbClr val="E5E7EB"/>
          </a:solidFill>
          <a:ln w="14288">
            <a:solidFill>
              <a:srgbClr val="CBD5E1"/>
            </a:solidFill>
            <a:prstDash val="solid"/>
          </a:ln>
        </p:spPr>
        <p:txBody>
          <a:bodyPr/>
          <a:lstStyle/>
          <a:p>
            <a:pPr>
              <a:buNone/>
            </a:pPr>
            <a:endParaRPr/>
          </a:p>
        </p:txBody>
      </p:sp>
      <p:sp>
        <p:nvSpPr>
          <p:cNvPr id="898556682" name="Straight Connector 1314704656">
            <a:extLst>
              <a:ext uri="{FF2B5EF4-FFF2-40B4-BE49-F238E27FC236}">
                <a16:creationId xmlns:a16="http://schemas.microsoft.com/office/drawing/2014/main" id="{DC0720C0-02F7-4726-A4BB-695E9D52F4A4}"/>
              </a:ext>
            </a:extLst>
          </p:cNvPr>
          <p:cNvSpPr>
            <a:spLocks noGrp="1"/>
          </p:cNvSpPr>
          <p:nvPr/>
        </p:nvSpPr>
        <p:spPr>
          <a:xfrm>
            <a:off x="4543425" y="2729437"/>
            <a:ext cx="209550" cy="280462"/>
          </a:xfrm>
          <a:prstGeom prst="line">
            <a:avLst/>
          </a:prstGeom>
          <a:noFill/>
          <a:ln w="9525">
            <a:solidFill>
              <a:srgbClr val="D8DEE8"/>
            </a:solidFill>
            <a:prstDash val="solid"/>
          </a:ln>
        </p:spPr>
        <p:txBody>
          <a:bodyPr/>
          <a:lstStyle/>
          <a:p>
            <a:pPr>
              <a:buNone/>
            </a:pPr>
            <a:endParaRPr/>
          </a:p>
        </p:txBody>
      </p:sp>
      <p:sp>
        <p:nvSpPr>
          <p:cNvPr id="1686768088" name="Oval 297993689">
            <a:extLst>
              <a:ext uri="{FF2B5EF4-FFF2-40B4-BE49-F238E27FC236}">
                <a16:creationId xmlns:a16="http://schemas.microsoft.com/office/drawing/2014/main" id="{7BCFE383-8D7D-458E-B476-3D7A1311BF30}"/>
              </a:ext>
            </a:extLst>
          </p:cNvPr>
          <p:cNvSpPr>
            <a:spLocks noGrp="1"/>
          </p:cNvSpPr>
          <p:nvPr/>
        </p:nvSpPr>
        <p:spPr>
          <a:xfrm>
            <a:off x="4857750" y="2624663"/>
            <a:ext cx="209550" cy="209550"/>
          </a:xfrm>
          <a:prstGeom prst="ellipse">
            <a:avLst/>
          </a:prstGeom>
          <a:solidFill>
            <a:srgbClr val="E5E7EB"/>
          </a:solidFill>
          <a:ln w="14288">
            <a:solidFill>
              <a:srgbClr val="CBD5E1"/>
            </a:solidFill>
            <a:prstDash val="solid"/>
          </a:ln>
        </p:spPr>
        <p:txBody>
          <a:bodyPr/>
          <a:lstStyle/>
          <a:p>
            <a:pPr>
              <a:buNone/>
            </a:pPr>
            <a:endParaRPr/>
          </a:p>
        </p:txBody>
      </p:sp>
      <p:sp>
        <p:nvSpPr>
          <p:cNvPr id="377082639" name="Straight Connector 1869335124">
            <a:extLst>
              <a:ext uri="{FF2B5EF4-FFF2-40B4-BE49-F238E27FC236}">
                <a16:creationId xmlns:a16="http://schemas.microsoft.com/office/drawing/2014/main" id="{DD621022-9E5E-447A-AA2D-D15859B70307}"/>
              </a:ext>
            </a:extLst>
          </p:cNvPr>
          <p:cNvSpPr>
            <a:spLocks noGrp="1"/>
          </p:cNvSpPr>
          <p:nvPr/>
        </p:nvSpPr>
        <p:spPr>
          <a:xfrm>
            <a:off x="4752975" y="2729437"/>
            <a:ext cx="209550" cy="280462"/>
          </a:xfrm>
          <a:prstGeom prst="line">
            <a:avLst/>
          </a:prstGeom>
          <a:noFill/>
          <a:ln w="9525">
            <a:solidFill>
              <a:srgbClr val="D8DEE8"/>
            </a:solidFill>
            <a:prstDash val="solid"/>
          </a:ln>
        </p:spPr>
        <p:txBody>
          <a:bodyPr/>
          <a:lstStyle/>
          <a:p>
            <a:pPr>
              <a:buNone/>
            </a:pPr>
            <a:endParaRPr/>
          </a:p>
        </p:txBody>
      </p:sp>
      <p:sp>
        <p:nvSpPr>
          <p:cNvPr id="635395538" name="Rectangle 1902597770">
            <a:extLst>
              <a:ext uri="{FF2B5EF4-FFF2-40B4-BE49-F238E27FC236}">
                <a16:creationId xmlns:a16="http://schemas.microsoft.com/office/drawing/2014/main" id="{11AD7410-7518-4DC5-B2E0-D724803A84F2}"/>
              </a:ext>
            </a:extLst>
          </p:cNvPr>
          <p:cNvSpPr>
            <a:spLocks noGrp="1"/>
          </p:cNvSpPr>
          <p:nvPr/>
        </p:nvSpPr>
        <p:spPr>
          <a:xfrm>
            <a:off x="3867150" y="3600450"/>
            <a:ext cx="1952625" cy="323850"/>
          </a:xfrm>
          <a:prstGeom prst="rect">
            <a:avLst/>
          </a:prstGeom>
          <a:noFill/>
          <a:ln w="0">
            <a:noFill/>
            <a:prstDash val="solid"/>
          </a:ln>
        </p:spPr>
        <p:txBody>
          <a:bodyPr/>
          <a:lstStyle/>
          <a:p>
            <a:pPr algn="ctr">
              <a:buNone/>
              <a:defRPr sz="1900" b="1">
                <a:solidFill>
                  <a:srgbClr val="10B981"/>
                </a:solidFill>
              </a:defRPr>
            </a:pPr>
            <a:r>
              <a:rPr sz="1900" b="1">
                <a:solidFill>
                  <a:srgbClr val="10B981"/>
                </a:solidFill>
              </a:rPr>
              <a:t>MoE</a:t>
            </a:r>
          </a:p>
        </p:txBody>
      </p:sp>
      <p:sp>
        <p:nvSpPr>
          <p:cNvPr id="1889974174" name="Rectangle 1200483564">
            <a:extLst>
              <a:ext uri="{FF2B5EF4-FFF2-40B4-BE49-F238E27FC236}">
                <a16:creationId xmlns:a16="http://schemas.microsoft.com/office/drawing/2014/main" id="{BDE2109E-C60C-4A40-8332-996794D5AEE8}"/>
              </a:ext>
            </a:extLst>
          </p:cNvPr>
          <p:cNvSpPr>
            <a:spLocks noGrp="1"/>
          </p:cNvSpPr>
          <p:nvPr/>
        </p:nvSpPr>
        <p:spPr>
          <a:xfrm>
            <a:off x="38862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many params</a:t>
            </a:r>
          </a:p>
          <a:p>
            <a:pPr algn="ctr">
              <a:buNone/>
              <a:defRPr sz="1450" b="0">
                <a:solidFill>
                  <a:srgbClr val="0B0F19"/>
                </a:solidFill>
              </a:defRPr>
            </a:pPr>
            <a:r>
              <a:rPr sz="1450" b="0">
                <a:solidFill>
                  <a:srgbClr val="0B0F19"/>
                </a:solidFill>
              </a:rPr>
              <a:t>few active</a:t>
            </a:r>
          </a:p>
        </p:txBody>
      </p:sp>
      <p:sp>
        <p:nvSpPr>
          <p:cNvPr id="1739997587" name="Rectangle 713949086">
            <a:extLst>
              <a:ext uri="{FF2B5EF4-FFF2-40B4-BE49-F238E27FC236}">
                <a16:creationId xmlns:a16="http://schemas.microsoft.com/office/drawing/2014/main" id="{6C0D6338-CD1A-4EE5-BD3C-4B3EFBCFE6AF}"/>
              </a:ext>
            </a:extLst>
          </p:cNvPr>
          <p:cNvSpPr>
            <a:spLocks noGrp="1"/>
          </p:cNvSpPr>
          <p:nvPr/>
        </p:nvSpPr>
        <p:spPr>
          <a:xfrm>
            <a:off x="38862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sparse compute</a:t>
            </a:r>
          </a:p>
        </p:txBody>
      </p:sp>
      <p:sp>
        <p:nvSpPr>
          <p:cNvPr id="928006946" name="Rectangle: Rounded Corners 731916211">
            <a:extLst>
              <a:ext uri="{FF2B5EF4-FFF2-40B4-BE49-F238E27FC236}">
                <a16:creationId xmlns:a16="http://schemas.microsoft.com/office/drawing/2014/main" id="{148479AB-330C-422A-9830-503E0599F1F9}"/>
              </a:ext>
            </a:extLst>
          </p:cNvPr>
          <p:cNvSpPr>
            <a:spLocks noGrp="1"/>
          </p:cNvSpPr>
          <p:nvPr/>
        </p:nvSpPr>
        <p:spPr>
          <a:xfrm>
            <a:off x="628650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pPr>
            <a:endParaRPr/>
          </a:p>
        </p:txBody>
      </p:sp>
      <p:sp>
        <p:nvSpPr>
          <p:cNvPr id="1694988758" name="Oval 1174154410">
            <a:extLst>
              <a:ext uri="{FF2B5EF4-FFF2-40B4-BE49-F238E27FC236}">
                <a16:creationId xmlns:a16="http://schemas.microsoft.com/office/drawing/2014/main" id="{FEE45290-FE0B-44C1-AE75-1AA7A2A0EA3C}"/>
              </a:ext>
            </a:extLst>
          </p:cNvPr>
          <p:cNvSpPr>
            <a:spLocks noGrp="1"/>
          </p:cNvSpPr>
          <p:nvPr/>
        </p:nvSpPr>
        <p:spPr>
          <a:xfrm>
            <a:off x="6991350" y="2971800"/>
            <a:ext cx="228600" cy="228600"/>
          </a:xfrm>
          <a:prstGeom prst="ellipse">
            <a:avLst/>
          </a:prstGeom>
          <a:solidFill>
            <a:srgbClr val="F97316"/>
          </a:solidFill>
          <a:ln w="14288">
            <a:solidFill>
              <a:srgbClr val="F97316"/>
            </a:solidFill>
            <a:prstDash val="solid"/>
          </a:ln>
        </p:spPr>
        <p:txBody>
          <a:bodyPr/>
          <a:lstStyle/>
          <a:p>
            <a:pPr>
              <a:buNone/>
            </a:pPr>
            <a:endParaRPr/>
          </a:p>
        </p:txBody>
      </p:sp>
      <p:sp>
        <p:nvSpPr>
          <p:cNvPr id="1848803854" name="Oval 125293162">
            <a:extLst>
              <a:ext uri="{FF2B5EF4-FFF2-40B4-BE49-F238E27FC236}">
                <a16:creationId xmlns:a16="http://schemas.microsoft.com/office/drawing/2014/main" id="{45E3CFFE-6EF6-42BB-B84C-A04383931789}"/>
              </a:ext>
            </a:extLst>
          </p:cNvPr>
          <p:cNvSpPr>
            <a:spLocks noGrp="1"/>
          </p:cNvSpPr>
          <p:nvPr/>
        </p:nvSpPr>
        <p:spPr>
          <a:xfrm>
            <a:off x="7343775" y="2838450"/>
            <a:ext cx="228600" cy="228600"/>
          </a:xfrm>
          <a:prstGeom prst="ellipse">
            <a:avLst/>
          </a:prstGeom>
          <a:solidFill>
            <a:srgbClr val="F97316"/>
          </a:solidFill>
          <a:ln w="14288">
            <a:solidFill>
              <a:srgbClr val="F97316"/>
            </a:solidFill>
            <a:prstDash val="solid"/>
          </a:ln>
        </p:spPr>
        <p:txBody>
          <a:bodyPr/>
          <a:lstStyle/>
          <a:p>
            <a:pPr>
              <a:buNone/>
            </a:pPr>
            <a:endParaRPr/>
          </a:p>
        </p:txBody>
      </p:sp>
      <p:sp>
        <p:nvSpPr>
          <p:cNvPr id="1946613359" name="Oval 1712601375">
            <a:extLst>
              <a:ext uri="{FF2B5EF4-FFF2-40B4-BE49-F238E27FC236}">
                <a16:creationId xmlns:a16="http://schemas.microsoft.com/office/drawing/2014/main" id="{40ADBD01-E234-4B34-887C-47FA492654F5}"/>
              </a:ext>
            </a:extLst>
          </p:cNvPr>
          <p:cNvSpPr>
            <a:spLocks noGrp="1"/>
          </p:cNvSpPr>
          <p:nvPr/>
        </p:nvSpPr>
        <p:spPr>
          <a:xfrm>
            <a:off x="7696200" y="2971800"/>
            <a:ext cx="228600" cy="228600"/>
          </a:xfrm>
          <a:prstGeom prst="ellipse">
            <a:avLst/>
          </a:prstGeom>
          <a:solidFill>
            <a:srgbClr val="F97316"/>
          </a:solidFill>
          <a:ln w="14288">
            <a:solidFill>
              <a:srgbClr val="F97316"/>
            </a:solidFill>
            <a:prstDash val="solid"/>
          </a:ln>
        </p:spPr>
        <p:txBody>
          <a:bodyPr/>
          <a:lstStyle/>
          <a:p>
            <a:pPr>
              <a:buNone/>
            </a:pPr>
            <a:endParaRPr/>
          </a:p>
        </p:txBody>
      </p:sp>
      <p:sp>
        <p:nvSpPr>
          <p:cNvPr id="1824204116" name="Straight Connector 361292721">
            <a:extLst>
              <a:ext uri="{FF2B5EF4-FFF2-40B4-BE49-F238E27FC236}">
                <a16:creationId xmlns:a16="http://schemas.microsoft.com/office/drawing/2014/main" id="{C888736B-A793-4DF2-A2DB-2287C8B4283A}"/>
              </a:ext>
            </a:extLst>
          </p:cNvPr>
          <p:cNvSpPr>
            <a:spLocks noGrp="1"/>
          </p:cNvSpPr>
          <p:nvPr/>
        </p:nvSpPr>
        <p:spPr>
          <a:xfrm>
            <a:off x="7200900" y="2981325"/>
            <a:ext cx="161925" cy="66675"/>
          </a:xfrm>
          <a:prstGeom prst="line">
            <a:avLst/>
          </a:prstGeom>
          <a:noFill/>
          <a:ln w="19050">
            <a:solidFill>
              <a:srgbClr val="F97316"/>
            </a:solidFill>
            <a:prstDash val="solid"/>
          </a:ln>
        </p:spPr>
        <p:txBody>
          <a:bodyPr/>
          <a:lstStyle/>
          <a:p>
            <a:pPr>
              <a:buNone/>
            </a:pPr>
            <a:endParaRPr/>
          </a:p>
        </p:txBody>
      </p:sp>
      <p:sp>
        <p:nvSpPr>
          <p:cNvPr id="1220699668" name="Straight Connector 1216392229">
            <a:extLst>
              <a:ext uri="{FF2B5EF4-FFF2-40B4-BE49-F238E27FC236}">
                <a16:creationId xmlns:a16="http://schemas.microsoft.com/office/drawing/2014/main" id="{8CFD0C40-95DF-4A5C-AFA3-B30C4EB08180}"/>
              </a:ext>
            </a:extLst>
          </p:cNvPr>
          <p:cNvSpPr>
            <a:spLocks noGrp="1"/>
          </p:cNvSpPr>
          <p:nvPr/>
        </p:nvSpPr>
        <p:spPr>
          <a:xfrm>
            <a:off x="7553325" y="2981325"/>
            <a:ext cx="161925" cy="66675"/>
          </a:xfrm>
          <a:prstGeom prst="line">
            <a:avLst/>
          </a:prstGeom>
          <a:noFill/>
          <a:ln w="19050">
            <a:solidFill>
              <a:srgbClr val="F97316"/>
            </a:solidFill>
            <a:prstDash val="solid"/>
          </a:ln>
        </p:spPr>
        <p:txBody>
          <a:bodyPr/>
          <a:lstStyle/>
          <a:p>
            <a:pPr>
              <a:buNone/>
            </a:pPr>
            <a:endParaRPr/>
          </a:p>
        </p:txBody>
      </p:sp>
      <p:sp>
        <p:nvSpPr>
          <p:cNvPr id="786842844" name="Rectangle 1760216901">
            <a:extLst>
              <a:ext uri="{FF2B5EF4-FFF2-40B4-BE49-F238E27FC236}">
                <a16:creationId xmlns:a16="http://schemas.microsoft.com/office/drawing/2014/main" id="{B0E8A918-4A60-4140-B1AB-134952CF6E2D}"/>
              </a:ext>
            </a:extLst>
          </p:cNvPr>
          <p:cNvSpPr>
            <a:spLocks noGrp="1"/>
          </p:cNvSpPr>
          <p:nvPr/>
        </p:nvSpPr>
        <p:spPr>
          <a:xfrm>
            <a:off x="6477000" y="3600450"/>
            <a:ext cx="1952625" cy="323850"/>
          </a:xfrm>
          <a:prstGeom prst="rect">
            <a:avLst/>
          </a:prstGeom>
          <a:noFill/>
          <a:ln w="0">
            <a:noFill/>
            <a:prstDash val="solid"/>
          </a:ln>
        </p:spPr>
        <p:txBody>
          <a:bodyPr/>
          <a:lstStyle/>
          <a:p>
            <a:pPr algn="ctr">
              <a:buNone/>
              <a:defRPr sz="1900" b="1">
                <a:solidFill>
                  <a:srgbClr val="F97316"/>
                </a:solidFill>
              </a:defRPr>
            </a:pPr>
            <a:r>
              <a:rPr sz="1900" b="1">
                <a:solidFill>
                  <a:srgbClr val="F97316"/>
                </a:solidFill>
              </a:rPr>
              <a:t>post-training</a:t>
            </a:r>
          </a:p>
        </p:txBody>
      </p:sp>
      <p:sp>
        <p:nvSpPr>
          <p:cNvPr id="75052124" name="Rectangle 1432423854">
            <a:extLst>
              <a:ext uri="{FF2B5EF4-FFF2-40B4-BE49-F238E27FC236}">
                <a16:creationId xmlns:a16="http://schemas.microsoft.com/office/drawing/2014/main" id="{607DB388-B7CB-4022-AEC4-55860205785F}"/>
              </a:ext>
            </a:extLst>
          </p:cNvPr>
          <p:cNvSpPr>
            <a:spLocks noGrp="1"/>
          </p:cNvSpPr>
          <p:nvPr/>
        </p:nvSpPr>
        <p:spPr>
          <a:xfrm>
            <a:off x="64960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SFT + RL</a:t>
            </a:r>
          </a:p>
          <a:p>
            <a:pPr algn="ctr">
              <a:buNone/>
              <a:defRPr sz="1450" b="0">
                <a:solidFill>
                  <a:srgbClr val="0B0F19"/>
                </a:solidFill>
              </a:defRPr>
            </a:pPr>
            <a:r>
              <a:rPr sz="1450" b="0">
                <a:solidFill>
                  <a:srgbClr val="0B0F19"/>
                </a:solidFill>
              </a:rPr>
              <a:t>feedback loops</a:t>
            </a:r>
          </a:p>
        </p:txBody>
      </p:sp>
      <p:sp>
        <p:nvSpPr>
          <p:cNvPr id="1958720962" name="Rectangle 1426602610">
            <a:extLst>
              <a:ext uri="{FF2B5EF4-FFF2-40B4-BE49-F238E27FC236}">
                <a16:creationId xmlns:a16="http://schemas.microsoft.com/office/drawing/2014/main" id="{6EC231F7-4EEB-4F6E-A76C-F8DF6343F947}"/>
              </a:ext>
            </a:extLst>
          </p:cNvPr>
          <p:cNvSpPr>
            <a:spLocks noGrp="1"/>
          </p:cNvSpPr>
          <p:nvPr/>
        </p:nvSpPr>
        <p:spPr>
          <a:xfrm>
            <a:off x="64960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alignment compute</a:t>
            </a:r>
          </a:p>
        </p:txBody>
      </p:sp>
      <p:sp>
        <p:nvSpPr>
          <p:cNvPr id="1919096610" name="Rectangle: Rounded Corners 1132936319">
            <a:extLst>
              <a:ext uri="{FF2B5EF4-FFF2-40B4-BE49-F238E27FC236}">
                <a16:creationId xmlns:a16="http://schemas.microsoft.com/office/drawing/2014/main" id="{D0830569-89AB-4148-B802-60A8547FC2D5}"/>
              </a:ext>
            </a:extLst>
          </p:cNvPr>
          <p:cNvSpPr>
            <a:spLocks noGrp="1"/>
          </p:cNvSpPr>
          <p:nvPr/>
        </p:nvSpPr>
        <p:spPr>
          <a:xfrm>
            <a:off x="889635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pPr>
            <a:endParaRPr/>
          </a:p>
        </p:txBody>
      </p:sp>
      <p:sp>
        <p:nvSpPr>
          <p:cNvPr id="1828959624" name="Oval 848102302">
            <a:extLst>
              <a:ext uri="{FF2B5EF4-FFF2-40B4-BE49-F238E27FC236}">
                <a16:creationId xmlns:a16="http://schemas.microsoft.com/office/drawing/2014/main" id="{3B61611D-7B0A-4D80-B5EC-C28496A93064}"/>
              </a:ext>
            </a:extLst>
          </p:cNvPr>
          <p:cNvSpPr>
            <a:spLocks noGrp="1"/>
          </p:cNvSpPr>
          <p:nvPr/>
        </p:nvSpPr>
        <p:spPr>
          <a:xfrm>
            <a:off x="9639300" y="2705100"/>
            <a:ext cx="723900" cy="723900"/>
          </a:xfrm>
          <a:prstGeom prst="ellipse">
            <a:avLst/>
          </a:prstGeom>
          <a:solidFill>
            <a:srgbClr val="FFFFFF"/>
          </a:solidFill>
          <a:ln w="14288">
            <a:solidFill>
              <a:srgbClr val="2563EB"/>
            </a:solidFill>
            <a:prstDash val="solid"/>
          </a:ln>
        </p:spPr>
        <p:txBody>
          <a:bodyPr/>
          <a:lstStyle/>
          <a:p>
            <a:pPr>
              <a:buNone/>
            </a:pPr>
            <a:endParaRPr/>
          </a:p>
        </p:txBody>
      </p:sp>
      <p:sp>
        <p:nvSpPr>
          <p:cNvPr id="1038891522" name="Straight Connector 2140277386">
            <a:extLst>
              <a:ext uri="{FF2B5EF4-FFF2-40B4-BE49-F238E27FC236}">
                <a16:creationId xmlns:a16="http://schemas.microsoft.com/office/drawing/2014/main" id="{4EFDC217-D359-4E58-A0DE-D50C767CCA12}"/>
              </a:ext>
            </a:extLst>
          </p:cNvPr>
          <p:cNvSpPr>
            <a:spLocks noGrp="1"/>
          </p:cNvSpPr>
          <p:nvPr/>
        </p:nvSpPr>
        <p:spPr>
          <a:xfrm>
            <a:off x="10001250" y="2857500"/>
            <a:ext cx="9525" cy="209550"/>
          </a:xfrm>
          <a:prstGeom prst="line">
            <a:avLst/>
          </a:prstGeom>
          <a:noFill/>
          <a:ln w="28575">
            <a:solidFill>
              <a:srgbClr val="2563EB"/>
            </a:solidFill>
            <a:prstDash val="solid"/>
          </a:ln>
        </p:spPr>
        <p:txBody>
          <a:bodyPr/>
          <a:lstStyle/>
          <a:p>
            <a:pPr>
              <a:buNone/>
            </a:pPr>
            <a:endParaRPr/>
          </a:p>
        </p:txBody>
      </p:sp>
      <p:sp>
        <p:nvSpPr>
          <p:cNvPr id="10449026" name="Straight Connector 546058830">
            <a:extLst>
              <a:ext uri="{FF2B5EF4-FFF2-40B4-BE49-F238E27FC236}">
                <a16:creationId xmlns:a16="http://schemas.microsoft.com/office/drawing/2014/main" id="{6EDF14DE-95A1-488E-A3FC-B8BBD25594FE}"/>
              </a:ext>
            </a:extLst>
          </p:cNvPr>
          <p:cNvSpPr>
            <a:spLocks noGrp="1"/>
          </p:cNvSpPr>
          <p:nvPr/>
        </p:nvSpPr>
        <p:spPr>
          <a:xfrm>
            <a:off x="10001250" y="3067050"/>
            <a:ext cx="200025" cy="57150"/>
          </a:xfrm>
          <a:prstGeom prst="line">
            <a:avLst/>
          </a:prstGeom>
          <a:noFill/>
          <a:ln w="28575">
            <a:solidFill>
              <a:srgbClr val="2563EB"/>
            </a:solidFill>
            <a:prstDash val="solid"/>
          </a:ln>
        </p:spPr>
        <p:txBody>
          <a:bodyPr/>
          <a:lstStyle/>
          <a:p>
            <a:pPr>
              <a:buNone/>
            </a:pPr>
            <a:endParaRPr/>
          </a:p>
        </p:txBody>
      </p:sp>
      <p:sp>
        <p:nvSpPr>
          <p:cNvPr id="2105161411" name="Straight Connector 634911421">
            <a:extLst>
              <a:ext uri="{FF2B5EF4-FFF2-40B4-BE49-F238E27FC236}">
                <a16:creationId xmlns:a16="http://schemas.microsoft.com/office/drawing/2014/main" id="{955A1670-9863-43E5-9256-5E418A24E250}"/>
              </a:ext>
            </a:extLst>
          </p:cNvPr>
          <p:cNvSpPr>
            <a:spLocks noGrp="1"/>
          </p:cNvSpPr>
          <p:nvPr/>
        </p:nvSpPr>
        <p:spPr>
          <a:xfrm>
            <a:off x="10382250" y="3067050"/>
            <a:ext cx="266700" cy="9525"/>
          </a:xfrm>
          <a:prstGeom prst="line">
            <a:avLst/>
          </a:prstGeom>
          <a:noFill/>
          <a:ln w="23813">
            <a:solidFill>
              <a:srgbClr val="2563EB"/>
            </a:solidFill>
            <a:prstDash val="solid"/>
          </a:ln>
        </p:spPr>
        <p:txBody>
          <a:bodyPr/>
          <a:lstStyle/>
          <a:p>
            <a:pPr>
              <a:buNone/>
            </a:pPr>
            <a:endParaRPr/>
          </a:p>
        </p:txBody>
      </p:sp>
      <p:sp>
        <p:nvSpPr>
          <p:cNvPr id="923908997" name="Rectangle 253059330">
            <a:extLst>
              <a:ext uri="{FF2B5EF4-FFF2-40B4-BE49-F238E27FC236}">
                <a16:creationId xmlns:a16="http://schemas.microsoft.com/office/drawing/2014/main" id="{0A69727D-2C99-4C59-9612-F72460EA0983}"/>
              </a:ext>
            </a:extLst>
          </p:cNvPr>
          <p:cNvSpPr>
            <a:spLocks noGrp="1"/>
          </p:cNvSpPr>
          <p:nvPr/>
        </p:nvSpPr>
        <p:spPr>
          <a:xfrm>
            <a:off x="9086850" y="3600450"/>
            <a:ext cx="1952625" cy="323850"/>
          </a:xfrm>
          <a:prstGeom prst="rect">
            <a:avLst/>
          </a:prstGeom>
          <a:noFill/>
          <a:ln w="0">
            <a:noFill/>
            <a:prstDash val="solid"/>
          </a:ln>
        </p:spPr>
        <p:txBody>
          <a:bodyPr/>
          <a:lstStyle/>
          <a:p>
            <a:pPr algn="ctr">
              <a:buNone/>
              <a:defRPr sz="1900" b="1">
                <a:solidFill>
                  <a:srgbClr val="7C3AED"/>
                </a:solidFill>
              </a:defRPr>
            </a:pPr>
            <a:r>
              <a:rPr sz="1900" b="1">
                <a:solidFill>
                  <a:srgbClr val="7C3AED"/>
                </a:solidFill>
              </a:rPr>
              <a:t>test-time</a:t>
            </a:r>
          </a:p>
        </p:txBody>
      </p:sp>
      <p:sp>
        <p:nvSpPr>
          <p:cNvPr id="774668373" name="Rectangle 1961211258">
            <a:extLst>
              <a:ext uri="{FF2B5EF4-FFF2-40B4-BE49-F238E27FC236}">
                <a16:creationId xmlns:a16="http://schemas.microsoft.com/office/drawing/2014/main" id="{4C860CFA-B161-44A4-926C-269555A515E1}"/>
              </a:ext>
            </a:extLst>
          </p:cNvPr>
          <p:cNvSpPr>
            <a:spLocks noGrp="1"/>
          </p:cNvSpPr>
          <p:nvPr/>
        </p:nvSpPr>
        <p:spPr>
          <a:xfrm>
            <a:off x="91059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think longer</a:t>
            </a:r>
          </a:p>
          <a:p>
            <a:pPr algn="ctr">
              <a:buNone/>
              <a:defRPr sz="1450" b="0">
                <a:solidFill>
                  <a:srgbClr val="0B0F19"/>
                </a:solidFill>
              </a:defRPr>
            </a:pPr>
            <a:r>
              <a:rPr sz="1450" b="0">
                <a:solidFill>
                  <a:srgbClr val="0B0F19"/>
                </a:solidFill>
              </a:rPr>
              <a:t>before answer</a:t>
            </a:r>
          </a:p>
        </p:txBody>
      </p:sp>
      <p:sp>
        <p:nvSpPr>
          <p:cNvPr id="324263850" name="Rectangle 902052220">
            <a:extLst>
              <a:ext uri="{FF2B5EF4-FFF2-40B4-BE49-F238E27FC236}">
                <a16:creationId xmlns:a16="http://schemas.microsoft.com/office/drawing/2014/main" id="{F6396129-82C7-4B20-AACD-9C14093B5BF1}"/>
              </a:ext>
            </a:extLst>
          </p:cNvPr>
          <p:cNvSpPr>
            <a:spLocks noGrp="1"/>
          </p:cNvSpPr>
          <p:nvPr/>
        </p:nvSpPr>
        <p:spPr>
          <a:xfrm>
            <a:off x="91059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inference compute</a:t>
            </a:r>
          </a:p>
        </p:txBody>
      </p:sp>
      <p:sp>
        <p:nvSpPr>
          <p:cNvPr id="1393041445" name="Rectangle 110604859">
            <a:extLst>
              <a:ext uri="{FF2B5EF4-FFF2-40B4-BE49-F238E27FC236}">
                <a16:creationId xmlns:a16="http://schemas.microsoft.com/office/drawing/2014/main" id="{7F3ED5C4-1443-415B-81B8-03F7723EE940}"/>
              </a:ext>
            </a:extLst>
          </p:cNvPr>
          <p:cNvSpPr>
            <a:spLocks noGrp="1"/>
          </p:cNvSpPr>
          <p:nvPr/>
        </p:nvSpPr>
        <p:spPr>
          <a:xfrm>
            <a:off x="3048000" y="5448300"/>
            <a:ext cx="60960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Trend: scale the whole compute budget</a:t>
            </a:r>
          </a:p>
        </p:txBody>
      </p:sp>
      <p:sp>
        <p:nvSpPr>
          <p:cNvPr id="1716431276" name="Rectangle 1570659082">
            <a:extLst>
              <a:ext uri="{FF2B5EF4-FFF2-40B4-BE49-F238E27FC236}">
                <a16:creationId xmlns:a16="http://schemas.microsoft.com/office/drawing/2014/main" id="{1045C858-51E0-4872-9EB9-40F7E2CFE529}"/>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70</a:t>
            </a:r>
          </a:p>
        </p:txBody>
      </p:sp>
    </p:spTree>
    <p:extLst>
      <p:ext uri="{BB962C8B-B14F-4D97-AF65-F5344CB8AC3E}">
        <p14:creationId xmlns:p14="http://schemas.microsoft.com/office/powerpoint/2010/main" val="16161605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0798696" name="Rectangle 1748329787">
            <a:extLst>
              <a:ext uri="{FF2B5EF4-FFF2-40B4-BE49-F238E27FC236}">
                <a16:creationId xmlns:a16="http://schemas.microsoft.com/office/drawing/2014/main" id="{48E35C17-42B0-4234-95FB-72B227A0C8C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Compression</a:t>
            </a:r>
          </a:p>
        </p:txBody>
      </p:sp>
      <p:sp>
        <p:nvSpPr>
          <p:cNvPr id="1699343582" name="Rectangle 1611343531">
            <a:extLst>
              <a:ext uri="{FF2B5EF4-FFF2-40B4-BE49-F238E27FC236}">
                <a16:creationId xmlns:a16="http://schemas.microsoft.com/office/drawing/2014/main" id="{0CA63308-9FB1-41FD-A313-7CAA335FE0DB}"/>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Teacher-student distillation transfers behavior</a:t>
            </a:r>
          </a:p>
        </p:txBody>
      </p:sp>
      <p:sp>
        <p:nvSpPr>
          <p:cNvPr id="275099801" name="Rectangle: Rounded Corners 1015940866">
            <a:extLst>
              <a:ext uri="{FF2B5EF4-FFF2-40B4-BE49-F238E27FC236}">
                <a16:creationId xmlns:a16="http://schemas.microsoft.com/office/drawing/2014/main" id="{BC5EB154-29DC-43ED-8474-517F77E7E891}"/>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pPr>
            <a:endParaRPr/>
          </a:p>
        </p:txBody>
      </p:sp>
      <p:sp>
        <p:nvSpPr>
          <p:cNvPr id="413122156" name="Rectangle: Rounded Corners 1808652943">
            <a:extLst>
              <a:ext uri="{FF2B5EF4-FFF2-40B4-BE49-F238E27FC236}">
                <a16:creationId xmlns:a16="http://schemas.microsoft.com/office/drawing/2014/main" id="{33D8571C-841B-4586-AF82-A4244A9B651E}"/>
              </a:ext>
            </a:extLst>
          </p:cNvPr>
          <p:cNvSpPr>
            <a:spLocks noGrp="1"/>
          </p:cNvSpPr>
          <p:nvPr/>
        </p:nvSpPr>
        <p:spPr>
          <a:xfrm>
            <a:off x="1390650" y="2571750"/>
            <a:ext cx="1562100" cy="533400"/>
          </a:xfrm>
          <a:prstGeom prst="roundRect">
            <a:avLst>
              <a:gd name="adj" fmla="val 21429"/>
            </a:avLst>
          </a:prstGeom>
          <a:solidFill>
            <a:srgbClr val="EEF2F7"/>
          </a:solidFill>
          <a:ln w="11430">
            <a:solidFill>
              <a:srgbClr val="CBD5E1"/>
            </a:solidFill>
            <a:prstDash val="solid"/>
          </a:ln>
        </p:spPr>
        <p:txBody>
          <a:bodyPr/>
          <a:lstStyle/>
          <a:p>
            <a:pPr>
              <a:buNone/>
            </a:pPr>
            <a:endParaRPr/>
          </a:p>
        </p:txBody>
      </p:sp>
      <p:sp>
        <p:nvSpPr>
          <p:cNvPr id="1424490315" name="Rectangle: Rounded Corners 1081078089">
            <a:extLst>
              <a:ext uri="{FF2B5EF4-FFF2-40B4-BE49-F238E27FC236}">
                <a16:creationId xmlns:a16="http://schemas.microsoft.com/office/drawing/2014/main" id="{D01752B7-BC17-475D-8C6F-3EC9FABB9184}"/>
              </a:ext>
            </a:extLst>
          </p:cNvPr>
          <p:cNvSpPr>
            <a:spLocks noGrp="1"/>
          </p:cNvSpPr>
          <p:nvPr/>
        </p:nvSpPr>
        <p:spPr>
          <a:xfrm>
            <a:off x="1485900" y="2447925"/>
            <a:ext cx="1562100" cy="533400"/>
          </a:xfrm>
          <a:prstGeom prst="roundRect">
            <a:avLst>
              <a:gd name="adj" fmla="val 21429"/>
            </a:avLst>
          </a:prstGeom>
          <a:solidFill>
            <a:srgbClr val="EEF2F7"/>
          </a:solidFill>
          <a:ln w="11430">
            <a:solidFill>
              <a:srgbClr val="CBD5E1"/>
            </a:solidFill>
            <a:prstDash val="solid"/>
          </a:ln>
        </p:spPr>
        <p:txBody>
          <a:bodyPr/>
          <a:lstStyle/>
          <a:p>
            <a:pPr>
              <a:buNone/>
            </a:pPr>
            <a:endParaRPr/>
          </a:p>
        </p:txBody>
      </p:sp>
      <p:sp>
        <p:nvSpPr>
          <p:cNvPr id="334607719" name="Rectangle: Rounded Corners 492680344">
            <a:extLst>
              <a:ext uri="{FF2B5EF4-FFF2-40B4-BE49-F238E27FC236}">
                <a16:creationId xmlns:a16="http://schemas.microsoft.com/office/drawing/2014/main" id="{994EB8C1-40F5-4B73-B173-6ACC9A2AE6F7}"/>
              </a:ext>
            </a:extLst>
          </p:cNvPr>
          <p:cNvSpPr>
            <a:spLocks noGrp="1"/>
          </p:cNvSpPr>
          <p:nvPr/>
        </p:nvSpPr>
        <p:spPr>
          <a:xfrm>
            <a:off x="1581150" y="2324100"/>
            <a:ext cx="1562100" cy="533400"/>
          </a:xfrm>
          <a:prstGeom prst="roundRect">
            <a:avLst>
              <a:gd name="adj" fmla="val 21429"/>
            </a:avLst>
          </a:prstGeom>
          <a:solidFill>
            <a:srgbClr val="EEF2F7"/>
          </a:solidFill>
          <a:ln w="11430">
            <a:solidFill>
              <a:srgbClr val="CBD5E1"/>
            </a:solidFill>
            <a:prstDash val="solid"/>
          </a:ln>
        </p:spPr>
        <p:txBody>
          <a:bodyPr/>
          <a:lstStyle/>
          <a:p>
            <a:pPr>
              <a:buNone/>
            </a:pPr>
            <a:endParaRPr/>
          </a:p>
        </p:txBody>
      </p:sp>
      <p:sp>
        <p:nvSpPr>
          <p:cNvPr id="1051293692" name="Rectangle: Rounded Corners 1482722514">
            <a:extLst>
              <a:ext uri="{FF2B5EF4-FFF2-40B4-BE49-F238E27FC236}">
                <a16:creationId xmlns:a16="http://schemas.microsoft.com/office/drawing/2014/main" id="{580611E6-1F4F-46FC-A5CD-98419E8C251D}"/>
              </a:ext>
            </a:extLst>
          </p:cNvPr>
          <p:cNvSpPr>
            <a:spLocks noGrp="1"/>
          </p:cNvSpPr>
          <p:nvPr/>
        </p:nvSpPr>
        <p:spPr>
          <a:xfrm>
            <a:off x="1676400" y="2200275"/>
            <a:ext cx="1562100" cy="533400"/>
          </a:xfrm>
          <a:prstGeom prst="roundRect">
            <a:avLst>
              <a:gd name="adj" fmla="val 21429"/>
            </a:avLst>
          </a:prstGeom>
          <a:solidFill>
            <a:srgbClr val="EEF2F7"/>
          </a:solidFill>
          <a:ln w="11430">
            <a:solidFill>
              <a:srgbClr val="CBD5E1"/>
            </a:solidFill>
            <a:prstDash val="solid"/>
          </a:ln>
        </p:spPr>
        <p:txBody>
          <a:bodyPr/>
          <a:lstStyle/>
          <a:p>
            <a:pPr>
              <a:buNone/>
            </a:pPr>
            <a:endParaRPr/>
          </a:p>
        </p:txBody>
      </p:sp>
      <p:sp>
        <p:nvSpPr>
          <p:cNvPr id="760064785" name="Rectangle: Rounded Corners 121026446">
            <a:extLst>
              <a:ext uri="{FF2B5EF4-FFF2-40B4-BE49-F238E27FC236}">
                <a16:creationId xmlns:a16="http://schemas.microsoft.com/office/drawing/2014/main" id="{5FC1E07C-EA94-4815-A03E-688D3A1A4865}"/>
              </a:ext>
            </a:extLst>
          </p:cNvPr>
          <p:cNvSpPr>
            <a:spLocks noGrp="1"/>
          </p:cNvSpPr>
          <p:nvPr/>
        </p:nvSpPr>
        <p:spPr>
          <a:xfrm>
            <a:off x="1771650" y="2076450"/>
            <a:ext cx="1562100" cy="533400"/>
          </a:xfrm>
          <a:prstGeom prst="roundRect">
            <a:avLst>
              <a:gd name="adj" fmla="val 21429"/>
            </a:avLst>
          </a:prstGeom>
          <a:solidFill>
            <a:srgbClr val="FFFFFF"/>
          </a:solidFill>
          <a:ln w="20955">
            <a:solidFill>
              <a:srgbClr val="7C3AED"/>
            </a:solidFill>
            <a:prstDash val="solid"/>
          </a:ln>
        </p:spPr>
        <p:txBody>
          <a:bodyPr/>
          <a:lstStyle/>
          <a:p>
            <a:pPr>
              <a:buNone/>
            </a:pPr>
            <a:endParaRPr/>
          </a:p>
        </p:txBody>
      </p:sp>
      <p:sp>
        <p:nvSpPr>
          <p:cNvPr id="744177117" name="Rectangle 163980103">
            <a:extLst>
              <a:ext uri="{FF2B5EF4-FFF2-40B4-BE49-F238E27FC236}">
                <a16:creationId xmlns:a16="http://schemas.microsoft.com/office/drawing/2014/main" id="{D533291F-2EDF-490D-8F55-BB784A535E2A}"/>
              </a:ext>
            </a:extLst>
          </p:cNvPr>
          <p:cNvSpPr>
            <a:spLocks noGrp="1"/>
          </p:cNvSpPr>
          <p:nvPr/>
        </p:nvSpPr>
        <p:spPr>
          <a:xfrm>
            <a:off x="1181099" y="3467100"/>
            <a:ext cx="2286000" cy="304800"/>
          </a:xfrm>
          <a:prstGeom prst="rect">
            <a:avLst/>
          </a:prstGeom>
          <a:noFill/>
          <a:ln w="0">
            <a:noFill/>
            <a:prstDash val="solid"/>
          </a:ln>
        </p:spPr>
        <p:txBody>
          <a:bodyPr/>
          <a:lstStyle/>
          <a:p>
            <a:pPr algn="ctr">
              <a:buNone/>
              <a:defRPr sz="2050" b="1">
                <a:solidFill>
                  <a:srgbClr val="7C3AED"/>
                </a:solidFill>
              </a:defRPr>
            </a:pPr>
            <a:r>
              <a:rPr sz="2050" b="1">
                <a:solidFill>
                  <a:srgbClr val="7C3AED"/>
                </a:solidFill>
              </a:rPr>
              <a:t>teacher</a:t>
            </a:r>
          </a:p>
        </p:txBody>
      </p:sp>
      <p:sp>
        <p:nvSpPr>
          <p:cNvPr id="113743909" name="Rectangle 693850306">
            <a:extLst>
              <a:ext uri="{FF2B5EF4-FFF2-40B4-BE49-F238E27FC236}">
                <a16:creationId xmlns:a16="http://schemas.microsoft.com/office/drawing/2014/main" id="{74655B24-8149-404B-9BDA-738FF082DE1A}"/>
              </a:ext>
            </a:extLst>
          </p:cNvPr>
          <p:cNvSpPr>
            <a:spLocks noGrp="1"/>
          </p:cNvSpPr>
          <p:nvPr/>
        </p:nvSpPr>
        <p:spPr>
          <a:xfrm>
            <a:off x="1181099" y="384810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large, expensive</a:t>
            </a:r>
          </a:p>
        </p:txBody>
      </p:sp>
      <p:sp>
        <p:nvSpPr>
          <p:cNvPr id="1644522852" name="Straight Connector 1622472842">
            <a:extLst>
              <a:ext uri="{FF2B5EF4-FFF2-40B4-BE49-F238E27FC236}">
                <a16:creationId xmlns:a16="http://schemas.microsoft.com/office/drawing/2014/main" id="{F23DC076-509E-43C3-B3DF-2BF02C354C4F}"/>
              </a:ext>
            </a:extLst>
          </p:cNvPr>
          <p:cNvSpPr>
            <a:spLocks noGrp="1"/>
          </p:cNvSpPr>
          <p:nvPr/>
        </p:nvSpPr>
        <p:spPr>
          <a:xfrm>
            <a:off x="3429000" y="2838450"/>
            <a:ext cx="1047750" cy="9525"/>
          </a:xfrm>
          <a:prstGeom prst="line">
            <a:avLst/>
          </a:prstGeom>
          <a:noFill/>
          <a:ln w="28575">
            <a:solidFill>
              <a:srgbClr val="CBD5E1"/>
            </a:solidFill>
            <a:prstDash val="solid"/>
          </a:ln>
        </p:spPr>
        <p:txBody>
          <a:bodyPr/>
          <a:lstStyle/>
          <a:p>
            <a:pPr>
              <a:buNone/>
            </a:pPr>
            <a:endParaRPr/>
          </a:p>
        </p:txBody>
      </p:sp>
      <p:sp>
        <p:nvSpPr>
          <p:cNvPr id="289422246" name="Rectangle: Rounded Corners 1311020404">
            <a:extLst>
              <a:ext uri="{FF2B5EF4-FFF2-40B4-BE49-F238E27FC236}">
                <a16:creationId xmlns:a16="http://schemas.microsoft.com/office/drawing/2014/main" id="{739EF91D-D1CF-4455-BC91-DD4EE3FCDD6B}"/>
              </a:ext>
            </a:extLst>
          </p:cNvPr>
          <p:cNvSpPr>
            <a:spLocks noGrp="1"/>
          </p:cNvSpPr>
          <p:nvPr/>
        </p:nvSpPr>
        <p:spPr>
          <a:xfrm>
            <a:off x="4629150" y="2000250"/>
            <a:ext cx="2705100" cy="666750"/>
          </a:xfrm>
          <a:prstGeom prst="roundRect">
            <a:avLst>
              <a:gd name="adj" fmla="val 17143"/>
            </a:avLst>
          </a:prstGeom>
          <a:solidFill>
            <a:srgbClr val="FFFFFF"/>
          </a:solidFill>
          <a:ln w="20955">
            <a:solidFill>
              <a:srgbClr val="F97316"/>
            </a:solidFill>
            <a:prstDash val="solid"/>
          </a:ln>
        </p:spPr>
        <p:txBody>
          <a:bodyPr/>
          <a:lstStyle/>
          <a:p>
            <a:pPr algn="ctr">
              <a:buNone/>
              <a:defRPr sz="1900" b="1">
                <a:solidFill>
                  <a:srgbClr val="F97316"/>
                </a:solidFill>
              </a:defRPr>
            </a:pPr>
            <a:r>
              <a:rPr sz="1900" b="1">
                <a:solidFill>
                  <a:srgbClr val="F97316"/>
                </a:solidFill>
              </a:rPr>
              <a:t>soft targets</a:t>
            </a:r>
          </a:p>
        </p:txBody>
      </p:sp>
      <p:sp>
        <p:nvSpPr>
          <p:cNvPr id="282827599" name="Rectangle 481459380">
            <a:extLst>
              <a:ext uri="{FF2B5EF4-FFF2-40B4-BE49-F238E27FC236}">
                <a16:creationId xmlns:a16="http://schemas.microsoft.com/office/drawing/2014/main" id="{6C1C6DFF-6E4B-4335-B413-7DFCD7A96344}"/>
              </a:ext>
            </a:extLst>
          </p:cNvPr>
          <p:cNvSpPr>
            <a:spLocks noGrp="1"/>
          </p:cNvSpPr>
          <p:nvPr/>
        </p:nvSpPr>
        <p:spPr>
          <a:xfrm>
            <a:off x="4362450" y="2781300"/>
            <a:ext cx="3238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probabilities carry extra signal</a:t>
            </a:r>
          </a:p>
        </p:txBody>
      </p:sp>
      <p:sp>
        <p:nvSpPr>
          <p:cNvPr id="586063504" name="Rectangle: Rounded Corners 1942037177">
            <a:extLst>
              <a:ext uri="{FF2B5EF4-FFF2-40B4-BE49-F238E27FC236}">
                <a16:creationId xmlns:a16="http://schemas.microsoft.com/office/drawing/2014/main" id="{E2DD2CC1-259B-4BDA-9DE6-BFC83522634A}"/>
              </a:ext>
            </a:extLst>
          </p:cNvPr>
          <p:cNvSpPr>
            <a:spLocks noGrp="1"/>
          </p:cNvSpPr>
          <p:nvPr/>
        </p:nvSpPr>
        <p:spPr>
          <a:xfrm>
            <a:off x="41910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cat .62</a:t>
            </a:r>
          </a:p>
        </p:txBody>
      </p:sp>
      <p:sp>
        <p:nvSpPr>
          <p:cNvPr id="1087146843" name="Rectangle: Rounded Corners 75602190">
            <a:extLst>
              <a:ext uri="{FF2B5EF4-FFF2-40B4-BE49-F238E27FC236}">
                <a16:creationId xmlns:a16="http://schemas.microsoft.com/office/drawing/2014/main" id="{A6B9BC9D-430D-473A-B4FB-5CA93F741BAF}"/>
              </a:ext>
            </a:extLst>
          </p:cNvPr>
          <p:cNvSpPr>
            <a:spLocks noGrp="1"/>
          </p:cNvSpPr>
          <p:nvPr/>
        </p:nvSpPr>
        <p:spPr>
          <a:xfrm>
            <a:off x="52197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dog .21</a:t>
            </a:r>
          </a:p>
        </p:txBody>
      </p:sp>
      <p:sp>
        <p:nvSpPr>
          <p:cNvPr id="438796010" name="Rectangle: Rounded Corners 1789658254">
            <a:extLst>
              <a:ext uri="{FF2B5EF4-FFF2-40B4-BE49-F238E27FC236}">
                <a16:creationId xmlns:a16="http://schemas.microsoft.com/office/drawing/2014/main" id="{32D77520-0DAB-4FF6-B5F6-B6E7BD98B85E}"/>
              </a:ext>
            </a:extLst>
          </p:cNvPr>
          <p:cNvSpPr>
            <a:spLocks noGrp="1"/>
          </p:cNvSpPr>
          <p:nvPr/>
        </p:nvSpPr>
        <p:spPr>
          <a:xfrm>
            <a:off x="62484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fox .09</a:t>
            </a:r>
          </a:p>
        </p:txBody>
      </p:sp>
      <p:sp>
        <p:nvSpPr>
          <p:cNvPr id="1926523031" name="Rectangle: Rounded Corners 1953288476">
            <a:extLst>
              <a:ext uri="{FF2B5EF4-FFF2-40B4-BE49-F238E27FC236}">
                <a16:creationId xmlns:a16="http://schemas.microsoft.com/office/drawing/2014/main" id="{D0152309-B699-4D3C-938C-D273FA1B27FA}"/>
              </a:ext>
            </a:extLst>
          </p:cNvPr>
          <p:cNvSpPr>
            <a:spLocks noGrp="1"/>
          </p:cNvSpPr>
          <p:nvPr/>
        </p:nvSpPr>
        <p:spPr>
          <a:xfrm>
            <a:off x="72771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a:t>
            </a:r>
          </a:p>
        </p:txBody>
      </p:sp>
      <p:sp>
        <p:nvSpPr>
          <p:cNvPr id="383511455" name="Straight Connector 319643796">
            <a:extLst>
              <a:ext uri="{FF2B5EF4-FFF2-40B4-BE49-F238E27FC236}">
                <a16:creationId xmlns:a16="http://schemas.microsoft.com/office/drawing/2014/main" id="{C8DC5396-917B-42A7-AC0E-507A0FF257F9}"/>
              </a:ext>
            </a:extLst>
          </p:cNvPr>
          <p:cNvSpPr>
            <a:spLocks noGrp="1"/>
          </p:cNvSpPr>
          <p:nvPr/>
        </p:nvSpPr>
        <p:spPr>
          <a:xfrm>
            <a:off x="7848600" y="2838450"/>
            <a:ext cx="895350" cy="9525"/>
          </a:xfrm>
          <a:prstGeom prst="line">
            <a:avLst/>
          </a:prstGeom>
          <a:noFill/>
          <a:ln w="28575">
            <a:solidFill>
              <a:srgbClr val="CBD5E1"/>
            </a:solidFill>
            <a:prstDash val="solid"/>
          </a:ln>
        </p:spPr>
        <p:txBody>
          <a:bodyPr/>
          <a:lstStyle/>
          <a:p>
            <a:pPr>
              <a:buNone/>
            </a:pPr>
            <a:endParaRPr/>
          </a:p>
        </p:txBody>
      </p:sp>
      <p:sp>
        <p:nvSpPr>
          <p:cNvPr id="735018965" name="Rectangle: Rounded Corners 647942513">
            <a:extLst>
              <a:ext uri="{FF2B5EF4-FFF2-40B4-BE49-F238E27FC236}">
                <a16:creationId xmlns:a16="http://schemas.microsoft.com/office/drawing/2014/main" id="{34B78520-F0FE-4907-88EC-E3E088FDB4D6}"/>
              </a:ext>
            </a:extLst>
          </p:cNvPr>
          <p:cNvSpPr>
            <a:spLocks noGrp="1"/>
          </p:cNvSpPr>
          <p:nvPr/>
        </p:nvSpPr>
        <p:spPr>
          <a:xfrm>
            <a:off x="8972550" y="2819400"/>
            <a:ext cx="1562100" cy="533400"/>
          </a:xfrm>
          <a:prstGeom prst="roundRect">
            <a:avLst>
              <a:gd name="adj" fmla="val 21429"/>
            </a:avLst>
          </a:prstGeom>
          <a:solidFill>
            <a:srgbClr val="EEF2F7"/>
          </a:solidFill>
          <a:ln w="11430">
            <a:solidFill>
              <a:srgbClr val="CBD5E1"/>
            </a:solidFill>
            <a:prstDash val="solid"/>
          </a:ln>
        </p:spPr>
        <p:txBody>
          <a:bodyPr/>
          <a:lstStyle/>
          <a:p>
            <a:pPr>
              <a:buNone/>
            </a:pPr>
            <a:endParaRPr/>
          </a:p>
        </p:txBody>
      </p:sp>
      <p:sp>
        <p:nvSpPr>
          <p:cNvPr id="325782053" name="Rectangle: Rounded Corners 636131648">
            <a:extLst>
              <a:ext uri="{FF2B5EF4-FFF2-40B4-BE49-F238E27FC236}">
                <a16:creationId xmlns:a16="http://schemas.microsoft.com/office/drawing/2014/main" id="{155A286D-CC20-4919-BD2F-CAAF899FE9BA}"/>
              </a:ext>
            </a:extLst>
          </p:cNvPr>
          <p:cNvSpPr>
            <a:spLocks noGrp="1"/>
          </p:cNvSpPr>
          <p:nvPr/>
        </p:nvSpPr>
        <p:spPr>
          <a:xfrm>
            <a:off x="9067800" y="2695575"/>
            <a:ext cx="1562100" cy="533400"/>
          </a:xfrm>
          <a:prstGeom prst="roundRect">
            <a:avLst>
              <a:gd name="adj" fmla="val 21429"/>
            </a:avLst>
          </a:prstGeom>
          <a:solidFill>
            <a:srgbClr val="EEF2F7"/>
          </a:solidFill>
          <a:ln w="11430">
            <a:solidFill>
              <a:srgbClr val="CBD5E1"/>
            </a:solidFill>
            <a:prstDash val="solid"/>
          </a:ln>
        </p:spPr>
        <p:txBody>
          <a:bodyPr/>
          <a:lstStyle/>
          <a:p>
            <a:pPr>
              <a:buNone/>
            </a:pPr>
            <a:endParaRPr/>
          </a:p>
        </p:txBody>
      </p:sp>
      <p:sp>
        <p:nvSpPr>
          <p:cNvPr id="1949947506" name="Rectangle: Rounded Corners 261513705">
            <a:extLst>
              <a:ext uri="{FF2B5EF4-FFF2-40B4-BE49-F238E27FC236}">
                <a16:creationId xmlns:a16="http://schemas.microsoft.com/office/drawing/2014/main" id="{16107215-52EE-496A-A599-89CCE8EDE6D3}"/>
              </a:ext>
            </a:extLst>
          </p:cNvPr>
          <p:cNvSpPr>
            <a:spLocks noGrp="1"/>
          </p:cNvSpPr>
          <p:nvPr/>
        </p:nvSpPr>
        <p:spPr>
          <a:xfrm>
            <a:off x="9163050" y="2571750"/>
            <a:ext cx="1562100" cy="533400"/>
          </a:xfrm>
          <a:prstGeom prst="roundRect">
            <a:avLst>
              <a:gd name="adj" fmla="val 21429"/>
            </a:avLst>
          </a:prstGeom>
          <a:solidFill>
            <a:srgbClr val="FFFFFF"/>
          </a:solidFill>
          <a:ln w="20955">
            <a:solidFill>
              <a:srgbClr val="10B981"/>
            </a:solidFill>
            <a:prstDash val="solid"/>
          </a:ln>
        </p:spPr>
        <p:txBody>
          <a:bodyPr/>
          <a:lstStyle/>
          <a:p>
            <a:pPr>
              <a:buNone/>
            </a:pPr>
            <a:endParaRPr/>
          </a:p>
        </p:txBody>
      </p:sp>
      <p:sp>
        <p:nvSpPr>
          <p:cNvPr id="714183739" name="Rectangle 1466779702">
            <a:extLst>
              <a:ext uri="{FF2B5EF4-FFF2-40B4-BE49-F238E27FC236}">
                <a16:creationId xmlns:a16="http://schemas.microsoft.com/office/drawing/2014/main" id="{CA717835-C06E-40E4-B720-3B232AA6D338}"/>
              </a:ext>
            </a:extLst>
          </p:cNvPr>
          <p:cNvSpPr>
            <a:spLocks noGrp="1"/>
          </p:cNvSpPr>
          <p:nvPr/>
        </p:nvSpPr>
        <p:spPr>
          <a:xfrm>
            <a:off x="8763000" y="3714750"/>
            <a:ext cx="2286000" cy="304800"/>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student</a:t>
            </a:r>
          </a:p>
        </p:txBody>
      </p:sp>
      <p:sp>
        <p:nvSpPr>
          <p:cNvPr id="535987743" name="Rectangle 2140567318">
            <a:extLst>
              <a:ext uri="{FF2B5EF4-FFF2-40B4-BE49-F238E27FC236}">
                <a16:creationId xmlns:a16="http://schemas.microsoft.com/office/drawing/2014/main" id="{5E44EF17-B097-4F08-A7D2-D12B808DE0B6}"/>
              </a:ext>
            </a:extLst>
          </p:cNvPr>
          <p:cNvSpPr>
            <a:spLocks noGrp="1"/>
          </p:cNvSpPr>
          <p:nvPr/>
        </p:nvSpPr>
        <p:spPr>
          <a:xfrm>
            <a:off x="8763000" y="409575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smaller, faster</a:t>
            </a:r>
          </a:p>
        </p:txBody>
      </p:sp>
      <p:sp>
        <p:nvSpPr>
          <p:cNvPr id="342984073" name="Rectangle 800090932">
            <a:extLst>
              <a:ext uri="{FF2B5EF4-FFF2-40B4-BE49-F238E27FC236}">
                <a16:creationId xmlns:a16="http://schemas.microsoft.com/office/drawing/2014/main" id="{E238F1AE-EE81-4067-B4F8-BE07CE0E08CD}"/>
              </a:ext>
            </a:extLst>
          </p:cNvPr>
          <p:cNvSpPr>
            <a:spLocks noGrp="1"/>
          </p:cNvSpPr>
          <p:nvPr/>
        </p:nvSpPr>
        <p:spPr>
          <a:xfrm>
            <a:off x="3295650" y="4876800"/>
            <a:ext cx="561975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learn the teacher's output distribution</a:t>
            </a:r>
          </a:p>
        </p:txBody>
      </p:sp>
      <p:sp>
        <p:nvSpPr>
          <p:cNvPr id="1056881007" name="Oval 663275864">
            <a:extLst>
              <a:ext uri="{FF2B5EF4-FFF2-40B4-BE49-F238E27FC236}">
                <a16:creationId xmlns:a16="http://schemas.microsoft.com/office/drawing/2014/main" id="{EC79C288-136B-4655-9DCF-8E621BA23862}"/>
              </a:ext>
            </a:extLst>
          </p:cNvPr>
          <p:cNvSpPr>
            <a:spLocks noGrp="1"/>
          </p:cNvSpPr>
          <p:nvPr/>
        </p:nvSpPr>
        <p:spPr>
          <a:xfrm>
            <a:off x="9534525" y="2038349"/>
            <a:ext cx="171450" cy="171450"/>
          </a:xfrm>
          <a:prstGeom prst="ellipse">
            <a:avLst/>
          </a:prstGeom>
          <a:solidFill>
            <a:srgbClr val="10B981"/>
          </a:solidFill>
          <a:ln w="13335">
            <a:solidFill>
              <a:srgbClr val="10B981"/>
            </a:solidFill>
            <a:prstDash val="solid"/>
          </a:ln>
        </p:spPr>
        <p:txBody>
          <a:bodyPr/>
          <a:lstStyle/>
          <a:p>
            <a:pPr>
              <a:buNone/>
            </a:pPr>
            <a:endParaRPr/>
          </a:p>
        </p:txBody>
      </p:sp>
      <p:sp>
        <p:nvSpPr>
          <p:cNvPr id="219578776" name="Oval 302896655">
            <a:extLst>
              <a:ext uri="{FF2B5EF4-FFF2-40B4-BE49-F238E27FC236}">
                <a16:creationId xmlns:a16="http://schemas.microsoft.com/office/drawing/2014/main" id="{C546E73A-3E52-4E5D-BDF5-5C64220F89CB}"/>
              </a:ext>
            </a:extLst>
          </p:cNvPr>
          <p:cNvSpPr>
            <a:spLocks noGrp="1"/>
          </p:cNvSpPr>
          <p:nvPr/>
        </p:nvSpPr>
        <p:spPr>
          <a:xfrm>
            <a:off x="9820275" y="2038349"/>
            <a:ext cx="171450" cy="171450"/>
          </a:xfrm>
          <a:prstGeom prst="ellipse">
            <a:avLst/>
          </a:prstGeom>
          <a:solidFill>
            <a:srgbClr val="10B981"/>
          </a:solidFill>
          <a:ln w="13335">
            <a:solidFill>
              <a:srgbClr val="10B981"/>
            </a:solidFill>
            <a:prstDash val="solid"/>
          </a:ln>
        </p:spPr>
        <p:txBody>
          <a:bodyPr/>
          <a:lstStyle/>
          <a:p>
            <a:pPr>
              <a:buNone/>
            </a:pPr>
            <a:endParaRPr/>
          </a:p>
        </p:txBody>
      </p:sp>
      <p:sp>
        <p:nvSpPr>
          <p:cNvPr id="636917652" name="Oval 1173073258">
            <a:extLst>
              <a:ext uri="{FF2B5EF4-FFF2-40B4-BE49-F238E27FC236}">
                <a16:creationId xmlns:a16="http://schemas.microsoft.com/office/drawing/2014/main" id="{7CF0B568-B443-4C5E-A1A6-8552C5F0FC3F}"/>
              </a:ext>
            </a:extLst>
          </p:cNvPr>
          <p:cNvSpPr>
            <a:spLocks noGrp="1"/>
          </p:cNvSpPr>
          <p:nvPr/>
        </p:nvSpPr>
        <p:spPr>
          <a:xfrm>
            <a:off x="10106025" y="2038349"/>
            <a:ext cx="171450" cy="171450"/>
          </a:xfrm>
          <a:prstGeom prst="ellipse">
            <a:avLst/>
          </a:prstGeom>
          <a:solidFill>
            <a:srgbClr val="10B981"/>
          </a:solidFill>
          <a:ln w="13335">
            <a:solidFill>
              <a:srgbClr val="10B981"/>
            </a:solidFill>
            <a:prstDash val="solid"/>
          </a:ln>
        </p:spPr>
        <p:txBody>
          <a:bodyPr/>
          <a:lstStyle/>
          <a:p>
            <a:pPr>
              <a:buNone/>
            </a:pPr>
            <a:endParaRPr/>
          </a:p>
        </p:txBody>
      </p:sp>
      <p:sp>
        <p:nvSpPr>
          <p:cNvPr id="532957875" name="Rectangle 1351287707">
            <a:extLst>
              <a:ext uri="{FF2B5EF4-FFF2-40B4-BE49-F238E27FC236}">
                <a16:creationId xmlns:a16="http://schemas.microsoft.com/office/drawing/2014/main" id="{4D7D390A-7A53-4AE2-A0BF-8A9B205919FC}"/>
              </a:ext>
            </a:extLst>
          </p:cNvPr>
          <p:cNvSpPr>
            <a:spLocks noGrp="1"/>
          </p:cNvSpPr>
          <p:nvPr/>
        </p:nvSpPr>
        <p:spPr>
          <a:xfrm>
            <a:off x="9029700" y="1809750"/>
            <a:ext cx="180975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deployment</a:t>
            </a:r>
          </a:p>
        </p:txBody>
      </p:sp>
      <p:sp>
        <p:nvSpPr>
          <p:cNvPr id="595383111" name="Rectangle 1523385386">
            <a:extLst>
              <a:ext uri="{FF2B5EF4-FFF2-40B4-BE49-F238E27FC236}">
                <a16:creationId xmlns:a16="http://schemas.microsoft.com/office/drawing/2014/main" id="{C3725AF1-55E2-4504-970B-EFC453FBAE6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71</a:t>
            </a:r>
          </a:p>
        </p:txBody>
      </p:sp>
    </p:spTree>
    <p:extLst>
      <p:ext uri="{BB962C8B-B14F-4D97-AF65-F5344CB8AC3E}">
        <p14:creationId xmlns:p14="http://schemas.microsoft.com/office/powerpoint/2010/main" val="410311169"/>
      </p:ext>
    </p:extLst>
  </p:cSld>
  <p:clrMapOvr>
    <a:masterClrMapping/>
  </p:clrMapOvr>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4997</Words>
  <Application>Microsoft Office PowerPoint</Application>
  <DocSecurity>0</DocSecurity>
  <PresentationFormat>Widescreen</PresentationFormat>
  <Paragraphs>1089</Paragraphs>
  <Slides>71</Slides>
  <Notes>71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Arial</vt:lpstr>
      <vt:lpstr>Calibri</vt:lpstr>
      <vt:lpstr>Courier New</vt:lpstr>
      <vt:lpstr>Georgia</vt:lpstr>
      <vt:lpstr>Times New Roman</vt:lpstr>
      <vt:lpstr>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シン ジョンス</cp:lastModifiedBy>
  <cp:revision>1</cp:revision>
  <dcterms:created xsi:type="dcterms:W3CDTF">2026-07-28T05:47:24Z</dcterms:created>
  <dcterms:modified xsi:type="dcterms:W3CDTF">2026-07-28T08:05:50Z</dcterms:modified>
</cp:coreProperties>
</file>