
<file path=[Content_Types].xml><?xml version="1.0" encoding="utf-8"?>
<Types xmlns="http://schemas.openxmlformats.org/package/2006/content-types">
  <Default Extension="xml" ContentType="application/vnd.openxmlformats-package.core-properties+xml"/>
  <Default Extension="png" ContentType="image/png"/>
  <Default Extension="svg" ContentType="image/svg+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23be3680f994272" /><Relationship Type="http://schemas.openxmlformats.org/officeDocument/2006/relationships/extended-properties" Target="/docProps/app.xml" Id="R0b61ba9151f24750" /><Relationship Type="http://schemas.openxmlformats.org/officeDocument/2006/relationships/officeDocument" Target="/ppt/presentation.xml" Id="Ra2721f7052434915" /></Relationships>
</file>

<file path=ppt/presentation.xml><?xml version="1.0" encoding="utf-8"?>
<p:presentation xmlns:p="http://schemas.openxmlformats.org/presentationml/2006/main">
  <p:sldMasterIdLst>
    <p:sldMasterId xmlns:r="http://schemas.openxmlformats.org/officeDocument/2006/relationships" id="2147483648" r:id="R7c951efe1ae74dd1"/>
  </p:sldMasterIdLst>
  <p:notesMasterIdLst>
    <p:notesMasterId xmlns:r="http://schemas.openxmlformats.org/officeDocument/2006/relationships" r:id="Rfbcd933c93c746c3"/>
  </p:notesMasterIdLst>
  <p:sldIdLst>
    <p:sldId xmlns:r="http://schemas.openxmlformats.org/officeDocument/2006/relationships" id="256" r:id="R4f795a29f5f74005"/>
    <p:sldId xmlns:r="http://schemas.openxmlformats.org/officeDocument/2006/relationships" id="257" r:id="R64fa02e87e404fec"/>
    <p:sldId xmlns:r="http://schemas.openxmlformats.org/officeDocument/2006/relationships" id="258" r:id="Rc2efd8ac8f0e4590"/>
    <p:sldId xmlns:r="http://schemas.openxmlformats.org/officeDocument/2006/relationships" id="259" r:id="Ra351b4309fa84627"/>
    <p:sldId xmlns:r="http://schemas.openxmlformats.org/officeDocument/2006/relationships" id="260" r:id="Re1bc99f770524094"/>
    <p:sldId xmlns:r="http://schemas.openxmlformats.org/officeDocument/2006/relationships" id="261" r:id="Rcdcf2f1d4df547c9"/>
    <p:sldId xmlns:r="http://schemas.openxmlformats.org/officeDocument/2006/relationships" id="262" r:id="Rd6c6ea55c9c74d5a"/>
    <p:sldId xmlns:r="http://schemas.openxmlformats.org/officeDocument/2006/relationships" id="263" r:id="R01db682b17d3424c"/>
    <p:sldId xmlns:r="http://schemas.openxmlformats.org/officeDocument/2006/relationships" id="264" r:id="Re5582f87fe74470b"/>
    <p:sldId xmlns:r="http://schemas.openxmlformats.org/officeDocument/2006/relationships" id="265" r:id="Rd53b757a6dd84cc7"/>
    <p:sldId xmlns:r="http://schemas.openxmlformats.org/officeDocument/2006/relationships" id="266" r:id="Rd7b3b902b2af498a"/>
    <p:sldId xmlns:r="http://schemas.openxmlformats.org/officeDocument/2006/relationships" id="267" r:id="R37ce229435ea4662"/>
    <p:sldId xmlns:r="http://schemas.openxmlformats.org/officeDocument/2006/relationships" id="268" r:id="Rabedd02257ba4d9b"/>
    <p:sldId xmlns:r="http://schemas.openxmlformats.org/officeDocument/2006/relationships" id="269" r:id="R64ba6602d6ea4379"/>
    <p:sldId xmlns:r="http://schemas.openxmlformats.org/officeDocument/2006/relationships" id="270" r:id="R71fad497a57b4daf"/>
    <p:sldId xmlns:r="http://schemas.openxmlformats.org/officeDocument/2006/relationships" id="271" r:id="Rabb7442db7a14838"/>
    <p:sldId xmlns:r="http://schemas.openxmlformats.org/officeDocument/2006/relationships" id="272" r:id="R995ad06e678e44af"/>
    <p:sldId xmlns:r="http://schemas.openxmlformats.org/officeDocument/2006/relationships" id="273" r:id="R28fff1c8993c4988"/>
    <p:sldId xmlns:r="http://schemas.openxmlformats.org/officeDocument/2006/relationships" id="274" r:id="Rb30eb47e57a14989"/>
    <p:sldId xmlns:r="http://schemas.openxmlformats.org/officeDocument/2006/relationships" id="275" r:id="R8570b0f7add3452c"/>
    <p:sldId xmlns:r="http://schemas.openxmlformats.org/officeDocument/2006/relationships" id="276" r:id="R3736227111b44d45"/>
    <p:sldId xmlns:r="http://schemas.openxmlformats.org/officeDocument/2006/relationships" id="277" r:id="Rfe2963d09b744de5"/>
    <p:sldId xmlns:r="http://schemas.openxmlformats.org/officeDocument/2006/relationships" id="278" r:id="R14b8811a62d44d78"/>
    <p:sldId xmlns:r="http://schemas.openxmlformats.org/officeDocument/2006/relationships" id="279" r:id="Re23c0ca351384d51"/>
    <p:sldId xmlns:r="http://schemas.openxmlformats.org/officeDocument/2006/relationships" id="280" r:id="R920706af03684a21"/>
    <p:sldId xmlns:r="http://schemas.openxmlformats.org/officeDocument/2006/relationships" id="281" r:id="R9907f10747bd406f"/>
    <p:sldId xmlns:r="http://schemas.openxmlformats.org/officeDocument/2006/relationships" id="282" r:id="R66b971cbc59a4cea"/>
    <p:sldId xmlns:r="http://schemas.openxmlformats.org/officeDocument/2006/relationships" id="283" r:id="R860943819cf14f22"/>
    <p:sldId xmlns:r="http://schemas.openxmlformats.org/officeDocument/2006/relationships" id="284" r:id="R59da74c41a2a4f2e"/>
    <p:sldId xmlns:r="http://schemas.openxmlformats.org/officeDocument/2006/relationships" id="285" r:id="R843a6e5c45d24af6"/>
    <p:sldId xmlns:r="http://schemas.openxmlformats.org/officeDocument/2006/relationships" id="286" r:id="Rfe193614615747ae"/>
    <p:sldId xmlns:r="http://schemas.openxmlformats.org/officeDocument/2006/relationships" id="287" r:id="Rdad4672393224702"/>
    <p:sldId xmlns:r="http://schemas.openxmlformats.org/officeDocument/2006/relationships" id="288" r:id="R74ca7068a5b6410e"/>
    <p:sldId xmlns:r="http://schemas.openxmlformats.org/officeDocument/2006/relationships" id="289" r:id="R1c7446616de2412a"/>
    <p:sldId xmlns:r="http://schemas.openxmlformats.org/officeDocument/2006/relationships" id="290" r:id="Radd9b0f0b287493c"/>
    <p:sldId xmlns:r="http://schemas.openxmlformats.org/officeDocument/2006/relationships" id="291" r:id="Rcbf8a7c5b2de4456"/>
    <p:sldId xmlns:r="http://schemas.openxmlformats.org/officeDocument/2006/relationships" id="292" r:id="Rdb5c42c7e3be4e3e"/>
    <p:sldId xmlns:r="http://schemas.openxmlformats.org/officeDocument/2006/relationships" id="293" r:id="R5c0e17a6d5cb476a"/>
    <p:sldId xmlns:r="http://schemas.openxmlformats.org/officeDocument/2006/relationships" id="294" r:id="Rd55d89267a1b4205"/>
    <p:sldId xmlns:r="http://schemas.openxmlformats.org/officeDocument/2006/relationships" id="295" r:id="R18ec4d4d25da4b75"/>
    <p:sldId xmlns:r="http://schemas.openxmlformats.org/officeDocument/2006/relationships" id="296" r:id="R6f9e23f2b251466b"/>
    <p:sldId xmlns:r="http://schemas.openxmlformats.org/officeDocument/2006/relationships" id="297" r:id="Rcd44ac13726442bf"/>
    <p:sldId xmlns:r="http://schemas.openxmlformats.org/officeDocument/2006/relationships" id="298" r:id="R0bdc852c8b144df3"/>
    <p:sldId xmlns:r="http://schemas.openxmlformats.org/officeDocument/2006/relationships" id="299" r:id="Rb081162387564a3f"/>
    <p:sldId xmlns:r="http://schemas.openxmlformats.org/officeDocument/2006/relationships" id="300" r:id="R60448407373c4ee5"/>
    <p:sldId xmlns:r="http://schemas.openxmlformats.org/officeDocument/2006/relationships" id="301" r:id="R36874dcc29044bdf"/>
    <p:sldId xmlns:r="http://schemas.openxmlformats.org/officeDocument/2006/relationships" id="302" r:id="R7a7e0adacb134863"/>
    <p:sldId xmlns:r="http://schemas.openxmlformats.org/officeDocument/2006/relationships" id="303" r:id="R5063e10701f945cb"/>
    <p:sldId xmlns:r="http://schemas.openxmlformats.org/officeDocument/2006/relationships" id="304" r:id="Rc60af3b303fd48d0"/>
    <p:sldId xmlns:r="http://schemas.openxmlformats.org/officeDocument/2006/relationships" id="305" r:id="Rf21d0fa30bdf44fb"/>
    <p:sldId xmlns:r="http://schemas.openxmlformats.org/officeDocument/2006/relationships" id="306" r:id="Raeced6cbc0f34f2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2e258178f8042f5" /><Relationship Type="http://schemas.openxmlformats.org/officeDocument/2006/relationships/slideMaster" Target="/ppt/slideMasters/slideMaster1.xml" Id="R7c951efe1ae74dd1" /><Relationship Type="http://schemas.openxmlformats.org/officeDocument/2006/relationships/notesMaster" Target="/ppt/notesMasters/notesMaster1.xml" Id="Rfbcd933c93c746c3" /><Relationship Type="http://schemas.openxmlformats.org/officeDocument/2006/relationships/presProps" Target="/ppt/presProps.xml" Id="Rd9e711374a1944e4" /><Relationship Type="http://schemas.openxmlformats.org/officeDocument/2006/relationships/tableStyles" Target="/ppt/tableStyles.xml" Id="Rf4b2ba62d834421c" /><Relationship Type="http://schemas.openxmlformats.org/officeDocument/2006/relationships/slide" Target="/ppt/slides/slide1.xml" Id="R4f795a29f5f74005" /><Relationship Type="http://schemas.openxmlformats.org/officeDocument/2006/relationships/slide" Target="/ppt/slides/slide2.xml" Id="R64fa02e87e404fec" /><Relationship Type="http://schemas.openxmlformats.org/officeDocument/2006/relationships/slide" Target="/ppt/slides/slide3.xml" Id="Rc2efd8ac8f0e4590" /><Relationship Type="http://schemas.openxmlformats.org/officeDocument/2006/relationships/slide" Target="/ppt/slides/slide4.xml" Id="Ra351b4309fa84627" /><Relationship Type="http://schemas.openxmlformats.org/officeDocument/2006/relationships/slide" Target="/ppt/slides/slide5.xml" Id="Re1bc99f770524094" /><Relationship Type="http://schemas.openxmlformats.org/officeDocument/2006/relationships/slide" Target="/ppt/slides/slide6.xml" Id="Rcdcf2f1d4df547c9" /><Relationship Type="http://schemas.openxmlformats.org/officeDocument/2006/relationships/slide" Target="/ppt/slides/slide7.xml" Id="Rd6c6ea55c9c74d5a" /><Relationship Type="http://schemas.openxmlformats.org/officeDocument/2006/relationships/slide" Target="/ppt/slides/slide8.xml" Id="R01db682b17d3424c" /><Relationship Type="http://schemas.openxmlformats.org/officeDocument/2006/relationships/slide" Target="/ppt/slides/slide9.xml" Id="Re5582f87fe74470b" /><Relationship Type="http://schemas.openxmlformats.org/officeDocument/2006/relationships/slide" Target="/ppt/slides/slide10.xml" Id="Rd53b757a6dd84cc7" /><Relationship Type="http://schemas.openxmlformats.org/officeDocument/2006/relationships/slide" Target="/ppt/slides/slide11.xml" Id="Rd7b3b902b2af498a" /><Relationship Type="http://schemas.openxmlformats.org/officeDocument/2006/relationships/slide" Target="/ppt/slides/slide12.xml" Id="R37ce229435ea4662" /><Relationship Type="http://schemas.openxmlformats.org/officeDocument/2006/relationships/slide" Target="/ppt/slides/slide13.xml" Id="Rabedd02257ba4d9b" /><Relationship Type="http://schemas.openxmlformats.org/officeDocument/2006/relationships/slide" Target="/ppt/slides/slide14.xml" Id="R64ba6602d6ea4379" /><Relationship Type="http://schemas.openxmlformats.org/officeDocument/2006/relationships/slide" Target="/ppt/slides/slide15.xml" Id="R71fad497a57b4daf" /><Relationship Type="http://schemas.openxmlformats.org/officeDocument/2006/relationships/slide" Target="/ppt/slides/slide16.xml" Id="Rabb7442db7a14838" /><Relationship Type="http://schemas.openxmlformats.org/officeDocument/2006/relationships/slide" Target="/ppt/slides/slide17.xml" Id="R995ad06e678e44af" /><Relationship Type="http://schemas.openxmlformats.org/officeDocument/2006/relationships/slide" Target="/ppt/slides/slide18.xml" Id="R28fff1c8993c4988" /><Relationship Type="http://schemas.openxmlformats.org/officeDocument/2006/relationships/slide" Target="/ppt/slides/slide19.xml" Id="Rb30eb47e57a14989" /><Relationship Type="http://schemas.openxmlformats.org/officeDocument/2006/relationships/slide" Target="/ppt/slides/slide20.xml" Id="R8570b0f7add3452c" /><Relationship Type="http://schemas.openxmlformats.org/officeDocument/2006/relationships/slide" Target="/ppt/slides/slide21.xml" Id="R3736227111b44d45" /><Relationship Type="http://schemas.openxmlformats.org/officeDocument/2006/relationships/slide" Target="/ppt/slides/slide22.xml" Id="Rfe2963d09b744de5" /><Relationship Type="http://schemas.openxmlformats.org/officeDocument/2006/relationships/slide" Target="/ppt/slides/slide23.xml" Id="R14b8811a62d44d78" /><Relationship Type="http://schemas.openxmlformats.org/officeDocument/2006/relationships/slide" Target="/ppt/slides/slide24.xml" Id="Re23c0ca351384d51" /><Relationship Type="http://schemas.openxmlformats.org/officeDocument/2006/relationships/slide" Target="/ppt/slides/slide25.xml" Id="R920706af03684a21" /><Relationship Type="http://schemas.openxmlformats.org/officeDocument/2006/relationships/slide" Target="/ppt/slides/slide26.xml" Id="R9907f10747bd406f" /><Relationship Type="http://schemas.openxmlformats.org/officeDocument/2006/relationships/slide" Target="/ppt/slides/slide27.xml" Id="R66b971cbc59a4cea" /><Relationship Type="http://schemas.openxmlformats.org/officeDocument/2006/relationships/slide" Target="/ppt/slides/slide28.xml" Id="R860943819cf14f22" /><Relationship Type="http://schemas.openxmlformats.org/officeDocument/2006/relationships/slide" Target="/ppt/slides/slide29.xml" Id="R59da74c41a2a4f2e" /><Relationship Type="http://schemas.openxmlformats.org/officeDocument/2006/relationships/slide" Target="/ppt/slides/slide30.xml" Id="R843a6e5c45d24af6" /><Relationship Type="http://schemas.openxmlformats.org/officeDocument/2006/relationships/slide" Target="/ppt/slides/slide31.xml" Id="Rfe193614615747ae" /><Relationship Type="http://schemas.openxmlformats.org/officeDocument/2006/relationships/slide" Target="/ppt/slides/slide32.xml" Id="Rdad4672393224702" /><Relationship Type="http://schemas.openxmlformats.org/officeDocument/2006/relationships/slide" Target="/ppt/slides/slide33.xml" Id="R74ca7068a5b6410e" /><Relationship Type="http://schemas.openxmlformats.org/officeDocument/2006/relationships/slide" Target="/ppt/slides/slide34.xml" Id="R1c7446616de2412a" /><Relationship Type="http://schemas.openxmlformats.org/officeDocument/2006/relationships/slide" Target="/ppt/slides/slide35.xml" Id="Radd9b0f0b287493c" /><Relationship Type="http://schemas.openxmlformats.org/officeDocument/2006/relationships/slide" Target="/ppt/slides/slide36.xml" Id="Rcbf8a7c5b2de4456" /><Relationship Type="http://schemas.openxmlformats.org/officeDocument/2006/relationships/slide" Target="/ppt/slides/slide37.xml" Id="Rdb5c42c7e3be4e3e" /><Relationship Type="http://schemas.openxmlformats.org/officeDocument/2006/relationships/slide" Target="/ppt/slides/slide38.xml" Id="R5c0e17a6d5cb476a" /><Relationship Type="http://schemas.openxmlformats.org/officeDocument/2006/relationships/slide" Target="/ppt/slides/slide39.xml" Id="Rd55d89267a1b4205" /><Relationship Type="http://schemas.openxmlformats.org/officeDocument/2006/relationships/slide" Target="/ppt/slides/slide40.xml" Id="R18ec4d4d25da4b75" /><Relationship Type="http://schemas.openxmlformats.org/officeDocument/2006/relationships/slide" Target="/ppt/slides/slide41.xml" Id="R6f9e23f2b251466b" /><Relationship Type="http://schemas.openxmlformats.org/officeDocument/2006/relationships/slide" Target="/ppt/slides/slide42.xml" Id="Rcd44ac13726442bf" /><Relationship Type="http://schemas.openxmlformats.org/officeDocument/2006/relationships/slide" Target="/ppt/slides/slide43.xml" Id="R0bdc852c8b144df3" /><Relationship Type="http://schemas.openxmlformats.org/officeDocument/2006/relationships/slide" Target="/ppt/slides/slide44.xml" Id="Rb081162387564a3f" /><Relationship Type="http://schemas.openxmlformats.org/officeDocument/2006/relationships/slide" Target="/ppt/slides/slide45.xml" Id="R60448407373c4ee5" /><Relationship Type="http://schemas.openxmlformats.org/officeDocument/2006/relationships/slide" Target="/ppt/slides/slide46.xml" Id="R36874dcc29044bdf" /><Relationship Type="http://schemas.openxmlformats.org/officeDocument/2006/relationships/slide" Target="/ppt/slides/slide47.xml" Id="R7a7e0adacb134863" /><Relationship Type="http://schemas.openxmlformats.org/officeDocument/2006/relationships/slide" Target="/ppt/slides/slide48.xml" Id="R5063e10701f945cb" /><Relationship Type="http://schemas.openxmlformats.org/officeDocument/2006/relationships/slide" Target="/ppt/slides/slide49.xml" Id="Rc60af3b303fd48d0" /><Relationship Type="http://schemas.openxmlformats.org/officeDocument/2006/relationships/slide" Target="/ppt/slides/slide50.xml" Id="Rf21d0fa30bdf44fb" /><Relationship Type="http://schemas.openxmlformats.org/officeDocument/2006/relationships/slide" Target="/ppt/slides/slide51.xml" Id="Raeced6cbc0f34f2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31d3492125647c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ad3cd9b30b64f78" /><Relationship Type="http://schemas.openxmlformats.org/officeDocument/2006/relationships/notesMaster" Target="/ppt/notesMasters/notesMaster1.xml" Id="R321436b997f04886" /></Relationships>
</file>

<file path=ppt/notesSlides/_rels/notesSlide2.xml.rels>&#65279;<?xml version="1.0" encoding="utf-8"?><Relationships xmlns="http://schemas.openxmlformats.org/package/2006/relationships"><Relationship Type="http://schemas.openxmlformats.org/officeDocument/2006/relationships/slide" Target="/ppt/slides/slide2.xml" Id="R78bed32b22554800" /><Relationship Type="http://schemas.openxmlformats.org/officeDocument/2006/relationships/notesMaster" Target="/ppt/notesMasters/notesMaster1.xml" Id="Rfd7d3612465b4cf9" /></Relationships>
</file>

<file path=ppt/notesSlides/_rels/notesSlide3.xml.rels>&#65279;<?xml version="1.0" encoding="utf-8"?><Relationships xmlns="http://schemas.openxmlformats.org/package/2006/relationships"><Relationship Type="http://schemas.openxmlformats.org/officeDocument/2006/relationships/slide" Target="/ppt/slides/slide3.xml" Id="R5855f62282ca4cef" /><Relationship Type="http://schemas.openxmlformats.org/officeDocument/2006/relationships/notesMaster" Target="/ppt/notesMasters/notesMaster1.xml" Id="Rf6fd9f8c901f46e7" /></Relationships>
</file>

<file path=ppt/notesSlides/_rels/notesSlide4.xml.rels>&#65279;<?xml version="1.0" encoding="utf-8"?><Relationships xmlns="http://schemas.openxmlformats.org/package/2006/relationships"><Relationship Type="http://schemas.openxmlformats.org/officeDocument/2006/relationships/slide" Target="/ppt/slides/slide4.xml" Id="Rc07ddb2b1c104b69" /><Relationship Type="http://schemas.openxmlformats.org/officeDocument/2006/relationships/notesMaster" Target="/ppt/notesMasters/notesMaster1.xml" Id="Rc80eee9fa8ec4908" /></Relationships>
</file>

<file path=ppt/notesSlides/_rels/notesSlide5.xml.rels>&#65279;<?xml version="1.0" encoding="utf-8"?><Relationships xmlns="http://schemas.openxmlformats.org/package/2006/relationships"><Relationship Type="http://schemas.openxmlformats.org/officeDocument/2006/relationships/slide" Target="/ppt/slides/slide5.xml" Id="R805c4d54a3cc4a16" /><Relationship Type="http://schemas.openxmlformats.org/officeDocument/2006/relationships/notesMaster" Target="/ppt/notesMasters/notesMaster1.xml" Id="R9f1a59ef31934f0f" /></Relationships>
</file>

<file path=ppt/notesSlides/_rels/notesSlide6.xml.rels>&#65279;<?xml version="1.0" encoding="utf-8"?><Relationships xmlns="http://schemas.openxmlformats.org/package/2006/relationships"><Relationship Type="http://schemas.openxmlformats.org/officeDocument/2006/relationships/slide" Target="/ppt/slides/slide6.xml" Id="Rae5d11cc3df64d4e" /><Relationship Type="http://schemas.openxmlformats.org/officeDocument/2006/relationships/notesMaster" Target="/ppt/notesMasters/notesMaster1.xml" Id="Rd3034e287e334d69" /></Relationships>
</file>

<file path=ppt/notesSlides/_rels/notesSlide7.xml.rels>&#65279;<?xml version="1.0" encoding="utf-8"?><Relationships xmlns="http://schemas.openxmlformats.org/package/2006/relationships"><Relationship Type="http://schemas.openxmlformats.org/officeDocument/2006/relationships/slide" Target="/ppt/slides/slide7.xml" Id="Ra5354be906e34773" /><Relationship Type="http://schemas.openxmlformats.org/officeDocument/2006/relationships/notesMaster" Target="/ppt/notesMasters/notesMaster1.xml" Id="R0ff17781ae284251" /></Relationships>
</file>

<file path=ppt/notesSlides/_rels/notesSlide8.xml.rels>&#65279;<?xml version="1.0" encoding="utf-8"?><Relationships xmlns="http://schemas.openxmlformats.org/package/2006/relationships"><Relationship Type="http://schemas.openxmlformats.org/officeDocument/2006/relationships/slide" Target="/ppt/slides/slide8.xml" Id="Re9ce5a229c674856" /><Relationship Type="http://schemas.openxmlformats.org/officeDocument/2006/relationships/notesMaster" Target="/ppt/notesMasters/notesMaster1.xml" Id="Rff2457e4ee364f0d" /></Relationships>
</file>

<file path=ppt/notesSlides/_rels/notesSlide9.xml.rels>&#65279;<?xml version="1.0" encoding="utf-8"?><Relationships xmlns="http://schemas.openxmlformats.org/package/2006/relationships"><Relationship Type="http://schemas.openxmlformats.org/officeDocument/2006/relationships/slide" Target="/ppt/slides/slide9.xml" Id="R72c14415290d4b21" /><Relationship Type="http://schemas.openxmlformats.org/officeDocument/2006/relationships/notesMaster" Target="/ppt/notesMasters/notesMaster1.xml" Id="R0233b4f93000446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89431861e02402d" /><Relationship Type="http://schemas.openxmlformats.org/officeDocument/2006/relationships/notesMaster" Target="/ppt/notesMasters/notesMaster1.xml" Id="R56555dafa6624e4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fe327db8f6c49b5" /><Relationship Type="http://schemas.openxmlformats.org/officeDocument/2006/relationships/notesMaster" Target="/ppt/notesMasters/notesMaster1.xml" Id="R655f046f01b347b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ce204df8ca6422d" /><Relationship Type="http://schemas.openxmlformats.org/officeDocument/2006/relationships/notesMaster" Target="/ppt/notesMasters/notesMaster1.xml" Id="R109efbf686884d2e"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9c2cb44020b4f60" /><Relationship Type="http://schemas.openxmlformats.org/officeDocument/2006/relationships/notesMaster" Target="/ppt/notesMasters/notesMaster1.xml" Id="R08e78ca86eb94dca"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e24bc7044b246f9" /><Relationship Type="http://schemas.openxmlformats.org/officeDocument/2006/relationships/notesMaster" Target="/ppt/notesMasters/notesMaster1.xml" Id="R23cfbcb73dad4a37"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297c8b9ab3b44786" /><Relationship Type="http://schemas.openxmlformats.org/officeDocument/2006/relationships/notesMaster" Target="/ppt/notesMasters/notesMaster1.xml" Id="R5cae53371d004929"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6227318e41bb401b" /><Relationship Type="http://schemas.openxmlformats.org/officeDocument/2006/relationships/notesMaster" Target="/ppt/notesMasters/notesMaster1.xml" Id="Red6b50b8bf284981"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08cbd5386d445ed" /><Relationship Type="http://schemas.openxmlformats.org/officeDocument/2006/relationships/notesMaster" Target="/ppt/notesMasters/notesMaster1.xml" Id="R8564101ad59e4348"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db595802ada04149" /><Relationship Type="http://schemas.openxmlformats.org/officeDocument/2006/relationships/notesMaster" Target="/ppt/notesMasters/notesMaster1.xml" Id="R0ac5bc2892ac45c6"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9a5e9737c4964626" /><Relationship Type="http://schemas.openxmlformats.org/officeDocument/2006/relationships/notesMaster" Target="/ppt/notesMasters/notesMaster1.xml" Id="R0ed9afba7c6141f4"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3e9568ba8822495b" /><Relationship Type="http://schemas.openxmlformats.org/officeDocument/2006/relationships/notesMaster" Target="/ppt/notesMasters/notesMaster1.xml" Id="R026e52978d3c4233"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13a77e40f71c47ba" /><Relationship Type="http://schemas.openxmlformats.org/officeDocument/2006/relationships/notesMaster" Target="/ppt/notesMasters/notesMaster1.xml" Id="Rb8d505667c904eab"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9bc24dfb01fe4cee" /><Relationship Type="http://schemas.openxmlformats.org/officeDocument/2006/relationships/notesMaster" Target="/ppt/notesMasters/notesMaster1.xml" Id="R49d4467213804416"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5d3dd1e55c724438" /><Relationship Type="http://schemas.openxmlformats.org/officeDocument/2006/relationships/notesMaster" Target="/ppt/notesMasters/notesMaster1.xml" Id="Rec1639ec344a4fc7"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7e512e11a3364901" /><Relationship Type="http://schemas.openxmlformats.org/officeDocument/2006/relationships/notesMaster" Target="/ppt/notesMasters/notesMaster1.xml" Id="Rf7948818b15d42fb"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5a85226fe58f4d55" /><Relationship Type="http://schemas.openxmlformats.org/officeDocument/2006/relationships/notesMaster" Target="/ppt/notesMasters/notesMaster1.xml" Id="Rfa6ae8d3688a4c95"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5bf36f2a5a584b0d" /><Relationship Type="http://schemas.openxmlformats.org/officeDocument/2006/relationships/notesMaster" Target="/ppt/notesMasters/notesMaster1.xml" Id="R4777a89975754675"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16be622b39b84439" /><Relationship Type="http://schemas.openxmlformats.org/officeDocument/2006/relationships/notesMaster" Target="/ppt/notesMasters/notesMaster1.xml" Id="R84edce649ed34d5a"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e08c4b25f7254a5c" /><Relationship Type="http://schemas.openxmlformats.org/officeDocument/2006/relationships/notesMaster" Target="/ppt/notesMasters/notesMaster1.xml" Id="R30ffc615bf644001"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0fe1a7f16ce440fd" /><Relationship Type="http://schemas.openxmlformats.org/officeDocument/2006/relationships/notesMaster" Target="/ppt/notesMasters/notesMaster1.xml" Id="Rcd527ae48ec74d6d"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ad7842aac9b9421f" /><Relationship Type="http://schemas.openxmlformats.org/officeDocument/2006/relationships/notesMaster" Target="/ppt/notesMasters/notesMaster1.xml" Id="R8954d21b60904dc2"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4ccb921477144171" /><Relationship Type="http://schemas.openxmlformats.org/officeDocument/2006/relationships/notesMaster" Target="/ppt/notesMasters/notesMaster1.xml" Id="R47333855fd7a4fbd"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2af8ca988d884bd7" /><Relationship Type="http://schemas.openxmlformats.org/officeDocument/2006/relationships/notesMaster" Target="/ppt/notesMasters/notesMaster1.xml" Id="R721d2a2107234c0b"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4a568ea387144fdb" /><Relationship Type="http://schemas.openxmlformats.org/officeDocument/2006/relationships/notesMaster" Target="/ppt/notesMasters/notesMaster1.xml" Id="R6403d4536c6f4a36"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f6e5ed37a1e440e7" /><Relationship Type="http://schemas.openxmlformats.org/officeDocument/2006/relationships/notesMaster" Target="/ppt/notesMasters/notesMaster1.xml" Id="R59674a9255004649"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ac838fd69d5940c6" /><Relationship Type="http://schemas.openxmlformats.org/officeDocument/2006/relationships/notesMaster" Target="/ppt/notesMasters/notesMaster1.xml" Id="R8ad74860f8e4404b"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7d64dafd3fe547a5" /><Relationship Type="http://schemas.openxmlformats.org/officeDocument/2006/relationships/notesMaster" Target="/ppt/notesMasters/notesMaster1.xml" Id="Rb679e2a95ce24946"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e2a29d2ba2ba48f4" /><Relationship Type="http://schemas.openxmlformats.org/officeDocument/2006/relationships/notesMaster" Target="/ppt/notesMasters/notesMaster1.xml" Id="Rfb8cf95425574353"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73c9d8665f1f4659" /><Relationship Type="http://schemas.openxmlformats.org/officeDocument/2006/relationships/notesMaster" Target="/ppt/notesMasters/notesMaster1.xml" Id="R91f3182f854a448a"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1bf20a28f00b48f2" /><Relationship Type="http://schemas.openxmlformats.org/officeDocument/2006/relationships/notesMaster" Target="/ppt/notesMasters/notesMaster1.xml" Id="R002df30ebb834668"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7fce68d4a7474e3c" /><Relationship Type="http://schemas.openxmlformats.org/officeDocument/2006/relationships/notesMaster" Target="/ppt/notesMasters/notesMaster1.xml" Id="R1d23a93cbf7a4364"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d5b0d3ce71de4415" /><Relationship Type="http://schemas.openxmlformats.org/officeDocument/2006/relationships/notesMaster" Target="/ppt/notesMasters/notesMaster1.xml" Id="R628fed781ea246a4"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f805944ba3484b12" /><Relationship Type="http://schemas.openxmlformats.org/officeDocument/2006/relationships/notesMaster" Target="/ppt/notesMasters/notesMaster1.xml" Id="R467d8845b0d944f5"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96a5665d845249af" /><Relationship Type="http://schemas.openxmlformats.org/officeDocument/2006/relationships/notesMaster" Target="/ppt/notesMasters/notesMaster1.xml" Id="Rf3cb13a1c1924288"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f08d80ecacf446dc" /><Relationship Type="http://schemas.openxmlformats.org/officeDocument/2006/relationships/notesMaster" Target="/ppt/notesMasters/notesMaster1.xml" Id="R2bbcedb5c69c4bed"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8db91f8818e94420" /><Relationship Type="http://schemas.openxmlformats.org/officeDocument/2006/relationships/notesMaster" Target="/ppt/notesMasters/notesMaster1.xml" Id="R41ef9663d5de432c"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ee67341ee75b4cca" /><Relationship Type="http://schemas.openxmlformats.org/officeDocument/2006/relationships/notesMaster" Target="/ppt/notesMasters/notesMaster1.xml" Id="R150196eeaa814fab"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c0c018350ead468a" /><Relationship Type="http://schemas.openxmlformats.org/officeDocument/2006/relationships/notesMaster" Target="/ppt/notesMasters/notesMaster1.xml" Id="Rc0932daa069c4b16"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8b300dfb063c42d3" /><Relationship Type="http://schemas.openxmlformats.org/officeDocument/2006/relationships/notesMaster" Target="/ppt/notesMasters/notesMaster1.xml" Id="Rd73f8f2873d64daa"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c06c056b464d44c4" /><Relationship Type="http://schemas.openxmlformats.org/officeDocument/2006/relationships/notesMaster" Target="/ppt/notesMasters/notesMaster1.xml" Id="Re90ef18a65f94e68"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7151ada8a71040eb" /><Relationship Type="http://schemas.openxmlformats.org/officeDocument/2006/relationships/notesMaster" Target="/ppt/notesMasters/notesMaster1.xml" Id="R15b25a836ceb4edc"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4ddd08bba012463e" /><Relationship Type="http://schemas.openxmlformats.org/officeDocument/2006/relationships/notesMaster" Target="/ppt/notesMasters/notesMaster1.xml" Id="R68a7a48f891f4c5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buNone/>
            </a:pPr>
            <a:r>
              <a:t>[Sources]</a:t>
            </a:r>
          </a:p>
          <a:p xmlns:a="http://schemas.openxmlformats.org/drawingml/2006/main">
            <a:pPr>
              <a:buNone/>
            </a:pPr>
            <a:r>
              <a:t>This slide now functions as the table of contents: foundations, language representation, attention, Transformer, and GPT.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buNone/>
            </a:pPr>
            <a:r>
              <a:t>[Sources]</a:t>
            </a:r>
          </a:p>
          <a:p xmlns:a="http://schemas.openxmlformats.org/drawingml/2006/main">
            <a:pPr>
              <a:buNone/>
            </a:pPr>
            <a:r>
              <a:t>Educational synthesis based on standard machine learning concepts.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buNone/>
            </a:pPr>
            <a:r>
              <a:t>[Sources]</a:t>
            </a:r>
          </a:p>
          <a:p xmlns:a="http://schemas.openxmlformats.org/drawingml/2006/main">
            <a:pPr>
              <a:buNone/>
            </a:pPr>
            <a:r>
              <a:t>Educational synthesis based on standard machine learning concepts.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buNone/>
            </a:pPr>
            <a:r>
              <a:t>[Sources]</a:t>
            </a:r>
          </a:p>
          <a:p xmlns:a="http://schemas.openxmlformats.org/drawingml/2006/main">
            <a:pPr>
              <a:buNone/>
            </a:pPr>
            <a:r>
              <a:t>Educational synthesis based on standard machine learning concepts.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buNone/>
            </a:pPr>
            <a:r>
              <a:t>[Sources]</a:t>
            </a:r>
          </a:p>
          <a:p xmlns:a="http://schemas.openxmlformats.org/drawingml/2006/main">
            <a:pPr>
              <a:buNone/>
            </a:pPr>
            <a:r>
              <a:t>Educational synthesis based on standard machine learning concepts.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buNone/>
            </a:pPr>
            <a:r>
              <a:t>[Sources]</a:t>
            </a:r>
          </a:p>
          <a:p xmlns:a="http://schemas.openxmlformats.org/drawingml/2006/main">
            <a:pPr>
              <a:buNone/>
            </a:pPr>
            <a:r>
              <a:t>Educational synthesis based on standard machine learning concepts.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buNone/>
            </a:pPr>
            <a:r>
              <a:t>[Sources]</a:t>
            </a:r>
          </a:p>
          <a:p xmlns:a="http://schemas.openxmlformats.org/drawingml/2006/main">
            <a:pPr>
              <a:buNone/>
            </a:pPr>
            <a:r>
              <a:t>Educational synthesis based on standard machine learning concepts.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buNone/>
            </a:pPr>
            <a:r>
              <a:t>[Sources]</a:t>
            </a:r>
          </a:p>
          <a:p xmlns:a="http://schemas.openxmlformats.org/drawingml/2006/main">
            <a:pPr>
              <a:buNone/>
            </a:pPr>
            <a:r>
              <a:t>Educational synthesis based on standard train/validation/test model evaluation practice.</a:t>
            </a:r>
          </a:p>
          <a:p xmlns:a="http://schemas.openxmlformats.org/drawingml/2006/main">
            <a:pPr>
              <a:buNone/>
            </a:pPr>
            <a:r>
              <a:t>Train data is used to fit parameters. Validation data is used for model selection and hyperparameter tuning, so it can influence the development process. Test data is held out until the end to estimate final generalization.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buNone/>
            </a:pPr>
            <a:r>
              <a:t>[Sources]</a:t>
            </a:r>
          </a:p>
          <a:p xmlns:a="http://schemas.openxmlformats.org/drawingml/2006/main">
            <a:pPr>
              <a:buNone/>
            </a:pPr>
            <a:r>
              <a:t>Educational synthesis based on standard machine learning train/validation/test evaluation concepts.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buNone/>
            </a:pPr>
            <a:r>
              <a:t>[Sources]</a:t>
            </a:r>
          </a:p>
          <a:p xmlns:a="http://schemas.openxmlformats.org/drawingml/2006/main">
            <a:pPr>
              <a:buNone/>
            </a:pPr>
            <a:r>
              <a:t>Educational synthesis based on standard machine learning concepts.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buNone/>
            </a:pPr>
            <a:r>
              <a:t>[Sources]</a:t>
            </a:r>
          </a:p>
          <a:p xmlns:a="http://schemas.openxmlformats.org/drawingml/2006/main">
            <a:pPr>
              <a:buNone/>
            </a:pPr>
            <a:r>
              <a:t>Educational synthesis based on standard machine learning concepts.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buNone/>
            </a:pPr>
            <a:r>
              <a:t>[Sources]</a:t>
            </a:r>
          </a:p>
          <a:p xmlns:a="http://schemas.openxmlformats.org/drawingml/2006/main">
            <a:pPr>
              <a:buNone/>
            </a:pPr>
            <a:r>
              <a:t>Educational synthesis based on standard machine learning concepts.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buNone/>
            </a:pPr>
            <a:r>
              <a:t>[Sources]</a:t>
            </a:r>
          </a:p>
          <a:p xmlns:a="http://schemas.openxmlformats.org/drawingml/2006/main">
            <a:pPr>
              <a:buNone/>
            </a:pPr>
            <a:r>
              <a:t>3D loss landscape image provided by user: https://miro.medium.com/v2/resize:fit:1400/1*_SYK3prTMdNrTW98Uic4Pg.jpeg</a:t>
            </a:r>
          </a:p>
          <a:p xmlns:a="http://schemas.openxmlformats.org/drawingml/2006/main">
            <a:pPr>
              <a:buNone/>
            </a:pPr>
            <a:r>
              <a:t>Educational synthesis based on simulated annealing and learning-rate scheduling concepts.</a:t>
            </a:r>
          </a:p>
          <a:p xmlns:a="http://schemas.openxmlformats.org/drawingml/2006/main">
            <a:pPr>
              <a:buNone/>
            </a:pPr>
          </a:p>
          <a:p xmlns:a="http://schemas.openxmlformats.org/drawingml/2006/main">
            <a:pPr>
              <a:buNone/>
            </a:pPr>
            <a:r>
              <a:rPr sz="1200" b="0" i="0" u="none">
                <a:solidFill>
                  <a:srgbClr val="000000"/>
                </a:solidFill>
                <a:latin typeface="Times New Roman"/>
                <a:ea typeface="Times New Roman"/>
                <a:cs typeface="Times New Roman"/>
              </a:rPr>
              <a:t>어닐링 그래프는 “처음에는 크게 탐색하고, 시간이 갈수록 조심스럽게 수렴한다”는 뜻입니다.</a:t>
            </a:r>
          </a:p>
          <a:p xmlns:a="http://schemas.openxmlformats.org/drawingml/2006/main">
            <a:pPr>
              <a:buNone/>
            </a:pPr>
            <a:r>
              <a:rPr sz="1200" b="0" i="0" u="none">
                <a:solidFill>
                  <a:srgbClr val="000000"/>
                </a:solidFill>
                <a:latin typeface="Times New Roman"/>
                <a:ea typeface="Times New Roman"/>
                <a:cs typeface="Times New Roman"/>
              </a:rPr>
              <a:t>가로축 </a:t>
            </a:r>
            <a:r>
              <a:rPr sz="1000" b="0" i="0" u="none">
                <a:solidFill>
                  <a:srgbClr val="000000"/>
                </a:solidFill>
                <a:latin typeface="Courier New"/>
                <a:ea typeface="Courier New"/>
                <a:cs typeface="Courier New"/>
              </a:rPr>
              <a:t>time</a:t>
            </a:r>
            <a:r>
              <a:rPr sz="1200" b="0" i="0" u="none">
                <a:solidFill>
                  <a:srgbClr val="000000"/>
                </a:solidFill>
                <a:latin typeface="Times New Roman"/>
                <a:ea typeface="Times New Roman"/>
                <a:cs typeface="Times New Roman"/>
              </a:rPr>
              <a:t>: 학습이 진행되는 시간 또는 step</a:t>
            </a:r>
            <a:br/>
            <a:r>
              <a:rPr sz="1200" b="0" i="0" u="none">
                <a:solidFill>
                  <a:srgbClr val="000000"/>
                </a:solidFill>
                <a:latin typeface="Times New Roman"/>
                <a:ea typeface="Times New Roman"/>
                <a:cs typeface="Times New Roman"/>
              </a:rPr>
              <a:t>세로축 </a:t>
            </a:r>
            <a:r>
              <a:rPr sz="1000" b="0" i="0" u="none">
                <a:solidFill>
                  <a:srgbClr val="000000"/>
                </a:solidFill>
                <a:latin typeface="Courier New"/>
                <a:ea typeface="Courier New"/>
                <a:cs typeface="Courier New"/>
              </a:rPr>
              <a:t>temperature / learning rate</a:t>
            </a:r>
            <a:r>
              <a:rPr sz="1200" b="0" i="0" u="none">
                <a:solidFill>
                  <a:srgbClr val="000000"/>
                </a:solidFill>
                <a:latin typeface="Times New Roman"/>
                <a:ea typeface="Times New Roman"/>
                <a:cs typeface="Times New Roman"/>
              </a:rPr>
              <a:t>: 움직임의 크기 또는 랜덤성</a:t>
            </a:r>
          </a:p>
          <a:p xmlns:a="http://schemas.openxmlformats.org/drawingml/2006/main">
            <a:pPr>
              <a:buNone/>
            </a:pPr>
            <a:r>
              <a:rPr sz="1200" b="0" i="0" u="none">
                <a:solidFill>
                  <a:srgbClr val="000000"/>
                </a:solidFill>
                <a:latin typeface="Times New Roman"/>
                <a:ea typeface="Times New Roman"/>
                <a:cs typeface="Times New Roman"/>
              </a:rPr>
              <a:t>처음, 주황색 </a:t>
            </a:r>
            <a:r>
              <a:rPr sz="1000" b="0" i="0" u="none">
                <a:solidFill>
                  <a:srgbClr val="000000"/>
                </a:solidFill>
                <a:latin typeface="Courier New"/>
                <a:ea typeface="Courier New"/>
                <a:cs typeface="Courier New"/>
              </a:rPr>
              <a:t>explore</a:t>
            </a:r>
            <a:r>
              <a:rPr sz="1200" b="0" i="0" u="none">
                <a:solidFill>
                  <a:srgbClr val="000000"/>
                </a:solidFill>
                <a:latin typeface="Times New Roman"/>
                <a:ea typeface="Times New Roman"/>
                <a:cs typeface="Times New Roman"/>
              </a:rPr>
              <a:t> 구간에서는 값이 높습니다. 그래서 모델이 크게 움직이거나 더 랜덤하게 탐색합니다. 이때는 좋은 방향을 넓게 찾는 단계입니다.</a:t>
            </a:r>
          </a:p>
          <a:p xmlns:a="http://schemas.openxmlformats.org/drawingml/2006/main">
            <a:pPr>
              <a:buNone/>
            </a:pPr>
            <a:r>
              <a:rPr sz="1200" b="0" i="0" u="none">
                <a:solidFill>
                  <a:srgbClr val="000000"/>
                </a:solidFill>
                <a:latin typeface="Times New Roman"/>
                <a:ea typeface="Times New Roman"/>
                <a:cs typeface="Times New Roman"/>
              </a:rPr>
              <a:t>시간이 지나면 파란 곡선이 내려갑니다. 즉 learning rate나 temperature를 줄입니다. 그러면 업데이트 폭이 작아지고, 모델이 더 안정적으로 움직입니다.</a:t>
            </a:r>
          </a:p>
          <a:p xmlns:a="http://schemas.openxmlformats.org/drawingml/2006/main">
            <a:pPr>
              <a:buNone/>
            </a:pPr>
            <a:r>
              <a:rPr sz="1200" b="0" i="0" u="none">
                <a:solidFill>
                  <a:srgbClr val="000000"/>
                </a:solidFill>
                <a:latin typeface="Times New Roman"/>
                <a:ea typeface="Times New Roman"/>
                <a:cs typeface="Times New Roman"/>
              </a:rPr>
              <a:t>마지막, 초록색 </a:t>
            </a:r>
            <a:r>
              <a:rPr sz="1000" b="0" i="0" u="none">
                <a:solidFill>
                  <a:srgbClr val="000000"/>
                </a:solidFill>
                <a:latin typeface="Courier New"/>
                <a:ea typeface="Courier New"/>
                <a:cs typeface="Courier New"/>
              </a:rPr>
              <a:t>settle</a:t>
            </a:r>
            <a:r>
              <a:rPr sz="1200" b="0" i="0" u="none">
                <a:solidFill>
                  <a:srgbClr val="000000"/>
                </a:solidFill>
                <a:latin typeface="Times New Roman"/>
                <a:ea typeface="Times New Roman"/>
                <a:cs typeface="Times New Roman"/>
              </a:rPr>
              <a:t> 구간에서는 값이 낮습니다. 이미 찾은 좋은 해 근처에서 미세 조정하는 단계입니다.</a:t>
            </a:r>
          </a:p>
          <a:p xmlns:a="http://schemas.openxmlformats.org/drawingml/2006/main">
            <a:pPr>
              <a:buNone/>
            </a:pPr>
            <a:r>
              <a:rPr sz="1200" b="0" i="0" u="none">
                <a:solidFill>
                  <a:srgbClr val="000000"/>
                </a:solidFill>
                <a:latin typeface="Times New Roman"/>
                <a:ea typeface="Times New Roman"/>
                <a:cs typeface="Times New Roman"/>
              </a:rPr>
              <a:t>요약하면:</a:t>
            </a:r>
          </a:p>
          <a:p xmlns:a="http://schemas.openxmlformats.org/drawingml/2006/main">
            <a:pPr>
              <a:buNone/>
            </a:pPr>
            <a:r>
              <a:rPr sz="1000" b="0" i="0" u="none">
                <a:solidFill>
                  <a:srgbClr val="000000"/>
                </a:solidFill>
                <a:latin typeface="Courier New"/>
                <a:ea typeface="Courier New"/>
                <a:cs typeface="Courier New"/>
              </a:rPr>
              <a:t>high randomness / large step</a:t>
            </a:r>
            <a:r>
              <a:rPr sz="1200" b="0" i="0" u="none">
                <a:solidFill>
                  <a:srgbClr val="000000"/>
                </a:solidFill>
                <a:latin typeface="Times New Roman"/>
                <a:ea typeface="Times New Roman"/>
                <a:cs typeface="Times New Roman"/>
              </a:rPr>
              <a:t> -&gt; </a:t>
            </a:r>
            <a:r>
              <a:rPr sz="1000" b="0" i="0" u="none">
                <a:solidFill>
                  <a:srgbClr val="000000"/>
                </a:solidFill>
                <a:latin typeface="Courier New"/>
                <a:ea typeface="Courier New"/>
                <a:cs typeface="Courier New"/>
              </a:rPr>
              <a:t>wide search</a:t>
            </a:r>
            <a:br/>
            <a:r>
              <a:rPr sz="1000" b="0" i="0" u="none">
                <a:solidFill>
                  <a:srgbClr val="000000"/>
                </a:solidFill>
                <a:latin typeface="Courier New"/>
                <a:ea typeface="Courier New"/>
                <a:cs typeface="Courier New"/>
              </a:rPr>
              <a:t>low randomness / small step</a:t>
            </a:r>
            <a:r>
              <a:rPr sz="1200" b="0" i="0" u="none">
                <a:solidFill>
                  <a:srgbClr val="000000"/>
                </a:solidFill>
                <a:latin typeface="Times New Roman"/>
                <a:ea typeface="Times New Roman"/>
                <a:cs typeface="Times New Roman"/>
              </a:rPr>
              <a:t> -&gt; </a:t>
            </a:r>
            <a:r>
              <a:rPr sz="1000" b="0" i="0" u="none">
                <a:solidFill>
                  <a:srgbClr val="000000"/>
                </a:solidFill>
                <a:latin typeface="Courier New"/>
                <a:ea typeface="Courier New"/>
                <a:cs typeface="Courier New"/>
              </a:rPr>
              <a:t>stable convergence</a:t>
            </a:r>
          </a:p>
          <a:p xmlns:a="http://schemas.openxmlformats.org/drawingml/2006/main">
            <a:pPr>
              <a:buNone/>
            </a:pPr>
            <a:r>
              <a:rPr sz="1200" b="0" i="0" u="none">
                <a:solidFill>
                  <a:srgbClr val="000000"/>
                </a:solidFill>
                <a:latin typeface="Times New Roman"/>
                <a:ea typeface="Times New Roman"/>
                <a:cs typeface="Times New Roman"/>
              </a:rPr>
              <a:t>그래서 슬라이드 문장인 “early search is wide; later updates become stable”은 어닐링의 핵심을 말하는 겁니다.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buNone/>
            </a:pPr>
            <a:r>
              <a:t>[Sources]</a:t>
            </a:r>
          </a:p>
          <a:p xmlns:a="http://schemas.openxmlformats.org/drawingml/2006/main">
            <a:pPr>
              <a:buNone/>
            </a:pPr>
            <a:r>
              <a:t>Educational synthesis based on standard machine learning concepts.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buNone/>
            </a:pPr>
            <a:r>
              <a:t>[Sources]</a:t>
            </a:r>
          </a:p>
          <a:p xmlns:a="http://schemas.openxmlformats.org/drawingml/2006/main">
            <a:pPr>
              <a:buNone/>
            </a:pPr>
            <a:r>
              <a:t>Educational synthesis based on standard machine learning concepts.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buNone/>
            </a:pPr>
            <a:r>
              <a:t>[Sources]</a:t>
            </a:r>
          </a:p>
          <a:p xmlns:a="http://schemas.openxmlformats.org/drawingml/2006/main">
            <a:pPr>
              <a:buNone/>
            </a:pPr>
            <a:r>
              <a:t>Educational synthesis based on standard machine learning concepts.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buNone/>
            </a:pPr>
            <a:r>
              <a:t>[Sources]</a:t>
            </a:r>
          </a:p>
          <a:p xmlns:a="http://schemas.openxmlformats.org/drawingml/2006/main">
            <a:pPr>
              <a:buNone/>
            </a:pPr>
            <a:r>
              <a:t>Educational synthesis based on standard machine learning concepts.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buNone/>
            </a:pPr>
            <a:r>
              <a:t>[Sources]</a:t>
            </a:r>
          </a:p>
          <a:p xmlns:a="http://schemas.openxmlformats.org/drawingml/2006/main">
            <a:pPr>
              <a:buNone/>
            </a:pPr>
            <a:r>
              <a:t>Educational synthesis based on standard machine learning concepts.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buNone/>
            </a:pPr>
            <a:r>
              <a:t>[Sources]</a:t>
            </a:r>
          </a:p>
          <a:p xmlns:a="http://schemas.openxmlformats.org/drawingml/2006/main">
            <a:pPr>
              <a:buNone/>
            </a:pPr>
            <a:r>
              <a:t>Educational synthesis based on standard machine learning concepts.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buNone/>
            </a:pPr>
            <a:r>
              <a:t>[Sources]</a:t>
            </a:r>
          </a:p>
          <a:p xmlns:a="http://schemas.openxmlformats.org/drawingml/2006/main">
            <a:pPr>
              <a:buNone/>
            </a:pPr>
            <a:r>
              <a:t>Educational synthesis based on standard machine learning concepts.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buNone/>
            </a:pPr>
            <a:r>
              <a:t>[Sources]</a:t>
            </a:r>
          </a:p>
          <a:p xmlns:a="http://schemas.openxmlformats.org/drawingml/2006/main">
            <a:pPr>
              <a:buNone/>
            </a:pPr>
            <a:r>
              <a:t>Educational synthesis based on standard machine learning concepts.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buNone/>
            </a:pPr>
            <a:r>
              <a:t>[Sources]</a:t>
            </a:r>
          </a:p>
          <a:p xmlns:a="http://schemas.openxmlformats.org/drawingml/2006/main">
            <a:pPr>
              <a:buNone/>
            </a:pPr>
            <a:r>
              <a:t>Educational synthesis based on standard machine learning concepts.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buNone/>
            </a:pPr>
            <a:r>
              <a:t>[Sources]</a:t>
            </a:r>
          </a:p>
          <a:p xmlns:a="http://schemas.openxmlformats.org/drawingml/2006/main">
            <a:pPr>
              <a:buNone/>
            </a:pPr>
            <a:r>
              <a:t>Educational synthesis based on standard machine learning concepts.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buNone/>
            </a:pPr>
            <a:r>
              <a:t>[Sources]</a:t>
            </a:r>
          </a:p>
          <a:p xmlns:a="http://schemas.openxmlformats.org/drawingml/2006/main">
            <a:pPr>
              <a:buNone/>
            </a:pPr>
            <a:r>
              <a:t>Educational synthesis based on standard machine learning concepts.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buNone/>
            </a:pPr>
            <a:r>
              <a:t>[Sources]</a:t>
            </a:r>
          </a:p>
          <a:p xmlns:a="http://schemas.openxmlformats.org/drawingml/2006/main">
            <a:pPr>
              <a:buNone/>
            </a:pPr>
            <a:r>
              <a:t>Educational synthesis based on standard machine learning concepts.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buNone/>
            </a:pPr>
            <a:r>
              <a:t>[Sources]</a:t>
            </a:r>
          </a:p>
          <a:p xmlns:a="http://schemas.openxmlformats.org/drawingml/2006/main">
            <a:pPr>
              <a:buNone/>
            </a:pPr>
            <a:r>
              <a:t>Vaswani et al., 2017, 'Attention Is All You Need', arXiv:1706.03762, https://arxiv.org/abs/1706.03762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buNone/>
            </a:pPr>
            <a:r>
              <a:t>[Sources]</a:t>
            </a:r>
          </a:p>
          <a:p xmlns:a="http://schemas.openxmlformats.org/drawingml/2006/main">
            <a:pPr>
              <a:buNone/>
            </a:pPr>
            <a:r>
              <a:t>Vaswani et al., 2017, 'Attention Is All You Need', arXiv:1706.03762, https://arxiv.org/abs/1706.03762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buNone/>
            </a:pPr>
            <a:r>
              <a:t>[Sources]</a:t>
            </a:r>
          </a:p>
          <a:p xmlns:a="http://schemas.openxmlformats.org/drawingml/2006/main">
            <a:pPr>
              <a:buNone/>
            </a:pPr>
            <a:r>
              <a:t>Vaswani et al., 2017, 'Attention Is All You Need', arXiv:1706.03762, https://arxiv.org/abs/1706.03762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buNone/>
            </a:pPr>
            <a:r>
              <a:t>[Sources]</a:t>
            </a:r>
          </a:p>
          <a:p xmlns:a="http://schemas.openxmlformats.org/drawingml/2006/main">
            <a:pPr>
              <a:buNone/>
            </a:pPr>
            <a:r>
              <a:t>Vaswani et al., 2017, 'Attention Is All You Need', arXiv:1706.03762, https://arxiv.org/abs/1706.03762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buNone/>
            </a:pPr>
            <a:r>
              <a:t>[Sources]</a:t>
            </a:r>
          </a:p>
          <a:p xmlns:a="http://schemas.openxmlformats.org/drawingml/2006/main">
            <a:pPr>
              <a:buNone/>
            </a:pPr>
            <a:r>
              <a:t>Vaswani et al., 2017, 'Attention Is All You Need', arXiv:1706.03762, https://arxiv.org/abs/1706.03762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buNone/>
            </a:pPr>
            <a:r>
              <a:t>[Sources]</a:t>
            </a:r>
          </a:p>
          <a:p xmlns:a="http://schemas.openxmlformats.org/drawingml/2006/main">
            <a:pPr>
              <a:buNone/>
            </a:pPr>
            <a:r>
              <a:t>Vaswani et al., 2017, 'Attention Is All You Need', arXiv:1706.03762, https://arxiv.org/abs/1706.03762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buNone/>
            </a:pPr>
            <a:r>
              <a:t>[Sources]</a:t>
            </a:r>
          </a:p>
          <a:p xmlns:a="http://schemas.openxmlformats.org/drawingml/2006/main">
            <a:pPr>
              <a:buNone/>
            </a:pPr>
            <a:r>
              <a:t>Vaswani et al., 2017, 'Attention Is All You Need', arXiv:1706.03762, https://arxiv.org/abs/1706.03762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buNone/>
            </a:pPr>
            <a:r>
              <a:t>[Sources]</a:t>
            </a:r>
          </a:p>
          <a:p xmlns:a="http://schemas.openxmlformats.org/drawingml/2006/main">
            <a:pPr>
              <a:buNone/>
            </a:pPr>
            <a:r>
              <a:t>Vaswani et al., 2017, 'Attention Is All You Need', arXiv:1706.03762, https://arxiv.org/abs/1706.03762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buNone/>
            </a:pPr>
            <a:r>
              <a:t>[Sources]</a:t>
            </a:r>
          </a:p>
          <a:p xmlns:a="http://schemas.openxmlformats.org/drawingml/2006/main">
            <a:pPr>
              <a:buNone/>
            </a:pPr>
            <a:r>
              <a:t>Vaswani et al., 2017, 'Attention Is All You Need', arXiv:1706.03762, https://arxiv.org/abs/1706.03762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buNone/>
            </a:pPr>
            <a:r>
              <a:t>[Sources]</a:t>
            </a:r>
          </a:p>
          <a:p xmlns:a="http://schemas.openxmlformats.org/drawingml/2006/main">
            <a:pPr>
              <a:buNone/>
            </a:pPr>
            <a:r>
              <a:t>Vaswani et al., 2017, 'Attention Is All You Need', arXiv:1706.03762, https://arxiv.org/abs/1706.03762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buNone/>
            </a:pPr>
            <a:r>
              <a:t>[Sources]</a:t>
            </a:r>
          </a:p>
          <a:p xmlns:a="http://schemas.openxmlformats.org/drawingml/2006/main">
            <a:pPr>
              <a:buNone/>
            </a:pPr>
            <a:r>
              <a:t>Vaswani et al., 2017, 'Attention Is All You Need', arXiv:1706.03762, https://arxiv.org/abs/1706.03762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buNone/>
            </a:pPr>
            <a:r>
              <a:t>[Sources]</a:t>
            </a:r>
          </a:p>
          <a:p xmlns:a="http://schemas.openxmlformats.org/drawingml/2006/main">
            <a:pPr>
              <a:buNone/>
            </a:pPr>
            <a:r>
              <a:t>Vaswani et al., 2017, 'Attention Is All You Need', arXiv:1706.03762, https://arxiv.org/abs/1706.03762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buNone/>
            </a:pPr>
            <a:r>
              <a:t>[Sources]</a:t>
            </a:r>
          </a:p>
          <a:p xmlns:a="http://schemas.openxmlformats.org/drawingml/2006/main">
            <a:pPr>
              <a:buNone/>
            </a:pPr>
            <a:r>
              <a:t>Radford et al., 2018, 'Improving Language Understanding by Generative Pre-Training', OpenAI.</a:t>
            </a:r>
          </a:p>
          <a:p xmlns:a="http://schemas.openxmlformats.org/drawingml/2006/main">
            <a:pPr>
              <a:buNone/>
            </a:pPr>
            <a:r>
              <a:t>Radford et al., 2019, 'Language Models are Unsupervised Multitask Learners', OpenAI.</a:t>
            </a:r>
          </a:p>
          <a:p xmlns:a="http://schemas.openxmlformats.org/drawingml/2006/main">
            <a:pPr>
              <a:buNone/>
            </a:pPr>
            <a:r>
              <a:t>Brown et al., 2020, 'Language Models are Few-Shot Learners', arXiv:2005.14165, https://arxiv.org/abs/2005.14165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buNone/>
            </a:pPr>
            <a:r>
              <a:t>[Sources]</a:t>
            </a:r>
          </a:p>
          <a:p xmlns:a="http://schemas.openxmlformats.org/drawingml/2006/main">
            <a:pPr>
              <a:buNone/>
            </a:pPr>
            <a:r>
              <a:t>Radford et al., 2018, 'Improving Language Understanding by Generative Pre-Training', OpenAI.</a:t>
            </a:r>
          </a:p>
          <a:p xmlns:a="http://schemas.openxmlformats.org/drawingml/2006/main">
            <a:pPr>
              <a:buNone/>
            </a:pPr>
            <a:r>
              <a:t>Radford et al., 2019, 'Language Models are Unsupervised Multitask Learners', OpenAI.</a:t>
            </a:r>
          </a:p>
          <a:p xmlns:a="http://schemas.openxmlformats.org/drawingml/2006/main">
            <a:pPr>
              <a:buNone/>
            </a:pPr>
            <a:r>
              <a:t>Brown et al., 2020, 'Language Models are Few-Shot Learners', arXiv:2005.14165, https://arxiv.org/abs/2005.14165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buNone/>
            </a:pPr>
            <a:r>
              <a:t>[Sources]</a:t>
            </a:r>
          </a:p>
          <a:p xmlns:a="http://schemas.openxmlformats.org/drawingml/2006/main">
            <a:pPr>
              <a:buNone/>
            </a:pPr>
            <a:r>
              <a:t>Radford et al., 2018, 'Improving Language Understanding by Generative Pre-Training', OpenAI.</a:t>
            </a:r>
          </a:p>
          <a:p xmlns:a="http://schemas.openxmlformats.org/drawingml/2006/main">
            <a:pPr>
              <a:buNone/>
            </a:pPr>
            <a:r>
              <a:t>Radford et al., 2019, 'Language Models are Unsupervised Multitask Learners', OpenAI.</a:t>
            </a:r>
          </a:p>
          <a:p xmlns:a="http://schemas.openxmlformats.org/drawingml/2006/main">
            <a:pPr>
              <a:buNone/>
            </a:pPr>
            <a:r>
              <a:t>Brown et al., 2020, 'Language Models are Few-Shot Learners', arXiv:2005.14165, https://arxiv.org/abs/2005.14165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buNone/>
            </a:pPr>
            <a:r>
              <a:t>[Sources]</a:t>
            </a:r>
          </a:p>
          <a:p xmlns:a="http://schemas.openxmlformats.org/drawingml/2006/main">
            <a:pPr>
              <a:buNone/>
            </a:pPr>
            <a:r>
              <a:t>Radford et al., 2018, 'Improving Language Understanding by Generative Pre-Training', OpenAI.</a:t>
            </a:r>
          </a:p>
          <a:p xmlns:a="http://schemas.openxmlformats.org/drawingml/2006/main">
            <a:pPr>
              <a:buNone/>
            </a:pPr>
            <a:r>
              <a:t>Radford et al., 2019, 'Language Models are Unsupervised Multitask Learners', OpenAI.</a:t>
            </a:r>
          </a:p>
          <a:p xmlns:a="http://schemas.openxmlformats.org/drawingml/2006/main">
            <a:pPr>
              <a:buNone/>
            </a:pPr>
            <a:r>
              <a:t>Brown et al., 2020, 'Language Models are Few-Shot Learners', arXiv:2005.14165, https://arxiv.org/abs/2005.14165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buNone/>
            </a:pPr>
            <a:r>
              <a:t>[Sources]</a:t>
            </a:r>
          </a:p>
          <a:p xmlns:a="http://schemas.openxmlformats.org/drawingml/2006/main">
            <a:pPr>
              <a:buNone/>
            </a:pPr>
            <a:r>
              <a:t>Radford et al., 2018, 'Improving Language Understanding by Generative Pre-Training', OpenAI.</a:t>
            </a:r>
          </a:p>
          <a:p xmlns:a="http://schemas.openxmlformats.org/drawingml/2006/main">
            <a:pPr>
              <a:buNone/>
            </a:pPr>
            <a:r>
              <a:t>Radford et al., 2019, 'Language Models are Unsupervised Multitask Learners', OpenAI.</a:t>
            </a:r>
          </a:p>
          <a:p xmlns:a="http://schemas.openxmlformats.org/drawingml/2006/main">
            <a:pPr>
              <a:buNone/>
            </a:pPr>
            <a:r>
              <a:t>Brown et al., 2020, 'Language Models are Few-Shot Learners', arXiv:2005.14165, https://arxiv.org/abs/2005.14165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buNone/>
            </a:pPr>
            <a:r>
              <a:t>[Sources]</a:t>
            </a:r>
          </a:p>
          <a:p xmlns:a="http://schemas.openxmlformats.org/drawingml/2006/main">
            <a:pPr>
              <a:buNone/>
            </a:pPr>
            <a:r>
              <a:t>OpenAI API Reference, Responses create parameters: https://platform.openai.com/docs/api-reference/responses/create</a:t>
            </a:r>
          </a:p>
          <a:p xmlns:a="http://schemas.openxmlformats.org/drawingml/2006/main">
            <a:pPr>
              <a:buNone/>
            </a:pPr>
            <a:r>
              <a:t>OpenAI API Reference, Chat create parameters: https://platform.openai.com/docs/api-reference/chat/create</a:t>
            </a:r>
          </a:p>
          <a:p xmlns:a="http://schemas.openxmlformats.org/drawingml/2006/main">
            <a:pPr>
              <a:buNone/>
            </a:pPr>
            <a:r>
              <a:t>Temperature changes distribution sharpness. Top-p nucleus sampling limits sampling to a cumulative probability mass.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buNone/>
            </a:pPr>
            <a:r>
              <a:t>[Sources]</a:t>
            </a:r>
          </a:p>
          <a:p xmlns:a="http://schemas.openxmlformats.org/drawingml/2006/main">
            <a:pPr>
              <a:buNone/>
            </a:pPr>
            <a:r>
              <a:t>Vaswani et al., 2017, 'Attention Is All You Need', arXiv:1706.03762, https://arxiv.org/abs/1706.03762</a:t>
            </a:r>
          </a:p>
          <a:p xmlns:a="http://schemas.openxmlformats.org/drawingml/2006/main">
            <a:pPr>
              <a:buNone/>
            </a:pPr>
            <a:r>
              <a:t>Radford et al., 2018, 'Improving Language Understanding by Generative Pre-Training', OpenAI.</a:t>
            </a:r>
          </a:p>
          <a:p xmlns:a="http://schemas.openxmlformats.org/drawingml/2006/main">
            <a:pPr>
              <a:buNone/>
            </a:pPr>
            <a:r>
              <a:t>Radford et al., 2019, 'Language Models are Unsupervised Multitask Learners', OpenAI.</a:t>
            </a:r>
          </a:p>
          <a:p xmlns:a="http://schemas.openxmlformats.org/drawingml/2006/main">
            <a:pPr>
              <a:buNone/>
            </a:pPr>
            <a:r>
              <a:t>Brown et al., 2020, 'Language Models are Few-Shot Learners', arXiv:2005.14165, https://arxiv.org/abs/2005.14165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buNone/>
            </a:pPr>
            <a:r>
              <a:t>[Sources]</a:t>
            </a:r>
          </a:p>
          <a:p xmlns:a="http://schemas.openxmlformats.org/drawingml/2006/main">
            <a:pPr>
              <a:buNone/>
            </a:pPr>
            <a:r>
              <a:t>Conceptual explanation of special tokens in language-model systems.</a:t>
            </a:r>
          </a:p>
          <a:p xmlns:a="http://schemas.openxmlformats.org/drawingml/2006/main">
            <a:pPr>
              <a:buNone/>
            </a:pPr>
            <a:r>
              <a:t>OpenAI API documentation describes tool calling and finish reasons at https://platform.openai.com/docs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buNone/>
            </a:pPr>
            <a:r>
              <a:t>[Sources]</a:t>
            </a:r>
          </a:p>
          <a:p xmlns:a="http://schemas.openxmlformats.org/drawingml/2006/main">
            <a:pPr>
              <a:buNone/>
            </a:pPr>
            <a:r>
              <a:t>Conceptual explanation of tool-call and end-of-generation control behavior.</a:t>
            </a:r>
          </a:p>
          <a:p xmlns:a="http://schemas.openxmlformats.org/drawingml/2006/main">
            <a:pPr>
              <a:buNone/>
            </a:pPr>
            <a:r>
              <a:t>OpenAI API documentation describes tool calling and finish reasons at https://platform.openai.com/docs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buNone/>
            </a:pPr>
            <a:r>
              <a:t>[Sources]</a:t>
            </a:r>
          </a:p>
          <a:p xmlns:a="http://schemas.openxmlformats.org/drawingml/2006/main">
            <a:pPr>
              <a:buNone/>
            </a:pPr>
            <a:r>
              <a:t>Geva et al., 2021, 'Transformer Feed-Forward Layers Are Key-Value Memories', arXiv:2012.14913, https://arxiv.org/abs/2012.14913</a:t>
            </a:r>
          </a:p>
          <a:p xmlns:a="http://schemas.openxmlformats.org/drawingml/2006/main">
            <a:pPr>
              <a:buNone/>
            </a:pPr>
            <a:r>
              <a:t>Ndubuaku et al., 2026, 'A Controlled Study of Attention-Only Transformers', arXiv:2607.18363v1, https://arxiv.org/html/2607.18363v1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buNone/>
            </a:pPr>
            <a:r>
              <a:t>[Sources]</a:t>
            </a:r>
          </a:p>
          <a:p xmlns:a="http://schemas.openxmlformats.org/drawingml/2006/main">
            <a:pPr>
              <a:buNone/>
            </a:pPr>
            <a:r>
              <a:t>Discrete Diffusion in Large Language and Multimodal Models: https://arxiv.org/abs/2506.13759</a:t>
            </a:r>
          </a:p>
          <a:p xmlns:a="http://schemas.openxmlformats.org/drawingml/2006/main">
            <a:pPr>
              <a:buNone/>
            </a:pPr>
            <a:r>
              <a:t>Large Language Diffusion Models / LLaDA: https://arxiv.org/abs/2502.09992</a:t>
            </a:r>
          </a:p>
          <a:p xmlns:a="http://schemas.openxmlformats.org/drawingml/2006/main">
            <a:pPr>
              <a:buNone/>
            </a:pPr>
            <a:r>
              <a:t>Simple and Effective Masked Diffusion Language Models: https://arxiv.org/abs/2406.07524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buNone/>
            </a:pPr>
            <a:r>
              <a:t>[Sources]</a:t>
            </a:r>
          </a:p>
          <a:p xmlns:a="http://schemas.openxmlformats.org/drawingml/2006/main">
            <a:pPr>
              <a:buNone/>
            </a:pPr>
            <a:r>
              <a:t>Fast Inference from Transformers via Speculative Decoding: https://arxiv.org/abs/2211.17192</a:t>
            </a:r>
          </a:p>
          <a:p xmlns:a="http://schemas.openxmlformats.org/drawingml/2006/main">
            <a:pPr>
              <a:buNone/>
            </a:pPr>
            <a:r>
              <a:t>Google Research, Looking back at speculative decoding: https://research.google/blog/looking-back-at-speculative-decoding/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buNone/>
            </a:pPr>
            <a:r>
              <a:t>[Sources]</a:t>
            </a:r>
          </a:p>
          <a:p xmlns:a="http://schemas.openxmlformats.org/drawingml/2006/main">
            <a:pPr>
              <a:buNone/>
            </a:pPr>
            <a:r>
              <a:t>Scaling Laws for Neural Language Models: https://arxiv.org/abs/2001.08361</a:t>
            </a:r>
          </a:p>
          <a:p xmlns:a="http://schemas.openxmlformats.org/drawingml/2006/main">
            <a:pPr>
              <a:buNone/>
            </a:pPr>
            <a:r>
              <a:t>Training Compute-Optimal Large Language Models: https://arxiv.org/abs/2203.15556</a:t>
            </a:r>
          </a:p>
          <a:p xmlns:a="http://schemas.openxmlformats.org/drawingml/2006/main">
            <a:pPr>
              <a:buNone/>
            </a:pPr>
            <a:r>
              <a:t>Mixtral of Experts: https://arxiv.org/abs/2401.04088</a:t>
            </a:r>
          </a:p>
          <a:p xmlns:a="http://schemas.openxmlformats.org/drawingml/2006/main">
            <a:pPr>
              <a:buNone/>
            </a:pPr>
            <a:r>
              <a:t>DeepSeek-V3 Technical Report: https://arxiv.org/abs/2412.19437</a:t>
            </a:r>
          </a:p>
          <a:p xmlns:a="http://schemas.openxmlformats.org/drawingml/2006/main">
            <a:pPr>
              <a:buNone/>
            </a:pPr>
            <a:r>
              <a:t>OpenAI, Learning to reason with LLMs: https://openai.com/index/learning-to-reason-with-llms/</a:t>
            </a:r>
          </a:p>
          <a:p xmlns:a="http://schemas.openxmlformats.org/drawingml/2006/main">
            <a:pPr>
              <a:buNone/>
            </a:pPr>
            <a:r>
              <a:t>DeepSeek-R1: https://arxiv.org/abs/2501.12948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buNone/>
            </a:pPr>
            <a:r>
              <a:t>[Sources]</a:t>
            </a:r>
          </a:p>
          <a:p xmlns:a="http://schemas.openxmlformats.org/drawingml/2006/main">
            <a:pPr>
              <a:buNone/>
            </a:pPr>
            <a:r>
              <a:t>Distilling the Knowledge in a Neural Network: https://arxiv.org/abs/1503.02531</a:t>
            </a:r>
          </a:p>
          <a:p xmlns:a="http://schemas.openxmlformats.org/drawingml/2006/main">
            <a:pPr>
              <a:buNone/>
            </a:pPr>
            <a:r>
              <a:t>DistilBERT, a distilled version of BERT: https://arxiv.org/abs/1910.01108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6a9d302a02049e3" /></Relationships>
</file>

<file path=ppt/slideLayouts/slideLayout1.xml><?xml version="1.0" encoding="utf-8"?>
<p:sldLayout xmlns:p="http://schemas.openxmlformats.org/presentationml/2006/main" showMasterSp="1" showMasterPhAnim="0" matchingName="" type="title" preserve="0" userDrawn="1">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0d6aadbeed54b81" /><Relationship Type="http://schemas.openxmlformats.org/officeDocument/2006/relationships/slideLayout" Target="/ppt/slideLayouts/slideLayout1.xml" Id="R16632d3ea85d477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6632d3ea85d477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ec358d38adec4e7a" /><Relationship Type="http://schemas.openxmlformats.org/officeDocument/2006/relationships/notesSlide" Target="/ppt/notesSlides/notesSlide1.xml" Id="R96283a83ea9542b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fa06f98ecc043de" /><Relationship Type="http://schemas.openxmlformats.org/officeDocument/2006/relationships/image" Target="/ppt/media/image.png" Id="R650d35e83af7483d" /><Relationship Type="http://schemas.openxmlformats.org/officeDocument/2006/relationships/notesSlide" Target="/ppt/notesSlides/notesSlide2.xml" Id="R16aa0dc33f6f4ae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d2a0bb59464447cf" /><Relationship Type="http://schemas.openxmlformats.org/officeDocument/2006/relationships/image" Target="/ppt/media/image2.png" Id="R84dccfb2dca54cde" /><Relationship Type="http://schemas.openxmlformats.org/officeDocument/2006/relationships/notesSlide" Target="/ppt/notesSlides/notesSlide3.xml" Id="Re345097145194b0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9ae7dbfd4878402c" /><Relationship Type="http://schemas.openxmlformats.org/officeDocument/2006/relationships/image" Target="/ppt/media/image3.png" Id="R183988a1745d4be3" /><Relationship Type="http://schemas.openxmlformats.org/officeDocument/2006/relationships/notesSlide" Target="/ppt/notesSlides/notesSlide4.xml" Id="R25cd0c9992c04ac6"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d9f3765c13744522" /><Relationship Type="http://schemas.openxmlformats.org/officeDocument/2006/relationships/notesSlide" Target="/ppt/notesSlides/notesSlide5.xml" Id="R6762435dfdea4e53"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5968797a037943d0" /><Relationship Type="http://schemas.openxmlformats.org/officeDocument/2006/relationships/image" Target="/ppt/media/image.svg" Id="Rdec48b0ca1704879" /><Relationship Type="http://schemas.openxmlformats.org/officeDocument/2006/relationships/image" Target="/ppt/media/image.png" Id="R43931d8f1d0d4dd4" /><Relationship Type="http://schemas.openxmlformats.org/officeDocument/2006/relationships/notesSlide" Target="/ppt/notesSlides/notesSlide6.xml" Id="R8d4860a354584b40"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12410ace77d04387" /><Relationship Type="http://schemas.openxmlformats.org/officeDocument/2006/relationships/image" Target="/ppt/media/image2.svg" Id="R95a36d75a70448c0" /><Relationship Type="http://schemas.openxmlformats.org/officeDocument/2006/relationships/image" Target="/ppt/media/image2.png" Id="Re085fddc340748cf" /><Relationship Type="http://schemas.openxmlformats.org/officeDocument/2006/relationships/notesSlide" Target="/ppt/notesSlides/notesSlide7.xml" Id="Rf35e456c58774b1b"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2bfbcbaa68ad4993" /><Relationship Type="http://schemas.openxmlformats.org/officeDocument/2006/relationships/notesSlide" Target="/ppt/notesSlides/notesSlide8.xml" Id="Re4a6048ca2624d9f"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7791b741eeb849fb" /><Relationship Type="http://schemas.openxmlformats.org/officeDocument/2006/relationships/image" Target="/ppt/media/image3.svg" Id="Recb698a4f42143c3" /><Relationship Type="http://schemas.openxmlformats.org/officeDocument/2006/relationships/image" Target="/ppt/media/image3.png" Id="R858c9d15853a4530" /><Relationship Type="http://schemas.openxmlformats.org/officeDocument/2006/relationships/notesSlide" Target="/ppt/notesSlides/notesSlide9.xml" Id="Rc55113a0473a47d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e160e149bc3e4e3c" /><Relationship Type="http://schemas.openxmlformats.org/officeDocument/2006/relationships/image" Target="/ppt/media/image4.png" Id="R52f41a9ea2264be4" /><Relationship Type="http://schemas.openxmlformats.org/officeDocument/2006/relationships/notesSlide" Target="/ppt/notesSlides/notesSlide10.xml" Id="Rbbfd203161224cb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4cd688659d5f4c1b" /><Relationship Type="http://schemas.openxmlformats.org/officeDocument/2006/relationships/image" Target="/ppt/media/image5.png" Id="R9ee3233e9a734f5a" /><Relationship Type="http://schemas.openxmlformats.org/officeDocument/2006/relationships/image" Target="/ppt/media/image4.svg" Id="Raf9e5223f1ef43fb" /><Relationship Type="http://schemas.openxmlformats.org/officeDocument/2006/relationships/image" Target="/ppt/media/image4.png" Id="R6308ef28b57f409d" /><Relationship Type="http://schemas.openxmlformats.org/officeDocument/2006/relationships/notesSlide" Target="/ppt/notesSlides/notesSlide11.xml" Id="R56b2d3b28b2547a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59702d9975e540eb" /><Relationship Type="http://schemas.openxmlformats.org/officeDocument/2006/relationships/image" Target="/ppt/media/image5.svg" Id="R379959af55474654" /><Relationship Type="http://schemas.openxmlformats.org/officeDocument/2006/relationships/image" Target="/ppt/media/image5.png" Id="R5e6470a41ad142f0" /><Relationship Type="http://schemas.openxmlformats.org/officeDocument/2006/relationships/notesSlide" Target="/ppt/notesSlides/notesSlide12.xml" Id="R6a434d13b4a8417a"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de680950df4d4571" /><Relationship Type="http://schemas.openxmlformats.org/officeDocument/2006/relationships/image" Target="/ppt/media/image6.png" Id="R9032d720d2b34b6b" /><Relationship Type="http://schemas.openxmlformats.org/officeDocument/2006/relationships/image" Target="/ppt/media/image6.svg" Id="R53d119981a7c41c7" /><Relationship Type="http://schemas.openxmlformats.org/officeDocument/2006/relationships/image" Target="/ppt/media/image7.png" Id="R0eb81893a9c44cba" /><Relationship Type="http://schemas.openxmlformats.org/officeDocument/2006/relationships/image" Target="/ppt/media/image7.svg" Id="Recff5a53151d42e8" /><Relationship Type="http://schemas.openxmlformats.org/officeDocument/2006/relationships/notesSlide" Target="/ppt/notesSlides/notesSlide13.xml" Id="Ra914d40e2017402e"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f2da669119ec4200" /><Relationship Type="http://schemas.openxmlformats.org/officeDocument/2006/relationships/image" Target="/ppt/media/image8.png" Id="R7c89c7d623b349d7" /><Relationship Type="http://schemas.openxmlformats.org/officeDocument/2006/relationships/notesSlide" Target="/ppt/notesSlides/notesSlide14.xml" Id="Ra28ce4ec680d4ced"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dd59cfdc11d544be" /><Relationship Type="http://schemas.openxmlformats.org/officeDocument/2006/relationships/notesSlide" Target="/ppt/notesSlides/notesSlide15.xml" Id="R6e0804ffe75a4aca"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f5c5cda7d5224c71" /><Relationship Type="http://schemas.openxmlformats.org/officeDocument/2006/relationships/notesSlide" Target="/ppt/notesSlides/notesSlide16.xml" Id="R60aa099a48bb4efa"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4148fbb1fd144366" /><Relationship Type="http://schemas.openxmlformats.org/officeDocument/2006/relationships/notesSlide" Target="/ppt/notesSlides/notesSlide17.xml" Id="R92665b3d9ff747dc"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ce03e654fc444468" /><Relationship Type="http://schemas.openxmlformats.org/officeDocument/2006/relationships/notesSlide" Target="/ppt/notesSlides/notesSlide18.xml" Id="Rc41908cceb82424a"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b103351f4f874107" /><Relationship Type="http://schemas.openxmlformats.org/officeDocument/2006/relationships/notesSlide" Target="/ppt/notesSlides/notesSlide19.xml" Id="R90213c5b39f746f6"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e8f53ce1aaa14e71" /><Relationship Type="http://schemas.openxmlformats.org/officeDocument/2006/relationships/notesSlide" Target="/ppt/notesSlides/notesSlide20.xml" Id="R0710f56c9230432f"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8d481a8f75064d8c" /><Relationship Type="http://schemas.openxmlformats.org/officeDocument/2006/relationships/notesSlide" Target="/ppt/notesSlides/notesSlide21.xml" Id="Raaafccab4aea4f87"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f0254ca377a8411f" /><Relationship Type="http://schemas.openxmlformats.org/officeDocument/2006/relationships/notesSlide" Target="/ppt/notesSlides/notesSlide22.xml" Id="R1ea0cf2fd41d4fa0"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31c10821214b42fb" /><Relationship Type="http://schemas.openxmlformats.org/officeDocument/2006/relationships/notesSlide" Target="/ppt/notesSlides/notesSlide23.xml" Id="R76c77612a978434c"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2a784c10bae349e3" /><Relationship Type="http://schemas.openxmlformats.org/officeDocument/2006/relationships/notesSlide" Target="/ppt/notesSlides/notesSlide24.xml" Id="Rf425b646156d433a"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f96b45b096cf4a1c" /><Relationship Type="http://schemas.openxmlformats.org/officeDocument/2006/relationships/notesSlide" Target="/ppt/notesSlides/notesSlide25.xml" Id="R8f4e60cf678945c8"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6bc6b948661a4a0a" /><Relationship Type="http://schemas.openxmlformats.org/officeDocument/2006/relationships/notesSlide" Target="/ppt/notesSlides/notesSlide26.xml" Id="R24e22390fcd14d16"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19609baedf8d4a85" /><Relationship Type="http://schemas.openxmlformats.org/officeDocument/2006/relationships/notesSlide" Target="/ppt/notesSlides/notesSlide27.xml" Id="R57677e4ff65242c9"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2d3da1f255b24d0e" /><Relationship Type="http://schemas.openxmlformats.org/officeDocument/2006/relationships/notesSlide" Target="/ppt/notesSlides/notesSlide28.xml" Id="R6039ee1650d44cb0"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e68f3a24d98e44ab" /><Relationship Type="http://schemas.openxmlformats.org/officeDocument/2006/relationships/notesSlide" Target="/ppt/notesSlides/notesSlide29.xml" Id="Re4500135039d4b53"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6c6aefafeae04a30" /><Relationship Type="http://schemas.openxmlformats.org/officeDocument/2006/relationships/notesSlide" Target="/ppt/notesSlides/notesSlide30.xml" Id="R52f3cc67a3744c59"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6452e3c528ec4de2" /><Relationship Type="http://schemas.openxmlformats.org/officeDocument/2006/relationships/notesSlide" Target="/ppt/notesSlides/notesSlide31.xml" Id="R49054f6703264ea8"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f3f7cd14932c4e3b" /><Relationship Type="http://schemas.openxmlformats.org/officeDocument/2006/relationships/notesSlide" Target="/ppt/notesSlides/notesSlide32.xml" Id="Rbb70a50e50394e7e"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7b349ba751c94b60" /><Relationship Type="http://schemas.openxmlformats.org/officeDocument/2006/relationships/notesSlide" Target="/ppt/notesSlides/notesSlide33.xml" Id="Rcebf362186a04afa"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6f61f730b1014501" /><Relationship Type="http://schemas.openxmlformats.org/officeDocument/2006/relationships/notesSlide" Target="/ppt/notesSlides/notesSlide34.xml" Id="Rd926706b4155481a"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15b30e72bc4e4ce9" /><Relationship Type="http://schemas.openxmlformats.org/officeDocument/2006/relationships/notesSlide" Target="/ppt/notesSlides/notesSlide35.xml" Id="R971eedb03fdf4f55"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b148fe725e754b52" /><Relationship Type="http://schemas.openxmlformats.org/officeDocument/2006/relationships/notesSlide" Target="/ppt/notesSlides/notesSlide36.xml" Id="R320b2f1954984a14"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2b12d4a1ccd045e0" /><Relationship Type="http://schemas.openxmlformats.org/officeDocument/2006/relationships/notesSlide" Target="/ppt/notesSlides/notesSlide37.xml" Id="R4db620777a3a42e2"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1dc18f8ebee241d8" /><Relationship Type="http://schemas.openxmlformats.org/officeDocument/2006/relationships/notesSlide" Target="/ppt/notesSlides/notesSlide38.xml" Id="R0e2f55a1db304c2c"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244c2f29bdbe4840" /><Relationship Type="http://schemas.openxmlformats.org/officeDocument/2006/relationships/notesSlide" Target="/ppt/notesSlides/notesSlide39.xml" Id="Reabe36a27d7f4816"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0b5a1839fab944eb" /><Relationship Type="http://schemas.openxmlformats.org/officeDocument/2006/relationships/notesSlide" Target="/ppt/notesSlides/notesSlide40.xml" Id="R6dc57a7f511746ee"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164d8cc26ac04965" /><Relationship Type="http://schemas.openxmlformats.org/officeDocument/2006/relationships/notesSlide" Target="/ppt/notesSlides/notesSlide41.xml" Id="Reb5dfbd367d64588"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cafa2db599de4e90" /><Relationship Type="http://schemas.openxmlformats.org/officeDocument/2006/relationships/notesSlide" Target="/ppt/notesSlides/notesSlide42.xml" Id="R17d0a27b52e54e3e"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2f35290783624ce2" /><Relationship Type="http://schemas.openxmlformats.org/officeDocument/2006/relationships/image" Target="/ppt/media/image9.png" Id="R40bbdd0809b44a2b" /><Relationship Type="http://schemas.openxmlformats.org/officeDocument/2006/relationships/image" Target="/ppt/media/image8.svg" Id="R7ca45b8d8c704e1b" /><Relationship Type="http://schemas.openxmlformats.org/officeDocument/2006/relationships/notesSlide" Target="/ppt/notesSlides/notesSlide43.xml" Id="R58d9d4bd46b1436c"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de53662560f246ae" /><Relationship Type="http://schemas.openxmlformats.org/officeDocument/2006/relationships/notesSlide" Target="/ppt/notesSlides/notesSlide44.xml" Id="Rbc1b74ec435c48e9"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8166d6f492f844c3" /><Relationship Type="http://schemas.openxmlformats.org/officeDocument/2006/relationships/notesSlide" Target="/ppt/notesSlides/notesSlide45.xml" Id="Rb9f1907501b24b8d"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c1e94fc6c6b04b8e" /><Relationship Type="http://schemas.openxmlformats.org/officeDocument/2006/relationships/notesSlide" Target="/ppt/notesSlides/notesSlide46.xml" Id="R0fca47bde10c42ed"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2485d9ae280f48de" /><Relationship Type="http://schemas.openxmlformats.org/officeDocument/2006/relationships/notesSlide" Target="/ppt/notesSlides/notesSlide47.xml" Id="R1d1d360dd212453f"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52a9276057644f7b" /><Relationship Type="http://schemas.openxmlformats.org/officeDocument/2006/relationships/notesSlide" Target="/ppt/notesSlides/notesSlide48.xml" Id="Rd3ec84cc2c4342a3"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bebd11dd3ee04e9a" /><Relationship Type="http://schemas.openxmlformats.org/officeDocument/2006/relationships/notesSlide" Target="/ppt/notesSlides/notesSlide49.xml" Id="Ra97cc678e3874016"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a3700cc223d94e29" /><Relationship Type="http://schemas.openxmlformats.org/officeDocument/2006/relationships/notesSlide" Target="/ppt/notesSlides/notesSlide50.xml" Id="R3bc09388416f421b"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67a036d7b3334f57" /><Relationship Type="http://schemas.openxmlformats.org/officeDocument/2006/relationships/notesSlide" Target="/ppt/notesSlides/notesSlide51.xml" Id="Rd767cc6f9f664293" /></Relationships>
</file>

<file path=ppt/slides/slide1.xml><?xml version="1.0" encoding="utf-8"?>
<p:sld xmlns:p="http://schemas.openxmlformats.org/presentationml/2006/main" showMasterSp="1">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59211400" name="">
            <a:extLst xmlns:a="http://schemas.openxmlformats.org/drawingml/2006/main">
              <a:ext uri="{FF2B5EF4-FFF2-40B4-BE49-F238E27FC236}">
                <a16:creationId xmlns:a16="http://schemas.microsoft.com/office/drawing/2014/main" id="{7AC154C2-9130-4FC6-B62C-36651161076B}"/>
              </a:ext>
            </a:extLst>
          </p:cNvPr>
          <p:cNvSpPr>
            <a:spLocks xmlns:a="http://schemas.openxmlformats.org/drawingml/2006/main" noGrp="1"/>
          </p:cNvSpPr>
          <p:nvPr/>
        </p:nvSpPr>
        <p:spPr>
          <a:xfrm xmlns:a="http://schemas.openxmlformats.org/drawingml/2006/main">
            <a:off x="666750" y="533400"/>
            <a:ext cx="8286750" cy="5905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750" b="1">
                <a:solidFill>
                  <a:srgbClr val="0B0F19"/>
                </a:solidFill>
              </a:defRPr>
            </a:pPr>
            <a:r>
              <a:rPr sz="3750" b="1">
                <a:solidFill>
                  <a:srgbClr val="0B0F19"/>
                </a:solidFill>
              </a:rPr>
              <a:t>From Linear Regression to GPT</a:t>
            </a:r>
          </a:p>
        </p:txBody>
      </p:sp>
      <p:sp>
        <p:nvSpPr>
          <p:cNvPr id="1850301700" name="">
            <a:extLst xmlns:a="http://schemas.openxmlformats.org/drawingml/2006/main">
              <a:ext uri="{FF2B5EF4-FFF2-40B4-BE49-F238E27FC236}">
                <a16:creationId xmlns:a16="http://schemas.microsoft.com/office/drawing/2014/main" id="{BAD21D1A-7E15-4E9B-BED0-A3EE435A726C}"/>
              </a:ext>
            </a:extLst>
          </p:cNvPr>
          <p:cNvSpPr>
            <a:spLocks xmlns:a="http://schemas.openxmlformats.org/drawingml/2006/main" noGrp="1"/>
          </p:cNvSpPr>
          <p:nvPr/>
        </p:nvSpPr>
        <p:spPr>
          <a:xfrm xmlns:a="http://schemas.openxmlformats.org/drawingml/2006/main">
            <a:off x="704850" y="1219200"/>
            <a:ext cx="2476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250" b="1">
                <a:solidFill>
                  <a:srgbClr val="2563EB"/>
                </a:solidFill>
              </a:defRPr>
            </a:pPr>
            <a:r>
              <a:rPr sz="2250" b="1">
                <a:solidFill>
                  <a:srgbClr val="2563EB"/>
                </a:solidFill>
              </a:rPr>
              <a:t>Roadmap</a:t>
            </a:r>
          </a:p>
        </p:txBody>
      </p:sp>
      <p:sp>
        <p:nvSpPr>
          <p:cNvPr id="2018958640" name="">
            <a:extLst xmlns:a="http://schemas.openxmlformats.org/drawingml/2006/main">
              <a:ext uri="{FF2B5EF4-FFF2-40B4-BE49-F238E27FC236}">
                <a16:creationId xmlns:a16="http://schemas.microsoft.com/office/drawing/2014/main" id="{4BBC2FE3-2166-4F22-B1BE-283074514F0A}"/>
              </a:ext>
            </a:extLst>
          </p:cNvPr>
          <p:cNvSpPr>
            <a:spLocks xmlns:a="http://schemas.openxmlformats.org/drawingml/2006/main" noGrp="1"/>
          </p:cNvSpPr>
          <p:nvPr/>
        </p:nvSpPr>
        <p:spPr>
          <a:xfrm xmlns:a="http://schemas.openxmlformats.org/drawingml/2006/main">
            <a:off x="2667000" y="1257300"/>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750" b="0">
                <a:solidFill>
                  <a:srgbClr val="667085"/>
                </a:solidFill>
              </a:defRPr>
            </a:pPr>
            <a:r>
              <a:rPr sz="1750" b="0">
                <a:solidFill>
                  <a:srgbClr val="667085"/>
                </a:solidFill>
              </a:rPr>
              <a:t>From simple prediction to GPT</a:t>
            </a:r>
          </a:p>
        </p:txBody>
      </p:sp>
      <p:sp>
        <p:nvSpPr>
          <p:cNvPr id="90328710" name="">
            <a:extLst xmlns:a="http://schemas.openxmlformats.org/drawingml/2006/main">
              <a:ext uri="{FF2B5EF4-FFF2-40B4-BE49-F238E27FC236}">
                <a16:creationId xmlns:a16="http://schemas.microsoft.com/office/drawing/2014/main" id="{E7E1951F-1522-4762-B70A-FAAE6F79C961}"/>
              </a:ext>
            </a:extLst>
          </p:cNvPr>
          <p:cNvSpPr>
            <a:spLocks xmlns:a="http://schemas.openxmlformats.org/drawingml/2006/main" noGrp="1"/>
          </p:cNvSpPr>
          <p:nvPr/>
        </p:nvSpPr>
        <p:spPr>
          <a:xfrm xmlns:a="http://schemas.openxmlformats.org/drawingml/2006/main">
            <a:off x="666750" y="2047875"/>
            <a:ext cx="10858500" cy="3333750"/>
          </a:xfrm>
          <a:prstGeom xmlns:a="http://schemas.openxmlformats.org/drawingml/2006/main" prst="roundRect">
            <a:avLst>
              <a:gd name="adj" fmla="val 2286"/>
            </a:avLst>
          </a:prstGeom>
          <a:solidFill xmlns:a="http://schemas.openxmlformats.org/drawingml/2006/main">
            <a:srgbClr val="F8FAFC"/>
          </a:solidFill>
          <a:ln xmlns:a="http://schemas.openxmlformats.org/drawingml/2006/main" w="14288">
            <a:solidFill>
              <a:srgbClr val="E2E8F0"/>
            </a:solidFill>
            <a:prstDash val="solid"/>
          </a:ln>
        </p:spPr>
      </p:sp>
      <p:sp>
        <p:nvSpPr>
          <p:cNvPr id="453704307" name="">
            <a:extLst xmlns:a="http://schemas.openxmlformats.org/drawingml/2006/main">
              <a:ext uri="{FF2B5EF4-FFF2-40B4-BE49-F238E27FC236}">
                <a16:creationId xmlns:a16="http://schemas.microsoft.com/office/drawing/2014/main" id="{9035AB51-6D73-4E98-BE07-3CE564B3D94E}"/>
              </a:ext>
            </a:extLst>
          </p:cNvPr>
          <p:cNvSpPr>
            <a:spLocks xmlns:a="http://schemas.openxmlformats.org/drawingml/2006/main" noGrp="1"/>
          </p:cNvSpPr>
          <p:nvPr/>
        </p:nvSpPr>
        <p:spPr>
          <a:xfrm xmlns:a="http://schemas.openxmlformats.org/drawingml/2006/main">
            <a:off x="1524000" y="3714750"/>
            <a:ext cx="9144000" cy="9525"/>
          </a:xfrm>
          <a:prstGeom xmlns:a="http://schemas.openxmlformats.org/drawingml/2006/main" prst="line">
            <a:avLst/>
          </a:prstGeom>
          <a:noFill xmlns:a="http://schemas.openxmlformats.org/drawingml/2006/main"/>
          <a:ln xmlns:a="http://schemas.openxmlformats.org/drawingml/2006/main" w="47625">
            <a:solidFill>
              <a:srgbClr val="CBD5E1"/>
            </a:solidFill>
            <a:prstDash val="solid"/>
          </a:ln>
        </p:spPr>
      </p:sp>
      <p:sp>
        <p:nvSpPr>
          <p:cNvPr id="1383570776" name="">
            <a:extLst xmlns:a="http://schemas.openxmlformats.org/drawingml/2006/main">
              <a:ext uri="{FF2B5EF4-FFF2-40B4-BE49-F238E27FC236}">
                <a16:creationId xmlns:a16="http://schemas.microsoft.com/office/drawing/2014/main" id="{000BEBC5-B5D6-4C11-AF8F-CA8B8D44B60F}"/>
              </a:ext>
            </a:extLst>
          </p:cNvPr>
          <p:cNvSpPr>
            <a:spLocks xmlns:a="http://schemas.openxmlformats.org/drawingml/2006/main" noGrp="1"/>
          </p:cNvSpPr>
          <p:nvPr/>
        </p:nvSpPr>
        <p:spPr>
          <a:xfrm xmlns:a="http://schemas.openxmlformats.org/drawingml/2006/main">
            <a:off x="1219200" y="3314700"/>
            <a:ext cx="800100" cy="800100"/>
          </a:xfrm>
          <a:prstGeom xmlns:a="http://schemas.openxmlformats.org/drawingml/2006/main" prst="ellipse">
            <a:avLst/>
          </a:prstGeom>
          <a:solidFill xmlns:a="http://schemas.openxmlformats.org/drawingml/2006/main">
            <a:srgbClr val="E0F2FE"/>
          </a:solidFill>
          <a:ln xmlns:a="http://schemas.openxmlformats.org/drawingml/2006/main" w="28575">
            <a:solidFill>
              <a:srgbClr val="2563EB"/>
            </a:solid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2563EB"/>
                </a:solidFill>
              </a:defRPr>
            </a:pPr>
            <a:r>
              <a:rPr sz="1650" b="1">
                <a:solidFill>
                  <a:srgbClr val="2563EB"/>
                </a:solidFill>
              </a:rPr>
              <a:t>01</a:t>
            </a:r>
          </a:p>
        </p:txBody>
      </p:sp>
      <p:sp>
        <p:nvSpPr>
          <p:cNvPr id="1909465559" name="">
            <a:extLst xmlns:a="http://schemas.openxmlformats.org/drawingml/2006/main">
              <a:ext uri="{FF2B5EF4-FFF2-40B4-BE49-F238E27FC236}">
                <a16:creationId xmlns:a16="http://schemas.microsoft.com/office/drawing/2014/main" id="{8E591E87-B716-4115-8F3D-03FE7715B373}"/>
              </a:ext>
            </a:extLst>
          </p:cNvPr>
          <p:cNvSpPr>
            <a:spLocks xmlns:a="http://schemas.openxmlformats.org/drawingml/2006/main" noGrp="1"/>
          </p:cNvSpPr>
          <p:nvPr/>
        </p:nvSpPr>
        <p:spPr>
          <a:xfrm xmlns:a="http://schemas.openxmlformats.org/drawingml/2006/main">
            <a:off x="714375" y="4333875"/>
            <a:ext cx="1809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800" b="1">
                <a:solidFill>
                  <a:srgbClr val="0B0F19"/>
                </a:solidFill>
              </a:defRPr>
            </a:pPr>
            <a:r>
              <a:rPr sz="1800" b="1">
                <a:solidFill>
                  <a:srgbClr val="0B0F19"/>
                </a:solidFill>
              </a:rPr>
              <a:t>Foundations</a:t>
            </a:r>
          </a:p>
        </p:txBody>
      </p:sp>
      <p:sp>
        <p:nvSpPr>
          <p:cNvPr id="373098540" name="">
            <a:extLst xmlns:a="http://schemas.openxmlformats.org/drawingml/2006/main">
              <a:ext uri="{FF2B5EF4-FFF2-40B4-BE49-F238E27FC236}">
                <a16:creationId xmlns:a16="http://schemas.microsoft.com/office/drawing/2014/main" id="{3A283511-B5D0-4A0A-AF98-070BFDC5BA1B}"/>
              </a:ext>
            </a:extLst>
          </p:cNvPr>
          <p:cNvSpPr>
            <a:spLocks xmlns:a="http://schemas.openxmlformats.org/drawingml/2006/main" noGrp="1"/>
          </p:cNvSpPr>
          <p:nvPr/>
        </p:nvSpPr>
        <p:spPr>
          <a:xfrm xmlns:a="http://schemas.openxmlformats.org/drawingml/2006/main">
            <a:off x="704850" y="4686300"/>
            <a:ext cx="1828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0">
                <a:solidFill>
                  <a:srgbClr val="0B0F19"/>
                </a:solidFill>
              </a:defRPr>
            </a:pPr>
            <a:r>
              <a:rPr sz="1350" b="0">
                <a:solidFill>
                  <a:srgbClr val="0B0F19"/>
                </a:solidFill>
              </a:rPr>
              <a:t>MSE, partials,</a:t>
            </a:r>
          </a:p>
          <a:p xmlns:a="http://schemas.openxmlformats.org/drawingml/2006/main">
            <a:pPr algn="ctr">
              <a:buNone/>
              <a:defRPr sz="1350" b="0">
                <a:solidFill>
                  <a:srgbClr val="0B0F19"/>
                </a:solidFill>
              </a:defRPr>
            </a:pPr>
            <a:r>
              <a:rPr sz="1350" b="0">
                <a:solidFill>
                  <a:srgbClr val="0B0F19"/>
                </a:solidFill>
              </a:rPr>
              <a:t>gradients</a:t>
            </a:r>
          </a:p>
        </p:txBody>
      </p:sp>
      <p:sp>
        <p:nvSpPr>
          <p:cNvPr id="1435247824" name="">
            <a:extLst xmlns:a="http://schemas.openxmlformats.org/drawingml/2006/main">
              <a:ext uri="{FF2B5EF4-FFF2-40B4-BE49-F238E27FC236}">
                <a16:creationId xmlns:a16="http://schemas.microsoft.com/office/drawing/2014/main" id="{0F6E374D-FBE9-4B51-82B7-19EEB0A7CD61}"/>
              </a:ext>
            </a:extLst>
          </p:cNvPr>
          <p:cNvSpPr>
            <a:spLocks xmlns:a="http://schemas.openxmlformats.org/drawingml/2006/main" noGrp="1"/>
          </p:cNvSpPr>
          <p:nvPr/>
        </p:nvSpPr>
        <p:spPr>
          <a:xfrm xmlns:a="http://schemas.openxmlformats.org/drawingml/2006/main">
            <a:off x="857250" y="2857500"/>
            <a:ext cx="1524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50" b="1">
                <a:solidFill>
                  <a:srgbClr val="667085"/>
                </a:solidFill>
              </a:defRPr>
            </a:pPr>
            <a:r>
              <a:rPr sz="1150" b="1">
                <a:solidFill>
                  <a:srgbClr val="667085"/>
                </a:solidFill>
              </a:rPr>
              <a:t>Slides 2-20</a:t>
            </a:r>
          </a:p>
        </p:txBody>
      </p:sp>
      <p:sp>
        <p:nvSpPr>
          <p:cNvPr id="517207119" name="">
            <a:extLst xmlns:a="http://schemas.openxmlformats.org/drawingml/2006/main">
              <a:ext uri="{FF2B5EF4-FFF2-40B4-BE49-F238E27FC236}">
                <a16:creationId xmlns:a16="http://schemas.microsoft.com/office/drawing/2014/main" id="{2372A053-18AB-4135-B438-C65E0BBE24B8}"/>
              </a:ext>
            </a:extLst>
          </p:cNvPr>
          <p:cNvSpPr>
            <a:spLocks xmlns:a="http://schemas.openxmlformats.org/drawingml/2006/main" noGrp="1"/>
          </p:cNvSpPr>
          <p:nvPr/>
        </p:nvSpPr>
        <p:spPr>
          <a:xfrm xmlns:a="http://schemas.openxmlformats.org/drawingml/2006/main">
            <a:off x="3429000" y="3314700"/>
            <a:ext cx="800100" cy="800100"/>
          </a:xfrm>
          <a:prstGeom xmlns:a="http://schemas.openxmlformats.org/drawingml/2006/main" prst="ellipse">
            <a:avLst/>
          </a:prstGeom>
          <a:solidFill xmlns:a="http://schemas.openxmlformats.org/drawingml/2006/main">
            <a:srgbClr val="FFFFFF"/>
          </a:solidFill>
          <a:ln xmlns:a="http://schemas.openxmlformats.org/drawingml/2006/main" w="28575">
            <a:solidFill>
              <a:srgbClr val="10B981"/>
            </a:solid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10B981"/>
                </a:solidFill>
              </a:defRPr>
            </a:pPr>
            <a:r>
              <a:rPr sz="1650" b="1">
                <a:solidFill>
                  <a:srgbClr val="10B981"/>
                </a:solidFill>
              </a:rPr>
              <a:t>02</a:t>
            </a:r>
          </a:p>
        </p:txBody>
      </p:sp>
      <p:sp>
        <p:nvSpPr>
          <p:cNvPr id="1431946799" name="">
            <a:extLst xmlns:a="http://schemas.openxmlformats.org/drawingml/2006/main">
              <a:ext uri="{FF2B5EF4-FFF2-40B4-BE49-F238E27FC236}">
                <a16:creationId xmlns:a16="http://schemas.microsoft.com/office/drawing/2014/main" id="{F70B3EF0-02DB-445E-A5C1-608B8C25E5A4}"/>
              </a:ext>
            </a:extLst>
          </p:cNvPr>
          <p:cNvSpPr>
            <a:spLocks xmlns:a="http://schemas.openxmlformats.org/drawingml/2006/main" noGrp="1"/>
          </p:cNvSpPr>
          <p:nvPr/>
        </p:nvSpPr>
        <p:spPr>
          <a:xfrm xmlns:a="http://schemas.openxmlformats.org/drawingml/2006/main">
            <a:off x="2924175" y="4333875"/>
            <a:ext cx="1809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800" b="1">
                <a:solidFill>
                  <a:srgbClr val="0B0F19"/>
                </a:solidFill>
              </a:defRPr>
            </a:pPr>
            <a:r>
              <a:rPr sz="1800" b="1">
                <a:solidFill>
                  <a:srgbClr val="0B0F19"/>
                </a:solidFill>
              </a:rPr>
              <a:t>Language</a:t>
            </a:r>
          </a:p>
        </p:txBody>
      </p:sp>
      <p:sp>
        <p:nvSpPr>
          <p:cNvPr id="1613992744" name="">
            <a:extLst xmlns:a="http://schemas.openxmlformats.org/drawingml/2006/main">
              <a:ext uri="{FF2B5EF4-FFF2-40B4-BE49-F238E27FC236}">
                <a16:creationId xmlns:a16="http://schemas.microsoft.com/office/drawing/2014/main" id="{DC557429-BFD6-450F-8C84-1406B73E6741}"/>
              </a:ext>
            </a:extLst>
          </p:cNvPr>
          <p:cNvSpPr>
            <a:spLocks xmlns:a="http://schemas.openxmlformats.org/drawingml/2006/main" noGrp="1"/>
          </p:cNvSpPr>
          <p:nvPr/>
        </p:nvSpPr>
        <p:spPr>
          <a:xfrm xmlns:a="http://schemas.openxmlformats.org/drawingml/2006/main">
            <a:off x="2914650" y="4686300"/>
            <a:ext cx="1828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0">
                <a:solidFill>
                  <a:srgbClr val="0B0F19"/>
                </a:solidFill>
              </a:defRPr>
            </a:pPr>
            <a:r>
              <a:rPr sz="1350" b="0">
                <a:solidFill>
                  <a:srgbClr val="0B0F19"/>
                </a:solidFill>
              </a:rPr>
              <a:t>tokens and</a:t>
            </a:r>
          </a:p>
          <a:p xmlns:a="http://schemas.openxmlformats.org/drawingml/2006/main">
            <a:pPr algn="ctr">
              <a:buNone/>
              <a:defRPr sz="1350" b="0">
                <a:solidFill>
                  <a:srgbClr val="0B0F19"/>
                </a:solidFill>
              </a:defRPr>
            </a:pPr>
            <a:r>
              <a:rPr sz="1350" b="0">
                <a:solidFill>
                  <a:srgbClr val="0B0F19"/>
                </a:solidFill>
              </a:rPr>
              <a:t>embeddings</a:t>
            </a:r>
          </a:p>
        </p:txBody>
      </p:sp>
      <p:sp>
        <p:nvSpPr>
          <p:cNvPr id="1819292425" name="">
            <a:extLst xmlns:a="http://schemas.openxmlformats.org/drawingml/2006/main">
              <a:ext uri="{FF2B5EF4-FFF2-40B4-BE49-F238E27FC236}">
                <a16:creationId xmlns:a16="http://schemas.microsoft.com/office/drawing/2014/main" id="{B5CAD74A-199F-4358-A350-237144F8198E}"/>
              </a:ext>
            </a:extLst>
          </p:cNvPr>
          <p:cNvSpPr>
            <a:spLocks xmlns:a="http://schemas.openxmlformats.org/drawingml/2006/main" noGrp="1"/>
          </p:cNvSpPr>
          <p:nvPr/>
        </p:nvSpPr>
        <p:spPr>
          <a:xfrm xmlns:a="http://schemas.openxmlformats.org/drawingml/2006/main">
            <a:off x="3067050" y="2857500"/>
            <a:ext cx="1524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50" b="1">
                <a:solidFill>
                  <a:srgbClr val="667085"/>
                </a:solidFill>
              </a:defRPr>
            </a:pPr>
            <a:r>
              <a:rPr sz="1150" b="1">
                <a:solidFill>
                  <a:srgbClr val="667085"/>
                </a:solidFill>
              </a:rPr>
              <a:t>Slides 21-25</a:t>
            </a:r>
          </a:p>
        </p:txBody>
      </p:sp>
      <p:sp>
        <p:nvSpPr>
          <p:cNvPr id="1011337881" name="">
            <a:extLst xmlns:a="http://schemas.openxmlformats.org/drawingml/2006/main">
              <a:ext uri="{FF2B5EF4-FFF2-40B4-BE49-F238E27FC236}">
                <a16:creationId xmlns:a16="http://schemas.microsoft.com/office/drawing/2014/main" id="{53831604-D755-4C20-91F9-CBBB6305883D}"/>
              </a:ext>
            </a:extLst>
          </p:cNvPr>
          <p:cNvSpPr>
            <a:spLocks xmlns:a="http://schemas.openxmlformats.org/drawingml/2006/main" noGrp="1"/>
          </p:cNvSpPr>
          <p:nvPr/>
        </p:nvSpPr>
        <p:spPr>
          <a:xfrm xmlns:a="http://schemas.openxmlformats.org/drawingml/2006/main">
            <a:off x="5638800" y="3314700"/>
            <a:ext cx="800100" cy="800100"/>
          </a:xfrm>
          <a:prstGeom xmlns:a="http://schemas.openxmlformats.org/drawingml/2006/main" prst="ellipse">
            <a:avLst/>
          </a:prstGeom>
          <a:solidFill xmlns:a="http://schemas.openxmlformats.org/drawingml/2006/main">
            <a:srgbClr val="FFFFFF"/>
          </a:solidFill>
          <a:ln xmlns:a="http://schemas.openxmlformats.org/drawingml/2006/main" w="28575">
            <a:solidFill>
              <a:srgbClr val="F97316"/>
            </a:solid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F97316"/>
                </a:solidFill>
              </a:defRPr>
            </a:pPr>
            <a:r>
              <a:rPr sz="1650" b="1">
                <a:solidFill>
                  <a:srgbClr val="F97316"/>
                </a:solidFill>
              </a:rPr>
              <a:t>03</a:t>
            </a:r>
          </a:p>
        </p:txBody>
      </p:sp>
      <p:sp>
        <p:nvSpPr>
          <p:cNvPr id="231300995" name="">
            <a:extLst xmlns:a="http://schemas.openxmlformats.org/drawingml/2006/main">
              <a:ext uri="{FF2B5EF4-FFF2-40B4-BE49-F238E27FC236}">
                <a16:creationId xmlns:a16="http://schemas.microsoft.com/office/drawing/2014/main" id="{1DABB491-300C-4BAA-A2D5-7DC84DB97950}"/>
              </a:ext>
            </a:extLst>
          </p:cNvPr>
          <p:cNvSpPr>
            <a:spLocks xmlns:a="http://schemas.openxmlformats.org/drawingml/2006/main" noGrp="1"/>
          </p:cNvSpPr>
          <p:nvPr/>
        </p:nvSpPr>
        <p:spPr>
          <a:xfrm xmlns:a="http://schemas.openxmlformats.org/drawingml/2006/main">
            <a:off x="5133975" y="4333875"/>
            <a:ext cx="1809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800" b="1">
                <a:solidFill>
                  <a:srgbClr val="0B0F19"/>
                </a:solidFill>
              </a:defRPr>
            </a:pPr>
            <a:r>
              <a:rPr sz="1800" b="1">
                <a:solidFill>
                  <a:srgbClr val="0B0F19"/>
                </a:solidFill>
              </a:rPr>
              <a:t>Attention</a:t>
            </a:r>
          </a:p>
        </p:txBody>
      </p:sp>
      <p:sp>
        <p:nvSpPr>
          <p:cNvPr id="1085761316" name="">
            <a:extLst xmlns:a="http://schemas.openxmlformats.org/drawingml/2006/main">
              <a:ext uri="{FF2B5EF4-FFF2-40B4-BE49-F238E27FC236}">
                <a16:creationId xmlns:a16="http://schemas.microsoft.com/office/drawing/2014/main" id="{1FD7BF8B-DC46-4CED-8E7B-DA737E1719B6}"/>
              </a:ext>
            </a:extLst>
          </p:cNvPr>
          <p:cNvSpPr>
            <a:spLocks xmlns:a="http://schemas.openxmlformats.org/drawingml/2006/main" noGrp="1"/>
          </p:cNvSpPr>
          <p:nvPr/>
        </p:nvSpPr>
        <p:spPr>
          <a:xfrm xmlns:a="http://schemas.openxmlformats.org/drawingml/2006/main">
            <a:off x="5124450" y="4686300"/>
            <a:ext cx="1828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0">
                <a:solidFill>
                  <a:srgbClr val="0B0F19"/>
                </a:solidFill>
              </a:defRPr>
            </a:pPr>
            <a:r>
              <a:rPr sz="1350" b="0">
                <a:solidFill>
                  <a:srgbClr val="0B0F19"/>
                </a:solidFill>
              </a:rPr>
              <a:t>query, key,</a:t>
            </a:r>
          </a:p>
          <a:p xmlns:a="http://schemas.openxmlformats.org/drawingml/2006/main">
            <a:pPr algn="ctr">
              <a:buNone/>
              <a:defRPr sz="1350" b="0">
                <a:solidFill>
                  <a:srgbClr val="0B0F19"/>
                </a:solidFill>
              </a:defRPr>
            </a:pPr>
            <a:r>
              <a:rPr sz="1350" b="0">
                <a:solidFill>
                  <a:srgbClr val="0B0F19"/>
                </a:solidFill>
              </a:rPr>
              <a:t>value</a:t>
            </a:r>
          </a:p>
        </p:txBody>
      </p:sp>
      <p:sp>
        <p:nvSpPr>
          <p:cNvPr id="9026135" name="">
            <a:extLst xmlns:a="http://schemas.openxmlformats.org/drawingml/2006/main">
              <a:ext uri="{FF2B5EF4-FFF2-40B4-BE49-F238E27FC236}">
                <a16:creationId xmlns:a16="http://schemas.microsoft.com/office/drawing/2014/main" id="{D6EB3FD4-F32A-4596-B215-42297F73098A}"/>
              </a:ext>
            </a:extLst>
          </p:cNvPr>
          <p:cNvSpPr>
            <a:spLocks xmlns:a="http://schemas.openxmlformats.org/drawingml/2006/main" noGrp="1"/>
          </p:cNvSpPr>
          <p:nvPr/>
        </p:nvSpPr>
        <p:spPr>
          <a:xfrm xmlns:a="http://schemas.openxmlformats.org/drawingml/2006/main">
            <a:off x="5276850" y="2857500"/>
            <a:ext cx="1524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50" b="1">
                <a:solidFill>
                  <a:srgbClr val="667085"/>
                </a:solidFill>
              </a:defRPr>
            </a:pPr>
            <a:r>
              <a:rPr sz="1150" b="1">
                <a:solidFill>
                  <a:srgbClr val="667085"/>
                </a:solidFill>
              </a:rPr>
              <a:t>Slides 26-33</a:t>
            </a:r>
          </a:p>
        </p:txBody>
      </p:sp>
      <p:sp>
        <p:nvSpPr>
          <p:cNvPr id="1242283890" name="">
            <a:extLst xmlns:a="http://schemas.openxmlformats.org/drawingml/2006/main">
              <a:ext uri="{FF2B5EF4-FFF2-40B4-BE49-F238E27FC236}">
                <a16:creationId xmlns:a16="http://schemas.microsoft.com/office/drawing/2014/main" id="{2E2D9922-2EE2-4F48-9E29-7C8D47BC91F7}"/>
              </a:ext>
            </a:extLst>
          </p:cNvPr>
          <p:cNvSpPr>
            <a:spLocks xmlns:a="http://schemas.openxmlformats.org/drawingml/2006/main" noGrp="1"/>
          </p:cNvSpPr>
          <p:nvPr/>
        </p:nvSpPr>
        <p:spPr>
          <a:xfrm xmlns:a="http://schemas.openxmlformats.org/drawingml/2006/main">
            <a:off x="7848600" y="3314700"/>
            <a:ext cx="800100" cy="800100"/>
          </a:xfrm>
          <a:prstGeom xmlns:a="http://schemas.openxmlformats.org/drawingml/2006/main" prst="ellipse">
            <a:avLst/>
          </a:prstGeom>
          <a:solidFill xmlns:a="http://schemas.openxmlformats.org/drawingml/2006/main">
            <a:srgbClr val="FFFFFF"/>
          </a:solidFill>
          <a:ln xmlns:a="http://schemas.openxmlformats.org/drawingml/2006/main" w="28575">
            <a:solidFill>
              <a:srgbClr val="7C3AED"/>
            </a:solid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7C3AED"/>
                </a:solidFill>
              </a:defRPr>
            </a:pPr>
            <a:r>
              <a:rPr sz="1650" b="1">
                <a:solidFill>
                  <a:srgbClr val="7C3AED"/>
                </a:solidFill>
              </a:rPr>
              <a:t>04</a:t>
            </a:r>
          </a:p>
        </p:txBody>
      </p:sp>
      <p:sp>
        <p:nvSpPr>
          <p:cNvPr id="760971765" name="">
            <a:extLst xmlns:a="http://schemas.openxmlformats.org/drawingml/2006/main">
              <a:ext uri="{FF2B5EF4-FFF2-40B4-BE49-F238E27FC236}">
                <a16:creationId xmlns:a16="http://schemas.microsoft.com/office/drawing/2014/main" id="{4A0A4721-1B4C-4A3A-8299-7F0B75E16148}"/>
              </a:ext>
            </a:extLst>
          </p:cNvPr>
          <p:cNvSpPr>
            <a:spLocks xmlns:a="http://schemas.openxmlformats.org/drawingml/2006/main" noGrp="1"/>
          </p:cNvSpPr>
          <p:nvPr/>
        </p:nvSpPr>
        <p:spPr>
          <a:xfrm xmlns:a="http://schemas.openxmlformats.org/drawingml/2006/main">
            <a:off x="7343775" y="4333875"/>
            <a:ext cx="1809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800" b="1">
                <a:solidFill>
                  <a:srgbClr val="0B0F19"/>
                </a:solidFill>
              </a:defRPr>
            </a:pPr>
            <a:r>
              <a:rPr sz="1800" b="1">
                <a:solidFill>
                  <a:srgbClr val="0B0F19"/>
                </a:solidFill>
              </a:rPr>
              <a:t>Transformer</a:t>
            </a:r>
          </a:p>
        </p:txBody>
      </p:sp>
      <p:sp>
        <p:nvSpPr>
          <p:cNvPr id="236810504" name="">
            <a:extLst xmlns:a="http://schemas.openxmlformats.org/drawingml/2006/main">
              <a:ext uri="{FF2B5EF4-FFF2-40B4-BE49-F238E27FC236}">
                <a16:creationId xmlns:a16="http://schemas.microsoft.com/office/drawing/2014/main" id="{4B46E72C-1ABC-4795-9592-E5CC6CD29770}"/>
              </a:ext>
            </a:extLst>
          </p:cNvPr>
          <p:cNvSpPr>
            <a:spLocks xmlns:a="http://schemas.openxmlformats.org/drawingml/2006/main" noGrp="1"/>
          </p:cNvSpPr>
          <p:nvPr/>
        </p:nvSpPr>
        <p:spPr>
          <a:xfrm xmlns:a="http://schemas.openxmlformats.org/drawingml/2006/main">
            <a:off x="7334250" y="4686300"/>
            <a:ext cx="1828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0">
                <a:solidFill>
                  <a:srgbClr val="0B0F19"/>
                </a:solidFill>
              </a:defRPr>
            </a:pPr>
            <a:r>
              <a:rPr sz="1350" b="0">
                <a:solidFill>
                  <a:srgbClr val="0B0F19"/>
                </a:solidFill>
              </a:rPr>
              <a:t>blocks and</a:t>
            </a:r>
          </a:p>
          <a:p xmlns:a="http://schemas.openxmlformats.org/drawingml/2006/main">
            <a:pPr algn="ctr">
              <a:buNone/>
              <a:defRPr sz="1350" b="0">
                <a:solidFill>
                  <a:srgbClr val="0B0F19"/>
                </a:solidFill>
              </a:defRPr>
            </a:pPr>
            <a:r>
              <a:rPr sz="1350" b="0">
                <a:solidFill>
                  <a:srgbClr val="0B0F19"/>
                </a:solidFill>
              </a:rPr>
              <a:t>masking</a:t>
            </a:r>
          </a:p>
        </p:txBody>
      </p:sp>
      <p:sp>
        <p:nvSpPr>
          <p:cNvPr id="297379143" name="">
            <a:extLst xmlns:a="http://schemas.openxmlformats.org/drawingml/2006/main">
              <a:ext uri="{FF2B5EF4-FFF2-40B4-BE49-F238E27FC236}">
                <a16:creationId xmlns:a16="http://schemas.microsoft.com/office/drawing/2014/main" id="{99860A8A-0593-4562-8E82-3817409FE8F0}"/>
              </a:ext>
            </a:extLst>
          </p:cNvPr>
          <p:cNvSpPr>
            <a:spLocks xmlns:a="http://schemas.openxmlformats.org/drawingml/2006/main" noGrp="1"/>
          </p:cNvSpPr>
          <p:nvPr/>
        </p:nvSpPr>
        <p:spPr>
          <a:xfrm xmlns:a="http://schemas.openxmlformats.org/drawingml/2006/main">
            <a:off x="7486650" y="2857500"/>
            <a:ext cx="1524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50" b="1">
                <a:solidFill>
                  <a:srgbClr val="667085"/>
                </a:solidFill>
              </a:defRPr>
            </a:pPr>
            <a:r>
              <a:rPr sz="1150" b="1">
                <a:solidFill>
                  <a:srgbClr val="667085"/>
                </a:solidFill>
              </a:rPr>
              <a:t>Slides 34-37</a:t>
            </a:r>
          </a:p>
        </p:txBody>
      </p:sp>
      <p:sp>
        <p:nvSpPr>
          <p:cNvPr id="886147112" name="">
            <a:extLst xmlns:a="http://schemas.openxmlformats.org/drawingml/2006/main">
              <a:ext uri="{FF2B5EF4-FFF2-40B4-BE49-F238E27FC236}">
                <a16:creationId xmlns:a16="http://schemas.microsoft.com/office/drawing/2014/main" id="{241F9097-34DC-49EF-AC4C-2BE4023E57DD}"/>
              </a:ext>
            </a:extLst>
          </p:cNvPr>
          <p:cNvSpPr>
            <a:spLocks xmlns:a="http://schemas.openxmlformats.org/drawingml/2006/main" noGrp="1"/>
          </p:cNvSpPr>
          <p:nvPr/>
        </p:nvSpPr>
        <p:spPr>
          <a:xfrm xmlns:a="http://schemas.openxmlformats.org/drawingml/2006/main">
            <a:off x="10058400" y="3314700"/>
            <a:ext cx="800100" cy="800100"/>
          </a:xfrm>
          <a:prstGeom xmlns:a="http://schemas.openxmlformats.org/drawingml/2006/main" prst="ellipse">
            <a:avLst/>
          </a:prstGeom>
          <a:solidFill xmlns:a="http://schemas.openxmlformats.org/drawingml/2006/main">
            <a:srgbClr val="FFFFFF"/>
          </a:solidFill>
          <a:ln xmlns:a="http://schemas.openxmlformats.org/drawingml/2006/main" w="28575">
            <a:solidFill>
              <a:srgbClr val="EF4444"/>
            </a:solid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EF4444"/>
                </a:solidFill>
              </a:defRPr>
            </a:pPr>
            <a:r>
              <a:rPr sz="1650" b="1">
                <a:solidFill>
                  <a:srgbClr val="EF4444"/>
                </a:solidFill>
              </a:rPr>
              <a:t>05</a:t>
            </a:r>
          </a:p>
        </p:txBody>
      </p:sp>
      <p:sp>
        <p:nvSpPr>
          <p:cNvPr id="1979103399" name="">
            <a:extLst xmlns:a="http://schemas.openxmlformats.org/drawingml/2006/main">
              <a:ext uri="{FF2B5EF4-FFF2-40B4-BE49-F238E27FC236}">
                <a16:creationId xmlns:a16="http://schemas.microsoft.com/office/drawing/2014/main" id="{0C5236F7-272F-4BF2-8973-BDCBF0CD14D6}"/>
              </a:ext>
            </a:extLst>
          </p:cNvPr>
          <p:cNvSpPr>
            <a:spLocks xmlns:a="http://schemas.openxmlformats.org/drawingml/2006/main" noGrp="1"/>
          </p:cNvSpPr>
          <p:nvPr/>
        </p:nvSpPr>
        <p:spPr>
          <a:xfrm xmlns:a="http://schemas.openxmlformats.org/drawingml/2006/main">
            <a:off x="9553575" y="4333875"/>
            <a:ext cx="1809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800" b="1">
                <a:solidFill>
                  <a:srgbClr val="0B0F19"/>
                </a:solidFill>
              </a:defRPr>
            </a:pPr>
            <a:r>
              <a:rPr sz="1800" b="1">
                <a:solidFill>
                  <a:srgbClr val="0B0F19"/>
                </a:solidFill>
              </a:rPr>
              <a:t>GPT</a:t>
            </a:r>
          </a:p>
        </p:txBody>
      </p:sp>
      <p:sp>
        <p:nvSpPr>
          <p:cNvPr id="668892515" name="">
            <a:extLst xmlns:a="http://schemas.openxmlformats.org/drawingml/2006/main">
              <a:ext uri="{FF2B5EF4-FFF2-40B4-BE49-F238E27FC236}">
                <a16:creationId xmlns:a16="http://schemas.microsoft.com/office/drawing/2014/main" id="{8730675A-1E20-4FF5-B21A-89FF8C7393D9}"/>
              </a:ext>
            </a:extLst>
          </p:cNvPr>
          <p:cNvSpPr>
            <a:spLocks xmlns:a="http://schemas.openxmlformats.org/drawingml/2006/main" noGrp="1"/>
          </p:cNvSpPr>
          <p:nvPr/>
        </p:nvSpPr>
        <p:spPr>
          <a:xfrm xmlns:a="http://schemas.openxmlformats.org/drawingml/2006/main">
            <a:off x="9544050" y="4686300"/>
            <a:ext cx="1828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0">
                <a:solidFill>
                  <a:srgbClr val="0B0F19"/>
                </a:solidFill>
              </a:defRPr>
            </a:pPr>
            <a:r>
              <a:rPr sz="1350" b="0">
                <a:solidFill>
                  <a:srgbClr val="0B0F19"/>
                </a:solidFill>
              </a:rPr>
              <a:t>next-token</a:t>
            </a:r>
          </a:p>
          <a:p xmlns:a="http://schemas.openxmlformats.org/drawingml/2006/main">
            <a:pPr algn="ctr">
              <a:buNone/>
              <a:defRPr sz="1350" b="0">
                <a:solidFill>
                  <a:srgbClr val="0B0F19"/>
                </a:solidFill>
              </a:defRPr>
            </a:pPr>
            <a:r>
              <a:rPr sz="1350" b="0">
                <a:solidFill>
                  <a:srgbClr val="0B0F19"/>
                </a:solidFill>
              </a:rPr>
              <a:t>prediction</a:t>
            </a:r>
          </a:p>
        </p:txBody>
      </p:sp>
      <p:sp>
        <p:nvSpPr>
          <p:cNvPr id="846714877" name="">
            <a:extLst xmlns:a="http://schemas.openxmlformats.org/drawingml/2006/main">
              <a:ext uri="{FF2B5EF4-FFF2-40B4-BE49-F238E27FC236}">
                <a16:creationId xmlns:a16="http://schemas.microsoft.com/office/drawing/2014/main" id="{CF3865CF-872C-41CE-A5B1-63E0CE5B4CCF}"/>
              </a:ext>
            </a:extLst>
          </p:cNvPr>
          <p:cNvSpPr>
            <a:spLocks xmlns:a="http://schemas.openxmlformats.org/drawingml/2006/main" noGrp="1"/>
          </p:cNvSpPr>
          <p:nvPr/>
        </p:nvSpPr>
        <p:spPr>
          <a:xfrm xmlns:a="http://schemas.openxmlformats.org/drawingml/2006/main">
            <a:off x="9696450" y="2857500"/>
            <a:ext cx="1524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50" b="1">
                <a:solidFill>
                  <a:srgbClr val="667085"/>
                </a:solidFill>
              </a:defRPr>
            </a:pPr>
            <a:r>
              <a:rPr sz="1150" b="1">
                <a:solidFill>
                  <a:srgbClr val="667085"/>
                </a:solidFill>
              </a:rPr>
              <a:t>Slides 38-51</a:t>
            </a:r>
          </a:p>
        </p:txBody>
      </p:sp>
      <p:sp>
        <p:nvSpPr>
          <p:cNvPr id="612628766" name="">
            <a:extLst xmlns:a="http://schemas.openxmlformats.org/drawingml/2006/main">
              <a:ext uri="{FF2B5EF4-FFF2-40B4-BE49-F238E27FC236}">
                <a16:creationId xmlns:a16="http://schemas.microsoft.com/office/drawing/2014/main" id="{63182F24-85B9-429F-982F-C76D192D276D}"/>
              </a:ext>
            </a:extLst>
          </p:cNvPr>
          <p:cNvSpPr>
            <a:spLocks xmlns:a="http://schemas.openxmlformats.org/drawingml/2006/main" noGrp="1"/>
          </p:cNvSpPr>
          <p:nvPr/>
        </p:nvSpPr>
        <p:spPr>
          <a:xfrm xmlns:a="http://schemas.openxmlformats.org/drawingml/2006/main">
            <a:off x="1952625" y="5791200"/>
            <a:ext cx="8286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100" b="1">
                <a:solidFill>
                  <a:srgbClr val="2563EB"/>
                </a:solidFill>
              </a:defRPr>
            </a:pPr>
            <a:r>
              <a:rPr sz="2100" b="1">
                <a:solidFill>
                  <a:srgbClr val="2563EB"/>
                </a:solidFill>
              </a:rPr>
              <a:t>Goal: understand why attention made GPT possible</a:t>
            </a:r>
          </a:p>
        </p:txBody>
      </p:sp>
      <p:sp>
        <p:nvSpPr>
          <p:cNvPr id="1343619987" name="">
            <a:extLst xmlns:a="http://schemas.openxmlformats.org/drawingml/2006/main">
              <a:ext uri="{FF2B5EF4-FFF2-40B4-BE49-F238E27FC236}">
                <a16:creationId xmlns:a16="http://schemas.microsoft.com/office/drawing/2014/main" id="{F302AD0E-81DB-4291-8162-CCB02DBAD29F}"/>
              </a:ext>
            </a:extLst>
          </p:cNvPr>
          <p:cNvSpPr>
            <a:spLocks xmlns:a="http://schemas.openxmlformats.org/drawingml/2006/main" noGrp="1"/>
          </p:cNvSpPr>
          <p:nvPr/>
        </p:nvSpPr>
        <p:spPr>
          <a:xfrm xmlns:a="http://schemas.openxmlformats.org/drawingml/2006/main">
            <a:off x="11106150" y="628650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00" b="0">
                <a:solidFill>
                  <a:srgbClr val="667085"/>
                </a:solidFill>
              </a:defRPr>
            </a:pPr>
            <a:r>
              <a:rPr sz="1000" b="0">
                <a:solidFill>
                  <a:srgbClr val="667085"/>
                </a:solidFill>
              </a:rPr>
              <a:t>01</a:t>
            </a:r>
          </a:p>
        </p:txBody>
      </p:sp>
    </p:spTree>
    <p:extLst>
      <p:ext uri="{BB962C8B-B14F-4D97-AF65-F5344CB8AC3E}">
        <p14:creationId xmlns:p14="http://schemas.microsoft.com/office/powerpoint/2010/main" val="1929063559"/>
      </p:ext>
    </p:extLst>
  </p:cSld>
</p:sld>
</file>

<file path=ppt/slides/slide2.xml><?xml version="1.0" encoding="utf-8"?>
<p:sld xmlns:p="http://schemas.openxmlformats.org/presentationml/2006/main" showMasterSp="1">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7505909" name="">
            <a:extLst xmlns:a="http://schemas.openxmlformats.org/drawingml/2006/main">
              <a:ext uri="{FF2B5EF4-FFF2-40B4-BE49-F238E27FC236}">
                <a16:creationId xmlns:a16="http://schemas.microsoft.com/office/drawing/2014/main" id="{B42A2E8D-8CF2-49B5-B8FC-417E161C0549}"/>
              </a:ext>
            </a:extLst>
          </p:cNvPr>
          <p:cNvSpPr>
            <a:spLocks xmlns:a="http://schemas.openxmlformats.org/drawingml/2006/main" noGrp="1"/>
          </p:cNvSpPr>
          <p:nvPr/>
        </p:nvSpPr>
        <p:spPr>
          <a:xfrm xmlns:a="http://schemas.openxmlformats.org/drawingml/2006/main">
            <a:off x="609600" y="32385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563EB"/>
                </a:solidFill>
              </a:defRPr>
            </a:pPr>
            <a:r>
              <a:rPr sz="1200" b="1">
                <a:solidFill>
                  <a:srgbClr val="2563EB"/>
                </a:solidFill>
              </a:rPr>
              <a:t>Linear regression</a:t>
            </a:r>
          </a:p>
        </p:txBody>
      </p:sp>
      <p:sp>
        <p:nvSpPr>
          <p:cNvPr id="1909048148" name="">
            <a:extLst xmlns:a="http://schemas.openxmlformats.org/drawingml/2006/main">
              <a:ext uri="{FF2B5EF4-FFF2-40B4-BE49-F238E27FC236}">
                <a16:creationId xmlns:a16="http://schemas.microsoft.com/office/drawing/2014/main" id="{6464D603-85AC-40E9-B6D6-CA1E839F27AC}"/>
              </a:ext>
            </a:extLst>
          </p:cNvPr>
          <p:cNvSpPr>
            <a:spLocks xmlns:a="http://schemas.openxmlformats.org/drawingml/2006/main" noGrp="1"/>
          </p:cNvSpPr>
          <p:nvPr/>
        </p:nvSpPr>
        <p:spPr>
          <a:xfrm xmlns:a="http://schemas.openxmlformats.org/drawingml/2006/main">
            <a:off x="609600" y="590549"/>
            <a:ext cx="9334500" cy="5905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150" b="1">
                <a:solidFill>
                  <a:srgbClr val="0B0F19"/>
                </a:solidFill>
              </a:defRPr>
            </a:pPr>
            <a:r>
              <a:rPr sz="3150" b="1">
                <a:solidFill>
                  <a:srgbClr val="0B0F19"/>
                </a:solidFill>
              </a:rPr>
              <a:t>Start with a bad line</a:t>
            </a:r>
          </a:p>
        </p:txBody>
      </p:sp>
      <p:sp>
        <p:nvSpPr>
          <p:cNvPr id="816331081" name="">
            <a:extLst xmlns:a="http://schemas.openxmlformats.org/drawingml/2006/main">
              <a:ext uri="{FF2B5EF4-FFF2-40B4-BE49-F238E27FC236}">
                <a16:creationId xmlns:a16="http://schemas.microsoft.com/office/drawing/2014/main" id="{AC1C1C6B-E1A4-45DF-AE50-72A51E5725B7}"/>
              </a:ext>
            </a:extLst>
          </p:cNvPr>
          <p:cNvSpPr>
            <a:spLocks xmlns:a="http://schemas.openxmlformats.org/drawingml/2006/main" noGrp="1"/>
          </p:cNvSpPr>
          <p:nvPr/>
        </p:nvSpPr>
        <p:spPr>
          <a:xfrm xmlns:a="http://schemas.openxmlformats.org/drawingml/2006/main">
            <a:off x="609600" y="1352550"/>
            <a:ext cx="10972800" cy="4762500"/>
          </a:xfrm>
          <a:prstGeom xmlns:a="http://schemas.openxmlformats.org/drawingml/2006/main" prst="roundRect">
            <a:avLst>
              <a:gd name="adj" fmla="val 1600"/>
            </a:avLst>
          </a:prstGeom>
          <a:solidFill xmlns:a="http://schemas.openxmlformats.org/drawingml/2006/main">
            <a:srgbClr val="F8FAFC"/>
          </a:solidFill>
          <a:ln xmlns:a="http://schemas.openxmlformats.org/drawingml/2006/main" w="14288">
            <a:solidFill>
              <a:srgbClr val="E2E8F0"/>
            </a:solidFill>
            <a:prstDash val="solid"/>
          </a:ln>
        </p:spPr>
      </p:sp>
      <p:pic>
        <p:nvPicPr>
          <p:cNvPr id="2137688688" name=""/>
          <p:cNvPicPr>
            <a:picLocks xmlns:a="http://schemas.openxmlformats.org/drawingml/2006/main" noChangeAspect="1"/>
          </p:cNvPicPr>
          <p:nvPr/>
        </p:nvPicPr>
        <p:blipFill rotWithShape="1">
          <a:blip xmlns:r="http://schemas.openxmlformats.org/officeDocument/2006/relationships" xmlns:a="http://schemas.openxmlformats.org/drawingml/2006/main" r:embed="R650d35e83af7483d"/>
          <a:stretch xmlns:a="http://schemas.openxmlformats.org/drawingml/2006/main"/>
        </p:blipFill>
        <p:spPr>
          <a:xfrm xmlns:a="http://schemas.openxmlformats.org/drawingml/2006/main">
            <a:off x="2381250" y="1556268"/>
            <a:ext cx="7429500" cy="697463"/>
          </a:xfrm>
          <a:prstGeom xmlns:a="http://schemas.openxmlformats.org/drawingml/2006/main" prst="rect">
            <a:avLst/>
          </a:prstGeom>
        </p:spPr>
      </p:pic>
      <p:sp>
        <p:nvSpPr>
          <p:cNvPr id="161416147" name="">
            <a:extLst xmlns:a="http://schemas.openxmlformats.org/drawingml/2006/main">
              <a:ext uri="{FF2B5EF4-FFF2-40B4-BE49-F238E27FC236}">
                <a16:creationId xmlns:a16="http://schemas.microsoft.com/office/drawing/2014/main" id="{166F3A0C-49E0-47AC-89A1-A1AF9A533177}"/>
              </a:ext>
            </a:extLst>
          </p:cNvPr>
          <p:cNvSpPr>
            <a:spLocks xmlns:a="http://schemas.openxmlformats.org/drawingml/2006/main" noGrp="1"/>
          </p:cNvSpPr>
          <p:nvPr/>
        </p:nvSpPr>
        <p:spPr>
          <a:xfrm xmlns:a="http://schemas.openxmlformats.org/drawingml/2006/main">
            <a:off x="2000250" y="5381625"/>
            <a:ext cx="7429500" cy="9525"/>
          </a:xfrm>
          <a:prstGeom xmlns:a="http://schemas.openxmlformats.org/drawingml/2006/main" prst="line">
            <a:avLst/>
          </a:prstGeom>
          <a:noFill xmlns:a="http://schemas.openxmlformats.org/drawingml/2006/main"/>
          <a:ln xmlns:a="http://schemas.openxmlformats.org/drawingml/2006/main" w="19050">
            <a:solidFill>
              <a:srgbClr val="94A3B8"/>
            </a:solidFill>
            <a:prstDash val="solid"/>
          </a:ln>
        </p:spPr>
      </p:sp>
      <p:sp>
        <p:nvSpPr>
          <p:cNvPr id="61902173" name="">
            <a:extLst xmlns:a="http://schemas.openxmlformats.org/drawingml/2006/main">
              <a:ext uri="{FF2B5EF4-FFF2-40B4-BE49-F238E27FC236}">
                <a16:creationId xmlns:a16="http://schemas.microsoft.com/office/drawing/2014/main" id="{77883025-27E0-4BDB-9D23-7DFABF975240}"/>
              </a:ext>
            </a:extLst>
          </p:cNvPr>
          <p:cNvSpPr>
            <a:spLocks xmlns:a="http://schemas.openxmlformats.org/drawingml/2006/main" noGrp="1"/>
          </p:cNvSpPr>
          <p:nvPr/>
        </p:nvSpPr>
        <p:spPr>
          <a:xfrm xmlns:a="http://schemas.openxmlformats.org/drawingml/2006/main">
            <a:off x="2000250" y="2905125"/>
            <a:ext cx="9525" cy="2476500"/>
          </a:xfrm>
          <a:prstGeom xmlns:a="http://schemas.openxmlformats.org/drawingml/2006/main" prst="line">
            <a:avLst/>
          </a:prstGeom>
          <a:noFill xmlns:a="http://schemas.openxmlformats.org/drawingml/2006/main"/>
          <a:ln xmlns:a="http://schemas.openxmlformats.org/drawingml/2006/main" w="19050">
            <a:solidFill>
              <a:srgbClr val="94A3B8"/>
            </a:solidFill>
            <a:prstDash val="solid"/>
          </a:ln>
        </p:spPr>
      </p:sp>
      <p:sp>
        <p:nvSpPr>
          <p:cNvPr id="898681239" name="">
            <a:extLst xmlns:a="http://schemas.openxmlformats.org/drawingml/2006/main">
              <a:ext uri="{FF2B5EF4-FFF2-40B4-BE49-F238E27FC236}">
                <a16:creationId xmlns:a16="http://schemas.microsoft.com/office/drawing/2014/main" id="{7219E783-FDAD-4994-A8B4-26A87099D534}"/>
              </a:ext>
            </a:extLst>
          </p:cNvPr>
          <p:cNvSpPr>
            <a:spLocks xmlns:a="http://schemas.openxmlformats.org/drawingml/2006/main" noGrp="1"/>
          </p:cNvSpPr>
          <p:nvPr/>
        </p:nvSpPr>
        <p:spPr>
          <a:xfrm xmlns:a="http://schemas.openxmlformats.org/drawingml/2006/main">
            <a:off x="9667875" y="2714625"/>
            <a:ext cx="1381125" cy="628650"/>
          </a:xfrm>
          <a:prstGeom xmlns:a="http://schemas.openxmlformats.org/drawingml/2006/main" prst="roundRect">
            <a:avLst>
              <a:gd name="adj" fmla="val 18182"/>
            </a:avLst>
          </a:prstGeom>
          <a:solidFill xmlns:a="http://schemas.openxmlformats.org/drawingml/2006/main">
            <a:srgbClr val="FEF2F2"/>
          </a:solidFill>
          <a:ln xmlns:a="http://schemas.openxmlformats.org/drawingml/2006/main" w="14288">
            <a:solidFill>
              <a:srgbClr val="EF4444"/>
            </a:solidFill>
            <a:prstDash val="solid"/>
          </a:ln>
        </p:spPr>
        <p:txBody>
          <a:bodyPr xmlns:a="http://schemas.openxmlformats.org/drawingml/2006/main"/>
          <a:lstStyle xmlns:a="http://schemas.openxmlformats.org/drawingml/2006/main"/>
          <a:p xmlns:a="http://schemas.openxmlformats.org/drawingml/2006/main">
            <a:pPr algn="ctr">
              <a:buNone/>
              <a:defRPr sz="1800" b="1">
                <a:solidFill>
                  <a:srgbClr val="EF4444"/>
                </a:solidFill>
              </a:defRPr>
            </a:pPr>
            <a:r>
              <a:rPr sz="1800" b="1">
                <a:solidFill>
                  <a:srgbClr val="EF4444"/>
                </a:solidFill>
              </a:rPr>
              <a:t>MSE ≈ 4.75</a:t>
            </a:r>
          </a:p>
        </p:txBody>
      </p:sp>
      <p:sp>
        <p:nvSpPr>
          <p:cNvPr id="1225503431" name="">
            <a:extLst xmlns:a="http://schemas.openxmlformats.org/drawingml/2006/main">
              <a:ext uri="{FF2B5EF4-FFF2-40B4-BE49-F238E27FC236}">
                <a16:creationId xmlns:a16="http://schemas.microsoft.com/office/drawing/2014/main" id="{76A9F28A-522C-4ED9-AC90-FEC71E303281}"/>
              </a:ext>
            </a:extLst>
          </p:cNvPr>
          <p:cNvSpPr>
            <a:spLocks xmlns:a="http://schemas.openxmlformats.org/drawingml/2006/main" noGrp="1"/>
          </p:cNvSpPr>
          <p:nvPr/>
        </p:nvSpPr>
        <p:spPr>
          <a:xfrm xmlns:a="http://schemas.openxmlformats.org/drawingml/2006/main">
            <a:off x="9477375" y="3524250"/>
            <a:ext cx="18097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EF4444"/>
                </a:solidFill>
              </a:defRPr>
            </a:pPr>
            <a:r>
              <a:rPr sz="1650" b="1">
                <a:solidFill>
                  <a:srgbClr val="EF4444"/>
                </a:solidFill>
              </a:rPr>
              <a:t>large errors</a:t>
            </a:r>
          </a:p>
        </p:txBody>
      </p:sp>
      <p:sp>
        <p:nvSpPr>
          <p:cNvPr id="1461826592" name="">
            <a:extLst xmlns:a="http://schemas.openxmlformats.org/drawingml/2006/main">
              <a:ext uri="{FF2B5EF4-FFF2-40B4-BE49-F238E27FC236}">
                <a16:creationId xmlns:a16="http://schemas.microsoft.com/office/drawing/2014/main" id="{CA4E4D5E-3930-4DD8-B9E6-854AB7AE50D0}"/>
              </a:ext>
            </a:extLst>
          </p:cNvPr>
          <p:cNvSpPr>
            <a:spLocks xmlns:a="http://schemas.openxmlformats.org/drawingml/2006/main" noGrp="1"/>
          </p:cNvSpPr>
          <p:nvPr/>
        </p:nvSpPr>
        <p:spPr>
          <a:xfrm xmlns:a="http://schemas.openxmlformats.org/drawingml/2006/main">
            <a:off x="2619375" y="3297238"/>
            <a:ext cx="9525" cy="1589087"/>
          </a:xfrm>
          <a:prstGeom xmlns:a="http://schemas.openxmlformats.org/drawingml/2006/main" prst="line">
            <a:avLst/>
          </a:prstGeom>
          <a:noFill xmlns:a="http://schemas.openxmlformats.org/drawingml/2006/main"/>
          <a:ln xmlns:a="http://schemas.openxmlformats.org/drawingml/2006/main" w="38100">
            <a:solidFill>
              <a:srgbClr val="EF4444"/>
            </a:solidFill>
            <a:prstDash val="solid"/>
          </a:ln>
        </p:spPr>
      </p:sp>
      <p:sp>
        <p:nvSpPr>
          <p:cNvPr id="308551118" name="">
            <a:extLst xmlns:a="http://schemas.openxmlformats.org/drawingml/2006/main">
              <a:ext uri="{FF2B5EF4-FFF2-40B4-BE49-F238E27FC236}">
                <a16:creationId xmlns:a16="http://schemas.microsoft.com/office/drawing/2014/main" id="{0C19E587-F826-48DE-BBFB-C3AE34ACBE31}"/>
              </a:ext>
            </a:extLst>
          </p:cNvPr>
          <p:cNvSpPr>
            <a:spLocks xmlns:a="http://schemas.openxmlformats.org/drawingml/2006/main" noGrp="1"/>
          </p:cNvSpPr>
          <p:nvPr/>
        </p:nvSpPr>
        <p:spPr>
          <a:xfrm xmlns:a="http://schemas.openxmlformats.org/drawingml/2006/main">
            <a:off x="2533650" y="4800600"/>
            <a:ext cx="171450" cy="171450"/>
          </a:xfrm>
          <a:prstGeom xmlns:a="http://schemas.openxmlformats.org/drawingml/2006/main" prst="ellipse">
            <a:avLst/>
          </a:prstGeom>
          <a:solidFill xmlns:a="http://schemas.openxmlformats.org/drawingml/2006/main">
            <a:srgbClr val="2563EB"/>
          </a:solidFill>
          <a:ln xmlns:a="http://schemas.openxmlformats.org/drawingml/2006/main" w="19050">
            <a:solidFill>
              <a:srgbClr val="2563EB"/>
            </a:solidFill>
            <a:prstDash val="solid"/>
          </a:ln>
        </p:spPr>
      </p:sp>
      <p:sp>
        <p:nvSpPr>
          <p:cNvPr id="2122530922" name="">
            <a:extLst xmlns:a="http://schemas.openxmlformats.org/drawingml/2006/main">
              <a:ext uri="{FF2B5EF4-FFF2-40B4-BE49-F238E27FC236}">
                <a16:creationId xmlns:a16="http://schemas.microsoft.com/office/drawing/2014/main" id="{B7CA2165-5887-4B94-808B-5727F554B239}"/>
              </a:ext>
            </a:extLst>
          </p:cNvPr>
          <p:cNvSpPr>
            <a:spLocks xmlns:a="http://schemas.openxmlformats.org/drawingml/2006/main" noGrp="1"/>
          </p:cNvSpPr>
          <p:nvPr/>
        </p:nvSpPr>
        <p:spPr>
          <a:xfrm xmlns:a="http://schemas.openxmlformats.org/drawingml/2006/main">
            <a:off x="3857625" y="3400425"/>
            <a:ext cx="9525" cy="1155699"/>
          </a:xfrm>
          <a:prstGeom xmlns:a="http://schemas.openxmlformats.org/drawingml/2006/main" prst="line">
            <a:avLst/>
          </a:prstGeom>
          <a:noFill xmlns:a="http://schemas.openxmlformats.org/drawingml/2006/main"/>
          <a:ln xmlns:a="http://schemas.openxmlformats.org/drawingml/2006/main" w="38100">
            <a:solidFill>
              <a:srgbClr val="EF4444"/>
            </a:solidFill>
            <a:prstDash val="solid"/>
          </a:ln>
        </p:spPr>
      </p:sp>
      <p:sp>
        <p:nvSpPr>
          <p:cNvPr id="1902723884" name="">
            <a:extLst xmlns:a="http://schemas.openxmlformats.org/drawingml/2006/main">
              <a:ext uri="{FF2B5EF4-FFF2-40B4-BE49-F238E27FC236}">
                <a16:creationId xmlns:a16="http://schemas.microsoft.com/office/drawing/2014/main" id="{9C432E15-6AE0-4C71-AFB8-8C59BDD4DE16}"/>
              </a:ext>
            </a:extLst>
          </p:cNvPr>
          <p:cNvSpPr>
            <a:spLocks xmlns:a="http://schemas.openxmlformats.org/drawingml/2006/main" noGrp="1"/>
          </p:cNvSpPr>
          <p:nvPr/>
        </p:nvSpPr>
        <p:spPr>
          <a:xfrm xmlns:a="http://schemas.openxmlformats.org/drawingml/2006/main">
            <a:off x="3771900" y="4470400"/>
            <a:ext cx="171450" cy="171450"/>
          </a:xfrm>
          <a:prstGeom xmlns:a="http://schemas.openxmlformats.org/drawingml/2006/main" prst="ellipse">
            <a:avLst/>
          </a:prstGeom>
          <a:solidFill xmlns:a="http://schemas.openxmlformats.org/drawingml/2006/main">
            <a:srgbClr val="2563EB"/>
          </a:solidFill>
          <a:ln xmlns:a="http://schemas.openxmlformats.org/drawingml/2006/main" w="19050">
            <a:solidFill>
              <a:srgbClr val="2563EB"/>
            </a:solidFill>
            <a:prstDash val="solid"/>
          </a:ln>
        </p:spPr>
      </p:sp>
      <p:sp>
        <p:nvSpPr>
          <p:cNvPr id="167498951" name="">
            <a:extLst xmlns:a="http://schemas.openxmlformats.org/drawingml/2006/main">
              <a:ext uri="{FF2B5EF4-FFF2-40B4-BE49-F238E27FC236}">
                <a16:creationId xmlns:a16="http://schemas.microsoft.com/office/drawing/2014/main" id="{E8BF212D-3D66-4F6E-92B1-A1A9AE71EE1C}"/>
              </a:ext>
            </a:extLst>
          </p:cNvPr>
          <p:cNvSpPr>
            <a:spLocks xmlns:a="http://schemas.openxmlformats.org/drawingml/2006/main" noGrp="1"/>
          </p:cNvSpPr>
          <p:nvPr/>
        </p:nvSpPr>
        <p:spPr>
          <a:xfrm xmlns:a="http://schemas.openxmlformats.org/drawingml/2006/main">
            <a:off x="5095875" y="3503613"/>
            <a:ext cx="9525" cy="763587"/>
          </a:xfrm>
          <a:prstGeom xmlns:a="http://schemas.openxmlformats.org/drawingml/2006/main" prst="line">
            <a:avLst/>
          </a:prstGeom>
          <a:noFill xmlns:a="http://schemas.openxmlformats.org/drawingml/2006/main"/>
          <a:ln xmlns:a="http://schemas.openxmlformats.org/drawingml/2006/main" w="38100">
            <a:solidFill>
              <a:srgbClr val="EF4444"/>
            </a:solidFill>
            <a:prstDash val="solid"/>
          </a:ln>
        </p:spPr>
      </p:sp>
      <p:sp>
        <p:nvSpPr>
          <p:cNvPr id="1159963358" name="">
            <a:extLst xmlns:a="http://schemas.openxmlformats.org/drawingml/2006/main">
              <a:ext uri="{FF2B5EF4-FFF2-40B4-BE49-F238E27FC236}">
                <a16:creationId xmlns:a16="http://schemas.microsoft.com/office/drawing/2014/main" id="{D2683499-3569-455E-B109-5EAA65D526F8}"/>
              </a:ext>
            </a:extLst>
          </p:cNvPr>
          <p:cNvSpPr>
            <a:spLocks xmlns:a="http://schemas.openxmlformats.org/drawingml/2006/main" noGrp="1"/>
          </p:cNvSpPr>
          <p:nvPr/>
        </p:nvSpPr>
        <p:spPr>
          <a:xfrm xmlns:a="http://schemas.openxmlformats.org/drawingml/2006/main">
            <a:off x="5010149" y="4181475"/>
            <a:ext cx="171450" cy="171450"/>
          </a:xfrm>
          <a:prstGeom xmlns:a="http://schemas.openxmlformats.org/drawingml/2006/main" prst="ellipse">
            <a:avLst/>
          </a:prstGeom>
          <a:solidFill xmlns:a="http://schemas.openxmlformats.org/drawingml/2006/main">
            <a:srgbClr val="2563EB"/>
          </a:solidFill>
          <a:ln xmlns:a="http://schemas.openxmlformats.org/drawingml/2006/main" w="19050">
            <a:solidFill>
              <a:srgbClr val="2563EB"/>
            </a:solidFill>
            <a:prstDash val="solid"/>
          </a:ln>
        </p:spPr>
      </p:sp>
      <p:sp>
        <p:nvSpPr>
          <p:cNvPr id="1986469559" name="">
            <a:extLst xmlns:a="http://schemas.openxmlformats.org/drawingml/2006/main">
              <a:ext uri="{FF2B5EF4-FFF2-40B4-BE49-F238E27FC236}">
                <a16:creationId xmlns:a16="http://schemas.microsoft.com/office/drawing/2014/main" id="{9FB25A22-4756-4DED-9853-EB0B10650D0C}"/>
              </a:ext>
            </a:extLst>
          </p:cNvPr>
          <p:cNvSpPr>
            <a:spLocks xmlns:a="http://schemas.openxmlformats.org/drawingml/2006/main" noGrp="1"/>
          </p:cNvSpPr>
          <p:nvPr/>
        </p:nvSpPr>
        <p:spPr>
          <a:xfrm xmlns:a="http://schemas.openxmlformats.org/drawingml/2006/main">
            <a:off x="6334125" y="3606800"/>
            <a:ext cx="9525" cy="247650"/>
          </a:xfrm>
          <a:prstGeom xmlns:a="http://schemas.openxmlformats.org/drawingml/2006/main" prst="line">
            <a:avLst/>
          </a:prstGeom>
          <a:noFill xmlns:a="http://schemas.openxmlformats.org/drawingml/2006/main"/>
          <a:ln xmlns:a="http://schemas.openxmlformats.org/drawingml/2006/main" w="38100">
            <a:solidFill>
              <a:srgbClr val="EF4444"/>
            </a:solidFill>
            <a:prstDash val="solid"/>
          </a:ln>
        </p:spPr>
      </p:sp>
      <p:sp>
        <p:nvSpPr>
          <p:cNvPr id="1145200306" name="">
            <a:extLst xmlns:a="http://schemas.openxmlformats.org/drawingml/2006/main">
              <a:ext uri="{FF2B5EF4-FFF2-40B4-BE49-F238E27FC236}">
                <a16:creationId xmlns:a16="http://schemas.microsoft.com/office/drawing/2014/main" id="{F5619FDF-E4D7-421C-89F9-67E61DEE38D3}"/>
              </a:ext>
            </a:extLst>
          </p:cNvPr>
          <p:cNvSpPr>
            <a:spLocks xmlns:a="http://schemas.openxmlformats.org/drawingml/2006/main" noGrp="1"/>
          </p:cNvSpPr>
          <p:nvPr/>
        </p:nvSpPr>
        <p:spPr>
          <a:xfrm xmlns:a="http://schemas.openxmlformats.org/drawingml/2006/main">
            <a:off x="6248400" y="3768725"/>
            <a:ext cx="171450" cy="171450"/>
          </a:xfrm>
          <a:prstGeom xmlns:a="http://schemas.openxmlformats.org/drawingml/2006/main" prst="ellipse">
            <a:avLst/>
          </a:prstGeom>
          <a:solidFill xmlns:a="http://schemas.openxmlformats.org/drawingml/2006/main">
            <a:srgbClr val="2563EB"/>
          </a:solidFill>
          <a:ln xmlns:a="http://schemas.openxmlformats.org/drawingml/2006/main" w="19050">
            <a:solidFill>
              <a:srgbClr val="2563EB"/>
            </a:solidFill>
            <a:prstDash val="solid"/>
          </a:ln>
        </p:spPr>
      </p:sp>
      <p:sp>
        <p:nvSpPr>
          <p:cNvPr id="1746813434" name="">
            <a:extLst xmlns:a="http://schemas.openxmlformats.org/drawingml/2006/main">
              <a:ext uri="{FF2B5EF4-FFF2-40B4-BE49-F238E27FC236}">
                <a16:creationId xmlns:a16="http://schemas.microsoft.com/office/drawing/2014/main" id="{9CD6719A-1AC5-4203-8004-2D2D40C9B8DB}"/>
              </a:ext>
            </a:extLst>
          </p:cNvPr>
          <p:cNvSpPr>
            <a:spLocks xmlns:a="http://schemas.openxmlformats.org/drawingml/2006/main" noGrp="1"/>
          </p:cNvSpPr>
          <p:nvPr/>
        </p:nvSpPr>
        <p:spPr>
          <a:xfrm xmlns:a="http://schemas.openxmlformats.org/drawingml/2006/main">
            <a:off x="7572375" y="3565525"/>
            <a:ext cx="9525" cy="144463"/>
          </a:xfrm>
          <a:prstGeom xmlns:a="http://schemas.openxmlformats.org/drawingml/2006/main" prst="line">
            <a:avLst/>
          </a:prstGeom>
          <a:noFill xmlns:a="http://schemas.openxmlformats.org/drawingml/2006/main"/>
          <a:ln xmlns:a="http://schemas.openxmlformats.org/drawingml/2006/main" w="38100">
            <a:solidFill>
              <a:srgbClr val="EF4444"/>
            </a:solidFill>
            <a:prstDash val="solid"/>
          </a:ln>
        </p:spPr>
      </p:sp>
      <p:sp>
        <p:nvSpPr>
          <p:cNvPr id="2137688683" name="">
            <a:extLst xmlns:a="http://schemas.openxmlformats.org/drawingml/2006/main">
              <a:ext uri="{FF2B5EF4-FFF2-40B4-BE49-F238E27FC236}">
                <a16:creationId xmlns:a16="http://schemas.microsoft.com/office/drawing/2014/main" id="{AB2B5E6E-6774-4480-9E11-54F95CB4331C}"/>
              </a:ext>
            </a:extLst>
          </p:cNvPr>
          <p:cNvSpPr>
            <a:spLocks xmlns:a="http://schemas.openxmlformats.org/drawingml/2006/main" noGrp="1"/>
          </p:cNvSpPr>
          <p:nvPr/>
        </p:nvSpPr>
        <p:spPr>
          <a:xfrm xmlns:a="http://schemas.openxmlformats.org/drawingml/2006/main">
            <a:off x="7486650" y="3479800"/>
            <a:ext cx="171450" cy="171450"/>
          </a:xfrm>
          <a:prstGeom xmlns:a="http://schemas.openxmlformats.org/drawingml/2006/main" prst="ellipse">
            <a:avLst/>
          </a:prstGeom>
          <a:solidFill xmlns:a="http://schemas.openxmlformats.org/drawingml/2006/main">
            <a:srgbClr val="2563EB"/>
          </a:solidFill>
          <a:ln xmlns:a="http://schemas.openxmlformats.org/drawingml/2006/main" w="19050">
            <a:solidFill>
              <a:srgbClr val="2563EB"/>
            </a:solidFill>
            <a:prstDash val="solid"/>
          </a:ln>
        </p:spPr>
      </p:sp>
      <p:sp>
        <p:nvSpPr>
          <p:cNvPr id="696285494" name="">
            <a:extLst xmlns:a="http://schemas.openxmlformats.org/drawingml/2006/main">
              <a:ext uri="{FF2B5EF4-FFF2-40B4-BE49-F238E27FC236}">
                <a16:creationId xmlns:a16="http://schemas.microsoft.com/office/drawing/2014/main" id="{6F4DC632-A7F9-4833-81F9-EA51E7CFEB19}"/>
              </a:ext>
            </a:extLst>
          </p:cNvPr>
          <p:cNvSpPr>
            <a:spLocks xmlns:a="http://schemas.openxmlformats.org/drawingml/2006/main" noGrp="1"/>
          </p:cNvSpPr>
          <p:nvPr/>
        </p:nvSpPr>
        <p:spPr>
          <a:xfrm xmlns:a="http://schemas.openxmlformats.org/drawingml/2006/main">
            <a:off x="8810625" y="3235325"/>
            <a:ext cx="9525" cy="577849"/>
          </a:xfrm>
          <a:prstGeom xmlns:a="http://schemas.openxmlformats.org/drawingml/2006/main" prst="line">
            <a:avLst/>
          </a:prstGeom>
          <a:noFill xmlns:a="http://schemas.openxmlformats.org/drawingml/2006/main"/>
          <a:ln xmlns:a="http://schemas.openxmlformats.org/drawingml/2006/main" w="38100">
            <a:solidFill>
              <a:srgbClr val="EF4444"/>
            </a:solidFill>
            <a:prstDash val="solid"/>
          </a:ln>
        </p:spPr>
      </p:sp>
      <p:sp>
        <p:nvSpPr>
          <p:cNvPr id="1445698390" name="">
            <a:extLst xmlns:a="http://schemas.openxmlformats.org/drawingml/2006/main">
              <a:ext uri="{FF2B5EF4-FFF2-40B4-BE49-F238E27FC236}">
                <a16:creationId xmlns:a16="http://schemas.microsoft.com/office/drawing/2014/main" id="{882FFCE1-C6EE-4EA6-AF2A-63F51476A023}"/>
              </a:ext>
            </a:extLst>
          </p:cNvPr>
          <p:cNvSpPr>
            <a:spLocks xmlns:a="http://schemas.openxmlformats.org/drawingml/2006/main" noGrp="1"/>
          </p:cNvSpPr>
          <p:nvPr/>
        </p:nvSpPr>
        <p:spPr>
          <a:xfrm xmlns:a="http://schemas.openxmlformats.org/drawingml/2006/main">
            <a:off x="8724900" y="3149600"/>
            <a:ext cx="171450" cy="171450"/>
          </a:xfrm>
          <a:prstGeom xmlns:a="http://schemas.openxmlformats.org/drawingml/2006/main" prst="ellipse">
            <a:avLst/>
          </a:prstGeom>
          <a:solidFill xmlns:a="http://schemas.openxmlformats.org/drawingml/2006/main">
            <a:srgbClr val="2563EB"/>
          </a:solidFill>
          <a:ln xmlns:a="http://schemas.openxmlformats.org/drawingml/2006/main" w="19050">
            <a:solidFill>
              <a:srgbClr val="2563EB"/>
            </a:solidFill>
            <a:prstDash val="solid"/>
          </a:ln>
        </p:spPr>
      </p:sp>
      <p:sp>
        <p:nvSpPr>
          <p:cNvPr id="1506024004" name="">
            <a:extLst xmlns:a="http://schemas.openxmlformats.org/drawingml/2006/main">
              <a:ext uri="{FF2B5EF4-FFF2-40B4-BE49-F238E27FC236}">
                <a16:creationId xmlns:a16="http://schemas.microsoft.com/office/drawing/2014/main" id="{B23061D7-149B-455D-AFE9-96F6ECE0A253}"/>
              </a:ext>
            </a:extLst>
          </p:cNvPr>
          <p:cNvSpPr>
            <a:spLocks xmlns:a="http://schemas.openxmlformats.org/drawingml/2006/main" noGrp="1"/>
          </p:cNvSpPr>
          <p:nvPr/>
        </p:nvSpPr>
        <p:spPr>
          <a:xfrm xmlns:a="http://schemas.openxmlformats.org/drawingml/2006/main">
            <a:off x="2476500" y="2543175"/>
            <a:ext cx="762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50" b="1">
                <a:solidFill>
                  <a:srgbClr val="2563EB"/>
                </a:solidFill>
              </a:defRPr>
            </a:pPr>
            <a:r>
              <a:rPr sz="1450" b="1">
                <a:solidFill>
                  <a:srgbClr val="2563EB"/>
                </a:solidFill>
              </a:rPr>
              <a:t>data</a:t>
            </a:r>
          </a:p>
        </p:txBody>
      </p:sp>
      <p:sp>
        <p:nvSpPr>
          <p:cNvPr id="340544593" name="">
            <a:extLst xmlns:a="http://schemas.openxmlformats.org/drawingml/2006/main">
              <a:ext uri="{FF2B5EF4-FFF2-40B4-BE49-F238E27FC236}">
                <a16:creationId xmlns:a16="http://schemas.microsoft.com/office/drawing/2014/main" id="{400E44ED-68D3-45DE-ABE8-A01107011F87}"/>
              </a:ext>
            </a:extLst>
          </p:cNvPr>
          <p:cNvSpPr>
            <a:spLocks xmlns:a="http://schemas.openxmlformats.org/drawingml/2006/main" noGrp="1"/>
          </p:cNvSpPr>
          <p:nvPr/>
        </p:nvSpPr>
        <p:spPr>
          <a:xfrm xmlns:a="http://schemas.openxmlformats.org/drawingml/2006/main">
            <a:off x="6715125" y="42862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00" b="1">
                <a:solidFill>
                  <a:srgbClr val="F97316"/>
                </a:solidFill>
              </a:defRPr>
            </a:pPr>
            <a:r>
              <a:rPr sz="1600" b="1">
                <a:solidFill>
                  <a:srgbClr val="F97316"/>
                </a:solidFill>
              </a:rPr>
              <a:t>model line</a:t>
            </a:r>
          </a:p>
        </p:txBody>
      </p:sp>
      <p:sp>
        <p:nvSpPr>
          <p:cNvPr id="191215673" name="">
            <a:extLst xmlns:a="http://schemas.openxmlformats.org/drawingml/2006/main">
              <a:ext uri="{FF2B5EF4-FFF2-40B4-BE49-F238E27FC236}">
                <a16:creationId xmlns:a16="http://schemas.microsoft.com/office/drawing/2014/main" id="{18A0DCA0-CC6E-4B53-B106-4897AE5DDC84}"/>
              </a:ext>
            </a:extLst>
          </p:cNvPr>
          <p:cNvSpPr>
            <a:spLocks xmlns:a="http://schemas.openxmlformats.org/drawingml/2006/main" noGrp="1"/>
          </p:cNvSpPr>
          <p:nvPr/>
        </p:nvSpPr>
        <p:spPr>
          <a:xfrm xmlns:a="http://schemas.openxmlformats.org/drawingml/2006/main">
            <a:off x="11106150" y="628650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00" b="0">
                <a:solidFill>
                  <a:srgbClr val="667085"/>
                </a:solidFill>
              </a:defRPr>
            </a:pPr>
            <a:r>
              <a:rPr sz="1000" b="0">
                <a:solidFill>
                  <a:srgbClr val="667085"/>
                </a:solidFill>
              </a:rPr>
              <a:t>02</a:t>
            </a:r>
          </a:p>
        </p:txBody>
      </p:sp>
      <p:sp>
        <p:nvSpPr>
          <p:cNvPr id="523934701" name="">
            <a:extLst xmlns:a="http://schemas.openxmlformats.org/drawingml/2006/main">
              <a:ext uri="{FF2B5EF4-FFF2-40B4-BE49-F238E27FC236}">
                <a16:creationId xmlns:a16="http://schemas.microsoft.com/office/drawing/2014/main" id="{2545AB25-B4C4-45AC-85AC-A772473BCCD5}"/>
              </a:ext>
            </a:extLst>
          </p:cNvPr>
          <p:cNvSpPr>
            <a:spLocks xmlns:a="http://schemas.openxmlformats.org/drawingml/2006/main" noGrp="1"/>
          </p:cNvSpPr>
          <p:nvPr/>
        </p:nvSpPr>
        <p:spPr>
          <a:xfrm xmlns:a="http://schemas.openxmlformats.org/drawingml/2006/main">
            <a:off x="2371725" y="3314700"/>
            <a:ext cx="6715125" cy="533400"/>
          </a:xfrm>
          <a:prstGeom xmlns:a="http://schemas.openxmlformats.org/drawingml/2006/main" prst="line">
            <a:avLst/>
          </a:prstGeom>
          <a:noFill xmlns:a="http://schemas.openxmlformats.org/drawingml/2006/main"/>
          <a:ln xmlns:a="http://schemas.openxmlformats.org/drawingml/2006/main" w="38100">
            <a:solidFill>
              <a:srgbClr val="F97316"/>
            </a:solidFill>
            <a:prstDash val="solid"/>
          </a:ln>
        </p:spPr>
      </p:sp>
    </p:spTree>
    <p:extLst>
      <p:ext uri="{BB962C8B-B14F-4D97-AF65-F5344CB8AC3E}">
        <p14:creationId xmlns:p14="http://schemas.microsoft.com/office/powerpoint/2010/main" val="1616670336"/>
      </p:ext>
    </p:extLst>
  </p:cSld>
</p:sld>
</file>

<file path=ppt/slides/slide3.xml><?xml version="1.0" encoding="utf-8"?>
<p:sld xmlns:p="http://schemas.openxmlformats.org/presentationml/2006/main" showMasterSp="1">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64921180" name="">
            <a:extLst xmlns:a="http://schemas.openxmlformats.org/drawingml/2006/main">
              <a:ext uri="{FF2B5EF4-FFF2-40B4-BE49-F238E27FC236}">
                <a16:creationId xmlns:a16="http://schemas.microsoft.com/office/drawing/2014/main" id="{5A8648D5-1D96-456F-BF3F-F6FE7F6EB5CA}"/>
              </a:ext>
            </a:extLst>
          </p:cNvPr>
          <p:cNvSpPr>
            <a:spLocks xmlns:a="http://schemas.openxmlformats.org/drawingml/2006/main" noGrp="1"/>
          </p:cNvSpPr>
          <p:nvPr/>
        </p:nvSpPr>
        <p:spPr>
          <a:xfrm xmlns:a="http://schemas.openxmlformats.org/drawingml/2006/main">
            <a:off x="609600" y="32385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563EB"/>
                </a:solidFill>
              </a:defRPr>
            </a:pPr>
            <a:r>
              <a:rPr sz="1200" b="1">
                <a:solidFill>
                  <a:srgbClr val="2563EB"/>
                </a:solidFill>
              </a:rPr>
              <a:t>Linear regression</a:t>
            </a:r>
          </a:p>
        </p:txBody>
      </p:sp>
      <p:sp>
        <p:nvSpPr>
          <p:cNvPr id="1306971652" name="">
            <a:extLst xmlns:a="http://schemas.openxmlformats.org/drawingml/2006/main">
              <a:ext uri="{FF2B5EF4-FFF2-40B4-BE49-F238E27FC236}">
                <a16:creationId xmlns:a16="http://schemas.microsoft.com/office/drawing/2014/main" id="{89A8196E-2688-4F9C-8F2C-BD3EBDB9E8BD}"/>
              </a:ext>
            </a:extLst>
          </p:cNvPr>
          <p:cNvSpPr>
            <a:spLocks xmlns:a="http://schemas.openxmlformats.org/drawingml/2006/main" noGrp="1"/>
          </p:cNvSpPr>
          <p:nvPr/>
        </p:nvSpPr>
        <p:spPr>
          <a:xfrm xmlns:a="http://schemas.openxmlformats.org/drawingml/2006/main">
            <a:off x="609600" y="590549"/>
            <a:ext cx="9334500" cy="5905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150" b="1">
                <a:solidFill>
                  <a:srgbClr val="0B0F19"/>
                </a:solidFill>
              </a:defRPr>
            </a:pPr>
            <a:r>
              <a:rPr sz="3150" b="1">
                <a:solidFill>
                  <a:srgbClr val="0B0F19"/>
                </a:solidFill>
              </a:rPr>
              <a:t>Change w and b to lower MSE</a:t>
            </a:r>
          </a:p>
        </p:txBody>
      </p:sp>
      <p:sp>
        <p:nvSpPr>
          <p:cNvPr id="1651333516" name="">
            <a:extLst xmlns:a="http://schemas.openxmlformats.org/drawingml/2006/main">
              <a:ext uri="{FF2B5EF4-FFF2-40B4-BE49-F238E27FC236}">
                <a16:creationId xmlns:a16="http://schemas.microsoft.com/office/drawing/2014/main" id="{F10C33EE-0077-4BAF-BBD6-851EA8B7A99C}"/>
              </a:ext>
            </a:extLst>
          </p:cNvPr>
          <p:cNvSpPr>
            <a:spLocks xmlns:a="http://schemas.openxmlformats.org/drawingml/2006/main" noGrp="1"/>
          </p:cNvSpPr>
          <p:nvPr/>
        </p:nvSpPr>
        <p:spPr>
          <a:xfrm xmlns:a="http://schemas.openxmlformats.org/drawingml/2006/main">
            <a:off x="609600" y="1352550"/>
            <a:ext cx="10972800" cy="4762500"/>
          </a:xfrm>
          <a:prstGeom xmlns:a="http://schemas.openxmlformats.org/drawingml/2006/main" prst="roundRect">
            <a:avLst>
              <a:gd name="adj" fmla="val 1600"/>
            </a:avLst>
          </a:prstGeom>
          <a:solidFill xmlns:a="http://schemas.openxmlformats.org/drawingml/2006/main">
            <a:srgbClr val="F8FAFC"/>
          </a:solidFill>
          <a:ln xmlns:a="http://schemas.openxmlformats.org/drawingml/2006/main" w="14288">
            <a:solidFill>
              <a:srgbClr val="E2E8F0"/>
            </a:solidFill>
            <a:prstDash val="solid"/>
          </a:ln>
        </p:spPr>
      </p:sp>
      <p:pic>
        <p:nvPicPr>
          <p:cNvPr id="2139346077" name=""/>
          <p:cNvPicPr>
            <a:picLocks xmlns:a="http://schemas.openxmlformats.org/drawingml/2006/main" noChangeAspect="1"/>
          </p:cNvPicPr>
          <p:nvPr/>
        </p:nvPicPr>
        <p:blipFill rotWithShape="1">
          <a:blip xmlns:r="http://schemas.openxmlformats.org/officeDocument/2006/relationships" xmlns:a="http://schemas.openxmlformats.org/drawingml/2006/main" r:embed="R84dccfb2dca54cde"/>
          <a:stretch xmlns:a="http://schemas.openxmlformats.org/drawingml/2006/main"/>
        </p:blipFill>
        <p:spPr>
          <a:xfrm xmlns:a="http://schemas.openxmlformats.org/drawingml/2006/main">
            <a:off x="2381250" y="1556268"/>
            <a:ext cx="7429500" cy="697463"/>
          </a:xfrm>
          <a:prstGeom xmlns:a="http://schemas.openxmlformats.org/drawingml/2006/main" prst="rect">
            <a:avLst/>
          </a:prstGeom>
        </p:spPr>
      </p:pic>
      <p:sp>
        <p:nvSpPr>
          <p:cNvPr id="673215583" name="">
            <a:extLst xmlns:a="http://schemas.openxmlformats.org/drawingml/2006/main">
              <a:ext uri="{FF2B5EF4-FFF2-40B4-BE49-F238E27FC236}">
                <a16:creationId xmlns:a16="http://schemas.microsoft.com/office/drawing/2014/main" id="{D651C11D-F889-408E-B508-776CF0B1063C}"/>
              </a:ext>
            </a:extLst>
          </p:cNvPr>
          <p:cNvSpPr>
            <a:spLocks xmlns:a="http://schemas.openxmlformats.org/drawingml/2006/main" noGrp="1"/>
          </p:cNvSpPr>
          <p:nvPr/>
        </p:nvSpPr>
        <p:spPr>
          <a:xfrm xmlns:a="http://schemas.openxmlformats.org/drawingml/2006/main">
            <a:off x="2000250" y="5381625"/>
            <a:ext cx="7429500" cy="9525"/>
          </a:xfrm>
          <a:prstGeom xmlns:a="http://schemas.openxmlformats.org/drawingml/2006/main" prst="line">
            <a:avLst/>
          </a:prstGeom>
          <a:noFill xmlns:a="http://schemas.openxmlformats.org/drawingml/2006/main"/>
          <a:ln xmlns:a="http://schemas.openxmlformats.org/drawingml/2006/main" w="19050">
            <a:solidFill>
              <a:srgbClr val="94A3B8"/>
            </a:solidFill>
            <a:prstDash val="solid"/>
          </a:ln>
        </p:spPr>
      </p:sp>
      <p:sp>
        <p:nvSpPr>
          <p:cNvPr id="1831783795" name="">
            <a:extLst xmlns:a="http://schemas.openxmlformats.org/drawingml/2006/main">
              <a:ext uri="{FF2B5EF4-FFF2-40B4-BE49-F238E27FC236}">
                <a16:creationId xmlns:a16="http://schemas.microsoft.com/office/drawing/2014/main" id="{31125030-CCD3-4429-A4E7-875593CB70B8}"/>
              </a:ext>
            </a:extLst>
          </p:cNvPr>
          <p:cNvSpPr>
            <a:spLocks xmlns:a="http://schemas.openxmlformats.org/drawingml/2006/main" noGrp="1"/>
          </p:cNvSpPr>
          <p:nvPr/>
        </p:nvSpPr>
        <p:spPr>
          <a:xfrm xmlns:a="http://schemas.openxmlformats.org/drawingml/2006/main">
            <a:off x="2000250" y="2905125"/>
            <a:ext cx="9525" cy="2476500"/>
          </a:xfrm>
          <a:prstGeom xmlns:a="http://schemas.openxmlformats.org/drawingml/2006/main" prst="line">
            <a:avLst/>
          </a:prstGeom>
          <a:noFill xmlns:a="http://schemas.openxmlformats.org/drawingml/2006/main"/>
          <a:ln xmlns:a="http://schemas.openxmlformats.org/drawingml/2006/main" w="19050">
            <a:solidFill>
              <a:srgbClr val="94A3B8"/>
            </a:solidFill>
            <a:prstDash val="solid"/>
          </a:ln>
        </p:spPr>
      </p:sp>
      <p:sp>
        <p:nvSpPr>
          <p:cNvPr id="1519439691" name="">
            <a:extLst xmlns:a="http://schemas.openxmlformats.org/drawingml/2006/main">
              <a:ext uri="{FF2B5EF4-FFF2-40B4-BE49-F238E27FC236}">
                <a16:creationId xmlns:a16="http://schemas.microsoft.com/office/drawing/2014/main" id="{2E03CA9E-F17D-49DD-A6ED-F18DAD51C542}"/>
              </a:ext>
            </a:extLst>
          </p:cNvPr>
          <p:cNvSpPr>
            <a:spLocks xmlns:a="http://schemas.openxmlformats.org/drawingml/2006/main" noGrp="1"/>
          </p:cNvSpPr>
          <p:nvPr/>
        </p:nvSpPr>
        <p:spPr>
          <a:xfrm xmlns:a="http://schemas.openxmlformats.org/drawingml/2006/main">
            <a:off x="9667875" y="2714625"/>
            <a:ext cx="1381125" cy="628650"/>
          </a:xfrm>
          <a:prstGeom xmlns:a="http://schemas.openxmlformats.org/drawingml/2006/main" prst="roundRect">
            <a:avLst>
              <a:gd name="adj" fmla="val 18182"/>
            </a:avLst>
          </a:prstGeom>
          <a:solidFill xmlns:a="http://schemas.openxmlformats.org/drawingml/2006/main">
            <a:srgbClr val="FEF3C7"/>
          </a:solidFill>
          <a:ln xmlns:a="http://schemas.openxmlformats.org/drawingml/2006/main" w="14288">
            <a:solidFill>
              <a:srgbClr val="F97316"/>
            </a:solidFill>
            <a:prstDash val="solid"/>
          </a:ln>
        </p:spPr>
        <p:txBody>
          <a:bodyPr xmlns:a="http://schemas.openxmlformats.org/drawingml/2006/main"/>
          <a:lstStyle xmlns:a="http://schemas.openxmlformats.org/drawingml/2006/main"/>
          <a:p xmlns:a="http://schemas.openxmlformats.org/drawingml/2006/main">
            <a:pPr algn="ctr">
              <a:buNone/>
              <a:defRPr sz="1800" b="1">
                <a:solidFill>
                  <a:srgbClr val="F97316"/>
                </a:solidFill>
              </a:defRPr>
            </a:pPr>
            <a:r>
              <a:rPr sz="1800" b="1">
                <a:solidFill>
                  <a:srgbClr val="F97316"/>
                </a:solidFill>
              </a:rPr>
              <a:t>MSE ≈ 0.19</a:t>
            </a:r>
          </a:p>
        </p:txBody>
      </p:sp>
      <p:sp>
        <p:nvSpPr>
          <p:cNvPr id="1880411002" name="">
            <a:extLst xmlns:a="http://schemas.openxmlformats.org/drawingml/2006/main">
              <a:ext uri="{FF2B5EF4-FFF2-40B4-BE49-F238E27FC236}">
                <a16:creationId xmlns:a16="http://schemas.microsoft.com/office/drawing/2014/main" id="{8A9C1FAA-0ED4-4A1E-8D5F-CFC238DA564C}"/>
              </a:ext>
            </a:extLst>
          </p:cNvPr>
          <p:cNvSpPr>
            <a:spLocks xmlns:a="http://schemas.openxmlformats.org/drawingml/2006/main" noGrp="1"/>
          </p:cNvSpPr>
          <p:nvPr/>
        </p:nvSpPr>
        <p:spPr>
          <a:xfrm xmlns:a="http://schemas.openxmlformats.org/drawingml/2006/main">
            <a:off x="9477375" y="3524250"/>
            <a:ext cx="18097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F97316"/>
                </a:solidFill>
              </a:defRPr>
            </a:pPr>
            <a:r>
              <a:rPr sz="1650" b="1">
                <a:solidFill>
                  <a:srgbClr val="F97316"/>
                </a:solidFill>
              </a:rPr>
              <a:t>closer line</a:t>
            </a:r>
          </a:p>
        </p:txBody>
      </p:sp>
      <p:sp>
        <p:nvSpPr>
          <p:cNvPr id="63070563" name="">
            <a:extLst xmlns:a="http://schemas.openxmlformats.org/drawingml/2006/main">
              <a:ext uri="{FF2B5EF4-FFF2-40B4-BE49-F238E27FC236}">
                <a16:creationId xmlns:a16="http://schemas.microsoft.com/office/drawing/2014/main" id="{2536098C-43D8-4C37-BC7B-5EA319F5DDA1}"/>
              </a:ext>
            </a:extLst>
          </p:cNvPr>
          <p:cNvSpPr>
            <a:spLocks xmlns:a="http://schemas.openxmlformats.org/drawingml/2006/main" noGrp="1"/>
          </p:cNvSpPr>
          <p:nvPr/>
        </p:nvSpPr>
        <p:spPr>
          <a:xfrm xmlns:a="http://schemas.openxmlformats.org/drawingml/2006/main">
            <a:off x="2619375" y="4638675"/>
            <a:ext cx="9525" cy="247650"/>
          </a:xfrm>
          <a:prstGeom xmlns:a="http://schemas.openxmlformats.org/drawingml/2006/main" prst="line">
            <a:avLst/>
          </a:prstGeom>
          <a:noFill xmlns:a="http://schemas.openxmlformats.org/drawingml/2006/main"/>
          <a:ln xmlns:a="http://schemas.openxmlformats.org/drawingml/2006/main" w="28575">
            <a:solidFill>
              <a:srgbClr val="EF4444"/>
            </a:solidFill>
            <a:prstDash val="solid"/>
          </a:ln>
        </p:spPr>
      </p:sp>
      <p:sp>
        <p:nvSpPr>
          <p:cNvPr id="723606973" name="">
            <a:extLst xmlns:a="http://schemas.openxmlformats.org/drawingml/2006/main">
              <a:ext uri="{FF2B5EF4-FFF2-40B4-BE49-F238E27FC236}">
                <a16:creationId xmlns:a16="http://schemas.microsoft.com/office/drawing/2014/main" id="{3FA1C4B2-825D-411F-8F52-F938E1AECBF2}"/>
              </a:ext>
            </a:extLst>
          </p:cNvPr>
          <p:cNvSpPr>
            <a:spLocks xmlns:a="http://schemas.openxmlformats.org/drawingml/2006/main" noGrp="1"/>
          </p:cNvSpPr>
          <p:nvPr/>
        </p:nvSpPr>
        <p:spPr>
          <a:xfrm xmlns:a="http://schemas.openxmlformats.org/drawingml/2006/main">
            <a:off x="2533650" y="4800600"/>
            <a:ext cx="171450" cy="171450"/>
          </a:xfrm>
          <a:prstGeom xmlns:a="http://schemas.openxmlformats.org/drawingml/2006/main" prst="ellipse">
            <a:avLst/>
          </a:prstGeom>
          <a:solidFill xmlns:a="http://schemas.openxmlformats.org/drawingml/2006/main">
            <a:srgbClr val="2563EB"/>
          </a:solidFill>
          <a:ln xmlns:a="http://schemas.openxmlformats.org/drawingml/2006/main" w="19050">
            <a:solidFill>
              <a:srgbClr val="2563EB"/>
            </a:solidFill>
            <a:prstDash val="solid"/>
          </a:ln>
        </p:spPr>
      </p:sp>
      <p:sp>
        <p:nvSpPr>
          <p:cNvPr id="1295429067" name="">
            <a:extLst xmlns:a="http://schemas.openxmlformats.org/drawingml/2006/main">
              <a:ext uri="{FF2B5EF4-FFF2-40B4-BE49-F238E27FC236}">
                <a16:creationId xmlns:a16="http://schemas.microsoft.com/office/drawing/2014/main" id="{F5DA48CF-2E1D-4CFF-AA9C-46F062632337}"/>
              </a:ext>
            </a:extLst>
          </p:cNvPr>
          <p:cNvSpPr>
            <a:spLocks xmlns:a="http://schemas.openxmlformats.org/drawingml/2006/main" noGrp="1"/>
          </p:cNvSpPr>
          <p:nvPr/>
        </p:nvSpPr>
        <p:spPr>
          <a:xfrm xmlns:a="http://schemas.openxmlformats.org/drawingml/2006/main">
            <a:off x="3857625" y="4411663"/>
            <a:ext cx="9525" cy="144463"/>
          </a:xfrm>
          <a:prstGeom xmlns:a="http://schemas.openxmlformats.org/drawingml/2006/main" prst="line">
            <a:avLst/>
          </a:prstGeom>
          <a:noFill xmlns:a="http://schemas.openxmlformats.org/drawingml/2006/main"/>
          <a:ln xmlns:a="http://schemas.openxmlformats.org/drawingml/2006/main" w="28575">
            <a:solidFill>
              <a:srgbClr val="EF4444"/>
            </a:solidFill>
            <a:prstDash val="solid"/>
          </a:ln>
        </p:spPr>
      </p:sp>
      <p:sp>
        <p:nvSpPr>
          <p:cNvPr id="8682069" name="">
            <a:extLst xmlns:a="http://schemas.openxmlformats.org/drawingml/2006/main">
              <a:ext uri="{FF2B5EF4-FFF2-40B4-BE49-F238E27FC236}">
                <a16:creationId xmlns:a16="http://schemas.microsoft.com/office/drawing/2014/main" id="{1576ED86-2A02-45C4-A1CD-4F593D9FB795}"/>
              </a:ext>
            </a:extLst>
          </p:cNvPr>
          <p:cNvSpPr>
            <a:spLocks xmlns:a="http://schemas.openxmlformats.org/drawingml/2006/main" noGrp="1"/>
          </p:cNvSpPr>
          <p:nvPr/>
        </p:nvSpPr>
        <p:spPr>
          <a:xfrm xmlns:a="http://schemas.openxmlformats.org/drawingml/2006/main">
            <a:off x="3771900" y="4470400"/>
            <a:ext cx="171450" cy="171450"/>
          </a:xfrm>
          <a:prstGeom xmlns:a="http://schemas.openxmlformats.org/drawingml/2006/main" prst="ellipse">
            <a:avLst/>
          </a:prstGeom>
          <a:solidFill xmlns:a="http://schemas.openxmlformats.org/drawingml/2006/main">
            <a:srgbClr val="2563EB"/>
          </a:solidFill>
          <a:ln xmlns:a="http://schemas.openxmlformats.org/drawingml/2006/main" w="19050">
            <a:solidFill>
              <a:srgbClr val="2563EB"/>
            </a:solidFill>
            <a:prstDash val="solid"/>
          </a:ln>
        </p:spPr>
      </p:sp>
      <p:sp>
        <p:nvSpPr>
          <p:cNvPr id="2139346072" name="">
            <a:extLst xmlns:a="http://schemas.openxmlformats.org/drawingml/2006/main">
              <a:ext uri="{FF2B5EF4-FFF2-40B4-BE49-F238E27FC236}">
                <a16:creationId xmlns:a16="http://schemas.microsoft.com/office/drawing/2014/main" id="{78E0EE78-414C-48C0-A8EA-83A938C75038}"/>
              </a:ext>
            </a:extLst>
          </p:cNvPr>
          <p:cNvSpPr>
            <a:spLocks xmlns:a="http://schemas.openxmlformats.org/drawingml/2006/main" noGrp="1"/>
          </p:cNvSpPr>
          <p:nvPr/>
        </p:nvSpPr>
        <p:spPr>
          <a:xfrm xmlns:a="http://schemas.openxmlformats.org/drawingml/2006/main">
            <a:off x="5095875" y="4184650"/>
            <a:ext cx="9525" cy="82550"/>
          </a:xfrm>
          <a:prstGeom xmlns:a="http://schemas.openxmlformats.org/drawingml/2006/main" prst="line">
            <a:avLst/>
          </a:prstGeom>
          <a:noFill xmlns:a="http://schemas.openxmlformats.org/drawingml/2006/main"/>
          <a:ln xmlns:a="http://schemas.openxmlformats.org/drawingml/2006/main" w="28575">
            <a:solidFill>
              <a:srgbClr val="EF4444"/>
            </a:solidFill>
            <a:prstDash val="solid"/>
          </a:ln>
        </p:spPr>
      </p:sp>
      <p:sp>
        <p:nvSpPr>
          <p:cNvPr id="2066189597" name="">
            <a:extLst xmlns:a="http://schemas.openxmlformats.org/drawingml/2006/main">
              <a:ext uri="{FF2B5EF4-FFF2-40B4-BE49-F238E27FC236}">
                <a16:creationId xmlns:a16="http://schemas.microsoft.com/office/drawing/2014/main" id="{E40E8774-55F0-48A8-BDB6-5A7318FB9014}"/>
              </a:ext>
            </a:extLst>
          </p:cNvPr>
          <p:cNvSpPr>
            <a:spLocks xmlns:a="http://schemas.openxmlformats.org/drawingml/2006/main" noGrp="1"/>
          </p:cNvSpPr>
          <p:nvPr/>
        </p:nvSpPr>
        <p:spPr>
          <a:xfrm xmlns:a="http://schemas.openxmlformats.org/drawingml/2006/main">
            <a:off x="5010149" y="4181475"/>
            <a:ext cx="171450" cy="171450"/>
          </a:xfrm>
          <a:prstGeom xmlns:a="http://schemas.openxmlformats.org/drawingml/2006/main" prst="ellipse">
            <a:avLst/>
          </a:prstGeom>
          <a:solidFill xmlns:a="http://schemas.openxmlformats.org/drawingml/2006/main">
            <a:srgbClr val="2563EB"/>
          </a:solidFill>
          <a:ln xmlns:a="http://schemas.openxmlformats.org/drawingml/2006/main" w="19050">
            <a:solidFill>
              <a:srgbClr val="2563EB"/>
            </a:solidFill>
            <a:prstDash val="solid"/>
          </a:ln>
        </p:spPr>
      </p:sp>
      <p:sp>
        <p:nvSpPr>
          <p:cNvPr id="272593583" name="">
            <a:extLst xmlns:a="http://schemas.openxmlformats.org/drawingml/2006/main">
              <a:ext uri="{FF2B5EF4-FFF2-40B4-BE49-F238E27FC236}">
                <a16:creationId xmlns:a16="http://schemas.microsoft.com/office/drawing/2014/main" id="{5A0A9D59-8AFE-4ED9-AEC3-E2B7039A429B}"/>
              </a:ext>
            </a:extLst>
          </p:cNvPr>
          <p:cNvSpPr>
            <a:spLocks xmlns:a="http://schemas.openxmlformats.org/drawingml/2006/main" noGrp="1"/>
          </p:cNvSpPr>
          <p:nvPr/>
        </p:nvSpPr>
        <p:spPr>
          <a:xfrm xmlns:a="http://schemas.openxmlformats.org/drawingml/2006/main">
            <a:off x="6334125" y="3854450"/>
            <a:ext cx="9525" cy="103188"/>
          </a:xfrm>
          <a:prstGeom xmlns:a="http://schemas.openxmlformats.org/drawingml/2006/main" prst="line">
            <a:avLst/>
          </a:prstGeom>
          <a:noFill xmlns:a="http://schemas.openxmlformats.org/drawingml/2006/main"/>
          <a:ln xmlns:a="http://schemas.openxmlformats.org/drawingml/2006/main" w="28575">
            <a:solidFill>
              <a:srgbClr val="EF4444"/>
            </a:solidFill>
            <a:prstDash val="solid"/>
          </a:ln>
        </p:spPr>
      </p:sp>
      <p:sp>
        <p:nvSpPr>
          <p:cNvPr id="134232464" name="">
            <a:extLst xmlns:a="http://schemas.openxmlformats.org/drawingml/2006/main">
              <a:ext uri="{FF2B5EF4-FFF2-40B4-BE49-F238E27FC236}">
                <a16:creationId xmlns:a16="http://schemas.microsoft.com/office/drawing/2014/main" id="{619DC775-E028-4F1B-B861-A8E85457D879}"/>
              </a:ext>
            </a:extLst>
          </p:cNvPr>
          <p:cNvSpPr>
            <a:spLocks xmlns:a="http://schemas.openxmlformats.org/drawingml/2006/main" noGrp="1"/>
          </p:cNvSpPr>
          <p:nvPr/>
        </p:nvSpPr>
        <p:spPr>
          <a:xfrm xmlns:a="http://schemas.openxmlformats.org/drawingml/2006/main">
            <a:off x="6248400" y="3768725"/>
            <a:ext cx="171450" cy="171450"/>
          </a:xfrm>
          <a:prstGeom xmlns:a="http://schemas.openxmlformats.org/drawingml/2006/main" prst="ellipse">
            <a:avLst/>
          </a:prstGeom>
          <a:solidFill xmlns:a="http://schemas.openxmlformats.org/drawingml/2006/main">
            <a:srgbClr val="2563EB"/>
          </a:solidFill>
          <a:ln xmlns:a="http://schemas.openxmlformats.org/drawingml/2006/main" w="19050">
            <a:solidFill>
              <a:srgbClr val="2563EB"/>
            </a:solidFill>
            <a:prstDash val="solid"/>
          </a:ln>
        </p:spPr>
      </p:sp>
      <p:sp>
        <p:nvSpPr>
          <p:cNvPr id="775049892" name="">
            <a:extLst xmlns:a="http://schemas.openxmlformats.org/drawingml/2006/main">
              <a:ext uri="{FF2B5EF4-FFF2-40B4-BE49-F238E27FC236}">
                <a16:creationId xmlns:a16="http://schemas.microsoft.com/office/drawing/2014/main" id="{9A0CD00B-914C-4E5E-A402-F73DAC9F2E28}"/>
              </a:ext>
            </a:extLst>
          </p:cNvPr>
          <p:cNvSpPr>
            <a:spLocks xmlns:a="http://schemas.openxmlformats.org/drawingml/2006/main" noGrp="1"/>
          </p:cNvSpPr>
          <p:nvPr/>
        </p:nvSpPr>
        <p:spPr>
          <a:xfrm xmlns:a="http://schemas.openxmlformats.org/drawingml/2006/main">
            <a:off x="7572375" y="3565525"/>
            <a:ext cx="9525" cy="165100"/>
          </a:xfrm>
          <a:prstGeom xmlns:a="http://schemas.openxmlformats.org/drawingml/2006/main" prst="line">
            <a:avLst/>
          </a:prstGeom>
          <a:noFill xmlns:a="http://schemas.openxmlformats.org/drawingml/2006/main"/>
          <a:ln xmlns:a="http://schemas.openxmlformats.org/drawingml/2006/main" w="28575">
            <a:solidFill>
              <a:srgbClr val="EF4444"/>
            </a:solidFill>
            <a:prstDash val="solid"/>
          </a:ln>
        </p:spPr>
      </p:sp>
      <p:sp>
        <p:nvSpPr>
          <p:cNvPr id="1072269509" name="">
            <a:extLst xmlns:a="http://schemas.openxmlformats.org/drawingml/2006/main">
              <a:ext uri="{FF2B5EF4-FFF2-40B4-BE49-F238E27FC236}">
                <a16:creationId xmlns:a16="http://schemas.microsoft.com/office/drawing/2014/main" id="{7AA056DA-C7BF-4CAE-9C77-57334D4ED928}"/>
              </a:ext>
            </a:extLst>
          </p:cNvPr>
          <p:cNvSpPr>
            <a:spLocks xmlns:a="http://schemas.openxmlformats.org/drawingml/2006/main" noGrp="1"/>
          </p:cNvSpPr>
          <p:nvPr/>
        </p:nvSpPr>
        <p:spPr>
          <a:xfrm xmlns:a="http://schemas.openxmlformats.org/drawingml/2006/main">
            <a:off x="7486650" y="3479800"/>
            <a:ext cx="171450" cy="171450"/>
          </a:xfrm>
          <a:prstGeom xmlns:a="http://schemas.openxmlformats.org/drawingml/2006/main" prst="ellipse">
            <a:avLst/>
          </a:prstGeom>
          <a:solidFill xmlns:a="http://schemas.openxmlformats.org/drawingml/2006/main">
            <a:srgbClr val="2563EB"/>
          </a:solidFill>
          <a:ln xmlns:a="http://schemas.openxmlformats.org/drawingml/2006/main" w="19050">
            <a:solidFill>
              <a:srgbClr val="2563EB"/>
            </a:solidFill>
            <a:prstDash val="solid"/>
          </a:ln>
        </p:spPr>
      </p:sp>
      <p:sp>
        <p:nvSpPr>
          <p:cNvPr id="982061215" name="">
            <a:extLst xmlns:a="http://schemas.openxmlformats.org/drawingml/2006/main">
              <a:ext uri="{FF2B5EF4-FFF2-40B4-BE49-F238E27FC236}">
                <a16:creationId xmlns:a16="http://schemas.microsoft.com/office/drawing/2014/main" id="{4AB17B5D-3E76-4A58-AD4F-E7458C094D03}"/>
              </a:ext>
            </a:extLst>
          </p:cNvPr>
          <p:cNvSpPr>
            <a:spLocks xmlns:a="http://schemas.openxmlformats.org/drawingml/2006/main" noGrp="1"/>
          </p:cNvSpPr>
          <p:nvPr/>
        </p:nvSpPr>
        <p:spPr>
          <a:xfrm xmlns:a="http://schemas.openxmlformats.org/drawingml/2006/main">
            <a:off x="8810625" y="3235325"/>
            <a:ext cx="9525" cy="268288"/>
          </a:xfrm>
          <a:prstGeom xmlns:a="http://schemas.openxmlformats.org/drawingml/2006/main" prst="line">
            <a:avLst/>
          </a:prstGeom>
          <a:noFill xmlns:a="http://schemas.openxmlformats.org/drawingml/2006/main"/>
          <a:ln xmlns:a="http://schemas.openxmlformats.org/drawingml/2006/main" w="28575">
            <a:solidFill>
              <a:srgbClr val="EF4444"/>
            </a:solidFill>
            <a:prstDash val="solid"/>
          </a:ln>
        </p:spPr>
      </p:sp>
      <p:sp>
        <p:nvSpPr>
          <p:cNvPr id="1509233171" name="">
            <a:extLst xmlns:a="http://schemas.openxmlformats.org/drawingml/2006/main">
              <a:ext uri="{FF2B5EF4-FFF2-40B4-BE49-F238E27FC236}">
                <a16:creationId xmlns:a16="http://schemas.microsoft.com/office/drawing/2014/main" id="{70006168-1459-466B-86F3-B2EABAB38A85}"/>
              </a:ext>
            </a:extLst>
          </p:cNvPr>
          <p:cNvSpPr>
            <a:spLocks xmlns:a="http://schemas.openxmlformats.org/drawingml/2006/main" noGrp="1"/>
          </p:cNvSpPr>
          <p:nvPr/>
        </p:nvSpPr>
        <p:spPr>
          <a:xfrm xmlns:a="http://schemas.openxmlformats.org/drawingml/2006/main">
            <a:off x="8724900" y="3149600"/>
            <a:ext cx="171450" cy="171450"/>
          </a:xfrm>
          <a:prstGeom xmlns:a="http://schemas.openxmlformats.org/drawingml/2006/main" prst="ellipse">
            <a:avLst/>
          </a:prstGeom>
          <a:solidFill xmlns:a="http://schemas.openxmlformats.org/drawingml/2006/main">
            <a:srgbClr val="2563EB"/>
          </a:solidFill>
          <a:ln xmlns:a="http://schemas.openxmlformats.org/drawingml/2006/main" w="19050">
            <a:solidFill>
              <a:srgbClr val="2563EB"/>
            </a:solidFill>
            <a:prstDash val="solid"/>
          </a:ln>
        </p:spPr>
      </p:sp>
      <p:sp>
        <p:nvSpPr>
          <p:cNvPr id="835713910" name="">
            <a:extLst xmlns:a="http://schemas.openxmlformats.org/drawingml/2006/main">
              <a:ext uri="{FF2B5EF4-FFF2-40B4-BE49-F238E27FC236}">
                <a16:creationId xmlns:a16="http://schemas.microsoft.com/office/drawing/2014/main" id="{D1A04572-D842-4464-A6A8-52DABFEA22EE}"/>
              </a:ext>
            </a:extLst>
          </p:cNvPr>
          <p:cNvSpPr>
            <a:spLocks xmlns:a="http://schemas.openxmlformats.org/drawingml/2006/main" noGrp="1"/>
          </p:cNvSpPr>
          <p:nvPr/>
        </p:nvSpPr>
        <p:spPr>
          <a:xfrm xmlns:a="http://schemas.openxmlformats.org/drawingml/2006/main">
            <a:off x="2476500" y="2543175"/>
            <a:ext cx="762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50" b="1">
                <a:solidFill>
                  <a:srgbClr val="2563EB"/>
                </a:solidFill>
              </a:defRPr>
            </a:pPr>
            <a:r>
              <a:rPr sz="1450" b="1">
                <a:solidFill>
                  <a:srgbClr val="2563EB"/>
                </a:solidFill>
              </a:rPr>
              <a:t>data</a:t>
            </a:r>
          </a:p>
        </p:txBody>
      </p:sp>
      <p:sp>
        <p:nvSpPr>
          <p:cNvPr id="891411325" name="">
            <a:extLst xmlns:a="http://schemas.openxmlformats.org/drawingml/2006/main">
              <a:ext uri="{FF2B5EF4-FFF2-40B4-BE49-F238E27FC236}">
                <a16:creationId xmlns:a16="http://schemas.microsoft.com/office/drawing/2014/main" id="{BEA5A204-DFA4-450A-A2F5-05B117031F7D}"/>
              </a:ext>
            </a:extLst>
          </p:cNvPr>
          <p:cNvSpPr>
            <a:spLocks xmlns:a="http://schemas.openxmlformats.org/drawingml/2006/main" noGrp="1"/>
          </p:cNvSpPr>
          <p:nvPr/>
        </p:nvSpPr>
        <p:spPr>
          <a:xfrm xmlns:a="http://schemas.openxmlformats.org/drawingml/2006/main">
            <a:off x="6715125" y="37147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00" b="1">
                <a:solidFill>
                  <a:srgbClr val="F97316"/>
                </a:solidFill>
              </a:defRPr>
            </a:pPr>
            <a:r>
              <a:rPr sz="1600" b="1">
                <a:solidFill>
                  <a:srgbClr val="F97316"/>
                </a:solidFill>
              </a:rPr>
              <a:t>model line</a:t>
            </a:r>
          </a:p>
        </p:txBody>
      </p:sp>
      <p:sp>
        <p:nvSpPr>
          <p:cNvPr id="1615394470" name="">
            <a:extLst xmlns:a="http://schemas.openxmlformats.org/drawingml/2006/main">
              <a:ext uri="{FF2B5EF4-FFF2-40B4-BE49-F238E27FC236}">
                <a16:creationId xmlns:a16="http://schemas.microsoft.com/office/drawing/2014/main" id="{5D82747D-6EED-4767-ACAE-3FC3B45BF92B}"/>
              </a:ext>
            </a:extLst>
          </p:cNvPr>
          <p:cNvSpPr>
            <a:spLocks xmlns:a="http://schemas.openxmlformats.org/drawingml/2006/main" noGrp="1"/>
          </p:cNvSpPr>
          <p:nvPr/>
        </p:nvSpPr>
        <p:spPr>
          <a:xfrm xmlns:a="http://schemas.openxmlformats.org/drawingml/2006/main">
            <a:off x="11106150" y="628650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00" b="0">
                <a:solidFill>
                  <a:srgbClr val="667085"/>
                </a:solidFill>
              </a:defRPr>
            </a:pPr>
            <a:r>
              <a:rPr sz="1000" b="0">
                <a:solidFill>
                  <a:srgbClr val="667085"/>
                </a:solidFill>
              </a:rPr>
              <a:t>03</a:t>
            </a:r>
          </a:p>
        </p:txBody>
      </p:sp>
      <p:sp>
        <p:nvSpPr>
          <p:cNvPr id="611339659" name="solidguide_flipV">
            <a:extLst xmlns:a="http://schemas.openxmlformats.org/drawingml/2006/main">
              <a:ext uri="{FF2B5EF4-FFF2-40B4-BE49-F238E27FC236}">
                <a16:creationId xmlns:a16="http://schemas.microsoft.com/office/drawing/2014/main" id="{F7D47008-137B-4AE8-99EC-398DD8438A11}"/>
              </a:ext>
            </a:extLst>
          </p:cNvPr>
          <p:cNvSpPr>
            <a:spLocks xmlns:a="http://schemas.openxmlformats.org/drawingml/2006/main" noGrp="1"/>
          </p:cNvSpPr>
          <p:nvPr/>
        </p:nvSpPr>
        <p:spPr>
          <a:xfrm xmlns:a="http://schemas.openxmlformats.org/drawingml/2006/main" flipV="1">
            <a:off x="2371725" y="3458210"/>
            <a:ext cx="6686550" cy="1225868"/>
          </a:xfrm>
          <a:prstGeom xmlns:a="http://schemas.openxmlformats.org/drawingml/2006/main" prst="line">
            <a:avLst/>
          </a:prstGeom>
          <a:noFill xmlns:a="http://schemas.openxmlformats.org/drawingml/2006/main"/>
          <a:ln xmlns:a="http://schemas.openxmlformats.org/drawingml/2006/main" w="30480">
            <a:solidFill>
              <a:srgbClr val="F97316"/>
            </a:solidFill>
            <a:prstDash val="solid"/>
          </a:ln>
        </p:spPr>
      </p:sp>
    </p:spTree>
    <p:extLst>
      <p:ext uri="{BB962C8B-B14F-4D97-AF65-F5344CB8AC3E}">
        <p14:creationId xmlns:p14="http://schemas.microsoft.com/office/powerpoint/2010/main" val="1980599752"/>
      </p:ext>
    </p:extLst>
  </p:cSld>
</p:sld>
</file>

<file path=ppt/slides/slide4.xml><?xml version="1.0" encoding="utf-8"?>
<p:sld xmlns:p="http://schemas.openxmlformats.org/presentationml/2006/main" showMasterSp="1">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10486818" name="">
            <a:extLst xmlns:a="http://schemas.openxmlformats.org/drawingml/2006/main">
              <a:ext uri="{FF2B5EF4-FFF2-40B4-BE49-F238E27FC236}">
                <a16:creationId xmlns:a16="http://schemas.microsoft.com/office/drawing/2014/main" id="{53B0939D-C454-41A8-9026-65153CB715EC}"/>
              </a:ext>
            </a:extLst>
          </p:cNvPr>
          <p:cNvSpPr>
            <a:spLocks xmlns:a="http://schemas.openxmlformats.org/drawingml/2006/main" noGrp="1"/>
          </p:cNvSpPr>
          <p:nvPr/>
        </p:nvSpPr>
        <p:spPr>
          <a:xfrm xmlns:a="http://schemas.openxmlformats.org/drawingml/2006/main">
            <a:off x="609600" y="32385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563EB"/>
                </a:solidFill>
              </a:defRPr>
            </a:pPr>
            <a:r>
              <a:rPr sz="1200" b="1">
                <a:solidFill>
                  <a:srgbClr val="2563EB"/>
                </a:solidFill>
              </a:rPr>
              <a:t>Linear regression</a:t>
            </a:r>
          </a:p>
        </p:txBody>
      </p:sp>
      <p:sp>
        <p:nvSpPr>
          <p:cNvPr id="1387195608" name="">
            <a:extLst xmlns:a="http://schemas.openxmlformats.org/drawingml/2006/main">
              <a:ext uri="{FF2B5EF4-FFF2-40B4-BE49-F238E27FC236}">
                <a16:creationId xmlns:a16="http://schemas.microsoft.com/office/drawing/2014/main" id="{E1F534B9-08FB-4A2F-AAB4-5C383DC89F29}"/>
              </a:ext>
            </a:extLst>
          </p:cNvPr>
          <p:cNvSpPr>
            <a:spLocks xmlns:a="http://schemas.openxmlformats.org/drawingml/2006/main" noGrp="1"/>
          </p:cNvSpPr>
          <p:nvPr/>
        </p:nvSpPr>
        <p:spPr>
          <a:xfrm xmlns:a="http://schemas.openxmlformats.org/drawingml/2006/main">
            <a:off x="609600" y="590549"/>
            <a:ext cx="9334500" cy="5905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150" b="1">
                <a:solidFill>
                  <a:srgbClr val="0B0F19"/>
                </a:solidFill>
              </a:defRPr>
            </a:pPr>
            <a:r>
              <a:rPr sz="3150" b="1">
                <a:solidFill>
                  <a:srgbClr val="0B0F19"/>
                </a:solidFill>
              </a:rPr>
              <a:t>The fitted line makes MSE small</a:t>
            </a:r>
          </a:p>
        </p:txBody>
      </p:sp>
      <p:sp>
        <p:nvSpPr>
          <p:cNvPr id="2010506368" name="">
            <a:extLst xmlns:a="http://schemas.openxmlformats.org/drawingml/2006/main">
              <a:ext uri="{FF2B5EF4-FFF2-40B4-BE49-F238E27FC236}">
                <a16:creationId xmlns:a16="http://schemas.microsoft.com/office/drawing/2014/main" id="{B8A90ACA-D717-45B9-8A94-9DD0B10428F2}"/>
              </a:ext>
            </a:extLst>
          </p:cNvPr>
          <p:cNvSpPr>
            <a:spLocks xmlns:a="http://schemas.openxmlformats.org/drawingml/2006/main" noGrp="1"/>
          </p:cNvSpPr>
          <p:nvPr/>
        </p:nvSpPr>
        <p:spPr>
          <a:xfrm xmlns:a="http://schemas.openxmlformats.org/drawingml/2006/main">
            <a:off x="609600" y="1352550"/>
            <a:ext cx="10972800" cy="4762500"/>
          </a:xfrm>
          <a:prstGeom xmlns:a="http://schemas.openxmlformats.org/drawingml/2006/main" prst="roundRect">
            <a:avLst>
              <a:gd name="adj" fmla="val 1600"/>
            </a:avLst>
          </a:prstGeom>
          <a:solidFill xmlns:a="http://schemas.openxmlformats.org/drawingml/2006/main">
            <a:srgbClr val="F8FAFC"/>
          </a:solidFill>
          <a:ln xmlns:a="http://schemas.openxmlformats.org/drawingml/2006/main" w="14288">
            <a:solidFill>
              <a:srgbClr val="E2E8F0"/>
            </a:solidFill>
            <a:prstDash val="solid"/>
          </a:ln>
        </p:spPr>
      </p:sp>
      <p:pic>
        <p:nvPicPr>
          <p:cNvPr id="2108938200" name=""/>
          <p:cNvPicPr>
            <a:picLocks xmlns:a="http://schemas.openxmlformats.org/drawingml/2006/main" noChangeAspect="1"/>
          </p:cNvPicPr>
          <p:nvPr/>
        </p:nvPicPr>
        <p:blipFill rotWithShape="1">
          <a:blip xmlns:r="http://schemas.openxmlformats.org/officeDocument/2006/relationships" xmlns:a="http://schemas.openxmlformats.org/drawingml/2006/main" r:embed="R183988a1745d4be3"/>
          <a:stretch xmlns:a="http://schemas.openxmlformats.org/drawingml/2006/main"/>
        </p:blipFill>
        <p:spPr>
          <a:xfrm xmlns:a="http://schemas.openxmlformats.org/drawingml/2006/main">
            <a:off x="2381250" y="1556268"/>
            <a:ext cx="7429500" cy="697463"/>
          </a:xfrm>
          <a:prstGeom xmlns:a="http://schemas.openxmlformats.org/drawingml/2006/main" prst="rect">
            <a:avLst/>
          </a:prstGeom>
        </p:spPr>
      </p:pic>
      <p:sp>
        <p:nvSpPr>
          <p:cNvPr id="1226520374" name="">
            <a:extLst xmlns:a="http://schemas.openxmlformats.org/drawingml/2006/main">
              <a:ext uri="{FF2B5EF4-FFF2-40B4-BE49-F238E27FC236}">
                <a16:creationId xmlns:a16="http://schemas.microsoft.com/office/drawing/2014/main" id="{42C65135-A9F0-4ACD-9E65-C36E18D1C651}"/>
              </a:ext>
            </a:extLst>
          </p:cNvPr>
          <p:cNvSpPr>
            <a:spLocks xmlns:a="http://schemas.openxmlformats.org/drawingml/2006/main" noGrp="1"/>
          </p:cNvSpPr>
          <p:nvPr/>
        </p:nvSpPr>
        <p:spPr>
          <a:xfrm xmlns:a="http://schemas.openxmlformats.org/drawingml/2006/main">
            <a:off x="2000250" y="5381625"/>
            <a:ext cx="7429500" cy="9525"/>
          </a:xfrm>
          <a:prstGeom xmlns:a="http://schemas.openxmlformats.org/drawingml/2006/main" prst="line">
            <a:avLst/>
          </a:prstGeom>
          <a:noFill xmlns:a="http://schemas.openxmlformats.org/drawingml/2006/main"/>
          <a:ln xmlns:a="http://schemas.openxmlformats.org/drawingml/2006/main" w="19050">
            <a:solidFill>
              <a:srgbClr val="94A3B8"/>
            </a:solidFill>
            <a:prstDash val="solid"/>
          </a:ln>
        </p:spPr>
      </p:sp>
      <p:sp>
        <p:nvSpPr>
          <p:cNvPr id="1752169603" name="">
            <a:extLst xmlns:a="http://schemas.openxmlformats.org/drawingml/2006/main">
              <a:ext uri="{FF2B5EF4-FFF2-40B4-BE49-F238E27FC236}">
                <a16:creationId xmlns:a16="http://schemas.microsoft.com/office/drawing/2014/main" id="{111F0B53-002D-43CE-B48A-AD425D9DA9D9}"/>
              </a:ext>
            </a:extLst>
          </p:cNvPr>
          <p:cNvSpPr>
            <a:spLocks xmlns:a="http://schemas.openxmlformats.org/drawingml/2006/main" noGrp="1"/>
          </p:cNvSpPr>
          <p:nvPr/>
        </p:nvSpPr>
        <p:spPr>
          <a:xfrm xmlns:a="http://schemas.openxmlformats.org/drawingml/2006/main">
            <a:off x="2000250" y="2905125"/>
            <a:ext cx="9525" cy="2476500"/>
          </a:xfrm>
          <a:prstGeom xmlns:a="http://schemas.openxmlformats.org/drawingml/2006/main" prst="line">
            <a:avLst/>
          </a:prstGeom>
          <a:noFill xmlns:a="http://schemas.openxmlformats.org/drawingml/2006/main"/>
          <a:ln xmlns:a="http://schemas.openxmlformats.org/drawingml/2006/main" w="19050">
            <a:solidFill>
              <a:srgbClr val="94A3B8"/>
            </a:solidFill>
            <a:prstDash val="solid"/>
          </a:ln>
        </p:spPr>
      </p:sp>
      <p:sp>
        <p:nvSpPr>
          <p:cNvPr id="917000958" name="">
            <a:extLst xmlns:a="http://schemas.openxmlformats.org/drawingml/2006/main">
              <a:ext uri="{FF2B5EF4-FFF2-40B4-BE49-F238E27FC236}">
                <a16:creationId xmlns:a16="http://schemas.microsoft.com/office/drawing/2014/main" id="{ADB62347-2411-4D2A-B2D3-1E47AD0676F7}"/>
              </a:ext>
            </a:extLst>
          </p:cNvPr>
          <p:cNvSpPr>
            <a:spLocks xmlns:a="http://schemas.openxmlformats.org/drawingml/2006/main" noGrp="1"/>
          </p:cNvSpPr>
          <p:nvPr/>
        </p:nvSpPr>
        <p:spPr>
          <a:xfrm xmlns:a="http://schemas.openxmlformats.org/drawingml/2006/main">
            <a:off x="9667875" y="2714625"/>
            <a:ext cx="1381125" cy="628650"/>
          </a:xfrm>
          <a:prstGeom xmlns:a="http://schemas.openxmlformats.org/drawingml/2006/main" prst="roundRect">
            <a:avLst>
              <a:gd name="adj" fmla="val 18182"/>
            </a:avLst>
          </a:prstGeom>
          <a:solidFill xmlns:a="http://schemas.openxmlformats.org/drawingml/2006/main">
            <a:srgbClr val="DCFCE7"/>
          </a:solidFill>
          <a:ln xmlns:a="http://schemas.openxmlformats.org/drawingml/2006/main" w="14288">
            <a:solidFill>
              <a:srgbClr val="10B981"/>
            </a:solidFill>
            <a:prstDash val="solid"/>
          </a:ln>
        </p:spPr>
        <p:txBody>
          <a:bodyPr xmlns:a="http://schemas.openxmlformats.org/drawingml/2006/main"/>
          <a:lstStyle xmlns:a="http://schemas.openxmlformats.org/drawingml/2006/main"/>
          <a:p xmlns:a="http://schemas.openxmlformats.org/drawingml/2006/main">
            <a:pPr algn="ctr">
              <a:buNone/>
              <a:defRPr sz="1800" b="1">
                <a:solidFill>
                  <a:srgbClr val="10B981"/>
                </a:solidFill>
              </a:defRPr>
            </a:pPr>
            <a:r>
              <a:rPr sz="1800" b="1">
                <a:solidFill>
                  <a:srgbClr val="10B981"/>
                </a:solidFill>
              </a:rPr>
              <a:t>MSE ≈ 0.01</a:t>
            </a:r>
          </a:p>
        </p:txBody>
      </p:sp>
      <p:sp>
        <p:nvSpPr>
          <p:cNvPr id="835812765" name="">
            <a:extLst xmlns:a="http://schemas.openxmlformats.org/drawingml/2006/main">
              <a:ext uri="{FF2B5EF4-FFF2-40B4-BE49-F238E27FC236}">
                <a16:creationId xmlns:a16="http://schemas.microsoft.com/office/drawing/2014/main" id="{E6EC442E-DF1F-4760-9D4F-F6472A87EB5F}"/>
              </a:ext>
            </a:extLst>
          </p:cNvPr>
          <p:cNvSpPr>
            <a:spLocks xmlns:a="http://schemas.openxmlformats.org/drawingml/2006/main" noGrp="1"/>
          </p:cNvSpPr>
          <p:nvPr/>
        </p:nvSpPr>
        <p:spPr>
          <a:xfrm xmlns:a="http://schemas.openxmlformats.org/drawingml/2006/main">
            <a:off x="9477375" y="3524250"/>
            <a:ext cx="18097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10B981"/>
                </a:solidFill>
              </a:defRPr>
            </a:pPr>
            <a:r>
              <a:rPr sz="1650" b="1">
                <a:solidFill>
                  <a:srgbClr val="10B981"/>
                </a:solidFill>
              </a:rPr>
              <a:t>small errors</a:t>
            </a:r>
          </a:p>
        </p:txBody>
      </p:sp>
      <p:sp>
        <p:nvSpPr>
          <p:cNvPr id="1136040177" name="">
            <a:extLst xmlns:a="http://schemas.openxmlformats.org/drawingml/2006/main">
              <a:ext uri="{FF2B5EF4-FFF2-40B4-BE49-F238E27FC236}">
                <a16:creationId xmlns:a16="http://schemas.microsoft.com/office/drawing/2014/main" id="{8C328EFD-1123-4ACC-AA8A-FCE0404286FC}"/>
              </a:ext>
            </a:extLst>
          </p:cNvPr>
          <p:cNvSpPr>
            <a:spLocks xmlns:a="http://schemas.openxmlformats.org/drawingml/2006/main" noGrp="1"/>
          </p:cNvSpPr>
          <p:nvPr/>
        </p:nvSpPr>
        <p:spPr>
          <a:xfrm xmlns:a="http://schemas.openxmlformats.org/drawingml/2006/main">
            <a:off x="2619375" y="4886325"/>
            <a:ext cx="9525" cy="20637"/>
          </a:xfrm>
          <a:prstGeom xmlns:a="http://schemas.openxmlformats.org/drawingml/2006/main" prst="line">
            <a:avLst/>
          </a:prstGeom>
          <a:noFill xmlns:a="http://schemas.openxmlformats.org/drawingml/2006/main"/>
          <a:ln xmlns:a="http://schemas.openxmlformats.org/drawingml/2006/main" w="19050">
            <a:solidFill>
              <a:srgbClr val="EF4444"/>
            </a:solidFill>
            <a:prstDash val="solid"/>
          </a:ln>
        </p:spPr>
      </p:sp>
      <p:sp>
        <p:nvSpPr>
          <p:cNvPr id="583075003" name="">
            <a:extLst xmlns:a="http://schemas.openxmlformats.org/drawingml/2006/main">
              <a:ext uri="{FF2B5EF4-FFF2-40B4-BE49-F238E27FC236}">
                <a16:creationId xmlns:a16="http://schemas.microsoft.com/office/drawing/2014/main" id="{FD904ADE-4F5B-4E6B-8D6C-F0CE8D8FF542}"/>
              </a:ext>
            </a:extLst>
          </p:cNvPr>
          <p:cNvSpPr>
            <a:spLocks xmlns:a="http://schemas.openxmlformats.org/drawingml/2006/main" noGrp="1"/>
          </p:cNvSpPr>
          <p:nvPr/>
        </p:nvSpPr>
        <p:spPr>
          <a:xfrm xmlns:a="http://schemas.openxmlformats.org/drawingml/2006/main">
            <a:off x="2533650" y="4800600"/>
            <a:ext cx="171450" cy="171450"/>
          </a:xfrm>
          <a:prstGeom xmlns:a="http://schemas.openxmlformats.org/drawingml/2006/main" prst="ellipse">
            <a:avLst/>
          </a:prstGeom>
          <a:solidFill xmlns:a="http://schemas.openxmlformats.org/drawingml/2006/main">
            <a:srgbClr val="2563EB"/>
          </a:solidFill>
          <a:ln xmlns:a="http://schemas.openxmlformats.org/drawingml/2006/main" w="19050">
            <a:solidFill>
              <a:srgbClr val="2563EB"/>
            </a:solidFill>
            <a:prstDash val="solid"/>
          </a:ln>
        </p:spPr>
      </p:sp>
      <p:sp>
        <p:nvSpPr>
          <p:cNvPr id="337929436" name="">
            <a:extLst xmlns:a="http://schemas.openxmlformats.org/drawingml/2006/main">
              <a:ext uri="{FF2B5EF4-FFF2-40B4-BE49-F238E27FC236}">
                <a16:creationId xmlns:a16="http://schemas.microsoft.com/office/drawing/2014/main" id="{5A36AD72-AD0F-4018-9993-7BFA2B46521D}"/>
              </a:ext>
            </a:extLst>
          </p:cNvPr>
          <p:cNvSpPr>
            <a:spLocks xmlns:a="http://schemas.openxmlformats.org/drawingml/2006/main" noGrp="1"/>
          </p:cNvSpPr>
          <p:nvPr/>
        </p:nvSpPr>
        <p:spPr>
          <a:xfrm xmlns:a="http://schemas.openxmlformats.org/drawingml/2006/main">
            <a:off x="3857625" y="4556125"/>
            <a:ext cx="9525" cy="20638"/>
          </a:xfrm>
          <a:prstGeom xmlns:a="http://schemas.openxmlformats.org/drawingml/2006/main" prst="line">
            <a:avLst/>
          </a:prstGeom>
          <a:noFill xmlns:a="http://schemas.openxmlformats.org/drawingml/2006/main"/>
          <a:ln xmlns:a="http://schemas.openxmlformats.org/drawingml/2006/main" w="19050">
            <a:solidFill>
              <a:srgbClr val="EF4444"/>
            </a:solidFill>
            <a:prstDash val="solid"/>
          </a:ln>
        </p:spPr>
      </p:sp>
      <p:sp>
        <p:nvSpPr>
          <p:cNvPr id="2108938195" name="">
            <a:extLst xmlns:a="http://schemas.openxmlformats.org/drawingml/2006/main">
              <a:ext uri="{FF2B5EF4-FFF2-40B4-BE49-F238E27FC236}">
                <a16:creationId xmlns:a16="http://schemas.microsoft.com/office/drawing/2014/main" id="{591BFF37-1431-4AA5-B8EA-64F6B63D847A}"/>
              </a:ext>
            </a:extLst>
          </p:cNvPr>
          <p:cNvSpPr>
            <a:spLocks xmlns:a="http://schemas.openxmlformats.org/drawingml/2006/main" noGrp="1"/>
          </p:cNvSpPr>
          <p:nvPr/>
        </p:nvSpPr>
        <p:spPr>
          <a:xfrm xmlns:a="http://schemas.openxmlformats.org/drawingml/2006/main">
            <a:off x="3771900" y="4470400"/>
            <a:ext cx="171450" cy="171450"/>
          </a:xfrm>
          <a:prstGeom xmlns:a="http://schemas.openxmlformats.org/drawingml/2006/main" prst="ellipse">
            <a:avLst/>
          </a:prstGeom>
          <a:solidFill xmlns:a="http://schemas.openxmlformats.org/drawingml/2006/main">
            <a:srgbClr val="2563EB"/>
          </a:solidFill>
          <a:ln xmlns:a="http://schemas.openxmlformats.org/drawingml/2006/main" w="19050">
            <a:solidFill>
              <a:srgbClr val="2563EB"/>
            </a:solidFill>
            <a:prstDash val="solid"/>
          </a:ln>
        </p:spPr>
      </p:sp>
      <p:sp>
        <p:nvSpPr>
          <p:cNvPr id="1089038475" name="">
            <a:extLst xmlns:a="http://schemas.openxmlformats.org/drawingml/2006/main">
              <a:ext uri="{FF2B5EF4-FFF2-40B4-BE49-F238E27FC236}">
                <a16:creationId xmlns:a16="http://schemas.microsoft.com/office/drawing/2014/main" id="{D67C04E7-30F9-4129-9A9F-C9629416E004}"/>
              </a:ext>
            </a:extLst>
          </p:cNvPr>
          <p:cNvSpPr>
            <a:spLocks xmlns:a="http://schemas.openxmlformats.org/drawingml/2006/main" noGrp="1"/>
          </p:cNvSpPr>
          <p:nvPr/>
        </p:nvSpPr>
        <p:spPr>
          <a:xfrm xmlns:a="http://schemas.openxmlformats.org/drawingml/2006/main">
            <a:off x="5095875" y="4246563"/>
            <a:ext cx="9525" cy="20638"/>
          </a:xfrm>
          <a:prstGeom xmlns:a="http://schemas.openxmlformats.org/drawingml/2006/main" prst="line">
            <a:avLst/>
          </a:prstGeom>
          <a:noFill xmlns:a="http://schemas.openxmlformats.org/drawingml/2006/main"/>
          <a:ln xmlns:a="http://schemas.openxmlformats.org/drawingml/2006/main" w="19050">
            <a:solidFill>
              <a:srgbClr val="EF4444"/>
            </a:solidFill>
            <a:prstDash val="solid"/>
          </a:ln>
        </p:spPr>
      </p:sp>
      <p:sp>
        <p:nvSpPr>
          <p:cNvPr id="344103134" name="">
            <a:extLst xmlns:a="http://schemas.openxmlformats.org/drawingml/2006/main">
              <a:ext uri="{FF2B5EF4-FFF2-40B4-BE49-F238E27FC236}">
                <a16:creationId xmlns:a16="http://schemas.microsoft.com/office/drawing/2014/main" id="{F4149699-75FF-4D27-A3CE-CCB01ABC48BC}"/>
              </a:ext>
            </a:extLst>
          </p:cNvPr>
          <p:cNvSpPr>
            <a:spLocks xmlns:a="http://schemas.openxmlformats.org/drawingml/2006/main" noGrp="1"/>
          </p:cNvSpPr>
          <p:nvPr/>
        </p:nvSpPr>
        <p:spPr>
          <a:xfrm xmlns:a="http://schemas.openxmlformats.org/drawingml/2006/main">
            <a:off x="5010149" y="4181475"/>
            <a:ext cx="171450" cy="171450"/>
          </a:xfrm>
          <a:prstGeom xmlns:a="http://schemas.openxmlformats.org/drawingml/2006/main" prst="ellipse">
            <a:avLst/>
          </a:prstGeom>
          <a:solidFill xmlns:a="http://schemas.openxmlformats.org/drawingml/2006/main">
            <a:srgbClr val="2563EB"/>
          </a:solidFill>
          <a:ln xmlns:a="http://schemas.openxmlformats.org/drawingml/2006/main" w="19050">
            <a:solidFill>
              <a:srgbClr val="2563EB"/>
            </a:solidFill>
            <a:prstDash val="solid"/>
          </a:ln>
        </p:spPr>
      </p:sp>
      <p:sp>
        <p:nvSpPr>
          <p:cNvPr id="116319934" name="">
            <a:extLst xmlns:a="http://schemas.openxmlformats.org/drawingml/2006/main">
              <a:ext uri="{FF2B5EF4-FFF2-40B4-BE49-F238E27FC236}">
                <a16:creationId xmlns:a16="http://schemas.microsoft.com/office/drawing/2014/main" id="{C743B936-B558-4631-A448-7AFB189236C5}"/>
              </a:ext>
            </a:extLst>
          </p:cNvPr>
          <p:cNvSpPr>
            <a:spLocks xmlns:a="http://schemas.openxmlformats.org/drawingml/2006/main" noGrp="1"/>
          </p:cNvSpPr>
          <p:nvPr/>
        </p:nvSpPr>
        <p:spPr>
          <a:xfrm xmlns:a="http://schemas.openxmlformats.org/drawingml/2006/main">
            <a:off x="6334125" y="3854450"/>
            <a:ext cx="9525" cy="61913"/>
          </a:xfrm>
          <a:prstGeom xmlns:a="http://schemas.openxmlformats.org/drawingml/2006/main" prst="line">
            <a:avLst/>
          </a:prstGeom>
          <a:noFill xmlns:a="http://schemas.openxmlformats.org/drawingml/2006/main"/>
          <a:ln xmlns:a="http://schemas.openxmlformats.org/drawingml/2006/main" w="19050">
            <a:solidFill>
              <a:srgbClr val="EF4444"/>
            </a:solidFill>
            <a:prstDash val="solid"/>
          </a:ln>
        </p:spPr>
      </p:sp>
      <p:sp>
        <p:nvSpPr>
          <p:cNvPr id="1497503669" name="">
            <a:extLst xmlns:a="http://schemas.openxmlformats.org/drawingml/2006/main">
              <a:ext uri="{FF2B5EF4-FFF2-40B4-BE49-F238E27FC236}">
                <a16:creationId xmlns:a16="http://schemas.microsoft.com/office/drawing/2014/main" id="{A114E3A3-7CF2-4362-8C4A-A924BB6D8C42}"/>
              </a:ext>
            </a:extLst>
          </p:cNvPr>
          <p:cNvSpPr>
            <a:spLocks xmlns:a="http://schemas.openxmlformats.org/drawingml/2006/main" noGrp="1"/>
          </p:cNvSpPr>
          <p:nvPr/>
        </p:nvSpPr>
        <p:spPr>
          <a:xfrm xmlns:a="http://schemas.openxmlformats.org/drawingml/2006/main">
            <a:off x="6248400" y="3768725"/>
            <a:ext cx="171450" cy="171450"/>
          </a:xfrm>
          <a:prstGeom xmlns:a="http://schemas.openxmlformats.org/drawingml/2006/main" prst="ellipse">
            <a:avLst/>
          </a:prstGeom>
          <a:solidFill xmlns:a="http://schemas.openxmlformats.org/drawingml/2006/main">
            <a:srgbClr val="2563EB"/>
          </a:solidFill>
          <a:ln xmlns:a="http://schemas.openxmlformats.org/drawingml/2006/main" w="19050">
            <a:solidFill>
              <a:srgbClr val="2563EB"/>
            </a:solidFill>
            <a:prstDash val="solid"/>
          </a:ln>
        </p:spPr>
      </p:sp>
      <p:sp>
        <p:nvSpPr>
          <p:cNvPr id="1398652274" name="">
            <a:extLst xmlns:a="http://schemas.openxmlformats.org/drawingml/2006/main">
              <a:ext uri="{FF2B5EF4-FFF2-40B4-BE49-F238E27FC236}">
                <a16:creationId xmlns:a16="http://schemas.microsoft.com/office/drawing/2014/main" id="{D9EEBD6B-1F5D-47C1-A2E6-BD6EF44EF7E2}"/>
              </a:ext>
            </a:extLst>
          </p:cNvPr>
          <p:cNvSpPr>
            <a:spLocks xmlns:a="http://schemas.openxmlformats.org/drawingml/2006/main" noGrp="1"/>
          </p:cNvSpPr>
          <p:nvPr/>
        </p:nvSpPr>
        <p:spPr>
          <a:xfrm xmlns:a="http://schemas.openxmlformats.org/drawingml/2006/main">
            <a:off x="7572375" y="3565525"/>
            <a:ext cx="9525" cy="20638"/>
          </a:xfrm>
          <a:prstGeom xmlns:a="http://schemas.openxmlformats.org/drawingml/2006/main" prst="line">
            <a:avLst/>
          </a:prstGeom>
          <a:noFill xmlns:a="http://schemas.openxmlformats.org/drawingml/2006/main"/>
          <a:ln xmlns:a="http://schemas.openxmlformats.org/drawingml/2006/main" w="19050">
            <a:solidFill>
              <a:srgbClr val="EF4444"/>
            </a:solidFill>
            <a:prstDash val="solid"/>
          </a:ln>
        </p:spPr>
      </p:sp>
      <p:sp>
        <p:nvSpPr>
          <p:cNvPr id="1635056807" name="">
            <a:extLst xmlns:a="http://schemas.openxmlformats.org/drawingml/2006/main">
              <a:ext uri="{FF2B5EF4-FFF2-40B4-BE49-F238E27FC236}">
                <a16:creationId xmlns:a16="http://schemas.microsoft.com/office/drawing/2014/main" id="{AF31FA1A-D2B3-4558-8A70-A6DAD61920A3}"/>
              </a:ext>
            </a:extLst>
          </p:cNvPr>
          <p:cNvSpPr>
            <a:spLocks xmlns:a="http://schemas.openxmlformats.org/drawingml/2006/main" noGrp="1"/>
          </p:cNvSpPr>
          <p:nvPr/>
        </p:nvSpPr>
        <p:spPr>
          <a:xfrm xmlns:a="http://schemas.openxmlformats.org/drawingml/2006/main">
            <a:off x="7486650" y="3479800"/>
            <a:ext cx="171450" cy="171450"/>
          </a:xfrm>
          <a:prstGeom xmlns:a="http://schemas.openxmlformats.org/drawingml/2006/main" prst="ellipse">
            <a:avLst/>
          </a:prstGeom>
          <a:solidFill xmlns:a="http://schemas.openxmlformats.org/drawingml/2006/main">
            <a:srgbClr val="2563EB"/>
          </a:solidFill>
          <a:ln xmlns:a="http://schemas.openxmlformats.org/drawingml/2006/main" w="19050">
            <a:solidFill>
              <a:srgbClr val="2563EB"/>
            </a:solidFill>
            <a:prstDash val="solid"/>
          </a:ln>
        </p:spPr>
      </p:sp>
      <p:sp>
        <p:nvSpPr>
          <p:cNvPr id="1900162546" name="">
            <a:extLst xmlns:a="http://schemas.openxmlformats.org/drawingml/2006/main">
              <a:ext uri="{FF2B5EF4-FFF2-40B4-BE49-F238E27FC236}">
                <a16:creationId xmlns:a16="http://schemas.microsoft.com/office/drawing/2014/main" id="{A1D980C7-F011-4E62-940C-3DA8D9341BA9}"/>
              </a:ext>
            </a:extLst>
          </p:cNvPr>
          <p:cNvSpPr>
            <a:spLocks xmlns:a="http://schemas.openxmlformats.org/drawingml/2006/main" noGrp="1"/>
          </p:cNvSpPr>
          <p:nvPr/>
        </p:nvSpPr>
        <p:spPr>
          <a:xfrm xmlns:a="http://schemas.openxmlformats.org/drawingml/2006/main">
            <a:off x="8810625" y="3235325"/>
            <a:ext cx="9525" cy="20638"/>
          </a:xfrm>
          <a:prstGeom xmlns:a="http://schemas.openxmlformats.org/drawingml/2006/main" prst="line">
            <a:avLst/>
          </a:prstGeom>
          <a:noFill xmlns:a="http://schemas.openxmlformats.org/drawingml/2006/main"/>
          <a:ln xmlns:a="http://schemas.openxmlformats.org/drawingml/2006/main" w="19050">
            <a:solidFill>
              <a:srgbClr val="EF4444"/>
            </a:solidFill>
            <a:prstDash val="solid"/>
          </a:ln>
        </p:spPr>
      </p:sp>
      <p:sp>
        <p:nvSpPr>
          <p:cNvPr id="781560172" name="">
            <a:extLst xmlns:a="http://schemas.openxmlformats.org/drawingml/2006/main">
              <a:ext uri="{FF2B5EF4-FFF2-40B4-BE49-F238E27FC236}">
                <a16:creationId xmlns:a16="http://schemas.microsoft.com/office/drawing/2014/main" id="{2D922B7A-F9C4-4A4E-B3C3-28B21637F02E}"/>
              </a:ext>
            </a:extLst>
          </p:cNvPr>
          <p:cNvSpPr>
            <a:spLocks xmlns:a="http://schemas.openxmlformats.org/drawingml/2006/main" noGrp="1"/>
          </p:cNvSpPr>
          <p:nvPr/>
        </p:nvSpPr>
        <p:spPr>
          <a:xfrm xmlns:a="http://schemas.openxmlformats.org/drawingml/2006/main">
            <a:off x="8724900" y="3149600"/>
            <a:ext cx="171450" cy="171450"/>
          </a:xfrm>
          <a:prstGeom xmlns:a="http://schemas.openxmlformats.org/drawingml/2006/main" prst="ellipse">
            <a:avLst/>
          </a:prstGeom>
          <a:solidFill xmlns:a="http://schemas.openxmlformats.org/drawingml/2006/main">
            <a:srgbClr val="2563EB"/>
          </a:solidFill>
          <a:ln xmlns:a="http://schemas.openxmlformats.org/drawingml/2006/main" w="19050">
            <a:solidFill>
              <a:srgbClr val="2563EB"/>
            </a:solidFill>
            <a:prstDash val="solid"/>
          </a:ln>
        </p:spPr>
      </p:sp>
      <p:sp>
        <p:nvSpPr>
          <p:cNvPr id="1575462252" name="">
            <a:extLst xmlns:a="http://schemas.openxmlformats.org/drawingml/2006/main">
              <a:ext uri="{FF2B5EF4-FFF2-40B4-BE49-F238E27FC236}">
                <a16:creationId xmlns:a16="http://schemas.microsoft.com/office/drawing/2014/main" id="{8A2EE73D-A5F1-45F1-A66A-EC5612E21925}"/>
              </a:ext>
            </a:extLst>
          </p:cNvPr>
          <p:cNvSpPr>
            <a:spLocks xmlns:a="http://schemas.openxmlformats.org/drawingml/2006/main" noGrp="1"/>
          </p:cNvSpPr>
          <p:nvPr/>
        </p:nvSpPr>
        <p:spPr>
          <a:xfrm xmlns:a="http://schemas.openxmlformats.org/drawingml/2006/main">
            <a:off x="2476500" y="2543175"/>
            <a:ext cx="762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50" b="1">
                <a:solidFill>
                  <a:srgbClr val="2563EB"/>
                </a:solidFill>
              </a:defRPr>
            </a:pPr>
            <a:r>
              <a:rPr sz="1450" b="1">
                <a:solidFill>
                  <a:srgbClr val="2563EB"/>
                </a:solidFill>
              </a:rPr>
              <a:t>data</a:t>
            </a:r>
          </a:p>
        </p:txBody>
      </p:sp>
      <p:sp>
        <p:nvSpPr>
          <p:cNvPr id="1355267840" name="">
            <a:extLst xmlns:a="http://schemas.openxmlformats.org/drawingml/2006/main">
              <a:ext uri="{FF2B5EF4-FFF2-40B4-BE49-F238E27FC236}">
                <a16:creationId xmlns:a16="http://schemas.microsoft.com/office/drawing/2014/main" id="{CB216E31-5031-4CA7-BC49-80777701E89A}"/>
              </a:ext>
            </a:extLst>
          </p:cNvPr>
          <p:cNvSpPr>
            <a:spLocks xmlns:a="http://schemas.openxmlformats.org/drawingml/2006/main" noGrp="1"/>
          </p:cNvSpPr>
          <p:nvPr/>
        </p:nvSpPr>
        <p:spPr>
          <a:xfrm xmlns:a="http://schemas.openxmlformats.org/drawingml/2006/main">
            <a:off x="6715125" y="331470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00" b="1">
                <a:solidFill>
                  <a:srgbClr val="F97316"/>
                </a:solidFill>
              </a:defRPr>
            </a:pPr>
            <a:r>
              <a:rPr sz="1600" b="1">
                <a:solidFill>
                  <a:srgbClr val="F97316"/>
                </a:solidFill>
              </a:rPr>
              <a:t>model line</a:t>
            </a:r>
          </a:p>
        </p:txBody>
      </p:sp>
      <p:sp>
        <p:nvSpPr>
          <p:cNvPr id="1311817855" name="">
            <a:extLst xmlns:a="http://schemas.openxmlformats.org/drawingml/2006/main">
              <a:ext uri="{FF2B5EF4-FFF2-40B4-BE49-F238E27FC236}">
                <a16:creationId xmlns:a16="http://schemas.microsoft.com/office/drawing/2014/main" id="{B393C616-661B-46FA-89DF-CD105B9367E4}"/>
              </a:ext>
            </a:extLst>
          </p:cNvPr>
          <p:cNvSpPr>
            <a:spLocks xmlns:a="http://schemas.openxmlformats.org/drawingml/2006/main" noGrp="1"/>
          </p:cNvSpPr>
          <p:nvPr/>
        </p:nvSpPr>
        <p:spPr>
          <a:xfrm xmlns:a="http://schemas.openxmlformats.org/drawingml/2006/main">
            <a:off x="11106150" y="628650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00" b="0">
                <a:solidFill>
                  <a:srgbClr val="667085"/>
                </a:solidFill>
              </a:defRPr>
            </a:pPr>
            <a:r>
              <a:rPr sz="1000" b="0">
                <a:solidFill>
                  <a:srgbClr val="667085"/>
                </a:solidFill>
              </a:rPr>
              <a:t>04</a:t>
            </a:r>
          </a:p>
        </p:txBody>
      </p:sp>
      <p:sp>
        <p:nvSpPr>
          <p:cNvPr id="1151103425" name="solidguide_flipV">
            <a:extLst xmlns:a="http://schemas.openxmlformats.org/drawingml/2006/main">
              <a:ext uri="{FF2B5EF4-FFF2-40B4-BE49-F238E27FC236}">
                <a16:creationId xmlns:a16="http://schemas.microsoft.com/office/drawing/2014/main" id="{FCC0ADA1-FB9D-446C-BD30-E6C599E7A737}"/>
              </a:ext>
            </a:extLst>
          </p:cNvPr>
          <p:cNvSpPr>
            <a:spLocks xmlns:a="http://schemas.openxmlformats.org/drawingml/2006/main" noGrp="1"/>
          </p:cNvSpPr>
          <p:nvPr/>
        </p:nvSpPr>
        <p:spPr>
          <a:xfrm xmlns:a="http://schemas.openxmlformats.org/drawingml/2006/main" flipV="1">
            <a:off x="2371725" y="3189923"/>
            <a:ext cx="6686550" cy="1783080"/>
          </a:xfrm>
          <a:prstGeom xmlns:a="http://schemas.openxmlformats.org/drawingml/2006/main" prst="line">
            <a:avLst/>
          </a:prstGeom>
          <a:noFill xmlns:a="http://schemas.openxmlformats.org/drawingml/2006/main"/>
          <a:ln xmlns:a="http://schemas.openxmlformats.org/drawingml/2006/main" w="30480">
            <a:solidFill>
              <a:srgbClr val="F97316"/>
            </a:solidFill>
            <a:prstDash val="solid"/>
          </a:ln>
        </p:spPr>
      </p:sp>
    </p:spTree>
    <p:extLst>
      <p:ext uri="{BB962C8B-B14F-4D97-AF65-F5344CB8AC3E}">
        <p14:creationId xmlns:p14="http://schemas.microsoft.com/office/powerpoint/2010/main" val="151612478"/>
      </p:ext>
    </p:extLst>
  </p:cSld>
</p:sld>
</file>

<file path=ppt/slides/slide5.xml><?xml version="1.0" encoding="utf-8"?>
<p:sld xmlns:p="http://schemas.openxmlformats.org/presentationml/2006/main" showMasterSp="1">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96921066" name="">
            <a:extLst xmlns:a="http://schemas.openxmlformats.org/drawingml/2006/main">
              <a:ext uri="{FF2B5EF4-FFF2-40B4-BE49-F238E27FC236}">
                <a16:creationId xmlns:a16="http://schemas.microsoft.com/office/drawing/2014/main" id="{9F9C7C4C-BC54-4922-9963-35DAF4ED9761}"/>
              </a:ext>
            </a:extLst>
          </p:cNvPr>
          <p:cNvSpPr>
            <a:spLocks xmlns:a="http://schemas.openxmlformats.org/drawingml/2006/main" noGrp="1"/>
          </p:cNvSpPr>
          <p:nvPr/>
        </p:nvSpPr>
        <p:spPr>
          <a:xfrm xmlns:a="http://schemas.openxmlformats.org/drawingml/2006/main">
            <a:off x="609600" y="32385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563EB"/>
                </a:solidFill>
              </a:defRPr>
            </a:pPr>
            <a:r>
              <a:rPr sz="1200" b="1">
                <a:solidFill>
                  <a:srgbClr val="2563EB"/>
                </a:solidFill>
              </a:rPr>
              <a:t>Linear regression</a:t>
            </a:r>
          </a:p>
        </p:txBody>
      </p:sp>
      <p:sp>
        <p:nvSpPr>
          <p:cNvPr id="873289792" name="">
            <a:extLst xmlns:a="http://schemas.openxmlformats.org/drawingml/2006/main">
              <a:ext uri="{FF2B5EF4-FFF2-40B4-BE49-F238E27FC236}">
                <a16:creationId xmlns:a16="http://schemas.microsoft.com/office/drawing/2014/main" id="{F9ED4F6D-EA70-44C2-88B3-F910698E7918}"/>
              </a:ext>
            </a:extLst>
          </p:cNvPr>
          <p:cNvSpPr>
            <a:spLocks xmlns:a="http://schemas.openxmlformats.org/drawingml/2006/main" noGrp="1"/>
          </p:cNvSpPr>
          <p:nvPr/>
        </p:nvSpPr>
        <p:spPr>
          <a:xfrm xmlns:a="http://schemas.openxmlformats.org/drawingml/2006/main">
            <a:off x="609600" y="590549"/>
            <a:ext cx="9334500" cy="5905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150" b="1">
                <a:solidFill>
                  <a:srgbClr val="0B0F19"/>
                </a:solidFill>
              </a:defRPr>
            </a:pPr>
            <a:r>
              <a:rPr sz="3150" b="1">
                <a:solidFill>
                  <a:srgbClr val="0B0F19"/>
                </a:solidFill>
              </a:rPr>
              <a:t>Example: attendance predicts grades</a:t>
            </a:r>
          </a:p>
        </p:txBody>
      </p:sp>
      <p:sp>
        <p:nvSpPr>
          <p:cNvPr id="1535529519" name="">
            <a:extLst xmlns:a="http://schemas.openxmlformats.org/drawingml/2006/main">
              <a:ext uri="{FF2B5EF4-FFF2-40B4-BE49-F238E27FC236}">
                <a16:creationId xmlns:a16="http://schemas.microsoft.com/office/drawing/2014/main" id="{4DA47AD5-8475-4612-8ADE-70D7C0C8B853}"/>
              </a:ext>
            </a:extLst>
          </p:cNvPr>
          <p:cNvSpPr>
            <a:spLocks xmlns:a="http://schemas.openxmlformats.org/drawingml/2006/main" noGrp="1"/>
          </p:cNvSpPr>
          <p:nvPr/>
        </p:nvSpPr>
        <p:spPr>
          <a:xfrm xmlns:a="http://schemas.openxmlformats.org/drawingml/2006/main">
            <a:off x="609600" y="1352550"/>
            <a:ext cx="10972800" cy="4762500"/>
          </a:xfrm>
          <a:prstGeom xmlns:a="http://schemas.openxmlformats.org/drawingml/2006/main" prst="roundRect">
            <a:avLst>
              <a:gd name="adj" fmla="val 1600"/>
            </a:avLst>
          </a:prstGeom>
          <a:solidFill xmlns:a="http://schemas.openxmlformats.org/drawingml/2006/main">
            <a:srgbClr val="F8FAFC"/>
          </a:solidFill>
          <a:ln xmlns:a="http://schemas.openxmlformats.org/drawingml/2006/main" w="14288">
            <a:solidFill>
              <a:srgbClr val="E2E8F0"/>
            </a:solidFill>
            <a:prstDash val="solid"/>
          </a:ln>
        </p:spPr>
      </p:sp>
      <p:sp>
        <p:nvSpPr>
          <p:cNvPr id="56707614" name="">
            <a:extLst xmlns:a="http://schemas.openxmlformats.org/drawingml/2006/main">
              <a:ext uri="{FF2B5EF4-FFF2-40B4-BE49-F238E27FC236}">
                <a16:creationId xmlns:a16="http://schemas.microsoft.com/office/drawing/2014/main" id="{384A7C51-298D-47D0-891C-B5F26528CF5C}"/>
              </a:ext>
            </a:extLst>
          </p:cNvPr>
          <p:cNvSpPr>
            <a:spLocks xmlns:a="http://schemas.openxmlformats.org/drawingml/2006/main" noGrp="1"/>
          </p:cNvSpPr>
          <p:nvPr/>
        </p:nvSpPr>
        <p:spPr>
          <a:xfrm xmlns:a="http://schemas.openxmlformats.org/drawingml/2006/main">
            <a:off x="1905000" y="5334000"/>
            <a:ext cx="7429500" cy="9525"/>
          </a:xfrm>
          <a:prstGeom xmlns:a="http://schemas.openxmlformats.org/drawingml/2006/main" prst="line">
            <a:avLst/>
          </a:prstGeom>
          <a:noFill xmlns:a="http://schemas.openxmlformats.org/drawingml/2006/main"/>
          <a:ln xmlns:a="http://schemas.openxmlformats.org/drawingml/2006/main" w="19050">
            <a:solidFill>
              <a:srgbClr val="94A3B8"/>
            </a:solidFill>
            <a:prstDash val="solid"/>
          </a:ln>
        </p:spPr>
      </p:sp>
      <p:sp>
        <p:nvSpPr>
          <p:cNvPr id="1473988393" name="">
            <a:extLst xmlns:a="http://schemas.openxmlformats.org/drawingml/2006/main">
              <a:ext uri="{FF2B5EF4-FFF2-40B4-BE49-F238E27FC236}">
                <a16:creationId xmlns:a16="http://schemas.microsoft.com/office/drawing/2014/main" id="{32B98AC9-C21F-452D-A1EC-89D887444A86}"/>
              </a:ext>
            </a:extLst>
          </p:cNvPr>
          <p:cNvSpPr>
            <a:spLocks xmlns:a="http://schemas.openxmlformats.org/drawingml/2006/main" noGrp="1"/>
          </p:cNvSpPr>
          <p:nvPr/>
        </p:nvSpPr>
        <p:spPr>
          <a:xfrm xmlns:a="http://schemas.openxmlformats.org/drawingml/2006/main">
            <a:off x="1905000" y="2476500"/>
            <a:ext cx="9525" cy="2857500"/>
          </a:xfrm>
          <a:prstGeom xmlns:a="http://schemas.openxmlformats.org/drawingml/2006/main" prst="line">
            <a:avLst/>
          </a:prstGeom>
          <a:noFill xmlns:a="http://schemas.openxmlformats.org/drawingml/2006/main"/>
          <a:ln xmlns:a="http://schemas.openxmlformats.org/drawingml/2006/main" w="19050">
            <a:solidFill>
              <a:srgbClr val="94A3B8"/>
            </a:solidFill>
            <a:prstDash val="solid"/>
          </a:ln>
        </p:spPr>
      </p:sp>
      <p:sp>
        <p:nvSpPr>
          <p:cNvPr id="1804586366" name="">
            <a:extLst xmlns:a="http://schemas.openxmlformats.org/drawingml/2006/main">
              <a:ext uri="{FF2B5EF4-FFF2-40B4-BE49-F238E27FC236}">
                <a16:creationId xmlns:a16="http://schemas.microsoft.com/office/drawing/2014/main" id="{22D34F41-043B-4EA1-A651-823033C70F0F}"/>
              </a:ext>
            </a:extLst>
          </p:cNvPr>
          <p:cNvSpPr>
            <a:spLocks xmlns:a="http://schemas.openxmlformats.org/drawingml/2006/main" noGrp="1"/>
          </p:cNvSpPr>
          <p:nvPr/>
        </p:nvSpPr>
        <p:spPr>
          <a:xfrm xmlns:a="http://schemas.openxmlformats.org/drawingml/2006/main">
            <a:off x="4762500" y="561975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00" b="0">
                <a:solidFill>
                  <a:srgbClr val="667085"/>
                </a:solidFill>
              </a:defRPr>
            </a:pPr>
            <a:r>
              <a:rPr sz="1500" b="0">
                <a:solidFill>
                  <a:srgbClr val="667085"/>
                </a:solidFill>
              </a:rPr>
              <a:t>attendance (%)</a:t>
            </a:r>
          </a:p>
        </p:txBody>
      </p:sp>
      <p:sp>
        <p:nvSpPr>
          <p:cNvPr id="1864669961" name="">
            <a:extLst xmlns:a="http://schemas.openxmlformats.org/drawingml/2006/main">
              <a:ext uri="{FF2B5EF4-FFF2-40B4-BE49-F238E27FC236}">
                <a16:creationId xmlns:a16="http://schemas.microsoft.com/office/drawing/2014/main" id="{51F97F52-A94B-4318-9848-74A8FA4DBE15}"/>
              </a:ext>
            </a:extLst>
          </p:cNvPr>
          <p:cNvSpPr>
            <a:spLocks xmlns:a="http://schemas.openxmlformats.org/drawingml/2006/main" noGrp="1"/>
          </p:cNvSpPr>
          <p:nvPr/>
        </p:nvSpPr>
        <p:spPr>
          <a:xfrm xmlns:a="http://schemas.openxmlformats.org/drawingml/2006/main">
            <a:off x="1219200" y="3667125"/>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00" b="0">
                <a:solidFill>
                  <a:srgbClr val="667085"/>
                </a:solidFill>
              </a:defRPr>
            </a:pPr>
            <a:r>
              <a:rPr sz="1500" b="0">
                <a:solidFill>
                  <a:srgbClr val="667085"/>
                </a:solidFill>
              </a:rPr>
              <a:t>grade</a:t>
            </a:r>
          </a:p>
        </p:txBody>
      </p:sp>
      <p:sp>
        <p:nvSpPr>
          <p:cNvPr id="1888914904" name="">
            <a:extLst xmlns:a="http://schemas.openxmlformats.org/drawingml/2006/main">
              <a:ext uri="{FF2B5EF4-FFF2-40B4-BE49-F238E27FC236}">
                <a16:creationId xmlns:a16="http://schemas.microsoft.com/office/drawing/2014/main" id="{AE2F7904-4DD0-4229-8460-A08C5818577A}"/>
              </a:ext>
            </a:extLst>
          </p:cNvPr>
          <p:cNvSpPr>
            <a:spLocks xmlns:a="http://schemas.openxmlformats.org/drawingml/2006/main" noGrp="1"/>
          </p:cNvSpPr>
          <p:nvPr/>
        </p:nvSpPr>
        <p:spPr>
          <a:xfrm xmlns:a="http://schemas.openxmlformats.org/drawingml/2006/main">
            <a:off x="2121218" y="4421765"/>
            <a:ext cx="161925" cy="161925"/>
          </a:xfrm>
          <a:prstGeom xmlns:a="http://schemas.openxmlformats.org/drawingml/2006/main" prst="ellipse">
            <a:avLst/>
          </a:prstGeom>
          <a:solidFill xmlns:a="http://schemas.openxmlformats.org/drawingml/2006/main">
            <a:srgbClr val="2563EB"/>
          </a:solidFill>
          <a:ln xmlns:a="http://schemas.openxmlformats.org/drawingml/2006/main" w="19050">
            <a:solidFill>
              <a:srgbClr val="2563EB"/>
            </a:solidFill>
            <a:prstDash val="solid"/>
          </a:ln>
        </p:spPr>
      </p:sp>
      <p:sp>
        <p:nvSpPr>
          <p:cNvPr id="832749498" name="">
            <a:extLst xmlns:a="http://schemas.openxmlformats.org/drawingml/2006/main">
              <a:ext uri="{FF2B5EF4-FFF2-40B4-BE49-F238E27FC236}">
                <a16:creationId xmlns:a16="http://schemas.microsoft.com/office/drawing/2014/main" id="{F6449BE3-9EC3-49B7-89C5-CBBDD58E6CFA}"/>
              </a:ext>
            </a:extLst>
          </p:cNvPr>
          <p:cNvSpPr>
            <a:spLocks xmlns:a="http://schemas.openxmlformats.org/drawingml/2006/main" noGrp="1"/>
          </p:cNvSpPr>
          <p:nvPr/>
        </p:nvSpPr>
        <p:spPr>
          <a:xfrm xmlns:a="http://schemas.openxmlformats.org/drawingml/2006/main">
            <a:off x="2566988" y="5097174"/>
            <a:ext cx="161925" cy="161925"/>
          </a:xfrm>
          <a:prstGeom xmlns:a="http://schemas.openxmlformats.org/drawingml/2006/main" prst="ellipse">
            <a:avLst/>
          </a:prstGeom>
          <a:solidFill xmlns:a="http://schemas.openxmlformats.org/drawingml/2006/main">
            <a:srgbClr val="2563EB"/>
          </a:solidFill>
          <a:ln xmlns:a="http://schemas.openxmlformats.org/drawingml/2006/main" w="19050">
            <a:solidFill>
              <a:srgbClr val="2563EB"/>
            </a:solidFill>
            <a:prstDash val="solid"/>
          </a:ln>
        </p:spPr>
      </p:sp>
      <p:sp>
        <p:nvSpPr>
          <p:cNvPr id="2073900985" name="">
            <a:extLst xmlns:a="http://schemas.openxmlformats.org/drawingml/2006/main">
              <a:ext uri="{FF2B5EF4-FFF2-40B4-BE49-F238E27FC236}">
                <a16:creationId xmlns:a16="http://schemas.microsoft.com/office/drawing/2014/main" id="{7BC66DF3-AB6F-487B-A238-48A53C8EE857}"/>
              </a:ext>
            </a:extLst>
          </p:cNvPr>
          <p:cNvSpPr>
            <a:spLocks xmlns:a="http://schemas.openxmlformats.org/drawingml/2006/main" noGrp="1"/>
          </p:cNvSpPr>
          <p:nvPr/>
        </p:nvSpPr>
        <p:spPr>
          <a:xfrm xmlns:a="http://schemas.openxmlformats.org/drawingml/2006/main">
            <a:off x="2864168" y="4110038"/>
            <a:ext cx="161925" cy="161925"/>
          </a:xfrm>
          <a:prstGeom xmlns:a="http://schemas.openxmlformats.org/drawingml/2006/main" prst="ellipse">
            <a:avLst/>
          </a:prstGeom>
          <a:solidFill xmlns:a="http://schemas.openxmlformats.org/drawingml/2006/main">
            <a:srgbClr val="2563EB"/>
          </a:solidFill>
          <a:ln xmlns:a="http://schemas.openxmlformats.org/drawingml/2006/main" w="19050">
            <a:solidFill>
              <a:srgbClr val="2563EB"/>
            </a:solidFill>
            <a:prstDash val="solid"/>
          </a:ln>
        </p:spPr>
      </p:sp>
      <p:sp>
        <p:nvSpPr>
          <p:cNvPr id="1025225898" name="">
            <a:extLst xmlns:a="http://schemas.openxmlformats.org/drawingml/2006/main">
              <a:ext uri="{FF2B5EF4-FFF2-40B4-BE49-F238E27FC236}">
                <a16:creationId xmlns:a16="http://schemas.microsoft.com/office/drawing/2014/main" id="{911B1833-E470-4FBD-9F3E-14F975C1F90A}"/>
              </a:ext>
            </a:extLst>
          </p:cNvPr>
          <p:cNvSpPr>
            <a:spLocks xmlns:a="http://schemas.openxmlformats.org/drawingml/2006/main" noGrp="1"/>
          </p:cNvSpPr>
          <p:nvPr/>
        </p:nvSpPr>
        <p:spPr>
          <a:xfrm xmlns:a="http://schemas.openxmlformats.org/drawingml/2006/main">
            <a:off x="3458528" y="4577628"/>
            <a:ext cx="161925" cy="161925"/>
          </a:xfrm>
          <a:prstGeom xmlns:a="http://schemas.openxmlformats.org/drawingml/2006/main" prst="ellipse">
            <a:avLst/>
          </a:prstGeom>
          <a:solidFill xmlns:a="http://schemas.openxmlformats.org/drawingml/2006/main">
            <a:srgbClr val="2563EB"/>
          </a:solidFill>
          <a:ln xmlns:a="http://schemas.openxmlformats.org/drawingml/2006/main" w="19050">
            <a:solidFill>
              <a:srgbClr val="2563EB"/>
            </a:solidFill>
            <a:prstDash val="solid"/>
          </a:ln>
        </p:spPr>
      </p:sp>
      <p:sp>
        <p:nvSpPr>
          <p:cNvPr id="393992284" name="">
            <a:extLst xmlns:a="http://schemas.openxmlformats.org/drawingml/2006/main">
              <a:ext uri="{FF2B5EF4-FFF2-40B4-BE49-F238E27FC236}">
                <a16:creationId xmlns:a16="http://schemas.microsoft.com/office/drawing/2014/main" id="{F5913BC4-D5C5-421F-BE65-F66EE3F7563D}"/>
              </a:ext>
            </a:extLst>
          </p:cNvPr>
          <p:cNvSpPr>
            <a:spLocks xmlns:a="http://schemas.openxmlformats.org/drawingml/2006/main" noGrp="1"/>
          </p:cNvSpPr>
          <p:nvPr/>
        </p:nvSpPr>
        <p:spPr>
          <a:xfrm xmlns:a="http://schemas.openxmlformats.org/drawingml/2006/main">
            <a:off x="3755708" y="3798310"/>
            <a:ext cx="161925" cy="161925"/>
          </a:xfrm>
          <a:prstGeom xmlns:a="http://schemas.openxmlformats.org/drawingml/2006/main" prst="ellipse">
            <a:avLst/>
          </a:prstGeom>
          <a:solidFill xmlns:a="http://schemas.openxmlformats.org/drawingml/2006/main">
            <a:srgbClr val="2563EB"/>
          </a:solidFill>
          <a:ln xmlns:a="http://schemas.openxmlformats.org/drawingml/2006/main" w="19050">
            <a:solidFill>
              <a:srgbClr val="2563EB"/>
            </a:solidFill>
            <a:prstDash val="solid"/>
          </a:ln>
        </p:spPr>
      </p:sp>
      <p:sp>
        <p:nvSpPr>
          <p:cNvPr id="1602577505" name="">
            <a:extLst xmlns:a="http://schemas.openxmlformats.org/drawingml/2006/main">
              <a:ext uri="{FF2B5EF4-FFF2-40B4-BE49-F238E27FC236}">
                <a16:creationId xmlns:a16="http://schemas.microsoft.com/office/drawing/2014/main" id="{16072DFD-43B6-4100-97ED-4BB645867A2C}"/>
              </a:ext>
            </a:extLst>
          </p:cNvPr>
          <p:cNvSpPr>
            <a:spLocks xmlns:a="http://schemas.openxmlformats.org/drawingml/2006/main" noGrp="1"/>
          </p:cNvSpPr>
          <p:nvPr/>
        </p:nvSpPr>
        <p:spPr>
          <a:xfrm xmlns:a="http://schemas.openxmlformats.org/drawingml/2006/main">
            <a:off x="4201478" y="4785447"/>
            <a:ext cx="161925" cy="161925"/>
          </a:xfrm>
          <a:prstGeom xmlns:a="http://schemas.openxmlformats.org/drawingml/2006/main" prst="ellipse">
            <a:avLst/>
          </a:prstGeom>
          <a:solidFill xmlns:a="http://schemas.openxmlformats.org/drawingml/2006/main">
            <a:srgbClr val="2563EB"/>
          </a:solidFill>
          <a:ln xmlns:a="http://schemas.openxmlformats.org/drawingml/2006/main" w="19050">
            <a:solidFill>
              <a:srgbClr val="2563EB"/>
            </a:solidFill>
            <a:prstDash val="solid"/>
          </a:ln>
        </p:spPr>
      </p:sp>
      <p:sp>
        <p:nvSpPr>
          <p:cNvPr id="1371923821" name="">
            <a:extLst xmlns:a="http://schemas.openxmlformats.org/drawingml/2006/main">
              <a:ext uri="{FF2B5EF4-FFF2-40B4-BE49-F238E27FC236}">
                <a16:creationId xmlns:a16="http://schemas.microsoft.com/office/drawing/2014/main" id="{13FF0487-3113-4709-A152-D0A9C7A8E6FE}"/>
              </a:ext>
            </a:extLst>
          </p:cNvPr>
          <p:cNvSpPr>
            <a:spLocks xmlns:a="http://schemas.openxmlformats.org/drawingml/2006/main" noGrp="1"/>
          </p:cNvSpPr>
          <p:nvPr/>
        </p:nvSpPr>
        <p:spPr>
          <a:xfrm xmlns:a="http://schemas.openxmlformats.org/drawingml/2006/main">
            <a:off x="4647248" y="3642447"/>
            <a:ext cx="161925" cy="161925"/>
          </a:xfrm>
          <a:prstGeom xmlns:a="http://schemas.openxmlformats.org/drawingml/2006/main" prst="ellipse">
            <a:avLst/>
          </a:prstGeom>
          <a:solidFill xmlns:a="http://schemas.openxmlformats.org/drawingml/2006/main">
            <a:srgbClr val="2563EB"/>
          </a:solidFill>
          <a:ln xmlns:a="http://schemas.openxmlformats.org/drawingml/2006/main" w="19050">
            <a:solidFill>
              <a:srgbClr val="2563EB"/>
            </a:solidFill>
            <a:prstDash val="solid"/>
          </a:ln>
        </p:spPr>
      </p:sp>
      <p:sp>
        <p:nvSpPr>
          <p:cNvPr id="1753025885" name="">
            <a:extLst xmlns:a="http://schemas.openxmlformats.org/drawingml/2006/main">
              <a:ext uri="{FF2B5EF4-FFF2-40B4-BE49-F238E27FC236}">
                <a16:creationId xmlns:a16="http://schemas.microsoft.com/office/drawing/2014/main" id="{2F2C1AC8-0610-4AA9-8DF2-5422421F88C4}"/>
              </a:ext>
            </a:extLst>
          </p:cNvPr>
          <p:cNvSpPr>
            <a:spLocks xmlns:a="http://schemas.openxmlformats.org/drawingml/2006/main" noGrp="1"/>
          </p:cNvSpPr>
          <p:nvPr/>
        </p:nvSpPr>
        <p:spPr>
          <a:xfrm xmlns:a="http://schemas.openxmlformats.org/drawingml/2006/main">
            <a:off x="5093018" y="3954174"/>
            <a:ext cx="161925" cy="161925"/>
          </a:xfrm>
          <a:prstGeom xmlns:a="http://schemas.openxmlformats.org/drawingml/2006/main" prst="ellipse">
            <a:avLst/>
          </a:prstGeom>
          <a:solidFill xmlns:a="http://schemas.openxmlformats.org/drawingml/2006/main">
            <a:srgbClr val="2563EB"/>
          </a:solidFill>
          <a:ln xmlns:a="http://schemas.openxmlformats.org/drawingml/2006/main" w="19050">
            <a:solidFill>
              <a:srgbClr val="2563EB"/>
            </a:solidFill>
            <a:prstDash val="solid"/>
          </a:ln>
        </p:spPr>
      </p:sp>
      <p:sp>
        <p:nvSpPr>
          <p:cNvPr id="1468286776" name="">
            <a:extLst xmlns:a="http://schemas.openxmlformats.org/drawingml/2006/main">
              <a:ext uri="{FF2B5EF4-FFF2-40B4-BE49-F238E27FC236}">
                <a16:creationId xmlns:a16="http://schemas.microsoft.com/office/drawing/2014/main" id="{FEA4EC64-EB3C-4AEE-834D-A7ACD2C32557}"/>
              </a:ext>
            </a:extLst>
          </p:cNvPr>
          <p:cNvSpPr>
            <a:spLocks xmlns:a="http://schemas.openxmlformats.org/drawingml/2006/main" noGrp="1"/>
          </p:cNvSpPr>
          <p:nvPr/>
        </p:nvSpPr>
        <p:spPr>
          <a:xfrm xmlns:a="http://schemas.openxmlformats.org/drawingml/2006/main">
            <a:off x="5687378" y="3330719"/>
            <a:ext cx="161925" cy="161925"/>
          </a:xfrm>
          <a:prstGeom xmlns:a="http://schemas.openxmlformats.org/drawingml/2006/main" prst="ellipse">
            <a:avLst/>
          </a:prstGeom>
          <a:solidFill xmlns:a="http://schemas.openxmlformats.org/drawingml/2006/main">
            <a:srgbClr val="2563EB"/>
          </a:solidFill>
          <a:ln xmlns:a="http://schemas.openxmlformats.org/drawingml/2006/main" w="19050">
            <a:solidFill>
              <a:srgbClr val="2563EB"/>
            </a:solidFill>
            <a:prstDash val="solid"/>
          </a:ln>
        </p:spPr>
      </p:sp>
      <p:sp>
        <p:nvSpPr>
          <p:cNvPr id="1303532534" name="">
            <a:extLst xmlns:a="http://schemas.openxmlformats.org/drawingml/2006/main">
              <a:ext uri="{FF2B5EF4-FFF2-40B4-BE49-F238E27FC236}">
                <a16:creationId xmlns:a16="http://schemas.microsoft.com/office/drawing/2014/main" id="{3DDA4322-4943-4FEA-A77B-77174B1DE948}"/>
              </a:ext>
            </a:extLst>
          </p:cNvPr>
          <p:cNvSpPr>
            <a:spLocks xmlns:a="http://schemas.openxmlformats.org/drawingml/2006/main" noGrp="1"/>
          </p:cNvSpPr>
          <p:nvPr/>
        </p:nvSpPr>
        <p:spPr>
          <a:xfrm xmlns:a="http://schemas.openxmlformats.org/drawingml/2006/main">
            <a:off x="5984558" y="4213947"/>
            <a:ext cx="161925" cy="161925"/>
          </a:xfrm>
          <a:prstGeom xmlns:a="http://schemas.openxmlformats.org/drawingml/2006/main" prst="ellipse">
            <a:avLst/>
          </a:prstGeom>
          <a:solidFill xmlns:a="http://schemas.openxmlformats.org/drawingml/2006/main">
            <a:srgbClr val="2563EB"/>
          </a:solidFill>
          <a:ln xmlns:a="http://schemas.openxmlformats.org/drawingml/2006/main" w="19050">
            <a:solidFill>
              <a:srgbClr val="2563EB"/>
            </a:solidFill>
            <a:prstDash val="solid"/>
          </a:ln>
        </p:spPr>
      </p:sp>
      <p:sp>
        <p:nvSpPr>
          <p:cNvPr id="1098580290" name="">
            <a:extLst xmlns:a="http://schemas.openxmlformats.org/drawingml/2006/main">
              <a:ext uri="{FF2B5EF4-FFF2-40B4-BE49-F238E27FC236}">
                <a16:creationId xmlns:a16="http://schemas.microsoft.com/office/drawing/2014/main" id="{B4158B44-9D35-47CF-BCFE-FCF815EDC1A3}"/>
              </a:ext>
            </a:extLst>
          </p:cNvPr>
          <p:cNvSpPr>
            <a:spLocks xmlns:a="http://schemas.openxmlformats.org/drawingml/2006/main" noGrp="1"/>
          </p:cNvSpPr>
          <p:nvPr/>
        </p:nvSpPr>
        <p:spPr>
          <a:xfrm xmlns:a="http://schemas.openxmlformats.org/drawingml/2006/main">
            <a:off x="6430328" y="3018992"/>
            <a:ext cx="161925" cy="161925"/>
          </a:xfrm>
          <a:prstGeom xmlns:a="http://schemas.openxmlformats.org/drawingml/2006/main" prst="ellipse">
            <a:avLst/>
          </a:prstGeom>
          <a:solidFill xmlns:a="http://schemas.openxmlformats.org/drawingml/2006/main">
            <a:srgbClr val="2563EB"/>
          </a:solidFill>
          <a:ln xmlns:a="http://schemas.openxmlformats.org/drawingml/2006/main" w="19050">
            <a:solidFill>
              <a:srgbClr val="2563EB"/>
            </a:solidFill>
            <a:prstDash val="solid"/>
          </a:ln>
        </p:spPr>
      </p:sp>
      <p:sp>
        <p:nvSpPr>
          <p:cNvPr id="747856203" name="">
            <a:extLst xmlns:a="http://schemas.openxmlformats.org/drawingml/2006/main">
              <a:ext uri="{FF2B5EF4-FFF2-40B4-BE49-F238E27FC236}">
                <a16:creationId xmlns:a16="http://schemas.microsoft.com/office/drawing/2014/main" id="{D772C144-F7C8-4C07-AC16-484F0C6C6B0C}"/>
              </a:ext>
            </a:extLst>
          </p:cNvPr>
          <p:cNvSpPr>
            <a:spLocks xmlns:a="http://schemas.openxmlformats.org/drawingml/2006/main" noGrp="1"/>
          </p:cNvSpPr>
          <p:nvPr/>
        </p:nvSpPr>
        <p:spPr>
          <a:xfrm xmlns:a="http://schemas.openxmlformats.org/drawingml/2006/main">
            <a:off x="6876098" y="3590492"/>
            <a:ext cx="161925" cy="161925"/>
          </a:xfrm>
          <a:prstGeom xmlns:a="http://schemas.openxmlformats.org/drawingml/2006/main" prst="ellipse">
            <a:avLst/>
          </a:prstGeom>
          <a:solidFill xmlns:a="http://schemas.openxmlformats.org/drawingml/2006/main">
            <a:srgbClr val="2563EB"/>
          </a:solidFill>
          <a:ln xmlns:a="http://schemas.openxmlformats.org/drawingml/2006/main" w="19050">
            <a:solidFill>
              <a:srgbClr val="2563EB"/>
            </a:solidFill>
            <a:prstDash val="solid"/>
          </a:ln>
        </p:spPr>
      </p:sp>
      <p:sp>
        <p:nvSpPr>
          <p:cNvPr id="1515170769" name="">
            <a:extLst xmlns:a="http://schemas.openxmlformats.org/drawingml/2006/main">
              <a:ext uri="{FF2B5EF4-FFF2-40B4-BE49-F238E27FC236}">
                <a16:creationId xmlns:a16="http://schemas.microsoft.com/office/drawing/2014/main" id="{25293234-402A-4476-89DB-FE8FAAFC1F9F}"/>
              </a:ext>
            </a:extLst>
          </p:cNvPr>
          <p:cNvSpPr>
            <a:spLocks xmlns:a="http://schemas.openxmlformats.org/drawingml/2006/main" noGrp="1"/>
          </p:cNvSpPr>
          <p:nvPr/>
        </p:nvSpPr>
        <p:spPr>
          <a:xfrm xmlns:a="http://schemas.openxmlformats.org/drawingml/2006/main">
            <a:off x="7321868" y="2707265"/>
            <a:ext cx="161925" cy="161925"/>
          </a:xfrm>
          <a:prstGeom xmlns:a="http://schemas.openxmlformats.org/drawingml/2006/main" prst="ellipse">
            <a:avLst/>
          </a:prstGeom>
          <a:solidFill xmlns:a="http://schemas.openxmlformats.org/drawingml/2006/main">
            <a:srgbClr val="2563EB"/>
          </a:solidFill>
          <a:ln xmlns:a="http://schemas.openxmlformats.org/drawingml/2006/main" w="19050">
            <a:solidFill>
              <a:srgbClr val="2563EB"/>
            </a:solidFill>
            <a:prstDash val="solid"/>
          </a:ln>
        </p:spPr>
      </p:sp>
      <p:sp>
        <p:nvSpPr>
          <p:cNvPr id="758272405" name="">
            <a:extLst xmlns:a="http://schemas.openxmlformats.org/drawingml/2006/main">
              <a:ext uri="{FF2B5EF4-FFF2-40B4-BE49-F238E27FC236}">
                <a16:creationId xmlns:a16="http://schemas.microsoft.com/office/drawing/2014/main" id="{F91357FA-8B85-41ED-8D07-0382EA2C3CDD}"/>
              </a:ext>
            </a:extLst>
          </p:cNvPr>
          <p:cNvSpPr>
            <a:spLocks xmlns:a="http://schemas.openxmlformats.org/drawingml/2006/main" noGrp="1"/>
          </p:cNvSpPr>
          <p:nvPr/>
        </p:nvSpPr>
        <p:spPr>
          <a:xfrm xmlns:a="http://schemas.openxmlformats.org/drawingml/2006/main">
            <a:off x="7767638" y="3278765"/>
            <a:ext cx="161925" cy="161925"/>
          </a:xfrm>
          <a:prstGeom xmlns:a="http://schemas.openxmlformats.org/drawingml/2006/main" prst="ellipse">
            <a:avLst/>
          </a:prstGeom>
          <a:solidFill xmlns:a="http://schemas.openxmlformats.org/drawingml/2006/main">
            <a:srgbClr val="2563EB"/>
          </a:solidFill>
          <a:ln xmlns:a="http://schemas.openxmlformats.org/drawingml/2006/main" w="19050">
            <a:solidFill>
              <a:srgbClr val="2563EB"/>
            </a:solidFill>
            <a:prstDash val="solid"/>
          </a:ln>
        </p:spPr>
      </p:sp>
      <p:sp>
        <p:nvSpPr>
          <p:cNvPr id="539647181" name="">
            <a:extLst xmlns:a="http://schemas.openxmlformats.org/drawingml/2006/main">
              <a:ext uri="{FF2B5EF4-FFF2-40B4-BE49-F238E27FC236}">
                <a16:creationId xmlns:a16="http://schemas.microsoft.com/office/drawing/2014/main" id="{09FD5616-DDBC-48DB-BDA3-D01A5BCCEF58}"/>
              </a:ext>
            </a:extLst>
          </p:cNvPr>
          <p:cNvSpPr>
            <a:spLocks xmlns:a="http://schemas.openxmlformats.org/drawingml/2006/main" noGrp="1"/>
          </p:cNvSpPr>
          <p:nvPr/>
        </p:nvSpPr>
        <p:spPr>
          <a:xfrm xmlns:a="http://schemas.openxmlformats.org/drawingml/2006/main">
            <a:off x="8213408" y="2915083"/>
            <a:ext cx="161925" cy="161925"/>
          </a:xfrm>
          <a:prstGeom xmlns:a="http://schemas.openxmlformats.org/drawingml/2006/main" prst="ellipse">
            <a:avLst/>
          </a:prstGeom>
          <a:solidFill xmlns:a="http://schemas.openxmlformats.org/drawingml/2006/main">
            <a:srgbClr val="2563EB"/>
          </a:solidFill>
          <a:ln xmlns:a="http://schemas.openxmlformats.org/drawingml/2006/main" w="19050">
            <a:solidFill>
              <a:srgbClr val="2563EB"/>
            </a:solidFill>
            <a:prstDash val="solid"/>
          </a:ln>
        </p:spPr>
      </p:sp>
      <p:sp>
        <p:nvSpPr>
          <p:cNvPr id="382130370" name="">
            <a:extLst xmlns:a="http://schemas.openxmlformats.org/drawingml/2006/main">
              <a:ext uri="{FF2B5EF4-FFF2-40B4-BE49-F238E27FC236}">
                <a16:creationId xmlns:a16="http://schemas.microsoft.com/office/drawing/2014/main" id="{C3B04119-9230-46AE-A7C3-0433D101A794}"/>
              </a:ext>
            </a:extLst>
          </p:cNvPr>
          <p:cNvSpPr>
            <a:spLocks xmlns:a="http://schemas.openxmlformats.org/drawingml/2006/main" noGrp="1"/>
          </p:cNvSpPr>
          <p:nvPr/>
        </p:nvSpPr>
        <p:spPr>
          <a:xfrm xmlns:a="http://schemas.openxmlformats.org/drawingml/2006/main">
            <a:off x="8659178" y="3850265"/>
            <a:ext cx="161925" cy="161925"/>
          </a:xfrm>
          <a:prstGeom xmlns:a="http://schemas.openxmlformats.org/drawingml/2006/main" prst="ellipse">
            <a:avLst/>
          </a:prstGeom>
          <a:solidFill xmlns:a="http://schemas.openxmlformats.org/drawingml/2006/main">
            <a:srgbClr val="2563EB"/>
          </a:solidFill>
          <a:ln xmlns:a="http://schemas.openxmlformats.org/drawingml/2006/main" w="19050">
            <a:solidFill>
              <a:srgbClr val="2563EB"/>
            </a:solidFill>
            <a:prstDash val="solid"/>
          </a:ln>
        </p:spPr>
      </p:sp>
      <p:sp>
        <p:nvSpPr>
          <p:cNvPr id="347626964" name="">
            <a:extLst xmlns:a="http://schemas.openxmlformats.org/drawingml/2006/main">
              <a:ext uri="{FF2B5EF4-FFF2-40B4-BE49-F238E27FC236}">
                <a16:creationId xmlns:a16="http://schemas.microsoft.com/office/drawing/2014/main" id="{D3260515-632E-4CF9-A7B7-5DEF5C268333}"/>
              </a:ext>
            </a:extLst>
          </p:cNvPr>
          <p:cNvSpPr>
            <a:spLocks xmlns:a="http://schemas.openxmlformats.org/drawingml/2006/main" noGrp="1"/>
          </p:cNvSpPr>
          <p:nvPr/>
        </p:nvSpPr>
        <p:spPr>
          <a:xfrm xmlns:a="http://schemas.openxmlformats.org/drawingml/2006/main">
            <a:off x="8956358" y="2551401"/>
            <a:ext cx="161925" cy="161925"/>
          </a:xfrm>
          <a:prstGeom xmlns:a="http://schemas.openxmlformats.org/drawingml/2006/main" prst="ellipse">
            <a:avLst/>
          </a:prstGeom>
          <a:solidFill xmlns:a="http://schemas.openxmlformats.org/drawingml/2006/main">
            <a:srgbClr val="2563EB"/>
          </a:solidFill>
          <a:ln xmlns:a="http://schemas.openxmlformats.org/drawingml/2006/main" w="19050">
            <a:solidFill>
              <a:srgbClr val="2563EB"/>
            </a:solidFill>
            <a:prstDash val="solid"/>
          </a:ln>
        </p:spPr>
      </p:sp>
      <p:sp>
        <p:nvSpPr>
          <p:cNvPr id="1734367547" name="">
            <a:extLst xmlns:a="http://schemas.openxmlformats.org/drawingml/2006/main">
              <a:ext uri="{FF2B5EF4-FFF2-40B4-BE49-F238E27FC236}">
                <a16:creationId xmlns:a16="http://schemas.microsoft.com/office/drawing/2014/main" id="{A51D85D0-3C45-494F-98B7-006BEB920D6E}"/>
              </a:ext>
            </a:extLst>
          </p:cNvPr>
          <p:cNvSpPr>
            <a:spLocks xmlns:a="http://schemas.openxmlformats.org/drawingml/2006/main" noGrp="1"/>
          </p:cNvSpPr>
          <p:nvPr/>
        </p:nvSpPr>
        <p:spPr>
          <a:xfrm xmlns:a="http://schemas.openxmlformats.org/drawingml/2006/main">
            <a:off x="9477375" y="2714625"/>
            <a:ext cx="1619250" cy="552450"/>
          </a:xfrm>
          <a:prstGeom xmlns:a="http://schemas.openxmlformats.org/drawingml/2006/main" prst="roundRect">
            <a:avLst>
              <a:gd name="adj" fmla="val 20690"/>
            </a:avLst>
          </a:prstGeom>
          <a:solidFill xmlns:a="http://schemas.openxmlformats.org/drawingml/2006/main">
            <a:srgbClr val="E0F2FE"/>
          </a:solidFill>
          <a:ln xmlns:a="http://schemas.openxmlformats.org/drawingml/2006/main" w="14288">
            <a:solidFill>
              <a:srgbClr val="2563EB"/>
            </a:solid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2563EB"/>
                </a:solidFill>
              </a:defRPr>
            </a:pPr>
            <a:r>
              <a:rPr sz="1650" b="1">
                <a:solidFill>
                  <a:srgbClr val="2563EB"/>
                </a:solidFill>
              </a:rPr>
              <a:t>x = attendance</a:t>
            </a:r>
          </a:p>
        </p:txBody>
      </p:sp>
      <p:sp>
        <p:nvSpPr>
          <p:cNvPr id="1497716321" name="">
            <a:extLst xmlns:a="http://schemas.openxmlformats.org/drawingml/2006/main">
              <a:ext uri="{FF2B5EF4-FFF2-40B4-BE49-F238E27FC236}">
                <a16:creationId xmlns:a16="http://schemas.microsoft.com/office/drawing/2014/main" id="{572C8E29-2436-4F02-8BA4-62C2BC4A5245}"/>
              </a:ext>
            </a:extLst>
          </p:cNvPr>
          <p:cNvSpPr>
            <a:spLocks xmlns:a="http://schemas.openxmlformats.org/drawingml/2006/main" noGrp="1"/>
          </p:cNvSpPr>
          <p:nvPr/>
        </p:nvSpPr>
        <p:spPr>
          <a:xfrm xmlns:a="http://schemas.openxmlformats.org/drawingml/2006/main">
            <a:off x="9477375" y="3429000"/>
            <a:ext cx="1619250" cy="552450"/>
          </a:xfrm>
          <a:prstGeom xmlns:a="http://schemas.openxmlformats.org/drawingml/2006/main" prst="roundRect">
            <a:avLst>
              <a:gd name="adj" fmla="val 20690"/>
            </a:avLst>
          </a:prstGeom>
          <a:solidFill xmlns:a="http://schemas.openxmlformats.org/drawingml/2006/main">
            <a:srgbClr val="DCFCE7"/>
          </a:solidFill>
          <a:ln xmlns:a="http://schemas.openxmlformats.org/drawingml/2006/main" w="14288">
            <a:solidFill>
              <a:srgbClr val="10B981"/>
            </a:solid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10B981"/>
                </a:solidFill>
              </a:defRPr>
            </a:pPr>
            <a:r>
              <a:rPr sz="1650" b="1">
                <a:solidFill>
                  <a:srgbClr val="10B981"/>
                </a:solidFill>
              </a:rPr>
              <a:t>y = grade</a:t>
            </a:r>
          </a:p>
        </p:txBody>
      </p:sp>
      <p:sp>
        <p:nvSpPr>
          <p:cNvPr id="119055210" name="">
            <a:extLst xmlns:a="http://schemas.openxmlformats.org/drawingml/2006/main">
              <a:ext uri="{FF2B5EF4-FFF2-40B4-BE49-F238E27FC236}">
                <a16:creationId xmlns:a16="http://schemas.microsoft.com/office/drawing/2014/main" id="{2E65FAFD-6017-4AC9-81A5-735FC56987B3}"/>
              </a:ext>
            </a:extLst>
          </p:cNvPr>
          <p:cNvSpPr>
            <a:spLocks xmlns:a="http://schemas.openxmlformats.org/drawingml/2006/main" noGrp="1"/>
          </p:cNvSpPr>
          <p:nvPr/>
        </p:nvSpPr>
        <p:spPr>
          <a:xfrm xmlns:a="http://schemas.openxmlformats.org/drawingml/2006/main">
            <a:off x="9477375" y="4143375"/>
            <a:ext cx="1619250" cy="552450"/>
          </a:xfrm>
          <a:prstGeom xmlns:a="http://schemas.openxmlformats.org/drawingml/2006/main" prst="roundRect">
            <a:avLst>
              <a:gd name="adj" fmla="val 20690"/>
            </a:avLst>
          </a:prstGeom>
          <a:solidFill xmlns:a="http://schemas.openxmlformats.org/drawingml/2006/main">
            <a:srgbClr val="FEF3C7"/>
          </a:solidFill>
          <a:ln xmlns:a="http://schemas.openxmlformats.org/drawingml/2006/main" w="14288">
            <a:solidFill>
              <a:srgbClr val="F97316"/>
            </a:solidFill>
            <a:prstDash val="solid"/>
          </a:ln>
        </p:spPr>
        <p:txBody>
          <a:bodyPr xmlns:a="http://schemas.openxmlformats.org/drawingml/2006/main"/>
          <a:lstStyle xmlns:a="http://schemas.openxmlformats.org/drawingml/2006/main"/>
          <a:p xmlns:a="http://schemas.openxmlformats.org/drawingml/2006/main">
            <a:pPr algn="ctr">
              <a:buNone/>
              <a:defRPr sz="1600" b="1">
                <a:solidFill>
                  <a:srgbClr val="F97316"/>
                </a:solidFill>
              </a:defRPr>
            </a:pPr>
            <a:r>
              <a:rPr sz="1600" b="1">
                <a:solidFill>
                  <a:srgbClr val="F97316"/>
                </a:solidFill>
              </a:rPr>
              <a:t>line = prediction</a:t>
            </a:r>
          </a:p>
        </p:txBody>
      </p:sp>
      <p:sp>
        <p:nvSpPr>
          <p:cNvPr id="1782549368" name="">
            <a:extLst xmlns:a="http://schemas.openxmlformats.org/drawingml/2006/main">
              <a:ext uri="{FF2B5EF4-FFF2-40B4-BE49-F238E27FC236}">
                <a16:creationId xmlns:a16="http://schemas.microsoft.com/office/drawing/2014/main" id="{B7BA5856-7030-4E8E-9045-E33792A877B8}"/>
              </a:ext>
            </a:extLst>
          </p:cNvPr>
          <p:cNvSpPr>
            <a:spLocks xmlns:a="http://schemas.openxmlformats.org/drawingml/2006/main" noGrp="1"/>
          </p:cNvSpPr>
          <p:nvPr/>
        </p:nvSpPr>
        <p:spPr>
          <a:xfrm xmlns:a="http://schemas.openxmlformats.org/drawingml/2006/main">
            <a:off x="3257550" y="1695450"/>
            <a:ext cx="4953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100" b="1">
                <a:solidFill>
                  <a:srgbClr val="2563EB"/>
                </a:solidFill>
              </a:defRPr>
            </a:pPr>
            <a:r>
              <a:rPr sz="2100" b="1">
                <a:solidFill>
                  <a:srgbClr val="2563EB"/>
                </a:solidFill>
              </a:rPr>
              <a:t>more attendance,</a:t>
            </a:r>
          </a:p>
          <a:p xmlns:a="http://schemas.openxmlformats.org/drawingml/2006/main">
            <a:pPr algn="ctr">
              <a:buNone/>
              <a:defRPr sz="2100" b="1">
                <a:solidFill>
                  <a:srgbClr val="2563EB"/>
                </a:solidFill>
              </a:defRPr>
            </a:pPr>
            <a:r>
              <a:rPr sz="2100" b="1">
                <a:solidFill>
                  <a:srgbClr val="2563EB"/>
                </a:solidFill>
              </a:rPr>
              <a:t>higher predicted grade</a:t>
            </a:r>
          </a:p>
        </p:txBody>
      </p:sp>
      <p:sp>
        <p:nvSpPr>
          <p:cNvPr id="1717240200" name="">
            <a:extLst xmlns:a="http://schemas.openxmlformats.org/drawingml/2006/main">
              <a:ext uri="{FF2B5EF4-FFF2-40B4-BE49-F238E27FC236}">
                <a16:creationId xmlns:a16="http://schemas.microsoft.com/office/drawing/2014/main" id="{66199B75-6042-4F93-A3E8-344ECE12A047}"/>
              </a:ext>
            </a:extLst>
          </p:cNvPr>
          <p:cNvSpPr>
            <a:spLocks xmlns:a="http://schemas.openxmlformats.org/drawingml/2006/main" noGrp="1"/>
          </p:cNvSpPr>
          <p:nvPr/>
        </p:nvSpPr>
        <p:spPr>
          <a:xfrm xmlns:a="http://schemas.openxmlformats.org/drawingml/2006/main">
            <a:off x="11106150" y="628650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00" b="0">
                <a:solidFill>
                  <a:srgbClr val="667085"/>
                </a:solidFill>
              </a:defRPr>
            </a:pPr>
            <a:r>
              <a:rPr sz="1000" b="0">
                <a:solidFill>
                  <a:srgbClr val="667085"/>
                </a:solidFill>
              </a:rPr>
              <a:t>05</a:t>
            </a:r>
          </a:p>
        </p:txBody>
      </p:sp>
      <p:sp>
        <p:nvSpPr>
          <p:cNvPr id="258679265" name="solidguide_flipV">
            <a:extLst xmlns:a="http://schemas.openxmlformats.org/drawingml/2006/main">
              <a:ext uri="{FF2B5EF4-FFF2-40B4-BE49-F238E27FC236}">
                <a16:creationId xmlns:a16="http://schemas.microsoft.com/office/drawing/2014/main" id="{6E779FB0-5CF4-4121-BD62-1102248194FF}"/>
              </a:ext>
            </a:extLst>
          </p:cNvPr>
          <p:cNvSpPr>
            <a:spLocks xmlns:a="http://schemas.openxmlformats.org/drawingml/2006/main" noGrp="1"/>
          </p:cNvSpPr>
          <p:nvPr/>
        </p:nvSpPr>
        <p:spPr>
          <a:xfrm xmlns:a="http://schemas.openxmlformats.org/drawingml/2006/main" flipV="1">
            <a:off x="2339340" y="2951569"/>
            <a:ext cx="6370320" cy="1623517"/>
          </a:xfrm>
          <a:prstGeom xmlns:a="http://schemas.openxmlformats.org/drawingml/2006/main" prst="line">
            <a:avLst/>
          </a:prstGeom>
          <a:noFill xmlns:a="http://schemas.openxmlformats.org/drawingml/2006/main"/>
          <a:ln xmlns:a="http://schemas.openxmlformats.org/drawingml/2006/main" w="30480">
            <a:solidFill>
              <a:srgbClr val="F97316"/>
            </a:solidFill>
            <a:prstDash val="solid"/>
          </a:ln>
        </p:spPr>
      </p:sp>
    </p:spTree>
    <p:extLst>
      <p:ext uri="{BB962C8B-B14F-4D97-AF65-F5344CB8AC3E}">
        <p14:creationId xmlns:p14="http://schemas.microsoft.com/office/powerpoint/2010/main" val="442887370"/>
      </p:ext>
    </p:extLst>
  </p:cSld>
</p:sld>
</file>

<file path=ppt/slides/slide6.xml><?xml version="1.0" encoding="utf-8"?>
<p:sld xmlns:p="http://schemas.openxmlformats.org/presentationml/2006/main" showMasterSp="1">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76043220" name="">
            <a:extLst xmlns:a="http://schemas.openxmlformats.org/drawingml/2006/main">
              <a:ext uri="{FF2B5EF4-FFF2-40B4-BE49-F238E27FC236}">
                <a16:creationId xmlns:a16="http://schemas.microsoft.com/office/drawing/2014/main" id="{4B77D5FB-1487-45E8-B9EB-6FBA55D82AE7}"/>
              </a:ext>
            </a:extLst>
          </p:cNvPr>
          <p:cNvSpPr>
            <a:spLocks xmlns:a="http://schemas.openxmlformats.org/drawingml/2006/main" noGrp="1"/>
          </p:cNvSpPr>
          <p:nvPr/>
        </p:nvSpPr>
        <p:spPr>
          <a:xfrm xmlns:a="http://schemas.openxmlformats.org/drawingml/2006/main">
            <a:off x="609600" y="32385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563EB"/>
                </a:solidFill>
              </a:defRPr>
            </a:pPr>
            <a:r>
              <a:rPr sz="1200" b="1">
                <a:solidFill>
                  <a:srgbClr val="2563EB"/>
                </a:solidFill>
              </a:rPr>
              <a:t>Regression</a:t>
            </a:r>
          </a:p>
        </p:txBody>
      </p:sp>
      <p:sp>
        <p:nvSpPr>
          <p:cNvPr id="1970303407" name="">
            <a:extLst xmlns:a="http://schemas.openxmlformats.org/drawingml/2006/main">
              <a:ext uri="{FF2B5EF4-FFF2-40B4-BE49-F238E27FC236}">
                <a16:creationId xmlns:a16="http://schemas.microsoft.com/office/drawing/2014/main" id="{C51DED6C-D8DC-4456-846C-3F7B34A4F101}"/>
              </a:ext>
            </a:extLst>
          </p:cNvPr>
          <p:cNvSpPr>
            <a:spLocks xmlns:a="http://schemas.openxmlformats.org/drawingml/2006/main" noGrp="1"/>
          </p:cNvSpPr>
          <p:nvPr/>
        </p:nvSpPr>
        <p:spPr>
          <a:xfrm xmlns:a="http://schemas.openxmlformats.org/drawingml/2006/main">
            <a:off x="609600" y="590549"/>
            <a:ext cx="9810750" cy="5905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150" b="1">
                <a:solidFill>
                  <a:srgbClr val="0B0F19"/>
                </a:solidFill>
              </a:defRPr>
            </a:pPr>
            <a:r>
              <a:rPr sz="3150" b="1">
                <a:solidFill>
                  <a:srgbClr val="0B0F19"/>
                </a:solidFill>
              </a:rPr>
              <a:t>Nonlinear regression allows curves</a:t>
            </a:r>
          </a:p>
        </p:txBody>
      </p:sp>
      <p:sp>
        <p:nvSpPr>
          <p:cNvPr id="1375366024" name="">
            <a:extLst xmlns:a="http://schemas.openxmlformats.org/drawingml/2006/main">
              <a:ext uri="{FF2B5EF4-FFF2-40B4-BE49-F238E27FC236}">
                <a16:creationId xmlns:a16="http://schemas.microsoft.com/office/drawing/2014/main" id="{CB5098CC-9CE6-41E4-87D6-5D90A0EEE6B2}"/>
              </a:ext>
            </a:extLst>
          </p:cNvPr>
          <p:cNvSpPr>
            <a:spLocks xmlns:a="http://schemas.openxmlformats.org/drawingml/2006/main" noGrp="1"/>
          </p:cNvSpPr>
          <p:nvPr/>
        </p:nvSpPr>
        <p:spPr>
          <a:xfrm xmlns:a="http://schemas.openxmlformats.org/drawingml/2006/main">
            <a:off x="609600" y="1352550"/>
            <a:ext cx="10972800" cy="4762500"/>
          </a:xfrm>
          <a:prstGeom xmlns:a="http://schemas.openxmlformats.org/drawingml/2006/main" prst="roundRect">
            <a:avLst>
              <a:gd name="adj" fmla="val 1600"/>
            </a:avLst>
          </a:prstGeom>
          <a:solidFill xmlns:a="http://schemas.openxmlformats.org/drawingml/2006/main">
            <a:srgbClr val="F8FAFC"/>
          </a:solidFill>
          <a:ln xmlns:a="http://schemas.openxmlformats.org/drawingml/2006/main" w="14288">
            <a:solidFill>
              <a:srgbClr val="E2E8F0"/>
            </a:solidFill>
            <a:prstDash val="solid"/>
          </a:ln>
        </p:spPr>
      </p:sp>
      <p:sp>
        <p:nvSpPr>
          <p:cNvPr id="1537688958" name="">
            <a:extLst xmlns:a="http://schemas.openxmlformats.org/drawingml/2006/main">
              <a:ext uri="{FF2B5EF4-FFF2-40B4-BE49-F238E27FC236}">
                <a16:creationId xmlns:a16="http://schemas.microsoft.com/office/drawing/2014/main" id="{49BFED94-B430-4546-9AC3-16402BE1946D}"/>
              </a:ext>
            </a:extLst>
          </p:cNvPr>
          <p:cNvSpPr>
            <a:spLocks xmlns:a="http://schemas.openxmlformats.org/drawingml/2006/main" noGrp="1"/>
          </p:cNvSpPr>
          <p:nvPr/>
        </p:nvSpPr>
        <p:spPr>
          <a:xfrm xmlns:a="http://schemas.openxmlformats.org/drawingml/2006/main">
            <a:off x="1905000" y="5429250"/>
            <a:ext cx="7239000" cy="9525"/>
          </a:xfrm>
          <a:prstGeom xmlns:a="http://schemas.openxmlformats.org/drawingml/2006/main" prst="line">
            <a:avLst/>
          </a:prstGeom>
          <a:noFill xmlns:a="http://schemas.openxmlformats.org/drawingml/2006/main"/>
          <a:ln xmlns:a="http://schemas.openxmlformats.org/drawingml/2006/main" w="19050">
            <a:solidFill>
              <a:srgbClr val="94A3B8"/>
            </a:solidFill>
            <a:prstDash val="solid"/>
          </a:ln>
        </p:spPr>
      </p:sp>
      <p:sp>
        <p:nvSpPr>
          <p:cNvPr id="2007704338" name="">
            <a:extLst xmlns:a="http://schemas.openxmlformats.org/drawingml/2006/main">
              <a:ext uri="{FF2B5EF4-FFF2-40B4-BE49-F238E27FC236}">
                <a16:creationId xmlns:a16="http://schemas.microsoft.com/office/drawing/2014/main" id="{37AFE310-27E8-4902-B8AD-B50927C06DC9}"/>
              </a:ext>
            </a:extLst>
          </p:cNvPr>
          <p:cNvSpPr>
            <a:spLocks xmlns:a="http://schemas.openxmlformats.org/drawingml/2006/main" noGrp="1"/>
          </p:cNvSpPr>
          <p:nvPr/>
        </p:nvSpPr>
        <p:spPr>
          <a:xfrm xmlns:a="http://schemas.openxmlformats.org/drawingml/2006/main">
            <a:off x="1905000" y="2400300"/>
            <a:ext cx="9525" cy="3028950"/>
          </a:xfrm>
          <a:prstGeom xmlns:a="http://schemas.openxmlformats.org/drawingml/2006/main" prst="line">
            <a:avLst/>
          </a:prstGeom>
          <a:noFill xmlns:a="http://schemas.openxmlformats.org/drawingml/2006/main"/>
          <a:ln xmlns:a="http://schemas.openxmlformats.org/drawingml/2006/main" w="19050">
            <a:solidFill>
              <a:srgbClr val="94A3B8"/>
            </a:solidFill>
            <a:prstDash val="solid"/>
          </a:ln>
        </p:spPr>
      </p:sp>
      <p:sp>
        <p:nvSpPr>
          <p:cNvPr id="65599506" name="">
            <a:extLst xmlns:a="http://schemas.openxmlformats.org/drawingml/2006/main">
              <a:ext uri="{FF2B5EF4-FFF2-40B4-BE49-F238E27FC236}">
                <a16:creationId xmlns:a16="http://schemas.microsoft.com/office/drawing/2014/main" id="{C21B9937-8F82-4568-961C-ABC8D83E63F1}"/>
              </a:ext>
            </a:extLst>
          </p:cNvPr>
          <p:cNvSpPr>
            <a:spLocks xmlns:a="http://schemas.openxmlformats.org/drawingml/2006/main" noGrp="1"/>
          </p:cNvSpPr>
          <p:nvPr/>
        </p:nvSpPr>
        <p:spPr>
          <a:xfrm xmlns:a="http://schemas.openxmlformats.org/drawingml/2006/main">
            <a:off x="4762500" y="561975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00" b="0">
                <a:solidFill>
                  <a:srgbClr val="667085"/>
                </a:solidFill>
              </a:defRPr>
            </a:pPr>
            <a:r>
              <a:rPr sz="1500" b="0">
                <a:solidFill>
                  <a:srgbClr val="667085"/>
                </a:solidFill>
              </a:rPr>
              <a:t>attendance (%)</a:t>
            </a:r>
          </a:p>
        </p:txBody>
      </p:sp>
      <p:sp>
        <p:nvSpPr>
          <p:cNvPr id="1251237697" name="">
            <a:extLst xmlns:a="http://schemas.openxmlformats.org/drawingml/2006/main">
              <a:ext uri="{FF2B5EF4-FFF2-40B4-BE49-F238E27FC236}">
                <a16:creationId xmlns:a16="http://schemas.microsoft.com/office/drawing/2014/main" id="{C38324D8-3C04-460A-AA45-0507C8DD1766}"/>
              </a:ext>
            </a:extLst>
          </p:cNvPr>
          <p:cNvSpPr>
            <a:spLocks xmlns:a="http://schemas.openxmlformats.org/drawingml/2006/main" noGrp="1"/>
          </p:cNvSpPr>
          <p:nvPr/>
        </p:nvSpPr>
        <p:spPr>
          <a:xfrm xmlns:a="http://schemas.openxmlformats.org/drawingml/2006/main">
            <a:off x="1219200" y="3667125"/>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00" b="0">
                <a:solidFill>
                  <a:srgbClr val="667085"/>
                </a:solidFill>
              </a:defRPr>
            </a:pPr>
            <a:r>
              <a:rPr sz="1500" b="0">
                <a:solidFill>
                  <a:srgbClr val="667085"/>
                </a:solidFill>
              </a:rPr>
              <a:t>grade</a:t>
            </a:r>
          </a:p>
        </p:txBody>
      </p:sp>
      <p:sp>
        <p:nvSpPr>
          <p:cNvPr id="1695470154" name="">
            <a:extLst xmlns:a="http://schemas.openxmlformats.org/drawingml/2006/main">
              <a:ext uri="{FF2B5EF4-FFF2-40B4-BE49-F238E27FC236}">
                <a16:creationId xmlns:a16="http://schemas.microsoft.com/office/drawing/2014/main" id="{21E89CD2-49E4-4F88-AF6D-5C80758179E3}"/>
              </a:ext>
            </a:extLst>
          </p:cNvPr>
          <p:cNvSpPr>
            <a:spLocks xmlns:a="http://schemas.openxmlformats.org/drawingml/2006/main" noGrp="1"/>
          </p:cNvSpPr>
          <p:nvPr/>
        </p:nvSpPr>
        <p:spPr>
          <a:xfrm xmlns:a="http://schemas.openxmlformats.org/drawingml/2006/main">
            <a:off x="2116455" y="4469996"/>
            <a:ext cx="156210" cy="156210"/>
          </a:xfrm>
          <a:prstGeom xmlns:a="http://schemas.openxmlformats.org/drawingml/2006/main" prst="ellipse">
            <a:avLst/>
          </a:prstGeom>
          <a:solidFill xmlns:a="http://schemas.openxmlformats.org/drawingml/2006/main">
            <a:srgbClr val="2563EB"/>
          </a:solidFill>
          <a:ln xmlns:a="http://schemas.openxmlformats.org/drawingml/2006/main" w="13335">
            <a:solidFill>
              <a:srgbClr val="2563EB"/>
            </a:solidFill>
            <a:prstDash val="solid"/>
          </a:ln>
        </p:spPr>
      </p:sp>
      <p:sp>
        <p:nvSpPr>
          <p:cNvPr id="815448563" name="">
            <a:extLst xmlns:a="http://schemas.openxmlformats.org/drawingml/2006/main">
              <a:ext uri="{FF2B5EF4-FFF2-40B4-BE49-F238E27FC236}">
                <a16:creationId xmlns:a16="http://schemas.microsoft.com/office/drawing/2014/main" id="{D1848C02-B75A-4367-AD2A-2F2EBB575786}"/>
              </a:ext>
            </a:extLst>
          </p:cNvPr>
          <p:cNvSpPr>
            <a:spLocks xmlns:a="http://schemas.openxmlformats.org/drawingml/2006/main" noGrp="1"/>
          </p:cNvSpPr>
          <p:nvPr/>
        </p:nvSpPr>
        <p:spPr>
          <a:xfrm xmlns:a="http://schemas.openxmlformats.org/drawingml/2006/main">
            <a:off x="2550795" y="5185930"/>
            <a:ext cx="156210" cy="156210"/>
          </a:xfrm>
          <a:prstGeom xmlns:a="http://schemas.openxmlformats.org/drawingml/2006/main" prst="ellipse">
            <a:avLst/>
          </a:prstGeom>
          <a:solidFill xmlns:a="http://schemas.openxmlformats.org/drawingml/2006/main">
            <a:srgbClr val="2563EB"/>
          </a:solidFill>
          <a:ln xmlns:a="http://schemas.openxmlformats.org/drawingml/2006/main" w="13335">
            <a:solidFill>
              <a:srgbClr val="2563EB"/>
            </a:solidFill>
            <a:prstDash val="solid"/>
          </a:ln>
        </p:spPr>
      </p:sp>
      <p:sp>
        <p:nvSpPr>
          <p:cNvPr id="1303472678" name="">
            <a:extLst xmlns:a="http://schemas.openxmlformats.org/drawingml/2006/main">
              <a:ext uri="{FF2B5EF4-FFF2-40B4-BE49-F238E27FC236}">
                <a16:creationId xmlns:a16="http://schemas.microsoft.com/office/drawing/2014/main" id="{B623E1C6-BF4D-4718-99BB-7E9AA1A9EB5F}"/>
              </a:ext>
            </a:extLst>
          </p:cNvPr>
          <p:cNvSpPr>
            <a:spLocks xmlns:a="http://schemas.openxmlformats.org/drawingml/2006/main" noGrp="1"/>
          </p:cNvSpPr>
          <p:nvPr/>
        </p:nvSpPr>
        <p:spPr>
          <a:xfrm xmlns:a="http://schemas.openxmlformats.org/drawingml/2006/main">
            <a:off x="2840355" y="4139565"/>
            <a:ext cx="156210" cy="156210"/>
          </a:xfrm>
          <a:prstGeom xmlns:a="http://schemas.openxmlformats.org/drawingml/2006/main" prst="ellipse">
            <a:avLst/>
          </a:prstGeom>
          <a:solidFill xmlns:a="http://schemas.openxmlformats.org/drawingml/2006/main">
            <a:srgbClr val="2563EB"/>
          </a:solidFill>
          <a:ln xmlns:a="http://schemas.openxmlformats.org/drawingml/2006/main" w="13335">
            <a:solidFill>
              <a:srgbClr val="2563EB"/>
            </a:solidFill>
            <a:prstDash val="solid"/>
          </a:ln>
        </p:spPr>
      </p:sp>
      <p:sp>
        <p:nvSpPr>
          <p:cNvPr id="674269757" name="">
            <a:extLst xmlns:a="http://schemas.openxmlformats.org/drawingml/2006/main">
              <a:ext uri="{FF2B5EF4-FFF2-40B4-BE49-F238E27FC236}">
                <a16:creationId xmlns:a16="http://schemas.microsoft.com/office/drawing/2014/main" id="{A9415439-AC0E-46D0-9D95-417A9ED71686}"/>
              </a:ext>
            </a:extLst>
          </p:cNvPr>
          <p:cNvSpPr>
            <a:spLocks xmlns:a="http://schemas.openxmlformats.org/drawingml/2006/main" noGrp="1"/>
          </p:cNvSpPr>
          <p:nvPr/>
        </p:nvSpPr>
        <p:spPr>
          <a:xfrm xmlns:a="http://schemas.openxmlformats.org/drawingml/2006/main">
            <a:off x="3419475" y="4635211"/>
            <a:ext cx="156210" cy="156210"/>
          </a:xfrm>
          <a:prstGeom xmlns:a="http://schemas.openxmlformats.org/drawingml/2006/main" prst="ellipse">
            <a:avLst/>
          </a:prstGeom>
          <a:solidFill xmlns:a="http://schemas.openxmlformats.org/drawingml/2006/main">
            <a:srgbClr val="2563EB"/>
          </a:solidFill>
          <a:ln xmlns:a="http://schemas.openxmlformats.org/drawingml/2006/main" w="13335">
            <a:solidFill>
              <a:srgbClr val="2563EB"/>
            </a:solidFill>
            <a:prstDash val="solid"/>
          </a:ln>
        </p:spPr>
      </p:sp>
      <p:sp>
        <p:nvSpPr>
          <p:cNvPr id="163294810" name="">
            <a:extLst xmlns:a="http://schemas.openxmlformats.org/drawingml/2006/main">
              <a:ext uri="{FF2B5EF4-FFF2-40B4-BE49-F238E27FC236}">
                <a16:creationId xmlns:a16="http://schemas.microsoft.com/office/drawing/2014/main" id="{F35835EF-3C87-4ACF-B1F0-24F2A51B9541}"/>
              </a:ext>
            </a:extLst>
          </p:cNvPr>
          <p:cNvSpPr>
            <a:spLocks xmlns:a="http://schemas.openxmlformats.org/drawingml/2006/main" noGrp="1"/>
          </p:cNvSpPr>
          <p:nvPr/>
        </p:nvSpPr>
        <p:spPr>
          <a:xfrm xmlns:a="http://schemas.openxmlformats.org/drawingml/2006/main">
            <a:off x="3709035" y="3809134"/>
            <a:ext cx="156210" cy="156210"/>
          </a:xfrm>
          <a:prstGeom xmlns:a="http://schemas.openxmlformats.org/drawingml/2006/main" prst="ellipse">
            <a:avLst/>
          </a:prstGeom>
          <a:solidFill xmlns:a="http://schemas.openxmlformats.org/drawingml/2006/main">
            <a:srgbClr val="2563EB"/>
          </a:solidFill>
          <a:ln xmlns:a="http://schemas.openxmlformats.org/drawingml/2006/main" w="13335">
            <a:solidFill>
              <a:srgbClr val="2563EB"/>
            </a:solidFill>
            <a:prstDash val="solid"/>
          </a:ln>
        </p:spPr>
      </p:sp>
      <p:sp>
        <p:nvSpPr>
          <p:cNvPr id="1733278307" name="">
            <a:extLst xmlns:a="http://schemas.openxmlformats.org/drawingml/2006/main">
              <a:ext uri="{FF2B5EF4-FFF2-40B4-BE49-F238E27FC236}">
                <a16:creationId xmlns:a16="http://schemas.microsoft.com/office/drawing/2014/main" id="{3012205C-E8AB-4B4D-805E-E2708D51AF2B}"/>
              </a:ext>
            </a:extLst>
          </p:cNvPr>
          <p:cNvSpPr>
            <a:spLocks xmlns:a="http://schemas.openxmlformats.org/drawingml/2006/main" noGrp="1"/>
          </p:cNvSpPr>
          <p:nvPr/>
        </p:nvSpPr>
        <p:spPr>
          <a:xfrm xmlns:a="http://schemas.openxmlformats.org/drawingml/2006/main">
            <a:off x="4143375" y="4855499"/>
            <a:ext cx="156210" cy="156210"/>
          </a:xfrm>
          <a:prstGeom xmlns:a="http://schemas.openxmlformats.org/drawingml/2006/main" prst="ellipse">
            <a:avLst/>
          </a:prstGeom>
          <a:solidFill xmlns:a="http://schemas.openxmlformats.org/drawingml/2006/main">
            <a:srgbClr val="2563EB"/>
          </a:solidFill>
          <a:ln xmlns:a="http://schemas.openxmlformats.org/drawingml/2006/main" w="13335">
            <a:solidFill>
              <a:srgbClr val="2563EB"/>
            </a:solidFill>
            <a:prstDash val="solid"/>
          </a:ln>
        </p:spPr>
      </p:sp>
      <p:sp>
        <p:nvSpPr>
          <p:cNvPr id="880799254" name="">
            <a:extLst xmlns:a="http://schemas.openxmlformats.org/drawingml/2006/main">
              <a:ext uri="{FF2B5EF4-FFF2-40B4-BE49-F238E27FC236}">
                <a16:creationId xmlns:a16="http://schemas.microsoft.com/office/drawing/2014/main" id="{7F22DEE5-ED51-4B46-817A-897790732CA9}"/>
              </a:ext>
            </a:extLst>
          </p:cNvPr>
          <p:cNvSpPr>
            <a:spLocks xmlns:a="http://schemas.openxmlformats.org/drawingml/2006/main" noGrp="1"/>
          </p:cNvSpPr>
          <p:nvPr/>
        </p:nvSpPr>
        <p:spPr>
          <a:xfrm xmlns:a="http://schemas.openxmlformats.org/drawingml/2006/main">
            <a:off x="4577715" y="3643919"/>
            <a:ext cx="156210" cy="156210"/>
          </a:xfrm>
          <a:prstGeom xmlns:a="http://schemas.openxmlformats.org/drawingml/2006/main" prst="ellipse">
            <a:avLst/>
          </a:prstGeom>
          <a:solidFill xmlns:a="http://schemas.openxmlformats.org/drawingml/2006/main">
            <a:srgbClr val="2563EB"/>
          </a:solidFill>
          <a:ln xmlns:a="http://schemas.openxmlformats.org/drawingml/2006/main" w="13335">
            <a:solidFill>
              <a:srgbClr val="2563EB"/>
            </a:solidFill>
            <a:prstDash val="solid"/>
          </a:ln>
        </p:spPr>
      </p:sp>
      <p:sp>
        <p:nvSpPr>
          <p:cNvPr id="834346435" name="">
            <a:extLst xmlns:a="http://schemas.openxmlformats.org/drawingml/2006/main">
              <a:ext uri="{FF2B5EF4-FFF2-40B4-BE49-F238E27FC236}">
                <a16:creationId xmlns:a16="http://schemas.microsoft.com/office/drawing/2014/main" id="{2F2E029E-A13E-426A-8512-13A77B8EB9C2}"/>
              </a:ext>
            </a:extLst>
          </p:cNvPr>
          <p:cNvSpPr>
            <a:spLocks xmlns:a="http://schemas.openxmlformats.org/drawingml/2006/main" noGrp="1"/>
          </p:cNvSpPr>
          <p:nvPr/>
        </p:nvSpPr>
        <p:spPr>
          <a:xfrm xmlns:a="http://schemas.openxmlformats.org/drawingml/2006/main">
            <a:off x="5012055" y="3974350"/>
            <a:ext cx="156210" cy="156210"/>
          </a:xfrm>
          <a:prstGeom xmlns:a="http://schemas.openxmlformats.org/drawingml/2006/main" prst="ellipse">
            <a:avLst/>
          </a:prstGeom>
          <a:solidFill xmlns:a="http://schemas.openxmlformats.org/drawingml/2006/main">
            <a:srgbClr val="2563EB"/>
          </a:solidFill>
          <a:ln xmlns:a="http://schemas.openxmlformats.org/drawingml/2006/main" w="13335">
            <a:solidFill>
              <a:srgbClr val="2563EB"/>
            </a:solidFill>
            <a:prstDash val="solid"/>
          </a:ln>
        </p:spPr>
      </p:sp>
      <p:sp>
        <p:nvSpPr>
          <p:cNvPr id="558427811" name="">
            <a:extLst xmlns:a="http://schemas.openxmlformats.org/drawingml/2006/main">
              <a:ext uri="{FF2B5EF4-FFF2-40B4-BE49-F238E27FC236}">
                <a16:creationId xmlns:a16="http://schemas.microsoft.com/office/drawing/2014/main" id="{0335CF6C-9003-4F74-8679-6589A8250626}"/>
              </a:ext>
            </a:extLst>
          </p:cNvPr>
          <p:cNvSpPr>
            <a:spLocks xmlns:a="http://schemas.openxmlformats.org/drawingml/2006/main" noGrp="1"/>
          </p:cNvSpPr>
          <p:nvPr/>
        </p:nvSpPr>
        <p:spPr>
          <a:xfrm xmlns:a="http://schemas.openxmlformats.org/drawingml/2006/main">
            <a:off x="5591175" y="3313488"/>
            <a:ext cx="156210" cy="156210"/>
          </a:xfrm>
          <a:prstGeom xmlns:a="http://schemas.openxmlformats.org/drawingml/2006/main" prst="ellipse">
            <a:avLst/>
          </a:prstGeom>
          <a:solidFill xmlns:a="http://schemas.openxmlformats.org/drawingml/2006/main">
            <a:srgbClr val="2563EB"/>
          </a:solidFill>
          <a:ln xmlns:a="http://schemas.openxmlformats.org/drawingml/2006/main" w="13335">
            <a:solidFill>
              <a:srgbClr val="2563EB"/>
            </a:solidFill>
            <a:prstDash val="solid"/>
          </a:ln>
        </p:spPr>
      </p:sp>
      <p:sp>
        <p:nvSpPr>
          <p:cNvPr id="1580509646" name="">
            <a:extLst xmlns:a="http://schemas.openxmlformats.org/drawingml/2006/main">
              <a:ext uri="{FF2B5EF4-FFF2-40B4-BE49-F238E27FC236}">
                <a16:creationId xmlns:a16="http://schemas.microsoft.com/office/drawing/2014/main" id="{5221E963-D562-47B1-ADEF-FFC10D00BA2A}"/>
              </a:ext>
            </a:extLst>
          </p:cNvPr>
          <p:cNvSpPr>
            <a:spLocks xmlns:a="http://schemas.openxmlformats.org/drawingml/2006/main" noGrp="1"/>
          </p:cNvSpPr>
          <p:nvPr/>
        </p:nvSpPr>
        <p:spPr>
          <a:xfrm xmlns:a="http://schemas.openxmlformats.org/drawingml/2006/main">
            <a:off x="5880735" y="4249709"/>
            <a:ext cx="156210" cy="156210"/>
          </a:xfrm>
          <a:prstGeom xmlns:a="http://schemas.openxmlformats.org/drawingml/2006/main" prst="ellipse">
            <a:avLst/>
          </a:prstGeom>
          <a:solidFill xmlns:a="http://schemas.openxmlformats.org/drawingml/2006/main">
            <a:srgbClr val="2563EB"/>
          </a:solidFill>
          <a:ln xmlns:a="http://schemas.openxmlformats.org/drawingml/2006/main" w="13335">
            <a:solidFill>
              <a:srgbClr val="2563EB"/>
            </a:solidFill>
            <a:prstDash val="solid"/>
          </a:ln>
        </p:spPr>
      </p:sp>
      <p:sp>
        <p:nvSpPr>
          <p:cNvPr id="572736302" name="">
            <a:extLst xmlns:a="http://schemas.openxmlformats.org/drawingml/2006/main">
              <a:ext uri="{FF2B5EF4-FFF2-40B4-BE49-F238E27FC236}">
                <a16:creationId xmlns:a16="http://schemas.microsoft.com/office/drawing/2014/main" id="{145AAF77-7A17-4609-9564-C285B7A5C873}"/>
              </a:ext>
            </a:extLst>
          </p:cNvPr>
          <p:cNvSpPr>
            <a:spLocks xmlns:a="http://schemas.openxmlformats.org/drawingml/2006/main" noGrp="1"/>
          </p:cNvSpPr>
          <p:nvPr/>
        </p:nvSpPr>
        <p:spPr>
          <a:xfrm xmlns:a="http://schemas.openxmlformats.org/drawingml/2006/main">
            <a:off x="6315075" y="2983057"/>
            <a:ext cx="156210" cy="156210"/>
          </a:xfrm>
          <a:prstGeom xmlns:a="http://schemas.openxmlformats.org/drawingml/2006/main" prst="ellipse">
            <a:avLst/>
          </a:prstGeom>
          <a:solidFill xmlns:a="http://schemas.openxmlformats.org/drawingml/2006/main">
            <a:srgbClr val="2563EB"/>
          </a:solidFill>
          <a:ln xmlns:a="http://schemas.openxmlformats.org/drawingml/2006/main" w="13335">
            <a:solidFill>
              <a:srgbClr val="2563EB"/>
            </a:solidFill>
            <a:prstDash val="solid"/>
          </a:ln>
        </p:spPr>
      </p:sp>
      <p:sp>
        <p:nvSpPr>
          <p:cNvPr id="777734923" name="">
            <a:extLst xmlns:a="http://schemas.openxmlformats.org/drawingml/2006/main">
              <a:ext uri="{FF2B5EF4-FFF2-40B4-BE49-F238E27FC236}">
                <a16:creationId xmlns:a16="http://schemas.microsoft.com/office/drawing/2014/main" id="{2625B097-E75E-4A53-9DE2-838A01705CED}"/>
              </a:ext>
            </a:extLst>
          </p:cNvPr>
          <p:cNvSpPr>
            <a:spLocks xmlns:a="http://schemas.openxmlformats.org/drawingml/2006/main" noGrp="1"/>
          </p:cNvSpPr>
          <p:nvPr/>
        </p:nvSpPr>
        <p:spPr>
          <a:xfrm xmlns:a="http://schemas.openxmlformats.org/drawingml/2006/main">
            <a:off x="6749414" y="3588847"/>
            <a:ext cx="156210" cy="156210"/>
          </a:xfrm>
          <a:prstGeom xmlns:a="http://schemas.openxmlformats.org/drawingml/2006/main" prst="ellipse">
            <a:avLst/>
          </a:prstGeom>
          <a:solidFill xmlns:a="http://schemas.openxmlformats.org/drawingml/2006/main">
            <a:srgbClr val="2563EB"/>
          </a:solidFill>
          <a:ln xmlns:a="http://schemas.openxmlformats.org/drawingml/2006/main" w="13335">
            <a:solidFill>
              <a:srgbClr val="2563EB"/>
            </a:solidFill>
            <a:prstDash val="solid"/>
          </a:ln>
        </p:spPr>
      </p:sp>
      <p:sp>
        <p:nvSpPr>
          <p:cNvPr id="113252182" name="">
            <a:extLst xmlns:a="http://schemas.openxmlformats.org/drawingml/2006/main">
              <a:ext uri="{FF2B5EF4-FFF2-40B4-BE49-F238E27FC236}">
                <a16:creationId xmlns:a16="http://schemas.microsoft.com/office/drawing/2014/main" id="{A7736999-A24F-406A-88E5-5F3D07408761}"/>
              </a:ext>
            </a:extLst>
          </p:cNvPr>
          <p:cNvSpPr>
            <a:spLocks xmlns:a="http://schemas.openxmlformats.org/drawingml/2006/main" noGrp="1"/>
          </p:cNvSpPr>
          <p:nvPr/>
        </p:nvSpPr>
        <p:spPr>
          <a:xfrm xmlns:a="http://schemas.openxmlformats.org/drawingml/2006/main">
            <a:off x="7183755" y="2652626"/>
            <a:ext cx="156210" cy="156210"/>
          </a:xfrm>
          <a:prstGeom xmlns:a="http://schemas.openxmlformats.org/drawingml/2006/main" prst="ellipse">
            <a:avLst/>
          </a:prstGeom>
          <a:solidFill xmlns:a="http://schemas.openxmlformats.org/drawingml/2006/main">
            <a:srgbClr val="2563EB"/>
          </a:solidFill>
          <a:ln xmlns:a="http://schemas.openxmlformats.org/drawingml/2006/main" w="13335">
            <a:solidFill>
              <a:srgbClr val="2563EB"/>
            </a:solidFill>
            <a:prstDash val="solid"/>
          </a:ln>
        </p:spPr>
      </p:sp>
      <p:sp>
        <p:nvSpPr>
          <p:cNvPr id="1702038153" name="">
            <a:extLst xmlns:a="http://schemas.openxmlformats.org/drawingml/2006/main">
              <a:ext uri="{FF2B5EF4-FFF2-40B4-BE49-F238E27FC236}">
                <a16:creationId xmlns:a16="http://schemas.microsoft.com/office/drawing/2014/main" id="{CF6269AC-6D01-4BDB-91FE-3CE7E4C379C2}"/>
              </a:ext>
            </a:extLst>
          </p:cNvPr>
          <p:cNvSpPr>
            <a:spLocks xmlns:a="http://schemas.openxmlformats.org/drawingml/2006/main" noGrp="1"/>
          </p:cNvSpPr>
          <p:nvPr/>
        </p:nvSpPr>
        <p:spPr>
          <a:xfrm xmlns:a="http://schemas.openxmlformats.org/drawingml/2006/main">
            <a:off x="7618095" y="3258416"/>
            <a:ext cx="156210" cy="156210"/>
          </a:xfrm>
          <a:prstGeom xmlns:a="http://schemas.openxmlformats.org/drawingml/2006/main" prst="ellipse">
            <a:avLst/>
          </a:prstGeom>
          <a:solidFill xmlns:a="http://schemas.openxmlformats.org/drawingml/2006/main">
            <a:srgbClr val="2563EB"/>
          </a:solidFill>
          <a:ln xmlns:a="http://schemas.openxmlformats.org/drawingml/2006/main" w="13335">
            <a:solidFill>
              <a:srgbClr val="2563EB"/>
            </a:solidFill>
            <a:prstDash val="solid"/>
          </a:ln>
        </p:spPr>
      </p:sp>
      <p:sp>
        <p:nvSpPr>
          <p:cNvPr id="1781702023" name="">
            <a:extLst xmlns:a="http://schemas.openxmlformats.org/drawingml/2006/main">
              <a:ext uri="{FF2B5EF4-FFF2-40B4-BE49-F238E27FC236}">
                <a16:creationId xmlns:a16="http://schemas.microsoft.com/office/drawing/2014/main" id="{ED6AA81A-5B72-4FF8-8C53-2D09FDC837FD}"/>
              </a:ext>
            </a:extLst>
          </p:cNvPr>
          <p:cNvSpPr>
            <a:spLocks xmlns:a="http://schemas.openxmlformats.org/drawingml/2006/main" noGrp="1"/>
          </p:cNvSpPr>
          <p:nvPr/>
        </p:nvSpPr>
        <p:spPr>
          <a:xfrm xmlns:a="http://schemas.openxmlformats.org/drawingml/2006/main">
            <a:off x="8052435" y="2872913"/>
            <a:ext cx="156210" cy="156210"/>
          </a:xfrm>
          <a:prstGeom xmlns:a="http://schemas.openxmlformats.org/drawingml/2006/main" prst="ellipse">
            <a:avLst/>
          </a:prstGeom>
          <a:solidFill xmlns:a="http://schemas.openxmlformats.org/drawingml/2006/main">
            <a:srgbClr val="2563EB"/>
          </a:solidFill>
          <a:ln xmlns:a="http://schemas.openxmlformats.org/drawingml/2006/main" w="13335">
            <a:solidFill>
              <a:srgbClr val="2563EB"/>
            </a:solidFill>
            <a:prstDash val="solid"/>
          </a:ln>
        </p:spPr>
      </p:sp>
      <p:sp>
        <p:nvSpPr>
          <p:cNvPr id="164012885" name="">
            <a:extLst xmlns:a="http://schemas.openxmlformats.org/drawingml/2006/main">
              <a:ext uri="{FF2B5EF4-FFF2-40B4-BE49-F238E27FC236}">
                <a16:creationId xmlns:a16="http://schemas.microsoft.com/office/drawing/2014/main" id="{25918222-7AEF-492C-AD5E-894DBEF8B9B5}"/>
              </a:ext>
            </a:extLst>
          </p:cNvPr>
          <p:cNvSpPr>
            <a:spLocks xmlns:a="http://schemas.openxmlformats.org/drawingml/2006/main" noGrp="1"/>
          </p:cNvSpPr>
          <p:nvPr/>
        </p:nvSpPr>
        <p:spPr>
          <a:xfrm xmlns:a="http://schemas.openxmlformats.org/drawingml/2006/main">
            <a:off x="8486775" y="3864206"/>
            <a:ext cx="156210" cy="156210"/>
          </a:xfrm>
          <a:prstGeom xmlns:a="http://schemas.openxmlformats.org/drawingml/2006/main" prst="ellipse">
            <a:avLst/>
          </a:prstGeom>
          <a:solidFill xmlns:a="http://schemas.openxmlformats.org/drawingml/2006/main">
            <a:srgbClr val="2563EB"/>
          </a:solidFill>
          <a:ln xmlns:a="http://schemas.openxmlformats.org/drawingml/2006/main" w="13335">
            <a:solidFill>
              <a:srgbClr val="2563EB"/>
            </a:solidFill>
            <a:prstDash val="solid"/>
          </a:ln>
        </p:spPr>
      </p:sp>
      <p:sp>
        <p:nvSpPr>
          <p:cNvPr id="991339260" name="">
            <a:extLst xmlns:a="http://schemas.openxmlformats.org/drawingml/2006/main">
              <a:ext uri="{FF2B5EF4-FFF2-40B4-BE49-F238E27FC236}">
                <a16:creationId xmlns:a16="http://schemas.microsoft.com/office/drawing/2014/main" id="{748D1164-EB2C-4409-9AF6-D73B1DD2B761}"/>
              </a:ext>
            </a:extLst>
          </p:cNvPr>
          <p:cNvSpPr>
            <a:spLocks xmlns:a="http://schemas.openxmlformats.org/drawingml/2006/main" noGrp="1"/>
          </p:cNvSpPr>
          <p:nvPr/>
        </p:nvSpPr>
        <p:spPr>
          <a:xfrm xmlns:a="http://schemas.openxmlformats.org/drawingml/2006/main">
            <a:off x="8776335" y="2487410"/>
            <a:ext cx="156210" cy="156210"/>
          </a:xfrm>
          <a:prstGeom xmlns:a="http://schemas.openxmlformats.org/drawingml/2006/main" prst="ellipse">
            <a:avLst/>
          </a:prstGeom>
          <a:solidFill xmlns:a="http://schemas.openxmlformats.org/drawingml/2006/main">
            <a:srgbClr val="2563EB"/>
          </a:solidFill>
          <a:ln xmlns:a="http://schemas.openxmlformats.org/drawingml/2006/main" w="13335">
            <a:solidFill>
              <a:srgbClr val="2563EB"/>
            </a:solidFill>
            <a:prstDash val="solid"/>
          </a:ln>
        </p:spPr>
      </p:sp>
      <p:sp>
        <p:nvSpPr>
          <p:cNvPr id="2031926645" name="">
            <a:extLst xmlns:a="http://schemas.openxmlformats.org/drawingml/2006/main">
              <a:ext uri="{FF2B5EF4-FFF2-40B4-BE49-F238E27FC236}">
                <a16:creationId xmlns:a16="http://schemas.microsoft.com/office/drawing/2014/main" id="{974B4589-35A7-4ECD-9F22-4F83E1186A26}"/>
              </a:ext>
            </a:extLst>
          </p:cNvPr>
          <p:cNvSpPr>
            <a:spLocks xmlns:a="http://schemas.openxmlformats.org/drawingml/2006/main" noGrp="1"/>
          </p:cNvSpPr>
          <p:nvPr/>
        </p:nvSpPr>
        <p:spPr>
          <a:xfrm xmlns:a="http://schemas.openxmlformats.org/drawingml/2006/main">
            <a:off x="9477375" y="3000375"/>
            <a:ext cx="1428750" cy="514350"/>
          </a:xfrm>
          <a:prstGeom xmlns:a="http://schemas.openxmlformats.org/drawingml/2006/main" prst="roundRect">
            <a:avLst>
              <a:gd name="adj" fmla="val 22222"/>
            </a:avLst>
          </a:prstGeom>
          <a:solidFill xmlns:a="http://schemas.openxmlformats.org/drawingml/2006/main">
            <a:srgbClr val="FEF3C7"/>
          </a:solidFill>
          <a:ln xmlns:a="http://schemas.openxmlformats.org/drawingml/2006/main" w="14288">
            <a:solidFill>
              <a:srgbClr val="F97316"/>
            </a:solidFill>
            <a:prstDash val="solid"/>
          </a:ln>
        </p:spPr>
        <p:txBody>
          <a:bodyPr xmlns:a="http://schemas.openxmlformats.org/drawingml/2006/main"/>
          <a:lstStyle xmlns:a="http://schemas.openxmlformats.org/drawingml/2006/main"/>
          <a:p xmlns:a="http://schemas.openxmlformats.org/drawingml/2006/main">
            <a:pPr algn="ctr">
              <a:buNone/>
              <a:defRPr sz="1750" b="1">
                <a:solidFill>
                  <a:srgbClr val="F97316"/>
                </a:solidFill>
              </a:defRPr>
            </a:pPr>
            <a:r>
              <a:rPr sz="1750" b="1">
                <a:solidFill>
                  <a:srgbClr val="F97316"/>
                </a:solidFill>
              </a:rPr>
              <a:t>linear</a:t>
            </a:r>
          </a:p>
        </p:txBody>
      </p:sp>
      <p:sp>
        <p:nvSpPr>
          <p:cNvPr id="1514015501" name="">
            <a:extLst xmlns:a="http://schemas.openxmlformats.org/drawingml/2006/main">
              <a:ext uri="{FF2B5EF4-FFF2-40B4-BE49-F238E27FC236}">
                <a16:creationId xmlns:a16="http://schemas.microsoft.com/office/drawing/2014/main" id="{53C7E459-CD91-4EF6-A822-4C648C915ADC}"/>
              </a:ext>
            </a:extLst>
          </p:cNvPr>
          <p:cNvSpPr>
            <a:spLocks xmlns:a="http://schemas.openxmlformats.org/drawingml/2006/main" noGrp="1"/>
          </p:cNvSpPr>
          <p:nvPr/>
        </p:nvSpPr>
        <p:spPr>
          <a:xfrm xmlns:a="http://schemas.openxmlformats.org/drawingml/2006/main">
            <a:off x="9477375" y="3714750"/>
            <a:ext cx="1428750" cy="514350"/>
          </a:xfrm>
          <a:prstGeom xmlns:a="http://schemas.openxmlformats.org/drawingml/2006/main" prst="roundRect">
            <a:avLst>
              <a:gd name="adj" fmla="val 22222"/>
            </a:avLst>
          </a:prstGeom>
          <a:solidFill xmlns:a="http://schemas.openxmlformats.org/drawingml/2006/main">
            <a:srgbClr val="DCFCE7"/>
          </a:solidFill>
          <a:ln xmlns:a="http://schemas.openxmlformats.org/drawingml/2006/main" w="14288">
            <a:solidFill>
              <a:srgbClr val="10B981"/>
            </a:solidFill>
            <a:prstDash val="solid"/>
          </a:ln>
        </p:spPr>
        <p:txBody>
          <a:bodyPr xmlns:a="http://schemas.openxmlformats.org/drawingml/2006/main"/>
          <a:lstStyle xmlns:a="http://schemas.openxmlformats.org/drawingml/2006/main"/>
          <a:p xmlns:a="http://schemas.openxmlformats.org/drawingml/2006/main">
            <a:pPr algn="ctr">
              <a:buNone/>
              <a:defRPr sz="1750" b="1">
                <a:solidFill>
                  <a:srgbClr val="10B981"/>
                </a:solidFill>
              </a:defRPr>
            </a:pPr>
            <a:r>
              <a:rPr sz="1750" b="1">
                <a:solidFill>
                  <a:srgbClr val="10B981"/>
                </a:solidFill>
              </a:rPr>
              <a:t>nonlinear</a:t>
            </a:r>
          </a:p>
        </p:txBody>
      </p:sp>
      <p:sp>
        <p:nvSpPr>
          <p:cNvPr id="738739687" name="">
            <a:extLst xmlns:a="http://schemas.openxmlformats.org/drawingml/2006/main">
              <a:ext uri="{FF2B5EF4-FFF2-40B4-BE49-F238E27FC236}">
                <a16:creationId xmlns:a16="http://schemas.microsoft.com/office/drawing/2014/main" id="{D4D1CB66-FC8A-4B3D-BF8A-7053EF36FBCD}"/>
              </a:ext>
            </a:extLst>
          </p:cNvPr>
          <p:cNvSpPr>
            <a:spLocks xmlns:a="http://schemas.openxmlformats.org/drawingml/2006/main" noGrp="1"/>
          </p:cNvSpPr>
          <p:nvPr/>
        </p:nvSpPr>
        <p:spPr>
          <a:xfrm xmlns:a="http://schemas.openxmlformats.org/drawingml/2006/main">
            <a:off x="3381375" y="1714500"/>
            <a:ext cx="5429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100" b="1">
                <a:solidFill>
                  <a:srgbClr val="10B981"/>
                </a:solidFill>
              </a:defRPr>
            </a:pPr>
            <a:r>
              <a:rPr sz="2100" b="1">
                <a:solidFill>
                  <a:srgbClr val="10B981"/>
                </a:solidFill>
              </a:rPr>
              <a:t>same task, more flexible shape</a:t>
            </a:r>
          </a:p>
        </p:txBody>
      </p:sp>
      <p:sp>
        <p:nvSpPr>
          <p:cNvPr id="1843306663" name="">
            <a:extLst xmlns:a="http://schemas.openxmlformats.org/drawingml/2006/main">
              <a:ext uri="{FF2B5EF4-FFF2-40B4-BE49-F238E27FC236}">
                <a16:creationId xmlns:a16="http://schemas.microsoft.com/office/drawing/2014/main" id="{C9A1FE39-161A-4E73-8183-A7A31DC68BB9}"/>
              </a:ext>
            </a:extLst>
          </p:cNvPr>
          <p:cNvSpPr>
            <a:spLocks xmlns:a="http://schemas.openxmlformats.org/drawingml/2006/main" noGrp="1"/>
          </p:cNvSpPr>
          <p:nvPr/>
        </p:nvSpPr>
        <p:spPr>
          <a:xfrm xmlns:a="http://schemas.openxmlformats.org/drawingml/2006/main">
            <a:off x="9334500" y="4619625"/>
            <a:ext cx="1714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250" b="1">
                <a:solidFill>
                  <a:srgbClr val="10B981"/>
                </a:solidFill>
              </a:defRPr>
            </a:pPr>
            <a:r>
              <a:rPr sz="2250" b="1">
                <a:solidFill>
                  <a:srgbClr val="10B981"/>
                </a:solidFill>
              </a:rPr>
              <a:t>y_hat = f(x)</a:t>
            </a:r>
          </a:p>
        </p:txBody>
      </p:sp>
      <p:sp>
        <p:nvSpPr>
          <p:cNvPr id="940562736" name="">
            <a:extLst xmlns:a="http://schemas.openxmlformats.org/drawingml/2006/main">
              <a:ext uri="{FF2B5EF4-FFF2-40B4-BE49-F238E27FC236}">
                <a16:creationId xmlns:a16="http://schemas.microsoft.com/office/drawing/2014/main" id="{90B035D4-5BA6-45A5-9EF2-2A50BAD613D2}"/>
              </a:ext>
            </a:extLst>
          </p:cNvPr>
          <p:cNvSpPr>
            <a:spLocks xmlns:a="http://schemas.openxmlformats.org/drawingml/2006/main" noGrp="1"/>
          </p:cNvSpPr>
          <p:nvPr/>
        </p:nvSpPr>
        <p:spPr>
          <a:xfrm xmlns:a="http://schemas.openxmlformats.org/drawingml/2006/main">
            <a:off x="11106150" y="628650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00" b="0">
                <a:solidFill>
                  <a:srgbClr val="667085"/>
                </a:solidFill>
              </a:defRPr>
            </a:pPr>
            <a:r>
              <a:rPr sz="1000" b="0">
                <a:solidFill>
                  <a:srgbClr val="667085"/>
                </a:solidFill>
              </a:rPr>
              <a:t>06</a:t>
            </a:r>
          </a:p>
        </p:txBody>
      </p:sp>
      <p:sp>
        <p:nvSpPr>
          <p:cNvPr id="1134036174" name="solidguide_flipV">
            <a:extLst xmlns:a="http://schemas.openxmlformats.org/drawingml/2006/main">
              <a:ext uri="{FF2B5EF4-FFF2-40B4-BE49-F238E27FC236}">
                <a16:creationId xmlns:a16="http://schemas.microsoft.com/office/drawing/2014/main" id="{4F71B879-EE8C-4113-8391-630A2429FCA4}"/>
              </a:ext>
            </a:extLst>
          </p:cNvPr>
          <p:cNvSpPr>
            <a:spLocks xmlns:a="http://schemas.openxmlformats.org/drawingml/2006/main" noGrp="1"/>
          </p:cNvSpPr>
          <p:nvPr/>
        </p:nvSpPr>
        <p:spPr>
          <a:xfrm xmlns:a="http://schemas.openxmlformats.org/drawingml/2006/main" flipV="1">
            <a:off x="2194560" y="2877773"/>
            <a:ext cx="6804660" cy="1734212"/>
          </a:xfrm>
          <a:prstGeom xmlns:a="http://schemas.openxmlformats.org/drawingml/2006/main" prst="line">
            <a:avLst/>
          </a:prstGeom>
          <a:noFill xmlns:a="http://schemas.openxmlformats.org/drawingml/2006/main"/>
          <a:ln xmlns:a="http://schemas.openxmlformats.org/drawingml/2006/main" w="23813">
            <a:solidFill>
              <a:srgbClr val="F97316"/>
            </a:solidFill>
            <a:prstDash val="solid"/>
          </a:ln>
        </p:spPr>
      </p:sp>
      <p:pic>
        <p:nvPicPr>
          <p:cNvPr id="2031926677" name=""/>
          <p:cNvPicPr>
            <a:picLocks xmlns:a="http://schemas.openxmlformats.org/drawingml/2006/main" noChangeAspect="1"/>
          </p:cNvPicPr>
          <p:nvPr/>
        </p:nvPicPr>
        <p:blipFill rotWithShape="1">
          <a:blip xmlns:r="http://schemas.openxmlformats.org/officeDocument/2006/relationships" xmlns:a="http://schemas.openxmlformats.org/drawingml/2006/main" r:embed="R43931d8f1d0d4dd4">
            <a:extLst>
              <a:ext uri="{96DAC541-7B7A-43D3-8B79-37D633B846F1}">
                <asvg:svgBlip xmlns:asvg="http://schemas.microsoft.com/office/drawing/2016/SVG/main" r:embed="Rdec48b0ca1704879"/>
              </a:ext>
            </a:extLst>
          </a:blip>
          <a:stretch xmlns:a="http://schemas.openxmlformats.org/drawingml/2006/main"/>
        </p:blipFill>
        <p:spPr>
          <a:xfrm xmlns:a="http://schemas.openxmlformats.org/drawingml/2006/main">
            <a:off x="1905000" y="2400300"/>
            <a:ext cx="7239000" cy="3028950"/>
          </a:xfrm>
          <a:prstGeom xmlns:a="http://schemas.openxmlformats.org/drawingml/2006/main" prst="rect">
            <a:avLst/>
          </a:prstGeom>
        </p:spPr>
      </p:pic>
    </p:spTree>
    <p:extLst>
      <p:ext uri="{BB962C8B-B14F-4D97-AF65-F5344CB8AC3E}">
        <p14:creationId xmlns:p14="http://schemas.microsoft.com/office/powerpoint/2010/main" val="400765704"/>
      </p:ext>
    </p:extLst>
  </p:cSld>
</p:sld>
</file>

<file path=ppt/slides/slide7.xml><?xml version="1.0" encoding="utf-8"?>
<p:sld xmlns:p="http://schemas.openxmlformats.org/presentationml/2006/main" showMasterSp="1">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96240479" name="">
            <a:extLst xmlns:a="http://schemas.openxmlformats.org/drawingml/2006/main">
              <a:ext uri="{FF2B5EF4-FFF2-40B4-BE49-F238E27FC236}">
                <a16:creationId xmlns:a16="http://schemas.microsoft.com/office/drawing/2014/main" id="{BE609D43-2E14-422B-A1E3-E79887553BA7}"/>
              </a:ext>
            </a:extLst>
          </p:cNvPr>
          <p:cNvSpPr>
            <a:spLocks xmlns:a="http://schemas.openxmlformats.org/drawingml/2006/main" noGrp="1"/>
          </p:cNvSpPr>
          <p:nvPr/>
        </p:nvSpPr>
        <p:spPr>
          <a:xfrm xmlns:a="http://schemas.openxmlformats.org/drawingml/2006/main">
            <a:off x="609600" y="32385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563EB"/>
                </a:solidFill>
              </a:defRPr>
            </a:pPr>
            <a:r>
              <a:rPr sz="1200" b="1">
                <a:solidFill>
                  <a:srgbClr val="2563EB"/>
                </a:solidFill>
              </a:rPr>
              <a:t>Regression</a:t>
            </a:r>
          </a:p>
        </p:txBody>
      </p:sp>
      <p:sp>
        <p:nvSpPr>
          <p:cNvPr id="574298504" name="">
            <a:extLst xmlns:a="http://schemas.openxmlformats.org/drawingml/2006/main">
              <a:ext uri="{FF2B5EF4-FFF2-40B4-BE49-F238E27FC236}">
                <a16:creationId xmlns:a16="http://schemas.microsoft.com/office/drawing/2014/main" id="{11076D33-A23A-4586-BA36-CEBC4839B989}"/>
              </a:ext>
            </a:extLst>
          </p:cNvPr>
          <p:cNvSpPr>
            <a:spLocks xmlns:a="http://schemas.openxmlformats.org/drawingml/2006/main" noGrp="1"/>
          </p:cNvSpPr>
          <p:nvPr/>
        </p:nvSpPr>
        <p:spPr>
          <a:xfrm xmlns:a="http://schemas.openxmlformats.org/drawingml/2006/main">
            <a:off x="609600" y="590549"/>
            <a:ext cx="9810750" cy="5905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150" b="1">
                <a:solidFill>
                  <a:srgbClr val="0B0F19"/>
                </a:solidFill>
              </a:defRPr>
            </a:pPr>
            <a:r>
              <a:rPr sz="3150" b="1">
                <a:solidFill>
                  <a:srgbClr val="0B0F19"/>
                </a:solidFill>
              </a:rPr>
              <a:t>Too much flexibility can overfit</a:t>
            </a:r>
          </a:p>
        </p:txBody>
      </p:sp>
      <p:sp>
        <p:nvSpPr>
          <p:cNvPr id="682947438" name="">
            <a:extLst xmlns:a="http://schemas.openxmlformats.org/drawingml/2006/main">
              <a:ext uri="{FF2B5EF4-FFF2-40B4-BE49-F238E27FC236}">
                <a16:creationId xmlns:a16="http://schemas.microsoft.com/office/drawing/2014/main" id="{11F6180B-D4C9-4040-B0D5-FF4EF3139CB4}"/>
              </a:ext>
            </a:extLst>
          </p:cNvPr>
          <p:cNvSpPr>
            <a:spLocks xmlns:a="http://schemas.openxmlformats.org/drawingml/2006/main" noGrp="1"/>
          </p:cNvSpPr>
          <p:nvPr/>
        </p:nvSpPr>
        <p:spPr>
          <a:xfrm xmlns:a="http://schemas.openxmlformats.org/drawingml/2006/main">
            <a:off x="609600" y="1352550"/>
            <a:ext cx="10972800" cy="4762500"/>
          </a:xfrm>
          <a:prstGeom xmlns:a="http://schemas.openxmlformats.org/drawingml/2006/main" prst="roundRect">
            <a:avLst>
              <a:gd name="adj" fmla="val 1600"/>
            </a:avLst>
          </a:prstGeom>
          <a:solidFill xmlns:a="http://schemas.openxmlformats.org/drawingml/2006/main">
            <a:srgbClr val="F8FAFC"/>
          </a:solidFill>
          <a:ln xmlns:a="http://schemas.openxmlformats.org/drawingml/2006/main" w="14288">
            <a:solidFill>
              <a:srgbClr val="E2E8F0"/>
            </a:solidFill>
            <a:prstDash val="solid"/>
          </a:ln>
        </p:spPr>
      </p:sp>
      <p:sp>
        <p:nvSpPr>
          <p:cNvPr id="1968719097" name="">
            <a:extLst xmlns:a="http://schemas.openxmlformats.org/drawingml/2006/main">
              <a:ext uri="{FF2B5EF4-FFF2-40B4-BE49-F238E27FC236}">
                <a16:creationId xmlns:a16="http://schemas.microsoft.com/office/drawing/2014/main" id="{4B21E1A2-9661-4768-8A7C-C6E67B0EC3D1}"/>
              </a:ext>
            </a:extLst>
          </p:cNvPr>
          <p:cNvSpPr>
            <a:spLocks xmlns:a="http://schemas.openxmlformats.org/drawingml/2006/main" noGrp="1"/>
          </p:cNvSpPr>
          <p:nvPr/>
        </p:nvSpPr>
        <p:spPr>
          <a:xfrm xmlns:a="http://schemas.openxmlformats.org/drawingml/2006/main">
            <a:off x="1905000" y="5429250"/>
            <a:ext cx="7239000" cy="9525"/>
          </a:xfrm>
          <a:prstGeom xmlns:a="http://schemas.openxmlformats.org/drawingml/2006/main" prst="line">
            <a:avLst/>
          </a:prstGeom>
          <a:noFill xmlns:a="http://schemas.openxmlformats.org/drawingml/2006/main"/>
          <a:ln xmlns:a="http://schemas.openxmlformats.org/drawingml/2006/main" w="19050">
            <a:solidFill>
              <a:srgbClr val="94A3B8"/>
            </a:solidFill>
            <a:prstDash val="solid"/>
          </a:ln>
        </p:spPr>
      </p:sp>
      <p:sp>
        <p:nvSpPr>
          <p:cNvPr id="1324465774" name="">
            <a:extLst xmlns:a="http://schemas.openxmlformats.org/drawingml/2006/main">
              <a:ext uri="{FF2B5EF4-FFF2-40B4-BE49-F238E27FC236}">
                <a16:creationId xmlns:a16="http://schemas.microsoft.com/office/drawing/2014/main" id="{61485BA3-A5E3-4A02-8A4B-869691028E8A}"/>
              </a:ext>
            </a:extLst>
          </p:cNvPr>
          <p:cNvSpPr>
            <a:spLocks xmlns:a="http://schemas.openxmlformats.org/drawingml/2006/main" noGrp="1"/>
          </p:cNvSpPr>
          <p:nvPr/>
        </p:nvSpPr>
        <p:spPr>
          <a:xfrm xmlns:a="http://schemas.openxmlformats.org/drawingml/2006/main">
            <a:off x="1905000" y="2400300"/>
            <a:ext cx="9525" cy="3028950"/>
          </a:xfrm>
          <a:prstGeom xmlns:a="http://schemas.openxmlformats.org/drawingml/2006/main" prst="line">
            <a:avLst/>
          </a:prstGeom>
          <a:noFill xmlns:a="http://schemas.openxmlformats.org/drawingml/2006/main"/>
          <a:ln xmlns:a="http://schemas.openxmlformats.org/drawingml/2006/main" w="19050">
            <a:solidFill>
              <a:srgbClr val="94A3B8"/>
            </a:solidFill>
            <a:prstDash val="solid"/>
          </a:ln>
        </p:spPr>
      </p:sp>
      <p:sp>
        <p:nvSpPr>
          <p:cNvPr id="910257485" name="">
            <a:extLst xmlns:a="http://schemas.openxmlformats.org/drawingml/2006/main">
              <a:ext uri="{FF2B5EF4-FFF2-40B4-BE49-F238E27FC236}">
                <a16:creationId xmlns:a16="http://schemas.microsoft.com/office/drawing/2014/main" id="{B745F12F-5BFA-4DAA-9C28-4727D7206E63}"/>
              </a:ext>
            </a:extLst>
          </p:cNvPr>
          <p:cNvSpPr>
            <a:spLocks xmlns:a="http://schemas.openxmlformats.org/drawingml/2006/main" noGrp="1"/>
          </p:cNvSpPr>
          <p:nvPr/>
        </p:nvSpPr>
        <p:spPr>
          <a:xfrm xmlns:a="http://schemas.openxmlformats.org/drawingml/2006/main">
            <a:off x="4762500" y="561975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00" b="0">
                <a:solidFill>
                  <a:srgbClr val="667085"/>
                </a:solidFill>
              </a:defRPr>
            </a:pPr>
            <a:r>
              <a:rPr sz="1500" b="0">
                <a:solidFill>
                  <a:srgbClr val="667085"/>
                </a:solidFill>
              </a:rPr>
              <a:t>attendance (%)</a:t>
            </a:r>
          </a:p>
        </p:txBody>
      </p:sp>
      <p:sp>
        <p:nvSpPr>
          <p:cNvPr id="1246496869" name="">
            <a:extLst xmlns:a="http://schemas.openxmlformats.org/drawingml/2006/main">
              <a:ext uri="{FF2B5EF4-FFF2-40B4-BE49-F238E27FC236}">
                <a16:creationId xmlns:a16="http://schemas.microsoft.com/office/drawing/2014/main" id="{FC9BDD4A-0D38-49A5-A40C-6B46AA6332FF}"/>
              </a:ext>
            </a:extLst>
          </p:cNvPr>
          <p:cNvSpPr>
            <a:spLocks xmlns:a="http://schemas.openxmlformats.org/drawingml/2006/main" noGrp="1"/>
          </p:cNvSpPr>
          <p:nvPr/>
        </p:nvSpPr>
        <p:spPr>
          <a:xfrm xmlns:a="http://schemas.openxmlformats.org/drawingml/2006/main">
            <a:off x="1219200" y="3667125"/>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00" b="0">
                <a:solidFill>
                  <a:srgbClr val="667085"/>
                </a:solidFill>
              </a:defRPr>
            </a:pPr>
            <a:r>
              <a:rPr sz="1500" b="0">
                <a:solidFill>
                  <a:srgbClr val="667085"/>
                </a:solidFill>
              </a:rPr>
              <a:t>grade</a:t>
            </a:r>
          </a:p>
        </p:txBody>
      </p:sp>
      <p:sp>
        <p:nvSpPr>
          <p:cNvPr id="1811837016" name="">
            <a:extLst xmlns:a="http://schemas.openxmlformats.org/drawingml/2006/main">
              <a:ext uri="{FF2B5EF4-FFF2-40B4-BE49-F238E27FC236}">
                <a16:creationId xmlns:a16="http://schemas.microsoft.com/office/drawing/2014/main" id="{388C0106-FE68-45B0-B81D-851563606D28}"/>
              </a:ext>
            </a:extLst>
          </p:cNvPr>
          <p:cNvSpPr>
            <a:spLocks xmlns:a="http://schemas.openxmlformats.org/drawingml/2006/main" noGrp="1"/>
          </p:cNvSpPr>
          <p:nvPr/>
        </p:nvSpPr>
        <p:spPr>
          <a:xfrm xmlns:a="http://schemas.openxmlformats.org/drawingml/2006/main">
            <a:off x="2116455" y="4469996"/>
            <a:ext cx="156210" cy="156210"/>
          </a:xfrm>
          <a:prstGeom xmlns:a="http://schemas.openxmlformats.org/drawingml/2006/main" prst="ellipse">
            <a:avLst/>
          </a:prstGeom>
          <a:solidFill xmlns:a="http://schemas.openxmlformats.org/drawingml/2006/main">
            <a:srgbClr val="2563EB"/>
          </a:solidFill>
          <a:ln xmlns:a="http://schemas.openxmlformats.org/drawingml/2006/main" w="13335">
            <a:solidFill>
              <a:srgbClr val="2563EB"/>
            </a:solidFill>
            <a:prstDash val="solid"/>
          </a:ln>
        </p:spPr>
      </p:sp>
      <p:sp>
        <p:nvSpPr>
          <p:cNvPr id="453346287" name="">
            <a:extLst xmlns:a="http://schemas.openxmlformats.org/drawingml/2006/main">
              <a:ext uri="{FF2B5EF4-FFF2-40B4-BE49-F238E27FC236}">
                <a16:creationId xmlns:a16="http://schemas.microsoft.com/office/drawing/2014/main" id="{AD2B33C9-BF7A-40A0-A5A7-351510465999}"/>
              </a:ext>
            </a:extLst>
          </p:cNvPr>
          <p:cNvSpPr>
            <a:spLocks xmlns:a="http://schemas.openxmlformats.org/drawingml/2006/main" noGrp="1"/>
          </p:cNvSpPr>
          <p:nvPr/>
        </p:nvSpPr>
        <p:spPr>
          <a:xfrm xmlns:a="http://schemas.openxmlformats.org/drawingml/2006/main">
            <a:off x="2550795" y="5185930"/>
            <a:ext cx="156210" cy="156210"/>
          </a:xfrm>
          <a:prstGeom xmlns:a="http://schemas.openxmlformats.org/drawingml/2006/main" prst="ellipse">
            <a:avLst/>
          </a:prstGeom>
          <a:solidFill xmlns:a="http://schemas.openxmlformats.org/drawingml/2006/main">
            <a:srgbClr val="2563EB"/>
          </a:solidFill>
          <a:ln xmlns:a="http://schemas.openxmlformats.org/drawingml/2006/main" w="13335">
            <a:solidFill>
              <a:srgbClr val="2563EB"/>
            </a:solidFill>
            <a:prstDash val="solid"/>
          </a:ln>
        </p:spPr>
      </p:sp>
      <p:sp>
        <p:nvSpPr>
          <p:cNvPr id="1618228279" name="">
            <a:extLst xmlns:a="http://schemas.openxmlformats.org/drawingml/2006/main">
              <a:ext uri="{FF2B5EF4-FFF2-40B4-BE49-F238E27FC236}">
                <a16:creationId xmlns:a16="http://schemas.microsoft.com/office/drawing/2014/main" id="{57650242-6552-48DA-8D2B-2008979FF758}"/>
              </a:ext>
            </a:extLst>
          </p:cNvPr>
          <p:cNvSpPr>
            <a:spLocks xmlns:a="http://schemas.openxmlformats.org/drawingml/2006/main" noGrp="1"/>
          </p:cNvSpPr>
          <p:nvPr/>
        </p:nvSpPr>
        <p:spPr>
          <a:xfrm xmlns:a="http://schemas.openxmlformats.org/drawingml/2006/main">
            <a:off x="2840355" y="4139565"/>
            <a:ext cx="156210" cy="156210"/>
          </a:xfrm>
          <a:prstGeom xmlns:a="http://schemas.openxmlformats.org/drawingml/2006/main" prst="ellipse">
            <a:avLst/>
          </a:prstGeom>
          <a:solidFill xmlns:a="http://schemas.openxmlformats.org/drawingml/2006/main">
            <a:srgbClr val="2563EB"/>
          </a:solidFill>
          <a:ln xmlns:a="http://schemas.openxmlformats.org/drawingml/2006/main" w="13335">
            <a:solidFill>
              <a:srgbClr val="2563EB"/>
            </a:solidFill>
            <a:prstDash val="solid"/>
          </a:ln>
        </p:spPr>
      </p:sp>
      <p:sp>
        <p:nvSpPr>
          <p:cNvPr id="2089599103" name="">
            <a:extLst xmlns:a="http://schemas.openxmlformats.org/drawingml/2006/main">
              <a:ext uri="{FF2B5EF4-FFF2-40B4-BE49-F238E27FC236}">
                <a16:creationId xmlns:a16="http://schemas.microsoft.com/office/drawing/2014/main" id="{FEE84CA6-7CCA-42A2-A1F4-0CF0D1655596}"/>
              </a:ext>
            </a:extLst>
          </p:cNvPr>
          <p:cNvSpPr>
            <a:spLocks xmlns:a="http://schemas.openxmlformats.org/drawingml/2006/main" noGrp="1"/>
          </p:cNvSpPr>
          <p:nvPr/>
        </p:nvSpPr>
        <p:spPr>
          <a:xfrm xmlns:a="http://schemas.openxmlformats.org/drawingml/2006/main">
            <a:off x="3419475" y="4635211"/>
            <a:ext cx="156210" cy="156210"/>
          </a:xfrm>
          <a:prstGeom xmlns:a="http://schemas.openxmlformats.org/drawingml/2006/main" prst="ellipse">
            <a:avLst/>
          </a:prstGeom>
          <a:solidFill xmlns:a="http://schemas.openxmlformats.org/drawingml/2006/main">
            <a:srgbClr val="2563EB"/>
          </a:solidFill>
          <a:ln xmlns:a="http://schemas.openxmlformats.org/drawingml/2006/main" w="13335">
            <a:solidFill>
              <a:srgbClr val="2563EB"/>
            </a:solidFill>
            <a:prstDash val="solid"/>
          </a:ln>
        </p:spPr>
      </p:sp>
      <p:sp>
        <p:nvSpPr>
          <p:cNvPr id="1457916703" name="">
            <a:extLst xmlns:a="http://schemas.openxmlformats.org/drawingml/2006/main">
              <a:ext uri="{FF2B5EF4-FFF2-40B4-BE49-F238E27FC236}">
                <a16:creationId xmlns:a16="http://schemas.microsoft.com/office/drawing/2014/main" id="{416B1D43-6253-4FF9-BEA8-91F5807E93E6}"/>
              </a:ext>
            </a:extLst>
          </p:cNvPr>
          <p:cNvSpPr>
            <a:spLocks xmlns:a="http://schemas.openxmlformats.org/drawingml/2006/main" noGrp="1"/>
          </p:cNvSpPr>
          <p:nvPr/>
        </p:nvSpPr>
        <p:spPr>
          <a:xfrm xmlns:a="http://schemas.openxmlformats.org/drawingml/2006/main">
            <a:off x="3709035" y="3809134"/>
            <a:ext cx="156210" cy="156210"/>
          </a:xfrm>
          <a:prstGeom xmlns:a="http://schemas.openxmlformats.org/drawingml/2006/main" prst="ellipse">
            <a:avLst/>
          </a:prstGeom>
          <a:solidFill xmlns:a="http://schemas.openxmlformats.org/drawingml/2006/main">
            <a:srgbClr val="2563EB"/>
          </a:solidFill>
          <a:ln xmlns:a="http://schemas.openxmlformats.org/drawingml/2006/main" w="13335">
            <a:solidFill>
              <a:srgbClr val="2563EB"/>
            </a:solidFill>
            <a:prstDash val="solid"/>
          </a:ln>
        </p:spPr>
      </p:sp>
      <p:sp>
        <p:nvSpPr>
          <p:cNvPr id="1250923538" name="">
            <a:extLst xmlns:a="http://schemas.openxmlformats.org/drawingml/2006/main">
              <a:ext uri="{FF2B5EF4-FFF2-40B4-BE49-F238E27FC236}">
                <a16:creationId xmlns:a16="http://schemas.microsoft.com/office/drawing/2014/main" id="{A7F44373-5FED-4605-B031-09C888673F8C}"/>
              </a:ext>
            </a:extLst>
          </p:cNvPr>
          <p:cNvSpPr>
            <a:spLocks xmlns:a="http://schemas.openxmlformats.org/drawingml/2006/main" noGrp="1"/>
          </p:cNvSpPr>
          <p:nvPr/>
        </p:nvSpPr>
        <p:spPr>
          <a:xfrm xmlns:a="http://schemas.openxmlformats.org/drawingml/2006/main">
            <a:off x="4143375" y="4855499"/>
            <a:ext cx="156210" cy="156210"/>
          </a:xfrm>
          <a:prstGeom xmlns:a="http://schemas.openxmlformats.org/drawingml/2006/main" prst="ellipse">
            <a:avLst/>
          </a:prstGeom>
          <a:solidFill xmlns:a="http://schemas.openxmlformats.org/drawingml/2006/main">
            <a:srgbClr val="2563EB"/>
          </a:solidFill>
          <a:ln xmlns:a="http://schemas.openxmlformats.org/drawingml/2006/main" w="13335">
            <a:solidFill>
              <a:srgbClr val="2563EB"/>
            </a:solidFill>
            <a:prstDash val="solid"/>
          </a:ln>
        </p:spPr>
      </p:sp>
      <p:sp>
        <p:nvSpPr>
          <p:cNvPr id="579714092" name="">
            <a:extLst xmlns:a="http://schemas.openxmlformats.org/drawingml/2006/main">
              <a:ext uri="{FF2B5EF4-FFF2-40B4-BE49-F238E27FC236}">
                <a16:creationId xmlns:a16="http://schemas.microsoft.com/office/drawing/2014/main" id="{0CB00986-75E1-49CC-B133-B62263C8DD02}"/>
              </a:ext>
            </a:extLst>
          </p:cNvPr>
          <p:cNvSpPr>
            <a:spLocks xmlns:a="http://schemas.openxmlformats.org/drawingml/2006/main" noGrp="1"/>
          </p:cNvSpPr>
          <p:nvPr/>
        </p:nvSpPr>
        <p:spPr>
          <a:xfrm xmlns:a="http://schemas.openxmlformats.org/drawingml/2006/main">
            <a:off x="4577715" y="3643919"/>
            <a:ext cx="156210" cy="156210"/>
          </a:xfrm>
          <a:prstGeom xmlns:a="http://schemas.openxmlformats.org/drawingml/2006/main" prst="ellipse">
            <a:avLst/>
          </a:prstGeom>
          <a:solidFill xmlns:a="http://schemas.openxmlformats.org/drawingml/2006/main">
            <a:srgbClr val="2563EB"/>
          </a:solidFill>
          <a:ln xmlns:a="http://schemas.openxmlformats.org/drawingml/2006/main" w="13335">
            <a:solidFill>
              <a:srgbClr val="2563EB"/>
            </a:solidFill>
            <a:prstDash val="solid"/>
          </a:ln>
        </p:spPr>
      </p:sp>
      <p:sp>
        <p:nvSpPr>
          <p:cNvPr id="1188193175" name="">
            <a:extLst xmlns:a="http://schemas.openxmlformats.org/drawingml/2006/main">
              <a:ext uri="{FF2B5EF4-FFF2-40B4-BE49-F238E27FC236}">
                <a16:creationId xmlns:a16="http://schemas.microsoft.com/office/drawing/2014/main" id="{607D2FB3-846D-4F1D-B3D4-4740AA6FEACB}"/>
              </a:ext>
            </a:extLst>
          </p:cNvPr>
          <p:cNvSpPr>
            <a:spLocks xmlns:a="http://schemas.openxmlformats.org/drawingml/2006/main" noGrp="1"/>
          </p:cNvSpPr>
          <p:nvPr/>
        </p:nvSpPr>
        <p:spPr>
          <a:xfrm xmlns:a="http://schemas.openxmlformats.org/drawingml/2006/main">
            <a:off x="5012055" y="3974350"/>
            <a:ext cx="156210" cy="156210"/>
          </a:xfrm>
          <a:prstGeom xmlns:a="http://schemas.openxmlformats.org/drawingml/2006/main" prst="ellipse">
            <a:avLst/>
          </a:prstGeom>
          <a:solidFill xmlns:a="http://schemas.openxmlformats.org/drawingml/2006/main">
            <a:srgbClr val="2563EB"/>
          </a:solidFill>
          <a:ln xmlns:a="http://schemas.openxmlformats.org/drawingml/2006/main" w="13335">
            <a:solidFill>
              <a:srgbClr val="2563EB"/>
            </a:solidFill>
            <a:prstDash val="solid"/>
          </a:ln>
        </p:spPr>
      </p:sp>
      <p:sp>
        <p:nvSpPr>
          <p:cNvPr id="2075857353" name="">
            <a:extLst xmlns:a="http://schemas.openxmlformats.org/drawingml/2006/main">
              <a:ext uri="{FF2B5EF4-FFF2-40B4-BE49-F238E27FC236}">
                <a16:creationId xmlns:a16="http://schemas.microsoft.com/office/drawing/2014/main" id="{5FFC1AC1-3FEC-4826-9EEA-9B90B87C5954}"/>
              </a:ext>
            </a:extLst>
          </p:cNvPr>
          <p:cNvSpPr>
            <a:spLocks xmlns:a="http://schemas.openxmlformats.org/drawingml/2006/main" noGrp="1"/>
          </p:cNvSpPr>
          <p:nvPr/>
        </p:nvSpPr>
        <p:spPr>
          <a:xfrm xmlns:a="http://schemas.openxmlformats.org/drawingml/2006/main">
            <a:off x="5591175" y="3313488"/>
            <a:ext cx="156210" cy="156210"/>
          </a:xfrm>
          <a:prstGeom xmlns:a="http://schemas.openxmlformats.org/drawingml/2006/main" prst="ellipse">
            <a:avLst/>
          </a:prstGeom>
          <a:solidFill xmlns:a="http://schemas.openxmlformats.org/drawingml/2006/main">
            <a:srgbClr val="2563EB"/>
          </a:solidFill>
          <a:ln xmlns:a="http://schemas.openxmlformats.org/drawingml/2006/main" w="13335">
            <a:solidFill>
              <a:srgbClr val="2563EB"/>
            </a:solidFill>
            <a:prstDash val="solid"/>
          </a:ln>
        </p:spPr>
      </p:sp>
      <p:sp>
        <p:nvSpPr>
          <p:cNvPr id="260739157" name="">
            <a:extLst xmlns:a="http://schemas.openxmlformats.org/drawingml/2006/main">
              <a:ext uri="{FF2B5EF4-FFF2-40B4-BE49-F238E27FC236}">
                <a16:creationId xmlns:a16="http://schemas.microsoft.com/office/drawing/2014/main" id="{886F93B1-5552-4BE7-9FEC-F96EC8C703C0}"/>
              </a:ext>
            </a:extLst>
          </p:cNvPr>
          <p:cNvSpPr>
            <a:spLocks xmlns:a="http://schemas.openxmlformats.org/drawingml/2006/main" noGrp="1"/>
          </p:cNvSpPr>
          <p:nvPr/>
        </p:nvSpPr>
        <p:spPr>
          <a:xfrm xmlns:a="http://schemas.openxmlformats.org/drawingml/2006/main">
            <a:off x="5880735" y="4249709"/>
            <a:ext cx="156210" cy="156210"/>
          </a:xfrm>
          <a:prstGeom xmlns:a="http://schemas.openxmlformats.org/drawingml/2006/main" prst="ellipse">
            <a:avLst/>
          </a:prstGeom>
          <a:solidFill xmlns:a="http://schemas.openxmlformats.org/drawingml/2006/main">
            <a:srgbClr val="2563EB"/>
          </a:solidFill>
          <a:ln xmlns:a="http://schemas.openxmlformats.org/drawingml/2006/main" w="13335">
            <a:solidFill>
              <a:srgbClr val="2563EB"/>
            </a:solidFill>
            <a:prstDash val="solid"/>
          </a:ln>
        </p:spPr>
      </p:sp>
      <p:sp>
        <p:nvSpPr>
          <p:cNvPr id="472597424" name="">
            <a:extLst xmlns:a="http://schemas.openxmlformats.org/drawingml/2006/main">
              <a:ext uri="{FF2B5EF4-FFF2-40B4-BE49-F238E27FC236}">
                <a16:creationId xmlns:a16="http://schemas.microsoft.com/office/drawing/2014/main" id="{CBA28A5D-478B-46CA-B2B5-0D4006D6413B}"/>
              </a:ext>
            </a:extLst>
          </p:cNvPr>
          <p:cNvSpPr>
            <a:spLocks xmlns:a="http://schemas.openxmlformats.org/drawingml/2006/main" noGrp="1"/>
          </p:cNvSpPr>
          <p:nvPr/>
        </p:nvSpPr>
        <p:spPr>
          <a:xfrm xmlns:a="http://schemas.openxmlformats.org/drawingml/2006/main">
            <a:off x="6315075" y="2983057"/>
            <a:ext cx="156210" cy="156210"/>
          </a:xfrm>
          <a:prstGeom xmlns:a="http://schemas.openxmlformats.org/drawingml/2006/main" prst="ellipse">
            <a:avLst/>
          </a:prstGeom>
          <a:solidFill xmlns:a="http://schemas.openxmlformats.org/drawingml/2006/main">
            <a:srgbClr val="2563EB"/>
          </a:solidFill>
          <a:ln xmlns:a="http://schemas.openxmlformats.org/drawingml/2006/main" w="13335">
            <a:solidFill>
              <a:srgbClr val="2563EB"/>
            </a:solidFill>
            <a:prstDash val="solid"/>
          </a:ln>
        </p:spPr>
      </p:sp>
      <p:sp>
        <p:nvSpPr>
          <p:cNvPr id="311162584" name="">
            <a:extLst xmlns:a="http://schemas.openxmlformats.org/drawingml/2006/main">
              <a:ext uri="{FF2B5EF4-FFF2-40B4-BE49-F238E27FC236}">
                <a16:creationId xmlns:a16="http://schemas.microsoft.com/office/drawing/2014/main" id="{1FF92DFF-0BD1-4FE4-9B17-876C3599AD7B}"/>
              </a:ext>
            </a:extLst>
          </p:cNvPr>
          <p:cNvSpPr>
            <a:spLocks xmlns:a="http://schemas.openxmlformats.org/drawingml/2006/main" noGrp="1"/>
          </p:cNvSpPr>
          <p:nvPr/>
        </p:nvSpPr>
        <p:spPr>
          <a:xfrm xmlns:a="http://schemas.openxmlformats.org/drawingml/2006/main">
            <a:off x="6749414" y="3588847"/>
            <a:ext cx="156210" cy="156210"/>
          </a:xfrm>
          <a:prstGeom xmlns:a="http://schemas.openxmlformats.org/drawingml/2006/main" prst="ellipse">
            <a:avLst/>
          </a:prstGeom>
          <a:solidFill xmlns:a="http://schemas.openxmlformats.org/drawingml/2006/main">
            <a:srgbClr val="2563EB"/>
          </a:solidFill>
          <a:ln xmlns:a="http://schemas.openxmlformats.org/drawingml/2006/main" w="13335">
            <a:solidFill>
              <a:srgbClr val="2563EB"/>
            </a:solidFill>
            <a:prstDash val="solid"/>
          </a:ln>
        </p:spPr>
      </p:sp>
      <p:sp>
        <p:nvSpPr>
          <p:cNvPr id="418592259" name="">
            <a:extLst xmlns:a="http://schemas.openxmlformats.org/drawingml/2006/main">
              <a:ext uri="{FF2B5EF4-FFF2-40B4-BE49-F238E27FC236}">
                <a16:creationId xmlns:a16="http://schemas.microsoft.com/office/drawing/2014/main" id="{BB0F04C0-5004-4911-A771-6DCCE5837121}"/>
              </a:ext>
            </a:extLst>
          </p:cNvPr>
          <p:cNvSpPr>
            <a:spLocks xmlns:a="http://schemas.openxmlformats.org/drawingml/2006/main" noGrp="1"/>
          </p:cNvSpPr>
          <p:nvPr/>
        </p:nvSpPr>
        <p:spPr>
          <a:xfrm xmlns:a="http://schemas.openxmlformats.org/drawingml/2006/main">
            <a:off x="7183755" y="2652626"/>
            <a:ext cx="156210" cy="156210"/>
          </a:xfrm>
          <a:prstGeom xmlns:a="http://schemas.openxmlformats.org/drawingml/2006/main" prst="ellipse">
            <a:avLst/>
          </a:prstGeom>
          <a:solidFill xmlns:a="http://schemas.openxmlformats.org/drawingml/2006/main">
            <a:srgbClr val="2563EB"/>
          </a:solidFill>
          <a:ln xmlns:a="http://schemas.openxmlformats.org/drawingml/2006/main" w="13335">
            <a:solidFill>
              <a:srgbClr val="2563EB"/>
            </a:solidFill>
            <a:prstDash val="solid"/>
          </a:ln>
        </p:spPr>
      </p:sp>
      <p:sp>
        <p:nvSpPr>
          <p:cNvPr id="391215338" name="">
            <a:extLst xmlns:a="http://schemas.openxmlformats.org/drawingml/2006/main">
              <a:ext uri="{FF2B5EF4-FFF2-40B4-BE49-F238E27FC236}">
                <a16:creationId xmlns:a16="http://schemas.microsoft.com/office/drawing/2014/main" id="{16742637-55C1-4F2B-9591-D935E78131E3}"/>
              </a:ext>
            </a:extLst>
          </p:cNvPr>
          <p:cNvSpPr>
            <a:spLocks xmlns:a="http://schemas.openxmlformats.org/drawingml/2006/main" noGrp="1"/>
          </p:cNvSpPr>
          <p:nvPr/>
        </p:nvSpPr>
        <p:spPr>
          <a:xfrm xmlns:a="http://schemas.openxmlformats.org/drawingml/2006/main">
            <a:off x="7618095" y="3258416"/>
            <a:ext cx="156210" cy="156210"/>
          </a:xfrm>
          <a:prstGeom xmlns:a="http://schemas.openxmlformats.org/drawingml/2006/main" prst="ellipse">
            <a:avLst/>
          </a:prstGeom>
          <a:solidFill xmlns:a="http://schemas.openxmlformats.org/drawingml/2006/main">
            <a:srgbClr val="2563EB"/>
          </a:solidFill>
          <a:ln xmlns:a="http://schemas.openxmlformats.org/drawingml/2006/main" w="13335">
            <a:solidFill>
              <a:srgbClr val="2563EB"/>
            </a:solidFill>
            <a:prstDash val="solid"/>
          </a:ln>
        </p:spPr>
      </p:sp>
      <p:sp>
        <p:nvSpPr>
          <p:cNvPr id="1707420592" name="">
            <a:extLst xmlns:a="http://schemas.openxmlformats.org/drawingml/2006/main">
              <a:ext uri="{FF2B5EF4-FFF2-40B4-BE49-F238E27FC236}">
                <a16:creationId xmlns:a16="http://schemas.microsoft.com/office/drawing/2014/main" id="{0C463C9A-A1DD-403B-BBD7-8F32BE9704AD}"/>
              </a:ext>
            </a:extLst>
          </p:cNvPr>
          <p:cNvSpPr>
            <a:spLocks xmlns:a="http://schemas.openxmlformats.org/drawingml/2006/main" noGrp="1"/>
          </p:cNvSpPr>
          <p:nvPr/>
        </p:nvSpPr>
        <p:spPr>
          <a:xfrm xmlns:a="http://schemas.openxmlformats.org/drawingml/2006/main">
            <a:off x="8052435" y="2872913"/>
            <a:ext cx="156210" cy="156210"/>
          </a:xfrm>
          <a:prstGeom xmlns:a="http://schemas.openxmlformats.org/drawingml/2006/main" prst="ellipse">
            <a:avLst/>
          </a:prstGeom>
          <a:solidFill xmlns:a="http://schemas.openxmlformats.org/drawingml/2006/main">
            <a:srgbClr val="2563EB"/>
          </a:solidFill>
          <a:ln xmlns:a="http://schemas.openxmlformats.org/drawingml/2006/main" w="13335">
            <a:solidFill>
              <a:srgbClr val="2563EB"/>
            </a:solidFill>
            <a:prstDash val="solid"/>
          </a:ln>
        </p:spPr>
      </p:sp>
      <p:sp>
        <p:nvSpPr>
          <p:cNvPr id="1324466290" name="">
            <a:extLst xmlns:a="http://schemas.openxmlformats.org/drawingml/2006/main">
              <a:ext uri="{FF2B5EF4-FFF2-40B4-BE49-F238E27FC236}">
                <a16:creationId xmlns:a16="http://schemas.microsoft.com/office/drawing/2014/main" id="{15D77591-C6C5-4F30-A9CE-768AC60E031E}"/>
              </a:ext>
            </a:extLst>
          </p:cNvPr>
          <p:cNvSpPr>
            <a:spLocks xmlns:a="http://schemas.openxmlformats.org/drawingml/2006/main" noGrp="1"/>
          </p:cNvSpPr>
          <p:nvPr/>
        </p:nvSpPr>
        <p:spPr>
          <a:xfrm xmlns:a="http://schemas.openxmlformats.org/drawingml/2006/main">
            <a:off x="8486775" y="3864206"/>
            <a:ext cx="156210" cy="156210"/>
          </a:xfrm>
          <a:prstGeom xmlns:a="http://schemas.openxmlformats.org/drawingml/2006/main" prst="ellipse">
            <a:avLst/>
          </a:prstGeom>
          <a:solidFill xmlns:a="http://schemas.openxmlformats.org/drawingml/2006/main">
            <a:srgbClr val="2563EB"/>
          </a:solidFill>
          <a:ln xmlns:a="http://schemas.openxmlformats.org/drawingml/2006/main" w="13335">
            <a:solidFill>
              <a:srgbClr val="2563EB"/>
            </a:solidFill>
            <a:prstDash val="solid"/>
          </a:ln>
        </p:spPr>
      </p:sp>
      <p:sp>
        <p:nvSpPr>
          <p:cNvPr id="1167646444" name="">
            <a:extLst xmlns:a="http://schemas.openxmlformats.org/drawingml/2006/main">
              <a:ext uri="{FF2B5EF4-FFF2-40B4-BE49-F238E27FC236}">
                <a16:creationId xmlns:a16="http://schemas.microsoft.com/office/drawing/2014/main" id="{5B56F467-D374-4215-8094-7DE00F05FB7E}"/>
              </a:ext>
            </a:extLst>
          </p:cNvPr>
          <p:cNvSpPr>
            <a:spLocks xmlns:a="http://schemas.openxmlformats.org/drawingml/2006/main" noGrp="1"/>
          </p:cNvSpPr>
          <p:nvPr/>
        </p:nvSpPr>
        <p:spPr>
          <a:xfrm xmlns:a="http://schemas.openxmlformats.org/drawingml/2006/main">
            <a:off x="8776335" y="2487410"/>
            <a:ext cx="156210" cy="156210"/>
          </a:xfrm>
          <a:prstGeom xmlns:a="http://schemas.openxmlformats.org/drawingml/2006/main" prst="ellipse">
            <a:avLst/>
          </a:prstGeom>
          <a:solidFill xmlns:a="http://schemas.openxmlformats.org/drawingml/2006/main">
            <a:srgbClr val="2563EB"/>
          </a:solidFill>
          <a:ln xmlns:a="http://schemas.openxmlformats.org/drawingml/2006/main" w="13335">
            <a:solidFill>
              <a:srgbClr val="2563EB"/>
            </a:solidFill>
            <a:prstDash val="solid"/>
          </a:ln>
        </p:spPr>
      </p:sp>
      <p:sp>
        <p:nvSpPr>
          <p:cNvPr id="1367024098" name="">
            <a:extLst xmlns:a="http://schemas.openxmlformats.org/drawingml/2006/main">
              <a:ext uri="{FF2B5EF4-FFF2-40B4-BE49-F238E27FC236}">
                <a16:creationId xmlns:a16="http://schemas.microsoft.com/office/drawing/2014/main" id="{A4E9C1F3-FB5F-4B45-9C80-282396A8C01D}"/>
              </a:ext>
            </a:extLst>
          </p:cNvPr>
          <p:cNvSpPr>
            <a:spLocks xmlns:a="http://schemas.openxmlformats.org/drawingml/2006/main" noGrp="1"/>
          </p:cNvSpPr>
          <p:nvPr/>
        </p:nvSpPr>
        <p:spPr>
          <a:xfrm xmlns:a="http://schemas.openxmlformats.org/drawingml/2006/main">
            <a:off x="9429750" y="3000375"/>
            <a:ext cx="1524000" cy="514350"/>
          </a:xfrm>
          <a:prstGeom xmlns:a="http://schemas.openxmlformats.org/drawingml/2006/main" prst="roundRect">
            <a:avLst>
              <a:gd name="adj" fmla="val 22222"/>
            </a:avLst>
          </a:prstGeom>
          <a:solidFill xmlns:a="http://schemas.openxmlformats.org/drawingml/2006/main">
            <a:srgbClr val="FEF2F2"/>
          </a:solidFill>
          <a:ln xmlns:a="http://schemas.openxmlformats.org/drawingml/2006/main" w="14288">
            <a:solidFill>
              <a:srgbClr val="EF4444"/>
            </a:solidFill>
            <a:prstDash val="solid"/>
          </a:ln>
        </p:spPr>
        <p:txBody>
          <a:bodyPr xmlns:a="http://schemas.openxmlformats.org/drawingml/2006/main"/>
          <a:lstStyle xmlns:a="http://schemas.openxmlformats.org/drawingml/2006/main"/>
          <a:p xmlns:a="http://schemas.openxmlformats.org/drawingml/2006/main">
            <a:pPr algn="ctr">
              <a:buNone/>
              <a:defRPr sz="1750" b="1">
                <a:solidFill>
                  <a:srgbClr val="EF4444"/>
                </a:solidFill>
              </a:defRPr>
            </a:pPr>
            <a:r>
              <a:rPr sz="1750" b="1">
                <a:solidFill>
                  <a:srgbClr val="EF4444"/>
                </a:solidFill>
              </a:rPr>
              <a:t>fits noise</a:t>
            </a:r>
          </a:p>
        </p:txBody>
      </p:sp>
      <p:sp>
        <p:nvSpPr>
          <p:cNvPr id="2069871043" name="">
            <a:extLst xmlns:a="http://schemas.openxmlformats.org/drawingml/2006/main">
              <a:ext uri="{FF2B5EF4-FFF2-40B4-BE49-F238E27FC236}">
                <a16:creationId xmlns:a16="http://schemas.microsoft.com/office/drawing/2014/main" id="{C787A982-F0DB-4146-8699-5642AA536432}"/>
              </a:ext>
            </a:extLst>
          </p:cNvPr>
          <p:cNvSpPr>
            <a:spLocks xmlns:a="http://schemas.openxmlformats.org/drawingml/2006/main" noGrp="1"/>
          </p:cNvSpPr>
          <p:nvPr/>
        </p:nvSpPr>
        <p:spPr>
          <a:xfrm xmlns:a="http://schemas.openxmlformats.org/drawingml/2006/main">
            <a:off x="9429750" y="3714750"/>
            <a:ext cx="1524000" cy="514350"/>
          </a:xfrm>
          <a:prstGeom xmlns:a="http://schemas.openxmlformats.org/drawingml/2006/main" prst="roundRect">
            <a:avLst>
              <a:gd name="adj" fmla="val 22222"/>
            </a:avLst>
          </a:prstGeom>
          <a:solidFill xmlns:a="http://schemas.openxmlformats.org/drawingml/2006/main">
            <a:srgbClr val="DCFCE7"/>
          </a:solidFill>
          <a:ln xmlns:a="http://schemas.openxmlformats.org/drawingml/2006/main" w="14288">
            <a:solidFill>
              <a:srgbClr val="10B981"/>
            </a:solidFill>
            <a:prstDash val="solid"/>
          </a:ln>
        </p:spPr>
        <p:txBody>
          <a:bodyPr xmlns:a="http://schemas.openxmlformats.org/drawingml/2006/main"/>
          <a:lstStyle xmlns:a="http://schemas.openxmlformats.org/drawingml/2006/main"/>
          <a:p xmlns:a="http://schemas.openxmlformats.org/drawingml/2006/main">
            <a:pPr algn="ctr">
              <a:buNone/>
              <a:defRPr sz="1750" b="1">
                <a:solidFill>
                  <a:srgbClr val="10B981"/>
                </a:solidFill>
              </a:defRPr>
            </a:pPr>
            <a:r>
              <a:rPr sz="1750" b="1">
                <a:solidFill>
                  <a:srgbClr val="10B981"/>
                </a:solidFill>
              </a:rPr>
              <a:t>better trend</a:t>
            </a:r>
          </a:p>
        </p:txBody>
      </p:sp>
      <p:sp>
        <p:nvSpPr>
          <p:cNvPr id="2096192632" name="">
            <a:extLst xmlns:a="http://schemas.openxmlformats.org/drawingml/2006/main">
              <a:ext uri="{FF2B5EF4-FFF2-40B4-BE49-F238E27FC236}">
                <a16:creationId xmlns:a16="http://schemas.microsoft.com/office/drawing/2014/main" id="{C36AF172-39AA-4DE8-9A46-4E514CE0D9DA}"/>
              </a:ext>
            </a:extLst>
          </p:cNvPr>
          <p:cNvSpPr>
            <a:spLocks xmlns:a="http://schemas.openxmlformats.org/drawingml/2006/main" noGrp="1"/>
          </p:cNvSpPr>
          <p:nvPr/>
        </p:nvSpPr>
        <p:spPr>
          <a:xfrm xmlns:a="http://schemas.openxmlformats.org/drawingml/2006/main">
            <a:off x="2857500" y="1714500"/>
            <a:ext cx="6477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100" b="1">
                <a:solidFill>
                  <a:srgbClr val="EF4444"/>
                </a:solidFill>
              </a:defRPr>
            </a:pPr>
            <a:r>
              <a:rPr sz="2100" b="1">
                <a:solidFill>
                  <a:srgbClr val="EF4444"/>
                </a:solidFill>
              </a:rPr>
              <a:t>low training error, weak generalization</a:t>
            </a:r>
          </a:p>
        </p:txBody>
      </p:sp>
      <p:sp>
        <p:nvSpPr>
          <p:cNvPr id="969777748" name="">
            <a:extLst xmlns:a="http://schemas.openxmlformats.org/drawingml/2006/main">
              <a:ext uri="{FF2B5EF4-FFF2-40B4-BE49-F238E27FC236}">
                <a16:creationId xmlns:a16="http://schemas.microsoft.com/office/drawing/2014/main" id="{7352571A-3A03-47A7-B56F-8B0D476C34A6}"/>
              </a:ext>
            </a:extLst>
          </p:cNvPr>
          <p:cNvSpPr>
            <a:spLocks xmlns:a="http://schemas.openxmlformats.org/drawingml/2006/main" noGrp="1"/>
          </p:cNvSpPr>
          <p:nvPr/>
        </p:nvSpPr>
        <p:spPr>
          <a:xfrm xmlns:a="http://schemas.openxmlformats.org/drawingml/2006/main">
            <a:off x="11106150" y="628650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00" b="0">
                <a:solidFill>
                  <a:srgbClr val="667085"/>
                </a:solidFill>
              </a:defRPr>
            </a:pPr>
            <a:r>
              <a:rPr sz="1000" b="0">
                <a:solidFill>
                  <a:srgbClr val="667085"/>
                </a:solidFill>
              </a:rPr>
              <a:t>07</a:t>
            </a:r>
          </a:p>
        </p:txBody>
      </p:sp>
      <p:pic>
        <p:nvPicPr>
          <p:cNvPr id="2096192662" name=""/>
          <p:cNvPicPr>
            <a:picLocks xmlns:a="http://schemas.openxmlformats.org/drawingml/2006/main" noChangeAspect="1"/>
          </p:cNvPicPr>
          <p:nvPr/>
        </p:nvPicPr>
        <p:blipFill rotWithShape="1">
          <a:blip xmlns:r="http://schemas.openxmlformats.org/officeDocument/2006/relationships" xmlns:a="http://schemas.openxmlformats.org/drawingml/2006/main" r:embed="Re085fddc340748cf">
            <a:extLst>
              <a:ext uri="{96DAC541-7B7A-43D3-8B79-37D633B846F1}">
                <asvg:svgBlip xmlns:asvg="http://schemas.microsoft.com/office/drawing/2016/SVG/main" r:embed="R95a36d75a70448c0"/>
              </a:ext>
            </a:extLst>
          </a:blip>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858426565"/>
      </p:ext>
    </p:extLst>
  </p:cSld>
</p:sld>
</file>

<file path=ppt/slides/slide8.xml><?xml version="1.0" encoding="utf-8"?>
<p:sld xmlns:p="http://schemas.openxmlformats.org/presentationml/2006/main" showMasterSp="1">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90818176" name="">
            <a:extLst xmlns:a="http://schemas.openxmlformats.org/drawingml/2006/main">
              <a:ext uri="{FF2B5EF4-FFF2-40B4-BE49-F238E27FC236}">
                <a16:creationId xmlns:a16="http://schemas.microsoft.com/office/drawing/2014/main" id="{EE447679-6004-4363-B719-395D1C234CBE}"/>
              </a:ext>
            </a:extLst>
          </p:cNvPr>
          <p:cNvSpPr>
            <a:spLocks xmlns:a="http://schemas.openxmlformats.org/drawingml/2006/main" noGrp="1"/>
          </p:cNvSpPr>
          <p:nvPr/>
        </p:nvSpPr>
        <p:spPr>
          <a:xfrm xmlns:a="http://schemas.openxmlformats.org/drawingml/2006/main">
            <a:off x="609600" y="32385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563EB"/>
                </a:solidFill>
              </a:defRPr>
            </a:pPr>
            <a:r>
              <a:rPr sz="1200" b="1">
                <a:solidFill>
                  <a:srgbClr val="2563EB"/>
                </a:solidFill>
              </a:rPr>
              <a:t>Regression</a:t>
            </a:r>
          </a:p>
        </p:txBody>
      </p:sp>
      <p:sp>
        <p:nvSpPr>
          <p:cNvPr id="785272062" name="">
            <a:extLst xmlns:a="http://schemas.openxmlformats.org/drawingml/2006/main">
              <a:ext uri="{FF2B5EF4-FFF2-40B4-BE49-F238E27FC236}">
                <a16:creationId xmlns:a16="http://schemas.microsoft.com/office/drawing/2014/main" id="{948D071A-E3B5-40FF-9083-0F29A3C3F1D0}"/>
              </a:ext>
            </a:extLst>
          </p:cNvPr>
          <p:cNvSpPr>
            <a:spLocks xmlns:a="http://schemas.openxmlformats.org/drawingml/2006/main" noGrp="1"/>
          </p:cNvSpPr>
          <p:nvPr/>
        </p:nvSpPr>
        <p:spPr>
          <a:xfrm xmlns:a="http://schemas.openxmlformats.org/drawingml/2006/main">
            <a:off x="609600" y="590549"/>
            <a:ext cx="10287000" cy="5905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000" b="1">
                <a:solidFill>
                  <a:srgbClr val="0B0F19"/>
                </a:solidFill>
              </a:defRPr>
            </a:pPr>
            <a:r>
              <a:rPr sz="3000" b="1">
                <a:solidFill>
                  <a:srgbClr val="0B0F19"/>
                </a:solidFill>
              </a:rPr>
              <a:t>Data is split to separate learning from judging</a:t>
            </a:r>
          </a:p>
        </p:txBody>
      </p:sp>
      <p:sp>
        <p:nvSpPr>
          <p:cNvPr id="1266136652" name="">
            <a:extLst xmlns:a="http://schemas.openxmlformats.org/drawingml/2006/main">
              <a:ext uri="{FF2B5EF4-FFF2-40B4-BE49-F238E27FC236}">
                <a16:creationId xmlns:a16="http://schemas.microsoft.com/office/drawing/2014/main" id="{3F2BB9BF-5FCD-44CF-AD91-9D6F47DA3D4B}"/>
              </a:ext>
            </a:extLst>
          </p:cNvPr>
          <p:cNvSpPr>
            <a:spLocks xmlns:a="http://schemas.openxmlformats.org/drawingml/2006/main" noGrp="1"/>
          </p:cNvSpPr>
          <p:nvPr/>
        </p:nvSpPr>
        <p:spPr>
          <a:xfrm xmlns:a="http://schemas.openxmlformats.org/drawingml/2006/main">
            <a:off x="704850" y="1466849"/>
            <a:ext cx="10782300" cy="4514850"/>
          </a:xfrm>
          <a:prstGeom xmlns:a="http://schemas.openxmlformats.org/drawingml/2006/main" prst="roundRect">
            <a:avLst>
              <a:gd name="adj" fmla="val 2532"/>
            </a:avLst>
          </a:prstGeom>
          <a:solidFill xmlns:a="http://schemas.openxmlformats.org/drawingml/2006/main">
            <a:srgbClr val="F8FAFC"/>
          </a:solidFill>
          <a:ln xmlns:a="http://schemas.openxmlformats.org/drawingml/2006/main" w="14288">
            <a:solidFill>
              <a:srgbClr val="E2E8F0"/>
            </a:solidFill>
            <a:prstDash val="solid"/>
          </a:ln>
        </p:spPr>
      </p:sp>
      <p:sp>
        <p:nvSpPr>
          <p:cNvPr id="1050748595" name="">
            <a:extLst xmlns:a="http://schemas.openxmlformats.org/drawingml/2006/main">
              <a:ext uri="{FF2B5EF4-FFF2-40B4-BE49-F238E27FC236}">
                <a16:creationId xmlns:a16="http://schemas.microsoft.com/office/drawing/2014/main" id="{87F9B7F8-D503-4EDF-A1CD-73A091110A7D}"/>
              </a:ext>
            </a:extLst>
          </p:cNvPr>
          <p:cNvSpPr>
            <a:spLocks xmlns:a="http://schemas.openxmlformats.org/drawingml/2006/main" noGrp="1"/>
          </p:cNvSpPr>
          <p:nvPr/>
        </p:nvSpPr>
        <p:spPr>
          <a:xfrm xmlns:a="http://schemas.openxmlformats.org/drawingml/2006/main">
            <a:off x="1162050" y="1752599"/>
            <a:ext cx="2990850" cy="3543300"/>
          </a:xfrm>
          <a:prstGeom xmlns:a="http://schemas.openxmlformats.org/drawingml/2006/main" prst="roundRect">
            <a:avLst>
              <a:gd name="adj" fmla="val 3822"/>
            </a:avLst>
          </a:prstGeom>
          <a:solidFill xmlns:a="http://schemas.openxmlformats.org/drawingml/2006/main">
            <a:srgbClr val="FFFFFF"/>
          </a:solidFill>
          <a:ln xmlns:a="http://schemas.openxmlformats.org/drawingml/2006/main" w="20955">
            <a:solidFill>
              <a:srgbClr val="2563EB"/>
            </a:solidFill>
            <a:prstDash val="solid"/>
          </a:ln>
        </p:spPr>
      </p:sp>
      <p:sp>
        <p:nvSpPr>
          <p:cNvPr id="1752567776" name="">
            <a:extLst xmlns:a="http://schemas.openxmlformats.org/drawingml/2006/main">
              <a:ext uri="{FF2B5EF4-FFF2-40B4-BE49-F238E27FC236}">
                <a16:creationId xmlns:a16="http://schemas.microsoft.com/office/drawing/2014/main" id="{925BED18-EDC5-4C0C-989F-604588E26C6F}"/>
              </a:ext>
            </a:extLst>
          </p:cNvPr>
          <p:cNvSpPr>
            <a:spLocks xmlns:a="http://schemas.openxmlformats.org/drawingml/2006/main" noGrp="1"/>
          </p:cNvSpPr>
          <p:nvPr/>
        </p:nvSpPr>
        <p:spPr>
          <a:xfrm xmlns:a="http://schemas.openxmlformats.org/drawingml/2006/main">
            <a:off x="1371600" y="2019300"/>
            <a:ext cx="2571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350" b="1">
                <a:solidFill>
                  <a:srgbClr val="2563EB"/>
                </a:solidFill>
              </a:defRPr>
            </a:pPr>
            <a:r>
              <a:rPr sz="2350" b="1">
                <a:solidFill>
                  <a:srgbClr val="2563EB"/>
                </a:solidFill>
              </a:rPr>
              <a:t>train</a:t>
            </a:r>
          </a:p>
        </p:txBody>
      </p:sp>
      <p:sp>
        <p:nvSpPr>
          <p:cNvPr id="397256150" name="">
            <a:extLst xmlns:a="http://schemas.openxmlformats.org/drawingml/2006/main">
              <a:ext uri="{FF2B5EF4-FFF2-40B4-BE49-F238E27FC236}">
                <a16:creationId xmlns:a16="http://schemas.microsoft.com/office/drawing/2014/main" id="{A5C18B1B-04F5-4C32-8208-36727658B6AE}"/>
              </a:ext>
            </a:extLst>
          </p:cNvPr>
          <p:cNvSpPr>
            <a:spLocks xmlns:a="http://schemas.openxmlformats.org/drawingml/2006/main" noGrp="1"/>
          </p:cNvSpPr>
          <p:nvPr/>
        </p:nvSpPr>
        <p:spPr>
          <a:xfrm xmlns:a="http://schemas.openxmlformats.org/drawingml/2006/main">
            <a:off x="1390650" y="2571750"/>
            <a:ext cx="25336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750" b="1">
                <a:solidFill>
                  <a:srgbClr val="0B0F19"/>
                </a:solidFill>
              </a:defRPr>
            </a:pPr>
            <a:r>
              <a:rPr sz="1750" b="1">
                <a:solidFill>
                  <a:srgbClr val="0B0F19"/>
                </a:solidFill>
              </a:rPr>
              <a:t>learn the model</a:t>
            </a:r>
          </a:p>
        </p:txBody>
      </p:sp>
      <p:sp>
        <p:nvSpPr>
          <p:cNvPr id="528734130" name="">
            <a:extLst xmlns:a="http://schemas.openxmlformats.org/drawingml/2006/main">
              <a:ext uri="{FF2B5EF4-FFF2-40B4-BE49-F238E27FC236}">
                <a16:creationId xmlns:a16="http://schemas.microsoft.com/office/drawing/2014/main" id="{BA387BEB-549A-4F6A-8F52-B61E7509961F}"/>
              </a:ext>
            </a:extLst>
          </p:cNvPr>
          <p:cNvSpPr>
            <a:spLocks xmlns:a="http://schemas.openxmlformats.org/drawingml/2006/main" noGrp="1"/>
          </p:cNvSpPr>
          <p:nvPr/>
        </p:nvSpPr>
        <p:spPr>
          <a:xfrm xmlns:a="http://schemas.openxmlformats.org/drawingml/2006/main">
            <a:off x="1447800" y="3371850"/>
            <a:ext cx="7048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563EB"/>
                </a:solidFill>
              </a:defRPr>
            </a:pPr>
            <a:r>
              <a:rPr sz="1200" b="1">
                <a:solidFill>
                  <a:srgbClr val="2563EB"/>
                </a:solidFill>
              </a:rPr>
              <a:t>uses</a:t>
            </a:r>
          </a:p>
        </p:txBody>
      </p:sp>
      <p:sp>
        <p:nvSpPr>
          <p:cNvPr id="1008566193" name="">
            <a:extLst xmlns:a="http://schemas.openxmlformats.org/drawingml/2006/main">
              <a:ext uri="{FF2B5EF4-FFF2-40B4-BE49-F238E27FC236}">
                <a16:creationId xmlns:a16="http://schemas.microsoft.com/office/drawing/2014/main" id="{7E19D434-7840-4991-8745-ED85D03C4CBA}"/>
              </a:ext>
            </a:extLst>
          </p:cNvPr>
          <p:cNvSpPr>
            <a:spLocks xmlns:a="http://schemas.openxmlformats.org/drawingml/2006/main" noGrp="1"/>
          </p:cNvSpPr>
          <p:nvPr/>
        </p:nvSpPr>
        <p:spPr>
          <a:xfrm xmlns:a="http://schemas.openxmlformats.org/drawingml/2006/main">
            <a:off x="2171700" y="3352800"/>
            <a:ext cx="16954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00" b="0">
                <a:solidFill>
                  <a:srgbClr val="0B0F19"/>
                </a:solidFill>
              </a:defRPr>
            </a:pPr>
            <a:r>
              <a:rPr sz="1300" b="0">
                <a:solidFill>
                  <a:srgbClr val="0B0F19"/>
                </a:solidFill>
              </a:rPr>
              <a:t>examples + labels</a:t>
            </a:r>
          </a:p>
        </p:txBody>
      </p:sp>
      <p:sp>
        <p:nvSpPr>
          <p:cNvPr id="2104166466" name="">
            <a:extLst xmlns:a="http://schemas.openxmlformats.org/drawingml/2006/main">
              <a:ext uri="{FF2B5EF4-FFF2-40B4-BE49-F238E27FC236}">
                <a16:creationId xmlns:a16="http://schemas.microsoft.com/office/drawing/2014/main" id="{3A668B60-71F3-42A4-B879-8261F09135EF}"/>
              </a:ext>
            </a:extLst>
          </p:cNvPr>
          <p:cNvSpPr>
            <a:spLocks xmlns:a="http://schemas.openxmlformats.org/drawingml/2006/main" noGrp="1"/>
          </p:cNvSpPr>
          <p:nvPr/>
        </p:nvSpPr>
        <p:spPr>
          <a:xfrm xmlns:a="http://schemas.openxmlformats.org/drawingml/2006/main">
            <a:off x="1447800" y="3733800"/>
            <a:ext cx="2419350" cy="9525"/>
          </a:xfrm>
          <a:prstGeom xmlns:a="http://schemas.openxmlformats.org/drawingml/2006/main" prst="line">
            <a:avLst/>
          </a:prstGeom>
          <a:noFill xmlns:a="http://schemas.openxmlformats.org/drawingml/2006/main"/>
          <a:ln xmlns:a="http://schemas.openxmlformats.org/drawingml/2006/main" w="9525">
            <a:solidFill>
              <a:srgbClr val="E2E8F0"/>
            </a:solidFill>
            <a:prstDash val="solid"/>
          </a:ln>
        </p:spPr>
      </p:sp>
      <p:sp>
        <p:nvSpPr>
          <p:cNvPr id="1391317271" name="">
            <a:extLst xmlns:a="http://schemas.openxmlformats.org/drawingml/2006/main">
              <a:ext uri="{FF2B5EF4-FFF2-40B4-BE49-F238E27FC236}">
                <a16:creationId xmlns:a16="http://schemas.microsoft.com/office/drawing/2014/main" id="{6583A12F-C341-4309-9380-53969ACDCE7A}"/>
              </a:ext>
            </a:extLst>
          </p:cNvPr>
          <p:cNvSpPr>
            <a:spLocks xmlns:a="http://schemas.openxmlformats.org/drawingml/2006/main" noGrp="1"/>
          </p:cNvSpPr>
          <p:nvPr/>
        </p:nvSpPr>
        <p:spPr>
          <a:xfrm xmlns:a="http://schemas.openxmlformats.org/drawingml/2006/main">
            <a:off x="1447800" y="3886200"/>
            <a:ext cx="7048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563EB"/>
                </a:solidFill>
              </a:defRPr>
            </a:pPr>
            <a:r>
              <a:rPr sz="1200" b="1">
                <a:solidFill>
                  <a:srgbClr val="2563EB"/>
                </a:solidFill>
              </a:rPr>
              <a:t>affects</a:t>
            </a:r>
          </a:p>
        </p:txBody>
      </p:sp>
      <p:sp>
        <p:nvSpPr>
          <p:cNvPr id="2139818399" name="">
            <a:extLst xmlns:a="http://schemas.openxmlformats.org/drawingml/2006/main">
              <a:ext uri="{FF2B5EF4-FFF2-40B4-BE49-F238E27FC236}">
                <a16:creationId xmlns:a16="http://schemas.microsoft.com/office/drawing/2014/main" id="{4CA27FF3-83A7-4D7F-BB66-88D499720C30}"/>
              </a:ext>
            </a:extLst>
          </p:cNvPr>
          <p:cNvSpPr>
            <a:spLocks xmlns:a="http://schemas.openxmlformats.org/drawingml/2006/main" noGrp="1"/>
          </p:cNvSpPr>
          <p:nvPr/>
        </p:nvSpPr>
        <p:spPr>
          <a:xfrm xmlns:a="http://schemas.openxmlformats.org/drawingml/2006/main">
            <a:off x="2171700" y="3867150"/>
            <a:ext cx="16954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00" b="0">
                <a:solidFill>
                  <a:srgbClr val="0B0F19"/>
                </a:solidFill>
              </a:defRPr>
            </a:pPr>
            <a:r>
              <a:rPr sz="1300" b="0">
                <a:solidFill>
                  <a:srgbClr val="0B0F19"/>
                </a:solidFill>
              </a:rPr>
              <a:t>weights directly</a:t>
            </a:r>
          </a:p>
        </p:txBody>
      </p:sp>
      <p:sp>
        <p:nvSpPr>
          <p:cNvPr id="756114382" name="">
            <a:extLst xmlns:a="http://schemas.openxmlformats.org/drawingml/2006/main">
              <a:ext uri="{FF2B5EF4-FFF2-40B4-BE49-F238E27FC236}">
                <a16:creationId xmlns:a16="http://schemas.microsoft.com/office/drawing/2014/main" id="{32A72FF0-564F-40D5-9A7E-AA21FCDB12FE}"/>
              </a:ext>
            </a:extLst>
          </p:cNvPr>
          <p:cNvSpPr>
            <a:spLocks xmlns:a="http://schemas.openxmlformats.org/drawingml/2006/main" noGrp="1"/>
          </p:cNvSpPr>
          <p:nvPr/>
        </p:nvSpPr>
        <p:spPr>
          <a:xfrm xmlns:a="http://schemas.openxmlformats.org/drawingml/2006/main">
            <a:off x="1447800" y="4248150"/>
            <a:ext cx="2419350" cy="9525"/>
          </a:xfrm>
          <a:prstGeom xmlns:a="http://schemas.openxmlformats.org/drawingml/2006/main" prst="line">
            <a:avLst/>
          </a:prstGeom>
          <a:noFill xmlns:a="http://schemas.openxmlformats.org/drawingml/2006/main"/>
          <a:ln xmlns:a="http://schemas.openxmlformats.org/drawingml/2006/main" w="9525">
            <a:solidFill>
              <a:srgbClr val="E2E8F0"/>
            </a:solidFill>
            <a:prstDash val="solid"/>
          </a:ln>
        </p:spPr>
      </p:sp>
      <p:sp>
        <p:nvSpPr>
          <p:cNvPr id="1665170773" name="">
            <a:extLst xmlns:a="http://schemas.openxmlformats.org/drawingml/2006/main">
              <a:ext uri="{FF2B5EF4-FFF2-40B4-BE49-F238E27FC236}">
                <a16:creationId xmlns:a16="http://schemas.microsoft.com/office/drawing/2014/main" id="{CEE793FC-AED4-4807-9DD9-C7BF2298C50D}"/>
              </a:ext>
            </a:extLst>
          </p:cNvPr>
          <p:cNvSpPr>
            <a:spLocks xmlns:a="http://schemas.openxmlformats.org/drawingml/2006/main" noGrp="1"/>
          </p:cNvSpPr>
          <p:nvPr/>
        </p:nvSpPr>
        <p:spPr>
          <a:xfrm xmlns:a="http://schemas.openxmlformats.org/drawingml/2006/main">
            <a:off x="1447800" y="4400550"/>
            <a:ext cx="7048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563EB"/>
                </a:solidFill>
              </a:defRPr>
            </a:pPr>
            <a:r>
              <a:rPr sz="1200" b="1">
                <a:solidFill>
                  <a:srgbClr val="2563EB"/>
                </a:solidFill>
              </a:rPr>
              <a:t>timing</a:t>
            </a:r>
          </a:p>
        </p:txBody>
      </p:sp>
      <p:sp>
        <p:nvSpPr>
          <p:cNvPr id="1710634737" name="">
            <a:extLst xmlns:a="http://schemas.openxmlformats.org/drawingml/2006/main">
              <a:ext uri="{FF2B5EF4-FFF2-40B4-BE49-F238E27FC236}">
                <a16:creationId xmlns:a16="http://schemas.microsoft.com/office/drawing/2014/main" id="{2B778A33-22FE-48B4-9B90-0AFDEF52A698}"/>
              </a:ext>
            </a:extLst>
          </p:cNvPr>
          <p:cNvSpPr>
            <a:spLocks xmlns:a="http://schemas.openxmlformats.org/drawingml/2006/main" noGrp="1"/>
          </p:cNvSpPr>
          <p:nvPr/>
        </p:nvSpPr>
        <p:spPr>
          <a:xfrm xmlns:a="http://schemas.openxmlformats.org/drawingml/2006/main">
            <a:off x="2171700" y="4381500"/>
            <a:ext cx="16954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00" b="0">
                <a:solidFill>
                  <a:srgbClr val="0B0F19"/>
                </a:solidFill>
              </a:defRPr>
            </a:pPr>
            <a:r>
              <a:rPr sz="1300" b="0">
                <a:solidFill>
                  <a:srgbClr val="0B0F19"/>
                </a:solidFill>
              </a:rPr>
              <a:t>every update</a:t>
            </a:r>
          </a:p>
        </p:txBody>
      </p:sp>
      <p:sp>
        <p:nvSpPr>
          <p:cNvPr id="1872312690" name="">
            <a:extLst xmlns:a="http://schemas.openxmlformats.org/drawingml/2006/main">
              <a:ext uri="{FF2B5EF4-FFF2-40B4-BE49-F238E27FC236}">
                <a16:creationId xmlns:a16="http://schemas.microsoft.com/office/drawing/2014/main" id="{F32A1000-56C5-409A-A067-24DD9DBE7C8C}"/>
              </a:ext>
            </a:extLst>
          </p:cNvPr>
          <p:cNvSpPr>
            <a:spLocks xmlns:a="http://schemas.openxmlformats.org/drawingml/2006/main" noGrp="1"/>
          </p:cNvSpPr>
          <p:nvPr/>
        </p:nvSpPr>
        <p:spPr>
          <a:xfrm xmlns:a="http://schemas.openxmlformats.org/drawingml/2006/main">
            <a:off x="4600575" y="1752599"/>
            <a:ext cx="2990850" cy="3543300"/>
          </a:xfrm>
          <a:prstGeom xmlns:a="http://schemas.openxmlformats.org/drawingml/2006/main" prst="roundRect">
            <a:avLst>
              <a:gd name="adj" fmla="val 3822"/>
            </a:avLst>
          </a:prstGeom>
          <a:solidFill xmlns:a="http://schemas.openxmlformats.org/drawingml/2006/main">
            <a:srgbClr val="FFFFFF"/>
          </a:solidFill>
          <a:ln xmlns:a="http://schemas.openxmlformats.org/drawingml/2006/main" w="20955">
            <a:solidFill>
              <a:srgbClr val="10B981"/>
            </a:solidFill>
            <a:prstDash val="solid"/>
          </a:ln>
        </p:spPr>
      </p:sp>
      <p:sp>
        <p:nvSpPr>
          <p:cNvPr id="1638876600" name="">
            <a:extLst xmlns:a="http://schemas.openxmlformats.org/drawingml/2006/main">
              <a:ext uri="{FF2B5EF4-FFF2-40B4-BE49-F238E27FC236}">
                <a16:creationId xmlns:a16="http://schemas.microsoft.com/office/drawing/2014/main" id="{81D2FF20-37AB-49BE-842A-D0C0BF3604FF}"/>
              </a:ext>
            </a:extLst>
          </p:cNvPr>
          <p:cNvSpPr>
            <a:spLocks xmlns:a="http://schemas.openxmlformats.org/drawingml/2006/main" noGrp="1"/>
          </p:cNvSpPr>
          <p:nvPr/>
        </p:nvSpPr>
        <p:spPr>
          <a:xfrm xmlns:a="http://schemas.openxmlformats.org/drawingml/2006/main">
            <a:off x="4810125" y="2019300"/>
            <a:ext cx="2571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350" b="1">
                <a:solidFill>
                  <a:srgbClr val="10B981"/>
                </a:solidFill>
              </a:defRPr>
            </a:pPr>
            <a:r>
              <a:rPr sz="2350" b="1">
                <a:solidFill>
                  <a:srgbClr val="10B981"/>
                </a:solidFill>
              </a:rPr>
              <a:t>validation</a:t>
            </a:r>
          </a:p>
        </p:txBody>
      </p:sp>
      <p:sp>
        <p:nvSpPr>
          <p:cNvPr id="815678977" name="">
            <a:extLst xmlns:a="http://schemas.openxmlformats.org/drawingml/2006/main">
              <a:ext uri="{FF2B5EF4-FFF2-40B4-BE49-F238E27FC236}">
                <a16:creationId xmlns:a16="http://schemas.microsoft.com/office/drawing/2014/main" id="{A8FD7433-A842-4697-BE13-9F50FD5C54D7}"/>
              </a:ext>
            </a:extLst>
          </p:cNvPr>
          <p:cNvSpPr>
            <a:spLocks xmlns:a="http://schemas.openxmlformats.org/drawingml/2006/main" noGrp="1"/>
          </p:cNvSpPr>
          <p:nvPr/>
        </p:nvSpPr>
        <p:spPr>
          <a:xfrm xmlns:a="http://schemas.openxmlformats.org/drawingml/2006/main">
            <a:off x="4829175" y="2571750"/>
            <a:ext cx="25336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750" b="1">
                <a:solidFill>
                  <a:srgbClr val="0B0F19"/>
                </a:solidFill>
              </a:defRPr>
            </a:pPr>
            <a:r>
              <a:rPr sz="1750" b="1">
                <a:solidFill>
                  <a:srgbClr val="0B0F19"/>
                </a:solidFill>
              </a:rPr>
              <a:t>choose the setup</a:t>
            </a:r>
          </a:p>
        </p:txBody>
      </p:sp>
      <p:sp>
        <p:nvSpPr>
          <p:cNvPr id="815528298" name="">
            <a:extLst xmlns:a="http://schemas.openxmlformats.org/drawingml/2006/main">
              <a:ext uri="{FF2B5EF4-FFF2-40B4-BE49-F238E27FC236}">
                <a16:creationId xmlns:a16="http://schemas.microsoft.com/office/drawing/2014/main" id="{AA6F4E72-07EA-4FCF-A9B5-57354ED4E4AD}"/>
              </a:ext>
            </a:extLst>
          </p:cNvPr>
          <p:cNvSpPr>
            <a:spLocks xmlns:a="http://schemas.openxmlformats.org/drawingml/2006/main" noGrp="1"/>
          </p:cNvSpPr>
          <p:nvPr/>
        </p:nvSpPr>
        <p:spPr>
          <a:xfrm xmlns:a="http://schemas.openxmlformats.org/drawingml/2006/main">
            <a:off x="4886325" y="3371850"/>
            <a:ext cx="7048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10B981"/>
                </a:solidFill>
              </a:defRPr>
            </a:pPr>
            <a:r>
              <a:rPr sz="1200" b="1">
                <a:solidFill>
                  <a:srgbClr val="10B981"/>
                </a:solidFill>
              </a:rPr>
              <a:t>uses</a:t>
            </a:r>
          </a:p>
        </p:txBody>
      </p:sp>
      <p:sp>
        <p:nvSpPr>
          <p:cNvPr id="478170370" name="">
            <a:extLst xmlns:a="http://schemas.openxmlformats.org/drawingml/2006/main">
              <a:ext uri="{FF2B5EF4-FFF2-40B4-BE49-F238E27FC236}">
                <a16:creationId xmlns:a16="http://schemas.microsoft.com/office/drawing/2014/main" id="{CC4D70AE-B0F1-4C87-A5B5-208531D061DE}"/>
              </a:ext>
            </a:extLst>
          </p:cNvPr>
          <p:cNvSpPr>
            <a:spLocks xmlns:a="http://schemas.openxmlformats.org/drawingml/2006/main" noGrp="1"/>
          </p:cNvSpPr>
          <p:nvPr/>
        </p:nvSpPr>
        <p:spPr>
          <a:xfrm xmlns:a="http://schemas.openxmlformats.org/drawingml/2006/main">
            <a:off x="5610225" y="3352800"/>
            <a:ext cx="16954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00" b="0">
                <a:solidFill>
                  <a:srgbClr val="0B0F19"/>
                </a:solidFill>
              </a:defRPr>
            </a:pPr>
            <a:r>
              <a:rPr sz="1300" b="0">
                <a:solidFill>
                  <a:srgbClr val="0B0F19"/>
                </a:solidFill>
              </a:rPr>
              <a:t>held-out examples</a:t>
            </a:r>
          </a:p>
        </p:txBody>
      </p:sp>
      <p:sp>
        <p:nvSpPr>
          <p:cNvPr id="533968530" name="">
            <a:extLst xmlns:a="http://schemas.openxmlformats.org/drawingml/2006/main">
              <a:ext uri="{FF2B5EF4-FFF2-40B4-BE49-F238E27FC236}">
                <a16:creationId xmlns:a16="http://schemas.microsoft.com/office/drawing/2014/main" id="{2B98708D-DB0C-44CA-B293-7D82D41F853F}"/>
              </a:ext>
            </a:extLst>
          </p:cNvPr>
          <p:cNvSpPr>
            <a:spLocks xmlns:a="http://schemas.openxmlformats.org/drawingml/2006/main" noGrp="1"/>
          </p:cNvSpPr>
          <p:nvPr/>
        </p:nvSpPr>
        <p:spPr>
          <a:xfrm xmlns:a="http://schemas.openxmlformats.org/drawingml/2006/main">
            <a:off x="4886325" y="3733800"/>
            <a:ext cx="2419350" cy="9525"/>
          </a:xfrm>
          <a:prstGeom xmlns:a="http://schemas.openxmlformats.org/drawingml/2006/main" prst="line">
            <a:avLst/>
          </a:prstGeom>
          <a:noFill xmlns:a="http://schemas.openxmlformats.org/drawingml/2006/main"/>
          <a:ln xmlns:a="http://schemas.openxmlformats.org/drawingml/2006/main" w="9525">
            <a:solidFill>
              <a:srgbClr val="E2E8F0"/>
            </a:solidFill>
            <a:prstDash val="solid"/>
          </a:ln>
        </p:spPr>
      </p:sp>
      <p:sp>
        <p:nvSpPr>
          <p:cNvPr id="195109746" name="">
            <a:extLst xmlns:a="http://schemas.openxmlformats.org/drawingml/2006/main">
              <a:ext uri="{FF2B5EF4-FFF2-40B4-BE49-F238E27FC236}">
                <a16:creationId xmlns:a16="http://schemas.microsoft.com/office/drawing/2014/main" id="{AA7EFF82-5CEE-4E4A-96BD-5A7FB057C842}"/>
              </a:ext>
            </a:extLst>
          </p:cNvPr>
          <p:cNvSpPr>
            <a:spLocks xmlns:a="http://schemas.openxmlformats.org/drawingml/2006/main" noGrp="1"/>
          </p:cNvSpPr>
          <p:nvPr/>
        </p:nvSpPr>
        <p:spPr>
          <a:xfrm xmlns:a="http://schemas.openxmlformats.org/drawingml/2006/main">
            <a:off x="4886325" y="3886200"/>
            <a:ext cx="7048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10B981"/>
                </a:solidFill>
              </a:defRPr>
            </a:pPr>
            <a:r>
              <a:rPr sz="1200" b="1">
                <a:solidFill>
                  <a:srgbClr val="10B981"/>
                </a:solidFill>
              </a:rPr>
              <a:t>affects</a:t>
            </a:r>
          </a:p>
        </p:txBody>
      </p:sp>
      <p:sp>
        <p:nvSpPr>
          <p:cNvPr id="1008757045" name="">
            <a:extLst xmlns:a="http://schemas.openxmlformats.org/drawingml/2006/main">
              <a:ext uri="{FF2B5EF4-FFF2-40B4-BE49-F238E27FC236}">
                <a16:creationId xmlns:a16="http://schemas.microsoft.com/office/drawing/2014/main" id="{3F259B77-F04C-4425-8FF5-356E221E85A6}"/>
              </a:ext>
            </a:extLst>
          </p:cNvPr>
          <p:cNvSpPr>
            <a:spLocks xmlns:a="http://schemas.openxmlformats.org/drawingml/2006/main" noGrp="1"/>
          </p:cNvSpPr>
          <p:nvPr/>
        </p:nvSpPr>
        <p:spPr>
          <a:xfrm xmlns:a="http://schemas.openxmlformats.org/drawingml/2006/main">
            <a:off x="5610225" y="3867150"/>
            <a:ext cx="16954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00" b="0">
                <a:solidFill>
                  <a:srgbClr val="0B0F19"/>
                </a:solidFill>
              </a:defRPr>
            </a:pPr>
            <a:r>
              <a:rPr sz="1300" b="0">
                <a:solidFill>
                  <a:srgbClr val="0B0F19"/>
                </a:solidFill>
              </a:rPr>
              <a:t>choices indirectly</a:t>
            </a:r>
          </a:p>
        </p:txBody>
      </p:sp>
      <p:sp>
        <p:nvSpPr>
          <p:cNvPr id="1685278169" name="">
            <a:extLst xmlns:a="http://schemas.openxmlformats.org/drawingml/2006/main">
              <a:ext uri="{FF2B5EF4-FFF2-40B4-BE49-F238E27FC236}">
                <a16:creationId xmlns:a16="http://schemas.microsoft.com/office/drawing/2014/main" id="{A68964E7-4316-40A4-96AD-1F4D4CEAC0FB}"/>
              </a:ext>
            </a:extLst>
          </p:cNvPr>
          <p:cNvSpPr>
            <a:spLocks xmlns:a="http://schemas.openxmlformats.org/drawingml/2006/main" noGrp="1"/>
          </p:cNvSpPr>
          <p:nvPr/>
        </p:nvSpPr>
        <p:spPr>
          <a:xfrm xmlns:a="http://schemas.openxmlformats.org/drawingml/2006/main">
            <a:off x="4886325" y="4248150"/>
            <a:ext cx="2419350" cy="9525"/>
          </a:xfrm>
          <a:prstGeom xmlns:a="http://schemas.openxmlformats.org/drawingml/2006/main" prst="line">
            <a:avLst/>
          </a:prstGeom>
          <a:noFill xmlns:a="http://schemas.openxmlformats.org/drawingml/2006/main"/>
          <a:ln xmlns:a="http://schemas.openxmlformats.org/drawingml/2006/main" w="9525">
            <a:solidFill>
              <a:srgbClr val="E2E8F0"/>
            </a:solidFill>
            <a:prstDash val="solid"/>
          </a:ln>
        </p:spPr>
      </p:sp>
      <p:sp>
        <p:nvSpPr>
          <p:cNvPr id="1256120153" name="">
            <a:extLst xmlns:a="http://schemas.openxmlformats.org/drawingml/2006/main">
              <a:ext uri="{FF2B5EF4-FFF2-40B4-BE49-F238E27FC236}">
                <a16:creationId xmlns:a16="http://schemas.microsoft.com/office/drawing/2014/main" id="{7CA3DA28-780F-4715-A3B7-462037C1BD5C}"/>
              </a:ext>
            </a:extLst>
          </p:cNvPr>
          <p:cNvSpPr>
            <a:spLocks xmlns:a="http://schemas.openxmlformats.org/drawingml/2006/main" noGrp="1"/>
          </p:cNvSpPr>
          <p:nvPr/>
        </p:nvSpPr>
        <p:spPr>
          <a:xfrm xmlns:a="http://schemas.openxmlformats.org/drawingml/2006/main">
            <a:off x="4886325" y="4400550"/>
            <a:ext cx="7048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10B981"/>
                </a:solidFill>
              </a:defRPr>
            </a:pPr>
            <a:r>
              <a:rPr sz="1200" b="1">
                <a:solidFill>
                  <a:srgbClr val="10B981"/>
                </a:solidFill>
              </a:rPr>
              <a:t>timing</a:t>
            </a:r>
          </a:p>
        </p:txBody>
      </p:sp>
      <p:sp>
        <p:nvSpPr>
          <p:cNvPr id="686280822" name="">
            <a:extLst xmlns:a="http://schemas.openxmlformats.org/drawingml/2006/main">
              <a:ext uri="{FF2B5EF4-FFF2-40B4-BE49-F238E27FC236}">
                <a16:creationId xmlns:a16="http://schemas.microsoft.com/office/drawing/2014/main" id="{75424F7B-0DD4-4438-BAA1-DEB33437B805}"/>
              </a:ext>
            </a:extLst>
          </p:cNvPr>
          <p:cNvSpPr>
            <a:spLocks xmlns:a="http://schemas.openxmlformats.org/drawingml/2006/main" noGrp="1"/>
          </p:cNvSpPr>
          <p:nvPr/>
        </p:nvSpPr>
        <p:spPr>
          <a:xfrm xmlns:a="http://schemas.openxmlformats.org/drawingml/2006/main">
            <a:off x="5610225" y="4381500"/>
            <a:ext cx="16954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00" b="0">
                <a:solidFill>
                  <a:srgbClr val="0B0F19"/>
                </a:solidFill>
              </a:defRPr>
            </a:pPr>
            <a:r>
              <a:rPr sz="1300" b="0">
                <a:solidFill>
                  <a:srgbClr val="0B0F19"/>
                </a:solidFill>
              </a:rPr>
              <a:t>during development</a:t>
            </a:r>
          </a:p>
        </p:txBody>
      </p:sp>
      <p:sp>
        <p:nvSpPr>
          <p:cNvPr id="312764702" name="">
            <a:extLst xmlns:a="http://schemas.openxmlformats.org/drawingml/2006/main">
              <a:ext uri="{FF2B5EF4-FFF2-40B4-BE49-F238E27FC236}">
                <a16:creationId xmlns:a16="http://schemas.microsoft.com/office/drawing/2014/main" id="{39A1B5B4-CBEE-4D98-A118-AC9264FBED17}"/>
              </a:ext>
            </a:extLst>
          </p:cNvPr>
          <p:cNvSpPr>
            <a:spLocks xmlns:a="http://schemas.openxmlformats.org/drawingml/2006/main" noGrp="1"/>
          </p:cNvSpPr>
          <p:nvPr/>
        </p:nvSpPr>
        <p:spPr>
          <a:xfrm xmlns:a="http://schemas.openxmlformats.org/drawingml/2006/main">
            <a:off x="8039100" y="1752599"/>
            <a:ext cx="2990850" cy="3543300"/>
          </a:xfrm>
          <a:prstGeom xmlns:a="http://schemas.openxmlformats.org/drawingml/2006/main" prst="roundRect">
            <a:avLst>
              <a:gd name="adj" fmla="val 3822"/>
            </a:avLst>
          </a:prstGeom>
          <a:solidFill xmlns:a="http://schemas.openxmlformats.org/drawingml/2006/main">
            <a:srgbClr val="FFFFFF"/>
          </a:solidFill>
          <a:ln xmlns:a="http://schemas.openxmlformats.org/drawingml/2006/main" w="20955">
            <a:solidFill>
              <a:srgbClr val="7C3AED"/>
            </a:solidFill>
            <a:prstDash val="solid"/>
          </a:ln>
        </p:spPr>
      </p:sp>
      <p:sp>
        <p:nvSpPr>
          <p:cNvPr id="2086773710" name="">
            <a:extLst xmlns:a="http://schemas.openxmlformats.org/drawingml/2006/main">
              <a:ext uri="{FF2B5EF4-FFF2-40B4-BE49-F238E27FC236}">
                <a16:creationId xmlns:a16="http://schemas.microsoft.com/office/drawing/2014/main" id="{8D78D9D1-6634-49B8-9554-4106DCE8E920}"/>
              </a:ext>
            </a:extLst>
          </p:cNvPr>
          <p:cNvSpPr>
            <a:spLocks xmlns:a="http://schemas.openxmlformats.org/drawingml/2006/main" noGrp="1"/>
          </p:cNvSpPr>
          <p:nvPr/>
        </p:nvSpPr>
        <p:spPr>
          <a:xfrm xmlns:a="http://schemas.openxmlformats.org/drawingml/2006/main">
            <a:off x="8248650" y="2019300"/>
            <a:ext cx="2571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350" b="1">
                <a:solidFill>
                  <a:srgbClr val="7C3AED"/>
                </a:solidFill>
              </a:defRPr>
            </a:pPr>
            <a:r>
              <a:rPr sz="2350" b="1">
                <a:solidFill>
                  <a:srgbClr val="7C3AED"/>
                </a:solidFill>
              </a:rPr>
              <a:t>test</a:t>
            </a:r>
          </a:p>
        </p:txBody>
      </p:sp>
      <p:sp>
        <p:nvSpPr>
          <p:cNvPr id="2025467515" name="">
            <a:extLst xmlns:a="http://schemas.openxmlformats.org/drawingml/2006/main">
              <a:ext uri="{FF2B5EF4-FFF2-40B4-BE49-F238E27FC236}">
                <a16:creationId xmlns:a16="http://schemas.microsoft.com/office/drawing/2014/main" id="{9B4A145B-EC7B-49E0-83DA-C281D433AA0E}"/>
              </a:ext>
            </a:extLst>
          </p:cNvPr>
          <p:cNvSpPr>
            <a:spLocks xmlns:a="http://schemas.openxmlformats.org/drawingml/2006/main" noGrp="1"/>
          </p:cNvSpPr>
          <p:nvPr/>
        </p:nvSpPr>
        <p:spPr>
          <a:xfrm xmlns:a="http://schemas.openxmlformats.org/drawingml/2006/main">
            <a:off x="8267700" y="2571750"/>
            <a:ext cx="25336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750" b="1">
                <a:solidFill>
                  <a:srgbClr val="0B0F19"/>
                </a:solidFill>
              </a:defRPr>
            </a:pPr>
            <a:r>
              <a:rPr sz="1750" b="1">
                <a:solidFill>
                  <a:srgbClr val="0B0F19"/>
                </a:solidFill>
              </a:rPr>
              <a:t>estimate final score</a:t>
            </a:r>
          </a:p>
        </p:txBody>
      </p:sp>
      <p:sp>
        <p:nvSpPr>
          <p:cNvPr id="957358412" name="">
            <a:extLst xmlns:a="http://schemas.openxmlformats.org/drawingml/2006/main">
              <a:ext uri="{FF2B5EF4-FFF2-40B4-BE49-F238E27FC236}">
                <a16:creationId xmlns:a16="http://schemas.microsoft.com/office/drawing/2014/main" id="{E3C52317-C20F-4BEF-A1E3-DBB5B16CDE6E}"/>
              </a:ext>
            </a:extLst>
          </p:cNvPr>
          <p:cNvSpPr>
            <a:spLocks xmlns:a="http://schemas.openxmlformats.org/drawingml/2006/main" noGrp="1"/>
          </p:cNvSpPr>
          <p:nvPr/>
        </p:nvSpPr>
        <p:spPr>
          <a:xfrm xmlns:a="http://schemas.openxmlformats.org/drawingml/2006/main">
            <a:off x="8324850" y="3371850"/>
            <a:ext cx="7048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7C3AED"/>
                </a:solidFill>
              </a:defRPr>
            </a:pPr>
            <a:r>
              <a:rPr sz="1200" b="1">
                <a:solidFill>
                  <a:srgbClr val="7C3AED"/>
                </a:solidFill>
              </a:rPr>
              <a:t>uses</a:t>
            </a:r>
          </a:p>
        </p:txBody>
      </p:sp>
      <p:sp>
        <p:nvSpPr>
          <p:cNvPr id="1167683204" name="">
            <a:extLst xmlns:a="http://schemas.openxmlformats.org/drawingml/2006/main">
              <a:ext uri="{FF2B5EF4-FFF2-40B4-BE49-F238E27FC236}">
                <a16:creationId xmlns:a16="http://schemas.microsoft.com/office/drawing/2014/main" id="{BCEEF133-66D6-43FA-8246-105D874ED79E}"/>
              </a:ext>
            </a:extLst>
          </p:cNvPr>
          <p:cNvSpPr>
            <a:spLocks xmlns:a="http://schemas.openxmlformats.org/drawingml/2006/main" noGrp="1"/>
          </p:cNvSpPr>
          <p:nvPr/>
        </p:nvSpPr>
        <p:spPr>
          <a:xfrm xmlns:a="http://schemas.openxmlformats.org/drawingml/2006/main">
            <a:off x="9048750" y="3352800"/>
            <a:ext cx="16954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00" b="0">
                <a:solidFill>
                  <a:srgbClr val="0B0F19"/>
                </a:solidFill>
              </a:defRPr>
            </a:pPr>
            <a:r>
              <a:rPr sz="1300" b="0">
                <a:solidFill>
                  <a:srgbClr val="0B0F19"/>
                </a:solidFill>
              </a:rPr>
              <a:t>unseen examples</a:t>
            </a:r>
          </a:p>
        </p:txBody>
      </p:sp>
      <p:sp>
        <p:nvSpPr>
          <p:cNvPr id="935775800" name="">
            <a:extLst xmlns:a="http://schemas.openxmlformats.org/drawingml/2006/main">
              <a:ext uri="{FF2B5EF4-FFF2-40B4-BE49-F238E27FC236}">
                <a16:creationId xmlns:a16="http://schemas.microsoft.com/office/drawing/2014/main" id="{B73C9400-842F-4527-8E47-C92F1F26432C}"/>
              </a:ext>
            </a:extLst>
          </p:cNvPr>
          <p:cNvSpPr>
            <a:spLocks xmlns:a="http://schemas.openxmlformats.org/drawingml/2006/main" noGrp="1"/>
          </p:cNvSpPr>
          <p:nvPr/>
        </p:nvSpPr>
        <p:spPr>
          <a:xfrm xmlns:a="http://schemas.openxmlformats.org/drawingml/2006/main">
            <a:off x="8324850" y="3733800"/>
            <a:ext cx="2419350" cy="9525"/>
          </a:xfrm>
          <a:prstGeom xmlns:a="http://schemas.openxmlformats.org/drawingml/2006/main" prst="line">
            <a:avLst/>
          </a:prstGeom>
          <a:noFill xmlns:a="http://schemas.openxmlformats.org/drawingml/2006/main"/>
          <a:ln xmlns:a="http://schemas.openxmlformats.org/drawingml/2006/main" w="9525">
            <a:solidFill>
              <a:srgbClr val="E2E8F0"/>
            </a:solidFill>
            <a:prstDash val="solid"/>
          </a:ln>
        </p:spPr>
      </p:sp>
      <p:sp>
        <p:nvSpPr>
          <p:cNvPr id="1650430571" name="">
            <a:extLst xmlns:a="http://schemas.openxmlformats.org/drawingml/2006/main">
              <a:ext uri="{FF2B5EF4-FFF2-40B4-BE49-F238E27FC236}">
                <a16:creationId xmlns:a16="http://schemas.microsoft.com/office/drawing/2014/main" id="{329440BE-CC5A-4240-8E40-2B3916A238CA}"/>
              </a:ext>
            </a:extLst>
          </p:cNvPr>
          <p:cNvSpPr>
            <a:spLocks xmlns:a="http://schemas.openxmlformats.org/drawingml/2006/main" noGrp="1"/>
          </p:cNvSpPr>
          <p:nvPr/>
        </p:nvSpPr>
        <p:spPr>
          <a:xfrm xmlns:a="http://schemas.openxmlformats.org/drawingml/2006/main">
            <a:off x="8324850" y="3886200"/>
            <a:ext cx="7048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7C3AED"/>
                </a:solidFill>
              </a:defRPr>
            </a:pPr>
            <a:r>
              <a:rPr sz="1200" b="1">
                <a:solidFill>
                  <a:srgbClr val="7C3AED"/>
                </a:solidFill>
              </a:rPr>
              <a:t>affects</a:t>
            </a:r>
          </a:p>
        </p:txBody>
      </p:sp>
      <p:sp>
        <p:nvSpPr>
          <p:cNvPr id="1673598856" name="">
            <a:extLst xmlns:a="http://schemas.openxmlformats.org/drawingml/2006/main">
              <a:ext uri="{FF2B5EF4-FFF2-40B4-BE49-F238E27FC236}">
                <a16:creationId xmlns:a16="http://schemas.microsoft.com/office/drawing/2014/main" id="{85C45A50-413B-46AE-8494-6079775128A9}"/>
              </a:ext>
            </a:extLst>
          </p:cNvPr>
          <p:cNvSpPr>
            <a:spLocks xmlns:a="http://schemas.openxmlformats.org/drawingml/2006/main" noGrp="1"/>
          </p:cNvSpPr>
          <p:nvPr/>
        </p:nvSpPr>
        <p:spPr>
          <a:xfrm xmlns:a="http://schemas.openxmlformats.org/drawingml/2006/main">
            <a:off x="9048750" y="3867150"/>
            <a:ext cx="16954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00" b="0">
                <a:solidFill>
                  <a:srgbClr val="0B0F19"/>
                </a:solidFill>
              </a:defRPr>
            </a:pPr>
            <a:r>
              <a:rPr sz="1300" b="0">
                <a:solidFill>
                  <a:srgbClr val="0B0F19"/>
                </a:solidFill>
              </a:rPr>
              <a:t>nothing</a:t>
            </a:r>
          </a:p>
        </p:txBody>
      </p:sp>
      <p:sp>
        <p:nvSpPr>
          <p:cNvPr id="796017483" name="">
            <a:extLst xmlns:a="http://schemas.openxmlformats.org/drawingml/2006/main">
              <a:ext uri="{FF2B5EF4-FFF2-40B4-BE49-F238E27FC236}">
                <a16:creationId xmlns:a16="http://schemas.microsoft.com/office/drawing/2014/main" id="{766E5B00-48B8-4850-A454-B42B4FA45F51}"/>
              </a:ext>
            </a:extLst>
          </p:cNvPr>
          <p:cNvSpPr>
            <a:spLocks xmlns:a="http://schemas.openxmlformats.org/drawingml/2006/main" noGrp="1"/>
          </p:cNvSpPr>
          <p:nvPr/>
        </p:nvSpPr>
        <p:spPr>
          <a:xfrm xmlns:a="http://schemas.openxmlformats.org/drawingml/2006/main">
            <a:off x="8324850" y="4248150"/>
            <a:ext cx="2419350" cy="9525"/>
          </a:xfrm>
          <a:prstGeom xmlns:a="http://schemas.openxmlformats.org/drawingml/2006/main" prst="line">
            <a:avLst/>
          </a:prstGeom>
          <a:noFill xmlns:a="http://schemas.openxmlformats.org/drawingml/2006/main"/>
          <a:ln xmlns:a="http://schemas.openxmlformats.org/drawingml/2006/main" w="9525">
            <a:solidFill>
              <a:srgbClr val="E2E8F0"/>
            </a:solidFill>
            <a:prstDash val="solid"/>
          </a:ln>
        </p:spPr>
      </p:sp>
      <p:sp>
        <p:nvSpPr>
          <p:cNvPr id="150138994" name="">
            <a:extLst xmlns:a="http://schemas.openxmlformats.org/drawingml/2006/main">
              <a:ext uri="{FF2B5EF4-FFF2-40B4-BE49-F238E27FC236}">
                <a16:creationId xmlns:a16="http://schemas.microsoft.com/office/drawing/2014/main" id="{12F87DB2-CD8F-4FCF-BC8A-1FF42872D085}"/>
              </a:ext>
            </a:extLst>
          </p:cNvPr>
          <p:cNvSpPr>
            <a:spLocks xmlns:a="http://schemas.openxmlformats.org/drawingml/2006/main" noGrp="1"/>
          </p:cNvSpPr>
          <p:nvPr/>
        </p:nvSpPr>
        <p:spPr>
          <a:xfrm xmlns:a="http://schemas.openxmlformats.org/drawingml/2006/main">
            <a:off x="8324850" y="4400550"/>
            <a:ext cx="7048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7C3AED"/>
                </a:solidFill>
              </a:defRPr>
            </a:pPr>
            <a:r>
              <a:rPr sz="1200" b="1">
                <a:solidFill>
                  <a:srgbClr val="7C3AED"/>
                </a:solidFill>
              </a:rPr>
              <a:t>timing</a:t>
            </a:r>
          </a:p>
        </p:txBody>
      </p:sp>
      <p:sp>
        <p:nvSpPr>
          <p:cNvPr id="1355132478" name="">
            <a:extLst xmlns:a="http://schemas.openxmlformats.org/drawingml/2006/main">
              <a:ext uri="{FF2B5EF4-FFF2-40B4-BE49-F238E27FC236}">
                <a16:creationId xmlns:a16="http://schemas.microsoft.com/office/drawing/2014/main" id="{E4632C17-B729-4C7D-B619-99131F73BF38}"/>
              </a:ext>
            </a:extLst>
          </p:cNvPr>
          <p:cNvSpPr>
            <a:spLocks xmlns:a="http://schemas.openxmlformats.org/drawingml/2006/main" noGrp="1"/>
          </p:cNvSpPr>
          <p:nvPr/>
        </p:nvSpPr>
        <p:spPr>
          <a:xfrm xmlns:a="http://schemas.openxmlformats.org/drawingml/2006/main">
            <a:off x="9048750" y="4381500"/>
            <a:ext cx="16954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00" b="0">
                <a:solidFill>
                  <a:srgbClr val="0B0F19"/>
                </a:solidFill>
              </a:defRPr>
            </a:pPr>
            <a:r>
              <a:rPr sz="1300" b="0">
                <a:solidFill>
                  <a:srgbClr val="0B0F19"/>
                </a:solidFill>
              </a:rPr>
              <a:t>after all choices</a:t>
            </a:r>
          </a:p>
        </p:txBody>
      </p:sp>
      <p:sp>
        <p:nvSpPr>
          <p:cNvPr id="2121780221" name="">
            <a:extLst xmlns:a="http://schemas.openxmlformats.org/drawingml/2006/main">
              <a:ext uri="{FF2B5EF4-FFF2-40B4-BE49-F238E27FC236}">
                <a16:creationId xmlns:a16="http://schemas.microsoft.com/office/drawing/2014/main" id="{4D4951CD-41AF-402B-8C4E-091F85877577}"/>
              </a:ext>
            </a:extLst>
          </p:cNvPr>
          <p:cNvSpPr>
            <a:spLocks xmlns:a="http://schemas.openxmlformats.org/drawingml/2006/main" noGrp="1"/>
          </p:cNvSpPr>
          <p:nvPr/>
        </p:nvSpPr>
        <p:spPr>
          <a:xfrm xmlns:a="http://schemas.openxmlformats.org/drawingml/2006/main">
            <a:off x="4229100" y="3524250"/>
            <a:ext cx="285750" cy="9525"/>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835810552" name="">
            <a:extLst xmlns:a="http://schemas.openxmlformats.org/drawingml/2006/main">
              <a:ext uri="{FF2B5EF4-FFF2-40B4-BE49-F238E27FC236}">
                <a16:creationId xmlns:a16="http://schemas.microsoft.com/office/drawing/2014/main" id="{163174B3-CCDA-4AAF-9BBE-44CA046956E7}"/>
              </a:ext>
            </a:extLst>
          </p:cNvPr>
          <p:cNvSpPr>
            <a:spLocks xmlns:a="http://schemas.openxmlformats.org/drawingml/2006/main" noGrp="1"/>
          </p:cNvSpPr>
          <p:nvPr/>
        </p:nvSpPr>
        <p:spPr>
          <a:xfrm xmlns:a="http://schemas.openxmlformats.org/drawingml/2006/main">
            <a:off x="7667625" y="3524250"/>
            <a:ext cx="285750" cy="9525"/>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1100880980" name="">
            <a:extLst xmlns:a="http://schemas.openxmlformats.org/drawingml/2006/main">
              <a:ext uri="{FF2B5EF4-FFF2-40B4-BE49-F238E27FC236}">
                <a16:creationId xmlns:a16="http://schemas.microsoft.com/office/drawing/2014/main" id="{D4E1A7B3-0A20-445B-A546-2FC61F4351D5}"/>
              </a:ext>
            </a:extLst>
          </p:cNvPr>
          <p:cNvSpPr>
            <a:spLocks xmlns:a="http://schemas.openxmlformats.org/drawingml/2006/main" noGrp="1"/>
          </p:cNvSpPr>
          <p:nvPr/>
        </p:nvSpPr>
        <p:spPr>
          <a:xfrm xmlns:a="http://schemas.openxmlformats.org/drawingml/2006/main">
            <a:off x="2781300" y="5524500"/>
            <a:ext cx="666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750" b="1">
                <a:solidFill>
                  <a:srgbClr val="F97316"/>
                </a:solidFill>
              </a:defRPr>
            </a:pPr>
            <a:r>
              <a:rPr sz="1750" b="1">
                <a:solidFill>
                  <a:srgbClr val="F97316"/>
                </a:solidFill>
              </a:rPr>
              <a:t>validation is a development check; test is the final check</a:t>
            </a:r>
          </a:p>
        </p:txBody>
      </p:sp>
      <p:sp>
        <p:nvSpPr>
          <p:cNvPr id="1811406450" name="">
            <a:extLst xmlns:a="http://schemas.openxmlformats.org/drawingml/2006/main">
              <a:ext uri="{FF2B5EF4-FFF2-40B4-BE49-F238E27FC236}">
                <a16:creationId xmlns:a16="http://schemas.microsoft.com/office/drawing/2014/main" id="{864FAFA2-483D-4F0E-83F0-B3CCDF33E035}"/>
              </a:ext>
            </a:extLst>
          </p:cNvPr>
          <p:cNvSpPr>
            <a:spLocks xmlns:a="http://schemas.openxmlformats.org/drawingml/2006/main" noGrp="1"/>
          </p:cNvSpPr>
          <p:nvPr/>
        </p:nvSpPr>
        <p:spPr>
          <a:xfrm xmlns:a="http://schemas.openxmlformats.org/drawingml/2006/main">
            <a:off x="11106150" y="628650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00" b="0">
                <a:solidFill>
                  <a:srgbClr val="667085"/>
                </a:solidFill>
              </a:defRPr>
            </a:pPr>
            <a:r>
              <a:rPr sz="1000" b="0">
                <a:solidFill>
                  <a:srgbClr val="667085"/>
                </a:solidFill>
              </a:rPr>
              <a:t>08</a:t>
            </a:r>
          </a:p>
        </p:txBody>
      </p:sp>
    </p:spTree>
    <p:extLst>
      <p:ext uri="{BB962C8B-B14F-4D97-AF65-F5344CB8AC3E}">
        <p14:creationId xmlns:p14="http://schemas.microsoft.com/office/powerpoint/2010/main" val="289445840"/>
      </p:ext>
    </p:extLst>
  </p:cSld>
</p:sld>
</file>

<file path=ppt/slides/slide9.xml><?xml version="1.0" encoding="utf-8"?>
<p:sld xmlns:p="http://schemas.openxmlformats.org/presentationml/2006/main" showMasterSp="1">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54926775" name="">
            <a:extLst xmlns:a="http://schemas.openxmlformats.org/drawingml/2006/main">
              <a:ext uri="{FF2B5EF4-FFF2-40B4-BE49-F238E27FC236}">
                <a16:creationId xmlns:a16="http://schemas.microsoft.com/office/drawing/2014/main" id="{781ED98F-2F19-46C6-B0A8-0ECC9FF3D3E6}"/>
              </a:ext>
            </a:extLst>
          </p:cNvPr>
          <p:cNvSpPr>
            <a:spLocks xmlns:a="http://schemas.openxmlformats.org/drawingml/2006/main" noGrp="1"/>
          </p:cNvSpPr>
          <p:nvPr/>
        </p:nvSpPr>
        <p:spPr>
          <a:xfrm xmlns:a="http://schemas.openxmlformats.org/drawingml/2006/main">
            <a:off x="609600" y="32385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563EB"/>
                </a:solidFill>
              </a:defRPr>
            </a:pPr>
            <a:r>
              <a:rPr sz="1200" b="1">
                <a:solidFill>
                  <a:srgbClr val="2563EB"/>
                </a:solidFill>
              </a:rPr>
              <a:t>Regression</a:t>
            </a:r>
          </a:p>
        </p:txBody>
      </p:sp>
      <p:sp>
        <p:nvSpPr>
          <p:cNvPr id="1150295721" name="">
            <a:extLst xmlns:a="http://schemas.openxmlformats.org/drawingml/2006/main">
              <a:ext uri="{FF2B5EF4-FFF2-40B4-BE49-F238E27FC236}">
                <a16:creationId xmlns:a16="http://schemas.microsoft.com/office/drawing/2014/main" id="{B950D14F-F5D2-475A-8FDE-10FC2A96E290}"/>
              </a:ext>
            </a:extLst>
          </p:cNvPr>
          <p:cNvSpPr>
            <a:spLocks xmlns:a="http://schemas.openxmlformats.org/drawingml/2006/main" noGrp="1"/>
          </p:cNvSpPr>
          <p:nvPr/>
        </p:nvSpPr>
        <p:spPr>
          <a:xfrm xmlns:a="http://schemas.openxmlformats.org/drawingml/2006/main">
            <a:off x="609600" y="590549"/>
            <a:ext cx="10287000" cy="5905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000" b="1">
                <a:solidFill>
                  <a:srgbClr val="0B0F19"/>
                </a:solidFill>
              </a:defRPr>
            </a:pPr>
            <a:r>
              <a:rPr sz="3000" b="1">
                <a:solidFill>
                  <a:srgbClr val="0B0F19"/>
                </a:solidFill>
              </a:rPr>
              <a:t>Train, validation, and test reveal fit quality</a:t>
            </a:r>
          </a:p>
        </p:txBody>
      </p:sp>
      <p:sp>
        <p:nvSpPr>
          <p:cNvPr id="2106832514" name="">
            <a:extLst xmlns:a="http://schemas.openxmlformats.org/drawingml/2006/main">
              <a:ext uri="{FF2B5EF4-FFF2-40B4-BE49-F238E27FC236}">
                <a16:creationId xmlns:a16="http://schemas.microsoft.com/office/drawing/2014/main" id="{674ADEAC-CC3A-42EC-8506-9C4DFF613364}"/>
              </a:ext>
            </a:extLst>
          </p:cNvPr>
          <p:cNvSpPr>
            <a:spLocks xmlns:a="http://schemas.openxmlformats.org/drawingml/2006/main" noGrp="1"/>
          </p:cNvSpPr>
          <p:nvPr/>
        </p:nvSpPr>
        <p:spPr>
          <a:xfrm xmlns:a="http://schemas.openxmlformats.org/drawingml/2006/main">
            <a:off x="1162050" y="1466849"/>
            <a:ext cx="2381250" cy="685800"/>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20955">
            <a:solidFill>
              <a:srgbClr val="2563EB"/>
            </a:solidFill>
            <a:prstDash val="solid"/>
          </a:ln>
        </p:spPr>
        <p:txBody>
          <a:bodyPr xmlns:a="http://schemas.openxmlformats.org/drawingml/2006/main"/>
          <a:lstStyle xmlns:a="http://schemas.openxmlformats.org/drawingml/2006/main"/>
          <a:p xmlns:a="http://schemas.openxmlformats.org/drawingml/2006/main">
            <a:pPr algn="ctr">
              <a:buNone/>
              <a:defRPr sz="2050" b="1">
                <a:solidFill>
                  <a:srgbClr val="2563EB"/>
                </a:solidFill>
              </a:defRPr>
            </a:pPr>
            <a:r>
              <a:rPr sz="2050" b="1">
                <a:solidFill>
                  <a:srgbClr val="2563EB"/>
                </a:solidFill>
              </a:rPr>
              <a:t>train</a:t>
            </a:r>
          </a:p>
        </p:txBody>
      </p:sp>
      <p:sp>
        <p:nvSpPr>
          <p:cNvPr id="537144150" name="">
            <a:extLst xmlns:a="http://schemas.openxmlformats.org/drawingml/2006/main">
              <a:ext uri="{FF2B5EF4-FFF2-40B4-BE49-F238E27FC236}">
                <a16:creationId xmlns:a16="http://schemas.microsoft.com/office/drawing/2014/main" id="{144CC49C-DBC0-4DFA-8561-C9D1F80C61AA}"/>
              </a:ext>
            </a:extLst>
          </p:cNvPr>
          <p:cNvSpPr>
            <a:spLocks xmlns:a="http://schemas.openxmlformats.org/drawingml/2006/main" noGrp="1"/>
          </p:cNvSpPr>
          <p:nvPr/>
        </p:nvSpPr>
        <p:spPr>
          <a:xfrm xmlns:a="http://schemas.openxmlformats.org/drawingml/2006/main">
            <a:off x="1162050" y="22479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0">
                <a:solidFill>
                  <a:srgbClr val="667085"/>
                </a:solidFill>
              </a:defRPr>
            </a:pPr>
            <a:r>
              <a:rPr sz="1350" b="0">
                <a:solidFill>
                  <a:srgbClr val="667085"/>
                </a:solidFill>
              </a:rPr>
              <a:t>fit weights</a:t>
            </a:r>
          </a:p>
        </p:txBody>
      </p:sp>
      <p:sp>
        <p:nvSpPr>
          <p:cNvPr id="1844070668" name="">
            <a:extLst xmlns:a="http://schemas.openxmlformats.org/drawingml/2006/main">
              <a:ext uri="{FF2B5EF4-FFF2-40B4-BE49-F238E27FC236}">
                <a16:creationId xmlns:a16="http://schemas.microsoft.com/office/drawing/2014/main" id="{EAFAD93E-C681-43E1-AF54-5362065E5137}"/>
              </a:ext>
            </a:extLst>
          </p:cNvPr>
          <p:cNvSpPr>
            <a:spLocks xmlns:a="http://schemas.openxmlformats.org/drawingml/2006/main" noGrp="1"/>
          </p:cNvSpPr>
          <p:nvPr/>
        </p:nvSpPr>
        <p:spPr>
          <a:xfrm xmlns:a="http://schemas.openxmlformats.org/drawingml/2006/main">
            <a:off x="3752850" y="1809750"/>
            <a:ext cx="628650" cy="9525"/>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1156722813" name="">
            <a:extLst xmlns:a="http://schemas.openxmlformats.org/drawingml/2006/main">
              <a:ext uri="{FF2B5EF4-FFF2-40B4-BE49-F238E27FC236}">
                <a16:creationId xmlns:a16="http://schemas.microsoft.com/office/drawing/2014/main" id="{42429FEB-32C5-4EC6-AD6E-E68C7E3CB54D}"/>
              </a:ext>
            </a:extLst>
          </p:cNvPr>
          <p:cNvSpPr>
            <a:spLocks xmlns:a="http://schemas.openxmlformats.org/drawingml/2006/main" noGrp="1"/>
          </p:cNvSpPr>
          <p:nvPr/>
        </p:nvSpPr>
        <p:spPr>
          <a:xfrm xmlns:a="http://schemas.openxmlformats.org/drawingml/2006/main">
            <a:off x="4591050" y="1466849"/>
            <a:ext cx="2381250" cy="685800"/>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20955">
            <a:solidFill>
              <a:srgbClr val="10B981"/>
            </a:solidFill>
            <a:prstDash val="solid"/>
          </a:ln>
        </p:spPr>
        <p:txBody>
          <a:bodyPr xmlns:a="http://schemas.openxmlformats.org/drawingml/2006/main"/>
          <a:lstStyle xmlns:a="http://schemas.openxmlformats.org/drawingml/2006/main"/>
          <a:p xmlns:a="http://schemas.openxmlformats.org/drawingml/2006/main">
            <a:pPr algn="ctr">
              <a:buNone/>
              <a:defRPr sz="2050" b="1">
                <a:solidFill>
                  <a:srgbClr val="10B981"/>
                </a:solidFill>
              </a:defRPr>
            </a:pPr>
            <a:r>
              <a:rPr sz="2050" b="1">
                <a:solidFill>
                  <a:srgbClr val="10B981"/>
                </a:solidFill>
              </a:rPr>
              <a:t>validation</a:t>
            </a:r>
          </a:p>
        </p:txBody>
      </p:sp>
      <p:sp>
        <p:nvSpPr>
          <p:cNvPr id="555957419" name="">
            <a:extLst xmlns:a="http://schemas.openxmlformats.org/drawingml/2006/main">
              <a:ext uri="{FF2B5EF4-FFF2-40B4-BE49-F238E27FC236}">
                <a16:creationId xmlns:a16="http://schemas.microsoft.com/office/drawing/2014/main" id="{3B7E8B8D-58E3-4EB6-98C1-E5C71CCE4FCD}"/>
              </a:ext>
            </a:extLst>
          </p:cNvPr>
          <p:cNvSpPr>
            <a:spLocks xmlns:a="http://schemas.openxmlformats.org/drawingml/2006/main" noGrp="1"/>
          </p:cNvSpPr>
          <p:nvPr/>
        </p:nvSpPr>
        <p:spPr>
          <a:xfrm xmlns:a="http://schemas.openxmlformats.org/drawingml/2006/main">
            <a:off x="4591050" y="22479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0">
                <a:solidFill>
                  <a:srgbClr val="667085"/>
                </a:solidFill>
              </a:defRPr>
            </a:pPr>
            <a:r>
              <a:rPr sz="1350" b="0">
                <a:solidFill>
                  <a:srgbClr val="667085"/>
                </a:solidFill>
              </a:rPr>
              <a:t>choose model</a:t>
            </a:r>
          </a:p>
        </p:txBody>
      </p:sp>
      <p:sp>
        <p:nvSpPr>
          <p:cNvPr id="1221881981" name="">
            <a:extLst xmlns:a="http://schemas.openxmlformats.org/drawingml/2006/main">
              <a:ext uri="{FF2B5EF4-FFF2-40B4-BE49-F238E27FC236}">
                <a16:creationId xmlns:a16="http://schemas.microsoft.com/office/drawing/2014/main" id="{D7BACA67-E813-4955-A1DD-061B634B9802}"/>
              </a:ext>
            </a:extLst>
          </p:cNvPr>
          <p:cNvSpPr>
            <a:spLocks xmlns:a="http://schemas.openxmlformats.org/drawingml/2006/main" noGrp="1"/>
          </p:cNvSpPr>
          <p:nvPr/>
        </p:nvSpPr>
        <p:spPr>
          <a:xfrm xmlns:a="http://schemas.openxmlformats.org/drawingml/2006/main">
            <a:off x="7181850" y="1809750"/>
            <a:ext cx="628650" cy="9525"/>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942243680" name="">
            <a:extLst xmlns:a="http://schemas.openxmlformats.org/drawingml/2006/main">
              <a:ext uri="{FF2B5EF4-FFF2-40B4-BE49-F238E27FC236}">
                <a16:creationId xmlns:a16="http://schemas.microsoft.com/office/drawing/2014/main" id="{F2F0FC69-1C9E-4B3B-9438-8CBF20EF6DF7}"/>
              </a:ext>
            </a:extLst>
          </p:cNvPr>
          <p:cNvSpPr>
            <a:spLocks xmlns:a="http://schemas.openxmlformats.org/drawingml/2006/main" noGrp="1"/>
          </p:cNvSpPr>
          <p:nvPr/>
        </p:nvSpPr>
        <p:spPr>
          <a:xfrm xmlns:a="http://schemas.openxmlformats.org/drawingml/2006/main">
            <a:off x="8020050" y="1466849"/>
            <a:ext cx="2381250" cy="685800"/>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20955">
            <a:solidFill>
              <a:srgbClr val="7C3AED"/>
            </a:solidFill>
            <a:prstDash val="solid"/>
          </a:ln>
        </p:spPr>
        <p:txBody>
          <a:bodyPr xmlns:a="http://schemas.openxmlformats.org/drawingml/2006/main"/>
          <a:lstStyle xmlns:a="http://schemas.openxmlformats.org/drawingml/2006/main"/>
          <a:p xmlns:a="http://schemas.openxmlformats.org/drawingml/2006/main">
            <a:pPr algn="ctr">
              <a:buNone/>
              <a:defRPr sz="2050" b="1">
                <a:solidFill>
                  <a:srgbClr val="7C3AED"/>
                </a:solidFill>
              </a:defRPr>
            </a:pPr>
            <a:r>
              <a:rPr sz="2050" b="1">
                <a:solidFill>
                  <a:srgbClr val="7C3AED"/>
                </a:solidFill>
              </a:rPr>
              <a:t>test</a:t>
            </a:r>
          </a:p>
        </p:txBody>
      </p:sp>
      <p:sp>
        <p:nvSpPr>
          <p:cNvPr id="1558388500" name="">
            <a:extLst xmlns:a="http://schemas.openxmlformats.org/drawingml/2006/main">
              <a:ext uri="{FF2B5EF4-FFF2-40B4-BE49-F238E27FC236}">
                <a16:creationId xmlns:a16="http://schemas.microsoft.com/office/drawing/2014/main" id="{CFB86A90-EB90-4A23-8105-F980EBFC9EA2}"/>
              </a:ext>
            </a:extLst>
          </p:cNvPr>
          <p:cNvSpPr>
            <a:spLocks xmlns:a="http://schemas.openxmlformats.org/drawingml/2006/main" noGrp="1"/>
          </p:cNvSpPr>
          <p:nvPr/>
        </p:nvSpPr>
        <p:spPr>
          <a:xfrm xmlns:a="http://schemas.openxmlformats.org/drawingml/2006/main">
            <a:off x="8020050" y="22479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0">
                <a:solidFill>
                  <a:srgbClr val="667085"/>
                </a:solidFill>
              </a:defRPr>
            </a:pPr>
            <a:r>
              <a:rPr sz="1350" b="0">
                <a:solidFill>
                  <a:srgbClr val="667085"/>
                </a:solidFill>
              </a:rPr>
              <a:t>final check</a:t>
            </a:r>
          </a:p>
        </p:txBody>
      </p:sp>
      <p:sp>
        <p:nvSpPr>
          <p:cNvPr id="497016790" name="">
            <a:extLst xmlns:a="http://schemas.openxmlformats.org/drawingml/2006/main">
              <a:ext uri="{FF2B5EF4-FFF2-40B4-BE49-F238E27FC236}">
                <a16:creationId xmlns:a16="http://schemas.microsoft.com/office/drawing/2014/main" id="{6E9AC9E6-7550-4206-B961-3AFFF7085A7B}"/>
              </a:ext>
            </a:extLst>
          </p:cNvPr>
          <p:cNvSpPr>
            <a:spLocks xmlns:a="http://schemas.openxmlformats.org/drawingml/2006/main" noGrp="1"/>
          </p:cNvSpPr>
          <p:nvPr/>
        </p:nvSpPr>
        <p:spPr>
          <a:xfrm xmlns:a="http://schemas.openxmlformats.org/drawingml/2006/main">
            <a:off x="704850" y="2743200"/>
            <a:ext cx="10782300" cy="3314700"/>
          </a:xfrm>
          <a:prstGeom xmlns:a="http://schemas.openxmlformats.org/drawingml/2006/main" prst="roundRect">
            <a:avLst>
              <a:gd name="adj" fmla="val 3448"/>
            </a:avLst>
          </a:prstGeom>
          <a:solidFill xmlns:a="http://schemas.openxmlformats.org/drawingml/2006/main">
            <a:srgbClr val="F8FAFC"/>
          </a:solidFill>
          <a:ln xmlns:a="http://schemas.openxmlformats.org/drawingml/2006/main" w="14288">
            <a:solidFill>
              <a:srgbClr val="E2E8F0"/>
            </a:solidFill>
            <a:prstDash val="solid"/>
          </a:ln>
        </p:spPr>
      </p:sp>
      <p:sp>
        <p:nvSpPr>
          <p:cNvPr id="944728693" name="">
            <a:extLst xmlns:a="http://schemas.openxmlformats.org/drawingml/2006/main">
              <a:ext uri="{FF2B5EF4-FFF2-40B4-BE49-F238E27FC236}">
                <a16:creationId xmlns:a16="http://schemas.microsoft.com/office/drawing/2014/main" id="{E38F16DB-449C-4DF6-A7C8-B50EA376B4DB}"/>
              </a:ext>
            </a:extLst>
          </p:cNvPr>
          <p:cNvSpPr>
            <a:spLocks xmlns:a="http://schemas.openxmlformats.org/drawingml/2006/main" noGrp="1"/>
          </p:cNvSpPr>
          <p:nvPr/>
        </p:nvSpPr>
        <p:spPr>
          <a:xfrm xmlns:a="http://schemas.openxmlformats.org/drawingml/2006/main">
            <a:off x="1143000" y="5648325"/>
            <a:ext cx="9858375" cy="9525"/>
          </a:xfrm>
          <a:prstGeom xmlns:a="http://schemas.openxmlformats.org/drawingml/2006/main" prst="line">
            <a:avLst/>
          </a:prstGeom>
          <a:noFill xmlns:a="http://schemas.openxmlformats.org/drawingml/2006/main"/>
          <a:ln xmlns:a="http://schemas.openxmlformats.org/drawingml/2006/main" w="19050">
            <a:solidFill>
              <a:srgbClr val="94A3B8"/>
            </a:solidFill>
            <a:prstDash val="solid"/>
          </a:ln>
        </p:spPr>
      </p:sp>
      <p:sp>
        <p:nvSpPr>
          <p:cNvPr id="492924598" name="">
            <a:extLst xmlns:a="http://schemas.openxmlformats.org/drawingml/2006/main">
              <a:ext uri="{FF2B5EF4-FFF2-40B4-BE49-F238E27FC236}">
                <a16:creationId xmlns:a16="http://schemas.microsoft.com/office/drawing/2014/main" id="{AC7E29BE-27A8-420D-9A92-9A3ACC66095C}"/>
              </a:ext>
            </a:extLst>
          </p:cNvPr>
          <p:cNvSpPr>
            <a:spLocks xmlns:a="http://schemas.openxmlformats.org/drawingml/2006/main" noGrp="1"/>
          </p:cNvSpPr>
          <p:nvPr/>
        </p:nvSpPr>
        <p:spPr>
          <a:xfrm xmlns:a="http://schemas.openxmlformats.org/drawingml/2006/main">
            <a:off x="1143000" y="3124200"/>
            <a:ext cx="9525" cy="2524125"/>
          </a:xfrm>
          <a:prstGeom xmlns:a="http://schemas.openxmlformats.org/drawingml/2006/main" prst="line">
            <a:avLst/>
          </a:prstGeom>
          <a:noFill xmlns:a="http://schemas.openxmlformats.org/drawingml/2006/main"/>
          <a:ln xmlns:a="http://schemas.openxmlformats.org/drawingml/2006/main" w="19050">
            <a:solidFill>
              <a:srgbClr val="94A3B8"/>
            </a:solidFill>
            <a:prstDash val="solid"/>
          </a:ln>
        </p:spPr>
      </p:sp>
      <p:sp>
        <p:nvSpPr>
          <p:cNvPr id="1897545628" name="">
            <a:extLst xmlns:a="http://schemas.openxmlformats.org/drawingml/2006/main">
              <a:ext uri="{FF2B5EF4-FFF2-40B4-BE49-F238E27FC236}">
                <a16:creationId xmlns:a16="http://schemas.microsoft.com/office/drawing/2014/main" id="{A44B7F49-C4A5-4EFD-9787-60D41F823C9D}"/>
              </a:ext>
            </a:extLst>
          </p:cNvPr>
          <p:cNvSpPr>
            <a:spLocks xmlns:a="http://schemas.openxmlformats.org/drawingml/2006/main" noGrp="1"/>
          </p:cNvSpPr>
          <p:nvPr/>
        </p:nvSpPr>
        <p:spPr>
          <a:xfrm xmlns:a="http://schemas.openxmlformats.org/drawingml/2006/main">
            <a:off x="4705350" y="5762625"/>
            <a:ext cx="285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0">
                <a:solidFill>
                  <a:srgbClr val="667085"/>
                </a:solidFill>
              </a:defRPr>
            </a:pPr>
            <a:r>
              <a:rPr sz="1350" b="0">
                <a:solidFill>
                  <a:srgbClr val="667085"/>
                </a:solidFill>
              </a:rPr>
              <a:t>model complexity</a:t>
            </a:r>
          </a:p>
        </p:txBody>
      </p:sp>
      <p:sp>
        <p:nvSpPr>
          <p:cNvPr id="567799545" name="">
            <a:extLst xmlns:a="http://schemas.openxmlformats.org/drawingml/2006/main">
              <a:ext uri="{FF2B5EF4-FFF2-40B4-BE49-F238E27FC236}">
                <a16:creationId xmlns:a16="http://schemas.microsoft.com/office/drawing/2014/main" id="{C0F0A663-1E34-4F43-A046-1DFA484A0A6B}"/>
              </a:ext>
            </a:extLst>
          </p:cNvPr>
          <p:cNvSpPr>
            <a:spLocks xmlns:a="http://schemas.openxmlformats.org/drawingml/2006/main" noGrp="1"/>
          </p:cNvSpPr>
          <p:nvPr/>
        </p:nvSpPr>
        <p:spPr>
          <a:xfrm xmlns:a="http://schemas.openxmlformats.org/drawingml/2006/main">
            <a:off x="742950" y="30099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0">
                <a:solidFill>
                  <a:srgbClr val="667085"/>
                </a:solidFill>
              </a:defRPr>
            </a:pPr>
            <a:r>
              <a:rPr sz="1350" b="0">
                <a:solidFill>
                  <a:srgbClr val="667085"/>
                </a:solidFill>
              </a:rPr>
              <a:t>error</a:t>
            </a:r>
          </a:p>
        </p:txBody>
      </p:sp>
      <p:sp>
        <p:nvSpPr>
          <p:cNvPr id="163568203" name="">
            <a:extLst xmlns:a="http://schemas.openxmlformats.org/drawingml/2006/main">
              <a:ext uri="{FF2B5EF4-FFF2-40B4-BE49-F238E27FC236}">
                <a16:creationId xmlns:a16="http://schemas.microsoft.com/office/drawing/2014/main" id="{4CEC28F9-5B83-40EE-A3E1-E4A8900D3EC8}"/>
              </a:ext>
            </a:extLst>
          </p:cNvPr>
          <p:cNvSpPr>
            <a:spLocks xmlns:a="http://schemas.openxmlformats.org/drawingml/2006/main" noGrp="1"/>
          </p:cNvSpPr>
          <p:nvPr/>
        </p:nvSpPr>
        <p:spPr>
          <a:xfrm xmlns:a="http://schemas.openxmlformats.org/drawingml/2006/main">
            <a:off x="8934450" y="5257800"/>
            <a:ext cx="142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1">
                <a:solidFill>
                  <a:srgbClr val="2563EB"/>
                </a:solidFill>
              </a:defRPr>
            </a:pPr>
            <a:r>
              <a:rPr sz="1500" b="1">
                <a:solidFill>
                  <a:srgbClr val="2563EB"/>
                </a:solidFill>
              </a:rPr>
              <a:t>train error</a:t>
            </a:r>
          </a:p>
        </p:txBody>
      </p:sp>
      <p:sp>
        <p:nvSpPr>
          <p:cNvPr id="1723731145" name="">
            <a:extLst xmlns:a="http://schemas.openxmlformats.org/drawingml/2006/main">
              <a:ext uri="{FF2B5EF4-FFF2-40B4-BE49-F238E27FC236}">
                <a16:creationId xmlns:a16="http://schemas.microsoft.com/office/drawing/2014/main" id="{E0A79409-B951-417E-9186-E6BAB662EEBC}"/>
              </a:ext>
            </a:extLst>
          </p:cNvPr>
          <p:cNvSpPr>
            <a:spLocks xmlns:a="http://schemas.openxmlformats.org/drawingml/2006/main" noGrp="1"/>
          </p:cNvSpPr>
          <p:nvPr/>
        </p:nvSpPr>
        <p:spPr>
          <a:xfrm xmlns:a="http://schemas.openxmlformats.org/drawingml/2006/main">
            <a:off x="8905875" y="32004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1">
                <a:solidFill>
                  <a:srgbClr val="F97316"/>
                </a:solidFill>
              </a:defRPr>
            </a:pPr>
            <a:r>
              <a:rPr sz="1500" b="1">
                <a:solidFill>
                  <a:srgbClr val="F97316"/>
                </a:solidFill>
              </a:rPr>
              <a:t>validation error</a:t>
            </a:r>
          </a:p>
        </p:txBody>
      </p:sp>
      <p:sp>
        <p:nvSpPr>
          <p:cNvPr id="326786160" name="">
            <a:extLst xmlns:a="http://schemas.openxmlformats.org/drawingml/2006/main">
              <a:ext uri="{FF2B5EF4-FFF2-40B4-BE49-F238E27FC236}">
                <a16:creationId xmlns:a16="http://schemas.microsoft.com/office/drawing/2014/main" id="{39280A93-6307-4DAC-9D87-5BE6035A2055}"/>
              </a:ext>
            </a:extLst>
          </p:cNvPr>
          <p:cNvSpPr>
            <a:spLocks xmlns:a="http://schemas.openxmlformats.org/drawingml/2006/main" noGrp="1"/>
          </p:cNvSpPr>
          <p:nvPr/>
        </p:nvSpPr>
        <p:spPr>
          <a:xfrm xmlns:a="http://schemas.openxmlformats.org/drawingml/2006/main">
            <a:off x="762000" y="2800350"/>
            <a:ext cx="2190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750" b="1">
                <a:solidFill>
                  <a:srgbClr val="EF4444"/>
                </a:solidFill>
              </a:defRPr>
            </a:pPr>
            <a:r>
              <a:rPr sz="1750" b="1">
                <a:solidFill>
                  <a:srgbClr val="EF4444"/>
                </a:solidFill>
              </a:rPr>
              <a:t>underfitting</a:t>
            </a:r>
          </a:p>
        </p:txBody>
      </p:sp>
      <p:sp>
        <p:nvSpPr>
          <p:cNvPr id="1482802786" name="">
            <a:extLst xmlns:a="http://schemas.openxmlformats.org/drawingml/2006/main">
              <a:ext uri="{FF2B5EF4-FFF2-40B4-BE49-F238E27FC236}">
                <a16:creationId xmlns:a16="http://schemas.microsoft.com/office/drawing/2014/main" id="{3C2118BF-B448-42CD-8C1E-1EA660129F74}"/>
              </a:ext>
            </a:extLst>
          </p:cNvPr>
          <p:cNvSpPr>
            <a:spLocks xmlns:a="http://schemas.openxmlformats.org/drawingml/2006/main" noGrp="1"/>
          </p:cNvSpPr>
          <p:nvPr/>
        </p:nvSpPr>
        <p:spPr>
          <a:xfrm xmlns:a="http://schemas.openxmlformats.org/drawingml/2006/main">
            <a:off x="762000" y="539115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00" b="0">
                <a:solidFill>
                  <a:srgbClr val="667085"/>
                </a:solidFill>
              </a:defRPr>
            </a:pPr>
            <a:r>
              <a:rPr sz="1300" b="0">
                <a:solidFill>
                  <a:srgbClr val="667085"/>
                </a:solidFill>
              </a:rPr>
              <a:t>both errors high</a:t>
            </a:r>
          </a:p>
        </p:txBody>
      </p:sp>
      <p:sp>
        <p:nvSpPr>
          <p:cNvPr id="947956943" name="">
            <a:extLst xmlns:a="http://schemas.openxmlformats.org/drawingml/2006/main">
              <a:ext uri="{FF2B5EF4-FFF2-40B4-BE49-F238E27FC236}">
                <a16:creationId xmlns:a16="http://schemas.microsoft.com/office/drawing/2014/main" id="{10EF2C08-8B9C-411A-BD8D-1C35C98B383F}"/>
              </a:ext>
            </a:extLst>
          </p:cNvPr>
          <p:cNvSpPr>
            <a:spLocks xmlns:a="http://schemas.openxmlformats.org/drawingml/2006/main" noGrp="1"/>
          </p:cNvSpPr>
          <p:nvPr/>
        </p:nvSpPr>
        <p:spPr>
          <a:xfrm xmlns:a="http://schemas.openxmlformats.org/drawingml/2006/main">
            <a:off x="4286250" y="2800350"/>
            <a:ext cx="2190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750" b="1">
                <a:solidFill>
                  <a:srgbClr val="10B981"/>
                </a:solidFill>
              </a:defRPr>
            </a:pPr>
            <a:r>
              <a:rPr sz="1750" b="1">
                <a:solidFill>
                  <a:srgbClr val="10B981"/>
                </a:solidFill>
              </a:rPr>
              <a:t>best fit</a:t>
            </a:r>
          </a:p>
        </p:txBody>
      </p:sp>
      <p:sp>
        <p:nvSpPr>
          <p:cNvPr id="2016319605" name="">
            <a:extLst xmlns:a="http://schemas.openxmlformats.org/drawingml/2006/main">
              <a:ext uri="{FF2B5EF4-FFF2-40B4-BE49-F238E27FC236}">
                <a16:creationId xmlns:a16="http://schemas.microsoft.com/office/drawing/2014/main" id="{CDAF6452-9DB2-47A6-8686-083C475518E6}"/>
              </a:ext>
            </a:extLst>
          </p:cNvPr>
          <p:cNvSpPr>
            <a:spLocks xmlns:a="http://schemas.openxmlformats.org/drawingml/2006/main" noGrp="1"/>
          </p:cNvSpPr>
          <p:nvPr/>
        </p:nvSpPr>
        <p:spPr>
          <a:xfrm xmlns:a="http://schemas.openxmlformats.org/drawingml/2006/main">
            <a:off x="4286250" y="539115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00" b="0">
                <a:solidFill>
                  <a:srgbClr val="667085"/>
                </a:solidFill>
              </a:defRPr>
            </a:pPr>
            <a:r>
              <a:rPr sz="1300" b="0">
                <a:solidFill>
                  <a:srgbClr val="667085"/>
                </a:solidFill>
              </a:rPr>
              <a:t>validation lowest</a:t>
            </a:r>
          </a:p>
        </p:txBody>
      </p:sp>
      <p:sp>
        <p:nvSpPr>
          <p:cNvPr id="759240475" name="">
            <a:extLst xmlns:a="http://schemas.openxmlformats.org/drawingml/2006/main">
              <a:ext uri="{FF2B5EF4-FFF2-40B4-BE49-F238E27FC236}">
                <a16:creationId xmlns:a16="http://schemas.microsoft.com/office/drawing/2014/main" id="{1ECC9C4B-2458-49A5-BD15-5613A4E0EEB2}"/>
              </a:ext>
            </a:extLst>
          </p:cNvPr>
          <p:cNvSpPr>
            <a:spLocks xmlns:a="http://schemas.openxmlformats.org/drawingml/2006/main" noGrp="1"/>
          </p:cNvSpPr>
          <p:nvPr/>
        </p:nvSpPr>
        <p:spPr>
          <a:xfrm xmlns:a="http://schemas.openxmlformats.org/drawingml/2006/main">
            <a:off x="7591425" y="2800350"/>
            <a:ext cx="2190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750" b="1">
                <a:solidFill>
                  <a:srgbClr val="F97316"/>
                </a:solidFill>
              </a:defRPr>
            </a:pPr>
            <a:r>
              <a:rPr sz="1750" b="1">
                <a:solidFill>
                  <a:srgbClr val="F97316"/>
                </a:solidFill>
              </a:rPr>
              <a:t>overfitting</a:t>
            </a:r>
          </a:p>
        </p:txBody>
      </p:sp>
      <p:sp>
        <p:nvSpPr>
          <p:cNvPr id="1102304900" name="">
            <a:extLst xmlns:a="http://schemas.openxmlformats.org/drawingml/2006/main">
              <a:ext uri="{FF2B5EF4-FFF2-40B4-BE49-F238E27FC236}">
                <a16:creationId xmlns:a16="http://schemas.microsoft.com/office/drawing/2014/main" id="{8AF7EE72-F8AF-4FFF-B574-B8A999932E71}"/>
              </a:ext>
            </a:extLst>
          </p:cNvPr>
          <p:cNvSpPr>
            <a:spLocks xmlns:a="http://schemas.openxmlformats.org/drawingml/2006/main" noGrp="1"/>
          </p:cNvSpPr>
          <p:nvPr/>
        </p:nvSpPr>
        <p:spPr>
          <a:xfrm xmlns:a="http://schemas.openxmlformats.org/drawingml/2006/main">
            <a:off x="7591425" y="539115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00" b="0">
                <a:solidFill>
                  <a:srgbClr val="667085"/>
                </a:solidFill>
              </a:defRPr>
            </a:pPr>
            <a:r>
              <a:rPr sz="1300" b="0">
                <a:solidFill>
                  <a:srgbClr val="667085"/>
                </a:solidFill>
              </a:rPr>
              <a:t>gap opens</a:t>
            </a:r>
          </a:p>
        </p:txBody>
      </p:sp>
      <p:sp>
        <p:nvSpPr>
          <p:cNvPr id="1141042967" name="">
            <a:extLst xmlns:a="http://schemas.openxmlformats.org/drawingml/2006/main">
              <a:ext uri="{FF2B5EF4-FFF2-40B4-BE49-F238E27FC236}">
                <a16:creationId xmlns:a16="http://schemas.microsoft.com/office/drawing/2014/main" id="{4E1100A6-460A-428C-B4E4-9951DC15A89D}"/>
              </a:ext>
            </a:extLst>
          </p:cNvPr>
          <p:cNvSpPr>
            <a:spLocks xmlns:a="http://schemas.openxmlformats.org/drawingml/2006/main" noGrp="1"/>
          </p:cNvSpPr>
          <p:nvPr/>
        </p:nvSpPr>
        <p:spPr>
          <a:xfrm xmlns:a="http://schemas.openxmlformats.org/drawingml/2006/main">
            <a:off x="11106150" y="628650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00" b="0">
                <a:solidFill>
                  <a:srgbClr val="667085"/>
                </a:solidFill>
              </a:defRPr>
            </a:pPr>
            <a:r>
              <a:rPr sz="1000" b="0">
                <a:solidFill>
                  <a:srgbClr val="667085"/>
                </a:solidFill>
              </a:rPr>
              <a:t>09</a:t>
            </a:r>
          </a:p>
        </p:txBody>
      </p:sp>
      <p:sp>
        <p:nvSpPr>
          <p:cNvPr id="770391678" name="solidguide_normal">
            <a:extLst xmlns:a="http://schemas.openxmlformats.org/drawingml/2006/main">
              <a:ext uri="{FF2B5EF4-FFF2-40B4-BE49-F238E27FC236}">
                <a16:creationId xmlns:a16="http://schemas.microsoft.com/office/drawing/2014/main" id="{A58ED548-2782-4A7C-A4DE-380A9664E0E0}"/>
              </a:ext>
            </a:extLst>
          </p:cNvPr>
          <p:cNvSpPr>
            <a:spLocks xmlns:a="http://schemas.openxmlformats.org/drawingml/2006/main" noGrp="1"/>
          </p:cNvSpPr>
          <p:nvPr/>
        </p:nvSpPr>
        <p:spPr>
          <a:xfrm xmlns:a="http://schemas.openxmlformats.org/drawingml/2006/main">
            <a:off x="1857375" y="3200400"/>
            <a:ext cx="9525" cy="2447925"/>
          </a:xfrm>
          <a:prstGeom xmlns:a="http://schemas.openxmlformats.org/drawingml/2006/main" prst="line">
            <a:avLst/>
          </a:prstGeom>
          <a:noFill xmlns:a="http://schemas.openxmlformats.org/drawingml/2006/main"/>
          <a:ln xmlns:a="http://schemas.openxmlformats.org/drawingml/2006/main" w="14288">
            <a:solidFill>
              <a:srgbClr val="EF4444"/>
            </a:solidFill>
            <a:prstDash val="solid"/>
          </a:ln>
        </p:spPr>
      </p:sp>
      <p:sp>
        <p:nvSpPr>
          <p:cNvPr id="417352073" name="solidguide_normal">
            <a:extLst xmlns:a="http://schemas.openxmlformats.org/drawingml/2006/main">
              <a:ext uri="{FF2B5EF4-FFF2-40B4-BE49-F238E27FC236}">
                <a16:creationId xmlns:a16="http://schemas.microsoft.com/office/drawing/2014/main" id="{2A8063A5-76E1-425A-B082-9B54315FCA29}"/>
              </a:ext>
            </a:extLst>
          </p:cNvPr>
          <p:cNvSpPr>
            <a:spLocks xmlns:a="http://schemas.openxmlformats.org/drawingml/2006/main" noGrp="1"/>
          </p:cNvSpPr>
          <p:nvPr/>
        </p:nvSpPr>
        <p:spPr>
          <a:xfrm xmlns:a="http://schemas.openxmlformats.org/drawingml/2006/main">
            <a:off x="5381625" y="3200400"/>
            <a:ext cx="9525" cy="2447925"/>
          </a:xfrm>
          <a:prstGeom xmlns:a="http://schemas.openxmlformats.org/drawingml/2006/main" prst="line">
            <a:avLst/>
          </a:prstGeom>
          <a:noFill xmlns:a="http://schemas.openxmlformats.org/drawingml/2006/main"/>
          <a:ln xmlns:a="http://schemas.openxmlformats.org/drawingml/2006/main" w="14288">
            <a:solidFill>
              <a:srgbClr val="10B981"/>
            </a:solidFill>
            <a:prstDash val="solid"/>
          </a:ln>
        </p:spPr>
      </p:sp>
      <p:pic>
        <p:nvPicPr>
          <p:cNvPr id="2106832542" name=""/>
          <p:cNvPicPr>
            <a:picLocks xmlns:a="http://schemas.openxmlformats.org/drawingml/2006/main" noChangeAspect="1"/>
          </p:cNvPicPr>
          <p:nvPr/>
        </p:nvPicPr>
        <p:blipFill rotWithShape="1">
          <a:blip xmlns:r="http://schemas.openxmlformats.org/officeDocument/2006/relationships" xmlns:a="http://schemas.openxmlformats.org/drawingml/2006/main" r:embed="R858c9d15853a4530">
            <a:extLst>
              <a:ext uri="{96DAC541-7B7A-43D3-8B79-37D633B846F1}">
                <asvg:svgBlip xmlns:asvg="http://schemas.microsoft.com/office/drawing/2016/SVG/main" r:embed="Recb698a4f42143c3"/>
              </a:ext>
            </a:extLst>
          </a:blip>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547770182"/>
      </p:ext>
    </p:extLst>
  </p:cSld>
</p:sld>
</file>

<file path=ppt/slides/slide10.xml><?xml version="1.0" encoding="utf-8"?>
<p:sld xmlns:p="http://schemas.openxmlformats.org/presentationml/2006/main" showMasterSp="1">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70283907" name="">
            <a:extLst xmlns:a="http://schemas.openxmlformats.org/drawingml/2006/main">
              <a:ext uri="{FF2B5EF4-FFF2-40B4-BE49-F238E27FC236}">
                <a16:creationId xmlns:a16="http://schemas.microsoft.com/office/drawing/2014/main" id="{54FD42FF-229A-4F37-A173-53F3599ADF9C}"/>
              </a:ext>
            </a:extLst>
          </p:cNvPr>
          <p:cNvSpPr>
            <a:spLocks xmlns:a="http://schemas.openxmlformats.org/drawingml/2006/main" noGrp="1"/>
          </p:cNvSpPr>
          <p:nvPr/>
        </p:nvSpPr>
        <p:spPr>
          <a:xfrm xmlns:a="http://schemas.openxmlformats.org/drawingml/2006/main">
            <a:off x="609600" y="32385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563EB"/>
                </a:solidFill>
              </a:defRPr>
            </a:pPr>
            <a:r>
              <a:rPr sz="1200" b="1">
                <a:solidFill>
                  <a:srgbClr val="2563EB"/>
                </a:solidFill>
              </a:rPr>
              <a:t>Partial derivatives</a:t>
            </a:r>
          </a:p>
        </p:txBody>
      </p:sp>
      <p:sp>
        <p:nvSpPr>
          <p:cNvPr id="843139880" name="">
            <a:extLst xmlns:a="http://schemas.openxmlformats.org/drawingml/2006/main">
              <a:ext uri="{FF2B5EF4-FFF2-40B4-BE49-F238E27FC236}">
                <a16:creationId xmlns:a16="http://schemas.microsoft.com/office/drawing/2014/main" id="{DF96931C-EF04-4B4A-BD72-82C8BE91E132}"/>
              </a:ext>
            </a:extLst>
          </p:cNvPr>
          <p:cNvSpPr>
            <a:spLocks xmlns:a="http://schemas.openxmlformats.org/drawingml/2006/main" noGrp="1"/>
          </p:cNvSpPr>
          <p:nvPr/>
        </p:nvSpPr>
        <p:spPr>
          <a:xfrm xmlns:a="http://schemas.openxmlformats.org/drawingml/2006/main">
            <a:off x="609600" y="590549"/>
            <a:ext cx="9334500" cy="5905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150" b="1">
                <a:solidFill>
                  <a:srgbClr val="0B0F19"/>
                </a:solidFill>
              </a:defRPr>
            </a:pPr>
            <a:r>
              <a:rPr sz="3150" b="1">
                <a:solidFill>
                  <a:srgbClr val="0B0F19"/>
                </a:solidFill>
              </a:rPr>
              <a:t>Partial derivatives: one variable at a time</a:t>
            </a:r>
          </a:p>
        </p:txBody>
      </p:sp>
      <p:sp>
        <p:nvSpPr>
          <p:cNvPr id="441777438" name="">
            <a:extLst xmlns:a="http://schemas.openxmlformats.org/drawingml/2006/main">
              <a:ext uri="{FF2B5EF4-FFF2-40B4-BE49-F238E27FC236}">
                <a16:creationId xmlns:a16="http://schemas.microsoft.com/office/drawing/2014/main" id="{0880EFC5-F181-4FBF-8E62-329483054BEF}"/>
              </a:ext>
            </a:extLst>
          </p:cNvPr>
          <p:cNvSpPr>
            <a:spLocks xmlns:a="http://schemas.openxmlformats.org/drawingml/2006/main" noGrp="1"/>
          </p:cNvSpPr>
          <p:nvPr/>
        </p:nvSpPr>
        <p:spPr>
          <a:xfrm xmlns:a="http://schemas.openxmlformats.org/drawingml/2006/main">
            <a:off x="609600" y="1352550"/>
            <a:ext cx="10972800" cy="4762500"/>
          </a:xfrm>
          <a:prstGeom xmlns:a="http://schemas.openxmlformats.org/drawingml/2006/main" prst="roundRect">
            <a:avLst>
              <a:gd name="adj" fmla="val 1600"/>
            </a:avLst>
          </a:prstGeom>
          <a:solidFill xmlns:a="http://schemas.openxmlformats.org/drawingml/2006/main">
            <a:srgbClr val="F8FAFC"/>
          </a:solidFill>
          <a:ln xmlns:a="http://schemas.openxmlformats.org/drawingml/2006/main" w="14288">
            <a:solidFill>
              <a:srgbClr val="E2E8F0"/>
            </a:solidFill>
            <a:prstDash val="solid"/>
          </a:ln>
        </p:spPr>
      </p:sp>
      <p:pic>
        <p:nvPicPr>
          <p:cNvPr id="1856458313" name=""/>
          <p:cNvPicPr>
            <a:picLocks xmlns:a="http://schemas.openxmlformats.org/drawingml/2006/main" noChangeAspect="1"/>
          </p:cNvPicPr>
          <p:nvPr/>
        </p:nvPicPr>
        <p:blipFill rotWithShape="1">
          <a:blip xmlns:r="http://schemas.openxmlformats.org/officeDocument/2006/relationships" xmlns:a="http://schemas.openxmlformats.org/drawingml/2006/main" r:embed="R52f41a9ea2264be4"/>
          <a:stretch xmlns:a="http://schemas.openxmlformats.org/drawingml/2006/main"/>
        </p:blipFill>
        <p:spPr>
          <a:xfrm xmlns:a="http://schemas.openxmlformats.org/drawingml/2006/main">
            <a:off x="1095375" y="1631156"/>
            <a:ext cx="10001250" cy="1785938"/>
          </a:xfrm>
          <a:prstGeom xmlns:a="http://schemas.openxmlformats.org/drawingml/2006/main" prst="rect">
            <a:avLst/>
          </a:prstGeom>
        </p:spPr>
      </p:pic>
      <p:sp>
        <p:nvSpPr>
          <p:cNvPr id="1369448293" name="">
            <a:extLst xmlns:a="http://schemas.openxmlformats.org/drawingml/2006/main">
              <a:ext uri="{FF2B5EF4-FFF2-40B4-BE49-F238E27FC236}">
                <a16:creationId xmlns:a16="http://schemas.microsoft.com/office/drawing/2014/main" id="{53E8C1E3-177C-4F16-8858-A7EB599FDDE5}"/>
              </a:ext>
            </a:extLst>
          </p:cNvPr>
          <p:cNvSpPr>
            <a:spLocks xmlns:a="http://schemas.openxmlformats.org/drawingml/2006/main" noGrp="1"/>
          </p:cNvSpPr>
          <p:nvPr/>
        </p:nvSpPr>
        <p:spPr>
          <a:xfrm xmlns:a="http://schemas.openxmlformats.org/drawingml/2006/main">
            <a:off x="1524000" y="3905250"/>
            <a:ext cx="552450" cy="552450"/>
          </a:xfrm>
          <a:prstGeom xmlns:a="http://schemas.openxmlformats.org/drawingml/2006/main" prst="ellipse">
            <a:avLst/>
          </a:prstGeom>
          <a:solidFill xmlns:a="http://schemas.openxmlformats.org/drawingml/2006/main">
            <a:srgbClr val="E0F2FE"/>
          </a:solidFill>
          <a:ln xmlns:a="http://schemas.openxmlformats.org/drawingml/2006/main" w="14288">
            <a:solidFill>
              <a:srgbClr val="2563EB"/>
            </a:solidFill>
            <a:prstDash val="solid"/>
          </a:ln>
        </p:spPr>
        <p:txBody>
          <a:bodyPr xmlns:a="http://schemas.openxmlformats.org/drawingml/2006/main"/>
          <a:lstStyle xmlns:a="http://schemas.openxmlformats.org/drawingml/2006/main"/>
          <a:p xmlns:a="http://schemas.openxmlformats.org/drawingml/2006/main">
            <a:pPr algn="ctr">
              <a:buNone/>
              <a:defRPr sz="1950" b="1">
                <a:solidFill>
                  <a:srgbClr val="2563EB"/>
                </a:solidFill>
              </a:defRPr>
            </a:pPr>
            <a:r>
              <a:rPr sz="1950" b="1">
                <a:solidFill>
                  <a:srgbClr val="2563EB"/>
                </a:solidFill>
              </a:rPr>
              <a:t>1</a:t>
            </a:r>
          </a:p>
        </p:txBody>
      </p:sp>
      <p:sp>
        <p:nvSpPr>
          <p:cNvPr id="119453286" name="">
            <a:extLst xmlns:a="http://schemas.openxmlformats.org/drawingml/2006/main">
              <a:ext uri="{FF2B5EF4-FFF2-40B4-BE49-F238E27FC236}">
                <a16:creationId xmlns:a16="http://schemas.microsoft.com/office/drawing/2014/main" id="{3D3A7B35-A53D-4540-85DE-E2EBE74D3951}"/>
              </a:ext>
            </a:extLst>
          </p:cNvPr>
          <p:cNvSpPr>
            <a:spLocks xmlns:a="http://schemas.openxmlformats.org/drawingml/2006/main" noGrp="1"/>
          </p:cNvSpPr>
          <p:nvPr/>
        </p:nvSpPr>
        <p:spPr>
          <a:xfrm xmlns:a="http://schemas.openxmlformats.org/drawingml/2006/main">
            <a:off x="2238375" y="400050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900" b="1">
                <a:solidFill>
                  <a:srgbClr val="0B0F19"/>
                </a:solidFill>
              </a:defRPr>
            </a:pPr>
            <a:r>
              <a:rPr sz="1900" b="1">
                <a:solidFill>
                  <a:srgbClr val="0B0F19"/>
                </a:solidFill>
              </a:rPr>
              <a:t>Choose the variable</a:t>
            </a:r>
          </a:p>
        </p:txBody>
      </p:sp>
      <p:sp>
        <p:nvSpPr>
          <p:cNvPr id="1329949567" name="">
            <a:extLst xmlns:a="http://schemas.openxmlformats.org/drawingml/2006/main">
              <a:ext uri="{FF2B5EF4-FFF2-40B4-BE49-F238E27FC236}">
                <a16:creationId xmlns:a16="http://schemas.microsoft.com/office/drawing/2014/main" id="{8D1678C5-3B46-48C4-B2D5-7C80EB8EA113}"/>
              </a:ext>
            </a:extLst>
          </p:cNvPr>
          <p:cNvSpPr>
            <a:spLocks xmlns:a="http://schemas.openxmlformats.org/drawingml/2006/main" noGrp="1"/>
          </p:cNvSpPr>
          <p:nvPr/>
        </p:nvSpPr>
        <p:spPr>
          <a:xfrm xmlns:a="http://schemas.openxmlformats.org/drawingml/2006/main">
            <a:off x="1524000" y="4714875"/>
            <a:ext cx="552450" cy="552450"/>
          </a:xfrm>
          <a:prstGeom xmlns:a="http://schemas.openxmlformats.org/drawingml/2006/main" prst="ellipse">
            <a:avLst/>
          </a:prstGeom>
          <a:solidFill xmlns:a="http://schemas.openxmlformats.org/drawingml/2006/main">
            <a:srgbClr val="FEF3C7"/>
          </a:solidFill>
          <a:ln xmlns:a="http://schemas.openxmlformats.org/drawingml/2006/main" w="14288">
            <a:solidFill>
              <a:srgbClr val="F97316"/>
            </a:solidFill>
            <a:prstDash val="solid"/>
          </a:ln>
        </p:spPr>
        <p:txBody>
          <a:bodyPr xmlns:a="http://schemas.openxmlformats.org/drawingml/2006/main"/>
          <a:lstStyle xmlns:a="http://schemas.openxmlformats.org/drawingml/2006/main"/>
          <a:p xmlns:a="http://schemas.openxmlformats.org/drawingml/2006/main">
            <a:pPr algn="ctr">
              <a:buNone/>
              <a:defRPr sz="1950" b="1">
                <a:solidFill>
                  <a:srgbClr val="F97316"/>
                </a:solidFill>
              </a:defRPr>
            </a:pPr>
            <a:r>
              <a:rPr sz="1950" b="1">
                <a:solidFill>
                  <a:srgbClr val="F97316"/>
                </a:solidFill>
              </a:rPr>
              <a:t>2</a:t>
            </a:r>
          </a:p>
        </p:txBody>
      </p:sp>
      <p:sp>
        <p:nvSpPr>
          <p:cNvPr id="1856458308" name="">
            <a:extLst xmlns:a="http://schemas.openxmlformats.org/drawingml/2006/main">
              <a:ext uri="{FF2B5EF4-FFF2-40B4-BE49-F238E27FC236}">
                <a16:creationId xmlns:a16="http://schemas.microsoft.com/office/drawing/2014/main" id="{EE985663-CB7C-45B5-A5BA-C4192913C426}"/>
              </a:ext>
            </a:extLst>
          </p:cNvPr>
          <p:cNvSpPr>
            <a:spLocks xmlns:a="http://schemas.openxmlformats.org/drawingml/2006/main" noGrp="1"/>
          </p:cNvSpPr>
          <p:nvPr/>
        </p:nvSpPr>
        <p:spPr>
          <a:xfrm xmlns:a="http://schemas.openxmlformats.org/drawingml/2006/main">
            <a:off x="2238375" y="4810125"/>
            <a:ext cx="4619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900" b="1">
                <a:solidFill>
                  <a:srgbClr val="0B0F19"/>
                </a:solidFill>
              </a:defRPr>
            </a:pPr>
            <a:r>
              <a:rPr sz="1900" b="1">
                <a:solidFill>
                  <a:srgbClr val="0B0F19"/>
                </a:solidFill>
              </a:rPr>
              <a:t>Treat the other variable as a constant</a:t>
            </a:r>
          </a:p>
        </p:txBody>
      </p:sp>
      <p:sp>
        <p:nvSpPr>
          <p:cNvPr id="167515332" name="">
            <a:extLst xmlns:a="http://schemas.openxmlformats.org/drawingml/2006/main">
              <a:ext uri="{FF2B5EF4-FFF2-40B4-BE49-F238E27FC236}">
                <a16:creationId xmlns:a16="http://schemas.microsoft.com/office/drawing/2014/main" id="{5C6819A5-B9FA-460F-A4F0-D4C27B9BF338}"/>
              </a:ext>
            </a:extLst>
          </p:cNvPr>
          <p:cNvSpPr>
            <a:spLocks xmlns:a="http://schemas.openxmlformats.org/drawingml/2006/main" noGrp="1"/>
          </p:cNvSpPr>
          <p:nvPr/>
        </p:nvSpPr>
        <p:spPr>
          <a:xfrm xmlns:a="http://schemas.openxmlformats.org/drawingml/2006/main">
            <a:off x="7239000" y="4305300"/>
            <a:ext cx="552450" cy="552450"/>
          </a:xfrm>
          <a:prstGeom xmlns:a="http://schemas.openxmlformats.org/drawingml/2006/main" prst="ellipse">
            <a:avLst/>
          </a:prstGeom>
          <a:solidFill xmlns:a="http://schemas.openxmlformats.org/drawingml/2006/main">
            <a:srgbClr val="DCFCE7"/>
          </a:solidFill>
          <a:ln xmlns:a="http://schemas.openxmlformats.org/drawingml/2006/main" w="14288">
            <a:solidFill>
              <a:srgbClr val="10B981"/>
            </a:solidFill>
            <a:prstDash val="solid"/>
          </a:ln>
        </p:spPr>
        <p:txBody>
          <a:bodyPr xmlns:a="http://schemas.openxmlformats.org/drawingml/2006/main"/>
          <a:lstStyle xmlns:a="http://schemas.openxmlformats.org/drawingml/2006/main"/>
          <a:p xmlns:a="http://schemas.openxmlformats.org/drawingml/2006/main">
            <a:pPr algn="ctr">
              <a:buNone/>
              <a:defRPr sz="1950" b="1">
                <a:solidFill>
                  <a:srgbClr val="10B981"/>
                </a:solidFill>
              </a:defRPr>
            </a:pPr>
            <a:r>
              <a:rPr sz="1950" b="1">
                <a:solidFill>
                  <a:srgbClr val="10B981"/>
                </a:solidFill>
              </a:rPr>
              <a:t>3</a:t>
            </a:r>
          </a:p>
        </p:txBody>
      </p:sp>
      <p:sp>
        <p:nvSpPr>
          <p:cNvPr id="324280659" name="">
            <a:extLst xmlns:a="http://schemas.openxmlformats.org/drawingml/2006/main">
              <a:ext uri="{FF2B5EF4-FFF2-40B4-BE49-F238E27FC236}">
                <a16:creationId xmlns:a16="http://schemas.microsoft.com/office/drawing/2014/main" id="{E54D58B7-E496-4EEE-A5FE-73516B3C6C0F}"/>
              </a:ext>
            </a:extLst>
          </p:cNvPr>
          <p:cNvSpPr>
            <a:spLocks xmlns:a="http://schemas.openxmlformats.org/drawingml/2006/main" noGrp="1"/>
          </p:cNvSpPr>
          <p:nvPr/>
        </p:nvSpPr>
        <p:spPr>
          <a:xfrm xmlns:a="http://schemas.openxmlformats.org/drawingml/2006/main">
            <a:off x="7953375" y="440055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900" b="1">
                <a:solidFill>
                  <a:srgbClr val="0B0F19"/>
                </a:solidFill>
              </a:defRPr>
            </a:pPr>
            <a:r>
              <a:rPr sz="1900" b="1">
                <a:solidFill>
                  <a:srgbClr val="0B0F19"/>
                </a:solidFill>
              </a:rPr>
              <a:t>Differentiate normally</a:t>
            </a:r>
          </a:p>
        </p:txBody>
      </p:sp>
      <p:sp>
        <p:nvSpPr>
          <p:cNvPr id="220100614" name="">
            <a:extLst xmlns:a="http://schemas.openxmlformats.org/drawingml/2006/main">
              <a:ext uri="{FF2B5EF4-FFF2-40B4-BE49-F238E27FC236}">
                <a16:creationId xmlns:a16="http://schemas.microsoft.com/office/drawing/2014/main" id="{7EBBF2C9-3265-4691-88F3-6AEC4712F341}"/>
              </a:ext>
            </a:extLst>
          </p:cNvPr>
          <p:cNvSpPr>
            <a:spLocks xmlns:a="http://schemas.openxmlformats.org/drawingml/2006/main" noGrp="1"/>
          </p:cNvSpPr>
          <p:nvPr/>
        </p:nvSpPr>
        <p:spPr>
          <a:xfrm xmlns:a="http://schemas.openxmlformats.org/drawingml/2006/main">
            <a:off x="2333625" y="5715000"/>
            <a:ext cx="7524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050" b="1">
                <a:solidFill>
                  <a:srgbClr val="2563EB"/>
                </a:solidFill>
              </a:defRPr>
            </a:pPr>
            <a:r>
              <a:rPr sz="2050" b="1">
                <a:solidFill>
                  <a:srgbClr val="2563EB"/>
                </a:solidFill>
              </a:rPr>
              <a:t>Partial derivative = slope with respect to one variable.</a:t>
            </a:r>
          </a:p>
        </p:txBody>
      </p:sp>
      <p:sp>
        <p:nvSpPr>
          <p:cNvPr id="1638243304" name="">
            <a:extLst xmlns:a="http://schemas.openxmlformats.org/drawingml/2006/main">
              <a:ext uri="{FF2B5EF4-FFF2-40B4-BE49-F238E27FC236}">
                <a16:creationId xmlns:a16="http://schemas.microsoft.com/office/drawing/2014/main" id="{B0785E5A-D856-42C2-915D-9BFDAD5F970B}"/>
              </a:ext>
            </a:extLst>
          </p:cNvPr>
          <p:cNvSpPr>
            <a:spLocks xmlns:a="http://schemas.openxmlformats.org/drawingml/2006/main" noGrp="1"/>
          </p:cNvSpPr>
          <p:nvPr/>
        </p:nvSpPr>
        <p:spPr>
          <a:xfrm xmlns:a="http://schemas.openxmlformats.org/drawingml/2006/main">
            <a:off x="11106150" y="628650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00" b="0">
                <a:solidFill>
                  <a:srgbClr val="667085"/>
                </a:solidFill>
              </a:defRPr>
            </a:pPr>
            <a:r>
              <a:rPr sz="1000" b="0">
                <a:solidFill>
                  <a:srgbClr val="667085"/>
                </a:solidFill>
              </a:rPr>
              <a:t>10</a:t>
            </a:r>
          </a:p>
        </p:txBody>
      </p:sp>
    </p:spTree>
    <p:extLst>
      <p:ext uri="{BB962C8B-B14F-4D97-AF65-F5344CB8AC3E}">
        <p14:creationId xmlns:p14="http://schemas.microsoft.com/office/powerpoint/2010/main" val="1231659528"/>
      </p:ext>
    </p:extLst>
  </p:cSld>
</p:sld>
</file>

<file path=ppt/slides/slide11.xml><?xml version="1.0" encoding="utf-8"?>
<p:sld xmlns:p="http://schemas.openxmlformats.org/presentationml/2006/main" showMasterSp="1">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14741476" name="">
            <a:extLst xmlns:a="http://schemas.openxmlformats.org/drawingml/2006/main">
              <a:ext uri="{FF2B5EF4-FFF2-40B4-BE49-F238E27FC236}">
                <a16:creationId xmlns:a16="http://schemas.microsoft.com/office/drawing/2014/main" id="{4AC4478E-246F-45A3-8E2D-3941619035BB}"/>
              </a:ext>
            </a:extLst>
          </p:cNvPr>
          <p:cNvSpPr>
            <a:spLocks xmlns:a="http://schemas.openxmlformats.org/drawingml/2006/main" noGrp="1"/>
          </p:cNvSpPr>
          <p:nvPr/>
        </p:nvSpPr>
        <p:spPr>
          <a:xfrm xmlns:a="http://schemas.openxmlformats.org/drawingml/2006/main">
            <a:off x="609600" y="32385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563EB"/>
                </a:solidFill>
              </a:defRPr>
            </a:pPr>
            <a:r>
              <a:rPr sz="1200" b="1">
                <a:solidFill>
                  <a:srgbClr val="2563EB"/>
                </a:solidFill>
              </a:rPr>
              <a:t>Gradient descent</a:t>
            </a:r>
          </a:p>
        </p:txBody>
      </p:sp>
      <p:sp>
        <p:nvSpPr>
          <p:cNvPr id="763526407" name="">
            <a:extLst xmlns:a="http://schemas.openxmlformats.org/drawingml/2006/main">
              <a:ext uri="{FF2B5EF4-FFF2-40B4-BE49-F238E27FC236}">
                <a16:creationId xmlns:a16="http://schemas.microsoft.com/office/drawing/2014/main" id="{71CB3481-17E2-47FD-9E42-3CA923ED48AF}"/>
              </a:ext>
            </a:extLst>
          </p:cNvPr>
          <p:cNvSpPr>
            <a:spLocks xmlns:a="http://schemas.openxmlformats.org/drawingml/2006/main" noGrp="1"/>
          </p:cNvSpPr>
          <p:nvPr/>
        </p:nvSpPr>
        <p:spPr>
          <a:xfrm xmlns:a="http://schemas.openxmlformats.org/drawingml/2006/main">
            <a:off x="609600" y="590549"/>
            <a:ext cx="9334500" cy="5905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150" b="1">
                <a:solidFill>
                  <a:srgbClr val="0B0F19"/>
                </a:solidFill>
              </a:defRPr>
            </a:pPr>
            <a:r>
              <a:rPr sz="3150" b="1">
                <a:solidFill>
                  <a:srgbClr val="0B0F19"/>
                </a:solidFill>
              </a:rPr>
              <a:t>Gradient descent changes w and b</a:t>
            </a:r>
          </a:p>
        </p:txBody>
      </p:sp>
      <p:sp>
        <p:nvSpPr>
          <p:cNvPr id="611293626" name="">
            <a:extLst xmlns:a="http://schemas.openxmlformats.org/drawingml/2006/main">
              <a:ext uri="{FF2B5EF4-FFF2-40B4-BE49-F238E27FC236}">
                <a16:creationId xmlns:a16="http://schemas.microsoft.com/office/drawing/2014/main" id="{11C32AB1-994B-49C9-8A62-96511E351CF1}"/>
              </a:ext>
            </a:extLst>
          </p:cNvPr>
          <p:cNvSpPr>
            <a:spLocks xmlns:a="http://schemas.openxmlformats.org/drawingml/2006/main" noGrp="1"/>
          </p:cNvSpPr>
          <p:nvPr/>
        </p:nvSpPr>
        <p:spPr>
          <a:xfrm xmlns:a="http://schemas.openxmlformats.org/drawingml/2006/main">
            <a:off x="591978" y="1553542"/>
            <a:ext cx="10972800" cy="4762500"/>
          </a:xfrm>
          <a:prstGeom xmlns:a="http://schemas.openxmlformats.org/drawingml/2006/main" prst="roundRect">
            <a:avLst>
              <a:gd name="adj" fmla="val 1600"/>
            </a:avLst>
          </a:prstGeom>
          <a:solidFill xmlns:a="http://schemas.openxmlformats.org/drawingml/2006/main">
            <a:srgbClr val="F8FAFC"/>
          </a:solidFill>
          <a:ln xmlns:a="http://schemas.openxmlformats.org/drawingml/2006/main" w="14288">
            <a:solidFill>
              <a:srgbClr val="E2E8F0"/>
            </a:solidFill>
            <a:prstDash val="solid"/>
          </a:ln>
        </p:spPr>
      </p:sp>
      <p:pic>
        <p:nvPicPr>
          <p:cNvPr id="1922458407" name=""/>
          <p:cNvPicPr>
            <a:picLocks xmlns:a="http://schemas.openxmlformats.org/drawingml/2006/main" noChangeAspect="1"/>
          </p:cNvPicPr>
          <p:nvPr/>
        </p:nvPicPr>
        <p:blipFill rotWithShape="1">
          <a:blip xmlns:r="http://schemas.openxmlformats.org/officeDocument/2006/relationships" xmlns:a="http://schemas.openxmlformats.org/drawingml/2006/main" r:embed="R9ee3233e9a734f5a"/>
          <a:stretch xmlns:a="http://schemas.openxmlformats.org/drawingml/2006/main"/>
        </p:blipFill>
        <p:spPr>
          <a:xfrm xmlns:a="http://schemas.openxmlformats.org/drawingml/2006/main">
            <a:off x="1809750" y="1575006"/>
            <a:ext cx="8048625" cy="659987"/>
          </a:xfrm>
          <a:prstGeom xmlns:a="http://schemas.openxmlformats.org/drawingml/2006/main" prst="rect">
            <a:avLst/>
          </a:prstGeom>
        </p:spPr>
      </p:pic>
      <p:sp>
        <p:nvSpPr>
          <p:cNvPr id="1032169779" name="">
            <a:extLst xmlns:a="http://schemas.openxmlformats.org/drawingml/2006/main">
              <a:ext uri="{FF2B5EF4-FFF2-40B4-BE49-F238E27FC236}">
                <a16:creationId xmlns:a16="http://schemas.microsoft.com/office/drawing/2014/main" id="{9AFBE26C-C52F-42C8-A471-C2F41CD27419}"/>
              </a:ext>
            </a:extLst>
          </p:cNvPr>
          <p:cNvSpPr>
            <a:spLocks xmlns:a="http://schemas.openxmlformats.org/drawingml/2006/main" noGrp="1"/>
          </p:cNvSpPr>
          <p:nvPr/>
        </p:nvSpPr>
        <p:spPr>
          <a:xfrm xmlns:a="http://schemas.openxmlformats.org/drawingml/2006/main">
            <a:off x="1762125" y="5381625"/>
            <a:ext cx="7239000" cy="9525"/>
          </a:xfrm>
          <a:prstGeom xmlns:a="http://schemas.openxmlformats.org/drawingml/2006/main" prst="line">
            <a:avLst/>
          </a:prstGeom>
          <a:noFill xmlns:a="http://schemas.openxmlformats.org/drawingml/2006/main"/>
          <a:ln xmlns:a="http://schemas.openxmlformats.org/drawingml/2006/main" w="19050">
            <a:solidFill>
              <a:srgbClr val="94A3B8"/>
            </a:solidFill>
            <a:prstDash val="solid"/>
          </a:ln>
        </p:spPr>
      </p:sp>
      <p:sp>
        <p:nvSpPr>
          <p:cNvPr id="1768100699" name="">
            <a:extLst xmlns:a="http://schemas.openxmlformats.org/drawingml/2006/main">
              <a:ext uri="{FF2B5EF4-FFF2-40B4-BE49-F238E27FC236}">
                <a16:creationId xmlns:a16="http://schemas.microsoft.com/office/drawing/2014/main" id="{67743229-2AD0-435F-8BB1-1E58C88C2D4B}"/>
              </a:ext>
            </a:extLst>
          </p:cNvPr>
          <p:cNvSpPr>
            <a:spLocks xmlns:a="http://schemas.openxmlformats.org/drawingml/2006/main" noGrp="1"/>
          </p:cNvSpPr>
          <p:nvPr/>
        </p:nvSpPr>
        <p:spPr>
          <a:xfrm xmlns:a="http://schemas.openxmlformats.org/drawingml/2006/main">
            <a:off x="1762125" y="2524125"/>
            <a:ext cx="9525" cy="2857500"/>
          </a:xfrm>
          <a:prstGeom xmlns:a="http://schemas.openxmlformats.org/drawingml/2006/main" prst="line">
            <a:avLst/>
          </a:prstGeom>
          <a:noFill xmlns:a="http://schemas.openxmlformats.org/drawingml/2006/main"/>
          <a:ln xmlns:a="http://schemas.openxmlformats.org/drawingml/2006/main" w="19050">
            <a:solidFill>
              <a:srgbClr val="94A3B8"/>
            </a:solidFill>
            <a:prstDash val="solid"/>
          </a:ln>
        </p:spPr>
      </p:sp>
      <p:sp>
        <p:nvSpPr>
          <p:cNvPr id="1922458401" name="">
            <a:extLst xmlns:a="http://schemas.openxmlformats.org/drawingml/2006/main">
              <a:ext uri="{FF2B5EF4-FFF2-40B4-BE49-F238E27FC236}">
                <a16:creationId xmlns:a16="http://schemas.microsoft.com/office/drawing/2014/main" id="{23ECF500-72BA-4803-8247-0D0E14CDB1F4}"/>
              </a:ext>
            </a:extLst>
          </p:cNvPr>
          <p:cNvSpPr>
            <a:spLocks xmlns:a="http://schemas.openxmlformats.org/drawingml/2006/main" noGrp="1"/>
          </p:cNvSpPr>
          <p:nvPr/>
        </p:nvSpPr>
        <p:spPr>
          <a:xfrm xmlns:a="http://schemas.openxmlformats.org/drawingml/2006/main">
            <a:off x="4714875" y="5619750"/>
            <a:ext cx="1524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0">
                <a:solidFill>
                  <a:srgbClr val="667085"/>
                </a:solidFill>
              </a:defRPr>
            </a:pPr>
            <a:r>
              <a:rPr sz="1350" b="0">
                <a:solidFill>
                  <a:srgbClr val="667085"/>
                </a:solidFill>
              </a:rPr>
              <a:t>parameter</a:t>
            </a:r>
          </a:p>
        </p:txBody>
      </p:sp>
      <p:sp>
        <p:nvSpPr>
          <p:cNvPr id="1402654063" name="">
            <a:extLst xmlns:a="http://schemas.openxmlformats.org/drawingml/2006/main">
              <a:ext uri="{FF2B5EF4-FFF2-40B4-BE49-F238E27FC236}">
                <a16:creationId xmlns:a16="http://schemas.microsoft.com/office/drawing/2014/main" id="{102039D5-860E-4D79-9E28-C9A156E7E932}"/>
              </a:ext>
            </a:extLst>
          </p:cNvPr>
          <p:cNvSpPr>
            <a:spLocks xmlns:a="http://schemas.openxmlformats.org/drawingml/2006/main" noGrp="1"/>
          </p:cNvSpPr>
          <p:nvPr/>
        </p:nvSpPr>
        <p:spPr>
          <a:xfrm xmlns:a="http://schemas.openxmlformats.org/drawingml/2006/main">
            <a:off x="1190625" y="3619500"/>
            <a:ext cx="571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0">
                <a:solidFill>
                  <a:srgbClr val="667085"/>
                </a:solidFill>
              </a:defRPr>
            </a:pPr>
            <a:r>
              <a:rPr sz="1350" b="0">
                <a:solidFill>
                  <a:srgbClr val="667085"/>
                </a:solidFill>
              </a:rPr>
              <a:t>MSE</a:t>
            </a:r>
          </a:p>
        </p:txBody>
      </p:sp>
      <p:sp>
        <p:nvSpPr>
          <p:cNvPr id="1006697961" name="">
            <a:extLst xmlns:a="http://schemas.openxmlformats.org/drawingml/2006/main">
              <a:ext uri="{FF2B5EF4-FFF2-40B4-BE49-F238E27FC236}">
                <a16:creationId xmlns:a16="http://schemas.microsoft.com/office/drawing/2014/main" id="{27F27753-0C28-449D-AC57-9E4228F21704}"/>
              </a:ext>
            </a:extLst>
          </p:cNvPr>
          <p:cNvSpPr>
            <a:spLocks xmlns:a="http://schemas.openxmlformats.org/drawingml/2006/main" noGrp="1"/>
          </p:cNvSpPr>
          <p:nvPr/>
        </p:nvSpPr>
        <p:spPr>
          <a:xfrm xmlns:a="http://schemas.openxmlformats.org/drawingml/2006/main">
            <a:off x="7429500" y="4289362"/>
            <a:ext cx="247650" cy="247650"/>
          </a:xfrm>
          <a:prstGeom xmlns:a="http://schemas.openxmlformats.org/drawingml/2006/main" prst="ellipse">
            <a:avLst/>
          </a:prstGeom>
          <a:solidFill xmlns:a="http://schemas.openxmlformats.org/drawingml/2006/main">
            <a:srgbClr val="EF4444"/>
          </a:solidFill>
          <a:ln xmlns:a="http://schemas.openxmlformats.org/drawingml/2006/main" w="19050">
            <a:solidFill>
              <a:srgbClr val="EF4444"/>
            </a:solidFill>
            <a:prstDash val="solid"/>
          </a:ln>
        </p:spPr>
      </p:sp>
      <p:sp>
        <p:nvSpPr>
          <p:cNvPr id="772079833" name="">
            <a:extLst xmlns:a="http://schemas.openxmlformats.org/drawingml/2006/main">
              <a:ext uri="{FF2B5EF4-FFF2-40B4-BE49-F238E27FC236}">
                <a16:creationId xmlns:a16="http://schemas.microsoft.com/office/drawing/2014/main" id="{AAB037AF-50D3-4984-A29A-ED35A8BD703D}"/>
              </a:ext>
            </a:extLst>
          </p:cNvPr>
          <p:cNvSpPr>
            <a:spLocks xmlns:a="http://schemas.openxmlformats.org/drawingml/2006/main" noGrp="1"/>
          </p:cNvSpPr>
          <p:nvPr/>
        </p:nvSpPr>
        <p:spPr>
          <a:xfrm xmlns:a="http://schemas.openxmlformats.org/drawingml/2006/main" flipH="0" flipV="1">
            <a:off x="6414849" y="3724072"/>
            <a:ext cx="2314813" cy="1410938"/>
          </a:xfrm>
          <a:prstGeom xmlns:a="http://schemas.openxmlformats.org/drawingml/2006/main" prst="line">
            <a:avLst/>
          </a:prstGeom>
          <a:noFill xmlns:a="http://schemas.openxmlformats.org/drawingml/2006/main"/>
          <a:ln xmlns:a="http://schemas.openxmlformats.org/drawingml/2006/main" w="19050">
            <a:solidFill>
              <a:srgbClr val="EF4444"/>
            </a:solidFill>
            <a:prstDash val="solid"/>
          </a:ln>
        </p:spPr>
      </p:sp>
      <p:sp>
        <p:nvSpPr>
          <p:cNvPr id="1493081964" name="">
            <a:extLst xmlns:a="http://schemas.openxmlformats.org/drawingml/2006/main">
              <a:ext uri="{FF2B5EF4-FFF2-40B4-BE49-F238E27FC236}">
                <a16:creationId xmlns:a16="http://schemas.microsoft.com/office/drawing/2014/main" id="{2AD9FBD9-1C02-4F21-8857-4EF1E1B0B61F}"/>
              </a:ext>
            </a:extLst>
          </p:cNvPr>
          <p:cNvSpPr>
            <a:spLocks xmlns:a="http://schemas.openxmlformats.org/drawingml/2006/main" noGrp="1"/>
          </p:cNvSpPr>
          <p:nvPr/>
        </p:nvSpPr>
        <p:spPr>
          <a:xfrm xmlns:a="http://schemas.openxmlformats.org/drawingml/2006/main">
            <a:off x="6507480" y="4717034"/>
            <a:ext cx="209550" cy="209550"/>
          </a:xfrm>
          <a:prstGeom xmlns:a="http://schemas.openxmlformats.org/drawingml/2006/main" prst="ellipse">
            <a:avLst/>
          </a:prstGeom>
          <a:solidFill xmlns:a="http://schemas.openxmlformats.org/drawingml/2006/main">
            <a:srgbClr val="F97316"/>
          </a:solidFill>
          <a:ln xmlns:a="http://schemas.openxmlformats.org/drawingml/2006/main" w="19050">
            <a:solidFill>
              <a:srgbClr val="F97316"/>
            </a:solidFill>
            <a:prstDash val="solid"/>
          </a:ln>
        </p:spPr>
      </p:sp>
      <p:sp>
        <p:nvSpPr>
          <p:cNvPr id="1125848368" name="">
            <a:extLst xmlns:a="http://schemas.openxmlformats.org/drawingml/2006/main">
              <a:ext uri="{FF2B5EF4-FFF2-40B4-BE49-F238E27FC236}">
                <a16:creationId xmlns:a16="http://schemas.microsoft.com/office/drawing/2014/main" id="{3A705626-B25F-4CB6-BE56-D164DFB623E5}"/>
              </a:ext>
            </a:extLst>
          </p:cNvPr>
          <p:cNvSpPr>
            <a:spLocks xmlns:a="http://schemas.openxmlformats.org/drawingml/2006/main" noGrp="1"/>
          </p:cNvSpPr>
          <p:nvPr/>
        </p:nvSpPr>
        <p:spPr>
          <a:xfrm xmlns:a="http://schemas.openxmlformats.org/drawingml/2006/main">
            <a:off x="5783580" y="4870704"/>
            <a:ext cx="209550" cy="209550"/>
          </a:xfrm>
          <a:prstGeom xmlns:a="http://schemas.openxmlformats.org/drawingml/2006/main" prst="ellipse">
            <a:avLst/>
          </a:prstGeom>
          <a:solidFill xmlns:a="http://schemas.openxmlformats.org/drawingml/2006/main">
            <a:srgbClr val="10B981"/>
          </a:solidFill>
          <a:ln xmlns:a="http://schemas.openxmlformats.org/drawingml/2006/main" w="19050">
            <a:solidFill>
              <a:srgbClr val="10B981"/>
            </a:solidFill>
            <a:prstDash val="solid"/>
          </a:ln>
        </p:spPr>
      </p:sp>
      <p:sp>
        <p:nvSpPr>
          <p:cNvPr id="1431459788" name="">
            <a:extLst xmlns:a="http://schemas.openxmlformats.org/drawingml/2006/main">
              <a:ext uri="{FF2B5EF4-FFF2-40B4-BE49-F238E27FC236}">
                <a16:creationId xmlns:a16="http://schemas.microsoft.com/office/drawing/2014/main" id="{FEF03E84-38FD-45A8-BBBB-440D6F695640}"/>
              </a:ext>
            </a:extLst>
          </p:cNvPr>
          <p:cNvSpPr>
            <a:spLocks xmlns:a="http://schemas.openxmlformats.org/drawingml/2006/main" noGrp="1"/>
          </p:cNvSpPr>
          <p:nvPr/>
        </p:nvSpPr>
        <p:spPr>
          <a:xfrm xmlns:a="http://schemas.openxmlformats.org/drawingml/2006/main">
            <a:off x="8458200" y="3560242"/>
            <a:ext cx="1619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EF4444"/>
                </a:solidFill>
              </a:defRPr>
            </a:pPr>
            <a:r>
              <a:rPr sz="1650" b="1">
                <a:solidFill>
                  <a:srgbClr val="EF4444"/>
                </a:solidFill>
              </a:rPr>
              <a:t>tangent line</a:t>
            </a:r>
          </a:p>
        </p:txBody>
      </p:sp>
      <p:sp>
        <p:nvSpPr>
          <p:cNvPr id="551453140" name="">
            <a:extLst xmlns:a="http://schemas.openxmlformats.org/drawingml/2006/main">
              <a:ext uri="{FF2B5EF4-FFF2-40B4-BE49-F238E27FC236}">
                <a16:creationId xmlns:a16="http://schemas.microsoft.com/office/drawing/2014/main" id="{B231F5A6-20A0-402A-88BC-0CFE6B0C38B7}"/>
              </a:ext>
            </a:extLst>
          </p:cNvPr>
          <p:cNvSpPr>
            <a:spLocks xmlns:a="http://schemas.openxmlformats.org/drawingml/2006/main" noGrp="1"/>
          </p:cNvSpPr>
          <p:nvPr/>
        </p:nvSpPr>
        <p:spPr>
          <a:xfrm xmlns:a="http://schemas.openxmlformats.org/drawingml/2006/main">
            <a:off x="7477125" y="476250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750" b="1">
                <a:solidFill>
                  <a:srgbClr val="10B981"/>
                </a:solidFill>
              </a:defRPr>
            </a:pPr>
            <a:r>
              <a:rPr sz="1750" b="1">
                <a:solidFill>
                  <a:srgbClr val="10B981"/>
                </a:solidFill>
              </a:rPr>
              <a:t>lower MSE</a:t>
            </a:r>
          </a:p>
        </p:txBody>
      </p:sp>
      <p:sp>
        <p:nvSpPr>
          <p:cNvPr id="1387627843" name="">
            <a:extLst xmlns:a="http://schemas.openxmlformats.org/drawingml/2006/main">
              <a:ext uri="{FF2B5EF4-FFF2-40B4-BE49-F238E27FC236}">
                <a16:creationId xmlns:a16="http://schemas.microsoft.com/office/drawing/2014/main" id="{D2DC5A35-3C1B-4491-83CB-A04578D6A291}"/>
              </a:ext>
            </a:extLst>
          </p:cNvPr>
          <p:cNvSpPr>
            <a:spLocks xmlns:a="http://schemas.openxmlformats.org/drawingml/2006/main" noGrp="1"/>
          </p:cNvSpPr>
          <p:nvPr/>
        </p:nvSpPr>
        <p:spPr>
          <a:xfrm xmlns:a="http://schemas.openxmlformats.org/drawingml/2006/main">
            <a:off x="11106150" y="628650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00" b="0">
                <a:solidFill>
                  <a:srgbClr val="667085"/>
                </a:solidFill>
              </a:defRPr>
            </a:pPr>
            <a:r>
              <a:rPr sz="1000" b="0">
                <a:solidFill>
                  <a:srgbClr val="667085"/>
                </a:solidFill>
              </a:rPr>
              <a:t>11</a:t>
            </a:r>
          </a:p>
        </p:txBody>
      </p:sp>
      <p:sp>
        <p:nvSpPr>
          <p:cNvPr id="1489075410" name="">
            <a:extLst xmlns:a="http://schemas.openxmlformats.org/drawingml/2006/main">
              <a:ext uri="{FF2B5EF4-FFF2-40B4-BE49-F238E27FC236}">
                <a16:creationId xmlns:a16="http://schemas.microsoft.com/office/drawing/2014/main" id="{AA8BDB7A-8910-49A1-81A4-759F8689A03F}"/>
              </a:ext>
            </a:extLst>
          </p:cNvPr>
          <p:cNvSpPr>
            <a:spLocks xmlns:a="http://schemas.openxmlformats.org/drawingml/2006/main" noGrp="1"/>
          </p:cNvSpPr>
          <p:nvPr/>
        </p:nvSpPr>
        <p:spPr>
          <a:xfrm xmlns:a="http://schemas.openxmlformats.org/drawingml/2006/main" flipH="0" flipV="1">
            <a:off x="5568271" y="4471591"/>
            <a:ext cx="2486111" cy="670593"/>
          </a:xfrm>
          <a:prstGeom xmlns:a="http://schemas.openxmlformats.org/drawingml/2006/main" prst="line">
            <a:avLst/>
          </a:prstGeom>
          <a:noFill xmlns:a="http://schemas.openxmlformats.org/drawingml/2006/main"/>
          <a:ln xmlns:a="http://schemas.openxmlformats.org/drawingml/2006/main" w="19050">
            <a:solidFill>
              <a:srgbClr val="F97316"/>
            </a:solidFill>
            <a:prstDash val="solid"/>
          </a:ln>
        </p:spPr>
      </p:sp>
      <p:sp>
        <p:nvSpPr>
          <p:cNvPr id="768615075" name="">
            <a:extLst xmlns:a="http://schemas.openxmlformats.org/drawingml/2006/main">
              <a:ext uri="{FF2B5EF4-FFF2-40B4-BE49-F238E27FC236}">
                <a16:creationId xmlns:a16="http://schemas.microsoft.com/office/drawing/2014/main" id="{CAE25AC7-E358-4890-B5C4-1F174DA3BF2E}"/>
              </a:ext>
            </a:extLst>
          </p:cNvPr>
          <p:cNvSpPr>
            <a:spLocks xmlns:a="http://schemas.openxmlformats.org/drawingml/2006/main" noGrp="1"/>
          </p:cNvSpPr>
          <p:nvPr/>
        </p:nvSpPr>
        <p:spPr>
          <a:xfrm xmlns:a="http://schemas.openxmlformats.org/drawingml/2006/main" flipH="0" flipV="1">
            <a:off x="4440555" y="4831981"/>
            <a:ext cx="3076574" cy="276874"/>
          </a:xfrm>
          <a:prstGeom xmlns:a="http://schemas.openxmlformats.org/drawingml/2006/main" prst="line">
            <a:avLst/>
          </a:prstGeom>
          <a:noFill xmlns:a="http://schemas.openxmlformats.org/drawingml/2006/main"/>
          <a:ln xmlns:a="http://schemas.openxmlformats.org/drawingml/2006/main" w="19050">
            <a:solidFill>
              <a:srgbClr val="10B981"/>
            </a:solidFill>
            <a:prstDash val="solid"/>
          </a:ln>
        </p:spPr>
      </p:sp>
      <p:pic>
        <p:nvPicPr>
          <p:cNvPr id="1922458421" name=""/>
          <p:cNvPicPr>
            <a:picLocks xmlns:a="http://schemas.openxmlformats.org/drawingml/2006/main" noChangeAspect="1"/>
          </p:cNvPicPr>
          <p:nvPr/>
        </p:nvPicPr>
        <p:blipFill rotWithShape="1">
          <a:blip xmlns:r="http://schemas.openxmlformats.org/officeDocument/2006/relationships" xmlns:a="http://schemas.openxmlformats.org/drawingml/2006/main" r:embed="R6308ef28b57f409d">
            <a:extLst>
              <a:ext uri="{96DAC541-7B7A-43D3-8B79-37D633B846F1}">
                <asvg:svgBlip xmlns:asvg="http://schemas.microsoft.com/office/drawing/2016/SVG/main" r:embed="Raf9e5223f1ef43fb"/>
              </a:ext>
            </a:extLst>
          </a:blip>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905771585"/>
      </p:ext>
    </p:extLst>
  </p:cSld>
</p:sld>
</file>

<file path=ppt/slides/slide12.xml><?xml version="1.0" encoding="utf-8"?>
<p:sld xmlns:p="http://schemas.openxmlformats.org/presentationml/2006/main" showMasterSp="1">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1304598" name="">
            <a:extLst xmlns:a="http://schemas.openxmlformats.org/drawingml/2006/main">
              <a:ext uri="{FF2B5EF4-FFF2-40B4-BE49-F238E27FC236}">
                <a16:creationId xmlns:a16="http://schemas.microsoft.com/office/drawing/2014/main" id="{A4DE44C9-A1A4-4E37-9401-0BF3EB200D6E}"/>
              </a:ext>
            </a:extLst>
          </p:cNvPr>
          <p:cNvSpPr>
            <a:spLocks xmlns:a="http://schemas.openxmlformats.org/drawingml/2006/main" noGrp="1"/>
          </p:cNvSpPr>
          <p:nvPr/>
        </p:nvSpPr>
        <p:spPr>
          <a:xfrm xmlns:a="http://schemas.openxmlformats.org/drawingml/2006/main">
            <a:off x="609600" y="32385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563EB"/>
                </a:solidFill>
              </a:defRPr>
            </a:pPr>
            <a:r>
              <a:rPr sz="1200" b="1">
                <a:solidFill>
                  <a:srgbClr val="2563EB"/>
                </a:solidFill>
              </a:rPr>
              <a:t>Learning rate</a:t>
            </a:r>
          </a:p>
        </p:txBody>
      </p:sp>
      <p:sp>
        <p:nvSpPr>
          <p:cNvPr id="177396172" name="">
            <a:extLst xmlns:a="http://schemas.openxmlformats.org/drawingml/2006/main">
              <a:ext uri="{FF2B5EF4-FFF2-40B4-BE49-F238E27FC236}">
                <a16:creationId xmlns:a16="http://schemas.microsoft.com/office/drawing/2014/main" id="{C6E295B5-89E5-4F33-8760-B77EEC9A49E8}"/>
              </a:ext>
            </a:extLst>
          </p:cNvPr>
          <p:cNvSpPr>
            <a:spLocks xmlns:a="http://schemas.openxmlformats.org/drawingml/2006/main" noGrp="1"/>
          </p:cNvSpPr>
          <p:nvPr/>
        </p:nvSpPr>
        <p:spPr>
          <a:xfrm xmlns:a="http://schemas.openxmlformats.org/drawingml/2006/main">
            <a:off x="609600" y="590549"/>
            <a:ext cx="9334500" cy="5905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150" b="1">
                <a:solidFill>
                  <a:srgbClr val="0B0F19"/>
                </a:solidFill>
              </a:defRPr>
            </a:pPr>
            <a:r>
              <a:rPr sz="3150" b="1">
                <a:solidFill>
                  <a:srgbClr val="0B0F19"/>
                </a:solidFill>
              </a:rPr>
              <a:t>Learning rate controls the step</a:t>
            </a:r>
          </a:p>
        </p:txBody>
      </p:sp>
      <p:sp>
        <p:nvSpPr>
          <p:cNvPr id="960318419" name="">
            <a:extLst xmlns:a="http://schemas.openxmlformats.org/drawingml/2006/main">
              <a:ext uri="{FF2B5EF4-FFF2-40B4-BE49-F238E27FC236}">
                <a16:creationId xmlns:a16="http://schemas.microsoft.com/office/drawing/2014/main" id="{28C7F243-7A81-4537-BEB8-EB9DACD4192E}"/>
              </a:ext>
            </a:extLst>
          </p:cNvPr>
          <p:cNvSpPr>
            <a:spLocks xmlns:a="http://schemas.openxmlformats.org/drawingml/2006/main" noGrp="1"/>
          </p:cNvSpPr>
          <p:nvPr/>
        </p:nvSpPr>
        <p:spPr>
          <a:xfrm xmlns:a="http://schemas.openxmlformats.org/drawingml/2006/main">
            <a:off x="609600" y="1352550"/>
            <a:ext cx="10972800" cy="4762500"/>
          </a:xfrm>
          <a:prstGeom xmlns:a="http://schemas.openxmlformats.org/drawingml/2006/main" prst="roundRect">
            <a:avLst>
              <a:gd name="adj" fmla="val 1600"/>
            </a:avLst>
          </a:prstGeom>
          <a:solidFill xmlns:a="http://schemas.openxmlformats.org/drawingml/2006/main">
            <a:srgbClr val="F8FAFC"/>
          </a:solidFill>
          <a:ln xmlns:a="http://schemas.openxmlformats.org/drawingml/2006/main" w="14288">
            <a:solidFill>
              <a:srgbClr val="E2E8F0"/>
            </a:solidFill>
            <a:prstDash val="solid"/>
          </a:ln>
        </p:spPr>
      </p:sp>
      <p:sp>
        <p:nvSpPr>
          <p:cNvPr id="53979158" name="">
            <a:extLst xmlns:a="http://schemas.openxmlformats.org/drawingml/2006/main">
              <a:ext uri="{FF2B5EF4-FFF2-40B4-BE49-F238E27FC236}">
                <a16:creationId xmlns:a16="http://schemas.microsoft.com/office/drawing/2014/main" id="{B06830DA-4A9B-41C2-B730-0D220E8FB6CA}"/>
              </a:ext>
            </a:extLst>
          </p:cNvPr>
          <p:cNvSpPr>
            <a:spLocks xmlns:a="http://schemas.openxmlformats.org/drawingml/2006/main" noGrp="1"/>
          </p:cNvSpPr>
          <p:nvPr/>
        </p:nvSpPr>
        <p:spPr>
          <a:xfrm xmlns:a="http://schemas.openxmlformats.org/drawingml/2006/main">
            <a:off x="1762125" y="5381625"/>
            <a:ext cx="7239000" cy="9525"/>
          </a:xfrm>
          <a:prstGeom xmlns:a="http://schemas.openxmlformats.org/drawingml/2006/main" prst="line">
            <a:avLst/>
          </a:prstGeom>
          <a:noFill xmlns:a="http://schemas.openxmlformats.org/drawingml/2006/main"/>
          <a:ln xmlns:a="http://schemas.openxmlformats.org/drawingml/2006/main" w="19050">
            <a:solidFill>
              <a:srgbClr val="94A3B8"/>
            </a:solidFill>
            <a:prstDash val="solid"/>
          </a:ln>
        </p:spPr>
      </p:sp>
      <p:sp>
        <p:nvSpPr>
          <p:cNvPr id="627639123" name="">
            <a:extLst xmlns:a="http://schemas.openxmlformats.org/drawingml/2006/main">
              <a:ext uri="{FF2B5EF4-FFF2-40B4-BE49-F238E27FC236}">
                <a16:creationId xmlns:a16="http://schemas.microsoft.com/office/drawing/2014/main" id="{F9BAE9BB-D003-4D78-ACE9-4BF088B73C38}"/>
              </a:ext>
            </a:extLst>
          </p:cNvPr>
          <p:cNvSpPr>
            <a:spLocks xmlns:a="http://schemas.openxmlformats.org/drawingml/2006/main" noGrp="1"/>
          </p:cNvSpPr>
          <p:nvPr/>
        </p:nvSpPr>
        <p:spPr>
          <a:xfrm xmlns:a="http://schemas.openxmlformats.org/drawingml/2006/main">
            <a:off x="1762125" y="2524125"/>
            <a:ext cx="9525" cy="2857500"/>
          </a:xfrm>
          <a:prstGeom xmlns:a="http://schemas.openxmlformats.org/drawingml/2006/main" prst="line">
            <a:avLst/>
          </a:prstGeom>
          <a:noFill xmlns:a="http://schemas.openxmlformats.org/drawingml/2006/main"/>
          <a:ln xmlns:a="http://schemas.openxmlformats.org/drawingml/2006/main" w="19050">
            <a:solidFill>
              <a:srgbClr val="94A3B8"/>
            </a:solidFill>
            <a:prstDash val="solid"/>
          </a:ln>
        </p:spPr>
      </p:sp>
      <p:sp>
        <p:nvSpPr>
          <p:cNvPr id="466830899" name="">
            <a:extLst xmlns:a="http://schemas.openxmlformats.org/drawingml/2006/main">
              <a:ext uri="{FF2B5EF4-FFF2-40B4-BE49-F238E27FC236}">
                <a16:creationId xmlns:a16="http://schemas.microsoft.com/office/drawing/2014/main" id="{2FE3FEA5-B77E-4B07-A754-D59DA3FB5328}"/>
              </a:ext>
            </a:extLst>
          </p:cNvPr>
          <p:cNvSpPr>
            <a:spLocks xmlns:a="http://schemas.openxmlformats.org/drawingml/2006/main" noGrp="1"/>
          </p:cNvSpPr>
          <p:nvPr/>
        </p:nvSpPr>
        <p:spPr>
          <a:xfrm xmlns:a="http://schemas.openxmlformats.org/drawingml/2006/main">
            <a:off x="4714875" y="5619750"/>
            <a:ext cx="1524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0">
                <a:solidFill>
                  <a:srgbClr val="667085"/>
                </a:solidFill>
              </a:defRPr>
            </a:pPr>
            <a:r>
              <a:rPr sz="1350" b="0">
                <a:solidFill>
                  <a:srgbClr val="667085"/>
                </a:solidFill>
              </a:rPr>
              <a:t>parameter</a:t>
            </a:r>
          </a:p>
        </p:txBody>
      </p:sp>
      <p:sp>
        <p:nvSpPr>
          <p:cNvPr id="1905295988" name="">
            <a:extLst xmlns:a="http://schemas.openxmlformats.org/drawingml/2006/main">
              <a:ext uri="{FF2B5EF4-FFF2-40B4-BE49-F238E27FC236}">
                <a16:creationId xmlns:a16="http://schemas.microsoft.com/office/drawing/2014/main" id="{98A2A8F7-2D82-45B2-AA29-6B8511DFC12C}"/>
              </a:ext>
            </a:extLst>
          </p:cNvPr>
          <p:cNvSpPr>
            <a:spLocks xmlns:a="http://schemas.openxmlformats.org/drawingml/2006/main" noGrp="1"/>
          </p:cNvSpPr>
          <p:nvPr/>
        </p:nvSpPr>
        <p:spPr>
          <a:xfrm xmlns:a="http://schemas.openxmlformats.org/drawingml/2006/main">
            <a:off x="1190625" y="3619500"/>
            <a:ext cx="571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0">
                <a:solidFill>
                  <a:srgbClr val="667085"/>
                </a:solidFill>
              </a:defRPr>
            </a:pPr>
            <a:r>
              <a:rPr sz="1350" b="0">
                <a:solidFill>
                  <a:srgbClr val="667085"/>
                </a:solidFill>
              </a:rPr>
              <a:t>MSE</a:t>
            </a:r>
          </a:p>
        </p:txBody>
      </p:sp>
      <p:sp>
        <p:nvSpPr>
          <p:cNvPr id="917868854" name="">
            <a:extLst xmlns:a="http://schemas.openxmlformats.org/drawingml/2006/main">
              <a:ext uri="{FF2B5EF4-FFF2-40B4-BE49-F238E27FC236}">
                <a16:creationId xmlns:a16="http://schemas.microsoft.com/office/drawing/2014/main" id="{1617CB3C-B7FB-4CFA-AEAC-BB827F503A79}"/>
              </a:ext>
            </a:extLst>
          </p:cNvPr>
          <p:cNvSpPr>
            <a:spLocks xmlns:a="http://schemas.openxmlformats.org/drawingml/2006/main" noGrp="1"/>
          </p:cNvSpPr>
          <p:nvPr/>
        </p:nvSpPr>
        <p:spPr>
          <a:xfrm xmlns:a="http://schemas.openxmlformats.org/drawingml/2006/main">
            <a:off x="7574280" y="4205542"/>
            <a:ext cx="247650" cy="247650"/>
          </a:xfrm>
          <a:prstGeom xmlns:a="http://schemas.openxmlformats.org/drawingml/2006/main" prst="ellipse">
            <a:avLst/>
          </a:prstGeom>
          <a:solidFill xmlns:a="http://schemas.openxmlformats.org/drawingml/2006/main">
            <a:srgbClr val="2563EB"/>
          </a:solidFill>
          <a:ln xmlns:a="http://schemas.openxmlformats.org/drawingml/2006/main" w="19050">
            <a:solidFill>
              <a:srgbClr val="2563EB"/>
            </a:solidFill>
            <a:prstDash val="solid"/>
          </a:ln>
        </p:spPr>
      </p:sp>
      <p:sp>
        <p:nvSpPr>
          <p:cNvPr id="1147861545" name="">
            <a:extLst xmlns:a="http://schemas.openxmlformats.org/drawingml/2006/main">
              <a:ext uri="{FF2B5EF4-FFF2-40B4-BE49-F238E27FC236}">
                <a16:creationId xmlns:a16="http://schemas.microsoft.com/office/drawing/2014/main" id="{7C98F0C2-D752-4517-90B5-215C8BEF5FCB}"/>
              </a:ext>
            </a:extLst>
          </p:cNvPr>
          <p:cNvSpPr>
            <a:spLocks xmlns:a="http://schemas.openxmlformats.org/drawingml/2006/main" noGrp="1"/>
          </p:cNvSpPr>
          <p:nvPr/>
        </p:nvSpPr>
        <p:spPr>
          <a:xfrm xmlns:a="http://schemas.openxmlformats.org/drawingml/2006/main">
            <a:off x="7313295" y="4396169"/>
            <a:ext cx="190500" cy="190500"/>
          </a:xfrm>
          <a:prstGeom xmlns:a="http://schemas.openxmlformats.org/drawingml/2006/main" prst="ellipse">
            <a:avLst/>
          </a:prstGeom>
          <a:solidFill xmlns:a="http://schemas.openxmlformats.org/drawingml/2006/main">
            <a:srgbClr val="10B981"/>
          </a:solidFill>
          <a:ln xmlns:a="http://schemas.openxmlformats.org/drawingml/2006/main" w="19050">
            <a:solidFill>
              <a:srgbClr val="10B981"/>
            </a:solidFill>
            <a:prstDash val="solid"/>
          </a:ln>
        </p:spPr>
      </p:sp>
      <p:sp>
        <p:nvSpPr>
          <p:cNvPr id="453648763" name="">
            <a:extLst xmlns:a="http://schemas.openxmlformats.org/drawingml/2006/main">
              <a:ext uri="{FF2B5EF4-FFF2-40B4-BE49-F238E27FC236}">
                <a16:creationId xmlns:a16="http://schemas.microsoft.com/office/drawing/2014/main" id="{01442D99-8DBF-4FF4-BA79-2D7BA871F96C}"/>
              </a:ext>
            </a:extLst>
          </p:cNvPr>
          <p:cNvSpPr>
            <a:spLocks xmlns:a="http://schemas.openxmlformats.org/drawingml/2006/main" noGrp="1"/>
          </p:cNvSpPr>
          <p:nvPr/>
        </p:nvSpPr>
        <p:spPr>
          <a:xfrm xmlns:a="http://schemas.openxmlformats.org/drawingml/2006/main">
            <a:off x="6136005" y="4801807"/>
            <a:ext cx="228600" cy="228600"/>
          </a:xfrm>
          <a:prstGeom xmlns:a="http://schemas.openxmlformats.org/drawingml/2006/main" prst="ellipse">
            <a:avLst/>
          </a:prstGeom>
          <a:solidFill xmlns:a="http://schemas.openxmlformats.org/drawingml/2006/main">
            <a:srgbClr val="F97316"/>
          </a:solidFill>
          <a:ln xmlns:a="http://schemas.openxmlformats.org/drawingml/2006/main" w="19050">
            <a:solidFill>
              <a:srgbClr val="F97316"/>
            </a:solidFill>
            <a:prstDash val="solid"/>
          </a:ln>
        </p:spPr>
      </p:sp>
      <p:sp>
        <p:nvSpPr>
          <p:cNvPr id="1758550889" name="">
            <a:extLst xmlns:a="http://schemas.openxmlformats.org/drawingml/2006/main">
              <a:ext uri="{FF2B5EF4-FFF2-40B4-BE49-F238E27FC236}">
                <a16:creationId xmlns:a16="http://schemas.microsoft.com/office/drawing/2014/main" id="{3AD2F3A6-18B2-4BCB-B725-DC95D640FE47}"/>
              </a:ext>
            </a:extLst>
          </p:cNvPr>
          <p:cNvSpPr>
            <a:spLocks xmlns:a="http://schemas.openxmlformats.org/drawingml/2006/main" noGrp="1"/>
          </p:cNvSpPr>
          <p:nvPr/>
        </p:nvSpPr>
        <p:spPr>
          <a:xfrm xmlns:a="http://schemas.openxmlformats.org/drawingml/2006/main">
            <a:off x="3819525" y="4578287"/>
            <a:ext cx="228600" cy="228600"/>
          </a:xfrm>
          <a:prstGeom xmlns:a="http://schemas.openxmlformats.org/drawingml/2006/main" prst="ellipse">
            <a:avLst/>
          </a:prstGeom>
          <a:solidFill xmlns:a="http://schemas.openxmlformats.org/drawingml/2006/main">
            <a:srgbClr val="EF4444"/>
          </a:solidFill>
          <a:ln xmlns:a="http://schemas.openxmlformats.org/drawingml/2006/main" w="19050">
            <a:solidFill>
              <a:srgbClr val="EF4444"/>
            </a:solidFill>
            <a:prstDash val="solid"/>
          </a:ln>
        </p:spPr>
      </p:sp>
      <p:sp>
        <p:nvSpPr>
          <p:cNvPr id="1781569674" name="">
            <a:extLst xmlns:a="http://schemas.openxmlformats.org/drawingml/2006/main">
              <a:ext uri="{FF2B5EF4-FFF2-40B4-BE49-F238E27FC236}">
                <a16:creationId xmlns:a16="http://schemas.microsoft.com/office/drawing/2014/main" id="{605E050D-A59C-40FD-8A41-7F7A778ADBC7}"/>
              </a:ext>
            </a:extLst>
          </p:cNvPr>
          <p:cNvSpPr>
            <a:spLocks xmlns:a="http://schemas.openxmlformats.org/drawingml/2006/main" noGrp="1"/>
          </p:cNvSpPr>
          <p:nvPr/>
        </p:nvSpPr>
        <p:spPr>
          <a:xfrm xmlns:a="http://schemas.openxmlformats.org/drawingml/2006/main">
            <a:off x="9477375" y="2857500"/>
            <a:ext cx="1333500" cy="514350"/>
          </a:xfrm>
          <a:prstGeom xmlns:a="http://schemas.openxmlformats.org/drawingml/2006/main" prst="roundRect">
            <a:avLst>
              <a:gd name="adj" fmla="val 22222"/>
            </a:avLst>
          </a:prstGeom>
          <a:solidFill xmlns:a="http://schemas.openxmlformats.org/drawingml/2006/main">
            <a:srgbClr val="DCFCE7"/>
          </a:solidFill>
          <a:ln xmlns:a="http://schemas.openxmlformats.org/drawingml/2006/main" w="14288">
            <a:solidFill>
              <a:srgbClr val="10B981"/>
            </a:solidFill>
            <a:prstDash val="solid"/>
          </a:ln>
        </p:spPr>
        <p:txBody>
          <a:bodyPr xmlns:a="http://schemas.openxmlformats.org/drawingml/2006/main"/>
          <a:lstStyle xmlns:a="http://schemas.openxmlformats.org/drawingml/2006/main"/>
          <a:p xmlns:a="http://schemas.openxmlformats.org/drawingml/2006/main">
            <a:pPr algn="ctr">
              <a:buNone/>
              <a:defRPr sz="1750" b="1">
                <a:solidFill>
                  <a:srgbClr val="10B981"/>
                </a:solidFill>
              </a:defRPr>
            </a:pPr>
            <a:r>
              <a:rPr sz="1750" b="1">
                <a:solidFill>
                  <a:srgbClr val="10B981"/>
                </a:solidFill>
              </a:rPr>
              <a:t>small α</a:t>
            </a:r>
          </a:p>
        </p:txBody>
      </p:sp>
      <p:sp>
        <p:nvSpPr>
          <p:cNvPr id="140372677" name="">
            <a:extLst xmlns:a="http://schemas.openxmlformats.org/drawingml/2006/main">
              <a:ext uri="{FF2B5EF4-FFF2-40B4-BE49-F238E27FC236}">
                <a16:creationId xmlns:a16="http://schemas.microsoft.com/office/drawing/2014/main" id="{1E1A155D-2F5B-4AF4-AA56-C2205913B5C7}"/>
              </a:ext>
            </a:extLst>
          </p:cNvPr>
          <p:cNvSpPr>
            <a:spLocks xmlns:a="http://schemas.openxmlformats.org/drawingml/2006/main" noGrp="1"/>
          </p:cNvSpPr>
          <p:nvPr/>
        </p:nvSpPr>
        <p:spPr>
          <a:xfrm xmlns:a="http://schemas.openxmlformats.org/drawingml/2006/main">
            <a:off x="9477375" y="3571875"/>
            <a:ext cx="1333500" cy="514350"/>
          </a:xfrm>
          <a:prstGeom xmlns:a="http://schemas.openxmlformats.org/drawingml/2006/main" prst="roundRect">
            <a:avLst>
              <a:gd name="adj" fmla="val 22222"/>
            </a:avLst>
          </a:prstGeom>
          <a:solidFill xmlns:a="http://schemas.openxmlformats.org/drawingml/2006/main">
            <a:srgbClr val="FEF3C7"/>
          </a:solidFill>
          <a:ln xmlns:a="http://schemas.openxmlformats.org/drawingml/2006/main" w="14288">
            <a:solidFill>
              <a:srgbClr val="F97316"/>
            </a:solidFill>
            <a:prstDash val="solid"/>
          </a:ln>
        </p:spPr>
        <p:txBody>
          <a:bodyPr xmlns:a="http://schemas.openxmlformats.org/drawingml/2006/main"/>
          <a:lstStyle xmlns:a="http://schemas.openxmlformats.org/drawingml/2006/main"/>
          <a:p xmlns:a="http://schemas.openxmlformats.org/drawingml/2006/main">
            <a:pPr algn="ctr">
              <a:buNone/>
              <a:defRPr sz="1750" b="1">
                <a:solidFill>
                  <a:srgbClr val="F97316"/>
                </a:solidFill>
              </a:defRPr>
            </a:pPr>
            <a:r>
              <a:rPr sz="1750" b="1">
                <a:solidFill>
                  <a:srgbClr val="F97316"/>
                </a:solidFill>
              </a:rPr>
              <a:t>good α</a:t>
            </a:r>
          </a:p>
        </p:txBody>
      </p:sp>
      <p:sp>
        <p:nvSpPr>
          <p:cNvPr id="457547253" name="">
            <a:extLst xmlns:a="http://schemas.openxmlformats.org/drawingml/2006/main">
              <a:ext uri="{FF2B5EF4-FFF2-40B4-BE49-F238E27FC236}">
                <a16:creationId xmlns:a16="http://schemas.microsoft.com/office/drawing/2014/main" id="{43E5A32C-A678-4233-A267-788C1C125E5B}"/>
              </a:ext>
            </a:extLst>
          </p:cNvPr>
          <p:cNvSpPr>
            <a:spLocks xmlns:a="http://schemas.openxmlformats.org/drawingml/2006/main" noGrp="1"/>
          </p:cNvSpPr>
          <p:nvPr/>
        </p:nvSpPr>
        <p:spPr>
          <a:xfrm xmlns:a="http://schemas.openxmlformats.org/drawingml/2006/main">
            <a:off x="9477375" y="4286250"/>
            <a:ext cx="1333500" cy="514350"/>
          </a:xfrm>
          <a:prstGeom xmlns:a="http://schemas.openxmlformats.org/drawingml/2006/main" prst="roundRect">
            <a:avLst>
              <a:gd name="adj" fmla="val 22222"/>
            </a:avLst>
          </a:prstGeom>
          <a:solidFill xmlns:a="http://schemas.openxmlformats.org/drawingml/2006/main">
            <a:srgbClr val="FEF2F2"/>
          </a:solidFill>
          <a:ln xmlns:a="http://schemas.openxmlformats.org/drawingml/2006/main" w="14288">
            <a:solidFill>
              <a:srgbClr val="EF4444"/>
            </a:solidFill>
            <a:prstDash val="solid"/>
          </a:ln>
        </p:spPr>
        <p:txBody>
          <a:bodyPr xmlns:a="http://schemas.openxmlformats.org/drawingml/2006/main"/>
          <a:lstStyle xmlns:a="http://schemas.openxmlformats.org/drawingml/2006/main"/>
          <a:p xmlns:a="http://schemas.openxmlformats.org/drawingml/2006/main">
            <a:pPr algn="ctr">
              <a:buNone/>
              <a:defRPr sz="1750" b="1">
                <a:solidFill>
                  <a:srgbClr val="EF4444"/>
                </a:solidFill>
              </a:defRPr>
            </a:pPr>
            <a:r>
              <a:rPr sz="1750" b="1">
                <a:solidFill>
                  <a:srgbClr val="EF4444"/>
                </a:solidFill>
              </a:rPr>
              <a:t>too large</a:t>
            </a:r>
          </a:p>
        </p:txBody>
      </p:sp>
      <p:sp>
        <p:nvSpPr>
          <p:cNvPr id="126664148" name="">
            <a:extLst xmlns:a="http://schemas.openxmlformats.org/drawingml/2006/main">
              <a:ext uri="{FF2B5EF4-FFF2-40B4-BE49-F238E27FC236}">
                <a16:creationId xmlns:a16="http://schemas.microsoft.com/office/drawing/2014/main" id="{D28A7CFB-4538-4003-A838-ADA104977654}"/>
              </a:ext>
            </a:extLst>
          </p:cNvPr>
          <p:cNvSpPr>
            <a:spLocks xmlns:a="http://schemas.openxmlformats.org/drawingml/2006/main" noGrp="1"/>
          </p:cNvSpPr>
          <p:nvPr/>
        </p:nvSpPr>
        <p:spPr>
          <a:xfrm xmlns:a="http://schemas.openxmlformats.org/drawingml/2006/main">
            <a:off x="3048000" y="1733550"/>
            <a:ext cx="5334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400" b="1">
                <a:solidFill>
                  <a:srgbClr val="2563EB"/>
                </a:solidFill>
              </a:defRPr>
            </a:pPr>
            <a:r>
              <a:rPr sz="2400" b="1">
                <a:solidFill>
                  <a:srgbClr val="2563EB"/>
                </a:solidFill>
              </a:rPr>
              <a:t>α is the learning rate</a:t>
            </a:r>
          </a:p>
        </p:txBody>
      </p:sp>
      <p:sp>
        <p:nvSpPr>
          <p:cNvPr id="638283190" name="">
            <a:extLst xmlns:a="http://schemas.openxmlformats.org/drawingml/2006/main">
              <a:ext uri="{FF2B5EF4-FFF2-40B4-BE49-F238E27FC236}">
                <a16:creationId xmlns:a16="http://schemas.microsoft.com/office/drawing/2014/main" id="{01770682-6732-4412-962D-85CC6E8DA011}"/>
              </a:ext>
            </a:extLst>
          </p:cNvPr>
          <p:cNvSpPr>
            <a:spLocks xmlns:a="http://schemas.openxmlformats.org/drawingml/2006/main" noGrp="1"/>
          </p:cNvSpPr>
          <p:nvPr/>
        </p:nvSpPr>
        <p:spPr>
          <a:xfrm xmlns:a="http://schemas.openxmlformats.org/drawingml/2006/main">
            <a:off x="11106150" y="628650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00" b="0">
                <a:solidFill>
                  <a:srgbClr val="667085"/>
                </a:solidFill>
              </a:defRPr>
            </a:pPr>
            <a:r>
              <a:rPr sz="1000" b="0">
                <a:solidFill>
                  <a:srgbClr val="667085"/>
                </a:solidFill>
              </a:rPr>
              <a:t>12</a:t>
            </a:r>
          </a:p>
        </p:txBody>
      </p:sp>
      <p:pic>
        <p:nvPicPr>
          <p:cNvPr id="1905296006" name=""/>
          <p:cNvPicPr>
            <a:picLocks xmlns:a="http://schemas.openxmlformats.org/drawingml/2006/main" noChangeAspect="1"/>
          </p:cNvPicPr>
          <p:nvPr/>
        </p:nvPicPr>
        <p:blipFill rotWithShape="1">
          <a:blip xmlns:r="http://schemas.openxmlformats.org/officeDocument/2006/relationships" xmlns:a="http://schemas.openxmlformats.org/drawingml/2006/main" r:embed="R5e6470a41ad142f0">
            <a:extLst>
              <a:ext uri="{96DAC541-7B7A-43D3-8B79-37D633B846F1}">
                <asvg:svgBlip xmlns:asvg="http://schemas.microsoft.com/office/drawing/2016/SVG/main" r:embed="R379959af55474654"/>
              </a:ext>
            </a:extLst>
          </a:blip>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225988970"/>
      </p:ext>
    </p:extLst>
  </p:cSld>
</p:sld>
</file>

<file path=ppt/slides/slide13.xml><?xml version="1.0" encoding="utf-8"?>
<p:sld xmlns:p="http://schemas.openxmlformats.org/presentationml/2006/main" showMasterSp="1">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35271157" name="">
            <a:extLst xmlns:a="http://schemas.openxmlformats.org/drawingml/2006/main">
              <a:ext uri="{FF2B5EF4-FFF2-40B4-BE49-F238E27FC236}">
                <a16:creationId xmlns:a16="http://schemas.microsoft.com/office/drawing/2014/main" id="{7A174F51-773A-4808-8E87-AE2A46528255}"/>
              </a:ext>
            </a:extLst>
          </p:cNvPr>
          <p:cNvSpPr>
            <a:spLocks xmlns:a="http://schemas.openxmlformats.org/drawingml/2006/main" noGrp="1"/>
          </p:cNvSpPr>
          <p:nvPr/>
        </p:nvSpPr>
        <p:spPr>
          <a:xfrm xmlns:a="http://schemas.openxmlformats.org/drawingml/2006/main">
            <a:off x="609600" y="32385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563EB"/>
                </a:solidFill>
              </a:defRPr>
            </a:pPr>
            <a:r>
              <a:rPr sz="1200" b="1">
                <a:solidFill>
                  <a:srgbClr val="2563EB"/>
                </a:solidFill>
              </a:rPr>
              <a:t>Optimization</a:t>
            </a:r>
          </a:p>
        </p:txBody>
      </p:sp>
      <p:sp>
        <p:nvSpPr>
          <p:cNvPr id="251777345" name="">
            <a:extLst xmlns:a="http://schemas.openxmlformats.org/drawingml/2006/main">
              <a:ext uri="{FF2B5EF4-FFF2-40B4-BE49-F238E27FC236}">
                <a16:creationId xmlns:a16="http://schemas.microsoft.com/office/drawing/2014/main" id="{4095C924-8F99-4FF4-BBB0-1E4F34AA56BC}"/>
              </a:ext>
            </a:extLst>
          </p:cNvPr>
          <p:cNvSpPr>
            <a:spLocks xmlns:a="http://schemas.openxmlformats.org/drawingml/2006/main" noGrp="1"/>
          </p:cNvSpPr>
          <p:nvPr/>
        </p:nvSpPr>
        <p:spPr>
          <a:xfrm xmlns:a="http://schemas.openxmlformats.org/drawingml/2006/main">
            <a:off x="609600" y="590549"/>
            <a:ext cx="10287000" cy="5905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000" b="1">
                <a:solidFill>
                  <a:srgbClr val="0B0F19"/>
                </a:solidFill>
              </a:defRPr>
            </a:pPr>
            <a:r>
              <a:rPr sz="3000" b="1">
                <a:solidFill>
                  <a:srgbClr val="0B0F19"/>
                </a:solidFill>
              </a:rPr>
              <a:t>Annealing reduces randomness over time</a:t>
            </a:r>
          </a:p>
        </p:txBody>
      </p:sp>
      <p:sp>
        <p:nvSpPr>
          <p:cNvPr id="1456392342" name="">
            <a:extLst xmlns:a="http://schemas.openxmlformats.org/drawingml/2006/main">
              <a:ext uri="{FF2B5EF4-FFF2-40B4-BE49-F238E27FC236}">
                <a16:creationId xmlns:a16="http://schemas.microsoft.com/office/drawing/2014/main" id="{8A5F9AC7-FF06-491B-A703-D58FB7B37CB9}"/>
              </a:ext>
            </a:extLst>
          </p:cNvPr>
          <p:cNvSpPr>
            <a:spLocks xmlns:a="http://schemas.openxmlformats.org/drawingml/2006/main" noGrp="1"/>
          </p:cNvSpPr>
          <p:nvPr/>
        </p:nvSpPr>
        <p:spPr>
          <a:xfrm xmlns:a="http://schemas.openxmlformats.org/drawingml/2006/main">
            <a:off x="704850" y="1466849"/>
            <a:ext cx="10782300" cy="4514850"/>
          </a:xfrm>
          <a:prstGeom xmlns:a="http://schemas.openxmlformats.org/drawingml/2006/main" prst="roundRect">
            <a:avLst>
              <a:gd name="adj" fmla="val 2532"/>
            </a:avLst>
          </a:prstGeom>
          <a:solidFill xmlns:a="http://schemas.openxmlformats.org/drawingml/2006/main">
            <a:srgbClr val="F8FAFC"/>
          </a:solidFill>
          <a:ln xmlns:a="http://schemas.openxmlformats.org/drawingml/2006/main" w="14288">
            <a:solidFill>
              <a:srgbClr val="E2E8F0"/>
            </a:solidFill>
            <a:prstDash val="solid"/>
          </a:ln>
        </p:spPr>
      </p:sp>
      <p:sp>
        <p:nvSpPr>
          <p:cNvPr id="615225221" name="">
            <a:extLst xmlns:a="http://schemas.openxmlformats.org/drawingml/2006/main">
              <a:ext uri="{FF2B5EF4-FFF2-40B4-BE49-F238E27FC236}">
                <a16:creationId xmlns:a16="http://schemas.microsoft.com/office/drawing/2014/main" id="{BEAA7C47-EAEF-4E48-B399-BEFFDCDEECD2}"/>
              </a:ext>
            </a:extLst>
          </p:cNvPr>
          <p:cNvSpPr>
            <a:spLocks xmlns:a="http://schemas.openxmlformats.org/drawingml/2006/main" noGrp="1"/>
          </p:cNvSpPr>
          <p:nvPr/>
        </p:nvSpPr>
        <p:spPr>
          <a:xfrm xmlns:a="http://schemas.openxmlformats.org/drawingml/2006/main">
            <a:off x="1257300" y="20955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00" b="1">
                <a:solidFill>
                  <a:srgbClr val="FFFFFF"/>
                </a:solidFill>
              </a:defRPr>
            </a:pPr>
            <a:r>
              <a:rPr sz="1800" b="1">
                <a:solidFill>
                  <a:srgbClr val="FFFFFF"/>
                </a:solidFill>
              </a:rPr>
              <a:t>loss landscape</a:t>
            </a:r>
          </a:p>
        </p:txBody>
      </p:sp>
      <p:sp>
        <p:nvSpPr>
          <p:cNvPr id="1987074983" name="">
            <a:extLst xmlns:a="http://schemas.openxmlformats.org/drawingml/2006/main">
              <a:ext uri="{FF2B5EF4-FFF2-40B4-BE49-F238E27FC236}">
                <a16:creationId xmlns:a16="http://schemas.microsoft.com/office/drawing/2014/main" id="{22F1695B-7D84-4F78-959A-9DA8BF57E77C}"/>
              </a:ext>
            </a:extLst>
          </p:cNvPr>
          <p:cNvSpPr>
            <a:spLocks xmlns:a="http://schemas.openxmlformats.org/drawingml/2006/main" noGrp="1"/>
          </p:cNvSpPr>
          <p:nvPr/>
        </p:nvSpPr>
        <p:spPr>
          <a:xfrm xmlns:a="http://schemas.openxmlformats.org/drawingml/2006/main">
            <a:off x="7867649" y="2000250"/>
            <a:ext cx="3200400" cy="3086100"/>
          </a:xfrm>
          <a:prstGeom xmlns:a="http://schemas.openxmlformats.org/drawingml/2006/main" prst="roundRect">
            <a:avLst>
              <a:gd name="adj" fmla="val 3704"/>
            </a:avLst>
          </a:prstGeom>
          <a:solidFill xmlns:a="http://schemas.openxmlformats.org/drawingml/2006/main">
            <a:srgbClr val="FFFFFF"/>
          </a:solidFill>
          <a:ln xmlns:a="http://schemas.openxmlformats.org/drawingml/2006/main" w="14288">
            <a:solidFill>
              <a:srgbClr val="E2E8F0"/>
            </a:solidFill>
            <a:prstDash val="solid"/>
          </a:ln>
        </p:spPr>
      </p:sp>
      <p:sp>
        <p:nvSpPr>
          <p:cNvPr id="1286956635" name="">
            <a:extLst xmlns:a="http://schemas.openxmlformats.org/drawingml/2006/main">
              <a:ext uri="{FF2B5EF4-FFF2-40B4-BE49-F238E27FC236}">
                <a16:creationId xmlns:a16="http://schemas.microsoft.com/office/drawing/2014/main" id="{83BA2E49-EA0C-474E-8366-177C2CC97DB5}"/>
              </a:ext>
            </a:extLst>
          </p:cNvPr>
          <p:cNvSpPr>
            <a:spLocks xmlns:a="http://schemas.openxmlformats.org/drawingml/2006/main" noGrp="1"/>
          </p:cNvSpPr>
          <p:nvPr/>
        </p:nvSpPr>
        <p:spPr>
          <a:xfrm xmlns:a="http://schemas.openxmlformats.org/drawingml/2006/main">
            <a:off x="8153399" y="2286000"/>
            <a:ext cx="1809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900" b="1">
                <a:solidFill>
                  <a:srgbClr val="0B0F19"/>
                </a:solidFill>
              </a:defRPr>
            </a:pPr>
            <a:r>
              <a:rPr sz="1900" b="1">
                <a:solidFill>
                  <a:srgbClr val="0B0F19"/>
                </a:solidFill>
              </a:rPr>
              <a:t>annealing</a:t>
            </a:r>
          </a:p>
        </p:txBody>
      </p:sp>
      <p:sp>
        <p:nvSpPr>
          <p:cNvPr id="399762639" name="">
            <a:extLst xmlns:a="http://schemas.openxmlformats.org/drawingml/2006/main">
              <a:ext uri="{FF2B5EF4-FFF2-40B4-BE49-F238E27FC236}">
                <a16:creationId xmlns:a16="http://schemas.microsoft.com/office/drawing/2014/main" id="{CA84066C-389C-4B6A-9352-9A3ACCFFD76A}"/>
              </a:ext>
            </a:extLst>
          </p:cNvPr>
          <p:cNvSpPr>
            <a:spLocks xmlns:a="http://schemas.openxmlformats.org/drawingml/2006/main" noGrp="1"/>
          </p:cNvSpPr>
          <p:nvPr/>
        </p:nvSpPr>
        <p:spPr>
          <a:xfrm xmlns:a="http://schemas.openxmlformats.org/drawingml/2006/main">
            <a:off x="8153399" y="2628900"/>
            <a:ext cx="2381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00" b="0">
                <a:solidFill>
                  <a:srgbClr val="667085"/>
                </a:solidFill>
              </a:defRPr>
            </a:pPr>
            <a:r>
              <a:rPr sz="1300" b="0">
                <a:solidFill>
                  <a:srgbClr val="667085"/>
                </a:solidFill>
              </a:rPr>
              <a:t>temperature / learning rate</a:t>
            </a:r>
          </a:p>
        </p:txBody>
      </p:sp>
      <p:sp>
        <p:nvSpPr>
          <p:cNvPr id="1664744870" name="">
            <a:extLst xmlns:a="http://schemas.openxmlformats.org/drawingml/2006/main">
              <a:ext uri="{FF2B5EF4-FFF2-40B4-BE49-F238E27FC236}">
                <a16:creationId xmlns:a16="http://schemas.microsoft.com/office/drawing/2014/main" id="{3B20EE17-C4C8-4997-B048-2D0A6C6A375D}"/>
              </a:ext>
            </a:extLst>
          </p:cNvPr>
          <p:cNvSpPr>
            <a:spLocks xmlns:a="http://schemas.openxmlformats.org/drawingml/2006/main" noGrp="1"/>
          </p:cNvSpPr>
          <p:nvPr/>
        </p:nvSpPr>
        <p:spPr>
          <a:xfrm xmlns:a="http://schemas.openxmlformats.org/drawingml/2006/main">
            <a:off x="8420100" y="3067050"/>
            <a:ext cx="9525" cy="1295400"/>
          </a:xfrm>
          <a:prstGeom xmlns:a="http://schemas.openxmlformats.org/drawingml/2006/main" prst="line">
            <a:avLst/>
          </a:prstGeom>
          <a:noFill xmlns:a="http://schemas.openxmlformats.org/drawingml/2006/main"/>
          <a:ln xmlns:a="http://schemas.openxmlformats.org/drawingml/2006/main" w="19050">
            <a:solidFill>
              <a:srgbClr val="94A3B8"/>
            </a:solidFill>
            <a:prstDash val="solid"/>
          </a:ln>
        </p:spPr>
      </p:sp>
      <p:sp>
        <p:nvSpPr>
          <p:cNvPr id="598323691" name="">
            <a:extLst xmlns:a="http://schemas.openxmlformats.org/drawingml/2006/main">
              <a:ext uri="{FF2B5EF4-FFF2-40B4-BE49-F238E27FC236}">
                <a16:creationId xmlns:a16="http://schemas.microsoft.com/office/drawing/2014/main" id="{240AF9EE-F579-4B05-B0BE-BBE4F68E49C5}"/>
              </a:ext>
            </a:extLst>
          </p:cNvPr>
          <p:cNvSpPr>
            <a:spLocks xmlns:a="http://schemas.openxmlformats.org/drawingml/2006/main" noGrp="1"/>
          </p:cNvSpPr>
          <p:nvPr/>
        </p:nvSpPr>
        <p:spPr>
          <a:xfrm xmlns:a="http://schemas.openxmlformats.org/drawingml/2006/main">
            <a:off x="8420100" y="4362450"/>
            <a:ext cx="2228850" cy="9525"/>
          </a:xfrm>
          <a:prstGeom xmlns:a="http://schemas.openxmlformats.org/drawingml/2006/main" prst="line">
            <a:avLst/>
          </a:prstGeom>
          <a:noFill xmlns:a="http://schemas.openxmlformats.org/drawingml/2006/main"/>
          <a:ln xmlns:a="http://schemas.openxmlformats.org/drawingml/2006/main" w="19050">
            <a:solidFill>
              <a:srgbClr val="94A3B8"/>
            </a:solidFill>
            <a:prstDash val="solid"/>
          </a:ln>
        </p:spPr>
      </p:sp>
      <p:sp>
        <p:nvSpPr>
          <p:cNvPr id="1233632034" name="">
            <a:extLst xmlns:a="http://schemas.openxmlformats.org/drawingml/2006/main">
              <a:ext uri="{FF2B5EF4-FFF2-40B4-BE49-F238E27FC236}">
                <a16:creationId xmlns:a16="http://schemas.microsoft.com/office/drawing/2014/main" id="{E02BC885-8373-475D-B02E-ED3F116AA488}"/>
              </a:ext>
            </a:extLst>
          </p:cNvPr>
          <p:cNvSpPr>
            <a:spLocks xmlns:a="http://schemas.openxmlformats.org/drawingml/2006/main" noGrp="1"/>
          </p:cNvSpPr>
          <p:nvPr/>
        </p:nvSpPr>
        <p:spPr>
          <a:xfrm xmlns:a="http://schemas.openxmlformats.org/drawingml/2006/main">
            <a:off x="7981950" y="2971800"/>
            <a:ext cx="47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150" b="0">
                <a:solidFill>
                  <a:srgbClr val="667085"/>
                </a:solidFill>
              </a:defRPr>
            </a:pPr>
            <a:r>
              <a:rPr sz="1150" b="0">
                <a:solidFill>
                  <a:srgbClr val="667085"/>
                </a:solidFill>
              </a:rPr>
              <a:t>high</a:t>
            </a:r>
          </a:p>
        </p:txBody>
      </p:sp>
      <p:sp>
        <p:nvSpPr>
          <p:cNvPr id="987778107" name="">
            <a:extLst xmlns:a="http://schemas.openxmlformats.org/drawingml/2006/main">
              <a:ext uri="{FF2B5EF4-FFF2-40B4-BE49-F238E27FC236}">
                <a16:creationId xmlns:a16="http://schemas.microsoft.com/office/drawing/2014/main" id="{A55CEAD1-7953-448F-AFC3-7AE3A359D6F5}"/>
              </a:ext>
            </a:extLst>
          </p:cNvPr>
          <p:cNvSpPr>
            <a:spLocks xmlns:a="http://schemas.openxmlformats.org/drawingml/2006/main" noGrp="1"/>
          </p:cNvSpPr>
          <p:nvPr/>
        </p:nvSpPr>
        <p:spPr>
          <a:xfrm xmlns:a="http://schemas.openxmlformats.org/drawingml/2006/main">
            <a:off x="7981950" y="4248150"/>
            <a:ext cx="47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150" b="0">
                <a:solidFill>
                  <a:srgbClr val="667085"/>
                </a:solidFill>
              </a:defRPr>
            </a:pPr>
            <a:r>
              <a:rPr sz="1150" b="0">
                <a:solidFill>
                  <a:srgbClr val="667085"/>
                </a:solidFill>
              </a:rPr>
              <a:t>low</a:t>
            </a:r>
          </a:p>
        </p:txBody>
      </p:sp>
      <p:sp>
        <p:nvSpPr>
          <p:cNvPr id="1454394644" name="">
            <a:extLst xmlns:a="http://schemas.openxmlformats.org/drawingml/2006/main">
              <a:ext uri="{FF2B5EF4-FFF2-40B4-BE49-F238E27FC236}">
                <a16:creationId xmlns:a16="http://schemas.microsoft.com/office/drawing/2014/main" id="{B37DD6B7-79CD-48C8-9FBB-7876B9543353}"/>
              </a:ext>
            </a:extLst>
          </p:cNvPr>
          <p:cNvSpPr>
            <a:spLocks xmlns:a="http://schemas.openxmlformats.org/drawingml/2006/main" noGrp="1"/>
          </p:cNvSpPr>
          <p:nvPr/>
        </p:nvSpPr>
        <p:spPr>
          <a:xfrm xmlns:a="http://schemas.openxmlformats.org/drawingml/2006/main">
            <a:off x="9144000" y="4610100"/>
            <a:ext cx="76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667085"/>
                </a:solidFill>
              </a:defRPr>
            </a:pPr>
            <a:r>
              <a:rPr sz="1200" b="0">
                <a:solidFill>
                  <a:srgbClr val="667085"/>
                </a:solidFill>
              </a:rPr>
              <a:t>time</a:t>
            </a:r>
          </a:p>
        </p:txBody>
      </p:sp>
      <p:sp>
        <p:nvSpPr>
          <p:cNvPr id="1043049252" name="">
            <a:extLst xmlns:a="http://schemas.openxmlformats.org/drawingml/2006/main">
              <a:ext uri="{FF2B5EF4-FFF2-40B4-BE49-F238E27FC236}">
                <a16:creationId xmlns:a16="http://schemas.microsoft.com/office/drawing/2014/main" id="{990BF228-5ABE-4FFD-BEF4-A268E770033A}"/>
              </a:ext>
            </a:extLst>
          </p:cNvPr>
          <p:cNvSpPr>
            <a:spLocks xmlns:a="http://schemas.openxmlformats.org/drawingml/2006/main" noGrp="1"/>
          </p:cNvSpPr>
          <p:nvPr/>
        </p:nvSpPr>
        <p:spPr>
          <a:xfrm xmlns:a="http://schemas.openxmlformats.org/drawingml/2006/main">
            <a:off x="8605838" y="3271838"/>
            <a:ext cx="161925" cy="161925"/>
          </a:xfrm>
          <a:prstGeom xmlns:a="http://schemas.openxmlformats.org/drawingml/2006/main" prst="ellipse">
            <a:avLst/>
          </a:prstGeom>
          <a:solidFill xmlns:a="http://schemas.openxmlformats.org/drawingml/2006/main">
            <a:srgbClr val="F97316"/>
          </a:solidFill>
          <a:ln xmlns:a="http://schemas.openxmlformats.org/drawingml/2006/main" w="9525">
            <a:solidFill>
              <a:srgbClr val="F97316"/>
            </a:solidFill>
            <a:prstDash val="solid"/>
          </a:ln>
        </p:spPr>
      </p:sp>
      <p:sp>
        <p:nvSpPr>
          <p:cNvPr id="103022140" name="">
            <a:extLst xmlns:a="http://schemas.openxmlformats.org/drawingml/2006/main">
              <a:ext uri="{FF2B5EF4-FFF2-40B4-BE49-F238E27FC236}">
                <a16:creationId xmlns:a16="http://schemas.microsoft.com/office/drawing/2014/main" id="{B79A3A5F-A855-4594-811B-15E71769C1A7}"/>
              </a:ext>
            </a:extLst>
          </p:cNvPr>
          <p:cNvSpPr>
            <a:spLocks xmlns:a="http://schemas.openxmlformats.org/drawingml/2006/main" noGrp="1"/>
          </p:cNvSpPr>
          <p:nvPr/>
        </p:nvSpPr>
        <p:spPr>
          <a:xfrm xmlns:a="http://schemas.openxmlformats.org/drawingml/2006/main">
            <a:off x="10358438" y="4167187"/>
            <a:ext cx="161925" cy="161925"/>
          </a:xfrm>
          <a:prstGeom xmlns:a="http://schemas.openxmlformats.org/drawingml/2006/main" prst="ellipse">
            <a:avLst/>
          </a:prstGeom>
          <a:solidFill xmlns:a="http://schemas.openxmlformats.org/drawingml/2006/main">
            <a:srgbClr val="10B981"/>
          </a:solidFill>
          <a:ln xmlns:a="http://schemas.openxmlformats.org/drawingml/2006/main" w="9525">
            <a:solidFill>
              <a:srgbClr val="10B981"/>
            </a:solidFill>
            <a:prstDash val="solid"/>
          </a:ln>
        </p:spPr>
      </p:sp>
      <p:sp>
        <p:nvSpPr>
          <p:cNvPr id="1601714726" name="">
            <a:extLst xmlns:a="http://schemas.openxmlformats.org/drawingml/2006/main">
              <a:ext uri="{FF2B5EF4-FFF2-40B4-BE49-F238E27FC236}">
                <a16:creationId xmlns:a16="http://schemas.microsoft.com/office/drawing/2014/main" id="{84DD2063-CE04-41A5-90A5-78FB27834DBC}"/>
              </a:ext>
            </a:extLst>
          </p:cNvPr>
          <p:cNvSpPr>
            <a:spLocks xmlns:a="http://schemas.openxmlformats.org/drawingml/2006/main" noGrp="1"/>
          </p:cNvSpPr>
          <p:nvPr/>
        </p:nvSpPr>
        <p:spPr>
          <a:xfrm xmlns:a="http://schemas.openxmlformats.org/drawingml/2006/main">
            <a:off x="8534400" y="4514850"/>
            <a:ext cx="857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450" b="1">
                <a:solidFill>
                  <a:srgbClr val="F97316"/>
                </a:solidFill>
              </a:defRPr>
            </a:pPr>
            <a:r>
              <a:rPr sz="1450" b="1">
                <a:solidFill>
                  <a:srgbClr val="F97316"/>
                </a:solidFill>
              </a:rPr>
              <a:t>explore</a:t>
            </a:r>
          </a:p>
        </p:txBody>
      </p:sp>
      <p:sp>
        <p:nvSpPr>
          <p:cNvPr id="1242132363" name="">
            <a:extLst xmlns:a="http://schemas.openxmlformats.org/drawingml/2006/main">
              <a:ext uri="{FF2B5EF4-FFF2-40B4-BE49-F238E27FC236}">
                <a16:creationId xmlns:a16="http://schemas.microsoft.com/office/drawing/2014/main" id="{8345E958-3E7E-4EF2-BE72-8CC007E8DE7B}"/>
              </a:ext>
            </a:extLst>
          </p:cNvPr>
          <p:cNvSpPr>
            <a:spLocks xmlns:a="http://schemas.openxmlformats.org/drawingml/2006/main" noGrp="1"/>
          </p:cNvSpPr>
          <p:nvPr/>
        </p:nvSpPr>
        <p:spPr>
          <a:xfrm xmlns:a="http://schemas.openxmlformats.org/drawingml/2006/main">
            <a:off x="9867900" y="4514850"/>
            <a:ext cx="762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450" b="1">
                <a:solidFill>
                  <a:srgbClr val="10B981"/>
                </a:solidFill>
              </a:defRPr>
            </a:pPr>
            <a:r>
              <a:rPr sz="1450" b="1">
                <a:solidFill>
                  <a:srgbClr val="10B981"/>
                </a:solidFill>
              </a:rPr>
              <a:t>settle</a:t>
            </a:r>
          </a:p>
        </p:txBody>
      </p:sp>
      <p:sp>
        <p:nvSpPr>
          <p:cNvPr id="2132047704" name="">
            <a:extLst xmlns:a="http://schemas.openxmlformats.org/drawingml/2006/main">
              <a:ext uri="{FF2B5EF4-FFF2-40B4-BE49-F238E27FC236}">
                <a16:creationId xmlns:a16="http://schemas.microsoft.com/office/drawing/2014/main" id="{8F1DD7B2-8564-4462-8C57-4C246C2427C6}"/>
              </a:ext>
            </a:extLst>
          </p:cNvPr>
          <p:cNvSpPr>
            <a:spLocks xmlns:a="http://schemas.openxmlformats.org/drawingml/2006/main" noGrp="1"/>
          </p:cNvSpPr>
          <p:nvPr/>
        </p:nvSpPr>
        <p:spPr>
          <a:xfrm xmlns:a="http://schemas.openxmlformats.org/drawingml/2006/main">
            <a:off x="2914650" y="5429250"/>
            <a:ext cx="647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950" b="1">
                <a:solidFill>
                  <a:srgbClr val="0B0F19"/>
                </a:solidFill>
              </a:defRPr>
            </a:pPr>
            <a:r>
              <a:rPr sz="1950" b="1">
                <a:solidFill>
                  <a:srgbClr val="0B0F19"/>
                </a:solidFill>
              </a:rPr>
              <a:t>early search is wide; later updates become stable</a:t>
            </a:r>
          </a:p>
        </p:txBody>
      </p:sp>
      <p:sp>
        <p:nvSpPr>
          <p:cNvPr id="1495975733" name="">
            <a:extLst xmlns:a="http://schemas.openxmlformats.org/drawingml/2006/main">
              <a:ext uri="{FF2B5EF4-FFF2-40B4-BE49-F238E27FC236}">
                <a16:creationId xmlns:a16="http://schemas.microsoft.com/office/drawing/2014/main" id="{97F53B8A-AD06-482F-B764-1DB5D79BF81E}"/>
              </a:ext>
            </a:extLst>
          </p:cNvPr>
          <p:cNvSpPr>
            <a:spLocks xmlns:a="http://schemas.openxmlformats.org/drawingml/2006/main" noGrp="1"/>
          </p:cNvSpPr>
          <p:nvPr/>
        </p:nvSpPr>
        <p:spPr>
          <a:xfrm xmlns:a="http://schemas.openxmlformats.org/drawingml/2006/main">
            <a:off x="11106150" y="628650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00" b="0">
                <a:solidFill>
                  <a:srgbClr val="667085"/>
                </a:solidFill>
              </a:defRPr>
            </a:pPr>
            <a:r>
              <a:rPr sz="1000" b="0">
                <a:solidFill>
                  <a:srgbClr val="667085"/>
                </a:solidFill>
              </a:rPr>
              <a:t>13</a:t>
            </a:r>
          </a:p>
        </p:txBody>
      </p:sp>
      <p:pic>
        <p:nvPicPr>
          <p:cNvPr id="2132047725" name=""/>
          <p:cNvPicPr>
            <a:picLocks xmlns:a="http://schemas.openxmlformats.org/drawingml/2006/main" noChangeAspect="1"/>
          </p:cNvPicPr>
          <p:nvPr/>
        </p:nvPicPr>
        <p:blipFill>
          <a:blip xmlns:r="http://schemas.openxmlformats.org/officeDocument/2006/relationships" xmlns:a="http://schemas.openxmlformats.org/drawingml/2006/main" r:embed="R9032d720d2b34b6b">
            <a:extLst>
              <a:ext uri="{96DAC541-7B7A-43D3-8B79-37D633B846F1}">
                <asvg:svgBlip xmlns:asvg="http://schemas.microsoft.com/office/drawing/2016/SVG/main" r:embed="R53d119981a7c41c7"/>
              </a:ext>
            </a:extLst>
          </a:blip>
          <a:stretch xmlns:a="http://schemas.openxmlformats.org/drawingml/2006/main"/>
        </p:blipFill>
        <p:spPr>
          <a:xfrm xmlns:a="http://schemas.openxmlformats.org/drawingml/2006/main">
            <a:off x="1066800" y="1962150"/>
            <a:ext cx="6362700" cy="3200400"/>
          </a:xfrm>
          <a:prstGeom xmlns:a="http://schemas.openxmlformats.org/drawingml/2006/main" prst="rect">
            <a:avLst/>
          </a:prstGeom>
        </p:spPr>
      </p:pic>
      <p:pic>
        <p:nvPicPr>
          <p:cNvPr id="2132047726" name=""/>
          <p:cNvPicPr>
            <a:picLocks xmlns:a="http://schemas.openxmlformats.org/drawingml/2006/main" noChangeAspect="1"/>
          </p:cNvPicPr>
          <p:nvPr/>
        </p:nvPicPr>
        <p:blipFill>
          <a:blip xmlns:r="http://schemas.openxmlformats.org/officeDocument/2006/relationships" xmlns:a="http://schemas.openxmlformats.org/drawingml/2006/main" r:embed="R0eb81893a9c44cba">
            <a:extLst>
              <a:ext uri="{96DAC541-7B7A-43D3-8B79-37D633B846F1}">
                <asvg:svgBlip xmlns:asvg="http://schemas.microsoft.com/office/drawing/2016/SVG/main" r:embed="Recff5a53151d42e8"/>
              </a:ext>
            </a:extLst>
          </a:blip>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057099531"/>
      </p:ext>
    </p:extLst>
  </p:cSld>
</p:sld>
</file>

<file path=ppt/slides/slide14.xml><?xml version="1.0" encoding="utf-8"?>
<p:sld xmlns:p="http://schemas.openxmlformats.org/presentationml/2006/main" showMasterSp="1">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72400786" name="">
            <a:extLst xmlns:a="http://schemas.openxmlformats.org/drawingml/2006/main">
              <a:ext uri="{FF2B5EF4-FFF2-40B4-BE49-F238E27FC236}">
                <a16:creationId xmlns:a16="http://schemas.microsoft.com/office/drawing/2014/main" id="{291EFB54-F416-4817-82E0-04D39F589B60}"/>
              </a:ext>
            </a:extLst>
          </p:cNvPr>
          <p:cNvSpPr>
            <a:spLocks xmlns:a="http://schemas.openxmlformats.org/drawingml/2006/main" noGrp="1"/>
          </p:cNvSpPr>
          <p:nvPr/>
        </p:nvSpPr>
        <p:spPr>
          <a:xfrm xmlns:a="http://schemas.openxmlformats.org/drawingml/2006/main">
            <a:off x="609600" y="32385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563EB"/>
                </a:solidFill>
              </a:defRPr>
            </a:pPr>
            <a:r>
              <a:rPr sz="1200" b="1">
                <a:solidFill>
                  <a:srgbClr val="2563EB"/>
                </a:solidFill>
              </a:rPr>
              <a:t>Line search</a:t>
            </a:r>
          </a:p>
        </p:txBody>
      </p:sp>
      <p:sp>
        <p:nvSpPr>
          <p:cNvPr id="1682929386" name="">
            <a:extLst xmlns:a="http://schemas.openxmlformats.org/drawingml/2006/main">
              <a:ext uri="{FF2B5EF4-FFF2-40B4-BE49-F238E27FC236}">
                <a16:creationId xmlns:a16="http://schemas.microsoft.com/office/drawing/2014/main" id="{41578AE0-10B5-4603-9719-837948377231}"/>
              </a:ext>
            </a:extLst>
          </p:cNvPr>
          <p:cNvSpPr>
            <a:spLocks xmlns:a="http://schemas.openxmlformats.org/drawingml/2006/main" noGrp="1"/>
          </p:cNvSpPr>
          <p:nvPr/>
        </p:nvSpPr>
        <p:spPr>
          <a:xfrm xmlns:a="http://schemas.openxmlformats.org/drawingml/2006/main">
            <a:off x="609600" y="590549"/>
            <a:ext cx="9334500" cy="5905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150" b="1">
                <a:solidFill>
                  <a:srgbClr val="0B0F19"/>
                </a:solidFill>
              </a:defRPr>
            </a:pPr>
            <a:r>
              <a:rPr sz="3150" b="1">
                <a:solidFill>
                  <a:srgbClr val="0B0F19"/>
                </a:solidFill>
              </a:rPr>
              <a:t>Backtracking line search shrinks bad steps</a:t>
            </a:r>
          </a:p>
        </p:txBody>
      </p:sp>
      <p:sp>
        <p:nvSpPr>
          <p:cNvPr id="1080314408" name="">
            <a:extLst xmlns:a="http://schemas.openxmlformats.org/drawingml/2006/main">
              <a:ext uri="{FF2B5EF4-FFF2-40B4-BE49-F238E27FC236}">
                <a16:creationId xmlns:a16="http://schemas.microsoft.com/office/drawing/2014/main" id="{37B71831-B8C6-49C9-9569-74DBA87A3D51}"/>
              </a:ext>
            </a:extLst>
          </p:cNvPr>
          <p:cNvSpPr>
            <a:spLocks xmlns:a="http://schemas.openxmlformats.org/drawingml/2006/main" noGrp="1"/>
          </p:cNvSpPr>
          <p:nvPr/>
        </p:nvSpPr>
        <p:spPr>
          <a:xfrm xmlns:a="http://schemas.openxmlformats.org/drawingml/2006/main">
            <a:off x="609600" y="1352550"/>
            <a:ext cx="10972800" cy="4762500"/>
          </a:xfrm>
          <a:prstGeom xmlns:a="http://schemas.openxmlformats.org/drawingml/2006/main" prst="roundRect">
            <a:avLst>
              <a:gd name="adj" fmla="val 1600"/>
            </a:avLst>
          </a:prstGeom>
          <a:solidFill xmlns:a="http://schemas.openxmlformats.org/drawingml/2006/main">
            <a:srgbClr val="F8FAFC"/>
          </a:solidFill>
          <a:ln xmlns:a="http://schemas.openxmlformats.org/drawingml/2006/main" w="14288">
            <a:solidFill>
              <a:srgbClr val="E2E8F0"/>
            </a:solidFill>
            <a:prstDash val="solid"/>
          </a:ln>
        </p:spPr>
      </p:sp>
      <p:pic>
        <p:nvPicPr>
          <p:cNvPr id="2146748640" name=""/>
          <p:cNvPicPr>
            <a:picLocks xmlns:a="http://schemas.openxmlformats.org/drawingml/2006/main" noChangeAspect="1"/>
          </p:cNvPicPr>
          <p:nvPr/>
        </p:nvPicPr>
        <p:blipFill rotWithShape="1">
          <a:blip xmlns:r="http://schemas.openxmlformats.org/officeDocument/2006/relationships" xmlns:a="http://schemas.openxmlformats.org/drawingml/2006/main" r:embed="R7c89c7d623b349d7"/>
          <a:stretch xmlns:a="http://schemas.openxmlformats.org/drawingml/2006/main"/>
        </p:blipFill>
        <p:spPr>
          <a:xfrm xmlns:a="http://schemas.openxmlformats.org/drawingml/2006/main">
            <a:off x="1875096" y="1524000"/>
            <a:ext cx="7775058" cy="742950"/>
          </a:xfrm>
          <a:prstGeom xmlns:a="http://schemas.openxmlformats.org/drawingml/2006/main" prst="rect">
            <a:avLst/>
          </a:prstGeom>
        </p:spPr>
      </p:pic>
      <p:sp>
        <p:nvSpPr>
          <p:cNvPr id="707499444" name="">
            <a:extLst xmlns:a="http://schemas.openxmlformats.org/drawingml/2006/main">
              <a:ext uri="{FF2B5EF4-FFF2-40B4-BE49-F238E27FC236}">
                <a16:creationId xmlns:a16="http://schemas.microsoft.com/office/drawing/2014/main" id="{C0E65B9D-9217-4291-9873-6FBF88C7422D}"/>
              </a:ext>
            </a:extLst>
          </p:cNvPr>
          <p:cNvSpPr>
            <a:spLocks xmlns:a="http://schemas.openxmlformats.org/drawingml/2006/main" noGrp="1"/>
          </p:cNvSpPr>
          <p:nvPr/>
        </p:nvSpPr>
        <p:spPr>
          <a:xfrm xmlns:a="http://schemas.openxmlformats.org/drawingml/2006/main">
            <a:off x="1762125" y="5381625"/>
            <a:ext cx="7239000" cy="9525"/>
          </a:xfrm>
          <a:prstGeom xmlns:a="http://schemas.openxmlformats.org/drawingml/2006/main" prst="line">
            <a:avLst/>
          </a:prstGeom>
          <a:noFill xmlns:a="http://schemas.openxmlformats.org/drawingml/2006/main"/>
          <a:ln xmlns:a="http://schemas.openxmlformats.org/drawingml/2006/main" w="19050">
            <a:solidFill>
              <a:srgbClr val="94A3B8"/>
            </a:solidFill>
            <a:prstDash val="solid"/>
          </a:ln>
        </p:spPr>
      </p:sp>
      <p:sp>
        <p:nvSpPr>
          <p:cNvPr id="1076861611" name="">
            <a:extLst xmlns:a="http://schemas.openxmlformats.org/drawingml/2006/main">
              <a:ext uri="{FF2B5EF4-FFF2-40B4-BE49-F238E27FC236}">
                <a16:creationId xmlns:a16="http://schemas.microsoft.com/office/drawing/2014/main" id="{CBB6E14B-3437-4ED5-8BFC-C966CF08383C}"/>
              </a:ext>
            </a:extLst>
          </p:cNvPr>
          <p:cNvSpPr>
            <a:spLocks xmlns:a="http://schemas.openxmlformats.org/drawingml/2006/main" noGrp="1"/>
          </p:cNvSpPr>
          <p:nvPr/>
        </p:nvSpPr>
        <p:spPr>
          <a:xfrm xmlns:a="http://schemas.openxmlformats.org/drawingml/2006/main">
            <a:off x="1762125" y="2524125"/>
            <a:ext cx="9525" cy="2857500"/>
          </a:xfrm>
          <a:prstGeom xmlns:a="http://schemas.openxmlformats.org/drawingml/2006/main" prst="line">
            <a:avLst/>
          </a:prstGeom>
          <a:noFill xmlns:a="http://schemas.openxmlformats.org/drawingml/2006/main"/>
          <a:ln xmlns:a="http://schemas.openxmlformats.org/drawingml/2006/main" w="19050">
            <a:solidFill>
              <a:srgbClr val="94A3B8"/>
            </a:solidFill>
            <a:prstDash val="solid"/>
          </a:ln>
        </p:spPr>
      </p:sp>
      <p:sp>
        <p:nvSpPr>
          <p:cNvPr id="1502579079" name="">
            <a:extLst xmlns:a="http://schemas.openxmlformats.org/drawingml/2006/main">
              <a:ext uri="{FF2B5EF4-FFF2-40B4-BE49-F238E27FC236}">
                <a16:creationId xmlns:a16="http://schemas.microsoft.com/office/drawing/2014/main" id="{AEA95928-B8BB-46F2-B831-C119EBA36348}"/>
              </a:ext>
            </a:extLst>
          </p:cNvPr>
          <p:cNvSpPr>
            <a:spLocks xmlns:a="http://schemas.openxmlformats.org/drawingml/2006/main" noGrp="1"/>
          </p:cNvSpPr>
          <p:nvPr/>
        </p:nvSpPr>
        <p:spPr>
          <a:xfrm xmlns:a="http://schemas.openxmlformats.org/drawingml/2006/main">
            <a:off x="1731645" y="3153346"/>
            <a:ext cx="60960" cy="6096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1556588000" name="">
            <a:extLst xmlns:a="http://schemas.openxmlformats.org/drawingml/2006/main">
              <a:ext uri="{FF2B5EF4-FFF2-40B4-BE49-F238E27FC236}">
                <a16:creationId xmlns:a16="http://schemas.microsoft.com/office/drawing/2014/main" id="{FFC48206-1361-4AEF-999C-8598ED44457E}"/>
              </a:ext>
            </a:extLst>
          </p:cNvPr>
          <p:cNvSpPr>
            <a:spLocks xmlns:a="http://schemas.openxmlformats.org/drawingml/2006/main" noGrp="1"/>
          </p:cNvSpPr>
          <p:nvPr/>
        </p:nvSpPr>
        <p:spPr>
          <a:xfrm xmlns:a="http://schemas.openxmlformats.org/drawingml/2006/main">
            <a:off x="1822133" y="3241314"/>
            <a:ext cx="60960" cy="6096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1134887836" name="">
            <a:extLst xmlns:a="http://schemas.openxmlformats.org/drawingml/2006/main">
              <a:ext uri="{FF2B5EF4-FFF2-40B4-BE49-F238E27FC236}">
                <a16:creationId xmlns:a16="http://schemas.microsoft.com/office/drawing/2014/main" id="{06FC8ADD-8D74-40E9-8114-44BD924EA05F}"/>
              </a:ext>
            </a:extLst>
          </p:cNvPr>
          <p:cNvSpPr>
            <a:spLocks xmlns:a="http://schemas.openxmlformats.org/drawingml/2006/main" noGrp="1"/>
          </p:cNvSpPr>
          <p:nvPr/>
        </p:nvSpPr>
        <p:spPr>
          <a:xfrm xmlns:a="http://schemas.openxmlformats.org/drawingml/2006/main">
            <a:off x="1912620" y="3327098"/>
            <a:ext cx="60960" cy="6096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176091757" name="">
            <a:extLst xmlns:a="http://schemas.openxmlformats.org/drawingml/2006/main">
              <a:ext uri="{FF2B5EF4-FFF2-40B4-BE49-F238E27FC236}">
                <a16:creationId xmlns:a16="http://schemas.microsoft.com/office/drawing/2014/main" id="{118C227D-B34C-464C-BABD-4BA822B21334}"/>
              </a:ext>
            </a:extLst>
          </p:cNvPr>
          <p:cNvSpPr>
            <a:spLocks xmlns:a="http://schemas.openxmlformats.org/drawingml/2006/main" noGrp="1"/>
          </p:cNvSpPr>
          <p:nvPr/>
        </p:nvSpPr>
        <p:spPr>
          <a:xfrm xmlns:a="http://schemas.openxmlformats.org/drawingml/2006/main">
            <a:off x="2003108" y="3410699"/>
            <a:ext cx="60960" cy="6096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262693619" name="">
            <a:extLst xmlns:a="http://schemas.openxmlformats.org/drawingml/2006/main">
              <a:ext uri="{FF2B5EF4-FFF2-40B4-BE49-F238E27FC236}">
                <a16:creationId xmlns:a16="http://schemas.microsoft.com/office/drawing/2014/main" id="{78A23C4F-498C-4C41-829C-07B21E2D9333}"/>
              </a:ext>
            </a:extLst>
          </p:cNvPr>
          <p:cNvSpPr>
            <a:spLocks xmlns:a="http://schemas.openxmlformats.org/drawingml/2006/main" noGrp="1"/>
          </p:cNvSpPr>
          <p:nvPr/>
        </p:nvSpPr>
        <p:spPr>
          <a:xfrm xmlns:a="http://schemas.openxmlformats.org/drawingml/2006/main">
            <a:off x="2093595" y="3492119"/>
            <a:ext cx="60960" cy="6096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106874320" name="">
            <a:extLst xmlns:a="http://schemas.openxmlformats.org/drawingml/2006/main">
              <a:ext uri="{FF2B5EF4-FFF2-40B4-BE49-F238E27FC236}">
                <a16:creationId xmlns:a16="http://schemas.microsoft.com/office/drawing/2014/main" id="{34B19999-ACD2-4C90-9498-39D95CF159FE}"/>
              </a:ext>
            </a:extLst>
          </p:cNvPr>
          <p:cNvSpPr>
            <a:spLocks xmlns:a="http://schemas.openxmlformats.org/drawingml/2006/main" noGrp="1"/>
          </p:cNvSpPr>
          <p:nvPr/>
        </p:nvSpPr>
        <p:spPr>
          <a:xfrm xmlns:a="http://schemas.openxmlformats.org/drawingml/2006/main">
            <a:off x="2184083" y="3571355"/>
            <a:ext cx="60960" cy="6096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1989160630" name="">
            <a:extLst xmlns:a="http://schemas.openxmlformats.org/drawingml/2006/main">
              <a:ext uri="{FF2B5EF4-FFF2-40B4-BE49-F238E27FC236}">
                <a16:creationId xmlns:a16="http://schemas.microsoft.com/office/drawing/2014/main" id="{F14F404F-BE3E-498B-9B45-22AA09074B45}"/>
              </a:ext>
            </a:extLst>
          </p:cNvPr>
          <p:cNvSpPr>
            <a:spLocks xmlns:a="http://schemas.openxmlformats.org/drawingml/2006/main" noGrp="1"/>
          </p:cNvSpPr>
          <p:nvPr/>
        </p:nvSpPr>
        <p:spPr>
          <a:xfrm xmlns:a="http://schemas.openxmlformats.org/drawingml/2006/main">
            <a:off x="2274570" y="3648408"/>
            <a:ext cx="60960" cy="6096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1718720763" name="">
            <a:extLst xmlns:a="http://schemas.openxmlformats.org/drawingml/2006/main">
              <a:ext uri="{FF2B5EF4-FFF2-40B4-BE49-F238E27FC236}">
                <a16:creationId xmlns:a16="http://schemas.microsoft.com/office/drawing/2014/main" id="{E10C0625-16DF-4706-89FC-614D40FFBA12}"/>
              </a:ext>
            </a:extLst>
          </p:cNvPr>
          <p:cNvSpPr>
            <a:spLocks xmlns:a="http://schemas.openxmlformats.org/drawingml/2006/main" noGrp="1"/>
          </p:cNvSpPr>
          <p:nvPr/>
        </p:nvSpPr>
        <p:spPr>
          <a:xfrm xmlns:a="http://schemas.openxmlformats.org/drawingml/2006/main">
            <a:off x="2365058" y="3723279"/>
            <a:ext cx="60960" cy="6096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1216870763" name="">
            <a:extLst xmlns:a="http://schemas.openxmlformats.org/drawingml/2006/main">
              <a:ext uri="{FF2B5EF4-FFF2-40B4-BE49-F238E27FC236}">
                <a16:creationId xmlns:a16="http://schemas.microsoft.com/office/drawing/2014/main" id="{130D7234-9B50-4787-9579-E1E6C73F468C}"/>
              </a:ext>
            </a:extLst>
          </p:cNvPr>
          <p:cNvSpPr>
            <a:spLocks xmlns:a="http://schemas.openxmlformats.org/drawingml/2006/main" noGrp="1"/>
          </p:cNvSpPr>
          <p:nvPr/>
        </p:nvSpPr>
        <p:spPr>
          <a:xfrm xmlns:a="http://schemas.openxmlformats.org/drawingml/2006/main">
            <a:off x="2455545" y="3795967"/>
            <a:ext cx="60960" cy="6096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1315110259" name="">
            <a:extLst xmlns:a="http://schemas.openxmlformats.org/drawingml/2006/main">
              <a:ext uri="{FF2B5EF4-FFF2-40B4-BE49-F238E27FC236}">
                <a16:creationId xmlns:a16="http://schemas.microsoft.com/office/drawing/2014/main" id="{62B67128-007A-4389-B806-7E76F22864D2}"/>
              </a:ext>
            </a:extLst>
          </p:cNvPr>
          <p:cNvSpPr>
            <a:spLocks xmlns:a="http://schemas.openxmlformats.org/drawingml/2006/main" noGrp="1"/>
          </p:cNvSpPr>
          <p:nvPr/>
        </p:nvSpPr>
        <p:spPr>
          <a:xfrm xmlns:a="http://schemas.openxmlformats.org/drawingml/2006/main">
            <a:off x="2546033" y="3866471"/>
            <a:ext cx="60960" cy="6096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2096746543" name="">
            <a:extLst xmlns:a="http://schemas.openxmlformats.org/drawingml/2006/main">
              <a:ext uri="{FF2B5EF4-FFF2-40B4-BE49-F238E27FC236}">
                <a16:creationId xmlns:a16="http://schemas.microsoft.com/office/drawing/2014/main" id="{581CCD95-4CFC-437E-A075-01CCE53C7CB1}"/>
              </a:ext>
            </a:extLst>
          </p:cNvPr>
          <p:cNvSpPr>
            <a:spLocks xmlns:a="http://schemas.openxmlformats.org/drawingml/2006/main" noGrp="1"/>
          </p:cNvSpPr>
          <p:nvPr/>
        </p:nvSpPr>
        <p:spPr>
          <a:xfrm xmlns:a="http://schemas.openxmlformats.org/drawingml/2006/main">
            <a:off x="2636520" y="3934793"/>
            <a:ext cx="60960" cy="6096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235402981" name="">
            <a:extLst xmlns:a="http://schemas.openxmlformats.org/drawingml/2006/main">
              <a:ext uri="{FF2B5EF4-FFF2-40B4-BE49-F238E27FC236}">
                <a16:creationId xmlns:a16="http://schemas.microsoft.com/office/drawing/2014/main" id="{6C0EC0BE-6400-4503-A9F8-7194B6FE3605}"/>
              </a:ext>
            </a:extLst>
          </p:cNvPr>
          <p:cNvSpPr>
            <a:spLocks xmlns:a="http://schemas.openxmlformats.org/drawingml/2006/main" noGrp="1"/>
          </p:cNvSpPr>
          <p:nvPr/>
        </p:nvSpPr>
        <p:spPr>
          <a:xfrm xmlns:a="http://schemas.openxmlformats.org/drawingml/2006/main">
            <a:off x="2727008" y="4000933"/>
            <a:ext cx="60960" cy="6096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1617488705" name="">
            <a:extLst xmlns:a="http://schemas.openxmlformats.org/drawingml/2006/main">
              <a:ext uri="{FF2B5EF4-FFF2-40B4-BE49-F238E27FC236}">
                <a16:creationId xmlns:a16="http://schemas.microsoft.com/office/drawing/2014/main" id="{9D365D01-BC8D-41D2-803A-5F2D59D7FBE3}"/>
              </a:ext>
            </a:extLst>
          </p:cNvPr>
          <p:cNvSpPr>
            <a:spLocks xmlns:a="http://schemas.openxmlformats.org/drawingml/2006/main" noGrp="1"/>
          </p:cNvSpPr>
          <p:nvPr/>
        </p:nvSpPr>
        <p:spPr>
          <a:xfrm xmlns:a="http://schemas.openxmlformats.org/drawingml/2006/main">
            <a:off x="2817495" y="4064889"/>
            <a:ext cx="60960" cy="6096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586711074" name="">
            <a:extLst xmlns:a="http://schemas.openxmlformats.org/drawingml/2006/main">
              <a:ext uri="{FF2B5EF4-FFF2-40B4-BE49-F238E27FC236}">
                <a16:creationId xmlns:a16="http://schemas.microsoft.com/office/drawing/2014/main" id="{38BDA67A-4822-4D62-8D29-C9F1CBC3D929}"/>
              </a:ext>
            </a:extLst>
          </p:cNvPr>
          <p:cNvSpPr>
            <a:spLocks xmlns:a="http://schemas.openxmlformats.org/drawingml/2006/main" noGrp="1"/>
          </p:cNvSpPr>
          <p:nvPr/>
        </p:nvSpPr>
        <p:spPr>
          <a:xfrm xmlns:a="http://schemas.openxmlformats.org/drawingml/2006/main">
            <a:off x="2907983" y="4126663"/>
            <a:ext cx="60960" cy="6096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1528204790" name="">
            <a:extLst xmlns:a="http://schemas.openxmlformats.org/drawingml/2006/main">
              <a:ext uri="{FF2B5EF4-FFF2-40B4-BE49-F238E27FC236}">
                <a16:creationId xmlns:a16="http://schemas.microsoft.com/office/drawing/2014/main" id="{6A8BB88F-940E-40BA-889A-D4E5B507B255}"/>
              </a:ext>
            </a:extLst>
          </p:cNvPr>
          <p:cNvSpPr>
            <a:spLocks xmlns:a="http://schemas.openxmlformats.org/drawingml/2006/main" noGrp="1"/>
          </p:cNvSpPr>
          <p:nvPr/>
        </p:nvSpPr>
        <p:spPr>
          <a:xfrm xmlns:a="http://schemas.openxmlformats.org/drawingml/2006/main">
            <a:off x="2998470" y="4186253"/>
            <a:ext cx="60960" cy="6096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2016907567" name="">
            <a:extLst xmlns:a="http://schemas.openxmlformats.org/drawingml/2006/main">
              <a:ext uri="{FF2B5EF4-FFF2-40B4-BE49-F238E27FC236}">
                <a16:creationId xmlns:a16="http://schemas.microsoft.com/office/drawing/2014/main" id="{82DD62F9-C756-4D1F-A00F-4FA15985275A}"/>
              </a:ext>
            </a:extLst>
          </p:cNvPr>
          <p:cNvSpPr>
            <a:spLocks xmlns:a="http://schemas.openxmlformats.org/drawingml/2006/main" noGrp="1"/>
          </p:cNvSpPr>
          <p:nvPr/>
        </p:nvSpPr>
        <p:spPr>
          <a:xfrm xmlns:a="http://schemas.openxmlformats.org/drawingml/2006/main">
            <a:off x="3088958" y="4243661"/>
            <a:ext cx="60960" cy="6096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1766774928" name="">
            <a:extLst xmlns:a="http://schemas.openxmlformats.org/drawingml/2006/main">
              <a:ext uri="{FF2B5EF4-FFF2-40B4-BE49-F238E27FC236}">
                <a16:creationId xmlns:a16="http://schemas.microsoft.com/office/drawing/2014/main" id="{46E4981A-BD66-4B20-80DB-B170B94ED08F}"/>
              </a:ext>
            </a:extLst>
          </p:cNvPr>
          <p:cNvSpPr>
            <a:spLocks xmlns:a="http://schemas.openxmlformats.org/drawingml/2006/main" noGrp="1"/>
          </p:cNvSpPr>
          <p:nvPr/>
        </p:nvSpPr>
        <p:spPr>
          <a:xfrm xmlns:a="http://schemas.openxmlformats.org/drawingml/2006/main">
            <a:off x="3179445" y="4298887"/>
            <a:ext cx="60960" cy="6096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1340745916" name="">
            <a:extLst xmlns:a="http://schemas.openxmlformats.org/drawingml/2006/main">
              <a:ext uri="{FF2B5EF4-FFF2-40B4-BE49-F238E27FC236}">
                <a16:creationId xmlns:a16="http://schemas.microsoft.com/office/drawing/2014/main" id="{22B2AC3A-4AEB-404B-BED0-0541C372DAA8}"/>
              </a:ext>
            </a:extLst>
          </p:cNvPr>
          <p:cNvSpPr>
            <a:spLocks xmlns:a="http://schemas.openxmlformats.org/drawingml/2006/main" noGrp="1"/>
          </p:cNvSpPr>
          <p:nvPr/>
        </p:nvSpPr>
        <p:spPr>
          <a:xfrm xmlns:a="http://schemas.openxmlformats.org/drawingml/2006/main">
            <a:off x="3269933" y="4351929"/>
            <a:ext cx="60960" cy="6096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1000028184" name="">
            <a:extLst xmlns:a="http://schemas.openxmlformats.org/drawingml/2006/main">
              <a:ext uri="{FF2B5EF4-FFF2-40B4-BE49-F238E27FC236}">
                <a16:creationId xmlns:a16="http://schemas.microsoft.com/office/drawing/2014/main" id="{1A8D98F5-6B82-4EA9-8140-BBCE7CF45402}"/>
              </a:ext>
            </a:extLst>
          </p:cNvPr>
          <p:cNvSpPr>
            <a:spLocks xmlns:a="http://schemas.openxmlformats.org/drawingml/2006/main" noGrp="1"/>
          </p:cNvSpPr>
          <p:nvPr/>
        </p:nvSpPr>
        <p:spPr>
          <a:xfrm xmlns:a="http://schemas.openxmlformats.org/drawingml/2006/main">
            <a:off x="3360420" y="4402788"/>
            <a:ext cx="60960" cy="6096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1524088941" name="">
            <a:extLst xmlns:a="http://schemas.openxmlformats.org/drawingml/2006/main">
              <a:ext uri="{FF2B5EF4-FFF2-40B4-BE49-F238E27FC236}">
                <a16:creationId xmlns:a16="http://schemas.microsoft.com/office/drawing/2014/main" id="{A718FA57-CBBD-40E8-B6FA-F2A25E7913D3}"/>
              </a:ext>
            </a:extLst>
          </p:cNvPr>
          <p:cNvSpPr>
            <a:spLocks xmlns:a="http://schemas.openxmlformats.org/drawingml/2006/main" noGrp="1"/>
          </p:cNvSpPr>
          <p:nvPr/>
        </p:nvSpPr>
        <p:spPr>
          <a:xfrm xmlns:a="http://schemas.openxmlformats.org/drawingml/2006/main">
            <a:off x="3450908" y="4451465"/>
            <a:ext cx="60960" cy="6096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816984119" name="">
            <a:extLst xmlns:a="http://schemas.openxmlformats.org/drawingml/2006/main">
              <a:ext uri="{FF2B5EF4-FFF2-40B4-BE49-F238E27FC236}">
                <a16:creationId xmlns:a16="http://schemas.microsoft.com/office/drawing/2014/main" id="{CCCE63EB-F0D2-474B-A5D3-014D4E0EEEDE}"/>
              </a:ext>
            </a:extLst>
          </p:cNvPr>
          <p:cNvSpPr>
            <a:spLocks xmlns:a="http://schemas.openxmlformats.org/drawingml/2006/main" noGrp="1"/>
          </p:cNvSpPr>
          <p:nvPr/>
        </p:nvSpPr>
        <p:spPr>
          <a:xfrm xmlns:a="http://schemas.openxmlformats.org/drawingml/2006/main">
            <a:off x="3541395" y="4497959"/>
            <a:ext cx="60960" cy="6096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195552328" name="">
            <a:extLst xmlns:a="http://schemas.openxmlformats.org/drawingml/2006/main">
              <a:ext uri="{FF2B5EF4-FFF2-40B4-BE49-F238E27FC236}">
                <a16:creationId xmlns:a16="http://schemas.microsoft.com/office/drawing/2014/main" id="{2E70BD26-57A2-48F2-B82E-A237D46AB7F4}"/>
              </a:ext>
            </a:extLst>
          </p:cNvPr>
          <p:cNvSpPr>
            <a:spLocks xmlns:a="http://schemas.openxmlformats.org/drawingml/2006/main" noGrp="1"/>
          </p:cNvSpPr>
          <p:nvPr/>
        </p:nvSpPr>
        <p:spPr>
          <a:xfrm xmlns:a="http://schemas.openxmlformats.org/drawingml/2006/main">
            <a:off x="3631883" y="4542270"/>
            <a:ext cx="60960" cy="6096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2055298787" name="">
            <a:extLst xmlns:a="http://schemas.openxmlformats.org/drawingml/2006/main">
              <a:ext uri="{FF2B5EF4-FFF2-40B4-BE49-F238E27FC236}">
                <a16:creationId xmlns:a16="http://schemas.microsoft.com/office/drawing/2014/main" id="{F65A1F67-FBF5-4B4F-990D-168496EC6569}"/>
              </a:ext>
            </a:extLst>
          </p:cNvPr>
          <p:cNvSpPr>
            <a:spLocks xmlns:a="http://schemas.openxmlformats.org/drawingml/2006/main" noGrp="1"/>
          </p:cNvSpPr>
          <p:nvPr/>
        </p:nvSpPr>
        <p:spPr>
          <a:xfrm xmlns:a="http://schemas.openxmlformats.org/drawingml/2006/main">
            <a:off x="3722370" y="4584398"/>
            <a:ext cx="60960" cy="6096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1645037567" name="">
            <a:extLst xmlns:a="http://schemas.openxmlformats.org/drawingml/2006/main">
              <a:ext uri="{FF2B5EF4-FFF2-40B4-BE49-F238E27FC236}">
                <a16:creationId xmlns:a16="http://schemas.microsoft.com/office/drawing/2014/main" id="{48759E0E-7324-48FF-B288-4B6BCEC43F3C}"/>
              </a:ext>
            </a:extLst>
          </p:cNvPr>
          <p:cNvSpPr>
            <a:spLocks xmlns:a="http://schemas.openxmlformats.org/drawingml/2006/main" noGrp="1"/>
          </p:cNvSpPr>
          <p:nvPr/>
        </p:nvSpPr>
        <p:spPr>
          <a:xfrm xmlns:a="http://schemas.openxmlformats.org/drawingml/2006/main">
            <a:off x="3812858" y="4624344"/>
            <a:ext cx="60960" cy="6096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825151087" name="">
            <a:extLst xmlns:a="http://schemas.openxmlformats.org/drawingml/2006/main">
              <a:ext uri="{FF2B5EF4-FFF2-40B4-BE49-F238E27FC236}">
                <a16:creationId xmlns:a16="http://schemas.microsoft.com/office/drawing/2014/main" id="{F914DC68-D8E8-4D16-B39B-0C140FB48E62}"/>
              </a:ext>
            </a:extLst>
          </p:cNvPr>
          <p:cNvSpPr>
            <a:spLocks xmlns:a="http://schemas.openxmlformats.org/drawingml/2006/main" noGrp="1"/>
          </p:cNvSpPr>
          <p:nvPr/>
        </p:nvSpPr>
        <p:spPr>
          <a:xfrm xmlns:a="http://schemas.openxmlformats.org/drawingml/2006/main">
            <a:off x="3903345" y="4662107"/>
            <a:ext cx="60960" cy="6096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217449615" name="">
            <a:extLst xmlns:a="http://schemas.openxmlformats.org/drawingml/2006/main">
              <a:ext uri="{FF2B5EF4-FFF2-40B4-BE49-F238E27FC236}">
                <a16:creationId xmlns:a16="http://schemas.microsoft.com/office/drawing/2014/main" id="{FAE1C287-B4F7-4D71-BE77-F40F5FE3B821}"/>
              </a:ext>
            </a:extLst>
          </p:cNvPr>
          <p:cNvSpPr>
            <a:spLocks xmlns:a="http://schemas.openxmlformats.org/drawingml/2006/main" noGrp="1"/>
          </p:cNvSpPr>
          <p:nvPr/>
        </p:nvSpPr>
        <p:spPr>
          <a:xfrm xmlns:a="http://schemas.openxmlformats.org/drawingml/2006/main">
            <a:off x="3993833" y="4697686"/>
            <a:ext cx="60960" cy="6096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54285425" name="">
            <a:extLst xmlns:a="http://schemas.openxmlformats.org/drawingml/2006/main">
              <a:ext uri="{FF2B5EF4-FFF2-40B4-BE49-F238E27FC236}">
                <a16:creationId xmlns:a16="http://schemas.microsoft.com/office/drawing/2014/main" id="{617E9132-8DE4-4895-8EA2-8651F0B75318}"/>
              </a:ext>
            </a:extLst>
          </p:cNvPr>
          <p:cNvSpPr>
            <a:spLocks xmlns:a="http://schemas.openxmlformats.org/drawingml/2006/main" noGrp="1"/>
          </p:cNvSpPr>
          <p:nvPr/>
        </p:nvSpPr>
        <p:spPr>
          <a:xfrm xmlns:a="http://schemas.openxmlformats.org/drawingml/2006/main">
            <a:off x="4084320" y="4731082"/>
            <a:ext cx="60960" cy="6096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1444252426" name="">
            <a:extLst xmlns:a="http://schemas.openxmlformats.org/drawingml/2006/main">
              <a:ext uri="{FF2B5EF4-FFF2-40B4-BE49-F238E27FC236}">
                <a16:creationId xmlns:a16="http://schemas.microsoft.com/office/drawing/2014/main" id="{19694875-0879-4048-8791-723FC0095861}"/>
              </a:ext>
            </a:extLst>
          </p:cNvPr>
          <p:cNvSpPr>
            <a:spLocks xmlns:a="http://schemas.openxmlformats.org/drawingml/2006/main" noGrp="1"/>
          </p:cNvSpPr>
          <p:nvPr/>
        </p:nvSpPr>
        <p:spPr>
          <a:xfrm xmlns:a="http://schemas.openxmlformats.org/drawingml/2006/main">
            <a:off x="4174808" y="4762298"/>
            <a:ext cx="60960" cy="6096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1479531766" name="">
            <a:extLst xmlns:a="http://schemas.openxmlformats.org/drawingml/2006/main">
              <a:ext uri="{FF2B5EF4-FFF2-40B4-BE49-F238E27FC236}">
                <a16:creationId xmlns:a16="http://schemas.microsoft.com/office/drawing/2014/main" id="{2544A6C7-D70A-4252-A6A8-97053E5B0BFF}"/>
              </a:ext>
            </a:extLst>
          </p:cNvPr>
          <p:cNvSpPr>
            <a:spLocks xmlns:a="http://schemas.openxmlformats.org/drawingml/2006/main" noGrp="1"/>
          </p:cNvSpPr>
          <p:nvPr/>
        </p:nvSpPr>
        <p:spPr>
          <a:xfrm xmlns:a="http://schemas.openxmlformats.org/drawingml/2006/main">
            <a:off x="4265295" y="4791329"/>
            <a:ext cx="60960" cy="6096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524740071" name="">
            <a:extLst xmlns:a="http://schemas.openxmlformats.org/drawingml/2006/main">
              <a:ext uri="{FF2B5EF4-FFF2-40B4-BE49-F238E27FC236}">
                <a16:creationId xmlns:a16="http://schemas.microsoft.com/office/drawing/2014/main" id="{290F295D-A602-462C-B429-F410DCE527FC}"/>
              </a:ext>
            </a:extLst>
          </p:cNvPr>
          <p:cNvSpPr>
            <a:spLocks xmlns:a="http://schemas.openxmlformats.org/drawingml/2006/main" noGrp="1"/>
          </p:cNvSpPr>
          <p:nvPr/>
        </p:nvSpPr>
        <p:spPr>
          <a:xfrm xmlns:a="http://schemas.openxmlformats.org/drawingml/2006/main">
            <a:off x="4355783" y="4818178"/>
            <a:ext cx="60960" cy="6096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256324896" name="">
            <a:extLst xmlns:a="http://schemas.openxmlformats.org/drawingml/2006/main">
              <a:ext uri="{FF2B5EF4-FFF2-40B4-BE49-F238E27FC236}">
                <a16:creationId xmlns:a16="http://schemas.microsoft.com/office/drawing/2014/main" id="{3BD5B9E4-2EA5-4C3E-B0AB-F8680C62B8F4}"/>
              </a:ext>
            </a:extLst>
          </p:cNvPr>
          <p:cNvSpPr>
            <a:spLocks xmlns:a="http://schemas.openxmlformats.org/drawingml/2006/main" noGrp="1"/>
          </p:cNvSpPr>
          <p:nvPr/>
        </p:nvSpPr>
        <p:spPr>
          <a:xfrm xmlns:a="http://schemas.openxmlformats.org/drawingml/2006/main">
            <a:off x="4446270" y="4842843"/>
            <a:ext cx="60960" cy="6096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781563456" name="">
            <a:extLst xmlns:a="http://schemas.openxmlformats.org/drawingml/2006/main">
              <a:ext uri="{FF2B5EF4-FFF2-40B4-BE49-F238E27FC236}">
                <a16:creationId xmlns:a16="http://schemas.microsoft.com/office/drawing/2014/main" id="{90AF34D2-19DB-41FA-AA70-237619E9B903}"/>
              </a:ext>
            </a:extLst>
          </p:cNvPr>
          <p:cNvSpPr>
            <a:spLocks xmlns:a="http://schemas.openxmlformats.org/drawingml/2006/main" noGrp="1"/>
          </p:cNvSpPr>
          <p:nvPr/>
        </p:nvSpPr>
        <p:spPr>
          <a:xfrm xmlns:a="http://schemas.openxmlformats.org/drawingml/2006/main">
            <a:off x="4536758" y="4865326"/>
            <a:ext cx="60960" cy="6096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1303610036" name="">
            <a:extLst xmlns:a="http://schemas.openxmlformats.org/drawingml/2006/main">
              <a:ext uri="{FF2B5EF4-FFF2-40B4-BE49-F238E27FC236}">
                <a16:creationId xmlns:a16="http://schemas.microsoft.com/office/drawing/2014/main" id="{26D64876-42F0-45C7-B2F0-193AAFC7CF07}"/>
              </a:ext>
            </a:extLst>
          </p:cNvPr>
          <p:cNvSpPr>
            <a:spLocks xmlns:a="http://schemas.openxmlformats.org/drawingml/2006/main" noGrp="1"/>
          </p:cNvSpPr>
          <p:nvPr/>
        </p:nvSpPr>
        <p:spPr>
          <a:xfrm xmlns:a="http://schemas.openxmlformats.org/drawingml/2006/main">
            <a:off x="4627245" y="4885627"/>
            <a:ext cx="60960" cy="6096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661375955" name="">
            <a:extLst xmlns:a="http://schemas.openxmlformats.org/drawingml/2006/main">
              <a:ext uri="{FF2B5EF4-FFF2-40B4-BE49-F238E27FC236}">
                <a16:creationId xmlns:a16="http://schemas.microsoft.com/office/drawing/2014/main" id="{C8CABCFC-9466-4D3C-B841-3929E1D32B2A}"/>
              </a:ext>
            </a:extLst>
          </p:cNvPr>
          <p:cNvSpPr>
            <a:spLocks xmlns:a="http://schemas.openxmlformats.org/drawingml/2006/main" noGrp="1"/>
          </p:cNvSpPr>
          <p:nvPr/>
        </p:nvSpPr>
        <p:spPr>
          <a:xfrm xmlns:a="http://schemas.openxmlformats.org/drawingml/2006/main">
            <a:off x="4717733" y="4903744"/>
            <a:ext cx="60960" cy="6096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256451251" name="">
            <a:extLst xmlns:a="http://schemas.openxmlformats.org/drawingml/2006/main">
              <a:ext uri="{FF2B5EF4-FFF2-40B4-BE49-F238E27FC236}">
                <a16:creationId xmlns:a16="http://schemas.microsoft.com/office/drawing/2014/main" id="{DDB6E2CB-26F8-4DA1-873A-2D1F6A0FB2E1}"/>
              </a:ext>
            </a:extLst>
          </p:cNvPr>
          <p:cNvSpPr>
            <a:spLocks xmlns:a="http://schemas.openxmlformats.org/drawingml/2006/main" noGrp="1"/>
          </p:cNvSpPr>
          <p:nvPr/>
        </p:nvSpPr>
        <p:spPr>
          <a:xfrm xmlns:a="http://schemas.openxmlformats.org/drawingml/2006/main">
            <a:off x="4808220" y="4919678"/>
            <a:ext cx="60960" cy="6096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1695716490" name="">
            <a:extLst xmlns:a="http://schemas.openxmlformats.org/drawingml/2006/main">
              <a:ext uri="{FF2B5EF4-FFF2-40B4-BE49-F238E27FC236}">
                <a16:creationId xmlns:a16="http://schemas.microsoft.com/office/drawing/2014/main" id="{E7A6BE78-6E75-4D19-B9A6-F6EEC8B6A9B4}"/>
              </a:ext>
            </a:extLst>
          </p:cNvPr>
          <p:cNvSpPr>
            <a:spLocks xmlns:a="http://schemas.openxmlformats.org/drawingml/2006/main" noGrp="1"/>
          </p:cNvSpPr>
          <p:nvPr/>
        </p:nvSpPr>
        <p:spPr>
          <a:xfrm xmlns:a="http://schemas.openxmlformats.org/drawingml/2006/main">
            <a:off x="4898707" y="4933430"/>
            <a:ext cx="60960" cy="6096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1100793704" name="">
            <a:extLst xmlns:a="http://schemas.openxmlformats.org/drawingml/2006/main">
              <a:ext uri="{FF2B5EF4-FFF2-40B4-BE49-F238E27FC236}">
                <a16:creationId xmlns:a16="http://schemas.microsoft.com/office/drawing/2014/main" id="{373365C9-8DDE-471B-BC17-577920C694D9}"/>
              </a:ext>
            </a:extLst>
          </p:cNvPr>
          <p:cNvSpPr>
            <a:spLocks xmlns:a="http://schemas.openxmlformats.org/drawingml/2006/main" noGrp="1"/>
          </p:cNvSpPr>
          <p:nvPr/>
        </p:nvSpPr>
        <p:spPr>
          <a:xfrm xmlns:a="http://schemas.openxmlformats.org/drawingml/2006/main">
            <a:off x="4989195" y="4944999"/>
            <a:ext cx="60960" cy="6096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1105050745" name="">
            <a:extLst xmlns:a="http://schemas.openxmlformats.org/drawingml/2006/main">
              <a:ext uri="{FF2B5EF4-FFF2-40B4-BE49-F238E27FC236}">
                <a16:creationId xmlns:a16="http://schemas.microsoft.com/office/drawing/2014/main" id="{DB59EDDA-7EA6-4CFA-9B27-8243ABE61F84}"/>
              </a:ext>
            </a:extLst>
          </p:cNvPr>
          <p:cNvSpPr>
            <a:spLocks xmlns:a="http://schemas.openxmlformats.org/drawingml/2006/main" noGrp="1"/>
          </p:cNvSpPr>
          <p:nvPr/>
        </p:nvSpPr>
        <p:spPr>
          <a:xfrm xmlns:a="http://schemas.openxmlformats.org/drawingml/2006/main">
            <a:off x="5079683" y="4954385"/>
            <a:ext cx="60960" cy="6096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265232616" name="">
            <a:extLst xmlns:a="http://schemas.openxmlformats.org/drawingml/2006/main">
              <a:ext uri="{FF2B5EF4-FFF2-40B4-BE49-F238E27FC236}">
                <a16:creationId xmlns:a16="http://schemas.microsoft.com/office/drawing/2014/main" id="{067B4E2F-EE59-4E2A-BC64-DE807724F6FC}"/>
              </a:ext>
            </a:extLst>
          </p:cNvPr>
          <p:cNvSpPr>
            <a:spLocks xmlns:a="http://schemas.openxmlformats.org/drawingml/2006/main" noGrp="1"/>
          </p:cNvSpPr>
          <p:nvPr/>
        </p:nvSpPr>
        <p:spPr>
          <a:xfrm xmlns:a="http://schemas.openxmlformats.org/drawingml/2006/main">
            <a:off x="5170170" y="4961588"/>
            <a:ext cx="60960" cy="6096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319150387" name="">
            <a:extLst xmlns:a="http://schemas.openxmlformats.org/drawingml/2006/main">
              <a:ext uri="{FF2B5EF4-FFF2-40B4-BE49-F238E27FC236}">
                <a16:creationId xmlns:a16="http://schemas.microsoft.com/office/drawing/2014/main" id="{D8714810-F9FD-43AA-BF74-8658DA838CF2}"/>
              </a:ext>
            </a:extLst>
          </p:cNvPr>
          <p:cNvSpPr>
            <a:spLocks xmlns:a="http://schemas.openxmlformats.org/drawingml/2006/main" noGrp="1"/>
          </p:cNvSpPr>
          <p:nvPr/>
        </p:nvSpPr>
        <p:spPr>
          <a:xfrm xmlns:a="http://schemas.openxmlformats.org/drawingml/2006/main">
            <a:off x="5260658" y="4966609"/>
            <a:ext cx="60960" cy="6096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1589914122" name="">
            <a:extLst xmlns:a="http://schemas.openxmlformats.org/drawingml/2006/main">
              <a:ext uri="{FF2B5EF4-FFF2-40B4-BE49-F238E27FC236}">
                <a16:creationId xmlns:a16="http://schemas.microsoft.com/office/drawing/2014/main" id="{6DB1A10A-0D26-436A-B3C9-C3B3A9261BCD}"/>
              </a:ext>
            </a:extLst>
          </p:cNvPr>
          <p:cNvSpPr>
            <a:spLocks xmlns:a="http://schemas.openxmlformats.org/drawingml/2006/main" noGrp="1"/>
          </p:cNvSpPr>
          <p:nvPr/>
        </p:nvSpPr>
        <p:spPr>
          <a:xfrm xmlns:a="http://schemas.openxmlformats.org/drawingml/2006/main">
            <a:off x="5351145" y="4969446"/>
            <a:ext cx="60960" cy="6096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614862852" name="">
            <a:extLst xmlns:a="http://schemas.openxmlformats.org/drawingml/2006/main">
              <a:ext uri="{FF2B5EF4-FFF2-40B4-BE49-F238E27FC236}">
                <a16:creationId xmlns:a16="http://schemas.microsoft.com/office/drawing/2014/main" id="{F929E3E6-C6CB-4BBF-B5CE-F96F82A2F6B8}"/>
              </a:ext>
            </a:extLst>
          </p:cNvPr>
          <p:cNvSpPr>
            <a:spLocks xmlns:a="http://schemas.openxmlformats.org/drawingml/2006/main" noGrp="1"/>
          </p:cNvSpPr>
          <p:nvPr/>
        </p:nvSpPr>
        <p:spPr>
          <a:xfrm xmlns:a="http://schemas.openxmlformats.org/drawingml/2006/main">
            <a:off x="5441633" y="4970101"/>
            <a:ext cx="60960" cy="6096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335453635" name="">
            <a:extLst xmlns:a="http://schemas.openxmlformats.org/drawingml/2006/main">
              <a:ext uri="{FF2B5EF4-FFF2-40B4-BE49-F238E27FC236}">
                <a16:creationId xmlns:a16="http://schemas.microsoft.com/office/drawing/2014/main" id="{F9E7762B-DDBD-4472-87F7-94FE44E91AB2}"/>
              </a:ext>
            </a:extLst>
          </p:cNvPr>
          <p:cNvSpPr>
            <a:spLocks xmlns:a="http://schemas.openxmlformats.org/drawingml/2006/main" noGrp="1"/>
          </p:cNvSpPr>
          <p:nvPr/>
        </p:nvSpPr>
        <p:spPr>
          <a:xfrm xmlns:a="http://schemas.openxmlformats.org/drawingml/2006/main">
            <a:off x="5532120" y="4968573"/>
            <a:ext cx="60960" cy="6096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499480660" name="">
            <a:extLst xmlns:a="http://schemas.openxmlformats.org/drawingml/2006/main">
              <a:ext uri="{FF2B5EF4-FFF2-40B4-BE49-F238E27FC236}">
                <a16:creationId xmlns:a16="http://schemas.microsoft.com/office/drawing/2014/main" id="{04539AC9-EA29-4B35-9EB5-023D020A9F91}"/>
              </a:ext>
            </a:extLst>
          </p:cNvPr>
          <p:cNvSpPr>
            <a:spLocks xmlns:a="http://schemas.openxmlformats.org/drawingml/2006/main" noGrp="1"/>
          </p:cNvSpPr>
          <p:nvPr/>
        </p:nvSpPr>
        <p:spPr>
          <a:xfrm xmlns:a="http://schemas.openxmlformats.org/drawingml/2006/main">
            <a:off x="5622608" y="4964863"/>
            <a:ext cx="60960" cy="6096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573721967" name="">
            <a:extLst xmlns:a="http://schemas.openxmlformats.org/drawingml/2006/main">
              <a:ext uri="{FF2B5EF4-FFF2-40B4-BE49-F238E27FC236}">
                <a16:creationId xmlns:a16="http://schemas.microsoft.com/office/drawing/2014/main" id="{DA8053A1-FC38-45D6-8B66-9FE995CA9FD8}"/>
              </a:ext>
            </a:extLst>
          </p:cNvPr>
          <p:cNvSpPr>
            <a:spLocks xmlns:a="http://schemas.openxmlformats.org/drawingml/2006/main" noGrp="1"/>
          </p:cNvSpPr>
          <p:nvPr/>
        </p:nvSpPr>
        <p:spPr>
          <a:xfrm xmlns:a="http://schemas.openxmlformats.org/drawingml/2006/main">
            <a:off x="5713095" y="4958969"/>
            <a:ext cx="60960" cy="6096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1752567517" name="">
            <a:extLst xmlns:a="http://schemas.openxmlformats.org/drawingml/2006/main">
              <a:ext uri="{FF2B5EF4-FFF2-40B4-BE49-F238E27FC236}">
                <a16:creationId xmlns:a16="http://schemas.microsoft.com/office/drawing/2014/main" id="{E14D4192-5A05-4915-9007-9F17D19EC430}"/>
              </a:ext>
            </a:extLst>
          </p:cNvPr>
          <p:cNvSpPr>
            <a:spLocks xmlns:a="http://schemas.openxmlformats.org/drawingml/2006/main" noGrp="1"/>
          </p:cNvSpPr>
          <p:nvPr/>
        </p:nvSpPr>
        <p:spPr>
          <a:xfrm xmlns:a="http://schemas.openxmlformats.org/drawingml/2006/main">
            <a:off x="5803583" y="4950893"/>
            <a:ext cx="60960" cy="6096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1395800243" name="">
            <a:extLst xmlns:a="http://schemas.openxmlformats.org/drawingml/2006/main">
              <a:ext uri="{FF2B5EF4-FFF2-40B4-BE49-F238E27FC236}">
                <a16:creationId xmlns:a16="http://schemas.microsoft.com/office/drawing/2014/main" id="{BEF81341-BFCD-420F-BB65-928907A98967}"/>
              </a:ext>
            </a:extLst>
          </p:cNvPr>
          <p:cNvSpPr>
            <a:spLocks xmlns:a="http://schemas.openxmlformats.org/drawingml/2006/main" noGrp="1"/>
          </p:cNvSpPr>
          <p:nvPr/>
        </p:nvSpPr>
        <p:spPr>
          <a:xfrm xmlns:a="http://schemas.openxmlformats.org/drawingml/2006/main">
            <a:off x="5894070" y="4940633"/>
            <a:ext cx="60960" cy="6096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1889641724" name="">
            <a:extLst xmlns:a="http://schemas.openxmlformats.org/drawingml/2006/main">
              <a:ext uri="{FF2B5EF4-FFF2-40B4-BE49-F238E27FC236}">
                <a16:creationId xmlns:a16="http://schemas.microsoft.com/office/drawing/2014/main" id="{CA1C3693-0F88-4B70-A1E4-85B523B2A858}"/>
              </a:ext>
            </a:extLst>
          </p:cNvPr>
          <p:cNvSpPr>
            <a:spLocks xmlns:a="http://schemas.openxmlformats.org/drawingml/2006/main" noGrp="1"/>
          </p:cNvSpPr>
          <p:nvPr/>
        </p:nvSpPr>
        <p:spPr>
          <a:xfrm xmlns:a="http://schemas.openxmlformats.org/drawingml/2006/main">
            <a:off x="5984558" y="4928191"/>
            <a:ext cx="60960" cy="6096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958998200" name="">
            <a:extLst xmlns:a="http://schemas.openxmlformats.org/drawingml/2006/main">
              <a:ext uri="{FF2B5EF4-FFF2-40B4-BE49-F238E27FC236}">
                <a16:creationId xmlns:a16="http://schemas.microsoft.com/office/drawing/2014/main" id="{FA746B18-F192-481F-AE50-2755C78E7508}"/>
              </a:ext>
            </a:extLst>
          </p:cNvPr>
          <p:cNvSpPr>
            <a:spLocks xmlns:a="http://schemas.openxmlformats.org/drawingml/2006/main" noGrp="1"/>
          </p:cNvSpPr>
          <p:nvPr/>
        </p:nvSpPr>
        <p:spPr>
          <a:xfrm xmlns:a="http://schemas.openxmlformats.org/drawingml/2006/main">
            <a:off x="6075045" y="4913566"/>
            <a:ext cx="60960" cy="6096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1303230841" name="">
            <a:extLst xmlns:a="http://schemas.openxmlformats.org/drawingml/2006/main">
              <a:ext uri="{FF2B5EF4-FFF2-40B4-BE49-F238E27FC236}">
                <a16:creationId xmlns:a16="http://schemas.microsoft.com/office/drawing/2014/main" id="{0BA2BAC5-1E4D-4306-988B-A25425B890F5}"/>
              </a:ext>
            </a:extLst>
          </p:cNvPr>
          <p:cNvSpPr>
            <a:spLocks xmlns:a="http://schemas.openxmlformats.org/drawingml/2006/main" noGrp="1"/>
          </p:cNvSpPr>
          <p:nvPr/>
        </p:nvSpPr>
        <p:spPr>
          <a:xfrm xmlns:a="http://schemas.openxmlformats.org/drawingml/2006/main">
            <a:off x="6165533" y="4896759"/>
            <a:ext cx="60960" cy="6096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836584052" name="">
            <a:extLst xmlns:a="http://schemas.openxmlformats.org/drawingml/2006/main">
              <a:ext uri="{FF2B5EF4-FFF2-40B4-BE49-F238E27FC236}">
                <a16:creationId xmlns:a16="http://schemas.microsoft.com/office/drawing/2014/main" id="{5F8AF4B6-07C3-40E7-B7CB-648E92D5DF05}"/>
              </a:ext>
            </a:extLst>
          </p:cNvPr>
          <p:cNvSpPr>
            <a:spLocks xmlns:a="http://schemas.openxmlformats.org/drawingml/2006/main" noGrp="1"/>
          </p:cNvSpPr>
          <p:nvPr/>
        </p:nvSpPr>
        <p:spPr>
          <a:xfrm xmlns:a="http://schemas.openxmlformats.org/drawingml/2006/main">
            <a:off x="6256020" y="4877768"/>
            <a:ext cx="60960" cy="6096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246417090" name="">
            <a:extLst xmlns:a="http://schemas.openxmlformats.org/drawingml/2006/main">
              <a:ext uri="{FF2B5EF4-FFF2-40B4-BE49-F238E27FC236}">
                <a16:creationId xmlns:a16="http://schemas.microsoft.com/office/drawing/2014/main" id="{B303D986-6BF8-4043-AA38-A7182F284BB2}"/>
              </a:ext>
            </a:extLst>
          </p:cNvPr>
          <p:cNvSpPr>
            <a:spLocks xmlns:a="http://schemas.openxmlformats.org/drawingml/2006/main" noGrp="1"/>
          </p:cNvSpPr>
          <p:nvPr/>
        </p:nvSpPr>
        <p:spPr>
          <a:xfrm xmlns:a="http://schemas.openxmlformats.org/drawingml/2006/main">
            <a:off x="6346508" y="4856595"/>
            <a:ext cx="60960" cy="6096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1984931885" name="">
            <a:extLst xmlns:a="http://schemas.openxmlformats.org/drawingml/2006/main">
              <a:ext uri="{FF2B5EF4-FFF2-40B4-BE49-F238E27FC236}">
                <a16:creationId xmlns:a16="http://schemas.microsoft.com/office/drawing/2014/main" id="{C8552E1C-41FA-4CEA-A73A-0A70F04B854C}"/>
              </a:ext>
            </a:extLst>
          </p:cNvPr>
          <p:cNvSpPr>
            <a:spLocks xmlns:a="http://schemas.openxmlformats.org/drawingml/2006/main" noGrp="1"/>
          </p:cNvSpPr>
          <p:nvPr/>
        </p:nvSpPr>
        <p:spPr>
          <a:xfrm xmlns:a="http://schemas.openxmlformats.org/drawingml/2006/main">
            <a:off x="6436995" y="4833239"/>
            <a:ext cx="60960" cy="6096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1577119844" name="">
            <a:extLst xmlns:a="http://schemas.openxmlformats.org/drawingml/2006/main">
              <a:ext uri="{FF2B5EF4-FFF2-40B4-BE49-F238E27FC236}">
                <a16:creationId xmlns:a16="http://schemas.microsoft.com/office/drawing/2014/main" id="{CBD466C5-25BD-4C36-8EF4-CD948B40820C}"/>
              </a:ext>
            </a:extLst>
          </p:cNvPr>
          <p:cNvSpPr>
            <a:spLocks xmlns:a="http://schemas.openxmlformats.org/drawingml/2006/main" noGrp="1"/>
          </p:cNvSpPr>
          <p:nvPr/>
        </p:nvSpPr>
        <p:spPr>
          <a:xfrm xmlns:a="http://schemas.openxmlformats.org/drawingml/2006/main">
            <a:off x="6527483" y="4807700"/>
            <a:ext cx="60960" cy="6096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1481738133" name="">
            <a:extLst xmlns:a="http://schemas.openxmlformats.org/drawingml/2006/main">
              <a:ext uri="{FF2B5EF4-FFF2-40B4-BE49-F238E27FC236}">
                <a16:creationId xmlns:a16="http://schemas.microsoft.com/office/drawing/2014/main" id="{C2A35DF0-66F4-417C-A144-F816A483035C}"/>
              </a:ext>
            </a:extLst>
          </p:cNvPr>
          <p:cNvSpPr>
            <a:spLocks xmlns:a="http://schemas.openxmlformats.org/drawingml/2006/main" noGrp="1"/>
          </p:cNvSpPr>
          <p:nvPr/>
        </p:nvSpPr>
        <p:spPr>
          <a:xfrm xmlns:a="http://schemas.openxmlformats.org/drawingml/2006/main">
            <a:off x="6617970" y="4779978"/>
            <a:ext cx="60960" cy="6096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1979451480" name="">
            <a:extLst xmlns:a="http://schemas.openxmlformats.org/drawingml/2006/main">
              <a:ext uri="{FF2B5EF4-FFF2-40B4-BE49-F238E27FC236}">
                <a16:creationId xmlns:a16="http://schemas.microsoft.com/office/drawing/2014/main" id="{7E47B2FF-9E1B-4030-8C74-F2A52C2A3C85}"/>
              </a:ext>
            </a:extLst>
          </p:cNvPr>
          <p:cNvSpPr>
            <a:spLocks xmlns:a="http://schemas.openxmlformats.org/drawingml/2006/main" noGrp="1"/>
          </p:cNvSpPr>
          <p:nvPr/>
        </p:nvSpPr>
        <p:spPr>
          <a:xfrm xmlns:a="http://schemas.openxmlformats.org/drawingml/2006/main">
            <a:off x="6708458" y="4750073"/>
            <a:ext cx="60960" cy="6096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1519834366" name="">
            <a:extLst xmlns:a="http://schemas.openxmlformats.org/drawingml/2006/main">
              <a:ext uri="{FF2B5EF4-FFF2-40B4-BE49-F238E27FC236}">
                <a16:creationId xmlns:a16="http://schemas.microsoft.com/office/drawing/2014/main" id="{803FF5B8-32C3-42F6-98C6-572FE2A288CC}"/>
              </a:ext>
            </a:extLst>
          </p:cNvPr>
          <p:cNvSpPr>
            <a:spLocks xmlns:a="http://schemas.openxmlformats.org/drawingml/2006/main" noGrp="1"/>
          </p:cNvSpPr>
          <p:nvPr/>
        </p:nvSpPr>
        <p:spPr>
          <a:xfrm xmlns:a="http://schemas.openxmlformats.org/drawingml/2006/main">
            <a:off x="6798945" y="4717987"/>
            <a:ext cx="60960" cy="6096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1795730274" name="">
            <a:extLst xmlns:a="http://schemas.openxmlformats.org/drawingml/2006/main">
              <a:ext uri="{FF2B5EF4-FFF2-40B4-BE49-F238E27FC236}">
                <a16:creationId xmlns:a16="http://schemas.microsoft.com/office/drawing/2014/main" id="{16432DA3-27D5-4AB2-BD21-1C8C767FC801}"/>
              </a:ext>
            </a:extLst>
          </p:cNvPr>
          <p:cNvSpPr>
            <a:spLocks xmlns:a="http://schemas.openxmlformats.org/drawingml/2006/main" noGrp="1"/>
          </p:cNvSpPr>
          <p:nvPr/>
        </p:nvSpPr>
        <p:spPr>
          <a:xfrm xmlns:a="http://schemas.openxmlformats.org/drawingml/2006/main">
            <a:off x="6889433" y="4683716"/>
            <a:ext cx="60960" cy="6096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714891557" name="">
            <a:extLst xmlns:a="http://schemas.openxmlformats.org/drawingml/2006/main">
              <a:ext uri="{FF2B5EF4-FFF2-40B4-BE49-F238E27FC236}">
                <a16:creationId xmlns:a16="http://schemas.microsoft.com/office/drawing/2014/main" id="{15BB9184-C208-4B7E-954F-6F9164492CDF}"/>
              </a:ext>
            </a:extLst>
          </p:cNvPr>
          <p:cNvSpPr>
            <a:spLocks xmlns:a="http://schemas.openxmlformats.org/drawingml/2006/main" noGrp="1"/>
          </p:cNvSpPr>
          <p:nvPr/>
        </p:nvSpPr>
        <p:spPr>
          <a:xfrm xmlns:a="http://schemas.openxmlformats.org/drawingml/2006/main">
            <a:off x="6979920" y="4647263"/>
            <a:ext cx="60960" cy="6096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1757092960" name="">
            <a:extLst xmlns:a="http://schemas.openxmlformats.org/drawingml/2006/main">
              <a:ext uri="{FF2B5EF4-FFF2-40B4-BE49-F238E27FC236}">
                <a16:creationId xmlns:a16="http://schemas.microsoft.com/office/drawing/2014/main" id="{D7C08BAC-1DCE-4CA5-8099-7C3162E9D399}"/>
              </a:ext>
            </a:extLst>
          </p:cNvPr>
          <p:cNvSpPr>
            <a:spLocks xmlns:a="http://schemas.openxmlformats.org/drawingml/2006/main" noGrp="1"/>
          </p:cNvSpPr>
          <p:nvPr/>
        </p:nvSpPr>
        <p:spPr>
          <a:xfrm xmlns:a="http://schemas.openxmlformats.org/drawingml/2006/main">
            <a:off x="7070408" y="4608628"/>
            <a:ext cx="60960" cy="6096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1492931999" name="">
            <a:extLst xmlns:a="http://schemas.openxmlformats.org/drawingml/2006/main">
              <a:ext uri="{FF2B5EF4-FFF2-40B4-BE49-F238E27FC236}">
                <a16:creationId xmlns:a16="http://schemas.microsoft.com/office/drawing/2014/main" id="{9FCE39FA-17D4-46D6-A7B8-3941E4E144B6}"/>
              </a:ext>
            </a:extLst>
          </p:cNvPr>
          <p:cNvSpPr>
            <a:spLocks xmlns:a="http://schemas.openxmlformats.org/drawingml/2006/main" noGrp="1"/>
          </p:cNvSpPr>
          <p:nvPr/>
        </p:nvSpPr>
        <p:spPr>
          <a:xfrm xmlns:a="http://schemas.openxmlformats.org/drawingml/2006/main">
            <a:off x="7160895" y="4567809"/>
            <a:ext cx="60960" cy="6096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1545312274" name="">
            <a:extLst xmlns:a="http://schemas.openxmlformats.org/drawingml/2006/main">
              <a:ext uri="{FF2B5EF4-FFF2-40B4-BE49-F238E27FC236}">
                <a16:creationId xmlns:a16="http://schemas.microsoft.com/office/drawing/2014/main" id="{8923CD4F-8CFD-40F2-A7EE-9F8B1689B7D6}"/>
              </a:ext>
            </a:extLst>
          </p:cNvPr>
          <p:cNvSpPr>
            <a:spLocks xmlns:a="http://schemas.openxmlformats.org/drawingml/2006/main" noGrp="1"/>
          </p:cNvSpPr>
          <p:nvPr/>
        </p:nvSpPr>
        <p:spPr>
          <a:xfrm xmlns:a="http://schemas.openxmlformats.org/drawingml/2006/main">
            <a:off x="7251383" y="4524808"/>
            <a:ext cx="60960" cy="6096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1387569376" name="">
            <a:extLst xmlns:a="http://schemas.openxmlformats.org/drawingml/2006/main">
              <a:ext uri="{FF2B5EF4-FFF2-40B4-BE49-F238E27FC236}">
                <a16:creationId xmlns:a16="http://schemas.microsoft.com/office/drawing/2014/main" id="{82232BCF-59C4-42E6-801E-E90B110E5811}"/>
              </a:ext>
            </a:extLst>
          </p:cNvPr>
          <p:cNvSpPr>
            <a:spLocks xmlns:a="http://schemas.openxmlformats.org/drawingml/2006/main" noGrp="1"/>
          </p:cNvSpPr>
          <p:nvPr/>
        </p:nvSpPr>
        <p:spPr>
          <a:xfrm xmlns:a="http://schemas.openxmlformats.org/drawingml/2006/main">
            <a:off x="7341870" y="4479623"/>
            <a:ext cx="60960" cy="6096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1028298441" name="">
            <a:extLst xmlns:a="http://schemas.openxmlformats.org/drawingml/2006/main">
              <a:ext uri="{FF2B5EF4-FFF2-40B4-BE49-F238E27FC236}">
                <a16:creationId xmlns:a16="http://schemas.microsoft.com/office/drawing/2014/main" id="{2E339D07-4907-4A5F-9583-A40C83EBBC8B}"/>
              </a:ext>
            </a:extLst>
          </p:cNvPr>
          <p:cNvSpPr>
            <a:spLocks xmlns:a="http://schemas.openxmlformats.org/drawingml/2006/main" noGrp="1"/>
          </p:cNvSpPr>
          <p:nvPr/>
        </p:nvSpPr>
        <p:spPr>
          <a:xfrm xmlns:a="http://schemas.openxmlformats.org/drawingml/2006/main">
            <a:off x="7432358" y="4432256"/>
            <a:ext cx="60960" cy="6096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958725677" name="">
            <a:extLst xmlns:a="http://schemas.openxmlformats.org/drawingml/2006/main">
              <a:ext uri="{FF2B5EF4-FFF2-40B4-BE49-F238E27FC236}">
                <a16:creationId xmlns:a16="http://schemas.microsoft.com/office/drawing/2014/main" id="{7D478804-EFEA-4E47-91D5-30DC84183EE3}"/>
              </a:ext>
            </a:extLst>
          </p:cNvPr>
          <p:cNvSpPr>
            <a:spLocks xmlns:a="http://schemas.openxmlformats.org/drawingml/2006/main" noGrp="1"/>
          </p:cNvSpPr>
          <p:nvPr/>
        </p:nvSpPr>
        <p:spPr>
          <a:xfrm xmlns:a="http://schemas.openxmlformats.org/drawingml/2006/main">
            <a:off x="7522845" y="4382707"/>
            <a:ext cx="60960" cy="6096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1835170496" name="">
            <a:extLst xmlns:a="http://schemas.openxmlformats.org/drawingml/2006/main">
              <a:ext uri="{FF2B5EF4-FFF2-40B4-BE49-F238E27FC236}">
                <a16:creationId xmlns:a16="http://schemas.microsoft.com/office/drawing/2014/main" id="{E5D01332-D195-4CDB-BEAC-FF98291D6AFA}"/>
              </a:ext>
            </a:extLst>
          </p:cNvPr>
          <p:cNvSpPr>
            <a:spLocks xmlns:a="http://schemas.openxmlformats.org/drawingml/2006/main" noGrp="1"/>
          </p:cNvSpPr>
          <p:nvPr/>
        </p:nvSpPr>
        <p:spPr>
          <a:xfrm xmlns:a="http://schemas.openxmlformats.org/drawingml/2006/main">
            <a:off x="7613332" y="4330974"/>
            <a:ext cx="60960" cy="6096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1305476583" name="">
            <a:extLst xmlns:a="http://schemas.openxmlformats.org/drawingml/2006/main">
              <a:ext uri="{FF2B5EF4-FFF2-40B4-BE49-F238E27FC236}">
                <a16:creationId xmlns:a16="http://schemas.microsoft.com/office/drawing/2014/main" id="{FED00AC7-B89B-44B1-8C6B-922A4D52456C}"/>
              </a:ext>
            </a:extLst>
          </p:cNvPr>
          <p:cNvSpPr>
            <a:spLocks xmlns:a="http://schemas.openxmlformats.org/drawingml/2006/main" noGrp="1"/>
          </p:cNvSpPr>
          <p:nvPr/>
        </p:nvSpPr>
        <p:spPr>
          <a:xfrm xmlns:a="http://schemas.openxmlformats.org/drawingml/2006/main">
            <a:off x="7703820" y="4277058"/>
            <a:ext cx="60960" cy="6096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952910378" name="">
            <a:extLst xmlns:a="http://schemas.openxmlformats.org/drawingml/2006/main">
              <a:ext uri="{FF2B5EF4-FFF2-40B4-BE49-F238E27FC236}">
                <a16:creationId xmlns:a16="http://schemas.microsoft.com/office/drawing/2014/main" id="{F946180B-67E0-4374-84B4-98C6A9CB08ED}"/>
              </a:ext>
            </a:extLst>
          </p:cNvPr>
          <p:cNvSpPr>
            <a:spLocks xmlns:a="http://schemas.openxmlformats.org/drawingml/2006/main" noGrp="1"/>
          </p:cNvSpPr>
          <p:nvPr/>
        </p:nvSpPr>
        <p:spPr>
          <a:xfrm xmlns:a="http://schemas.openxmlformats.org/drawingml/2006/main">
            <a:off x="7794308" y="4220960"/>
            <a:ext cx="60960" cy="6096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1852056266" name="">
            <a:extLst xmlns:a="http://schemas.openxmlformats.org/drawingml/2006/main">
              <a:ext uri="{FF2B5EF4-FFF2-40B4-BE49-F238E27FC236}">
                <a16:creationId xmlns:a16="http://schemas.microsoft.com/office/drawing/2014/main" id="{391822D2-5D37-4871-81E9-A138D3626D60}"/>
              </a:ext>
            </a:extLst>
          </p:cNvPr>
          <p:cNvSpPr>
            <a:spLocks xmlns:a="http://schemas.openxmlformats.org/drawingml/2006/main" noGrp="1"/>
          </p:cNvSpPr>
          <p:nvPr/>
        </p:nvSpPr>
        <p:spPr>
          <a:xfrm xmlns:a="http://schemas.openxmlformats.org/drawingml/2006/main">
            <a:off x="7884795" y="4162679"/>
            <a:ext cx="60960" cy="6096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97820312" name="">
            <a:extLst xmlns:a="http://schemas.openxmlformats.org/drawingml/2006/main">
              <a:ext uri="{FF2B5EF4-FFF2-40B4-BE49-F238E27FC236}">
                <a16:creationId xmlns:a16="http://schemas.microsoft.com/office/drawing/2014/main" id="{D03E4AE8-64D0-40F1-88DD-F5EA18039C1A}"/>
              </a:ext>
            </a:extLst>
          </p:cNvPr>
          <p:cNvSpPr>
            <a:spLocks xmlns:a="http://schemas.openxmlformats.org/drawingml/2006/main" noGrp="1"/>
          </p:cNvSpPr>
          <p:nvPr/>
        </p:nvSpPr>
        <p:spPr>
          <a:xfrm xmlns:a="http://schemas.openxmlformats.org/drawingml/2006/main">
            <a:off x="7975283" y="4102215"/>
            <a:ext cx="60960" cy="6096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550391912" name="">
            <a:extLst xmlns:a="http://schemas.openxmlformats.org/drawingml/2006/main">
              <a:ext uri="{FF2B5EF4-FFF2-40B4-BE49-F238E27FC236}">
                <a16:creationId xmlns:a16="http://schemas.microsoft.com/office/drawing/2014/main" id="{B8D730EE-35AA-47A2-AFC6-CD898FE38DC2}"/>
              </a:ext>
            </a:extLst>
          </p:cNvPr>
          <p:cNvSpPr>
            <a:spLocks xmlns:a="http://schemas.openxmlformats.org/drawingml/2006/main" noGrp="1"/>
          </p:cNvSpPr>
          <p:nvPr/>
        </p:nvSpPr>
        <p:spPr>
          <a:xfrm xmlns:a="http://schemas.openxmlformats.org/drawingml/2006/main">
            <a:off x="8065770" y="4039568"/>
            <a:ext cx="60960" cy="6096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1752936351" name="">
            <a:extLst xmlns:a="http://schemas.openxmlformats.org/drawingml/2006/main">
              <a:ext uri="{FF2B5EF4-FFF2-40B4-BE49-F238E27FC236}">
                <a16:creationId xmlns:a16="http://schemas.microsoft.com/office/drawing/2014/main" id="{E91338C3-D4B6-4B1C-B16C-DC720DC8F212}"/>
              </a:ext>
            </a:extLst>
          </p:cNvPr>
          <p:cNvSpPr>
            <a:spLocks xmlns:a="http://schemas.openxmlformats.org/drawingml/2006/main" noGrp="1"/>
          </p:cNvSpPr>
          <p:nvPr/>
        </p:nvSpPr>
        <p:spPr>
          <a:xfrm xmlns:a="http://schemas.openxmlformats.org/drawingml/2006/main">
            <a:off x="8156258" y="3974739"/>
            <a:ext cx="60960" cy="6096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2146748635" name="">
            <a:extLst xmlns:a="http://schemas.openxmlformats.org/drawingml/2006/main">
              <a:ext uri="{FF2B5EF4-FFF2-40B4-BE49-F238E27FC236}">
                <a16:creationId xmlns:a16="http://schemas.microsoft.com/office/drawing/2014/main" id="{C21500EC-6675-4E4E-9463-FD951461DB74}"/>
              </a:ext>
            </a:extLst>
          </p:cNvPr>
          <p:cNvSpPr>
            <a:spLocks xmlns:a="http://schemas.openxmlformats.org/drawingml/2006/main" noGrp="1"/>
          </p:cNvSpPr>
          <p:nvPr/>
        </p:nvSpPr>
        <p:spPr>
          <a:xfrm xmlns:a="http://schemas.openxmlformats.org/drawingml/2006/main">
            <a:off x="8246745" y="3907727"/>
            <a:ext cx="60960" cy="6096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467784023" name="">
            <a:extLst xmlns:a="http://schemas.openxmlformats.org/drawingml/2006/main">
              <a:ext uri="{FF2B5EF4-FFF2-40B4-BE49-F238E27FC236}">
                <a16:creationId xmlns:a16="http://schemas.microsoft.com/office/drawing/2014/main" id="{DA7765AC-BAF0-4E3D-8AC7-F7578668B646}"/>
              </a:ext>
            </a:extLst>
          </p:cNvPr>
          <p:cNvSpPr>
            <a:spLocks xmlns:a="http://schemas.openxmlformats.org/drawingml/2006/main" noGrp="1"/>
          </p:cNvSpPr>
          <p:nvPr/>
        </p:nvSpPr>
        <p:spPr>
          <a:xfrm xmlns:a="http://schemas.openxmlformats.org/drawingml/2006/main">
            <a:off x="8337233" y="3838531"/>
            <a:ext cx="60960" cy="6096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241068289" name="">
            <a:extLst xmlns:a="http://schemas.openxmlformats.org/drawingml/2006/main">
              <a:ext uri="{FF2B5EF4-FFF2-40B4-BE49-F238E27FC236}">
                <a16:creationId xmlns:a16="http://schemas.microsoft.com/office/drawing/2014/main" id="{299DBD83-F838-475E-8AD0-ACF72EBC5864}"/>
              </a:ext>
            </a:extLst>
          </p:cNvPr>
          <p:cNvSpPr>
            <a:spLocks xmlns:a="http://schemas.openxmlformats.org/drawingml/2006/main" noGrp="1"/>
          </p:cNvSpPr>
          <p:nvPr/>
        </p:nvSpPr>
        <p:spPr>
          <a:xfrm xmlns:a="http://schemas.openxmlformats.org/drawingml/2006/main">
            <a:off x="8427720" y="3767153"/>
            <a:ext cx="60960" cy="6096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1167216952" name="">
            <a:extLst xmlns:a="http://schemas.openxmlformats.org/drawingml/2006/main">
              <a:ext uri="{FF2B5EF4-FFF2-40B4-BE49-F238E27FC236}">
                <a16:creationId xmlns:a16="http://schemas.microsoft.com/office/drawing/2014/main" id="{93618AFE-0351-47B8-A0CF-6729A537CE4C}"/>
              </a:ext>
            </a:extLst>
          </p:cNvPr>
          <p:cNvSpPr>
            <a:spLocks xmlns:a="http://schemas.openxmlformats.org/drawingml/2006/main" noGrp="1"/>
          </p:cNvSpPr>
          <p:nvPr/>
        </p:nvSpPr>
        <p:spPr>
          <a:xfrm xmlns:a="http://schemas.openxmlformats.org/drawingml/2006/main">
            <a:off x="8518208" y="3693593"/>
            <a:ext cx="60960" cy="6096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996727558" name="">
            <a:extLst xmlns:a="http://schemas.openxmlformats.org/drawingml/2006/main">
              <a:ext uri="{FF2B5EF4-FFF2-40B4-BE49-F238E27FC236}">
                <a16:creationId xmlns:a16="http://schemas.microsoft.com/office/drawing/2014/main" id="{1EDF734B-15BD-4825-9C60-DAA35B97BB68}"/>
              </a:ext>
            </a:extLst>
          </p:cNvPr>
          <p:cNvSpPr>
            <a:spLocks xmlns:a="http://schemas.openxmlformats.org/drawingml/2006/main" noGrp="1"/>
          </p:cNvSpPr>
          <p:nvPr/>
        </p:nvSpPr>
        <p:spPr>
          <a:xfrm xmlns:a="http://schemas.openxmlformats.org/drawingml/2006/main">
            <a:off x="8608695" y="3617848"/>
            <a:ext cx="60960" cy="6096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123656243" name="">
            <a:extLst xmlns:a="http://schemas.openxmlformats.org/drawingml/2006/main">
              <a:ext uri="{FF2B5EF4-FFF2-40B4-BE49-F238E27FC236}">
                <a16:creationId xmlns:a16="http://schemas.microsoft.com/office/drawing/2014/main" id="{857B44CF-F8D9-4183-9BE3-7EF1EFE5AD38}"/>
              </a:ext>
            </a:extLst>
          </p:cNvPr>
          <p:cNvSpPr>
            <a:spLocks xmlns:a="http://schemas.openxmlformats.org/drawingml/2006/main" noGrp="1"/>
          </p:cNvSpPr>
          <p:nvPr/>
        </p:nvSpPr>
        <p:spPr>
          <a:xfrm xmlns:a="http://schemas.openxmlformats.org/drawingml/2006/main">
            <a:off x="8699183" y="3539923"/>
            <a:ext cx="60960" cy="6096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78261305" name="">
            <a:extLst xmlns:a="http://schemas.openxmlformats.org/drawingml/2006/main">
              <a:ext uri="{FF2B5EF4-FFF2-40B4-BE49-F238E27FC236}">
                <a16:creationId xmlns:a16="http://schemas.microsoft.com/office/drawing/2014/main" id="{D6E4D267-0D4C-42FD-A23B-983E9C10EB49}"/>
              </a:ext>
            </a:extLst>
          </p:cNvPr>
          <p:cNvSpPr>
            <a:spLocks xmlns:a="http://schemas.openxmlformats.org/drawingml/2006/main" noGrp="1"/>
          </p:cNvSpPr>
          <p:nvPr/>
        </p:nvSpPr>
        <p:spPr>
          <a:xfrm xmlns:a="http://schemas.openxmlformats.org/drawingml/2006/main">
            <a:off x="8789670" y="3459813"/>
            <a:ext cx="60960" cy="6096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345260299" name="">
            <a:extLst xmlns:a="http://schemas.openxmlformats.org/drawingml/2006/main">
              <a:ext uri="{FF2B5EF4-FFF2-40B4-BE49-F238E27FC236}">
                <a16:creationId xmlns:a16="http://schemas.microsoft.com/office/drawing/2014/main" id="{A9DA9FA6-3C73-44A7-8FBB-CAAFD65148D9}"/>
              </a:ext>
            </a:extLst>
          </p:cNvPr>
          <p:cNvSpPr>
            <a:spLocks xmlns:a="http://schemas.openxmlformats.org/drawingml/2006/main" noGrp="1"/>
          </p:cNvSpPr>
          <p:nvPr/>
        </p:nvSpPr>
        <p:spPr>
          <a:xfrm xmlns:a="http://schemas.openxmlformats.org/drawingml/2006/main">
            <a:off x="8880158" y="3377521"/>
            <a:ext cx="60960" cy="6096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1454212342" name="">
            <a:extLst xmlns:a="http://schemas.openxmlformats.org/drawingml/2006/main">
              <a:ext uri="{FF2B5EF4-FFF2-40B4-BE49-F238E27FC236}">
                <a16:creationId xmlns:a16="http://schemas.microsoft.com/office/drawing/2014/main" id="{2EF3BAEA-B22B-4259-9B76-D1C184BAFB5C}"/>
              </a:ext>
            </a:extLst>
          </p:cNvPr>
          <p:cNvSpPr>
            <a:spLocks xmlns:a="http://schemas.openxmlformats.org/drawingml/2006/main" noGrp="1"/>
          </p:cNvSpPr>
          <p:nvPr/>
        </p:nvSpPr>
        <p:spPr>
          <a:xfrm xmlns:a="http://schemas.openxmlformats.org/drawingml/2006/main">
            <a:off x="8970645" y="3293046"/>
            <a:ext cx="60960" cy="60960"/>
          </a:xfrm>
          <a:prstGeom xmlns:a="http://schemas.openxmlformats.org/drawingml/2006/main" prst="ellipse">
            <a:avLst/>
          </a:prstGeom>
          <a:solidFill xmlns:a="http://schemas.openxmlformats.org/drawingml/2006/main">
            <a:srgbClr val="2563EB"/>
          </a:solidFill>
          <a:ln xmlns:a="http://schemas.openxmlformats.org/drawingml/2006/main" w="0">
            <a:solidFill>
              <a:srgbClr val="2563EB"/>
            </a:solidFill>
            <a:prstDash val="solid"/>
          </a:ln>
        </p:spPr>
      </p:sp>
      <p:sp>
        <p:nvSpPr>
          <p:cNvPr id="1618224150" name="">
            <a:extLst xmlns:a="http://schemas.openxmlformats.org/drawingml/2006/main">
              <a:ext uri="{FF2B5EF4-FFF2-40B4-BE49-F238E27FC236}">
                <a16:creationId xmlns:a16="http://schemas.microsoft.com/office/drawing/2014/main" id="{1BA854A7-74A9-4E0A-A684-DC5B5178D9C7}"/>
              </a:ext>
            </a:extLst>
          </p:cNvPr>
          <p:cNvSpPr>
            <a:spLocks xmlns:a="http://schemas.openxmlformats.org/drawingml/2006/main" noGrp="1"/>
          </p:cNvSpPr>
          <p:nvPr/>
        </p:nvSpPr>
        <p:spPr>
          <a:xfrm xmlns:a="http://schemas.openxmlformats.org/drawingml/2006/main">
            <a:off x="4714875" y="5619750"/>
            <a:ext cx="1524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0">
                <a:solidFill>
                  <a:srgbClr val="667085"/>
                </a:solidFill>
              </a:defRPr>
            </a:pPr>
            <a:r>
              <a:rPr sz="1350" b="0">
                <a:solidFill>
                  <a:srgbClr val="667085"/>
                </a:solidFill>
              </a:rPr>
              <a:t>parameter</a:t>
            </a:r>
          </a:p>
        </p:txBody>
      </p:sp>
      <p:sp>
        <p:nvSpPr>
          <p:cNvPr id="1957330891" name="">
            <a:extLst xmlns:a="http://schemas.openxmlformats.org/drawingml/2006/main">
              <a:ext uri="{FF2B5EF4-FFF2-40B4-BE49-F238E27FC236}">
                <a16:creationId xmlns:a16="http://schemas.microsoft.com/office/drawing/2014/main" id="{EC6D3B45-AEAD-45EE-A953-A930A093EFAA}"/>
              </a:ext>
            </a:extLst>
          </p:cNvPr>
          <p:cNvSpPr>
            <a:spLocks xmlns:a="http://schemas.openxmlformats.org/drawingml/2006/main" noGrp="1"/>
          </p:cNvSpPr>
          <p:nvPr/>
        </p:nvSpPr>
        <p:spPr>
          <a:xfrm xmlns:a="http://schemas.openxmlformats.org/drawingml/2006/main">
            <a:off x="1190625" y="3619500"/>
            <a:ext cx="571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0">
                <a:solidFill>
                  <a:srgbClr val="667085"/>
                </a:solidFill>
              </a:defRPr>
            </a:pPr>
            <a:r>
              <a:rPr sz="1350" b="0">
                <a:solidFill>
                  <a:srgbClr val="667085"/>
                </a:solidFill>
              </a:rPr>
              <a:t>MSE</a:t>
            </a:r>
          </a:p>
        </p:txBody>
      </p:sp>
      <p:sp>
        <p:nvSpPr>
          <p:cNvPr id="1428842633" name="">
            <a:extLst xmlns:a="http://schemas.openxmlformats.org/drawingml/2006/main">
              <a:ext uri="{FF2B5EF4-FFF2-40B4-BE49-F238E27FC236}">
                <a16:creationId xmlns:a16="http://schemas.microsoft.com/office/drawing/2014/main" id="{6613F6FF-E4C9-4634-B574-C0E001917028}"/>
              </a:ext>
            </a:extLst>
          </p:cNvPr>
          <p:cNvSpPr>
            <a:spLocks xmlns:a="http://schemas.openxmlformats.org/drawingml/2006/main" noGrp="1"/>
          </p:cNvSpPr>
          <p:nvPr/>
        </p:nvSpPr>
        <p:spPr>
          <a:xfrm xmlns:a="http://schemas.openxmlformats.org/drawingml/2006/main">
            <a:off x="7429500" y="4289362"/>
            <a:ext cx="247650" cy="247650"/>
          </a:xfrm>
          <a:prstGeom xmlns:a="http://schemas.openxmlformats.org/drawingml/2006/main" prst="ellipse">
            <a:avLst/>
          </a:prstGeom>
          <a:solidFill xmlns:a="http://schemas.openxmlformats.org/drawingml/2006/main">
            <a:srgbClr val="2563EB"/>
          </a:solidFill>
          <a:ln xmlns:a="http://schemas.openxmlformats.org/drawingml/2006/main" w="19050">
            <a:solidFill>
              <a:srgbClr val="2563EB"/>
            </a:solidFill>
            <a:prstDash val="solid"/>
          </a:ln>
        </p:spPr>
      </p:sp>
      <p:sp>
        <p:nvSpPr>
          <p:cNvPr id="713203799" name="">
            <a:extLst xmlns:a="http://schemas.openxmlformats.org/drawingml/2006/main">
              <a:ext uri="{FF2B5EF4-FFF2-40B4-BE49-F238E27FC236}">
                <a16:creationId xmlns:a16="http://schemas.microsoft.com/office/drawing/2014/main" id="{77823519-8BDB-4F46-AD48-A42FD77C37FA}"/>
              </a:ext>
            </a:extLst>
          </p:cNvPr>
          <p:cNvSpPr>
            <a:spLocks xmlns:a="http://schemas.openxmlformats.org/drawingml/2006/main" noGrp="1"/>
          </p:cNvSpPr>
          <p:nvPr/>
        </p:nvSpPr>
        <p:spPr>
          <a:xfrm xmlns:a="http://schemas.openxmlformats.org/drawingml/2006/main">
            <a:off x="7514273" y="4374134"/>
            <a:ext cx="78105" cy="78105"/>
          </a:xfrm>
          <a:prstGeom xmlns:a="http://schemas.openxmlformats.org/drawingml/2006/main" prst="ellipse">
            <a:avLst/>
          </a:prstGeom>
          <a:solidFill xmlns:a="http://schemas.openxmlformats.org/drawingml/2006/main">
            <a:srgbClr val="EF4444"/>
          </a:solidFill>
          <a:ln xmlns:a="http://schemas.openxmlformats.org/drawingml/2006/main" w="0">
            <a:solidFill>
              <a:srgbClr val="EF4444"/>
            </a:solidFill>
            <a:prstDash val="solid"/>
          </a:ln>
        </p:spPr>
      </p:sp>
      <p:sp>
        <p:nvSpPr>
          <p:cNvPr id="1863351769" name="">
            <a:extLst xmlns:a="http://schemas.openxmlformats.org/drawingml/2006/main">
              <a:ext uri="{FF2B5EF4-FFF2-40B4-BE49-F238E27FC236}">
                <a16:creationId xmlns:a16="http://schemas.microsoft.com/office/drawing/2014/main" id="{7F1A06C0-1B78-4CC1-AD98-D7DA51F658CC}"/>
              </a:ext>
            </a:extLst>
          </p:cNvPr>
          <p:cNvSpPr>
            <a:spLocks xmlns:a="http://schemas.openxmlformats.org/drawingml/2006/main" noGrp="1"/>
          </p:cNvSpPr>
          <p:nvPr/>
        </p:nvSpPr>
        <p:spPr>
          <a:xfrm xmlns:a="http://schemas.openxmlformats.org/drawingml/2006/main">
            <a:off x="7269956" y="4502909"/>
            <a:ext cx="78105" cy="78105"/>
          </a:xfrm>
          <a:prstGeom xmlns:a="http://schemas.openxmlformats.org/drawingml/2006/main" prst="ellipse">
            <a:avLst/>
          </a:prstGeom>
          <a:solidFill xmlns:a="http://schemas.openxmlformats.org/drawingml/2006/main">
            <a:srgbClr val="EF4444"/>
          </a:solidFill>
          <a:ln xmlns:a="http://schemas.openxmlformats.org/drawingml/2006/main" w="0">
            <a:solidFill>
              <a:srgbClr val="EF4444"/>
            </a:solidFill>
            <a:prstDash val="solid"/>
          </a:ln>
        </p:spPr>
      </p:sp>
      <p:sp>
        <p:nvSpPr>
          <p:cNvPr id="1120937418" name="">
            <a:extLst xmlns:a="http://schemas.openxmlformats.org/drawingml/2006/main">
              <a:ext uri="{FF2B5EF4-FFF2-40B4-BE49-F238E27FC236}">
                <a16:creationId xmlns:a16="http://schemas.microsoft.com/office/drawing/2014/main" id="{CA10D461-BA26-4065-9A12-92B81F4FF894}"/>
              </a:ext>
            </a:extLst>
          </p:cNvPr>
          <p:cNvSpPr>
            <a:spLocks xmlns:a="http://schemas.openxmlformats.org/drawingml/2006/main" noGrp="1"/>
          </p:cNvSpPr>
          <p:nvPr/>
        </p:nvSpPr>
        <p:spPr>
          <a:xfrm xmlns:a="http://schemas.openxmlformats.org/drawingml/2006/main">
            <a:off x="7025640" y="4615771"/>
            <a:ext cx="78105" cy="78105"/>
          </a:xfrm>
          <a:prstGeom xmlns:a="http://schemas.openxmlformats.org/drawingml/2006/main" prst="ellipse">
            <a:avLst/>
          </a:prstGeom>
          <a:solidFill xmlns:a="http://schemas.openxmlformats.org/drawingml/2006/main">
            <a:srgbClr val="EF4444"/>
          </a:solidFill>
          <a:ln xmlns:a="http://schemas.openxmlformats.org/drawingml/2006/main" w="0">
            <a:solidFill>
              <a:srgbClr val="EF4444"/>
            </a:solidFill>
            <a:prstDash val="solid"/>
          </a:ln>
        </p:spPr>
      </p:sp>
      <p:sp>
        <p:nvSpPr>
          <p:cNvPr id="665827849" name="">
            <a:extLst xmlns:a="http://schemas.openxmlformats.org/drawingml/2006/main">
              <a:ext uri="{FF2B5EF4-FFF2-40B4-BE49-F238E27FC236}">
                <a16:creationId xmlns:a16="http://schemas.microsoft.com/office/drawing/2014/main" id="{72524BBB-F809-4AA7-92A0-693E8BBFBECA}"/>
              </a:ext>
            </a:extLst>
          </p:cNvPr>
          <p:cNvSpPr>
            <a:spLocks xmlns:a="http://schemas.openxmlformats.org/drawingml/2006/main" noGrp="1"/>
          </p:cNvSpPr>
          <p:nvPr/>
        </p:nvSpPr>
        <p:spPr>
          <a:xfrm xmlns:a="http://schemas.openxmlformats.org/drawingml/2006/main">
            <a:off x="6781324" y="4712721"/>
            <a:ext cx="78105" cy="78105"/>
          </a:xfrm>
          <a:prstGeom xmlns:a="http://schemas.openxmlformats.org/drawingml/2006/main" prst="ellipse">
            <a:avLst/>
          </a:prstGeom>
          <a:solidFill xmlns:a="http://schemas.openxmlformats.org/drawingml/2006/main">
            <a:srgbClr val="EF4444"/>
          </a:solidFill>
          <a:ln xmlns:a="http://schemas.openxmlformats.org/drawingml/2006/main" w="0">
            <a:solidFill>
              <a:srgbClr val="EF4444"/>
            </a:solidFill>
            <a:prstDash val="solid"/>
          </a:ln>
        </p:spPr>
      </p:sp>
      <p:sp>
        <p:nvSpPr>
          <p:cNvPr id="1787598872" name="">
            <a:extLst xmlns:a="http://schemas.openxmlformats.org/drawingml/2006/main">
              <a:ext uri="{FF2B5EF4-FFF2-40B4-BE49-F238E27FC236}">
                <a16:creationId xmlns:a16="http://schemas.microsoft.com/office/drawing/2014/main" id="{7DC08E49-CBC0-4414-82E3-08EE59108A93}"/>
              </a:ext>
            </a:extLst>
          </p:cNvPr>
          <p:cNvSpPr>
            <a:spLocks xmlns:a="http://schemas.openxmlformats.org/drawingml/2006/main" noGrp="1"/>
          </p:cNvSpPr>
          <p:nvPr/>
        </p:nvSpPr>
        <p:spPr>
          <a:xfrm xmlns:a="http://schemas.openxmlformats.org/drawingml/2006/main">
            <a:off x="6537008" y="4793758"/>
            <a:ext cx="78105" cy="78105"/>
          </a:xfrm>
          <a:prstGeom xmlns:a="http://schemas.openxmlformats.org/drawingml/2006/main" prst="ellipse">
            <a:avLst/>
          </a:prstGeom>
          <a:solidFill xmlns:a="http://schemas.openxmlformats.org/drawingml/2006/main">
            <a:srgbClr val="EF4444"/>
          </a:solidFill>
          <a:ln xmlns:a="http://schemas.openxmlformats.org/drawingml/2006/main" w="0">
            <a:solidFill>
              <a:srgbClr val="EF4444"/>
            </a:solidFill>
            <a:prstDash val="solid"/>
          </a:ln>
        </p:spPr>
      </p:sp>
      <p:sp>
        <p:nvSpPr>
          <p:cNvPr id="933379619" name="">
            <a:extLst xmlns:a="http://schemas.openxmlformats.org/drawingml/2006/main">
              <a:ext uri="{FF2B5EF4-FFF2-40B4-BE49-F238E27FC236}">
                <a16:creationId xmlns:a16="http://schemas.microsoft.com/office/drawing/2014/main" id="{7D8F4402-47EB-4447-9B2A-E214A86A78D2}"/>
              </a:ext>
            </a:extLst>
          </p:cNvPr>
          <p:cNvSpPr>
            <a:spLocks xmlns:a="http://schemas.openxmlformats.org/drawingml/2006/main" noGrp="1"/>
          </p:cNvSpPr>
          <p:nvPr/>
        </p:nvSpPr>
        <p:spPr>
          <a:xfrm xmlns:a="http://schemas.openxmlformats.org/drawingml/2006/main">
            <a:off x="6292691" y="4858882"/>
            <a:ext cx="78105" cy="78105"/>
          </a:xfrm>
          <a:prstGeom xmlns:a="http://schemas.openxmlformats.org/drawingml/2006/main" prst="ellipse">
            <a:avLst/>
          </a:prstGeom>
          <a:solidFill xmlns:a="http://schemas.openxmlformats.org/drawingml/2006/main">
            <a:srgbClr val="EF4444"/>
          </a:solidFill>
          <a:ln xmlns:a="http://schemas.openxmlformats.org/drawingml/2006/main" w="0">
            <a:solidFill>
              <a:srgbClr val="EF4444"/>
            </a:solidFill>
            <a:prstDash val="solid"/>
          </a:ln>
        </p:spPr>
      </p:sp>
      <p:sp>
        <p:nvSpPr>
          <p:cNvPr id="401599424" name="">
            <a:extLst xmlns:a="http://schemas.openxmlformats.org/drawingml/2006/main">
              <a:ext uri="{FF2B5EF4-FFF2-40B4-BE49-F238E27FC236}">
                <a16:creationId xmlns:a16="http://schemas.microsoft.com/office/drawing/2014/main" id="{465BD92B-133D-4DA0-9987-52801A0F8CEE}"/>
              </a:ext>
            </a:extLst>
          </p:cNvPr>
          <p:cNvSpPr>
            <a:spLocks xmlns:a="http://schemas.openxmlformats.org/drawingml/2006/main" noGrp="1"/>
          </p:cNvSpPr>
          <p:nvPr/>
        </p:nvSpPr>
        <p:spPr>
          <a:xfrm xmlns:a="http://schemas.openxmlformats.org/drawingml/2006/main">
            <a:off x="6048375" y="4908094"/>
            <a:ext cx="78105" cy="78105"/>
          </a:xfrm>
          <a:prstGeom xmlns:a="http://schemas.openxmlformats.org/drawingml/2006/main" prst="ellipse">
            <a:avLst/>
          </a:prstGeom>
          <a:solidFill xmlns:a="http://schemas.openxmlformats.org/drawingml/2006/main">
            <a:srgbClr val="EF4444"/>
          </a:solidFill>
          <a:ln xmlns:a="http://schemas.openxmlformats.org/drawingml/2006/main" w="0">
            <a:solidFill>
              <a:srgbClr val="EF4444"/>
            </a:solidFill>
            <a:prstDash val="solid"/>
          </a:ln>
        </p:spPr>
      </p:sp>
      <p:sp>
        <p:nvSpPr>
          <p:cNvPr id="1636724379" name="">
            <a:extLst xmlns:a="http://schemas.openxmlformats.org/drawingml/2006/main">
              <a:ext uri="{FF2B5EF4-FFF2-40B4-BE49-F238E27FC236}">
                <a16:creationId xmlns:a16="http://schemas.microsoft.com/office/drawing/2014/main" id="{4EA39F66-6916-4206-8E74-D1AA74B7C088}"/>
              </a:ext>
            </a:extLst>
          </p:cNvPr>
          <p:cNvSpPr>
            <a:spLocks xmlns:a="http://schemas.openxmlformats.org/drawingml/2006/main" noGrp="1"/>
          </p:cNvSpPr>
          <p:nvPr/>
        </p:nvSpPr>
        <p:spPr>
          <a:xfrm xmlns:a="http://schemas.openxmlformats.org/drawingml/2006/main">
            <a:off x="5804059" y="4941392"/>
            <a:ext cx="78105" cy="78105"/>
          </a:xfrm>
          <a:prstGeom xmlns:a="http://schemas.openxmlformats.org/drawingml/2006/main" prst="ellipse">
            <a:avLst/>
          </a:prstGeom>
          <a:solidFill xmlns:a="http://schemas.openxmlformats.org/drawingml/2006/main">
            <a:srgbClr val="EF4444"/>
          </a:solidFill>
          <a:ln xmlns:a="http://schemas.openxmlformats.org/drawingml/2006/main" w="0">
            <a:solidFill>
              <a:srgbClr val="EF4444"/>
            </a:solidFill>
            <a:prstDash val="solid"/>
          </a:ln>
        </p:spPr>
      </p:sp>
      <p:sp>
        <p:nvSpPr>
          <p:cNvPr id="1279274023" name="">
            <a:extLst xmlns:a="http://schemas.openxmlformats.org/drawingml/2006/main">
              <a:ext uri="{FF2B5EF4-FFF2-40B4-BE49-F238E27FC236}">
                <a16:creationId xmlns:a16="http://schemas.microsoft.com/office/drawing/2014/main" id="{3FC5DB65-9BBA-4596-AA9E-DD20C4C82399}"/>
              </a:ext>
            </a:extLst>
          </p:cNvPr>
          <p:cNvSpPr>
            <a:spLocks xmlns:a="http://schemas.openxmlformats.org/drawingml/2006/main" noGrp="1"/>
          </p:cNvSpPr>
          <p:nvPr/>
        </p:nvSpPr>
        <p:spPr>
          <a:xfrm xmlns:a="http://schemas.openxmlformats.org/drawingml/2006/main">
            <a:off x="5559742" y="4958779"/>
            <a:ext cx="78105" cy="78105"/>
          </a:xfrm>
          <a:prstGeom xmlns:a="http://schemas.openxmlformats.org/drawingml/2006/main" prst="ellipse">
            <a:avLst/>
          </a:prstGeom>
          <a:solidFill xmlns:a="http://schemas.openxmlformats.org/drawingml/2006/main">
            <a:srgbClr val="EF4444"/>
          </a:solidFill>
          <a:ln xmlns:a="http://schemas.openxmlformats.org/drawingml/2006/main" w="0">
            <a:solidFill>
              <a:srgbClr val="EF4444"/>
            </a:solidFill>
            <a:prstDash val="solid"/>
          </a:ln>
        </p:spPr>
      </p:sp>
      <p:sp>
        <p:nvSpPr>
          <p:cNvPr id="1323430246" name="">
            <a:extLst xmlns:a="http://schemas.openxmlformats.org/drawingml/2006/main">
              <a:ext uri="{FF2B5EF4-FFF2-40B4-BE49-F238E27FC236}">
                <a16:creationId xmlns:a16="http://schemas.microsoft.com/office/drawing/2014/main" id="{19CC171B-E274-4A7A-BB27-A322CDD5C041}"/>
              </a:ext>
            </a:extLst>
          </p:cNvPr>
          <p:cNvSpPr>
            <a:spLocks xmlns:a="http://schemas.openxmlformats.org/drawingml/2006/main" noGrp="1"/>
          </p:cNvSpPr>
          <p:nvPr/>
        </p:nvSpPr>
        <p:spPr>
          <a:xfrm xmlns:a="http://schemas.openxmlformats.org/drawingml/2006/main">
            <a:off x="5315426" y="4960252"/>
            <a:ext cx="78105" cy="78105"/>
          </a:xfrm>
          <a:prstGeom xmlns:a="http://schemas.openxmlformats.org/drawingml/2006/main" prst="ellipse">
            <a:avLst/>
          </a:prstGeom>
          <a:solidFill xmlns:a="http://schemas.openxmlformats.org/drawingml/2006/main">
            <a:srgbClr val="EF4444"/>
          </a:solidFill>
          <a:ln xmlns:a="http://schemas.openxmlformats.org/drawingml/2006/main" w="0">
            <a:solidFill>
              <a:srgbClr val="EF4444"/>
            </a:solidFill>
            <a:prstDash val="solid"/>
          </a:ln>
        </p:spPr>
      </p:sp>
      <p:sp>
        <p:nvSpPr>
          <p:cNvPr id="1499328270" name="">
            <a:extLst xmlns:a="http://schemas.openxmlformats.org/drawingml/2006/main">
              <a:ext uri="{FF2B5EF4-FFF2-40B4-BE49-F238E27FC236}">
                <a16:creationId xmlns:a16="http://schemas.microsoft.com/office/drawing/2014/main" id="{83D13F5D-933A-4E98-961B-2BF166A3C7F0}"/>
              </a:ext>
            </a:extLst>
          </p:cNvPr>
          <p:cNvSpPr>
            <a:spLocks xmlns:a="http://schemas.openxmlformats.org/drawingml/2006/main" noGrp="1"/>
          </p:cNvSpPr>
          <p:nvPr/>
        </p:nvSpPr>
        <p:spPr>
          <a:xfrm xmlns:a="http://schemas.openxmlformats.org/drawingml/2006/main">
            <a:off x="5071110" y="4945813"/>
            <a:ext cx="78105" cy="78105"/>
          </a:xfrm>
          <a:prstGeom xmlns:a="http://schemas.openxmlformats.org/drawingml/2006/main" prst="ellipse">
            <a:avLst/>
          </a:prstGeom>
          <a:solidFill xmlns:a="http://schemas.openxmlformats.org/drawingml/2006/main">
            <a:srgbClr val="EF4444"/>
          </a:solidFill>
          <a:ln xmlns:a="http://schemas.openxmlformats.org/drawingml/2006/main" w="0">
            <a:solidFill>
              <a:srgbClr val="EF4444"/>
            </a:solidFill>
            <a:prstDash val="solid"/>
          </a:ln>
        </p:spPr>
      </p:sp>
      <p:sp>
        <p:nvSpPr>
          <p:cNvPr id="1526776662" name="">
            <a:extLst xmlns:a="http://schemas.openxmlformats.org/drawingml/2006/main">
              <a:ext uri="{FF2B5EF4-FFF2-40B4-BE49-F238E27FC236}">
                <a16:creationId xmlns:a16="http://schemas.microsoft.com/office/drawing/2014/main" id="{622BB3B9-EF39-4AA4-B5AF-E72890B74718}"/>
              </a:ext>
            </a:extLst>
          </p:cNvPr>
          <p:cNvSpPr>
            <a:spLocks xmlns:a="http://schemas.openxmlformats.org/drawingml/2006/main" noGrp="1"/>
          </p:cNvSpPr>
          <p:nvPr/>
        </p:nvSpPr>
        <p:spPr>
          <a:xfrm xmlns:a="http://schemas.openxmlformats.org/drawingml/2006/main">
            <a:off x="4826794" y="4915461"/>
            <a:ext cx="78105" cy="78105"/>
          </a:xfrm>
          <a:prstGeom xmlns:a="http://schemas.openxmlformats.org/drawingml/2006/main" prst="ellipse">
            <a:avLst/>
          </a:prstGeom>
          <a:solidFill xmlns:a="http://schemas.openxmlformats.org/drawingml/2006/main">
            <a:srgbClr val="EF4444"/>
          </a:solidFill>
          <a:ln xmlns:a="http://schemas.openxmlformats.org/drawingml/2006/main" w="0">
            <a:solidFill>
              <a:srgbClr val="EF4444"/>
            </a:solidFill>
            <a:prstDash val="solid"/>
          </a:ln>
        </p:spPr>
      </p:sp>
      <p:sp>
        <p:nvSpPr>
          <p:cNvPr id="924994134" name="">
            <a:extLst xmlns:a="http://schemas.openxmlformats.org/drawingml/2006/main">
              <a:ext uri="{FF2B5EF4-FFF2-40B4-BE49-F238E27FC236}">
                <a16:creationId xmlns:a16="http://schemas.microsoft.com/office/drawing/2014/main" id="{B445B639-8A7D-4F63-9980-45117C0897C5}"/>
              </a:ext>
            </a:extLst>
          </p:cNvPr>
          <p:cNvSpPr>
            <a:spLocks xmlns:a="http://schemas.openxmlformats.org/drawingml/2006/main" noGrp="1"/>
          </p:cNvSpPr>
          <p:nvPr/>
        </p:nvSpPr>
        <p:spPr>
          <a:xfrm xmlns:a="http://schemas.openxmlformats.org/drawingml/2006/main">
            <a:off x="4582477" y="4869196"/>
            <a:ext cx="78105" cy="78105"/>
          </a:xfrm>
          <a:prstGeom xmlns:a="http://schemas.openxmlformats.org/drawingml/2006/main" prst="ellipse">
            <a:avLst/>
          </a:prstGeom>
          <a:solidFill xmlns:a="http://schemas.openxmlformats.org/drawingml/2006/main">
            <a:srgbClr val="EF4444"/>
          </a:solidFill>
          <a:ln xmlns:a="http://schemas.openxmlformats.org/drawingml/2006/main" w="0">
            <a:solidFill>
              <a:srgbClr val="EF4444"/>
            </a:solidFill>
            <a:prstDash val="solid"/>
          </a:ln>
        </p:spPr>
      </p:sp>
      <p:sp>
        <p:nvSpPr>
          <p:cNvPr id="54833659" name="">
            <a:extLst xmlns:a="http://schemas.openxmlformats.org/drawingml/2006/main">
              <a:ext uri="{FF2B5EF4-FFF2-40B4-BE49-F238E27FC236}">
                <a16:creationId xmlns:a16="http://schemas.microsoft.com/office/drawing/2014/main" id="{690BA754-B161-4479-B5EC-F254FF10BC80}"/>
              </a:ext>
            </a:extLst>
          </p:cNvPr>
          <p:cNvSpPr>
            <a:spLocks xmlns:a="http://schemas.openxmlformats.org/drawingml/2006/main" noGrp="1"/>
          </p:cNvSpPr>
          <p:nvPr/>
        </p:nvSpPr>
        <p:spPr>
          <a:xfrm xmlns:a="http://schemas.openxmlformats.org/drawingml/2006/main">
            <a:off x="4338161" y="4807018"/>
            <a:ext cx="78105" cy="78105"/>
          </a:xfrm>
          <a:prstGeom xmlns:a="http://schemas.openxmlformats.org/drawingml/2006/main" prst="ellipse">
            <a:avLst/>
          </a:prstGeom>
          <a:solidFill xmlns:a="http://schemas.openxmlformats.org/drawingml/2006/main">
            <a:srgbClr val="EF4444"/>
          </a:solidFill>
          <a:ln xmlns:a="http://schemas.openxmlformats.org/drawingml/2006/main" w="0">
            <a:solidFill>
              <a:srgbClr val="EF4444"/>
            </a:solidFill>
            <a:prstDash val="solid"/>
          </a:ln>
        </p:spPr>
      </p:sp>
      <p:sp>
        <p:nvSpPr>
          <p:cNvPr id="2061234615" name="">
            <a:extLst xmlns:a="http://schemas.openxmlformats.org/drawingml/2006/main">
              <a:ext uri="{FF2B5EF4-FFF2-40B4-BE49-F238E27FC236}">
                <a16:creationId xmlns:a16="http://schemas.microsoft.com/office/drawing/2014/main" id="{5E9064DD-B6ED-4C14-B042-2AA96ED627F9}"/>
              </a:ext>
            </a:extLst>
          </p:cNvPr>
          <p:cNvSpPr>
            <a:spLocks xmlns:a="http://schemas.openxmlformats.org/drawingml/2006/main" noGrp="1"/>
          </p:cNvSpPr>
          <p:nvPr/>
        </p:nvSpPr>
        <p:spPr>
          <a:xfrm xmlns:a="http://schemas.openxmlformats.org/drawingml/2006/main">
            <a:off x="4093845" y="4728928"/>
            <a:ext cx="78105" cy="78105"/>
          </a:xfrm>
          <a:prstGeom xmlns:a="http://schemas.openxmlformats.org/drawingml/2006/main" prst="ellipse">
            <a:avLst/>
          </a:prstGeom>
          <a:solidFill xmlns:a="http://schemas.openxmlformats.org/drawingml/2006/main">
            <a:srgbClr val="EF4444"/>
          </a:solidFill>
          <a:ln xmlns:a="http://schemas.openxmlformats.org/drawingml/2006/main" w="0">
            <a:solidFill>
              <a:srgbClr val="EF4444"/>
            </a:solidFill>
            <a:prstDash val="solid"/>
          </a:ln>
        </p:spPr>
      </p:sp>
      <p:sp>
        <p:nvSpPr>
          <p:cNvPr id="1046418543" name="">
            <a:extLst xmlns:a="http://schemas.openxmlformats.org/drawingml/2006/main">
              <a:ext uri="{FF2B5EF4-FFF2-40B4-BE49-F238E27FC236}">
                <a16:creationId xmlns:a16="http://schemas.microsoft.com/office/drawing/2014/main" id="{8B0FDB5E-5C2E-496C-8135-EB22DB1D327C}"/>
              </a:ext>
            </a:extLst>
          </p:cNvPr>
          <p:cNvSpPr>
            <a:spLocks xmlns:a="http://schemas.openxmlformats.org/drawingml/2006/main" noGrp="1"/>
          </p:cNvSpPr>
          <p:nvPr/>
        </p:nvSpPr>
        <p:spPr>
          <a:xfrm xmlns:a="http://schemas.openxmlformats.org/drawingml/2006/main">
            <a:off x="3849529" y="4634926"/>
            <a:ext cx="78105" cy="78105"/>
          </a:xfrm>
          <a:prstGeom xmlns:a="http://schemas.openxmlformats.org/drawingml/2006/main" prst="ellipse">
            <a:avLst/>
          </a:prstGeom>
          <a:solidFill xmlns:a="http://schemas.openxmlformats.org/drawingml/2006/main">
            <a:srgbClr val="EF4444"/>
          </a:solidFill>
          <a:ln xmlns:a="http://schemas.openxmlformats.org/drawingml/2006/main" w="0">
            <a:solidFill>
              <a:srgbClr val="EF4444"/>
            </a:solidFill>
            <a:prstDash val="solid"/>
          </a:ln>
        </p:spPr>
      </p:sp>
      <p:sp>
        <p:nvSpPr>
          <p:cNvPr id="1520811519" name="">
            <a:extLst xmlns:a="http://schemas.openxmlformats.org/drawingml/2006/main">
              <a:ext uri="{FF2B5EF4-FFF2-40B4-BE49-F238E27FC236}">
                <a16:creationId xmlns:a16="http://schemas.microsoft.com/office/drawing/2014/main" id="{5C571615-B9D2-4564-8DD3-D44728556C70}"/>
              </a:ext>
            </a:extLst>
          </p:cNvPr>
          <p:cNvSpPr>
            <a:spLocks xmlns:a="http://schemas.openxmlformats.org/drawingml/2006/main" noGrp="1"/>
          </p:cNvSpPr>
          <p:nvPr/>
        </p:nvSpPr>
        <p:spPr>
          <a:xfrm xmlns:a="http://schemas.openxmlformats.org/drawingml/2006/main">
            <a:off x="3605212" y="4525010"/>
            <a:ext cx="78105" cy="78105"/>
          </a:xfrm>
          <a:prstGeom xmlns:a="http://schemas.openxmlformats.org/drawingml/2006/main" prst="ellipse">
            <a:avLst/>
          </a:prstGeom>
          <a:solidFill xmlns:a="http://schemas.openxmlformats.org/drawingml/2006/main">
            <a:srgbClr val="EF4444"/>
          </a:solidFill>
          <a:ln xmlns:a="http://schemas.openxmlformats.org/drawingml/2006/main" w="0">
            <a:solidFill>
              <a:srgbClr val="EF4444"/>
            </a:solidFill>
            <a:prstDash val="solid"/>
          </a:ln>
        </p:spPr>
      </p:sp>
      <p:sp>
        <p:nvSpPr>
          <p:cNvPr id="94324772" name="">
            <a:extLst xmlns:a="http://schemas.openxmlformats.org/drawingml/2006/main">
              <a:ext uri="{FF2B5EF4-FFF2-40B4-BE49-F238E27FC236}">
                <a16:creationId xmlns:a16="http://schemas.microsoft.com/office/drawing/2014/main" id="{117E0A61-D5D4-487F-92A6-1DF6688589F2}"/>
              </a:ext>
            </a:extLst>
          </p:cNvPr>
          <p:cNvSpPr>
            <a:spLocks xmlns:a="http://schemas.openxmlformats.org/drawingml/2006/main" noGrp="1"/>
          </p:cNvSpPr>
          <p:nvPr/>
        </p:nvSpPr>
        <p:spPr>
          <a:xfrm xmlns:a="http://schemas.openxmlformats.org/drawingml/2006/main">
            <a:off x="3529964" y="4449763"/>
            <a:ext cx="228600" cy="228600"/>
          </a:xfrm>
          <a:prstGeom xmlns:a="http://schemas.openxmlformats.org/drawingml/2006/main" prst="ellipse">
            <a:avLst/>
          </a:prstGeom>
          <a:solidFill xmlns:a="http://schemas.openxmlformats.org/drawingml/2006/main">
            <a:srgbClr val="EF4444"/>
          </a:solidFill>
          <a:ln xmlns:a="http://schemas.openxmlformats.org/drawingml/2006/main" w="19050">
            <a:solidFill>
              <a:srgbClr val="EF4444"/>
            </a:solidFill>
            <a:prstDash val="solid"/>
          </a:ln>
        </p:spPr>
      </p:sp>
      <p:sp>
        <p:nvSpPr>
          <p:cNvPr id="2003073966" name="">
            <a:extLst xmlns:a="http://schemas.openxmlformats.org/drawingml/2006/main">
              <a:ext uri="{FF2B5EF4-FFF2-40B4-BE49-F238E27FC236}">
                <a16:creationId xmlns:a16="http://schemas.microsoft.com/office/drawing/2014/main" id="{9D9323A5-D9B5-4DBB-AF47-607ED554774D}"/>
              </a:ext>
            </a:extLst>
          </p:cNvPr>
          <p:cNvSpPr>
            <a:spLocks xmlns:a="http://schemas.openxmlformats.org/drawingml/2006/main" noGrp="1"/>
          </p:cNvSpPr>
          <p:nvPr/>
        </p:nvSpPr>
        <p:spPr>
          <a:xfrm xmlns:a="http://schemas.openxmlformats.org/drawingml/2006/main">
            <a:off x="7514273" y="4374134"/>
            <a:ext cx="78105" cy="78105"/>
          </a:xfrm>
          <a:prstGeom xmlns:a="http://schemas.openxmlformats.org/drawingml/2006/main" prst="ellipse">
            <a:avLst/>
          </a:prstGeom>
          <a:solidFill xmlns:a="http://schemas.openxmlformats.org/drawingml/2006/main">
            <a:srgbClr val="10B981"/>
          </a:solidFill>
          <a:ln xmlns:a="http://schemas.openxmlformats.org/drawingml/2006/main" w="0">
            <a:solidFill>
              <a:srgbClr val="10B981"/>
            </a:solidFill>
            <a:prstDash val="solid"/>
          </a:ln>
        </p:spPr>
      </p:sp>
      <p:sp>
        <p:nvSpPr>
          <p:cNvPr id="1063025540" name="">
            <a:extLst xmlns:a="http://schemas.openxmlformats.org/drawingml/2006/main">
              <a:ext uri="{FF2B5EF4-FFF2-40B4-BE49-F238E27FC236}">
                <a16:creationId xmlns:a16="http://schemas.microsoft.com/office/drawing/2014/main" id="{123F1954-F975-4337-A09E-44F8707879AD}"/>
              </a:ext>
            </a:extLst>
          </p:cNvPr>
          <p:cNvSpPr>
            <a:spLocks xmlns:a="http://schemas.openxmlformats.org/drawingml/2006/main" noGrp="1"/>
          </p:cNvSpPr>
          <p:nvPr/>
        </p:nvSpPr>
        <p:spPr>
          <a:xfrm xmlns:a="http://schemas.openxmlformats.org/drawingml/2006/main">
            <a:off x="7410212" y="4430928"/>
            <a:ext cx="78105" cy="78105"/>
          </a:xfrm>
          <a:prstGeom xmlns:a="http://schemas.openxmlformats.org/drawingml/2006/main" prst="ellipse">
            <a:avLst/>
          </a:prstGeom>
          <a:solidFill xmlns:a="http://schemas.openxmlformats.org/drawingml/2006/main">
            <a:srgbClr val="10B981"/>
          </a:solidFill>
          <a:ln xmlns:a="http://schemas.openxmlformats.org/drawingml/2006/main" w="0">
            <a:solidFill>
              <a:srgbClr val="10B981"/>
            </a:solidFill>
            <a:prstDash val="solid"/>
          </a:ln>
        </p:spPr>
      </p:sp>
      <p:sp>
        <p:nvSpPr>
          <p:cNvPr id="192311551" name="">
            <a:extLst xmlns:a="http://schemas.openxmlformats.org/drawingml/2006/main">
              <a:ext uri="{FF2B5EF4-FFF2-40B4-BE49-F238E27FC236}">
                <a16:creationId xmlns:a16="http://schemas.microsoft.com/office/drawing/2014/main" id="{2FBF3B9C-DC16-46BC-8702-82F663F023B1}"/>
              </a:ext>
            </a:extLst>
          </p:cNvPr>
          <p:cNvSpPr>
            <a:spLocks xmlns:a="http://schemas.openxmlformats.org/drawingml/2006/main" noGrp="1"/>
          </p:cNvSpPr>
          <p:nvPr/>
        </p:nvSpPr>
        <p:spPr>
          <a:xfrm xmlns:a="http://schemas.openxmlformats.org/drawingml/2006/main">
            <a:off x="7306151" y="4484835"/>
            <a:ext cx="78105" cy="78105"/>
          </a:xfrm>
          <a:prstGeom xmlns:a="http://schemas.openxmlformats.org/drawingml/2006/main" prst="ellipse">
            <a:avLst/>
          </a:prstGeom>
          <a:solidFill xmlns:a="http://schemas.openxmlformats.org/drawingml/2006/main">
            <a:srgbClr val="10B981"/>
          </a:solidFill>
          <a:ln xmlns:a="http://schemas.openxmlformats.org/drawingml/2006/main" w="0">
            <a:solidFill>
              <a:srgbClr val="10B981"/>
            </a:solidFill>
            <a:prstDash val="solid"/>
          </a:ln>
        </p:spPr>
      </p:sp>
      <p:sp>
        <p:nvSpPr>
          <p:cNvPr id="556937992" name="">
            <a:extLst xmlns:a="http://schemas.openxmlformats.org/drawingml/2006/main">
              <a:ext uri="{FF2B5EF4-FFF2-40B4-BE49-F238E27FC236}">
                <a16:creationId xmlns:a16="http://schemas.microsoft.com/office/drawing/2014/main" id="{7052A899-EB55-4353-8609-4440AED3DD2B}"/>
              </a:ext>
            </a:extLst>
          </p:cNvPr>
          <p:cNvSpPr>
            <a:spLocks xmlns:a="http://schemas.openxmlformats.org/drawingml/2006/main" noGrp="1"/>
          </p:cNvSpPr>
          <p:nvPr/>
        </p:nvSpPr>
        <p:spPr>
          <a:xfrm xmlns:a="http://schemas.openxmlformats.org/drawingml/2006/main">
            <a:off x="7202091" y="4535856"/>
            <a:ext cx="78105" cy="78105"/>
          </a:xfrm>
          <a:prstGeom xmlns:a="http://schemas.openxmlformats.org/drawingml/2006/main" prst="ellipse">
            <a:avLst/>
          </a:prstGeom>
          <a:solidFill xmlns:a="http://schemas.openxmlformats.org/drawingml/2006/main">
            <a:srgbClr val="10B981"/>
          </a:solidFill>
          <a:ln xmlns:a="http://schemas.openxmlformats.org/drawingml/2006/main" w="0">
            <a:solidFill>
              <a:srgbClr val="10B981"/>
            </a:solidFill>
            <a:prstDash val="solid"/>
          </a:ln>
        </p:spPr>
      </p:sp>
      <p:sp>
        <p:nvSpPr>
          <p:cNvPr id="1313460068" name="">
            <a:extLst xmlns:a="http://schemas.openxmlformats.org/drawingml/2006/main">
              <a:ext uri="{FF2B5EF4-FFF2-40B4-BE49-F238E27FC236}">
                <a16:creationId xmlns:a16="http://schemas.microsoft.com/office/drawing/2014/main" id="{8C3A141E-C665-4636-874C-85C86BA63477}"/>
              </a:ext>
            </a:extLst>
          </p:cNvPr>
          <p:cNvSpPr>
            <a:spLocks xmlns:a="http://schemas.openxmlformats.org/drawingml/2006/main" noGrp="1"/>
          </p:cNvSpPr>
          <p:nvPr/>
        </p:nvSpPr>
        <p:spPr>
          <a:xfrm xmlns:a="http://schemas.openxmlformats.org/drawingml/2006/main">
            <a:off x="7098030" y="4583990"/>
            <a:ext cx="78105" cy="78105"/>
          </a:xfrm>
          <a:prstGeom xmlns:a="http://schemas.openxmlformats.org/drawingml/2006/main" prst="ellipse">
            <a:avLst/>
          </a:prstGeom>
          <a:solidFill xmlns:a="http://schemas.openxmlformats.org/drawingml/2006/main">
            <a:srgbClr val="10B981"/>
          </a:solidFill>
          <a:ln xmlns:a="http://schemas.openxmlformats.org/drawingml/2006/main" w="0">
            <a:solidFill>
              <a:srgbClr val="10B981"/>
            </a:solidFill>
            <a:prstDash val="solid"/>
          </a:ln>
        </p:spPr>
      </p:sp>
      <p:sp>
        <p:nvSpPr>
          <p:cNvPr id="714527627" name="">
            <a:extLst xmlns:a="http://schemas.openxmlformats.org/drawingml/2006/main">
              <a:ext uri="{FF2B5EF4-FFF2-40B4-BE49-F238E27FC236}">
                <a16:creationId xmlns:a16="http://schemas.microsoft.com/office/drawing/2014/main" id="{B250F0CD-3919-48CA-81C9-45B308934060}"/>
              </a:ext>
            </a:extLst>
          </p:cNvPr>
          <p:cNvSpPr>
            <a:spLocks xmlns:a="http://schemas.openxmlformats.org/drawingml/2006/main" noGrp="1"/>
          </p:cNvSpPr>
          <p:nvPr/>
        </p:nvSpPr>
        <p:spPr>
          <a:xfrm xmlns:a="http://schemas.openxmlformats.org/drawingml/2006/main">
            <a:off x="6993969" y="4629236"/>
            <a:ext cx="78105" cy="78105"/>
          </a:xfrm>
          <a:prstGeom xmlns:a="http://schemas.openxmlformats.org/drawingml/2006/main" prst="ellipse">
            <a:avLst/>
          </a:prstGeom>
          <a:solidFill xmlns:a="http://schemas.openxmlformats.org/drawingml/2006/main">
            <a:srgbClr val="10B981"/>
          </a:solidFill>
          <a:ln xmlns:a="http://schemas.openxmlformats.org/drawingml/2006/main" w="0">
            <a:solidFill>
              <a:srgbClr val="10B981"/>
            </a:solidFill>
            <a:prstDash val="solid"/>
          </a:ln>
        </p:spPr>
      </p:sp>
      <p:sp>
        <p:nvSpPr>
          <p:cNvPr id="725718444" name="">
            <a:extLst xmlns:a="http://schemas.openxmlformats.org/drawingml/2006/main">
              <a:ext uri="{FF2B5EF4-FFF2-40B4-BE49-F238E27FC236}">
                <a16:creationId xmlns:a16="http://schemas.microsoft.com/office/drawing/2014/main" id="{421EBFE4-9492-4A81-858B-111CE1D84A3A}"/>
              </a:ext>
            </a:extLst>
          </p:cNvPr>
          <p:cNvSpPr>
            <a:spLocks xmlns:a="http://schemas.openxmlformats.org/drawingml/2006/main" noGrp="1"/>
          </p:cNvSpPr>
          <p:nvPr/>
        </p:nvSpPr>
        <p:spPr>
          <a:xfrm xmlns:a="http://schemas.openxmlformats.org/drawingml/2006/main">
            <a:off x="6889909" y="4671597"/>
            <a:ext cx="78105" cy="78105"/>
          </a:xfrm>
          <a:prstGeom xmlns:a="http://schemas.openxmlformats.org/drawingml/2006/main" prst="ellipse">
            <a:avLst/>
          </a:prstGeom>
          <a:solidFill xmlns:a="http://schemas.openxmlformats.org/drawingml/2006/main">
            <a:srgbClr val="10B981"/>
          </a:solidFill>
          <a:ln xmlns:a="http://schemas.openxmlformats.org/drawingml/2006/main" w="0">
            <a:solidFill>
              <a:srgbClr val="10B981"/>
            </a:solidFill>
            <a:prstDash val="solid"/>
          </a:ln>
        </p:spPr>
      </p:sp>
      <p:sp>
        <p:nvSpPr>
          <p:cNvPr id="241027968" name="">
            <a:extLst xmlns:a="http://schemas.openxmlformats.org/drawingml/2006/main">
              <a:ext uri="{FF2B5EF4-FFF2-40B4-BE49-F238E27FC236}">
                <a16:creationId xmlns:a16="http://schemas.microsoft.com/office/drawing/2014/main" id="{8A711793-805C-43CC-8827-9AD1CD37500B}"/>
              </a:ext>
            </a:extLst>
          </p:cNvPr>
          <p:cNvSpPr>
            <a:spLocks xmlns:a="http://schemas.openxmlformats.org/drawingml/2006/main" noGrp="1"/>
          </p:cNvSpPr>
          <p:nvPr/>
        </p:nvSpPr>
        <p:spPr>
          <a:xfrm xmlns:a="http://schemas.openxmlformats.org/drawingml/2006/main">
            <a:off x="6785848" y="4711070"/>
            <a:ext cx="78105" cy="78105"/>
          </a:xfrm>
          <a:prstGeom xmlns:a="http://schemas.openxmlformats.org/drawingml/2006/main" prst="ellipse">
            <a:avLst/>
          </a:prstGeom>
          <a:solidFill xmlns:a="http://schemas.openxmlformats.org/drawingml/2006/main">
            <a:srgbClr val="10B981"/>
          </a:solidFill>
          <a:ln xmlns:a="http://schemas.openxmlformats.org/drawingml/2006/main" w="0">
            <a:solidFill>
              <a:srgbClr val="10B981"/>
            </a:solidFill>
            <a:prstDash val="solid"/>
          </a:ln>
        </p:spPr>
      </p:sp>
      <p:sp>
        <p:nvSpPr>
          <p:cNvPr id="921171830" name="">
            <a:extLst xmlns:a="http://schemas.openxmlformats.org/drawingml/2006/main">
              <a:ext uri="{FF2B5EF4-FFF2-40B4-BE49-F238E27FC236}">
                <a16:creationId xmlns:a16="http://schemas.microsoft.com/office/drawing/2014/main" id="{C80271AA-1966-48AA-AA55-B26806AABDAB}"/>
              </a:ext>
            </a:extLst>
          </p:cNvPr>
          <p:cNvSpPr>
            <a:spLocks xmlns:a="http://schemas.openxmlformats.org/drawingml/2006/main" noGrp="1"/>
          </p:cNvSpPr>
          <p:nvPr/>
        </p:nvSpPr>
        <p:spPr>
          <a:xfrm xmlns:a="http://schemas.openxmlformats.org/drawingml/2006/main">
            <a:off x="6681787" y="4747657"/>
            <a:ext cx="78105" cy="78105"/>
          </a:xfrm>
          <a:prstGeom xmlns:a="http://schemas.openxmlformats.org/drawingml/2006/main" prst="ellipse">
            <a:avLst/>
          </a:prstGeom>
          <a:solidFill xmlns:a="http://schemas.openxmlformats.org/drawingml/2006/main">
            <a:srgbClr val="10B981"/>
          </a:solidFill>
          <a:ln xmlns:a="http://schemas.openxmlformats.org/drawingml/2006/main" w="0">
            <a:solidFill>
              <a:srgbClr val="10B981"/>
            </a:solidFill>
            <a:prstDash val="solid"/>
          </a:ln>
        </p:spPr>
      </p:sp>
      <p:sp>
        <p:nvSpPr>
          <p:cNvPr id="2004626180" name="">
            <a:extLst xmlns:a="http://schemas.openxmlformats.org/drawingml/2006/main">
              <a:ext uri="{FF2B5EF4-FFF2-40B4-BE49-F238E27FC236}">
                <a16:creationId xmlns:a16="http://schemas.microsoft.com/office/drawing/2014/main" id="{00774C6D-BC9C-409D-A620-9D1D811FC7ED}"/>
              </a:ext>
            </a:extLst>
          </p:cNvPr>
          <p:cNvSpPr>
            <a:spLocks xmlns:a="http://schemas.openxmlformats.org/drawingml/2006/main" noGrp="1"/>
          </p:cNvSpPr>
          <p:nvPr/>
        </p:nvSpPr>
        <p:spPr>
          <a:xfrm xmlns:a="http://schemas.openxmlformats.org/drawingml/2006/main">
            <a:off x="6577727" y="4781357"/>
            <a:ext cx="78105" cy="78105"/>
          </a:xfrm>
          <a:prstGeom xmlns:a="http://schemas.openxmlformats.org/drawingml/2006/main" prst="ellipse">
            <a:avLst/>
          </a:prstGeom>
          <a:solidFill xmlns:a="http://schemas.openxmlformats.org/drawingml/2006/main">
            <a:srgbClr val="10B981"/>
          </a:solidFill>
          <a:ln xmlns:a="http://schemas.openxmlformats.org/drawingml/2006/main" w="0">
            <a:solidFill>
              <a:srgbClr val="10B981"/>
            </a:solidFill>
            <a:prstDash val="solid"/>
          </a:ln>
        </p:spPr>
      </p:sp>
      <p:sp>
        <p:nvSpPr>
          <p:cNvPr id="1015996548" name="">
            <a:extLst xmlns:a="http://schemas.openxmlformats.org/drawingml/2006/main">
              <a:ext uri="{FF2B5EF4-FFF2-40B4-BE49-F238E27FC236}">
                <a16:creationId xmlns:a16="http://schemas.microsoft.com/office/drawing/2014/main" id="{35744E2F-8001-49A3-B31C-43A528206DA3}"/>
              </a:ext>
            </a:extLst>
          </p:cNvPr>
          <p:cNvSpPr>
            <a:spLocks xmlns:a="http://schemas.openxmlformats.org/drawingml/2006/main" noGrp="1"/>
          </p:cNvSpPr>
          <p:nvPr/>
        </p:nvSpPr>
        <p:spPr>
          <a:xfrm xmlns:a="http://schemas.openxmlformats.org/drawingml/2006/main">
            <a:off x="6473666" y="4812170"/>
            <a:ext cx="78105" cy="78105"/>
          </a:xfrm>
          <a:prstGeom xmlns:a="http://schemas.openxmlformats.org/drawingml/2006/main" prst="ellipse">
            <a:avLst/>
          </a:prstGeom>
          <a:solidFill xmlns:a="http://schemas.openxmlformats.org/drawingml/2006/main">
            <a:srgbClr val="10B981"/>
          </a:solidFill>
          <a:ln xmlns:a="http://schemas.openxmlformats.org/drawingml/2006/main" w="0">
            <a:solidFill>
              <a:srgbClr val="10B981"/>
            </a:solidFill>
            <a:prstDash val="solid"/>
          </a:ln>
        </p:spPr>
      </p:sp>
      <p:sp>
        <p:nvSpPr>
          <p:cNvPr id="126620853" name="">
            <a:extLst xmlns:a="http://schemas.openxmlformats.org/drawingml/2006/main">
              <a:ext uri="{FF2B5EF4-FFF2-40B4-BE49-F238E27FC236}">
                <a16:creationId xmlns:a16="http://schemas.microsoft.com/office/drawing/2014/main" id="{62114769-652D-4F6D-B905-7B9CCF121254}"/>
              </a:ext>
            </a:extLst>
          </p:cNvPr>
          <p:cNvSpPr>
            <a:spLocks xmlns:a="http://schemas.openxmlformats.org/drawingml/2006/main" noGrp="1"/>
          </p:cNvSpPr>
          <p:nvPr/>
        </p:nvSpPr>
        <p:spPr>
          <a:xfrm xmlns:a="http://schemas.openxmlformats.org/drawingml/2006/main">
            <a:off x="6369606" y="4840096"/>
            <a:ext cx="78105" cy="78105"/>
          </a:xfrm>
          <a:prstGeom xmlns:a="http://schemas.openxmlformats.org/drawingml/2006/main" prst="ellipse">
            <a:avLst/>
          </a:prstGeom>
          <a:solidFill xmlns:a="http://schemas.openxmlformats.org/drawingml/2006/main">
            <a:srgbClr val="10B981"/>
          </a:solidFill>
          <a:ln xmlns:a="http://schemas.openxmlformats.org/drawingml/2006/main" w="0">
            <a:solidFill>
              <a:srgbClr val="10B981"/>
            </a:solidFill>
            <a:prstDash val="solid"/>
          </a:ln>
        </p:spPr>
      </p:sp>
      <p:sp>
        <p:nvSpPr>
          <p:cNvPr id="1958257405" name="">
            <a:extLst xmlns:a="http://schemas.openxmlformats.org/drawingml/2006/main">
              <a:ext uri="{FF2B5EF4-FFF2-40B4-BE49-F238E27FC236}">
                <a16:creationId xmlns:a16="http://schemas.microsoft.com/office/drawing/2014/main" id="{813620F1-103E-459C-B857-F6A941A6C1B6}"/>
              </a:ext>
            </a:extLst>
          </p:cNvPr>
          <p:cNvSpPr>
            <a:spLocks xmlns:a="http://schemas.openxmlformats.org/drawingml/2006/main" noGrp="1"/>
          </p:cNvSpPr>
          <p:nvPr/>
        </p:nvSpPr>
        <p:spPr>
          <a:xfrm xmlns:a="http://schemas.openxmlformats.org/drawingml/2006/main">
            <a:off x="6265545" y="4865136"/>
            <a:ext cx="78105" cy="78105"/>
          </a:xfrm>
          <a:prstGeom xmlns:a="http://schemas.openxmlformats.org/drawingml/2006/main" prst="ellipse">
            <a:avLst/>
          </a:prstGeom>
          <a:solidFill xmlns:a="http://schemas.openxmlformats.org/drawingml/2006/main">
            <a:srgbClr val="10B981"/>
          </a:solidFill>
          <a:ln xmlns:a="http://schemas.openxmlformats.org/drawingml/2006/main" w="0">
            <a:solidFill>
              <a:srgbClr val="10B981"/>
            </a:solidFill>
            <a:prstDash val="solid"/>
          </a:ln>
        </p:spPr>
      </p:sp>
      <p:sp>
        <p:nvSpPr>
          <p:cNvPr id="184401649" name="">
            <a:extLst xmlns:a="http://schemas.openxmlformats.org/drawingml/2006/main">
              <a:ext uri="{FF2B5EF4-FFF2-40B4-BE49-F238E27FC236}">
                <a16:creationId xmlns:a16="http://schemas.microsoft.com/office/drawing/2014/main" id="{6FA4D1FD-108C-4C4F-ADDE-D0259CE5B5E1}"/>
              </a:ext>
            </a:extLst>
          </p:cNvPr>
          <p:cNvSpPr>
            <a:spLocks xmlns:a="http://schemas.openxmlformats.org/drawingml/2006/main" noGrp="1"/>
          </p:cNvSpPr>
          <p:nvPr/>
        </p:nvSpPr>
        <p:spPr>
          <a:xfrm xmlns:a="http://schemas.openxmlformats.org/drawingml/2006/main">
            <a:off x="6161484" y="4887289"/>
            <a:ext cx="78105" cy="78105"/>
          </a:xfrm>
          <a:prstGeom xmlns:a="http://schemas.openxmlformats.org/drawingml/2006/main" prst="ellipse">
            <a:avLst/>
          </a:prstGeom>
          <a:solidFill xmlns:a="http://schemas.openxmlformats.org/drawingml/2006/main">
            <a:srgbClr val="10B981"/>
          </a:solidFill>
          <a:ln xmlns:a="http://schemas.openxmlformats.org/drawingml/2006/main" w="0">
            <a:solidFill>
              <a:srgbClr val="10B981"/>
            </a:solidFill>
            <a:prstDash val="solid"/>
          </a:ln>
        </p:spPr>
      </p:sp>
      <p:sp>
        <p:nvSpPr>
          <p:cNvPr id="63476980" name="">
            <a:extLst xmlns:a="http://schemas.openxmlformats.org/drawingml/2006/main">
              <a:ext uri="{FF2B5EF4-FFF2-40B4-BE49-F238E27FC236}">
                <a16:creationId xmlns:a16="http://schemas.microsoft.com/office/drawing/2014/main" id="{DEAF5D44-059B-4879-8F20-4ADCF833AE43}"/>
              </a:ext>
            </a:extLst>
          </p:cNvPr>
          <p:cNvSpPr>
            <a:spLocks xmlns:a="http://schemas.openxmlformats.org/drawingml/2006/main" noGrp="1"/>
          </p:cNvSpPr>
          <p:nvPr/>
        </p:nvSpPr>
        <p:spPr>
          <a:xfrm xmlns:a="http://schemas.openxmlformats.org/drawingml/2006/main">
            <a:off x="6057424" y="4906555"/>
            <a:ext cx="78105" cy="78105"/>
          </a:xfrm>
          <a:prstGeom xmlns:a="http://schemas.openxmlformats.org/drawingml/2006/main" prst="ellipse">
            <a:avLst/>
          </a:prstGeom>
          <a:solidFill xmlns:a="http://schemas.openxmlformats.org/drawingml/2006/main">
            <a:srgbClr val="10B981"/>
          </a:solidFill>
          <a:ln xmlns:a="http://schemas.openxmlformats.org/drawingml/2006/main" w="0">
            <a:solidFill>
              <a:srgbClr val="10B981"/>
            </a:solidFill>
            <a:prstDash val="solid"/>
          </a:ln>
        </p:spPr>
      </p:sp>
      <p:sp>
        <p:nvSpPr>
          <p:cNvPr id="1685285438" name="">
            <a:extLst xmlns:a="http://schemas.openxmlformats.org/drawingml/2006/main">
              <a:ext uri="{FF2B5EF4-FFF2-40B4-BE49-F238E27FC236}">
                <a16:creationId xmlns:a16="http://schemas.microsoft.com/office/drawing/2014/main" id="{FD43A606-0EE1-4B03-9E24-C53E362F3BC8}"/>
              </a:ext>
            </a:extLst>
          </p:cNvPr>
          <p:cNvSpPr>
            <a:spLocks xmlns:a="http://schemas.openxmlformats.org/drawingml/2006/main" noGrp="1"/>
          </p:cNvSpPr>
          <p:nvPr/>
        </p:nvSpPr>
        <p:spPr>
          <a:xfrm xmlns:a="http://schemas.openxmlformats.org/drawingml/2006/main">
            <a:off x="5953363" y="4922934"/>
            <a:ext cx="78105" cy="78105"/>
          </a:xfrm>
          <a:prstGeom xmlns:a="http://schemas.openxmlformats.org/drawingml/2006/main" prst="ellipse">
            <a:avLst/>
          </a:prstGeom>
          <a:solidFill xmlns:a="http://schemas.openxmlformats.org/drawingml/2006/main">
            <a:srgbClr val="10B981"/>
          </a:solidFill>
          <a:ln xmlns:a="http://schemas.openxmlformats.org/drawingml/2006/main" w="0">
            <a:solidFill>
              <a:srgbClr val="10B981"/>
            </a:solidFill>
            <a:prstDash val="solid"/>
          </a:ln>
        </p:spPr>
      </p:sp>
      <p:sp>
        <p:nvSpPr>
          <p:cNvPr id="1944671605" name="">
            <a:extLst xmlns:a="http://schemas.openxmlformats.org/drawingml/2006/main">
              <a:ext uri="{FF2B5EF4-FFF2-40B4-BE49-F238E27FC236}">
                <a16:creationId xmlns:a16="http://schemas.microsoft.com/office/drawing/2014/main" id="{12B7B2B4-34DE-4EFE-9483-1CEE508D25C2}"/>
              </a:ext>
            </a:extLst>
          </p:cNvPr>
          <p:cNvSpPr>
            <a:spLocks xmlns:a="http://schemas.openxmlformats.org/drawingml/2006/main" noGrp="1"/>
          </p:cNvSpPr>
          <p:nvPr/>
        </p:nvSpPr>
        <p:spPr>
          <a:xfrm xmlns:a="http://schemas.openxmlformats.org/drawingml/2006/main">
            <a:off x="5849303" y="4936427"/>
            <a:ext cx="78105" cy="78105"/>
          </a:xfrm>
          <a:prstGeom xmlns:a="http://schemas.openxmlformats.org/drawingml/2006/main" prst="ellipse">
            <a:avLst/>
          </a:prstGeom>
          <a:solidFill xmlns:a="http://schemas.openxmlformats.org/drawingml/2006/main">
            <a:srgbClr val="10B981"/>
          </a:solidFill>
          <a:ln xmlns:a="http://schemas.openxmlformats.org/drawingml/2006/main" w="0">
            <a:solidFill>
              <a:srgbClr val="10B981"/>
            </a:solidFill>
            <a:prstDash val="solid"/>
          </a:ln>
        </p:spPr>
      </p:sp>
      <p:sp>
        <p:nvSpPr>
          <p:cNvPr id="1474916118" name="">
            <a:extLst xmlns:a="http://schemas.openxmlformats.org/drawingml/2006/main">
              <a:ext uri="{FF2B5EF4-FFF2-40B4-BE49-F238E27FC236}">
                <a16:creationId xmlns:a16="http://schemas.microsoft.com/office/drawing/2014/main" id="{2DC1F4C6-EDBA-404F-A73B-0E8F976C1DCE}"/>
              </a:ext>
            </a:extLst>
          </p:cNvPr>
          <p:cNvSpPr>
            <a:spLocks xmlns:a="http://schemas.openxmlformats.org/drawingml/2006/main" noGrp="1"/>
          </p:cNvSpPr>
          <p:nvPr/>
        </p:nvSpPr>
        <p:spPr>
          <a:xfrm xmlns:a="http://schemas.openxmlformats.org/drawingml/2006/main">
            <a:off x="5774054" y="4861179"/>
            <a:ext cx="228600" cy="228600"/>
          </a:xfrm>
          <a:prstGeom xmlns:a="http://schemas.openxmlformats.org/drawingml/2006/main" prst="ellipse">
            <a:avLst/>
          </a:prstGeom>
          <a:solidFill xmlns:a="http://schemas.openxmlformats.org/drawingml/2006/main">
            <a:srgbClr val="10B981"/>
          </a:solidFill>
          <a:ln xmlns:a="http://schemas.openxmlformats.org/drawingml/2006/main" w="19050">
            <a:solidFill>
              <a:srgbClr val="10B981"/>
            </a:solidFill>
            <a:prstDash val="solid"/>
          </a:ln>
        </p:spPr>
      </p:sp>
      <p:sp>
        <p:nvSpPr>
          <p:cNvPr id="1335518816" name="">
            <a:extLst xmlns:a="http://schemas.openxmlformats.org/drawingml/2006/main">
              <a:ext uri="{FF2B5EF4-FFF2-40B4-BE49-F238E27FC236}">
                <a16:creationId xmlns:a16="http://schemas.microsoft.com/office/drawing/2014/main" id="{757F9399-2501-4F1E-8C7A-6D53440FD104}"/>
              </a:ext>
            </a:extLst>
          </p:cNvPr>
          <p:cNvSpPr>
            <a:spLocks xmlns:a="http://schemas.openxmlformats.org/drawingml/2006/main" noGrp="1"/>
          </p:cNvSpPr>
          <p:nvPr/>
        </p:nvSpPr>
        <p:spPr>
          <a:xfrm xmlns:a="http://schemas.openxmlformats.org/drawingml/2006/main">
            <a:off x="4476750" y="2952750"/>
            <a:ext cx="114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800" b="1">
                <a:solidFill>
                  <a:srgbClr val="EF4444"/>
                </a:solidFill>
              </a:defRPr>
            </a:pPr>
            <a:r>
              <a:rPr sz="1800" b="1">
                <a:solidFill>
                  <a:srgbClr val="EF4444"/>
                </a:solidFill>
              </a:rPr>
              <a:t>reject</a:t>
            </a:r>
          </a:p>
        </p:txBody>
      </p:sp>
      <p:sp>
        <p:nvSpPr>
          <p:cNvPr id="971869568" name="">
            <a:extLst xmlns:a="http://schemas.openxmlformats.org/drawingml/2006/main">
              <a:ext uri="{FF2B5EF4-FFF2-40B4-BE49-F238E27FC236}">
                <a16:creationId xmlns:a16="http://schemas.microsoft.com/office/drawing/2014/main" id="{57085B3D-F602-4849-812C-33DEB063C272}"/>
              </a:ext>
            </a:extLst>
          </p:cNvPr>
          <p:cNvSpPr>
            <a:spLocks xmlns:a="http://schemas.openxmlformats.org/drawingml/2006/main" noGrp="1"/>
          </p:cNvSpPr>
          <p:nvPr/>
        </p:nvSpPr>
        <p:spPr>
          <a:xfrm xmlns:a="http://schemas.openxmlformats.org/drawingml/2006/main">
            <a:off x="7239000" y="4000500"/>
            <a:ext cx="114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800" b="1">
                <a:solidFill>
                  <a:srgbClr val="10B981"/>
                </a:solidFill>
              </a:defRPr>
            </a:pPr>
            <a:r>
              <a:rPr sz="1800" b="1">
                <a:solidFill>
                  <a:srgbClr val="10B981"/>
                </a:solidFill>
              </a:rPr>
              <a:t>accept</a:t>
            </a:r>
          </a:p>
        </p:txBody>
      </p:sp>
      <p:sp>
        <p:nvSpPr>
          <p:cNvPr id="76329124" name="">
            <a:extLst xmlns:a="http://schemas.openxmlformats.org/drawingml/2006/main">
              <a:ext uri="{FF2B5EF4-FFF2-40B4-BE49-F238E27FC236}">
                <a16:creationId xmlns:a16="http://schemas.microsoft.com/office/drawing/2014/main" id="{EF5AC18C-C70B-49F8-BF14-502DAD5F3372}"/>
              </a:ext>
            </a:extLst>
          </p:cNvPr>
          <p:cNvSpPr>
            <a:spLocks xmlns:a="http://schemas.openxmlformats.org/drawingml/2006/main" noGrp="1"/>
          </p:cNvSpPr>
          <p:nvPr/>
        </p:nvSpPr>
        <p:spPr>
          <a:xfrm xmlns:a="http://schemas.openxmlformats.org/drawingml/2006/main">
            <a:off x="9477375" y="3619500"/>
            <a:ext cx="1381125" cy="590549"/>
          </a:xfrm>
          <a:prstGeom xmlns:a="http://schemas.openxmlformats.org/drawingml/2006/main" prst="roundRect">
            <a:avLst>
              <a:gd name="adj" fmla="val 19355"/>
            </a:avLst>
          </a:prstGeom>
          <a:solidFill xmlns:a="http://schemas.openxmlformats.org/drawingml/2006/main">
            <a:srgbClr val="E0F2FE"/>
          </a:solidFill>
          <a:ln xmlns:a="http://schemas.openxmlformats.org/drawingml/2006/main" w="14288">
            <a:solidFill>
              <a:srgbClr val="2563EB"/>
            </a:solidFill>
            <a:prstDash val="solid"/>
          </a:ln>
        </p:spPr>
        <p:txBody>
          <a:bodyPr xmlns:a="http://schemas.openxmlformats.org/drawingml/2006/main"/>
          <a:lstStyle xmlns:a="http://schemas.openxmlformats.org/drawingml/2006/main"/>
          <a:p xmlns:a="http://schemas.openxmlformats.org/drawingml/2006/main">
            <a:pPr algn="ctr">
              <a:buNone/>
              <a:defRPr sz="2050" b="1">
                <a:solidFill>
                  <a:srgbClr val="2563EB"/>
                </a:solidFill>
              </a:defRPr>
            </a:pPr>
            <a:r>
              <a:rPr sz="2050" b="1">
                <a:solidFill>
                  <a:srgbClr val="2563EB"/>
                </a:solidFill>
              </a:rPr>
              <a:t>α → α/2</a:t>
            </a:r>
          </a:p>
        </p:txBody>
      </p:sp>
      <p:sp>
        <p:nvSpPr>
          <p:cNvPr id="237806934" name="">
            <a:extLst xmlns:a="http://schemas.openxmlformats.org/drawingml/2006/main">
              <a:ext uri="{FF2B5EF4-FFF2-40B4-BE49-F238E27FC236}">
                <a16:creationId xmlns:a16="http://schemas.microsoft.com/office/drawing/2014/main" id="{8902703D-7AA3-41C5-BE9E-18EF307DD233}"/>
              </a:ext>
            </a:extLst>
          </p:cNvPr>
          <p:cNvSpPr>
            <a:spLocks xmlns:a="http://schemas.openxmlformats.org/drawingml/2006/main" noGrp="1"/>
          </p:cNvSpPr>
          <p:nvPr/>
        </p:nvSpPr>
        <p:spPr>
          <a:xfrm xmlns:a="http://schemas.openxmlformats.org/drawingml/2006/main">
            <a:off x="11106150" y="628650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00" b="0">
                <a:solidFill>
                  <a:srgbClr val="667085"/>
                </a:solidFill>
              </a:defRPr>
            </a:pPr>
            <a:r>
              <a:rPr sz="1000" b="0">
                <a:solidFill>
                  <a:srgbClr val="667085"/>
                </a:solidFill>
              </a:rPr>
              <a:t>14</a:t>
            </a:r>
          </a:p>
        </p:txBody>
      </p:sp>
    </p:spTree>
    <p:extLst>
      <p:ext uri="{BB962C8B-B14F-4D97-AF65-F5344CB8AC3E}">
        <p14:creationId xmlns:p14="http://schemas.microsoft.com/office/powerpoint/2010/main" val="993719312"/>
      </p:ext>
    </p:extLst>
  </p:cSld>
</p:sld>
</file>

<file path=ppt/slides/slide15.xml><?xml version="1.0" encoding="utf-8"?>
<p:sld xmlns:p="http://schemas.openxmlformats.org/presentationml/2006/main" showMasterSp="1">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53616345" name="">
            <a:extLst xmlns:a="http://schemas.openxmlformats.org/drawingml/2006/main">
              <a:ext uri="{FF2B5EF4-FFF2-40B4-BE49-F238E27FC236}">
                <a16:creationId xmlns:a16="http://schemas.microsoft.com/office/drawing/2014/main" id="{864ED8E8-33C2-4309-96D4-EF0A575EAF89}"/>
              </a:ext>
            </a:extLst>
          </p:cNvPr>
          <p:cNvSpPr>
            <a:spLocks xmlns:a="http://schemas.openxmlformats.org/drawingml/2006/main" noGrp="1"/>
          </p:cNvSpPr>
          <p:nvPr/>
        </p:nvSpPr>
        <p:spPr>
          <a:xfrm xmlns:a="http://schemas.openxmlformats.org/drawingml/2006/main">
            <a:off x="609600" y="32385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563EB"/>
                </a:solidFill>
              </a:defRPr>
            </a:pPr>
            <a:r>
              <a:rPr sz="1200" b="1">
                <a:solidFill>
                  <a:srgbClr val="2563EB"/>
                </a:solidFill>
              </a:rPr>
              <a:t>Calculus</a:t>
            </a:r>
          </a:p>
        </p:txBody>
      </p:sp>
      <p:sp>
        <p:nvSpPr>
          <p:cNvPr id="900783332" name="">
            <a:extLst xmlns:a="http://schemas.openxmlformats.org/drawingml/2006/main">
              <a:ext uri="{FF2B5EF4-FFF2-40B4-BE49-F238E27FC236}">
                <a16:creationId xmlns:a16="http://schemas.microsoft.com/office/drawing/2014/main" id="{3AABEA35-DB8D-4D8A-B6A8-1B85D15F3C5A}"/>
              </a:ext>
            </a:extLst>
          </p:cNvPr>
          <p:cNvSpPr>
            <a:spLocks xmlns:a="http://schemas.openxmlformats.org/drawingml/2006/main" noGrp="1"/>
          </p:cNvSpPr>
          <p:nvPr/>
        </p:nvSpPr>
        <p:spPr>
          <a:xfrm xmlns:a="http://schemas.openxmlformats.org/drawingml/2006/main">
            <a:off x="609600" y="590549"/>
            <a:ext cx="9334500" cy="5905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150" b="1">
                <a:solidFill>
                  <a:srgbClr val="0B0F19"/>
                </a:solidFill>
              </a:defRPr>
            </a:pPr>
            <a:r>
              <a:rPr sz="3150" b="1">
                <a:solidFill>
                  <a:srgbClr val="0B0F19"/>
                </a:solidFill>
              </a:rPr>
              <a:t>The chain rule connects causes</a:t>
            </a:r>
          </a:p>
        </p:txBody>
      </p:sp>
      <p:sp>
        <p:nvSpPr>
          <p:cNvPr id="1696408859" name="">
            <a:extLst xmlns:a="http://schemas.openxmlformats.org/drawingml/2006/main">
              <a:ext uri="{FF2B5EF4-FFF2-40B4-BE49-F238E27FC236}">
                <a16:creationId xmlns:a16="http://schemas.microsoft.com/office/drawing/2014/main" id="{1F7F6343-EACD-47C6-A7A2-DBF8D8D97C10}"/>
              </a:ext>
            </a:extLst>
          </p:cNvPr>
          <p:cNvSpPr>
            <a:spLocks xmlns:a="http://schemas.openxmlformats.org/drawingml/2006/main" noGrp="1"/>
          </p:cNvSpPr>
          <p:nvPr/>
        </p:nvSpPr>
        <p:spPr>
          <a:xfrm xmlns:a="http://schemas.openxmlformats.org/drawingml/2006/main">
            <a:off x="609600" y="1352550"/>
            <a:ext cx="10972800" cy="4762500"/>
          </a:xfrm>
          <a:prstGeom xmlns:a="http://schemas.openxmlformats.org/drawingml/2006/main" prst="roundRect">
            <a:avLst>
              <a:gd name="adj" fmla="val 1600"/>
            </a:avLst>
          </a:prstGeom>
          <a:solidFill xmlns:a="http://schemas.openxmlformats.org/drawingml/2006/main">
            <a:srgbClr val="F8FAFC"/>
          </a:solidFill>
          <a:ln xmlns:a="http://schemas.openxmlformats.org/drawingml/2006/main" w="14288">
            <a:solidFill>
              <a:srgbClr val="E2E8F0"/>
            </a:solidFill>
            <a:prstDash val="solid"/>
          </a:ln>
        </p:spPr>
      </p:sp>
      <p:sp>
        <p:nvSpPr>
          <p:cNvPr id="1953172435" name="">
            <a:extLst xmlns:a="http://schemas.openxmlformats.org/drawingml/2006/main">
              <a:ext uri="{FF2B5EF4-FFF2-40B4-BE49-F238E27FC236}">
                <a16:creationId xmlns:a16="http://schemas.microsoft.com/office/drawing/2014/main" id="{66627B4D-919B-42C3-8A19-9ADAB77D2665}"/>
              </a:ext>
            </a:extLst>
          </p:cNvPr>
          <p:cNvSpPr>
            <a:spLocks xmlns:a="http://schemas.openxmlformats.org/drawingml/2006/main" noGrp="1"/>
          </p:cNvSpPr>
          <p:nvPr/>
        </p:nvSpPr>
        <p:spPr>
          <a:xfrm xmlns:a="http://schemas.openxmlformats.org/drawingml/2006/main">
            <a:off x="1524000" y="3238500"/>
            <a:ext cx="1428750" cy="723900"/>
          </a:xfrm>
          <a:prstGeom xmlns:a="http://schemas.openxmlformats.org/drawingml/2006/main" prst="roundRect">
            <a:avLst>
              <a:gd name="adj" fmla="val 15789"/>
            </a:avLst>
          </a:prstGeom>
          <a:solidFill xmlns:a="http://schemas.openxmlformats.org/drawingml/2006/main">
            <a:srgbClr val="FFFFFF"/>
          </a:solidFill>
          <a:ln xmlns:a="http://schemas.openxmlformats.org/drawingml/2006/main" w="14288">
            <a:solidFill>
              <a:srgbClr val="CBD5E1"/>
            </a:solid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0B0F19"/>
                </a:solidFill>
              </a:defRPr>
            </a:pPr>
            <a:r>
              <a:rPr sz="1650" b="1">
                <a:solidFill>
                  <a:srgbClr val="0B0F19"/>
                </a:solidFill>
              </a:rPr>
              <a:t>x</a:t>
            </a:r>
          </a:p>
        </p:txBody>
      </p:sp>
      <p:sp>
        <p:nvSpPr>
          <p:cNvPr id="1189177998" name="">
            <a:extLst xmlns:a="http://schemas.openxmlformats.org/drawingml/2006/main">
              <a:ext uri="{FF2B5EF4-FFF2-40B4-BE49-F238E27FC236}">
                <a16:creationId xmlns:a16="http://schemas.microsoft.com/office/drawing/2014/main" id="{C31C70F9-A284-40F4-A12D-88505AD1826B}"/>
              </a:ext>
            </a:extLst>
          </p:cNvPr>
          <p:cNvSpPr>
            <a:spLocks xmlns:a="http://schemas.openxmlformats.org/drawingml/2006/main" noGrp="1"/>
          </p:cNvSpPr>
          <p:nvPr/>
        </p:nvSpPr>
        <p:spPr>
          <a:xfrm xmlns:a="http://schemas.openxmlformats.org/drawingml/2006/main">
            <a:off x="3095625" y="3390900"/>
            <a:ext cx="666750" cy="400050"/>
          </a:xfrm>
          <a:prstGeom xmlns:a="http://schemas.openxmlformats.org/drawingml/2006/main" prst="rightArrow">
            <a:avLst>
              <a:gd name="adj1" fmla="val 50000"/>
              <a:gd name="adj2" fmla="val 50000"/>
            </a:avLst>
          </a:prstGeom>
          <a:solidFill xmlns:a="http://schemas.openxmlformats.org/drawingml/2006/main">
            <a:srgbClr val="E0F2FE"/>
          </a:solidFill>
          <a:ln xmlns:a="http://schemas.openxmlformats.org/drawingml/2006/main" w="14288">
            <a:solidFill>
              <a:srgbClr val="2563EB"/>
            </a:solidFill>
            <a:prstDash val="solid"/>
          </a:ln>
        </p:spPr>
      </p:sp>
      <p:sp>
        <p:nvSpPr>
          <p:cNvPr id="1336248176" name="">
            <a:extLst xmlns:a="http://schemas.openxmlformats.org/drawingml/2006/main">
              <a:ext uri="{FF2B5EF4-FFF2-40B4-BE49-F238E27FC236}">
                <a16:creationId xmlns:a16="http://schemas.microsoft.com/office/drawing/2014/main" id="{5CA540BD-7741-4961-B5B0-01A57119D895}"/>
              </a:ext>
            </a:extLst>
          </p:cNvPr>
          <p:cNvSpPr>
            <a:spLocks xmlns:a="http://schemas.openxmlformats.org/drawingml/2006/main" noGrp="1"/>
          </p:cNvSpPr>
          <p:nvPr/>
        </p:nvSpPr>
        <p:spPr>
          <a:xfrm xmlns:a="http://schemas.openxmlformats.org/drawingml/2006/main">
            <a:off x="3476625" y="3238500"/>
            <a:ext cx="1619250" cy="723900"/>
          </a:xfrm>
          <a:prstGeom xmlns:a="http://schemas.openxmlformats.org/drawingml/2006/main" prst="roundRect">
            <a:avLst>
              <a:gd name="adj" fmla="val 15789"/>
            </a:avLst>
          </a:prstGeom>
          <a:solidFill xmlns:a="http://schemas.openxmlformats.org/drawingml/2006/main">
            <a:srgbClr val="FFFFFF"/>
          </a:solidFill>
          <a:ln xmlns:a="http://schemas.openxmlformats.org/drawingml/2006/main" w="14288">
            <a:solidFill>
              <a:srgbClr val="CBD5E1"/>
            </a:solid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0B0F19"/>
                </a:solidFill>
              </a:defRPr>
            </a:pPr>
            <a:r>
              <a:rPr sz="1650" b="1">
                <a:solidFill>
                  <a:srgbClr val="0B0F19"/>
                </a:solidFill>
              </a:rPr>
              <a:t>z = wx + b</a:t>
            </a:r>
          </a:p>
        </p:txBody>
      </p:sp>
      <p:sp>
        <p:nvSpPr>
          <p:cNvPr id="191949402" name="">
            <a:extLst xmlns:a="http://schemas.openxmlformats.org/drawingml/2006/main">
              <a:ext uri="{FF2B5EF4-FFF2-40B4-BE49-F238E27FC236}">
                <a16:creationId xmlns:a16="http://schemas.microsoft.com/office/drawing/2014/main" id="{3584775F-D767-4D71-9A52-9EF6B3436B1D}"/>
              </a:ext>
            </a:extLst>
          </p:cNvPr>
          <p:cNvSpPr>
            <a:spLocks xmlns:a="http://schemas.openxmlformats.org/drawingml/2006/main" noGrp="1"/>
          </p:cNvSpPr>
          <p:nvPr/>
        </p:nvSpPr>
        <p:spPr>
          <a:xfrm xmlns:a="http://schemas.openxmlformats.org/drawingml/2006/main">
            <a:off x="5238750" y="3390900"/>
            <a:ext cx="666750" cy="400050"/>
          </a:xfrm>
          <a:prstGeom xmlns:a="http://schemas.openxmlformats.org/drawingml/2006/main" prst="rightArrow">
            <a:avLst>
              <a:gd name="adj1" fmla="val 50000"/>
              <a:gd name="adj2" fmla="val 50000"/>
            </a:avLst>
          </a:prstGeom>
          <a:solidFill xmlns:a="http://schemas.openxmlformats.org/drawingml/2006/main">
            <a:srgbClr val="E0F2FE"/>
          </a:solidFill>
          <a:ln xmlns:a="http://schemas.openxmlformats.org/drawingml/2006/main" w="14288">
            <a:solidFill>
              <a:srgbClr val="2563EB"/>
            </a:solidFill>
            <a:prstDash val="solid"/>
          </a:ln>
        </p:spPr>
      </p:sp>
      <p:sp>
        <p:nvSpPr>
          <p:cNvPr id="698425089" name="">
            <a:extLst xmlns:a="http://schemas.openxmlformats.org/drawingml/2006/main">
              <a:ext uri="{FF2B5EF4-FFF2-40B4-BE49-F238E27FC236}">
                <a16:creationId xmlns:a16="http://schemas.microsoft.com/office/drawing/2014/main" id="{76F664AA-1921-49B9-A8AE-9652C620E981}"/>
              </a:ext>
            </a:extLst>
          </p:cNvPr>
          <p:cNvSpPr>
            <a:spLocks xmlns:a="http://schemas.openxmlformats.org/drawingml/2006/main" noGrp="1"/>
          </p:cNvSpPr>
          <p:nvPr/>
        </p:nvSpPr>
        <p:spPr>
          <a:xfrm xmlns:a="http://schemas.openxmlformats.org/drawingml/2006/main">
            <a:off x="5429250" y="3238500"/>
            <a:ext cx="1428750" cy="723900"/>
          </a:xfrm>
          <a:prstGeom xmlns:a="http://schemas.openxmlformats.org/drawingml/2006/main" prst="roundRect">
            <a:avLst>
              <a:gd name="adj" fmla="val 15789"/>
            </a:avLst>
          </a:prstGeom>
          <a:solidFill xmlns:a="http://schemas.openxmlformats.org/drawingml/2006/main">
            <a:srgbClr val="FFFFFF"/>
          </a:solidFill>
          <a:ln xmlns:a="http://schemas.openxmlformats.org/drawingml/2006/main" w="14288">
            <a:solidFill>
              <a:srgbClr val="CBD5E1"/>
            </a:solid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0B0F19"/>
                </a:solidFill>
              </a:defRPr>
            </a:pPr>
            <a:r>
              <a:rPr sz="1650" b="1">
                <a:solidFill>
                  <a:srgbClr val="0B0F19"/>
                </a:solidFill>
              </a:rPr>
              <a:t>a = f(z)</a:t>
            </a:r>
          </a:p>
        </p:txBody>
      </p:sp>
      <p:sp>
        <p:nvSpPr>
          <p:cNvPr id="1313016724" name="">
            <a:extLst xmlns:a="http://schemas.openxmlformats.org/drawingml/2006/main">
              <a:ext uri="{FF2B5EF4-FFF2-40B4-BE49-F238E27FC236}">
                <a16:creationId xmlns:a16="http://schemas.microsoft.com/office/drawing/2014/main" id="{4E278F83-B678-4AA7-B97E-4EF0FC09D8D8}"/>
              </a:ext>
            </a:extLst>
          </p:cNvPr>
          <p:cNvSpPr>
            <a:spLocks xmlns:a="http://schemas.openxmlformats.org/drawingml/2006/main" noGrp="1"/>
          </p:cNvSpPr>
          <p:nvPr/>
        </p:nvSpPr>
        <p:spPr>
          <a:xfrm xmlns:a="http://schemas.openxmlformats.org/drawingml/2006/main">
            <a:off x="7000875" y="3390900"/>
            <a:ext cx="666750" cy="400050"/>
          </a:xfrm>
          <a:prstGeom xmlns:a="http://schemas.openxmlformats.org/drawingml/2006/main" prst="rightArrow">
            <a:avLst>
              <a:gd name="adj1" fmla="val 50000"/>
              <a:gd name="adj2" fmla="val 50000"/>
            </a:avLst>
          </a:prstGeom>
          <a:solidFill xmlns:a="http://schemas.openxmlformats.org/drawingml/2006/main">
            <a:srgbClr val="E0F2FE"/>
          </a:solidFill>
          <a:ln xmlns:a="http://schemas.openxmlformats.org/drawingml/2006/main" w="14288">
            <a:solidFill>
              <a:srgbClr val="2563EB"/>
            </a:solidFill>
            <a:prstDash val="solid"/>
          </a:ln>
        </p:spPr>
      </p:sp>
      <p:sp>
        <p:nvSpPr>
          <p:cNvPr id="146802491" name="">
            <a:extLst xmlns:a="http://schemas.openxmlformats.org/drawingml/2006/main">
              <a:ext uri="{FF2B5EF4-FFF2-40B4-BE49-F238E27FC236}">
                <a16:creationId xmlns:a16="http://schemas.microsoft.com/office/drawing/2014/main" id="{6C03D2CE-AF79-48B0-AB8F-2A9365702314}"/>
              </a:ext>
            </a:extLst>
          </p:cNvPr>
          <p:cNvSpPr>
            <a:spLocks xmlns:a="http://schemas.openxmlformats.org/drawingml/2006/main" noGrp="1"/>
          </p:cNvSpPr>
          <p:nvPr/>
        </p:nvSpPr>
        <p:spPr>
          <a:xfrm xmlns:a="http://schemas.openxmlformats.org/drawingml/2006/main">
            <a:off x="7381875" y="3238500"/>
            <a:ext cx="1428750" cy="723900"/>
          </a:xfrm>
          <a:prstGeom xmlns:a="http://schemas.openxmlformats.org/drawingml/2006/main" prst="roundRect">
            <a:avLst>
              <a:gd name="adj" fmla="val 15789"/>
            </a:avLst>
          </a:prstGeom>
          <a:solidFill xmlns:a="http://schemas.openxmlformats.org/drawingml/2006/main">
            <a:srgbClr val="FFFFFF"/>
          </a:solidFill>
          <a:ln xmlns:a="http://schemas.openxmlformats.org/drawingml/2006/main" w="14288">
            <a:solidFill>
              <a:srgbClr val="CBD5E1"/>
            </a:solid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0B0F19"/>
                </a:solidFill>
              </a:defRPr>
            </a:pPr>
            <a:r>
              <a:rPr sz="1650" b="1">
                <a:solidFill>
                  <a:srgbClr val="0B0F19"/>
                </a:solidFill>
              </a:rPr>
              <a:t>prediction</a:t>
            </a:r>
          </a:p>
        </p:txBody>
      </p:sp>
      <p:sp>
        <p:nvSpPr>
          <p:cNvPr id="2030273734" name="">
            <a:extLst xmlns:a="http://schemas.openxmlformats.org/drawingml/2006/main">
              <a:ext uri="{FF2B5EF4-FFF2-40B4-BE49-F238E27FC236}">
                <a16:creationId xmlns:a16="http://schemas.microsoft.com/office/drawing/2014/main" id="{FF7070D7-5F17-49B7-8A2A-AD744E164D81}"/>
              </a:ext>
            </a:extLst>
          </p:cNvPr>
          <p:cNvSpPr>
            <a:spLocks xmlns:a="http://schemas.openxmlformats.org/drawingml/2006/main" noGrp="1"/>
          </p:cNvSpPr>
          <p:nvPr/>
        </p:nvSpPr>
        <p:spPr>
          <a:xfrm xmlns:a="http://schemas.openxmlformats.org/drawingml/2006/main">
            <a:off x="8953500" y="3390900"/>
            <a:ext cx="666750" cy="400050"/>
          </a:xfrm>
          <a:prstGeom xmlns:a="http://schemas.openxmlformats.org/drawingml/2006/main" prst="rightArrow">
            <a:avLst>
              <a:gd name="adj1" fmla="val 50000"/>
              <a:gd name="adj2" fmla="val 50000"/>
            </a:avLst>
          </a:prstGeom>
          <a:solidFill xmlns:a="http://schemas.openxmlformats.org/drawingml/2006/main">
            <a:srgbClr val="E0F2FE"/>
          </a:solidFill>
          <a:ln xmlns:a="http://schemas.openxmlformats.org/drawingml/2006/main" w="14288">
            <a:solidFill>
              <a:srgbClr val="2563EB"/>
            </a:solidFill>
            <a:prstDash val="solid"/>
          </a:ln>
        </p:spPr>
      </p:sp>
      <p:sp>
        <p:nvSpPr>
          <p:cNvPr id="1270986400" name="">
            <a:extLst xmlns:a="http://schemas.openxmlformats.org/drawingml/2006/main">
              <a:ext uri="{FF2B5EF4-FFF2-40B4-BE49-F238E27FC236}">
                <a16:creationId xmlns:a16="http://schemas.microsoft.com/office/drawing/2014/main" id="{D7E1F43A-51FE-4F66-A418-699CDCE82AB1}"/>
              </a:ext>
            </a:extLst>
          </p:cNvPr>
          <p:cNvSpPr>
            <a:spLocks xmlns:a="http://schemas.openxmlformats.org/drawingml/2006/main" noGrp="1"/>
          </p:cNvSpPr>
          <p:nvPr/>
        </p:nvSpPr>
        <p:spPr>
          <a:xfrm xmlns:a="http://schemas.openxmlformats.org/drawingml/2006/main">
            <a:off x="9334500" y="3238500"/>
            <a:ext cx="1428750" cy="723900"/>
          </a:xfrm>
          <a:prstGeom xmlns:a="http://schemas.openxmlformats.org/drawingml/2006/main" prst="roundRect">
            <a:avLst>
              <a:gd name="adj" fmla="val 15789"/>
            </a:avLst>
          </a:prstGeom>
          <a:solidFill xmlns:a="http://schemas.openxmlformats.org/drawingml/2006/main">
            <a:srgbClr val="FEF2F2"/>
          </a:solidFill>
          <a:ln xmlns:a="http://schemas.openxmlformats.org/drawingml/2006/main" w="14288">
            <a:solidFill>
              <a:srgbClr val="EF4444"/>
            </a:solid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0B0F19"/>
                </a:solidFill>
              </a:defRPr>
            </a:pPr>
            <a:r>
              <a:rPr sz="1650" b="1">
                <a:solidFill>
                  <a:srgbClr val="0B0F19"/>
                </a:solidFill>
              </a:rPr>
              <a:t>loss</a:t>
            </a:r>
          </a:p>
        </p:txBody>
      </p:sp>
      <p:sp>
        <p:nvSpPr>
          <p:cNvPr id="903973695" name="">
            <a:extLst xmlns:a="http://schemas.openxmlformats.org/drawingml/2006/main">
              <a:ext uri="{FF2B5EF4-FFF2-40B4-BE49-F238E27FC236}">
                <a16:creationId xmlns:a16="http://schemas.microsoft.com/office/drawing/2014/main" id="{8D0DC8FE-B99D-4388-9F7D-E6673FD622F0}"/>
              </a:ext>
            </a:extLst>
          </p:cNvPr>
          <p:cNvSpPr>
            <a:spLocks xmlns:a="http://schemas.openxmlformats.org/drawingml/2006/main" noGrp="1"/>
          </p:cNvSpPr>
          <p:nvPr/>
        </p:nvSpPr>
        <p:spPr>
          <a:xfrm xmlns:a="http://schemas.openxmlformats.org/drawingml/2006/main">
            <a:off x="1857375" y="4762500"/>
            <a:ext cx="8286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400" b="1">
                <a:solidFill>
                  <a:srgbClr val="2563EB"/>
                </a:solidFill>
              </a:defRPr>
            </a:pPr>
            <a:r>
              <a:rPr sz="2400" b="1">
                <a:solidFill>
                  <a:srgbClr val="2563EB"/>
                </a:solidFill>
              </a:rPr>
              <a:t>dL/dw = dL/dp * dp/da * da/dz * dz/dw</a:t>
            </a:r>
          </a:p>
        </p:txBody>
      </p:sp>
      <p:sp>
        <p:nvSpPr>
          <p:cNvPr id="1675037777" name="">
            <a:extLst xmlns:a="http://schemas.openxmlformats.org/drawingml/2006/main">
              <a:ext uri="{FF2B5EF4-FFF2-40B4-BE49-F238E27FC236}">
                <a16:creationId xmlns:a16="http://schemas.microsoft.com/office/drawing/2014/main" id="{37E288E3-E0AB-4362-BBCA-54EF4CDC5B92}"/>
              </a:ext>
            </a:extLst>
          </p:cNvPr>
          <p:cNvSpPr>
            <a:spLocks xmlns:a="http://schemas.openxmlformats.org/drawingml/2006/main" noGrp="1"/>
          </p:cNvSpPr>
          <p:nvPr/>
        </p:nvSpPr>
        <p:spPr>
          <a:xfrm xmlns:a="http://schemas.openxmlformats.org/drawingml/2006/main">
            <a:off x="11106150" y="628650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00" b="0">
                <a:solidFill>
                  <a:srgbClr val="667085"/>
                </a:solidFill>
              </a:defRPr>
            </a:pPr>
            <a:r>
              <a:rPr sz="1000" b="0">
                <a:solidFill>
                  <a:srgbClr val="667085"/>
                </a:solidFill>
              </a:rPr>
              <a:t>15</a:t>
            </a:r>
          </a:p>
        </p:txBody>
      </p:sp>
    </p:spTree>
    <p:extLst>
      <p:ext uri="{BB962C8B-B14F-4D97-AF65-F5344CB8AC3E}">
        <p14:creationId xmlns:p14="http://schemas.microsoft.com/office/powerpoint/2010/main" val="503499455"/>
      </p:ext>
    </p:extLst>
  </p:cSld>
</p:sld>
</file>

<file path=ppt/slides/slide16.xml><?xml version="1.0" encoding="utf-8"?>
<p:sld xmlns:p="http://schemas.openxmlformats.org/presentationml/2006/main" showMasterSp="1">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40395192" name="">
            <a:extLst xmlns:a="http://schemas.openxmlformats.org/drawingml/2006/main">
              <a:ext uri="{FF2B5EF4-FFF2-40B4-BE49-F238E27FC236}">
                <a16:creationId xmlns:a16="http://schemas.microsoft.com/office/drawing/2014/main" id="{A6E3D3F1-2ECB-4085-B0DD-04A8A2F290C8}"/>
              </a:ext>
            </a:extLst>
          </p:cNvPr>
          <p:cNvSpPr>
            <a:spLocks xmlns:a="http://schemas.openxmlformats.org/drawingml/2006/main" noGrp="1"/>
          </p:cNvSpPr>
          <p:nvPr/>
        </p:nvSpPr>
        <p:spPr>
          <a:xfrm xmlns:a="http://schemas.openxmlformats.org/drawingml/2006/main">
            <a:off x="609600" y="32385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563EB"/>
                </a:solidFill>
              </a:defRPr>
            </a:pPr>
            <a:r>
              <a:rPr sz="1200" b="1">
                <a:solidFill>
                  <a:srgbClr val="2563EB"/>
                </a:solidFill>
              </a:rPr>
              <a:t>Parallel math</a:t>
            </a:r>
          </a:p>
        </p:txBody>
      </p:sp>
      <p:sp>
        <p:nvSpPr>
          <p:cNvPr id="12279109" name="">
            <a:extLst xmlns:a="http://schemas.openxmlformats.org/drawingml/2006/main">
              <a:ext uri="{FF2B5EF4-FFF2-40B4-BE49-F238E27FC236}">
                <a16:creationId xmlns:a16="http://schemas.microsoft.com/office/drawing/2014/main" id="{C79FB56B-6FAF-4435-A4AD-02854ECE1D54}"/>
              </a:ext>
            </a:extLst>
          </p:cNvPr>
          <p:cNvSpPr>
            <a:spLocks xmlns:a="http://schemas.openxmlformats.org/drawingml/2006/main" noGrp="1"/>
          </p:cNvSpPr>
          <p:nvPr/>
        </p:nvSpPr>
        <p:spPr>
          <a:xfrm xmlns:a="http://schemas.openxmlformats.org/drawingml/2006/main">
            <a:off x="609600" y="590549"/>
            <a:ext cx="9334500" cy="5905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150" b="1">
                <a:solidFill>
                  <a:srgbClr val="0B0F19"/>
                </a:solidFill>
              </a:defRPr>
            </a:pPr>
            <a:r>
              <a:rPr sz="3150" b="1">
                <a:solidFill>
                  <a:srgbClr val="0B0F19"/>
                </a:solidFill>
              </a:rPr>
              <a:t>Matrices move many numbers at once</a:t>
            </a:r>
          </a:p>
        </p:txBody>
      </p:sp>
      <p:sp>
        <p:nvSpPr>
          <p:cNvPr id="647673024" name="">
            <a:extLst xmlns:a="http://schemas.openxmlformats.org/drawingml/2006/main">
              <a:ext uri="{FF2B5EF4-FFF2-40B4-BE49-F238E27FC236}">
                <a16:creationId xmlns:a16="http://schemas.microsoft.com/office/drawing/2014/main" id="{B509E77A-BD63-4D06-BA62-19A94B86DCFD}"/>
              </a:ext>
            </a:extLst>
          </p:cNvPr>
          <p:cNvSpPr>
            <a:spLocks xmlns:a="http://schemas.openxmlformats.org/drawingml/2006/main" noGrp="1"/>
          </p:cNvSpPr>
          <p:nvPr/>
        </p:nvSpPr>
        <p:spPr>
          <a:xfrm xmlns:a="http://schemas.openxmlformats.org/drawingml/2006/main">
            <a:off x="609600" y="1352550"/>
            <a:ext cx="10972800" cy="4762500"/>
          </a:xfrm>
          <a:prstGeom xmlns:a="http://schemas.openxmlformats.org/drawingml/2006/main" prst="roundRect">
            <a:avLst>
              <a:gd name="adj" fmla="val 1600"/>
            </a:avLst>
          </a:prstGeom>
          <a:solidFill xmlns:a="http://schemas.openxmlformats.org/drawingml/2006/main">
            <a:srgbClr val="F8FAFC"/>
          </a:solidFill>
          <a:ln xmlns:a="http://schemas.openxmlformats.org/drawingml/2006/main" w="14288">
            <a:solidFill>
              <a:srgbClr val="E2E8F0"/>
            </a:solidFill>
            <a:prstDash val="solid"/>
          </a:ln>
        </p:spPr>
      </p:sp>
      <p:sp>
        <p:nvSpPr>
          <p:cNvPr id="1145830070" name="">
            <a:extLst xmlns:a="http://schemas.openxmlformats.org/drawingml/2006/main">
              <a:ext uri="{FF2B5EF4-FFF2-40B4-BE49-F238E27FC236}">
                <a16:creationId xmlns:a16="http://schemas.microsoft.com/office/drawing/2014/main" id="{DDE8C541-6956-4441-9F7A-B5B48F75ACCD}"/>
              </a:ext>
            </a:extLst>
          </p:cNvPr>
          <p:cNvSpPr>
            <a:spLocks xmlns:a="http://schemas.openxmlformats.org/drawingml/2006/main" noGrp="1"/>
          </p:cNvSpPr>
          <p:nvPr/>
        </p:nvSpPr>
        <p:spPr>
          <a:xfrm xmlns:a="http://schemas.openxmlformats.org/drawingml/2006/main">
            <a:off x="2000250" y="2428875"/>
            <a:ext cx="323850" cy="323850"/>
          </a:xfrm>
          <a:prstGeom xmlns:a="http://schemas.openxmlformats.org/drawingml/2006/main" prst="roundRect">
            <a:avLst>
              <a:gd name="adj" fmla="val 5882"/>
            </a:avLst>
          </a:prstGeom>
          <a:solidFill xmlns:a="http://schemas.openxmlformats.org/drawingml/2006/main">
            <a:srgbClr val="FFFFFF"/>
          </a:solidFill>
          <a:ln xmlns:a="http://schemas.openxmlformats.org/drawingml/2006/main" w="14288">
            <a:solidFill>
              <a:srgbClr val="CBD5E1"/>
            </a:solidFill>
            <a:prstDash val="solid"/>
          </a:ln>
        </p:spPr>
      </p:sp>
      <p:sp>
        <p:nvSpPr>
          <p:cNvPr id="452150448" name="">
            <a:extLst xmlns:a="http://schemas.openxmlformats.org/drawingml/2006/main">
              <a:ext uri="{FF2B5EF4-FFF2-40B4-BE49-F238E27FC236}">
                <a16:creationId xmlns:a16="http://schemas.microsoft.com/office/drawing/2014/main" id="{FE8D182B-F22B-4FF5-A6FD-46387CB59173}"/>
              </a:ext>
            </a:extLst>
          </p:cNvPr>
          <p:cNvSpPr>
            <a:spLocks xmlns:a="http://schemas.openxmlformats.org/drawingml/2006/main" noGrp="1"/>
          </p:cNvSpPr>
          <p:nvPr/>
        </p:nvSpPr>
        <p:spPr>
          <a:xfrm xmlns:a="http://schemas.openxmlformats.org/drawingml/2006/main">
            <a:off x="2400300" y="2428875"/>
            <a:ext cx="323850" cy="323850"/>
          </a:xfrm>
          <a:prstGeom xmlns:a="http://schemas.openxmlformats.org/drawingml/2006/main" prst="roundRect">
            <a:avLst>
              <a:gd name="adj" fmla="val 5882"/>
            </a:avLst>
          </a:prstGeom>
          <a:solidFill xmlns:a="http://schemas.openxmlformats.org/drawingml/2006/main">
            <a:srgbClr val="FFFFFF"/>
          </a:solidFill>
          <a:ln xmlns:a="http://schemas.openxmlformats.org/drawingml/2006/main" w="14288">
            <a:solidFill>
              <a:srgbClr val="CBD5E1"/>
            </a:solidFill>
            <a:prstDash val="solid"/>
          </a:ln>
        </p:spPr>
      </p:sp>
      <p:sp>
        <p:nvSpPr>
          <p:cNvPr id="659401502" name="">
            <a:extLst xmlns:a="http://schemas.openxmlformats.org/drawingml/2006/main">
              <a:ext uri="{FF2B5EF4-FFF2-40B4-BE49-F238E27FC236}">
                <a16:creationId xmlns:a16="http://schemas.microsoft.com/office/drawing/2014/main" id="{5B976F3C-8DDD-499E-805A-F5119605193F}"/>
              </a:ext>
            </a:extLst>
          </p:cNvPr>
          <p:cNvSpPr>
            <a:spLocks xmlns:a="http://schemas.openxmlformats.org/drawingml/2006/main" noGrp="1"/>
          </p:cNvSpPr>
          <p:nvPr/>
        </p:nvSpPr>
        <p:spPr>
          <a:xfrm xmlns:a="http://schemas.openxmlformats.org/drawingml/2006/main">
            <a:off x="2800350" y="2428875"/>
            <a:ext cx="323850" cy="323850"/>
          </a:xfrm>
          <a:prstGeom xmlns:a="http://schemas.openxmlformats.org/drawingml/2006/main" prst="roundRect">
            <a:avLst>
              <a:gd name="adj" fmla="val 5882"/>
            </a:avLst>
          </a:prstGeom>
          <a:solidFill xmlns:a="http://schemas.openxmlformats.org/drawingml/2006/main">
            <a:srgbClr val="FFFFFF"/>
          </a:solidFill>
          <a:ln xmlns:a="http://schemas.openxmlformats.org/drawingml/2006/main" w="14288">
            <a:solidFill>
              <a:srgbClr val="CBD5E1"/>
            </a:solidFill>
            <a:prstDash val="solid"/>
          </a:ln>
        </p:spPr>
      </p:sp>
      <p:sp>
        <p:nvSpPr>
          <p:cNvPr id="945312810" name="">
            <a:extLst xmlns:a="http://schemas.openxmlformats.org/drawingml/2006/main">
              <a:ext uri="{FF2B5EF4-FFF2-40B4-BE49-F238E27FC236}">
                <a16:creationId xmlns:a16="http://schemas.microsoft.com/office/drawing/2014/main" id="{039B9859-5CAD-43CD-88F9-3133B68B3823}"/>
              </a:ext>
            </a:extLst>
          </p:cNvPr>
          <p:cNvSpPr>
            <a:spLocks xmlns:a="http://schemas.openxmlformats.org/drawingml/2006/main" noGrp="1"/>
          </p:cNvSpPr>
          <p:nvPr/>
        </p:nvSpPr>
        <p:spPr>
          <a:xfrm xmlns:a="http://schemas.openxmlformats.org/drawingml/2006/main">
            <a:off x="2000250" y="2828925"/>
            <a:ext cx="323850" cy="323850"/>
          </a:xfrm>
          <a:prstGeom xmlns:a="http://schemas.openxmlformats.org/drawingml/2006/main" prst="roundRect">
            <a:avLst>
              <a:gd name="adj" fmla="val 5882"/>
            </a:avLst>
          </a:prstGeom>
          <a:solidFill xmlns:a="http://schemas.openxmlformats.org/drawingml/2006/main">
            <a:srgbClr val="FFFFFF"/>
          </a:solidFill>
          <a:ln xmlns:a="http://schemas.openxmlformats.org/drawingml/2006/main" w="14288">
            <a:solidFill>
              <a:srgbClr val="CBD5E1"/>
            </a:solidFill>
            <a:prstDash val="solid"/>
          </a:ln>
        </p:spPr>
      </p:sp>
      <p:sp>
        <p:nvSpPr>
          <p:cNvPr id="825399563" name="">
            <a:extLst xmlns:a="http://schemas.openxmlformats.org/drawingml/2006/main">
              <a:ext uri="{FF2B5EF4-FFF2-40B4-BE49-F238E27FC236}">
                <a16:creationId xmlns:a16="http://schemas.microsoft.com/office/drawing/2014/main" id="{97A3FB48-2CDA-4DB7-BB33-20033197CB67}"/>
              </a:ext>
            </a:extLst>
          </p:cNvPr>
          <p:cNvSpPr>
            <a:spLocks xmlns:a="http://schemas.openxmlformats.org/drawingml/2006/main" noGrp="1"/>
          </p:cNvSpPr>
          <p:nvPr/>
        </p:nvSpPr>
        <p:spPr>
          <a:xfrm xmlns:a="http://schemas.openxmlformats.org/drawingml/2006/main">
            <a:off x="2400300" y="2828925"/>
            <a:ext cx="323850" cy="323850"/>
          </a:xfrm>
          <a:prstGeom xmlns:a="http://schemas.openxmlformats.org/drawingml/2006/main" prst="roundRect">
            <a:avLst>
              <a:gd name="adj" fmla="val 5882"/>
            </a:avLst>
          </a:prstGeom>
          <a:solidFill xmlns:a="http://schemas.openxmlformats.org/drawingml/2006/main">
            <a:srgbClr val="FFFFFF"/>
          </a:solidFill>
          <a:ln xmlns:a="http://schemas.openxmlformats.org/drawingml/2006/main" w="14288">
            <a:solidFill>
              <a:srgbClr val="CBD5E1"/>
            </a:solidFill>
            <a:prstDash val="solid"/>
          </a:ln>
        </p:spPr>
      </p:sp>
      <p:sp>
        <p:nvSpPr>
          <p:cNvPr id="940932631" name="">
            <a:extLst xmlns:a="http://schemas.openxmlformats.org/drawingml/2006/main">
              <a:ext uri="{FF2B5EF4-FFF2-40B4-BE49-F238E27FC236}">
                <a16:creationId xmlns:a16="http://schemas.microsoft.com/office/drawing/2014/main" id="{3B1B4DDC-CCE0-409F-A29A-9A35C8FECE06}"/>
              </a:ext>
            </a:extLst>
          </p:cNvPr>
          <p:cNvSpPr>
            <a:spLocks xmlns:a="http://schemas.openxmlformats.org/drawingml/2006/main" noGrp="1"/>
          </p:cNvSpPr>
          <p:nvPr/>
        </p:nvSpPr>
        <p:spPr>
          <a:xfrm xmlns:a="http://schemas.openxmlformats.org/drawingml/2006/main">
            <a:off x="2800350" y="2828925"/>
            <a:ext cx="323850" cy="323850"/>
          </a:xfrm>
          <a:prstGeom xmlns:a="http://schemas.openxmlformats.org/drawingml/2006/main" prst="roundRect">
            <a:avLst>
              <a:gd name="adj" fmla="val 5882"/>
            </a:avLst>
          </a:prstGeom>
          <a:solidFill xmlns:a="http://schemas.openxmlformats.org/drawingml/2006/main">
            <a:srgbClr val="FFFFFF"/>
          </a:solidFill>
          <a:ln xmlns:a="http://schemas.openxmlformats.org/drawingml/2006/main" w="14288">
            <a:solidFill>
              <a:srgbClr val="CBD5E1"/>
            </a:solidFill>
            <a:prstDash val="solid"/>
          </a:ln>
        </p:spPr>
      </p:sp>
      <p:sp>
        <p:nvSpPr>
          <p:cNvPr id="92492072" name="">
            <a:extLst xmlns:a="http://schemas.openxmlformats.org/drawingml/2006/main">
              <a:ext uri="{FF2B5EF4-FFF2-40B4-BE49-F238E27FC236}">
                <a16:creationId xmlns:a16="http://schemas.microsoft.com/office/drawing/2014/main" id="{8A012746-6C4E-4129-A0B1-412599B1FD09}"/>
              </a:ext>
            </a:extLst>
          </p:cNvPr>
          <p:cNvSpPr>
            <a:spLocks xmlns:a="http://schemas.openxmlformats.org/drawingml/2006/main" noGrp="1"/>
          </p:cNvSpPr>
          <p:nvPr/>
        </p:nvSpPr>
        <p:spPr>
          <a:xfrm xmlns:a="http://schemas.openxmlformats.org/drawingml/2006/main">
            <a:off x="2000250" y="3228975"/>
            <a:ext cx="323850" cy="323850"/>
          </a:xfrm>
          <a:prstGeom xmlns:a="http://schemas.openxmlformats.org/drawingml/2006/main" prst="roundRect">
            <a:avLst>
              <a:gd name="adj" fmla="val 5882"/>
            </a:avLst>
          </a:prstGeom>
          <a:solidFill xmlns:a="http://schemas.openxmlformats.org/drawingml/2006/main">
            <a:srgbClr val="FFFFFF"/>
          </a:solidFill>
          <a:ln xmlns:a="http://schemas.openxmlformats.org/drawingml/2006/main" w="14288">
            <a:solidFill>
              <a:srgbClr val="CBD5E1"/>
            </a:solidFill>
            <a:prstDash val="solid"/>
          </a:ln>
        </p:spPr>
      </p:sp>
      <p:sp>
        <p:nvSpPr>
          <p:cNvPr id="1671063485" name="">
            <a:extLst xmlns:a="http://schemas.openxmlformats.org/drawingml/2006/main">
              <a:ext uri="{FF2B5EF4-FFF2-40B4-BE49-F238E27FC236}">
                <a16:creationId xmlns:a16="http://schemas.microsoft.com/office/drawing/2014/main" id="{AC9607D6-FCA2-47B6-8EB3-C78735486607}"/>
              </a:ext>
            </a:extLst>
          </p:cNvPr>
          <p:cNvSpPr>
            <a:spLocks xmlns:a="http://schemas.openxmlformats.org/drawingml/2006/main" noGrp="1"/>
          </p:cNvSpPr>
          <p:nvPr/>
        </p:nvSpPr>
        <p:spPr>
          <a:xfrm xmlns:a="http://schemas.openxmlformats.org/drawingml/2006/main">
            <a:off x="2400300" y="3228975"/>
            <a:ext cx="323850" cy="323850"/>
          </a:xfrm>
          <a:prstGeom xmlns:a="http://schemas.openxmlformats.org/drawingml/2006/main" prst="roundRect">
            <a:avLst>
              <a:gd name="adj" fmla="val 5882"/>
            </a:avLst>
          </a:prstGeom>
          <a:solidFill xmlns:a="http://schemas.openxmlformats.org/drawingml/2006/main">
            <a:srgbClr val="FFFFFF"/>
          </a:solidFill>
          <a:ln xmlns:a="http://schemas.openxmlformats.org/drawingml/2006/main" w="14288">
            <a:solidFill>
              <a:srgbClr val="CBD5E1"/>
            </a:solidFill>
            <a:prstDash val="solid"/>
          </a:ln>
        </p:spPr>
      </p:sp>
      <p:sp>
        <p:nvSpPr>
          <p:cNvPr id="1403415365" name="">
            <a:extLst xmlns:a="http://schemas.openxmlformats.org/drawingml/2006/main">
              <a:ext uri="{FF2B5EF4-FFF2-40B4-BE49-F238E27FC236}">
                <a16:creationId xmlns:a16="http://schemas.microsoft.com/office/drawing/2014/main" id="{0917E917-5351-4E8F-9819-DEF6BC136F35}"/>
              </a:ext>
            </a:extLst>
          </p:cNvPr>
          <p:cNvSpPr>
            <a:spLocks xmlns:a="http://schemas.openxmlformats.org/drawingml/2006/main" noGrp="1"/>
          </p:cNvSpPr>
          <p:nvPr/>
        </p:nvSpPr>
        <p:spPr>
          <a:xfrm xmlns:a="http://schemas.openxmlformats.org/drawingml/2006/main">
            <a:off x="2800350" y="3228975"/>
            <a:ext cx="323850" cy="323850"/>
          </a:xfrm>
          <a:prstGeom xmlns:a="http://schemas.openxmlformats.org/drawingml/2006/main" prst="roundRect">
            <a:avLst>
              <a:gd name="adj" fmla="val 5882"/>
            </a:avLst>
          </a:prstGeom>
          <a:solidFill xmlns:a="http://schemas.openxmlformats.org/drawingml/2006/main">
            <a:srgbClr val="FFFFFF"/>
          </a:solidFill>
          <a:ln xmlns:a="http://schemas.openxmlformats.org/drawingml/2006/main" w="14288">
            <a:solidFill>
              <a:srgbClr val="CBD5E1"/>
            </a:solidFill>
            <a:prstDash val="solid"/>
          </a:ln>
        </p:spPr>
      </p:sp>
      <p:sp>
        <p:nvSpPr>
          <p:cNvPr id="920162865" name="">
            <a:extLst xmlns:a="http://schemas.openxmlformats.org/drawingml/2006/main">
              <a:ext uri="{FF2B5EF4-FFF2-40B4-BE49-F238E27FC236}">
                <a16:creationId xmlns:a16="http://schemas.microsoft.com/office/drawing/2014/main" id="{08E6EF6F-E144-4326-9879-98C173A846D9}"/>
              </a:ext>
            </a:extLst>
          </p:cNvPr>
          <p:cNvSpPr>
            <a:spLocks xmlns:a="http://schemas.openxmlformats.org/drawingml/2006/main" noGrp="1"/>
          </p:cNvSpPr>
          <p:nvPr/>
        </p:nvSpPr>
        <p:spPr>
          <a:xfrm xmlns:a="http://schemas.openxmlformats.org/drawingml/2006/main">
            <a:off x="2000250" y="3629025"/>
            <a:ext cx="323850" cy="323850"/>
          </a:xfrm>
          <a:prstGeom xmlns:a="http://schemas.openxmlformats.org/drawingml/2006/main" prst="roundRect">
            <a:avLst>
              <a:gd name="adj" fmla="val 5882"/>
            </a:avLst>
          </a:prstGeom>
          <a:solidFill xmlns:a="http://schemas.openxmlformats.org/drawingml/2006/main">
            <a:srgbClr val="FFFFFF"/>
          </a:solidFill>
          <a:ln xmlns:a="http://schemas.openxmlformats.org/drawingml/2006/main" w="14288">
            <a:solidFill>
              <a:srgbClr val="CBD5E1"/>
            </a:solidFill>
            <a:prstDash val="solid"/>
          </a:ln>
        </p:spPr>
      </p:sp>
      <p:sp>
        <p:nvSpPr>
          <p:cNvPr id="1273965733" name="">
            <a:extLst xmlns:a="http://schemas.openxmlformats.org/drawingml/2006/main">
              <a:ext uri="{FF2B5EF4-FFF2-40B4-BE49-F238E27FC236}">
                <a16:creationId xmlns:a16="http://schemas.microsoft.com/office/drawing/2014/main" id="{CFFA4646-AADF-41FA-B1E3-2322D33E3D3C}"/>
              </a:ext>
            </a:extLst>
          </p:cNvPr>
          <p:cNvSpPr>
            <a:spLocks xmlns:a="http://schemas.openxmlformats.org/drawingml/2006/main" noGrp="1"/>
          </p:cNvSpPr>
          <p:nvPr/>
        </p:nvSpPr>
        <p:spPr>
          <a:xfrm xmlns:a="http://schemas.openxmlformats.org/drawingml/2006/main">
            <a:off x="2400300" y="3629025"/>
            <a:ext cx="323850" cy="323850"/>
          </a:xfrm>
          <a:prstGeom xmlns:a="http://schemas.openxmlformats.org/drawingml/2006/main" prst="roundRect">
            <a:avLst>
              <a:gd name="adj" fmla="val 5882"/>
            </a:avLst>
          </a:prstGeom>
          <a:solidFill xmlns:a="http://schemas.openxmlformats.org/drawingml/2006/main">
            <a:srgbClr val="FFFFFF"/>
          </a:solidFill>
          <a:ln xmlns:a="http://schemas.openxmlformats.org/drawingml/2006/main" w="14288">
            <a:solidFill>
              <a:srgbClr val="CBD5E1"/>
            </a:solidFill>
            <a:prstDash val="solid"/>
          </a:ln>
        </p:spPr>
      </p:sp>
      <p:sp>
        <p:nvSpPr>
          <p:cNvPr id="997345787" name="">
            <a:extLst xmlns:a="http://schemas.openxmlformats.org/drawingml/2006/main">
              <a:ext uri="{FF2B5EF4-FFF2-40B4-BE49-F238E27FC236}">
                <a16:creationId xmlns:a16="http://schemas.microsoft.com/office/drawing/2014/main" id="{077AD912-C1FF-416A-9819-B276C4CBAA8C}"/>
              </a:ext>
            </a:extLst>
          </p:cNvPr>
          <p:cNvSpPr>
            <a:spLocks xmlns:a="http://schemas.openxmlformats.org/drawingml/2006/main" noGrp="1"/>
          </p:cNvSpPr>
          <p:nvPr/>
        </p:nvSpPr>
        <p:spPr>
          <a:xfrm xmlns:a="http://schemas.openxmlformats.org/drawingml/2006/main">
            <a:off x="2800350" y="3629025"/>
            <a:ext cx="323850" cy="323850"/>
          </a:xfrm>
          <a:prstGeom xmlns:a="http://schemas.openxmlformats.org/drawingml/2006/main" prst="roundRect">
            <a:avLst>
              <a:gd name="adj" fmla="val 5882"/>
            </a:avLst>
          </a:prstGeom>
          <a:solidFill xmlns:a="http://schemas.openxmlformats.org/drawingml/2006/main">
            <a:srgbClr val="FFFFFF"/>
          </a:solidFill>
          <a:ln xmlns:a="http://schemas.openxmlformats.org/drawingml/2006/main" w="14288">
            <a:solidFill>
              <a:srgbClr val="CBD5E1"/>
            </a:solidFill>
            <a:prstDash val="solid"/>
          </a:ln>
        </p:spPr>
      </p:sp>
      <p:sp>
        <p:nvSpPr>
          <p:cNvPr id="1860215716" name="">
            <a:extLst xmlns:a="http://schemas.openxmlformats.org/drawingml/2006/main">
              <a:ext uri="{FF2B5EF4-FFF2-40B4-BE49-F238E27FC236}">
                <a16:creationId xmlns:a16="http://schemas.microsoft.com/office/drawing/2014/main" id="{DF9DA117-E8BD-47B0-AFC2-B63A1C0E8A28}"/>
              </a:ext>
            </a:extLst>
          </p:cNvPr>
          <p:cNvSpPr>
            <a:spLocks xmlns:a="http://schemas.openxmlformats.org/drawingml/2006/main" noGrp="1"/>
          </p:cNvSpPr>
          <p:nvPr/>
        </p:nvSpPr>
        <p:spPr>
          <a:xfrm xmlns:a="http://schemas.openxmlformats.org/drawingml/2006/main">
            <a:off x="2000250" y="4143375"/>
            <a:ext cx="12001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100" b="1">
                <a:solidFill>
                  <a:srgbClr val="0B0F19"/>
                </a:solidFill>
              </a:defRPr>
            </a:pPr>
            <a:r>
              <a:rPr sz="2100" b="1">
                <a:solidFill>
                  <a:srgbClr val="0B0F19"/>
                </a:solidFill>
              </a:rPr>
              <a:t>X</a:t>
            </a:r>
          </a:p>
        </p:txBody>
      </p:sp>
      <p:sp>
        <p:nvSpPr>
          <p:cNvPr id="1776231638" name="">
            <a:extLst xmlns:a="http://schemas.openxmlformats.org/drawingml/2006/main">
              <a:ext uri="{FF2B5EF4-FFF2-40B4-BE49-F238E27FC236}">
                <a16:creationId xmlns:a16="http://schemas.microsoft.com/office/drawing/2014/main" id="{42ED4DD7-320D-4E20-92D8-77BDF2AAAEC1}"/>
              </a:ext>
            </a:extLst>
          </p:cNvPr>
          <p:cNvSpPr>
            <a:spLocks xmlns:a="http://schemas.openxmlformats.org/drawingml/2006/main" noGrp="1"/>
          </p:cNvSpPr>
          <p:nvPr/>
        </p:nvSpPr>
        <p:spPr>
          <a:xfrm xmlns:a="http://schemas.openxmlformats.org/drawingml/2006/main">
            <a:off x="3571875" y="3028950"/>
            <a:ext cx="38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3000" b="1">
                <a:solidFill>
                  <a:srgbClr val="0B0F19"/>
                </a:solidFill>
              </a:defRPr>
            </a:pPr>
            <a:r>
              <a:rPr sz="3000" b="1">
                <a:solidFill>
                  <a:srgbClr val="0B0F19"/>
                </a:solidFill>
              </a:rPr>
              <a:t>x</a:t>
            </a:r>
          </a:p>
        </p:txBody>
      </p:sp>
      <p:sp>
        <p:nvSpPr>
          <p:cNvPr id="1407817770" name="">
            <a:extLst xmlns:a="http://schemas.openxmlformats.org/drawingml/2006/main">
              <a:ext uri="{FF2B5EF4-FFF2-40B4-BE49-F238E27FC236}">
                <a16:creationId xmlns:a16="http://schemas.microsoft.com/office/drawing/2014/main" id="{DBC221F8-C794-41FF-B1EC-E800081D6E09}"/>
              </a:ext>
            </a:extLst>
          </p:cNvPr>
          <p:cNvSpPr>
            <a:spLocks xmlns:a="http://schemas.openxmlformats.org/drawingml/2006/main" noGrp="1"/>
          </p:cNvSpPr>
          <p:nvPr/>
        </p:nvSpPr>
        <p:spPr>
          <a:xfrm xmlns:a="http://schemas.openxmlformats.org/drawingml/2006/main">
            <a:off x="4333875" y="2047875"/>
            <a:ext cx="323850" cy="323850"/>
          </a:xfrm>
          <a:prstGeom xmlns:a="http://schemas.openxmlformats.org/drawingml/2006/main" prst="roundRect">
            <a:avLst>
              <a:gd name="adj" fmla="val 5882"/>
            </a:avLst>
          </a:prstGeom>
          <a:solidFill xmlns:a="http://schemas.openxmlformats.org/drawingml/2006/main">
            <a:srgbClr val="E0F2FE"/>
          </a:solidFill>
          <a:ln xmlns:a="http://schemas.openxmlformats.org/drawingml/2006/main" w="14288">
            <a:solidFill>
              <a:srgbClr val="CBD5E1"/>
            </a:solidFill>
            <a:prstDash val="solid"/>
          </a:ln>
        </p:spPr>
      </p:sp>
      <p:sp>
        <p:nvSpPr>
          <p:cNvPr id="26647181" name="">
            <a:extLst xmlns:a="http://schemas.openxmlformats.org/drawingml/2006/main">
              <a:ext uri="{FF2B5EF4-FFF2-40B4-BE49-F238E27FC236}">
                <a16:creationId xmlns:a16="http://schemas.microsoft.com/office/drawing/2014/main" id="{2F4E433B-643D-4FB1-858B-93981D42EAF1}"/>
              </a:ext>
            </a:extLst>
          </p:cNvPr>
          <p:cNvSpPr>
            <a:spLocks xmlns:a="http://schemas.openxmlformats.org/drawingml/2006/main" noGrp="1"/>
          </p:cNvSpPr>
          <p:nvPr/>
        </p:nvSpPr>
        <p:spPr>
          <a:xfrm xmlns:a="http://schemas.openxmlformats.org/drawingml/2006/main">
            <a:off x="4733925" y="2047875"/>
            <a:ext cx="323850" cy="323850"/>
          </a:xfrm>
          <a:prstGeom xmlns:a="http://schemas.openxmlformats.org/drawingml/2006/main" prst="roundRect">
            <a:avLst>
              <a:gd name="adj" fmla="val 5882"/>
            </a:avLst>
          </a:prstGeom>
          <a:solidFill xmlns:a="http://schemas.openxmlformats.org/drawingml/2006/main">
            <a:srgbClr val="E0F2FE"/>
          </a:solidFill>
          <a:ln xmlns:a="http://schemas.openxmlformats.org/drawingml/2006/main" w="14288">
            <a:solidFill>
              <a:srgbClr val="CBD5E1"/>
            </a:solidFill>
            <a:prstDash val="solid"/>
          </a:ln>
        </p:spPr>
      </p:sp>
      <p:sp>
        <p:nvSpPr>
          <p:cNvPr id="791552307" name="">
            <a:extLst xmlns:a="http://schemas.openxmlformats.org/drawingml/2006/main">
              <a:ext uri="{FF2B5EF4-FFF2-40B4-BE49-F238E27FC236}">
                <a16:creationId xmlns:a16="http://schemas.microsoft.com/office/drawing/2014/main" id="{EE05C206-5658-4CAB-9FA9-33CC107938C3}"/>
              </a:ext>
            </a:extLst>
          </p:cNvPr>
          <p:cNvSpPr>
            <a:spLocks xmlns:a="http://schemas.openxmlformats.org/drawingml/2006/main" noGrp="1"/>
          </p:cNvSpPr>
          <p:nvPr/>
        </p:nvSpPr>
        <p:spPr>
          <a:xfrm xmlns:a="http://schemas.openxmlformats.org/drawingml/2006/main">
            <a:off x="5133975" y="2047875"/>
            <a:ext cx="323850" cy="323850"/>
          </a:xfrm>
          <a:prstGeom xmlns:a="http://schemas.openxmlformats.org/drawingml/2006/main" prst="roundRect">
            <a:avLst>
              <a:gd name="adj" fmla="val 5882"/>
            </a:avLst>
          </a:prstGeom>
          <a:solidFill xmlns:a="http://schemas.openxmlformats.org/drawingml/2006/main">
            <a:srgbClr val="E0F2FE"/>
          </a:solidFill>
          <a:ln xmlns:a="http://schemas.openxmlformats.org/drawingml/2006/main" w="14288">
            <a:solidFill>
              <a:srgbClr val="CBD5E1"/>
            </a:solidFill>
            <a:prstDash val="solid"/>
          </a:ln>
        </p:spPr>
      </p:sp>
      <p:sp>
        <p:nvSpPr>
          <p:cNvPr id="2084589956" name="">
            <a:extLst xmlns:a="http://schemas.openxmlformats.org/drawingml/2006/main">
              <a:ext uri="{FF2B5EF4-FFF2-40B4-BE49-F238E27FC236}">
                <a16:creationId xmlns:a16="http://schemas.microsoft.com/office/drawing/2014/main" id="{4125911F-30FD-46D4-BC9B-084A3472081B}"/>
              </a:ext>
            </a:extLst>
          </p:cNvPr>
          <p:cNvSpPr>
            <a:spLocks xmlns:a="http://schemas.openxmlformats.org/drawingml/2006/main" noGrp="1"/>
          </p:cNvSpPr>
          <p:nvPr/>
        </p:nvSpPr>
        <p:spPr>
          <a:xfrm xmlns:a="http://schemas.openxmlformats.org/drawingml/2006/main">
            <a:off x="5534025" y="2047875"/>
            <a:ext cx="323850" cy="323850"/>
          </a:xfrm>
          <a:prstGeom xmlns:a="http://schemas.openxmlformats.org/drawingml/2006/main" prst="roundRect">
            <a:avLst>
              <a:gd name="adj" fmla="val 5882"/>
            </a:avLst>
          </a:prstGeom>
          <a:solidFill xmlns:a="http://schemas.openxmlformats.org/drawingml/2006/main">
            <a:srgbClr val="E0F2FE"/>
          </a:solidFill>
          <a:ln xmlns:a="http://schemas.openxmlformats.org/drawingml/2006/main" w="14288">
            <a:solidFill>
              <a:srgbClr val="CBD5E1"/>
            </a:solidFill>
            <a:prstDash val="solid"/>
          </a:ln>
        </p:spPr>
      </p:sp>
      <p:sp>
        <p:nvSpPr>
          <p:cNvPr id="1776304204" name="">
            <a:extLst xmlns:a="http://schemas.openxmlformats.org/drawingml/2006/main">
              <a:ext uri="{FF2B5EF4-FFF2-40B4-BE49-F238E27FC236}">
                <a16:creationId xmlns:a16="http://schemas.microsoft.com/office/drawing/2014/main" id="{D490065E-28A9-489B-8ED5-86C53081876F}"/>
              </a:ext>
            </a:extLst>
          </p:cNvPr>
          <p:cNvSpPr>
            <a:spLocks xmlns:a="http://schemas.openxmlformats.org/drawingml/2006/main" noGrp="1"/>
          </p:cNvSpPr>
          <p:nvPr/>
        </p:nvSpPr>
        <p:spPr>
          <a:xfrm xmlns:a="http://schemas.openxmlformats.org/drawingml/2006/main">
            <a:off x="5934075" y="2047875"/>
            <a:ext cx="323850" cy="323850"/>
          </a:xfrm>
          <a:prstGeom xmlns:a="http://schemas.openxmlformats.org/drawingml/2006/main" prst="roundRect">
            <a:avLst>
              <a:gd name="adj" fmla="val 5882"/>
            </a:avLst>
          </a:prstGeom>
          <a:solidFill xmlns:a="http://schemas.openxmlformats.org/drawingml/2006/main">
            <a:srgbClr val="E0F2FE"/>
          </a:solidFill>
          <a:ln xmlns:a="http://schemas.openxmlformats.org/drawingml/2006/main" w="14288">
            <a:solidFill>
              <a:srgbClr val="CBD5E1"/>
            </a:solidFill>
            <a:prstDash val="solid"/>
          </a:ln>
        </p:spPr>
      </p:sp>
      <p:sp>
        <p:nvSpPr>
          <p:cNvPr id="1376179568" name="">
            <a:extLst xmlns:a="http://schemas.openxmlformats.org/drawingml/2006/main">
              <a:ext uri="{FF2B5EF4-FFF2-40B4-BE49-F238E27FC236}">
                <a16:creationId xmlns:a16="http://schemas.microsoft.com/office/drawing/2014/main" id="{421FB340-28B7-4A0F-BB43-EDC00A6DD4D2}"/>
              </a:ext>
            </a:extLst>
          </p:cNvPr>
          <p:cNvSpPr>
            <a:spLocks xmlns:a="http://schemas.openxmlformats.org/drawingml/2006/main" noGrp="1"/>
          </p:cNvSpPr>
          <p:nvPr/>
        </p:nvSpPr>
        <p:spPr>
          <a:xfrm xmlns:a="http://schemas.openxmlformats.org/drawingml/2006/main">
            <a:off x="4333875" y="2447925"/>
            <a:ext cx="323850" cy="323850"/>
          </a:xfrm>
          <a:prstGeom xmlns:a="http://schemas.openxmlformats.org/drawingml/2006/main" prst="roundRect">
            <a:avLst>
              <a:gd name="adj" fmla="val 5882"/>
            </a:avLst>
          </a:prstGeom>
          <a:solidFill xmlns:a="http://schemas.openxmlformats.org/drawingml/2006/main">
            <a:srgbClr val="E0F2FE"/>
          </a:solidFill>
          <a:ln xmlns:a="http://schemas.openxmlformats.org/drawingml/2006/main" w="14288">
            <a:solidFill>
              <a:srgbClr val="CBD5E1"/>
            </a:solidFill>
            <a:prstDash val="solid"/>
          </a:ln>
        </p:spPr>
      </p:sp>
      <p:sp>
        <p:nvSpPr>
          <p:cNvPr id="1139234869" name="">
            <a:extLst xmlns:a="http://schemas.openxmlformats.org/drawingml/2006/main">
              <a:ext uri="{FF2B5EF4-FFF2-40B4-BE49-F238E27FC236}">
                <a16:creationId xmlns:a16="http://schemas.microsoft.com/office/drawing/2014/main" id="{813814B5-BC5E-456E-9E9F-8B97A6CCDE33}"/>
              </a:ext>
            </a:extLst>
          </p:cNvPr>
          <p:cNvSpPr>
            <a:spLocks xmlns:a="http://schemas.openxmlformats.org/drawingml/2006/main" noGrp="1"/>
          </p:cNvSpPr>
          <p:nvPr/>
        </p:nvSpPr>
        <p:spPr>
          <a:xfrm xmlns:a="http://schemas.openxmlformats.org/drawingml/2006/main">
            <a:off x="4733925" y="2447925"/>
            <a:ext cx="323850" cy="323850"/>
          </a:xfrm>
          <a:prstGeom xmlns:a="http://schemas.openxmlformats.org/drawingml/2006/main" prst="roundRect">
            <a:avLst>
              <a:gd name="adj" fmla="val 5882"/>
            </a:avLst>
          </a:prstGeom>
          <a:solidFill xmlns:a="http://schemas.openxmlformats.org/drawingml/2006/main">
            <a:srgbClr val="E0F2FE"/>
          </a:solidFill>
          <a:ln xmlns:a="http://schemas.openxmlformats.org/drawingml/2006/main" w="14288">
            <a:solidFill>
              <a:srgbClr val="CBD5E1"/>
            </a:solidFill>
            <a:prstDash val="solid"/>
          </a:ln>
        </p:spPr>
      </p:sp>
      <p:sp>
        <p:nvSpPr>
          <p:cNvPr id="241367546" name="">
            <a:extLst xmlns:a="http://schemas.openxmlformats.org/drawingml/2006/main">
              <a:ext uri="{FF2B5EF4-FFF2-40B4-BE49-F238E27FC236}">
                <a16:creationId xmlns:a16="http://schemas.microsoft.com/office/drawing/2014/main" id="{5C43F438-6BAD-470B-B166-0E4E4FC86B64}"/>
              </a:ext>
            </a:extLst>
          </p:cNvPr>
          <p:cNvSpPr>
            <a:spLocks xmlns:a="http://schemas.openxmlformats.org/drawingml/2006/main" noGrp="1"/>
          </p:cNvSpPr>
          <p:nvPr/>
        </p:nvSpPr>
        <p:spPr>
          <a:xfrm xmlns:a="http://schemas.openxmlformats.org/drawingml/2006/main">
            <a:off x="5133975" y="2447925"/>
            <a:ext cx="323850" cy="323850"/>
          </a:xfrm>
          <a:prstGeom xmlns:a="http://schemas.openxmlformats.org/drawingml/2006/main" prst="roundRect">
            <a:avLst>
              <a:gd name="adj" fmla="val 5882"/>
            </a:avLst>
          </a:prstGeom>
          <a:solidFill xmlns:a="http://schemas.openxmlformats.org/drawingml/2006/main">
            <a:srgbClr val="E0F2FE"/>
          </a:solidFill>
          <a:ln xmlns:a="http://schemas.openxmlformats.org/drawingml/2006/main" w="14288">
            <a:solidFill>
              <a:srgbClr val="CBD5E1"/>
            </a:solidFill>
            <a:prstDash val="solid"/>
          </a:ln>
        </p:spPr>
      </p:sp>
      <p:sp>
        <p:nvSpPr>
          <p:cNvPr id="88548040" name="">
            <a:extLst xmlns:a="http://schemas.openxmlformats.org/drawingml/2006/main">
              <a:ext uri="{FF2B5EF4-FFF2-40B4-BE49-F238E27FC236}">
                <a16:creationId xmlns:a16="http://schemas.microsoft.com/office/drawing/2014/main" id="{A77E6973-3AF7-4F50-9010-DD8D5FF19CE1}"/>
              </a:ext>
            </a:extLst>
          </p:cNvPr>
          <p:cNvSpPr>
            <a:spLocks xmlns:a="http://schemas.openxmlformats.org/drawingml/2006/main" noGrp="1"/>
          </p:cNvSpPr>
          <p:nvPr/>
        </p:nvSpPr>
        <p:spPr>
          <a:xfrm xmlns:a="http://schemas.openxmlformats.org/drawingml/2006/main">
            <a:off x="5534025" y="2447925"/>
            <a:ext cx="323850" cy="323850"/>
          </a:xfrm>
          <a:prstGeom xmlns:a="http://schemas.openxmlformats.org/drawingml/2006/main" prst="roundRect">
            <a:avLst>
              <a:gd name="adj" fmla="val 5882"/>
            </a:avLst>
          </a:prstGeom>
          <a:solidFill xmlns:a="http://schemas.openxmlformats.org/drawingml/2006/main">
            <a:srgbClr val="E0F2FE"/>
          </a:solidFill>
          <a:ln xmlns:a="http://schemas.openxmlformats.org/drawingml/2006/main" w="14288">
            <a:solidFill>
              <a:srgbClr val="CBD5E1"/>
            </a:solidFill>
            <a:prstDash val="solid"/>
          </a:ln>
        </p:spPr>
      </p:sp>
      <p:sp>
        <p:nvSpPr>
          <p:cNvPr id="895708786" name="">
            <a:extLst xmlns:a="http://schemas.openxmlformats.org/drawingml/2006/main">
              <a:ext uri="{FF2B5EF4-FFF2-40B4-BE49-F238E27FC236}">
                <a16:creationId xmlns:a16="http://schemas.microsoft.com/office/drawing/2014/main" id="{BE6E3AD8-41D6-4CCD-871A-AD1001B7DC92}"/>
              </a:ext>
            </a:extLst>
          </p:cNvPr>
          <p:cNvSpPr>
            <a:spLocks xmlns:a="http://schemas.openxmlformats.org/drawingml/2006/main" noGrp="1"/>
          </p:cNvSpPr>
          <p:nvPr/>
        </p:nvSpPr>
        <p:spPr>
          <a:xfrm xmlns:a="http://schemas.openxmlformats.org/drawingml/2006/main">
            <a:off x="5934075" y="2447925"/>
            <a:ext cx="323850" cy="323850"/>
          </a:xfrm>
          <a:prstGeom xmlns:a="http://schemas.openxmlformats.org/drawingml/2006/main" prst="roundRect">
            <a:avLst>
              <a:gd name="adj" fmla="val 5882"/>
            </a:avLst>
          </a:prstGeom>
          <a:solidFill xmlns:a="http://schemas.openxmlformats.org/drawingml/2006/main">
            <a:srgbClr val="E0F2FE"/>
          </a:solidFill>
          <a:ln xmlns:a="http://schemas.openxmlformats.org/drawingml/2006/main" w="14288">
            <a:solidFill>
              <a:srgbClr val="CBD5E1"/>
            </a:solidFill>
            <a:prstDash val="solid"/>
          </a:ln>
        </p:spPr>
      </p:sp>
      <p:sp>
        <p:nvSpPr>
          <p:cNvPr id="1880226908" name="">
            <a:extLst xmlns:a="http://schemas.openxmlformats.org/drawingml/2006/main">
              <a:ext uri="{FF2B5EF4-FFF2-40B4-BE49-F238E27FC236}">
                <a16:creationId xmlns:a16="http://schemas.microsoft.com/office/drawing/2014/main" id="{45F1A216-7450-424C-8C0D-485DA6A8EE52}"/>
              </a:ext>
            </a:extLst>
          </p:cNvPr>
          <p:cNvSpPr>
            <a:spLocks xmlns:a="http://schemas.openxmlformats.org/drawingml/2006/main" noGrp="1"/>
          </p:cNvSpPr>
          <p:nvPr/>
        </p:nvSpPr>
        <p:spPr>
          <a:xfrm xmlns:a="http://schemas.openxmlformats.org/drawingml/2006/main">
            <a:off x="4333875" y="2847975"/>
            <a:ext cx="323850" cy="323850"/>
          </a:xfrm>
          <a:prstGeom xmlns:a="http://schemas.openxmlformats.org/drawingml/2006/main" prst="roundRect">
            <a:avLst>
              <a:gd name="adj" fmla="val 5882"/>
            </a:avLst>
          </a:prstGeom>
          <a:solidFill xmlns:a="http://schemas.openxmlformats.org/drawingml/2006/main">
            <a:srgbClr val="E0F2FE"/>
          </a:solidFill>
          <a:ln xmlns:a="http://schemas.openxmlformats.org/drawingml/2006/main" w="14288">
            <a:solidFill>
              <a:srgbClr val="CBD5E1"/>
            </a:solidFill>
            <a:prstDash val="solid"/>
          </a:ln>
        </p:spPr>
      </p:sp>
      <p:sp>
        <p:nvSpPr>
          <p:cNvPr id="2137418370" name="">
            <a:extLst xmlns:a="http://schemas.openxmlformats.org/drawingml/2006/main">
              <a:ext uri="{FF2B5EF4-FFF2-40B4-BE49-F238E27FC236}">
                <a16:creationId xmlns:a16="http://schemas.microsoft.com/office/drawing/2014/main" id="{2CA598CB-43FD-4257-97CF-6DE762ED888A}"/>
              </a:ext>
            </a:extLst>
          </p:cNvPr>
          <p:cNvSpPr>
            <a:spLocks xmlns:a="http://schemas.openxmlformats.org/drawingml/2006/main" noGrp="1"/>
          </p:cNvSpPr>
          <p:nvPr/>
        </p:nvSpPr>
        <p:spPr>
          <a:xfrm xmlns:a="http://schemas.openxmlformats.org/drawingml/2006/main">
            <a:off x="4733925" y="2847975"/>
            <a:ext cx="323850" cy="323850"/>
          </a:xfrm>
          <a:prstGeom xmlns:a="http://schemas.openxmlformats.org/drawingml/2006/main" prst="roundRect">
            <a:avLst>
              <a:gd name="adj" fmla="val 5882"/>
            </a:avLst>
          </a:prstGeom>
          <a:solidFill xmlns:a="http://schemas.openxmlformats.org/drawingml/2006/main">
            <a:srgbClr val="E0F2FE"/>
          </a:solidFill>
          <a:ln xmlns:a="http://schemas.openxmlformats.org/drawingml/2006/main" w="14288">
            <a:solidFill>
              <a:srgbClr val="CBD5E1"/>
            </a:solidFill>
            <a:prstDash val="solid"/>
          </a:ln>
        </p:spPr>
      </p:sp>
      <p:sp>
        <p:nvSpPr>
          <p:cNvPr id="541053205" name="">
            <a:extLst xmlns:a="http://schemas.openxmlformats.org/drawingml/2006/main">
              <a:ext uri="{FF2B5EF4-FFF2-40B4-BE49-F238E27FC236}">
                <a16:creationId xmlns:a16="http://schemas.microsoft.com/office/drawing/2014/main" id="{61EDA203-C328-421A-99C1-D18F0543E764}"/>
              </a:ext>
            </a:extLst>
          </p:cNvPr>
          <p:cNvSpPr>
            <a:spLocks xmlns:a="http://schemas.openxmlformats.org/drawingml/2006/main" noGrp="1"/>
          </p:cNvSpPr>
          <p:nvPr/>
        </p:nvSpPr>
        <p:spPr>
          <a:xfrm xmlns:a="http://schemas.openxmlformats.org/drawingml/2006/main">
            <a:off x="5133975" y="2847975"/>
            <a:ext cx="323850" cy="323850"/>
          </a:xfrm>
          <a:prstGeom xmlns:a="http://schemas.openxmlformats.org/drawingml/2006/main" prst="roundRect">
            <a:avLst>
              <a:gd name="adj" fmla="val 5882"/>
            </a:avLst>
          </a:prstGeom>
          <a:solidFill xmlns:a="http://schemas.openxmlformats.org/drawingml/2006/main">
            <a:srgbClr val="E0F2FE"/>
          </a:solidFill>
          <a:ln xmlns:a="http://schemas.openxmlformats.org/drawingml/2006/main" w="14288">
            <a:solidFill>
              <a:srgbClr val="CBD5E1"/>
            </a:solidFill>
            <a:prstDash val="solid"/>
          </a:ln>
        </p:spPr>
      </p:sp>
      <p:sp>
        <p:nvSpPr>
          <p:cNvPr id="939440644" name="">
            <a:extLst xmlns:a="http://schemas.openxmlformats.org/drawingml/2006/main">
              <a:ext uri="{FF2B5EF4-FFF2-40B4-BE49-F238E27FC236}">
                <a16:creationId xmlns:a16="http://schemas.microsoft.com/office/drawing/2014/main" id="{9517D6EE-CC0C-4CBE-BB14-9B4F363CD741}"/>
              </a:ext>
            </a:extLst>
          </p:cNvPr>
          <p:cNvSpPr>
            <a:spLocks xmlns:a="http://schemas.openxmlformats.org/drawingml/2006/main" noGrp="1"/>
          </p:cNvSpPr>
          <p:nvPr/>
        </p:nvSpPr>
        <p:spPr>
          <a:xfrm xmlns:a="http://schemas.openxmlformats.org/drawingml/2006/main">
            <a:off x="5534025" y="2847975"/>
            <a:ext cx="323850" cy="323850"/>
          </a:xfrm>
          <a:prstGeom xmlns:a="http://schemas.openxmlformats.org/drawingml/2006/main" prst="roundRect">
            <a:avLst>
              <a:gd name="adj" fmla="val 5882"/>
            </a:avLst>
          </a:prstGeom>
          <a:solidFill xmlns:a="http://schemas.openxmlformats.org/drawingml/2006/main">
            <a:srgbClr val="E0F2FE"/>
          </a:solidFill>
          <a:ln xmlns:a="http://schemas.openxmlformats.org/drawingml/2006/main" w="14288">
            <a:solidFill>
              <a:srgbClr val="CBD5E1"/>
            </a:solidFill>
            <a:prstDash val="solid"/>
          </a:ln>
        </p:spPr>
      </p:sp>
      <p:sp>
        <p:nvSpPr>
          <p:cNvPr id="1522633996" name="">
            <a:extLst xmlns:a="http://schemas.openxmlformats.org/drawingml/2006/main">
              <a:ext uri="{FF2B5EF4-FFF2-40B4-BE49-F238E27FC236}">
                <a16:creationId xmlns:a16="http://schemas.microsoft.com/office/drawing/2014/main" id="{60CF92E4-839B-43DA-A960-799C3ACA7243}"/>
              </a:ext>
            </a:extLst>
          </p:cNvPr>
          <p:cNvSpPr>
            <a:spLocks xmlns:a="http://schemas.openxmlformats.org/drawingml/2006/main" noGrp="1"/>
          </p:cNvSpPr>
          <p:nvPr/>
        </p:nvSpPr>
        <p:spPr>
          <a:xfrm xmlns:a="http://schemas.openxmlformats.org/drawingml/2006/main">
            <a:off x="5934075" y="2847975"/>
            <a:ext cx="323850" cy="323850"/>
          </a:xfrm>
          <a:prstGeom xmlns:a="http://schemas.openxmlformats.org/drawingml/2006/main" prst="roundRect">
            <a:avLst>
              <a:gd name="adj" fmla="val 5882"/>
            </a:avLst>
          </a:prstGeom>
          <a:solidFill xmlns:a="http://schemas.openxmlformats.org/drawingml/2006/main">
            <a:srgbClr val="E0F2FE"/>
          </a:solidFill>
          <a:ln xmlns:a="http://schemas.openxmlformats.org/drawingml/2006/main" w="14288">
            <a:solidFill>
              <a:srgbClr val="CBD5E1"/>
            </a:solidFill>
            <a:prstDash val="solid"/>
          </a:ln>
        </p:spPr>
      </p:sp>
      <p:sp>
        <p:nvSpPr>
          <p:cNvPr id="541274213" name="">
            <a:extLst xmlns:a="http://schemas.openxmlformats.org/drawingml/2006/main">
              <a:ext uri="{FF2B5EF4-FFF2-40B4-BE49-F238E27FC236}">
                <a16:creationId xmlns:a16="http://schemas.microsoft.com/office/drawing/2014/main" id="{77572040-CD51-430B-A947-E0AC8D4513E5}"/>
              </a:ext>
            </a:extLst>
          </p:cNvPr>
          <p:cNvSpPr>
            <a:spLocks xmlns:a="http://schemas.openxmlformats.org/drawingml/2006/main" noGrp="1"/>
          </p:cNvSpPr>
          <p:nvPr/>
        </p:nvSpPr>
        <p:spPr>
          <a:xfrm xmlns:a="http://schemas.openxmlformats.org/drawingml/2006/main">
            <a:off x="4333875" y="3362324"/>
            <a:ext cx="2000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100" b="1">
                <a:solidFill>
                  <a:srgbClr val="0B0F19"/>
                </a:solidFill>
              </a:defRPr>
            </a:pPr>
            <a:r>
              <a:rPr sz="2100" b="1">
                <a:solidFill>
                  <a:srgbClr val="0B0F19"/>
                </a:solidFill>
              </a:rPr>
              <a:t>W</a:t>
            </a:r>
          </a:p>
        </p:txBody>
      </p:sp>
      <p:sp>
        <p:nvSpPr>
          <p:cNvPr id="1965353896" name="">
            <a:extLst xmlns:a="http://schemas.openxmlformats.org/drawingml/2006/main">
              <a:ext uri="{FF2B5EF4-FFF2-40B4-BE49-F238E27FC236}">
                <a16:creationId xmlns:a16="http://schemas.microsoft.com/office/drawing/2014/main" id="{ABC584D6-C1E7-4657-808C-50D487A777DB}"/>
              </a:ext>
            </a:extLst>
          </p:cNvPr>
          <p:cNvSpPr>
            <a:spLocks xmlns:a="http://schemas.openxmlformats.org/drawingml/2006/main" noGrp="1"/>
          </p:cNvSpPr>
          <p:nvPr/>
        </p:nvSpPr>
        <p:spPr>
          <a:xfrm xmlns:a="http://schemas.openxmlformats.org/drawingml/2006/main">
            <a:off x="6715125" y="3028950"/>
            <a:ext cx="38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3000" b="1">
                <a:solidFill>
                  <a:srgbClr val="0B0F19"/>
                </a:solidFill>
              </a:defRPr>
            </a:pPr>
            <a:r>
              <a:rPr sz="3000" b="1">
                <a:solidFill>
                  <a:srgbClr val="0B0F19"/>
                </a:solidFill>
              </a:rPr>
              <a:t>=</a:t>
            </a:r>
          </a:p>
        </p:txBody>
      </p:sp>
      <p:sp>
        <p:nvSpPr>
          <p:cNvPr id="1259444809" name="">
            <a:extLst xmlns:a="http://schemas.openxmlformats.org/drawingml/2006/main">
              <a:ext uri="{FF2B5EF4-FFF2-40B4-BE49-F238E27FC236}">
                <a16:creationId xmlns:a16="http://schemas.microsoft.com/office/drawing/2014/main" id="{06C101C6-EC3E-4E88-A245-A18753456052}"/>
              </a:ext>
            </a:extLst>
          </p:cNvPr>
          <p:cNvSpPr>
            <a:spLocks xmlns:a="http://schemas.openxmlformats.org/drawingml/2006/main" noGrp="1"/>
          </p:cNvSpPr>
          <p:nvPr/>
        </p:nvSpPr>
        <p:spPr>
          <a:xfrm xmlns:a="http://schemas.openxmlformats.org/drawingml/2006/main">
            <a:off x="7477125" y="2428875"/>
            <a:ext cx="323850" cy="323850"/>
          </a:xfrm>
          <a:prstGeom xmlns:a="http://schemas.openxmlformats.org/drawingml/2006/main" prst="roundRect">
            <a:avLst>
              <a:gd name="adj" fmla="val 5882"/>
            </a:avLst>
          </a:prstGeom>
          <a:solidFill xmlns:a="http://schemas.openxmlformats.org/drawingml/2006/main">
            <a:srgbClr val="DCFCE7"/>
          </a:solidFill>
          <a:ln xmlns:a="http://schemas.openxmlformats.org/drawingml/2006/main" w="14288">
            <a:solidFill>
              <a:srgbClr val="CBD5E1"/>
            </a:solidFill>
            <a:prstDash val="solid"/>
          </a:ln>
        </p:spPr>
      </p:sp>
      <p:sp>
        <p:nvSpPr>
          <p:cNvPr id="2072463859" name="">
            <a:extLst xmlns:a="http://schemas.openxmlformats.org/drawingml/2006/main">
              <a:ext uri="{FF2B5EF4-FFF2-40B4-BE49-F238E27FC236}">
                <a16:creationId xmlns:a16="http://schemas.microsoft.com/office/drawing/2014/main" id="{1C401B8E-52B1-441E-B151-47729093A011}"/>
              </a:ext>
            </a:extLst>
          </p:cNvPr>
          <p:cNvSpPr>
            <a:spLocks xmlns:a="http://schemas.openxmlformats.org/drawingml/2006/main" noGrp="1"/>
          </p:cNvSpPr>
          <p:nvPr/>
        </p:nvSpPr>
        <p:spPr>
          <a:xfrm xmlns:a="http://schemas.openxmlformats.org/drawingml/2006/main">
            <a:off x="7877175" y="2428875"/>
            <a:ext cx="323850" cy="323850"/>
          </a:xfrm>
          <a:prstGeom xmlns:a="http://schemas.openxmlformats.org/drawingml/2006/main" prst="roundRect">
            <a:avLst>
              <a:gd name="adj" fmla="val 5882"/>
            </a:avLst>
          </a:prstGeom>
          <a:solidFill xmlns:a="http://schemas.openxmlformats.org/drawingml/2006/main">
            <a:srgbClr val="DCFCE7"/>
          </a:solidFill>
          <a:ln xmlns:a="http://schemas.openxmlformats.org/drawingml/2006/main" w="14288">
            <a:solidFill>
              <a:srgbClr val="CBD5E1"/>
            </a:solidFill>
            <a:prstDash val="solid"/>
          </a:ln>
        </p:spPr>
      </p:sp>
      <p:sp>
        <p:nvSpPr>
          <p:cNvPr id="1445922740" name="">
            <a:extLst xmlns:a="http://schemas.openxmlformats.org/drawingml/2006/main">
              <a:ext uri="{FF2B5EF4-FFF2-40B4-BE49-F238E27FC236}">
                <a16:creationId xmlns:a16="http://schemas.microsoft.com/office/drawing/2014/main" id="{D403A73E-7921-4282-A56E-E76284A1D9AB}"/>
              </a:ext>
            </a:extLst>
          </p:cNvPr>
          <p:cNvSpPr>
            <a:spLocks xmlns:a="http://schemas.openxmlformats.org/drawingml/2006/main" noGrp="1"/>
          </p:cNvSpPr>
          <p:nvPr/>
        </p:nvSpPr>
        <p:spPr>
          <a:xfrm xmlns:a="http://schemas.openxmlformats.org/drawingml/2006/main">
            <a:off x="8277225" y="2428875"/>
            <a:ext cx="323850" cy="323850"/>
          </a:xfrm>
          <a:prstGeom xmlns:a="http://schemas.openxmlformats.org/drawingml/2006/main" prst="roundRect">
            <a:avLst>
              <a:gd name="adj" fmla="val 5882"/>
            </a:avLst>
          </a:prstGeom>
          <a:solidFill xmlns:a="http://schemas.openxmlformats.org/drawingml/2006/main">
            <a:srgbClr val="DCFCE7"/>
          </a:solidFill>
          <a:ln xmlns:a="http://schemas.openxmlformats.org/drawingml/2006/main" w="14288">
            <a:solidFill>
              <a:srgbClr val="CBD5E1"/>
            </a:solidFill>
            <a:prstDash val="solid"/>
          </a:ln>
        </p:spPr>
      </p:sp>
      <p:sp>
        <p:nvSpPr>
          <p:cNvPr id="643271563" name="">
            <a:extLst xmlns:a="http://schemas.openxmlformats.org/drawingml/2006/main">
              <a:ext uri="{FF2B5EF4-FFF2-40B4-BE49-F238E27FC236}">
                <a16:creationId xmlns:a16="http://schemas.microsoft.com/office/drawing/2014/main" id="{F01DCF81-20D8-4549-A8EC-35AA0370EF7B}"/>
              </a:ext>
            </a:extLst>
          </p:cNvPr>
          <p:cNvSpPr>
            <a:spLocks xmlns:a="http://schemas.openxmlformats.org/drawingml/2006/main" noGrp="1"/>
          </p:cNvSpPr>
          <p:nvPr/>
        </p:nvSpPr>
        <p:spPr>
          <a:xfrm xmlns:a="http://schemas.openxmlformats.org/drawingml/2006/main">
            <a:off x="8677275" y="2428875"/>
            <a:ext cx="323850" cy="323850"/>
          </a:xfrm>
          <a:prstGeom xmlns:a="http://schemas.openxmlformats.org/drawingml/2006/main" prst="roundRect">
            <a:avLst>
              <a:gd name="adj" fmla="val 5882"/>
            </a:avLst>
          </a:prstGeom>
          <a:solidFill xmlns:a="http://schemas.openxmlformats.org/drawingml/2006/main">
            <a:srgbClr val="DCFCE7"/>
          </a:solidFill>
          <a:ln xmlns:a="http://schemas.openxmlformats.org/drawingml/2006/main" w="14288">
            <a:solidFill>
              <a:srgbClr val="CBD5E1"/>
            </a:solidFill>
            <a:prstDash val="solid"/>
          </a:ln>
        </p:spPr>
      </p:sp>
      <p:sp>
        <p:nvSpPr>
          <p:cNvPr id="1549215513" name="">
            <a:extLst xmlns:a="http://schemas.openxmlformats.org/drawingml/2006/main">
              <a:ext uri="{FF2B5EF4-FFF2-40B4-BE49-F238E27FC236}">
                <a16:creationId xmlns:a16="http://schemas.microsoft.com/office/drawing/2014/main" id="{46D0A9EE-944E-40FF-877B-58D3EFF45340}"/>
              </a:ext>
            </a:extLst>
          </p:cNvPr>
          <p:cNvSpPr>
            <a:spLocks xmlns:a="http://schemas.openxmlformats.org/drawingml/2006/main" noGrp="1"/>
          </p:cNvSpPr>
          <p:nvPr/>
        </p:nvSpPr>
        <p:spPr>
          <a:xfrm xmlns:a="http://schemas.openxmlformats.org/drawingml/2006/main">
            <a:off x="9077325" y="2428875"/>
            <a:ext cx="323850" cy="323850"/>
          </a:xfrm>
          <a:prstGeom xmlns:a="http://schemas.openxmlformats.org/drawingml/2006/main" prst="roundRect">
            <a:avLst>
              <a:gd name="adj" fmla="val 5882"/>
            </a:avLst>
          </a:prstGeom>
          <a:solidFill xmlns:a="http://schemas.openxmlformats.org/drawingml/2006/main">
            <a:srgbClr val="DCFCE7"/>
          </a:solidFill>
          <a:ln xmlns:a="http://schemas.openxmlformats.org/drawingml/2006/main" w="14288">
            <a:solidFill>
              <a:srgbClr val="CBD5E1"/>
            </a:solidFill>
            <a:prstDash val="solid"/>
          </a:ln>
        </p:spPr>
      </p:sp>
      <p:sp>
        <p:nvSpPr>
          <p:cNvPr id="644461918" name="">
            <a:extLst xmlns:a="http://schemas.openxmlformats.org/drawingml/2006/main">
              <a:ext uri="{FF2B5EF4-FFF2-40B4-BE49-F238E27FC236}">
                <a16:creationId xmlns:a16="http://schemas.microsoft.com/office/drawing/2014/main" id="{BE7F5B63-91D6-4804-9816-D12CC4949E26}"/>
              </a:ext>
            </a:extLst>
          </p:cNvPr>
          <p:cNvSpPr>
            <a:spLocks xmlns:a="http://schemas.openxmlformats.org/drawingml/2006/main" noGrp="1"/>
          </p:cNvSpPr>
          <p:nvPr/>
        </p:nvSpPr>
        <p:spPr>
          <a:xfrm xmlns:a="http://schemas.openxmlformats.org/drawingml/2006/main">
            <a:off x="7477125" y="2828925"/>
            <a:ext cx="323850" cy="323850"/>
          </a:xfrm>
          <a:prstGeom xmlns:a="http://schemas.openxmlformats.org/drawingml/2006/main" prst="roundRect">
            <a:avLst>
              <a:gd name="adj" fmla="val 5882"/>
            </a:avLst>
          </a:prstGeom>
          <a:solidFill xmlns:a="http://schemas.openxmlformats.org/drawingml/2006/main">
            <a:srgbClr val="DCFCE7"/>
          </a:solidFill>
          <a:ln xmlns:a="http://schemas.openxmlformats.org/drawingml/2006/main" w="14288">
            <a:solidFill>
              <a:srgbClr val="CBD5E1"/>
            </a:solidFill>
            <a:prstDash val="solid"/>
          </a:ln>
        </p:spPr>
      </p:sp>
      <p:sp>
        <p:nvSpPr>
          <p:cNvPr id="34278905" name="">
            <a:extLst xmlns:a="http://schemas.openxmlformats.org/drawingml/2006/main">
              <a:ext uri="{FF2B5EF4-FFF2-40B4-BE49-F238E27FC236}">
                <a16:creationId xmlns:a16="http://schemas.microsoft.com/office/drawing/2014/main" id="{07D3503F-328C-46E1-BA3E-0F2E8ADA7C23}"/>
              </a:ext>
            </a:extLst>
          </p:cNvPr>
          <p:cNvSpPr>
            <a:spLocks xmlns:a="http://schemas.openxmlformats.org/drawingml/2006/main" noGrp="1"/>
          </p:cNvSpPr>
          <p:nvPr/>
        </p:nvSpPr>
        <p:spPr>
          <a:xfrm xmlns:a="http://schemas.openxmlformats.org/drawingml/2006/main">
            <a:off x="7877175" y="2828925"/>
            <a:ext cx="323850" cy="323850"/>
          </a:xfrm>
          <a:prstGeom xmlns:a="http://schemas.openxmlformats.org/drawingml/2006/main" prst="roundRect">
            <a:avLst>
              <a:gd name="adj" fmla="val 5882"/>
            </a:avLst>
          </a:prstGeom>
          <a:solidFill xmlns:a="http://schemas.openxmlformats.org/drawingml/2006/main">
            <a:srgbClr val="DCFCE7"/>
          </a:solidFill>
          <a:ln xmlns:a="http://schemas.openxmlformats.org/drawingml/2006/main" w="14288">
            <a:solidFill>
              <a:srgbClr val="CBD5E1"/>
            </a:solidFill>
            <a:prstDash val="solid"/>
          </a:ln>
        </p:spPr>
      </p:sp>
      <p:sp>
        <p:nvSpPr>
          <p:cNvPr id="169519881" name="">
            <a:extLst xmlns:a="http://schemas.openxmlformats.org/drawingml/2006/main">
              <a:ext uri="{FF2B5EF4-FFF2-40B4-BE49-F238E27FC236}">
                <a16:creationId xmlns:a16="http://schemas.microsoft.com/office/drawing/2014/main" id="{5CB1197D-FCC3-4B48-97CA-78692D5D1810}"/>
              </a:ext>
            </a:extLst>
          </p:cNvPr>
          <p:cNvSpPr>
            <a:spLocks xmlns:a="http://schemas.openxmlformats.org/drawingml/2006/main" noGrp="1"/>
          </p:cNvSpPr>
          <p:nvPr/>
        </p:nvSpPr>
        <p:spPr>
          <a:xfrm xmlns:a="http://schemas.openxmlformats.org/drawingml/2006/main">
            <a:off x="8277225" y="2828925"/>
            <a:ext cx="323850" cy="323850"/>
          </a:xfrm>
          <a:prstGeom xmlns:a="http://schemas.openxmlformats.org/drawingml/2006/main" prst="roundRect">
            <a:avLst>
              <a:gd name="adj" fmla="val 5882"/>
            </a:avLst>
          </a:prstGeom>
          <a:solidFill xmlns:a="http://schemas.openxmlformats.org/drawingml/2006/main">
            <a:srgbClr val="DCFCE7"/>
          </a:solidFill>
          <a:ln xmlns:a="http://schemas.openxmlformats.org/drawingml/2006/main" w="14288">
            <a:solidFill>
              <a:srgbClr val="CBD5E1"/>
            </a:solidFill>
            <a:prstDash val="solid"/>
          </a:ln>
        </p:spPr>
      </p:sp>
      <p:sp>
        <p:nvSpPr>
          <p:cNvPr id="327524538" name="">
            <a:extLst xmlns:a="http://schemas.openxmlformats.org/drawingml/2006/main">
              <a:ext uri="{FF2B5EF4-FFF2-40B4-BE49-F238E27FC236}">
                <a16:creationId xmlns:a16="http://schemas.microsoft.com/office/drawing/2014/main" id="{BE7D466D-95FC-4462-BEC3-DF2FDA6BEF39}"/>
              </a:ext>
            </a:extLst>
          </p:cNvPr>
          <p:cNvSpPr>
            <a:spLocks xmlns:a="http://schemas.openxmlformats.org/drawingml/2006/main" noGrp="1"/>
          </p:cNvSpPr>
          <p:nvPr/>
        </p:nvSpPr>
        <p:spPr>
          <a:xfrm xmlns:a="http://schemas.openxmlformats.org/drawingml/2006/main">
            <a:off x="8677275" y="2828925"/>
            <a:ext cx="323850" cy="323850"/>
          </a:xfrm>
          <a:prstGeom xmlns:a="http://schemas.openxmlformats.org/drawingml/2006/main" prst="roundRect">
            <a:avLst>
              <a:gd name="adj" fmla="val 5882"/>
            </a:avLst>
          </a:prstGeom>
          <a:solidFill xmlns:a="http://schemas.openxmlformats.org/drawingml/2006/main">
            <a:srgbClr val="DCFCE7"/>
          </a:solidFill>
          <a:ln xmlns:a="http://schemas.openxmlformats.org/drawingml/2006/main" w="14288">
            <a:solidFill>
              <a:srgbClr val="CBD5E1"/>
            </a:solidFill>
            <a:prstDash val="solid"/>
          </a:ln>
        </p:spPr>
      </p:sp>
      <p:sp>
        <p:nvSpPr>
          <p:cNvPr id="625063416" name="">
            <a:extLst xmlns:a="http://schemas.openxmlformats.org/drawingml/2006/main">
              <a:ext uri="{FF2B5EF4-FFF2-40B4-BE49-F238E27FC236}">
                <a16:creationId xmlns:a16="http://schemas.microsoft.com/office/drawing/2014/main" id="{F75DF203-CCFE-441D-A304-27A877DF92B5}"/>
              </a:ext>
            </a:extLst>
          </p:cNvPr>
          <p:cNvSpPr>
            <a:spLocks xmlns:a="http://schemas.openxmlformats.org/drawingml/2006/main" noGrp="1"/>
          </p:cNvSpPr>
          <p:nvPr/>
        </p:nvSpPr>
        <p:spPr>
          <a:xfrm xmlns:a="http://schemas.openxmlformats.org/drawingml/2006/main">
            <a:off x="9077325" y="2828925"/>
            <a:ext cx="323850" cy="323850"/>
          </a:xfrm>
          <a:prstGeom xmlns:a="http://schemas.openxmlformats.org/drawingml/2006/main" prst="roundRect">
            <a:avLst>
              <a:gd name="adj" fmla="val 5882"/>
            </a:avLst>
          </a:prstGeom>
          <a:solidFill xmlns:a="http://schemas.openxmlformats.org/drawingml/2006/main">
            <a:srgbClr val="DCFCE7"/>
          </a:solidFill>
          <a:ln xmlns:a="http://schemas.openxmlformats.org/drawingml/2006/main" w="14288">
            <a:solidFill>
              <a:srgbClr val="CBD5E1"/>
            </a:solidFill>
            <a:prstDash val="solid"/>
          </a:ln>
        </p:spPr>
      </p:sp>
      <p:sp>
        <p:nvSpPr>
          <p:cNvPr id="187962698" name="">
            <a:extLst xmlns:a="http://schemas.openxmlformats.org/drawingml/2006/main">
              <a:ext uri="{FF2B5EF4-FFF2-40B4-BE49-F238E27FC236}">
                <a16:creationId xmlns:a16="http://schemas.microsoft.com/office/drawing/2014/main" id="{F0E7D511-A6F7-4CC3-B641-8532EA3D7E17}"/>
              </a:ext>
            </a:extLst>
          </p:cNvPr>
          <p:cNvSpPr>
            <a:spLocks xmlns:a="http://schemas.openxmlformats.org/drawingml/2006/main" noGrp="1"/>
          </p:cNvSpPr>
          <p:nvPr/>
        </p:nvSpPr>
        <p:spPr>
          <a:xfrm xmlns:a="http://schemas.openxmlformats.org/drawingml/2006/main">
            <a:off x="7477125" y="3228975"/>
            <a:ext cx="323850" cy="323850"/>
          </a:xfrm>
          <a:prstGeom xmlns:a="http://schemas.openxmlformats.org/drawingml/2006/main" prst="roundRect">
            <a:avLst>
              <a:gd name="adj" fmla="val 5882"/>
            </a:avLst>
          </a:prstGeom>
          <a:solidFill xmlns:a="http://schemas.openxmlformats.org/drawingml/2006/main">
            <a:srgbClr val="DCFCE7"/>
          </a:solidFill>
          <a:ln xmlns:a="http://schemas.openxmlformats.org/drawingml/2006/main" w="14288">
            <a:solidFill>
              <a:srgbClr val="CBD5E1"/>
            </a:solidFill>
            <a:prstDash val="solid"/>
          </a:ln>
        </p:spPr>
      </p:sp>
      <p:sp>
        <p:nvSpPr>
          <p:cNvPr id="617106716" name="">
            <a:extLst xmlns:a="http://schemas.openxmlformats.org/drawingml/2006/main">
              <a:ext uri="{FF2B5EF4-FFF2-40B4-BE49-F238E27FC236}">
                <a16:creationId xmlns:a16="http://schemas.microsoft.com/office/drawing/2014/main" id="{BB44E264-9674-44AF-B855-48043337F92E}"/>
              </a:ext>
            </a:extLst>
          </p:cNvPr>
          <p:cNvSpPr>
            <a:spLocks xmlns:a="http://schemas.openxmlformats.org/drawingml/2006/main" noGrp="1"/>
          </p:cNvSpPr>
          <p:nvPr/>
        </p:nvSpPr>
        <p:spPr>
          <a:xfrm xmlns:a="http://schemas.openxmlformats.org/drawingml/2006/main">
            <a:off x="7877175" y="3228975"/>
            <a:ext cx="323850" cy="323850"/>
          </a:xfrm>
          <a:prstGeom xmlns:a="http://schemas.openxmlformats.org/drawingml/2006/main" prst="roundRect">
            <a:avLst>
              <a:gd name="adj" fmla="val 5882"/>
            </a:avLst>
          </a:prstGeom>
          <a:solidFill xmlns:a="http://schemas.openxmlformats.org/drawingml/2006/main">
            <a:srgbClr val="DCFCE7"/>
          </a:solidFill>
          <a:ln xmlns:a="http://schemas.openxmlformats.org/drawingml/2006/main" w="14288">
            <a:solidFill>
              <a:srgbClr val="CBD5E1"/>
            </a:solidFill>
            <a:prstDash val="solid"/>
          </a:ln>
        </p:spPr>
      </p:sp>
      <p:sp>
        <p:nvSpPr>
          <p:cNvPr id="1217876156" name="">
            <a:extLst xmlns:a="http://schemas.openxmlformats.org/drawingml/2006/main">
              <a:ext uri="{FF2B5EF4-FFF2-40B4-BE49-F238E27FC236}">
                <a16:creationId xmlns:a16="http://schemas.microsoft.com/office/drawing/2014/main" id="{7C6D1571-3007-4204-A1B9-F8D4A703B1F4}"/>
              </a:ext>
            </a:extLst>
          </p:cNvPr>
          <p:cNvSpPr>
            <a:spLocks xmlns:a="http://schemas.openxmlformats.org/drawingml/2006/main" noGrp="1"/>
          </p:cNvSpPr>
          <p:nvPr/>
        </p:nvSpPr>
        <p:spPr>
          <a:xfrm xmlns:a="http://schemas.openxmlformats.org/drawingml/2006/main">
            <a:off x="8277225" y="3228975"/>
            <a:ext cx="323850" cy="323850"/>
          </a:xfrm>
          <a:prstGeom xmlns:a="http://schemas.openxmlformats.org/drawingml/2006/main" prst="roundRect">
            <a:avLst>
              <a:gd name="adj" fmla="val 5882"/>
            </a:avLst>
          </a:prstGeom>
          <a:solidFill xmlns:a="http://schemas.openxmlformats.org/drawingml/2006/main">
            <a:srgbClr val="DCFCE7"/>
          </a:solidFill>
          <a:ln xmlns:a="http://schemas.openxmlformats.org/drawingml/2006/main" w="14288">
            <a:solidFill>
              <a:srgbClr val="CBD5E1"/>
            </a:solidFill>
            <a:prstDash val="solid"/>
          </a:ln>
        </p:spPr>
      </p:sp>
      <p:sp>
        <p:nvSpPr>
          <p:cNvPr id="973209119" name="">
            <a:extLst xmlns:a="http://schemas.openxmlformats.org/drawingml/2006/main">
              <a:ext uri="{FF2B5EF4-FFF2-40B4-BE49-F238E27FC236}">
                <a16:creationId xmlns:a16="http://schemas.microsoft.com/office/drawing/2014/main" id="{EF4E0C95-8320-444A-9503-9A1A5B59BFE3}"/>
              </a:ext>
            </a:extLst>
          </p:cNvPr>
          <p:cNvSpPr>
            <a:spLocks xmlns:a="http://schemas.openxmlformats.org/drawingml/2006/main" noGrp="1"/>
          </p:cNvSpPr>
          <p:nvPr/>
        </p:nvSpPr>
        <p:spPr>
          <a:xfrm xmlns:a="http://schemas.openxmlformats.org/drawingml/2006/main">
            <a:off x="8677275" y="3228975"/>
            <a:ext cx="323850" cy="323850"/>
          </a:xfrm>
          <a:prstGeom xmlns:a="http://schemas.openxmlformats.org/drawingml/2006/main" prst="roundRect">
            <a:avLst>
              <a:gd name="adj" fmla="val 5882"/>
            </a:avLst>
          </a:prstGeom>
          <a:solidFill xmlns:a="http://schemas.openxmlformats.org/drawingml/2006/main">
            <a:srgbClr val="DCFCE7"/>
          </a:solidFill>
          <a:ln xmlns:a="http://schemas.openxmlformats.org/drawingml/2006/main" w="14288">
            <a:solidFill>
              <a:srgbClr val="CBD5E1"/>
            </a:solidFill>
            <a:prstDash val="solid"/>
          </a:ln>
        </p:spPr>
      </p:sp>
      <p:sp>
        <p:nvSpPr>
          <p:cNvPr id="292029274" name="">
            <a:extLst xmlns:a="http://schemas.openxmlformats.org/drawingml/2006/main">
              <a:ext uri="{FF2B5EF4-FFF2-40B4-BE49-F238E27FC236}">
                <a16:creationId xmlns:a16="http://schemas.microsoft.com/office/drawing/2014/main" id="{094A61F9-2915-4846-910B-361022C2FD5C}"/>
              </a:ext>
            </a:extLst>
          </p:cNvPr>
          <p:cNvSpPr>
            <a:spLocks xmlns:a="http://schemas.openxmlformats.org/drawingml/2006/main" noGrp="1"/>
          </p:cNvSpPr>
          <p:nvPr/>
        </p:nvSpPr>
        <p:spPr>
          <a:xfrm xmlns:a="http://schemas.openxmlformats.org/drawingml/2006/main">
            <a:off x="9077325" y="3228975"/>
            <a:ext cx="323850" cy="323850"/>
          </a:xfrm>
          <a:prstGeom xmlns:a="http://schemas.openxmlformats.org/drawingml/2006/main" prst="roundRect">
            <a:avLst>
              <a:gd name="adj" fmla="val 5882"/>
            </a:avLst>
          </a:prstGeom>
          <a:solidFill xmlns:a="http://schemas.openxmlformats.org/drawingml/2006/main">
            <a:srgbClr val="DCFCE7"/>
          </a:solidFill>
          <a:ln xmlns:a="http://schemas.openxmlformats.org/drawingml/2006/main" w="14288">
            <a:solidFill>
              <a:srgbClr val="CBD5E1"/>
            </a:solidFill>
            <a:prstDash val="solid"/>
          </a:ln>
        </p:spPr>
      </p:sp>
      <p:sp>
        <p:nvSpPr>
          <p:cNvPr id="1630725396" name="">
            <a:extLst xmlns:a="http://schemas.openxmlformats.org/drawingml/2006/main">
              <a:ext uri="{FF2B5EF4-FFF2-40B4-BE49-F238E27FC236}">
                <a16:creationId xmlns:a16="http://schemas.microsoft.com/office/drawing/2014/main" id="{DD28B971-413E-4250-8EDF-AE9C06DC96F7}"/>
              </a:ext>
            </a:extLst>
          </p:cNvPr>
          <p:cNvSpPr>
            <a:spLocks xmlns:a="http://schemas.openxmlformats.org/drawingml/2006/main" noGrp="1"/>
          </p:cNvSpPr>
          <p:nvPr/>
        </p:nvSpPr>
        <p:spPr>
          <a:xfrm xmlns:a="http://schemas.openxmlformats.org/drawingml/2006/main">
            <a:off x="7477125" y="3629025"/>
            <a:ext cx="323850" cy="323850"/>
          </a:xfrm>
          <a:prstGeom xmlns:a="http://schemas.openxmlformats.org/drawingml/2006/main" prst="roundRect">
            <a:avLst>
              <a:gd name="adj" fmla="val 5882"/>
            </a:avLst>
          </a:prstGeom>
          <a:solidFill xmlns:a="http://schemas.openxmlformats.org/drawingml/2006/main">
            <a:srgbClr val="DCFCE7"/>
          </a:solidFill>
          <a:ln xmlns:a="http://schemas.openxmlformats.org/drawingml/2006/main" w="14288">
            <a:solidFill>
              <a:srgbClr val="CBD5E1"/>
            </a:solidFill>
            <a:prstDash val="solid"/>
          </a:ln>
        </p:spPr>
      </p:sp>
      <p:sp>
        <p:nvSpPr>
          <p:cNvPr id="1409978097" name="">
            <a:extLst xmlns:a="http://schemas.openxmlformats.org/drawingml/2006/main">
              <a:ext uri="{FF2B5EF4-FFF2-40B4-BE49-F238E27FC236}">
                <a16:creationId xmlns:a16="http://schemas.microsoft.com/office/drawing/2014/main" id="{DBB8222E-64DC-41CE-86E1-34BE3A35B085}"/>
              </a:ext>
            </a:extLst>
          </p:cNvPr>
          <p:cNvSpPr>
            <a:spLocks xmlns:a="http://schemas.openxmlformats.org/drawingml/2006/main" noGrp="1"/>
          </p:cNvSpPr>
          <p:nvPr/>
        </p:nvSpPr>
        <p:spPr>
          <a:xfrm xmlns:a="http://schemas.openxmlformats.org/drawingml/2006/main">
            <a:off x="7877175" y="3629025"/>
            <a:ext cx="323850" cy="323850"/>
          </a:xfrm>
          <a:prstGeom xmlns:a="http://schemas.openxmlformats.org/drawingml/2006/main" prst="roundRect">
            <a:avLst>
              <a:gd name="adj" fmla="val 5882"/>
            </a:avLst>
          </a:prstGeom>
          <a:solidFill xmlns:a="http://schemas.openxmlformats.org/drawingml/2006/main">
            <a:srgbClr val="DCFCE7"/>
          </a:solidFill>
          <a:ln xmlns:a="http://schemas.openxmlformats.org/drawingml/2006/main" w="14288">
            <a:solidFill>
              <a:srgbClr val="CBD5E1"/>
            </a:solidFill>
            <a:prstDash val="solid"/>
          </a:ln>
        </p:spPr>
      </p:sp>
      <p:sp>
        <p:nvSpPr>
          <p:cNvPr id="784116433" name="">
            <a:extLst xmlns:a="http://schemas.openxmlformats.org/drawingml/2006/main">
              <a:ext uri="{FF2B5EF4-FFF2-40B4-BE49-F238E27FC236}">
                <a16:creationId xmlns:a16="http://schemas.microsoft.com/office/drawing/2014/main" id="{7049F3C4-5F88-4532-AA42-6BDC8ED7777F}"/>
              </a:ext>
            </a:extLst>
          </p:cNvPr>
          <p:cNvSpPr>
            <a:spLocks xmlns:a="http://schemas.openxmlformats.org/drawingml/2006/main" noGrp="1"/>
          </p:cNvSpPr>
          <p:nvPr/>
        </p:nvSpPr>
        <p:spPr>
          <a:xfrm xmlns:a="http://schemas.openxmlformats.org/drawingml/2006/main">
            <a:off x="8277225" y="3629025"/>
            <a:ext cx="323850" cy="323850"/>
          </a:xfrm>
          <a:prstGeom xmlns:a="http://schemas.openxmlformats.org/drawingml/2006/main" prst="roundRect">
            <a:avLst>
              <a:gd name="adj" fmla="val 5882"/>
            </a:avLst>
          </a:prstGeom>
          <a:solidFill xmlns:a="http://schemas.openxmlformats.org/drawingml/2006/main">
            <a:srgbClr val="DCFCE7"/>
          </a:solidFill>
          <a:ln xmlns:a="http://schemas.openxmlformats.org/drawingml/2006/main" w="14288">
            <a:solidFill>
              <a:srgbClr val="CBD5E1"/>
            </a:solidFill>
            <a:prstDash val="solid"/>
          </a:ln>
        </p:spPr>
      </p:sp>
      <p:sp>
        <p:nvSpPr>
          <p:cNvPr id="520917595" name="">
            <a:extLst xmlns:a="http://schemas.openxmlformats.org/drawingml/2006/main">
              <a:ext uri="{FF2B5EF4-FFF2-40B4-BE49-F238E27FC236}">
                <a16:creationId xmlns:a16="http://schemas.microsoft.com/office/drawing/2014/main" id="{23266256-55F5-458A-8256-7DDD54923E9B}"/>
              </a:ext>
            </a:extLst>
          </p:cNvPr>
          <p:cNvSpPr>
            <a:spLocks xmlns:a="http://schemas.openxmlformats.org/drawingml/2006/main" noGrp="1"/>
          </p:cNvSpPr>
          <p:nvPr/>
        </p:nvSpPr>
        <p:spPr>
          <a:xfrm xmlns:a="http://schemas.openxmlformats.org/drawingml/2006/main">
            <a:off x="8677275" y="3629025"/>
            <a:ext cx="323850" cy="323850"/>
          </a:xfrm>
          <a:prstGeom xmlns:a="http://schemas.openxmlformats.org/drawingml/2006/main" prst="roundRect">
            <a:avLst>
              <a:gd name="adj" fmla="val 5882"/>
            </a:avLst>
          </a:prstGeom>
          <a:solidFill xmlns:a="http://schemas.openxmlformats.org/drawingml/2006/main">
            <a:srgbClr val="DCFCE7"/>
          </a:solidFill>
          <a:ln xmlns:a="http://schemas.openxmlformats.org/drawingml/2006/main" w="14288">
            <a:solidFill>
              <a:srgbClr val="CBD5E1"/>
            </a:solidFill>
            <a:prstDash val="solid"/>
          </a:ln>
        </p:spPr>
      </p:sp>
      <p:sp>
        <p:nvSpPr>
          <p:cNvPr id="1352837899" name="">
            <a:extLst xmlns:a="http://schemas.openxmlformats.org/drawingml/2006/main">
              <a:ext uri="{FF2B5EF4-FFF2-40B4-BE49-F238E27FC236}">
                <a16:creationId xmlns:a16="http://schemas.microsoft.com/office/drawing/2014/main" id="{B28529A9-920F-43D2-A3EB-FAF84C02248D}"/>
              </a:ext>
            </a:extLst>
          </p:cNvPr>
          <p:cNvSpPr>
            <a:spLocks xmlns:a="http://schemas.openxmlformats.org/drawingml/2006/main" noGrp="1"/>
          </p:cNvSpPr>
          <p:nvPr/>
        </p:nvSpPr>
        <p:spPr>
          <a:xfrm xmlns:a="http://schemas.openxmlformats.org/drawingml/2006/main">
            <a:off x="9077325" y="3629025"/>
            <a:ext cx="323850" cy="323850"/>
          </a:xfrm>
          <a:prstGeom xmlns:a="http://schemas.openxmlformats.org/drawingml/2006/main" prst="roundRect">
            <a:avLst>
              <a:gd name="adj" fmla="val 5882"/>
            </a:avLst>
          </a:prstGeom>
          <a:solidFill xmlns:a="http://schemas.openxmlformats.org/drawingml/2006/main">
            <a:srgbClr val="DCFCE7"/>
          </a:solidFill>
          <a:ln xmlns:a="http://schemas.openxmlformats.org/drawingml/2006/main" w="14288">
            <a:solidFill>
              <a:srgbClr val="CBD5E1"/>
            </a:solidFill>
            <a:prstDash val="solid"/>
          </a:ln>
        </p:spPr>
      </p:sp>
      <p:sp>
        <p:nvSpPr>
          <p:cNvPr id="511812882" name="">
            <a:extLst xmlns:a="http://schemas.openxmlformats.org/drawingml/2006/main">
              <a:ext uri="{FF2B5EF4-FFF2-40B4-BE49-F238E27FC236}">
                <a16:creationId xmlns:a16="http://schemas.microsoft.com/office/drawing/2014/main" id="{BCED21EF-8BEC-438B-8C82-1062583AF0AA}"/>
              </a:ext>
            </a:extLst>
          </p:cNvPr>
          <p:cNvSpPr>
            <a:spLocks xmlns:a="http://schemas.openxmlformats.org/drawingml/2006/main" noGrp="1"/>
          </p:cNvSpPr>
          <p:nvPr/>
        </p:nvSpPr>
        <p:spPr>
          <a:xfrm xmlns:a="http://schemas.openxmlformats.org/drawingml/2006/main">
            <a:off x="7477125" y="4143375"/>
            <a:ext cx="2000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100" b="1">
                <a:solidFill>
                  <a:srgbClr val="0B0F19"/>
                </a:solidFill>
              </a:defRPr>
            </a:pPr>
            <a:r>
              <a:rPr sz="2100" b="1">
                <a:solidFill>
                  <a:srgbClr val="0B0F19"/>
                </a:solidFill>
              </a:rPr>
              <a:t>Y</a:t>
            </a:r>
          </a:p>
        </p:txBody>
      </p:sp>
      <p:sp>
        <p:nvSpPr>
          <p:cNvPr id="16501535" name="">
            <a:extLst xmlns:a="http://schemas.openxmlformats.org/drawingml/2006/main">
              <a:ext uri="{FF2B5EF4-FFF2-40B4-BE49-F238E27FC236}">
                <a16:creationId xmlns:a16="http://schemas.microsoft.com/office/drawing/2014/main" id="{B85C8B35-17EE-465A-90DF-2813E9D1ACD2}"/>
              </a:ext>
            </a:extLst>
          </p:cNvPr>
          <p:cNvSpPr>
            <a:spLocks xmlns:a="http://schemas.openxmlformats.org/drawingml/2006/main" noGrp="1"/>
          </p:cNvSpPr>
          <p:nvPr/>
        </p:nvSpPr>
        <p:spPr>
          <a:xfrm xmlns:a="http://schemas.openxmlformats.org/drawingml/2006/main">
            <a:off x="11106150" y="628650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00" b="0">
                <a:solidFill>
                  <a:srgbClr val="667085"/>
                </a:solidFill>
              </a:defRPr>
            </a:pPr>
            <a:r>
              <a:rPr sz="1000" b="0">
                <a:solidFill>
                  <a:srgbClr val="667085"/>
                </a:solidFill>
              </a:rPr>
              <a:t>16</a:t>
            </a:r>
          </a:p>
        </p:txBody>
      </p:sp>
    </p:spTree>
    <p:extLst>
      <p:ext uri="{BB962C8B-B14F-4D97-AF65-F5344CB8AC3E}">
        <p14:creationId xmlns:p14="http://schemas.microsoft.com/office/powerpoint/2010/main" val="1673055938"/>
      </p:ext>
    </p:extLst>
  </p:cSld>
</p:sld>
</file>

<file path=ppt/slides/slide17.xml><?xml version="1.0" encoding="utf-8"?>
<p:sld xmlns:p="http://schemas.openxmlformats.org/presentationml/2006/main" showMasterSp="1">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92794978" name="">
            <a:extLst xmlns:a="http://schemas.openxmlformats.org/drawingml/2006/main">
              <a:ext uri="{FF2B5EF4-FFF2-40B4-BE49-F238E27FC236}">
                <a16:creationId xmlns:a16="http://schemas.microsoft.com/office/drawing/2014/main" id="{BF7328BF-ED2C-432B-8B31-FB13969BB54C}"/>
              </a:ext>
            </a:extLst>
          </p:cNvPr>
          <p:cNvSpPr>
            <a:spLocks xmlns:a="http://schemas.openxmlformats.org/drawingml/2006/main" noGrp="1"/>
          </p:cNvSpPr>
          <p:nvPr/>
        </p:nvSpPr>
        <p:spPr>
          <a:xfrm xmlns:a="http://schemas.openxmlformats.org/drawingml/2006/main">
            <a:off x="609600" y="32385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563EB"/>
                </a:solidFill>
              </a:defRPr>
            </a:pPr>
            <a:r>
              <a:rPr sz="1200" b="1">
                <a:solidFill>
                  <a:srgbClr val="2563EB"/>
                </a:solidFill>
              </a:rPr>
              <a:t>Neural networks</a:t>
            </a:r>
          </a:p>
        </p:txBody>
      </p:sp>
      <p:sp>
        <p:nvSpPr>
          <p:cNvPr id="1916799355" name="">
            <a:extLst xmlns:a="http://schemas.openxmlformats.org/drawingml/2006/main">
              <a:ext uri="{FF2B5EF4-FFF2-40B4-BE49-F238E27FC236}">
                <a16:creationId xmlns:a16="http://schemas.microsoft.com/office/drawing/2014/main" id="{FF3AF5BC-538E-47D5-9395-27CD8DE80EC1}"/>
              </a:ext>
            </a:extLst>
          </p:cNvPr>
          <p:cNvSpPr>
            <a:spLocks xmlns:a="http://schemas.openxmlformats.org/drawingml/2006/main" noGrp="1"/>
          </p:cNvSpPr>
          <p:nvPr/>
        </p:nvSpPr>
        <p:spPr>
          <a:xfrm xmlns:a="http://schemas.openxmlformats.org/drawingml/2006/main">
            <a:off x="609600" y="590549"/>
            <a:ext cx="9334500" cy="5905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150" b="1">
                <a:solidFill>
                  <a:srgbClr val="0B0F19"/>
                </a:solidFill>
              </a:defRPr>
            </a:pPr>
            <a:r>
              <a:rPr sz="3150" b="1">
                <a:solidFill>
                  <a:srgbClr val="0B0F19"/>
                </a:solidFill>
              </a:rPr>
              <a:t>A neuron is a tiny calculator</a:t>
            </a:r>
          </a:p>
        </p:txBody>
      </p:sp>
      <p:sp>
        <p:nvSpPr>
          <p:cNvPr id="37188915" name="">
            <a:extLst xmlns:a="http://schemas.openxmlformats.org/drawingml/2006/main">
              <a:ext uri="{FF2B5EF4-FFF2-40B4-BE49-F238E27FC236}">
                <a16:creationId xmlns:a16="http://schemas.microsoft.com/office/drawing/2014/main" id="{06C99113-503D-4917-8B18-73655B4E5976}"/>
              </a:ext>
            </a:extLst>
          </p:cNvPr>
          <p:cNvSpPr>
            <a:spLocks xmlns:a="http://schemas.openxmlformats.org/drawingml/2006/main" noGrp="1"/>
          </p:cNvSpPr>
          <p:nvPr/>
        </p:nvSpPr>
        <p:spPr>
          <a:xfrm xmlns:a="http://schemas.openxmlformats.org/drawingml/2006/main">
            <a:off x="609600" y="1352550"/>
            <a:ext cx="10972800" cy="4762500"/>
          </a:xfrm>
          <a:prstGeom xmlns:a="http://schemas.openxmlformats.org/drawingml/2006/main" prst="roundRect">
            <a:avLst>
              <a:gd name="adj" fmla="val 1600"/>
            </a:avLst>
          </a:prstGeom>
          <a:solidFill xmlns:a="http://schemas.openxmlformats.org/drawingml/2006/main">
            <a:srgbClr val="F8FAFC"/>
          </a:solidFill>
          <a:ln xmlns:a="http://schemas.openxmlformats.org/drawingml/2006/main" w="14288">
            <a:solidFill>
              <a:srgbClr val="E2E8F0"/>
            </a:solidFill>
            <a:prstDash val="solid"/>
          </a:ln>
        </p:spPr>
      </p:sp>
      <p:sp>
        <p:nvSpPr>
          <p:cNvPr id="692873312" name="">
            <a:extLst xmlns:a="http://schemas.openxmlformats.org/drawingml/2006/main">
              <a:ext uri="{FF2B5EF4-FFF2-40B4-BE49-F238E27FC236}">
                <a16:creationId xmlns:a16="http://schemas.microsoft.com/office/drawing/2014/main" id="{A759BE25-0F4E-4455-9438-3D0569490E74}"/>
              </a:ext>
            </a:extLst>
          </p:cNvPr>
          <p:cNvSpPr>
            <a:spLocks xmlns:a="http://schemas.openxmlformats.org/drawingml/2006/main" noGrp="1"/>
          </p:cNvSpPr>
          <p:nvPr/>
        </p:nvSpPr>
        <p:spPr>
          <a:xfrm xmlns:a="http://schemas.openxmlformats.org/drawingml/2006/main">
            <a:off x="1866900" y="2152650"/>
            <a:ext cx="647700" cy="647700"/>
          </a:xfrm>
          <a:prstGeom xmlns:a="http://schemas.openxmlformats.org/drawingml/2006/main" prst="ellipse">
            <a:avLst/>
          </a:prstGeom>
          <a:solidFill xmlns:a="http://schemas.openxmlformats.org/drawingml/2006/main">
            <a:srgbClr val="FFFFFF"/>
          </a:solidFill>
          <a:ln xmlns:a="http://schemas.openxmlformats.org/drawingml/2006/main" w="19050">
            <a:solidFill>
              <a:srgbClr val="CBD5E1"/>
            </a:solidFill>
            <a:prstDash val="solid"/>
          </a:ln>
        </p:spPr>
        <p:txBody>
          <a:bodyPr xmlns:a="http://schemas.openxmlformats.org/drawingml/2006/main"/>
          <a:lstStyle xmlns:a="http://schemas.openxmlformats.org/drawingml/2006/main"/>
          <a:p xmlns:a="http://schemas.openxmlformats.org/drawingml/2006/main">
            <a:pPr algn="ctr">
              <a:buNone/>
              <a:defRPr sz="1500" b="1">
                <a:solidFill>
                  <a:srgbClr val="0B0F19"/>
                </a:solidFill>
              </a:defRPr>
            </a:pPr>
            <a:r>
              <a:rPr sz="1500" b="1">
                <a:solidFill>
                  <a:srgbClr val="0B0F19"/>
                </a:solidFill>
              </a:rPr>
              <a:t>x1</a:t>
            </a:r>
          </a:p>
        </p:txBody>
      </p:sp>
      <p:sp>
        <p:nvSpPr>
          <p:cNvPr id="1797194109" name="">
            <a:extLst xmlns:a="http://schemas.openxmlformats.org/drawingml/2006/main">
              <a:ext uri="{FF2B5EF4-FFF2-40B4-BE49-F238E27FC236}">
                <a16:creationId xmlns:a16="http://schemas.microsoft.com/office/drawing/2014/main" id="{C0125F2C-BB71-44E4-8F94-380274FBE12C}"/>
              </a:ext>
            </a:extLst>
          </p:cNvPr>
          <p:cNvSpPr>
            <a:spLocks xmlns:a="http://schemas.openxmlformats.org/drawingml/2006/main" noGrp="1"/>
          </p:cNvSpPr>
          <p:nvPr/>
        </p:nvSpPr>
        <p:spPr>
          <a:xfrm xmlns:a="http://schemas.openxmlformats.org/drawingml/2006/main">
            <a:off x="2524125" y="2476500"/>
            <a:ext cx="2667000" cy="952500"/>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112417402" name="">
            <a:extLst xmlns:a="http://schemas.openxmlformats.org/drawingml/2006/main">
              <a:ext uri="{FF2B5EF4-FFF2-40B4-BE49-F238E27FC236}">
                <a16:creationId xmlns:a16="http://schemas.microsoft.com/office/drawing/2014/main" id="{35A2BCDA-FC1B-4C2C-85A3-F2E98DF24D6E}"/>
              </a:ext>
            </a:extLst>
          </p:cNvPr>
          <p:cNvSpPr>
            <a:spLocks xmlns:a="http://schemas.openxmlformats.org/drawingml/2006/main" noGrp="1"/>
          </p:cNvSpPr>
          <p:nvPr/>
        </p:nvSpPr>
        <p:spPr>
          <a:xfrm xmlns:a="http://schemas.openxmlformats.org/drawingml/2006/main">
            <a:off x="3381375" y="224790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0">
                <a:solidFill>
                  <a:srgbClr val="667085"/>
                </a:solidFill>
              </a:defRPr>
            </a:pPr>
            <a:r>
              <a:rPr sz="1350" b="0">
                <a:solidFill>
                  <a:srgbClr val="667085"/>
                </a:solidFill>
              </a:rPr>
              <a:t>w1</a:t>
            </a:r>
          </a:p>
        </p:txBody>
      </p:sp>
      <p:sp>
        <p:nvSpPr>
          <p:cNvPr id="1168657456" name="">
            <a:extLst xmlns:a="http://schemas.openxmlformats.org/drawingml/2006/main">
              <a:ext uri="{FF2B5EF4-FFF2-40B4-BE49-F238E27FC236}">
                <a16:creationId xmlns:a16="http://schemas.microsoft.com/office/drawing/2014/main" id="{ED68BCEC-489C-44E0-BA66-F95AF4DC3415}"/>
              </a:ext>
            </a:extLst>
          </p:cNvPr>
          <p:cNvSpPr>
            <a:spLocks xmlns:a="http://schemas.openxmlformats.org/drawingml/2006/main" noGrp="1"/>
          </p:cNvSpPr>
          <p:nvPr/>
        </p:nvSpPr>
        <p:spPr>
          <a:xfrm xmlns:a="http://schemas.openxmlformats.org/drawingml/2006/main">
            <a:off x="1866900" y="3105150"/>
            <a:ext cx="647700" cy="647700"/>
          </a:xfrm>
          <a:prstGeom xmlns:a="http://schemas.openxmlformats.org/drawingml/2006/main" prst="ellipse">
            <a:avLst/>
          </a:prstGeom>
          <a:solidFill xmlns:a="http://schemas.openxmlformats.org/drawingml/2006/main">
            <a:srgbClr val="FFFFFF"/>
          </a:solidFill>
          <a:ln xmlns:a="http://schemas.openxmlformats.org/drawingml/2006/main" w="19050">
            <a:solidFill>
              <a:srgbClr val="CBD5E1"/>
            </a:solidFill>
            <a:prstDash val="solid"/>
          </a:ln>
        </p:spPr>
        <p:txBody>
          <a:bodyPr xmlns:a="http://schemas.openxmlformats.org/drawingml/2006/main"/>
          <a:lstStyle xmlns:a="http://schemas.openxmlformats.org/drawingml/2006/main"/>
          <a:p xmlns:a="http://schemas.openxmlformats.org/drawingml/2006/main">
            <a:pPr algn="ctr">
              <a:buNone/>
              <a:defRPr sz="1500" b="1">
                <a:solidFill>
                  <a:srgbClr val="0B0F19"/>
                </a:solidFill>
              </a:defRPr>
            </a:pPr>
            <a:r>
              <a:rPr sz="1500" b="1">
                <a:solidFill>
                  <a:srgbClr val="0B0F19"/>
                </a:solidFill>
              </a:rPr>
              <a:t>x2</a:t>
            </a:r>
          </a:p>
        </p:txBody>
      </p:sp>
      <p:sp>
        <p:nvSpPr>
          <p:cNvPr id="924600820" name="">
            <a:extLst xmlns:a="http://schemas.openxmlformats.org/drawingml/2006/main">
              <a:ext uri="{FF2B5EF4-FFF2-40B4-BE49-F238E27FC236}">
                <a16:creationId xmlns:a16="http://schemas.microsoft.com/office/drawing/2014/main" id="{418FE044-D252-4FFE-8486-76A4829B3386}"/>
              </a:ext>
            </a:extLst>
          </p:cNvPr>
          <p:cNvSpPr>
            <a:spLocks xmlns:a="http://schemas.openxmlformats.org/drawingml/2006/main" noGrp="1"/>
          </p:cNvSpPr>
          <p:nvPr/>
        </p:nvSpPr>
        <p:spPr>
          <a:xfrm xmlns:a="http://schemas.openxmlformats.org/drawingml/2006/main">
            <a:off x="2524125" y="3429000"/>
            <a:ext cx="2667000" cy="9525"/>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1167578859" name="">
            <a:extLst xmlns:a="http://schemas.openxmlformats.org/drawingml/2006/main">
              <a:ext uri="{FF2B5EF4-FFF2-40B4-BE49-F238E27FC236}">
                <a16:creationId xmlns:a16="http://schemas.microsoft.com/office/drawing/2014/main" id="{A206BFC1-12BB-4158-9409-23132E6430C3}"/>
              </a:ext>
            </a:extLst>
          </p:cNvPr>
          <p:cNvSpPr>
            <a:spLocks xmlns:a="http://schemas.openxmlformats.org/drawingml/2006/main" noGrp="1"/>
          </p:cNvSpPr>
          <p:nvPr/>
        </p:nvSpPr>
        <p:spPr>
          <a:xfrm xmlns:a="http://schemas.openxmlformats.org/drawingml/2006/main">
            <a:off x="3381375" y="320040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0">
                <a:solidFill>
                  <a:srgbClr val="667085"/>
                </a:solidFill>
              </a:defRPr>
            </a:pPr>
            <a:r>
              <a:rPr sz="1350" b="0">
                <a:solidFill>
                  <a:srgbClr val="667085"/>
                </a:solidFill>
              </a:rPr>
              <a:t>w2</a:t>
            </a:r>
          </a:p>
        </p:txBody>
      </p:sp>
      <p:sp>
        <p:nvSpPr>
          <p:cNvPr id="435668246" name="">
            <a:extLst xmlns:a="http://schemas.openxmlformats.org/drawingml/2006/main">
              <a:ext uri="{FF2B5EF4-FFF2-40B4-BE49-F238E27FC236}">
                <a16:creationId xmlns:a16="http://schemas.microsoft.com/office/drawing/2014/main" id="{2CD5A1D5-72F7-45CF-B349-1D8401A0C11D}"/>
              </a:ext>
            </a:extLst>
          </p:cNvPr>
          <p:cNvSpPr>
            <a:spLocks xmlns:a="http://schemas.openxmlformats.org/drawingml/2006/main" noGrp="1"/>
          </p:cNvSpPr>
          <p:nvPr/>
        </p:nvSpPr>
        <p:spPr>
          <a:xfrm xmlns:a="http://schemas.openxmlformats.org/drawingml/2006/main">
            <a:off x="1866900" y="4057650"/>
            <a:ext cx="647700" cy="647700"/>
          </a:xfrm>
          <a:prstGeom xmlns:a="http://schemas.openxmlformats.org/drawingml/2006/main" prst="ellipse">
            <a:avLst/>
          </a:prstGeom>
          <a:solidFill xmlns:a="http://schemas.openxmlformats.org/drawingml/2006/main">
            <a:srgbClr val="FFFFFF"/>
          </a:solidFill>
          <a:ln xmlns:a="http://schemas.openxmlformats.org/drawingml/2006/main" w="19050">
            <a:solidFill>
              <a:srgbClr val="CBD5E1"/>
            </a:solidFill>
            <a:prstDash val="solid"/>
          </a:ln>
        </p:spPr>
        <p:txBody>
          <a:bodyPr xmlns:a="http://schemas.openxmlformats.org/drawingml/2006/main"/>
          <a:lstStyle xmlns:a="http://schemas.openxmlformats.org/drawingml/2006/main"/>
          <a:p xmlns:a="http://schemas.openxmlformats.org/drawingml/2006/main">
            <a:pPr algn="ctr">
              <a:buNone/>
              <a:defRPr sz="1500" b="1">
                <a:solidFill>
                  <a:srgbClr val="0B0F19"/>
                </a:solidFill>
              </a:defRPr>
            </a:pPr>
            <a:r>
              <a:rPr sz="1500" b="1">
                <a:solidFill>
                  <a:srgbClr val="0B0F19"/>
                </a:solidFill>
              </a:rPr>
              <a:t>x3</a:t>
            </a:r>
          </a:p>
        </p:txBody>
      </p:sp>
      <p:sp>
        <p:nvSpPr>
          <p:cNvPr id="231409220" name="">
            <a:extLst xmlns:a="http://schemas.openxmlformats.org/drawingml/2006/main">
              <a:ext uri="{FF2B5EF4-FFF2-40B4-BE49-F238E27FC236}">
                <a16:creationId xmlns:a16="http://schemas.microsoft.com/office/drawing/2014/main" id="{2ACF0519-F056-41BB-A7D4-A4020377E389}"/>
              </a:ext>
            </a:extLst>
          </p:cNvPr>
          <p:cNvSpPr>
            <a:spLocks xmlns:a="http://schemas.openxmlformats.org/drawingml/2006/main" noGrp="1"/>
          </p:cNvSpPr>
          <p:nvPr/>
        </p:nvSpPr>
        <p:spPr>
          <a:xfrm xmlns:a="http://schemas.openxmlformats.org/drawingml/2006/main">
            <a:off x="2524125" y="3429000"/>
            <a:ext cx="2667000" cy="952500"/>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994827986" name="">
            <a:extLst xmlns:a="http://schemas.openxmlformats.org/drawingml/2006/main">
              <a:ext uri="{FF2B5EF4-FFF2-40B4-BE49-F238E27FC236}">
                <a16:creationId xmlns:a16="http://schemas.microsoft.com/office/drawing/2014/main" id="{A3FA2100-02C0-49C7-97C9-B56CBB175AB3}"/>
              </a:ext>
            </a:extLst>
          </p:cNvPr>
          <p:cNvSpPr>
            <a:spLocks xmlns:a="http://schemas.openxmlformats.org/drawingml/2006/main" noGrp="1"/>
          </p:cNvSpPr>
          <p:nvPr/>
        </p:nvSpPr>
        <p:spPr>
          <a:xfrm xmlns:a="http://schemas.openxmlformats.org/drawingml/2006/main">
            <a:off x="3381375" y="415290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0">
                <a:solidFill>
                  <a:srgbClr val="667085"/>
                </a:solidFill>
              </a:defRPr>
            </a:pPr>
            <a:r>
              <a:rPr sz="1350" b="0">
                <a:solidFill>
                  <a:srgbClr val="667085"/>
                </a:solidFill>
              </a:rPr>
              <a:t>w3</a:t>
            </a:r>
          </a:p>
        </p:txBody>
      </p:sp>
      <p:sp>
        <p:nvSpPr>
          <p:cNvPr id="1572993834" name="">
            <a:extLst xmlns:a="http://schemas.openxmlformats.org/drawingml/2006/main">
              <a:ext uri="{FF2B5EF4-FFF2-40B4-BE49-F238E27FC236}">
                <a16:creationId xmlns:a16="http://schemas.microsoft.com/office/drawing/2014/main" id="{72B6DEE1-215C-45F3-9696-4A7B26A1DEF9}"/>
              </a:ext>
            </a:extLst>
          </p:cNvPr>
          <p:cNvSpPr>
            <a:spLocks xmlns:a="http://schemas.openxmlformats.org/drawingml/2006/main" noGrp="1"/>
          </p:cNvSpPr>
          <p:nvPr/>
        </p:nvSpPr>
        <p:spPr>
          <a:xfrm xmlns:a="http://schemas.openxmlformats.org/drawingml/2006/main">
            <a:off x="5048250" y="2762250"/>
            <a:ext cx="1333500" cy="1333500"/>
          </a:xfrm>
          <a:prstGeom xmlns:a="http://schemas.openxmlformats.org/drawingml/2006/main" prst="ellipse">
            <a:avLst/>
          </a:prstGeom>
          <a:solidFill xmlns:a="http://schemas.openxmlformats.org/drawingml/2006/main">
            <a:srgbClr val="E0F2FE"/>
          </a:solidFill>
          <a:ln xmlns:a="http://schemas.openxmlformats.org/drawingml/2006/main" w="19050">
            <a:solidFill>
              <a:srgbClr val="2563EB"/>
            </a:solidFill>
            <a:prstDash val="solid"/>
          </a:ln>
        </p:spPr>
        <p:txBody>
          <a:bodyPr xmlns:a="http://schemas.openxmlformats.org/drawingml/2006/main"/>
          <a:lstStyle xmlns:a="http://schemas.openxmlformats.org/drawingml/2006/main"/>
          <a:p xmlns:a="http://schemas.openxmlformats.org/drawingml/2006/main">
            <a:pPr algn="ctr">
              <a:buNone/>
              <a:defRPr sz="2100" b="1">
                <a:solidFill>
                  <a:srgbClr val="0B0F19"/>
                </a:solidFill>
              </a:defRPr>
            </a:pPr>
            <a:r>
              <a:rPr sz="2100" b="1">
                <a:solidFill>
                  <a:srgbClr val="0B0F19"/>
                </a:solidFill>
              </a:rPr>
              <a:t>sum</a:t>
            </a:r>
          </a:p>
        </p:txBody>
      </p:sp>
      <p:sp>
        <p:nvSpPr>
          <p:cNvPr id="1639036693" name="">
            <a:extLst xmlns:a="http://schemas.openxmlformats.org/drawingml/2006/main">
              <a:ext uri="{FF2B5EF4-FFF2-40B4-BE49-F238E27FC236}">
                <a16:creationId xmlns:a16="http://schemas.microsoft.com/office/drawing/2014/main" id="{494A9E46-E91D-436A-A837-4A0764D9BA53}"/>
              </a:ext>
            </a:extLst>
          </p:cNvPr>
          <p:cNvSpPr>
            <a:spLocks xmlns:a="http://schemas.openxmlformats.org/drawingml/2006/main" noGrp="1"/>
          </p:cNvSpPr>
          <p:nvPr/>
        </p:nvSpPr>
        <p:spPr>
          <a:xfrm xmlns:a="http://schemas.openxmlformats.org/drawingml/2006/main">
            <a:off x="6572250" y="3219449"/>
            <a:ext cx="1143000" cy="419100"/>
          </a:xfrm>
          <a:prstGeom xmlns:a="http://schemas.openxmlformats.org/drawingml/2006/main" prst="rightArrow">
            <a:avLst>
              <a:gd name="adj1" fmla="val 50000"/>
              <a:gd name="adj2" fmla="val 50000"/>
            </a:avLst>
          </a:prstGeom>
          <a:solidFill xmlns:a="http://schemas.openxmlformats.org/drawingml/2006/main">
            <a:srgbClr val="E0F2FE"/>
          </a:solidFill>
          <a:ln xmlns:a="http://schemas.openxmlformats.org/drawingml/2006/main" w="14288">
            <a:solidFill>
              <a:srgbClr val="2563EB"/>
            </a:solid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0B0F19"/>
                </a:solidFill>
              </a:defRPr>
            </a:pPr>
            <a:r>
              <a:rPr sz="1350" b="1">
                <a:solidFill>
                  <a:srgbClr val="0B0F19"/>
                </a:solidFill>
              </a:rPr>
              <a:t>f</a:t>
            </a:r>
          </a:p>
        </p:txBody>
      </p:sp>
      <p:sp>
        <p:nvSpPr>
          <p:cNvPr id="890415303" name="">
            <a:extLst xmlns:a="http://schemas.openxmlformats.org/drawingml/2006/main">
              <a:ext uri="{FF2B5EF4-FFF2-40B4-BE49-F238E27FC236}">
                <a16:creationId xmlns:a16="http://schemas.microsoft.com/office/drawing/2014/main" id="{DE1B6420-9479-4D8E-8178-119BBB2F2F3A}"/>
              </a:ext>
            </a:extLst>
          </p:cNvPr>
          <p:cNvSpPr>
            <a:spLocks xmlns:a="http://schemas.openxmlformats.org/drawingml/2006/main" noGrp="1"/>
          </p:cNvSpPr>
          <p:nvPr/>
        </p:nvSpPr>
        <p:spPr>
          <a:xfrm xmlns:a="http://schemas.openxmlformats.org/drawingml/2006/main">
            <a:off x="8020050" y="2876550"/>
            <a:ext cx="1104900" cy="1104900"/>
          </a:xfrm>
          <a:prstGeom xmlns:a="http://schemas.openxmlformats.org/drawingml/2006/main" prst="ellipse">
            <a:avLst/>
          </a:prstGeom>
          <a:solidFill xmlns:a="http://schemas.openxmlformats.org/drawingml/2006/main">
            <a:srgbClr val="DCFCE7"/>
          </a:solidFill>
          <a:ln xmlns:a="http://schemas.openxmlformats.org/drawingml/2006/main" w="19050">
            <a:solidFill>
              <a:srgbClr val="10B981"/>
            </a:solidFill>
            <a:prstDash val="solid"/>
          </a:ln>
        </p:spPr>
        <p:txBody>
          <a:bodyPr xmlns:a="http://schemas.openxmlformats.org/drawingml/2006/main"/>
          <a:lstStyle xmlns:a="http://schemas.openxmlformats.org/drawingml/2006/main"/>
          <a:p xmlns:a="http://schemas.openxmlformats.org/drawingml/2006/main">
            <a:pPr algn="ctr">
              <a:buNone/>
              <a:defRPr sz="1800" b="1">
                <a:solidFill>
                  <a:srgbClr val="0B0F19"/>
                </a:solidFill>
              </a:defRPr>
            </a:pPr>
            <a:r>
              <a:rPr sz="1800" b="1">
                <a:solidFill>
                  <a:srgbClr val="0B0F19"/>
                </a:solidFill>
              </a:rPr>
              <a:t>output</a:t>
            </a:r>
          </a:p>
        </p:txBody>
      </p:sp>
      <p:sp>
        <p:nvSpPr>
          <p:cNvPr id="889951819" name="">
            <a:extLst xmlns:a="http://schemas.openxmlformats.org/drawingml/2006/main">
              <a:ext uri="{FF2B5EF4-FFF2-40B4-BE49-F238E27FC236}">
                <a16:creationId xmlns:a16="http://schemas.microsoft.com/office/drawing/2014/main" id="{B1810CAC-5CBF-4A42-83A6-DD760204C5AB}"/>
              </a:ext>
            </a:extLst>
          </p:cNvPr>
          <p:cNvSpPr>
            <a:spLocks xmlns:a="http://schemas.openxmlformats.org/drawingml/2006/main" noGrp="1"/>
          </p:cNvSpPr>
          <p:nvPr/>
        </p:nvSpPr>
        <p:spPr>
          <a:xfrm xmlns:a="http://schemas.openxmlformats.org/drawingml/2006/main">
            <a:off x="11106150" y="628650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00" b="0">
                <a:solidFill>
                  <a:srgbClr val="667085"/>
                </a:solidFill>
              </a:defRPr>
            </a:pPr>
            <a:r>
              <a:rPr sz="1000" b="0">
                <a:solidFill>
                  <a:srgbClr val="667085"/>
                </a:solidFill>
              </a:rPr>
              <a:t>17</a:t>
            </a:r>
          </a:p>
        </p:txBody>
      </p:sp>
    </p:spTree>
    <p:extLst>
      <p:ext uri="{BB962C8B-B14F-4D97-AF65-F5344CB8AC3E}">
        <p14:creationId xmlns:p14="http://schemas.microsoft.com/office/powerpoint/2010/main" val="531226958"/>
      </p:ext>
    </p:extLst>
  </p:cSld>
</p:sld>
</file>

<file path=ppt/slides/slide18.xml><?xml version="1.0" encoding="utf-8"?>
<p:sld xmlns:p="http://schemas.openxmlformats.org/presentationml/2006/main" showMasterSp="1">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49712312" name="">
            <a:extLst xmlns:a="http://schemas.openxmlformats.org/drawingml/2006/main">
              <a:ext uri="{FF2B5EF4-FFF2-40B4-BE49-F238E27FC236}">
                <a16:creationId xmlns:a16="http://schemas.microsoft.com/office/drawing/2014/main" id="{42FD3426-226A-4130-8C83-5F2DE0E91403}"/>
              </a:ext>
            </a:extLst>
          </p:cNvPr>
          <p:cNvSpPr>
            <a:spLocks xmlns:a="http://schemas.openxmlformats.org/drawingml/2006/main" noGrp="1"/>
          </p:cNvSpPr>
          <p:nvPr/>
        </p:nvSpPr>
        <p:spPr>
          <a:xfrm xmlns:a="http://schemas.openxmlformats.org/drawingml/2006/main">
            <a:off x="609600" y="32385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563EB"/>
                </a:solidFill>
              </a:defRPr>
            </a:pPr>
            <a:r>
              <a:rPr sz="1200" b="1">
                <a:solidFill>
                  <a:srgbClr val="2563EB"/>
                </a:solidFill>
              </a:rPr>
              <a:t>Depth</a:t>
            </a:r>
          </a:p>
        </p:txBody>
      </p:sp>
      <p:sp>
        <p:nvSpPr>
          <p:cNvPr id="504424574" name="">
            <a:extLst xmlns:a="http://schemas.openxmlformats.org/drawingml/2006/main">
              <a:ext uri="{FF2B5EF4-FFF2-40B4-BE49-F238E27FC236}">
                <a16:creationId xmlns:a16="http://schemas.microsoft.com/office/drawing/2014/main" id="{6EAD105A-8451-4631-8399-5A153D3508DA}"/>
              </a:ext>
            </a:extLst>
          </p:cNvPr>
          <p:cNvSpPr>
            <a:spLocks xmlns:a="http://schemas.openxmlformats.org/drawingml/2006/main" noGrp="1"/>
          </p:cNvSpPr>
          <p:nvPr/>
        </p:nvSpPr>
        <p:spPr>
          <a:xfrm xmlns:a="http://schemas.openxmlformats.org/drawingml/2006/main">
            <a:off x="609600" y="590549"/>
            <a:ext cx="9334500" cy="5905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150" b="1">
                <a:solidFill>
                  <a:srgbClr val="0B0F19"/>
                </a:solidFill>
              </a:defRPr>
            </a:pPr>
            <a:r>
              <a:rPr sz="3150" b="1">
                <a:solidFill>
                  <a:srgbClr val="0B0F19"/>
                </a:solidFill>
              </a:rPr>
              <a:t>A network stacks many neurons</a:t>
            </a:r>
          </a:p>
        </p:txBody>
      </p:sp>
      <p:sp>
        <p:nvSpPr>
          <p:cNvPr id="8473208" name="">
            <a:extLst xmlns:a="http://schemas.openxmlformats.org/drawingml/2006/main">
              <a:ext uri="{FF2B5EF4-FFF2-40B4-BE49-F238E27FC236}">
                <a16:creationId xmlns:a16="http://schemas.microsoft.com/office/drawing/2014/main" id="{DFBE18A7-122F-4FD9-927A-A11C43B917AA}"/>
              </a:ext>
            </a:extLst>
          </p:cNvPr>
          <p:cNvSpPr>
            <a:spLocks xmlns:a="http://schemas.openxmlformats.org/drawingml/2006/main" noGrp="1"/>
          </p:cNvSpPr>
          <p:nvPr/>
        </p:nvSpPr>
        <p:spPr>
          <a:xfrm xmlns:a="http://schemas.openxmlformats.org/drawingml/2006/main">
            <a:off x="609600" y="1352550"/>
            <a:ext cx="10972800" cy="4762500"/>
          </a:xfrm>
          <a:prstGeom xmlns:a="http://schemas.openxmlformats.org/drawingml/2006/main" prst="roundRect">
            <a:avLst>
              <a:gd name="adj" fmla="val 1600"/>
            </a:avLst>
          </a:prstGeom>
          <a:solidFill xmlns:a="http://schemas.openxmlformats.org/drawingml/2006/main">
            <a:srgbClr val="F8FAFC"/>
          </a:solidFill>
          <a:ln xmlns:a="http://schemas.openxmlformats.org/drawingml/2006/main" w="14288">
            <a:solidFill>
              <a:srgbClr val="E2E8F0"/>
            </a:solidFill>
            <a:prstDash val="solid"/>
          </a:ln>
        </p:spPr>
      </p:sp>
      <p:sp>
        <p:nvSpPr>
          <p:cNvPr id="1713827264" name="">
            <a:extLst xmlns:a="http://schemas.openxmlformats.org/drawingml/2006/main">
              <a:ext uri="{FF2B5EF4-FFF2-40B4-BE49-F238E27FC236}">
                <a16:creationId xmlns:a16="http://schemas.microsoft.com/office/drawing/2014/main" id="{43A9D97C-C89B-4F24-ADA2-30216A1E8EB2}"/>
              </a:ext>
            </a:extLst>
          </p:cNvPr>
          <p:cNvSpPr>
            <a:spLocks xmlns:a="http://schemas.openxmlformats.org/drawingml/2006/main" noGrp="1"/>
          </p:cNvSpPr>
          <p:nvPr/>
        </p:nvSpPr>
        <p:spPr>
          <a:xfrm xmlns:a="http://schemas.openxmlformats.org/drawingml/2006/main">
            <a:off x="1962150" y="2200275"/>
            <a:ext cx="457200" cy="457200"/>
          </a:xfrm>
          <a:prstGeom xmlns:a="http://schemas.openxmlformats.org/drawingml/2006/main" prst="ellipse">
            <a:avLst/>
          </a:prstGeom>
          <a:solidFill xmlns:a="http://schemas.openxmlformats.org/drawingml/2006/main">
            <a:srgbClr val="FFFFFF"/>
          </a:solidFill>
          <a:ln xmlns:a="http://schemas.openxmlformats.org/drawingml/2006/main" w="19050">
            <a:solidFill>
              <a:srgbClr val="667085"/>
            </a:solidFill>
            <a:prstDash val="solid"/>
          </a:ln>
        </p:spPr>
      </p:sp>
      <p:sp>
        <p:nvSpPr>
          <p:cNvPr id="324013537" name="">
            <a:extLst xmlns:a="http://schemas.openxmlformats.org/drawingml/2006/main">
              <a:ext uri="{FF2B5EF4-FFF2-40B4-BE49-F238E27FC236}">
                <a16:creationId xmlns:a16="http://schemas.microsoft.com/office/drawing/2014/main" id="{48C92192-FBAC-4FB9-8803-85EA10691909}"/>
              </a:ext>
            </a:extLst>
          </p:cNvPr>
          <p:cNvSpPr>
            <a:spLocks xmlns:a="http://schemas.openxmlformats.org/drawingml/2006/main" noGrp="1"/>
          </p:cNvSpPr>
          <p:nvPr/>
        </p:nvSpPr>
        <p:spPr>
          <a:xfrm xmlns:a="http://schemas.openxmlformats.org/drawingml/2006/main">
            <a:off x="1962150" y="3438525"/>
            <a:ext cx="457200" cy="457200"/>
          </a:xfrm>
          <a:prstGeom xmlns:a="http://schemas.openxmlformats.org/drawingml/2006/main" prst="ellipse">
            <a:avLst/>
          </a:prstGeom>
          <a:solidFill xmlns:a="http://schemas.openxmlformats.org/drawingml/2006/main">
            <a:srgbClr val="FFFFFF"/>
          </a:solidFill>
          <a:ln xmlns:a="http://schemas.openxmlformats.org/drawingml/2006/main" w="19050">
            <a:solidFill>
              <a:srgbClr val="667085"/>
            </a:solidFill>
            <a:prstDash val="solid"/>
          </a:ln>
        </p:spPr>
      </p:sp>
      <p:sp>
        <p:nvSpPr>
          <p:cNvPr id="1149235492" name="">
            <a:extLst xmlns:a="http://schemas.openxmlformats.org/drawingml/2006/main">
              <a:ext uri="{FF2B5EF4-FFF2-40B4-BE49-F238E27FC236}">
                <a16:creationId xmlns:a16="http://schemas.microsoft.com/office/drawing/2014/main" id="{10437F6E-4A9E-4FE9-BA55-F9963F481295}"/>
              </a:ext>
            </a:extLst>
          </p:cNvPr>
          <p:cNvSpPr>
            <a:spLocks xmlns:a="http://schemas.openxmlformats.org/drawingml/2006/main" noGrp="1"/>
          </p:cNvSpPr>
          <p:nvPr/>
        </p:nvSpPr>
        <p:spPr>
          <a:xfrm xmlns:a="http://schemas.openxmlformats.org/drawingml/2006/main">
            <a:off x="1962150" y="4676775"/>
            <a:ext cx="457200" cy="457200"/>
          </a:xfrm>
          <a:prstGeom xmlns:a="http://schemas.openxmlformats.org/drawingml/2006/main" prst="ellipse">
            <a:avLst/>
          </a:prstGeom>
          <a:solidFill xmlns:a="http://schemas.openxmlformats.org/drawingml/2006/main">
            <a:srgbClr val="FFFFFF"/>
          </a:solidFill>
          <a:ln xmlns:a="http://schemas.openxmlformats.org/drawingml/2006/main" w="19050">
            <a:solidFill>
              <a:srgbClr val="667085"/>
            </a:solidFill>
            <a:prstDash val="solid"/>
          </a:ln>
        </p:spPr>
      </p:sp>
      <p:sp>
        <p:nvSpPr>
          <p:cNvPr id="2046790811" name="">
            <a:extLst xmlns:a="http://schemas.openxmlformats.org/drawingml/2006/main">
              <a:ext uri="{FF2B5EF4-FFF2-40B4-BE49-F238E27FC236}">
                <a16:creationId xmlns:a16="http://schemas.microsoft.com/office/drawing/2014/main" id="{98D634C0-B2DC-4866-A112-15105C53D30B}"/>
              </a:ext>
            </a:extLst>
          </p:cNvPr>
          <p:cNvSpPr>
            <a:spLocks xmlns:a="http://schemas.openxmlformats.org/drawingml/2006/main" noGrp="1"/>
          </p:cNvSpPr>
          <p:nvPr/>
        </p:nvSpPr>
        <p:spPr>
          <a:xfrm xmlns:a="http://schemas.openxmlformats.org/drawingml/2006/main">
            <a:off x="2419350" y="2428875"/>
            <a:ext cx="1924050" cy="9525"/>
          </a:xfrm>
          <a:prstGeom xmlns:a="http://schemas.openxmlformats.org/drawingml/2006/main" prst="line">
            <a:avLst/>
          </a:prstGeom>
          <a:noFill xmlns:a="http://schemas.openxmlformats.org/drawingml/2006/main"/>
          <a:ln xmlns:a="http://schemas.openxmlformats.org/drawingml/2006/main" w="9525">
            <a:solidFill>
              <a:srgbClr val="CBD5E1">
                <a:alpha val="45000"/>
              </a:srgbClr>
            </a:solidFill>
            <a:prstDash val="solid"/>
          </a:ln>
        </p:spPr>
      </p:sp>
      <p:sp>
        <p:nvSpPr>
          <p:cNvPr id="461426663" name="">
            <a:extLst xmlns:a="http://schemas.openxmlformats.org/drawingml/2006/main">
              <a:ext uri="{FF2B5EF4-FFF2-40B4-BE49-F238E27FC236}">
                <a16:creationId xmlns:a16="http://schemas.microsoft.com/office/drawing/2014/main" id="{7A8D6530-2AD6-4B04-AFF7-741F2278E186}"/>
              </a:ext>
            </a:extLst>
          </p:cNvPr>
          <p:cNvSpPr>
            <a:spLocks xmlns:a="http://schemas.openxmlformats.org/drawingml/2006/main" noGrp="1"/>
          </p:cNvSpPr>
          <p:nvPr/>
        </p:nvSpPr>
        <p:spPr>
          <a:xfrm xmlns:a="http://schemas.openxmlformats.org/drawingml/2006/main">
            <a:off x="2419350" y="2428875"/>
            <a:ext cx="1924050" cy="619125"/>
          </a:xfrm>
          <a:prstGeom xmlns:a="http://schemas.openxmlformats.org/drawingml/2006/main" prst="line">
            <a:avLst/>
          </a:prstGeom>
          <a:noFill xmlns:a="http://schemas.openxmlformats.org/drawingml/2006/main"/>
          <a:ln xmlns:a="http://schemas.openxmlformats.org/drawingml/2006/main" w="9525">
            <a:solidFill>
              <a:srgbClr val="CBD5E1">
                <a:alpha val="45000"/>
              </a:srgbClr>
            </a:solidFill>
            <a:prstDash val="solid"/>
          </a:ln>
        </p:spPr>
      </p:sp>
      <p:sp>
        <p:nvSpPr>
          <p:cNvPr id="76167672" name="">
            <a:extLst xmlns:a="http://schemas.openxmlformats.org/drawingml/2006/main">
              <a:ext uri="{FF2B5EF4-FFF2-40B4-BE49-F238E27FC236}">
                <a16:creationId xmlns:a16="http://schemas.microsoft.com/office/drawing/2014/main" id="{32A93EF2-2CB8-4500-9552-024241F2D75A}"/>
              </a:ext>
            </a:extLst>
          </p:cNvPr>
          <p:cNvSpPr>
            <a:spLocks xmlns:a="http://schemas.openxmlformats.org/drawingml/2006/main" noGrp="1"/>
          </p:cNvSpPr>
          <p:nvPr/>
        </p:nvSpPr>
        <p:spPr>
          <a:xfrm xmlns:a="http://schemas.openxmlformats.org/drawingml/2006/main">
            <a:off x="2419350" y="2428875"/>
            <a:ext cx="1924050" cy="1238250"/>
          </a:xfrm>
          <a:prstGeom xmlns:a="http://schemas.openxmlformats.org/drawingml/2006/main" prst="line">
            <a:avLst/>
          </a:prstGeom>
          <a:noFill xmlns:a="http://schemas.openxmlformats.org/drawingml/2006/main"/>
          <a:ln xmlns:a="http://schemas.openxmlformats.org/drawingml/2006/main" w="9525">
            <a:solidFill>
              <a:srgbClr val="CBD5E1">
                <a:alpha val="45000"/>
              </a:srgbClr>
            </a:solidFill>
            <a:prstDash val="solid"/>
          </a:ln>
        </p:spPr>
      </p:sp>
      <p:sp>
        <p:nvSpPr>
          <p:cNvPr id="1493459804" name="">
            <a:extLst xmlns:a="http://schemas.openxmlformats.org/drawingml/2006/main">
              <a:ext uri="{FF2B5EF4-FFF2-40B4-BE49-F238E27FC236}">
                <a16:creationId xmlns:a16="http://schemas.microsoft.com/office/drawing/2014/main" id="{C151E0A5-25B8-4C9C-B8E3-EA816216CFFB}"/>
              </a:ext>
            </a:extLst>
          </p:cNvPr>
          <p:cNvSpPr>
            <a:spLocks xmlns:a="http://schemas.openxmlformats.org/drawingml/2006/main" noGrp="1"/>
          </p:cNvSpPr>
          <p:nvPr/>
        </p:nvSpPr>
        <p:spPr>
          <a:xfrm xmlns:a="http://schemas.openxmlformats.org/drawingml/2006/main">
            <a:off x="2419350" y="2428875"/>
            <a:ext cx="1924050" cy="1857375"/>
          </a:xfrm>
          <a:prstGeom xmlns:a="http://schemas.openxmlformats.org/drawingml/2006/main" prst="line">
            <a:avLst/>
          </a:prstGeom>
          <a:noFill xmlns:a="http://schemas.openxmlformats.org/drawingml/2006/main"/>
          <a:ln xmlns:a="http://schemas.openxmlformats.org/drawingml/2006/main" w="9525">
            <a:solidFill>
              <a:srgbClr val="CBD5E1">
                <a:alpha val="45000"/>
              </a:srgbClr>
            </a:solidFill>
            <a:prstDash val="solid"/>
          </a:ln>
        </p:spPr>
      </p:sp>
      <p:sp>
        <p:nvSpPr>
          <p:cNvPr id="1986295900" name="">
            <a:extLst xmlns:a="http://schemas.openxmlformats.org/drawingml/2006/main">
              <a:ext uri="{FF2B5EF4-FFF2-40B4-BE49-F238E27FC236}">
                <a16:creationId xmlns:a16="http://schemas.microsoft.com/office/drawing/2014/main" id="{043EC808-ADE1-4F9C-A8F4-6EEDDE723889}"/>
              </a:ext>
            </a:extLst>
          </p:cNvPr>
          <p:cNvSpPr>
            <a:spLocks xmlns:a="http://schemas.openxmlformats.org/drawingml/2006/main" noGrp="1"/>
          </p:cNvSpPr>
          <p:nvPr/>
        </p:nvSpPr>
        <p:spPr>
          <a:xfrm xmlns:a="http://schemas.openxmlformats.org/drawingml/2006/main">
            <a:off x="2419350" y="2428875"/>
            <a:ext cx="1924050" cy="2476500"/>
          </a:xfrm>
          <a:prstGeom xmlns:a="http://schemas.openxmlformats.org/drawingml/2006/main" prst="line">
            <a:avLst/>
          </a:prstGeom>
          <a:noFill xmlns:a="http://schemas.openxmlformats.org/drawingml/2006/main"/>
          <a:ln xmlns:a="http://schemas.openxmlformats.org/drawingml/2006/main" w="9525">
            <a:solidFill>
              <a:srgbClr val="CBD5E1">
                <a:alpha val="45000"/>
              </a:srgbClr>
            </a:solidFill>
            <a:prstDash val="solid"/>
          </a:ln>
        </p:spPr>
      </p:sp>
      <p:sp>
        <p:nvSpPr>
          <p:cNvPr id="215807650" name="">
            <a:extLst xmlns:a="http://schemas.openxmlformats.org/drawingml/2006/main">
              <a:ext uri="{FF2B5EF4-FFF2-40B4-BE49-F238E27FC236}">
                <a16:creationId xmlns:a16="http://schemas.microsoft.com/office/drawing/2014/main" id="{9DC98BB0-CB6D-4B8C-B6B4-B033F4F11F9B}"/>
              </a:ext>
            </a:extLst>
          </p:cNvPr>
          <p:cNvSpPr>
            <a:spLocks xmlns:a="http://schemas.openxmlformats.org/drawingml/2006/main" noGrp="1"/>
          </p:cNvSpPr>
          <p:nvPr/>
        </p:nvSpPr>
        <p:spPr>
          <a:xfrm xmlns:a="http://schemas.openxmlformats.org/drawingml/2006/main">
            <a:off x="2419350" y="2428875"/>
            <a:ext cx="1924050" cy="1238250"/>
          </a:xfrm>
          <a:prstGeom xmlns:a="http://schemas.openxmlformats.org/drawingml/2006/main" prst="line">
            <a:avLst/>
          </a:prstGeom>
          <a:noFill xmlns:a="http://schemas.openxmlformats.org/drawingml/2006/main"/>
          <a:ln xmlns:a="http://schemas.openxmlformats.org/drawingml/2006/main" w="9525">
            <a:solidFill>
              <a:srgbClr val="CBD5E1">
                <a:alpha val="45000"/>
              </a:srgbClr>
            </a:solidFill>
            <a:prstDash val="solid"/>
          </a:ln>
        </p:spPr>
      </p:sp>
      <p:sp>
        <p:nvSpPr>
          <p:cNvPr id="1900948508" name="">
            <a:extLst xmlns:a="http://schemas.openxmlformats.org/drawingml/2006/main">
              <a:ext uri="{FF2B5EF4-FFF2-40B4-BE49-F238E27FC236}">
                <a16:creationId xmlns:a16="http://schemas.microsoft.com/office/drawing/2014/main" id="{BF25A322-282A-4CEB-925F-60147F38A196}"/>
              </a:ext>
            </a:extLst>
          </p:cNvPr>
          <p:cNvSpPr>
            <a:spLocks xmlns:a="http://schemas.openxmlformats.org/drawingml/2006/main" noGrp="1"/>
          </p:cNvSpPr>
          <p:nvPr/>
        </p:nvSpPr>
        <p:spPr>
          <a:xfrm xmlns:a="http://schemas.openxmlformats.org/drawingml/2006/main">
            <a:off x="2419350" y="3048000"/>
            <a:ext cx="1924050" cy="619125"/>
          </a:xfrm>
          <a:prstGeom xmlns:a="http://schemas.openxmlformats.org/drawingml/2006/main" prst="line">
            <a:avLst/>
          </a:prstGeom>
          <a:noFill xmlns:a="http://schemas.openxmlformats.org/drawingml/2006/main"/>
          <a:ln xmlns:a="http://schemas.openxmlformats.org/drawingml/2006/main" w="9525">
            <a:solidFill>
              <a:srgbClr val="CBD5E1">
                <a:alpha val="45000"/>
              </a:srgbClr>
            </a:solidFill>
            <a:prstDash val="solid"/>
          </a:ln>
        </p:spPr>
      </p:sp>
      <p:sp>
        <p:nvSpPr>
          <p:cNvPr id="621397676" name="">
            <a:extLst xmlns:a="http://schemas.openxmlformats.org/drawingml/2006/main">
              <a:ext uri="{FF2B5EF4-FFF2-40B4-BE49-F238E27FC236}">
                <a16:creationId xmlns:a16="http://schemas.microsoft.com/office/drawing/2014/main" id="{6B7F6CF4-A802-4D09-A441-3551596D594C}"/>
              </a:ext>
            </a:extLst>
          </p:cNvPr>
          <p:cNvSpPr>
            <a:spLocks xmlns:a="http://schemas.openxmlformats.org/drawingml/2006/main" noGrp="1"/>
          </p:cNvSpPr>
          <p:nvPr/>
        </p:nvSpPr>
        <p:spPr>
          <a:xfrm xmlns:a="http://schemas.openxmlformats.org/drawingml/2006/main">
            <a:off x="2419350" y="3667125"/>
            <a:ext cx="1924050" cy="9525"/>
          </a:xfrm>
          <a:prstGeom xmlns:a="http://schemas.openxmlformats.org/drawingml/2006/main" prst="line">
            <a:avLst/>
          </a:prstGeom>
          <a:noFill xmlns:a="http://schemas.openxmlformats.org/drawingml/2006/main"/>
          <a:ln xmlns:a="http://schemas.openxmlformats.org/drawingml/2006/main" w="9525">
            <a:solidFill>
              <a:srgbClr val="CBD5E1">
                <a:alpha val="45000"/>
              </a:srgbClr>
            </a:solidFill>
            <a:prstDash val="solid"/>
          </a:ln>
        </p:spPr>
      </p:sp>
      <p:sp>
        <p:nvSpPr>
          <p:cNvPr id="705899886" name="">
            <a:extLst xmlns:a="http://schemas.openxmlformats.org/drawingml/2006/main">
              <a:ext uri="{FF2B5EF4-FFF2-40B4-BE49-F238E27FC236}">
                <a16:creationId xmlns:a16="http://schemas.microsoft.com/office/drawing/2014/main" id="{81CD35C1-D06B-46DD-89ED-F82C117588BB}"/>
              </a:ext>
            </a:extLst>
          </p:cNvPr>
          <p:cNvSpPr>
            <a:spLocks xmlns:a="http://schemas.openxmlformats.org/drawingml/2006/main" noGrp="1"/>
          </p:cNvSpPr>
          <p:nvPr/>
        </p:nvSpPr>
        <p:spPr>
          <a:xfrm xmlns:a="http://schemas.openxmlformats.org/drawingml/2006/main">
            <a:off x="2419350" y="3667125"/>
            <a:ext cx="1924050" cy="619125"/>
          </a:xfrm>
          <a:prstGeom xmlns:a="http://schemas.openxmlformats.org/drawingml/2006/main" prst="line">
            <a:avLst/>
          </a:prstGeom>
          <a:noFill xmlns:a="http://schemas.openxmlformats.org/drawingml/2006/main"/>
          <a:ln xmlns:a="http://schemas.openxmlformats.org/drawingml/2006/main" w="9525">
            <a:solidFill>
              <a:srgbClr val="CBD5E1">
                <a:alpha val="45000"/>
              </a:srgbClr>
            </a:solidFill>
            <a:prstDash val="solid"/>
          </a:ln>
        </p:spPr>
      </p:sp>
      <p:sp>
        <p:nvSpPr>
          <p:cNvPr id="103867624" name="">
            <a:extLst xmlns:a="http://schemas.openxmlformats.org/drawingml/2006/main">
              <a:ext uri="{FF2B5EF4-FFF2-40B4-BE49-F238E27FC236}">
                <a16:creationId xmlns:a16="http://schemas.microsoft.com/office/drawing/2014/main" id="{1125DA30-ACD7-4AB0-99CE-46B3A9BA1294}"/>
              </a:ext>
            </a:extLst>
          </p:cNvPr>
          <p:cNvSpPr>
            <a:spLocks xmlns:a="http://schemas.openxmlformats.org/drawingml/2006/main" noGrp="1"/>
          </p:cNvSpPr>
          <p:nvPr/>
        </p:nvSpPr>
        <p:spPr>
          <a:xfrm xmlns:a="http://schemas.openxmlformats.org/drawingml/2006/main">
            <a:off x="2419350" y="3667125"/>
            <a:ext cx="1924050" cy="1238250"/>
          </a:xfrm>
          <a:prstGeom xmlns:a="http://schemas.openxmlformats.org/drawingml/2006/main" prst="line">
            <a:avLst/>
          </a:prstGeom>
          <a:noFill xmlns:a="http://schemas.openxmlformats.org/drawingml/2006/main"/>
          <a:ln xmlns:a="http://schemas.openxmlformats.org/drawingml/2006/main" w="9525">
            <a:solidFill>
              <a:srgbClr val="CBD5E1">
                <a:alpha val="45000"/>
              </a:srgbClr>
            </a:solidFill>
            <a:prstDash val="solid"/>
          </a:ln>
        </p:spPr>
      </p:sp>
      <p:sp>
        <p:nvSpPr>
          <p:cNvPr id="1502178076" name="">
            <a:extLst xmlns:a="http://schemas.openxmlformats.org/drawingml/2006/main">
              <a:ext uri="{FF2B5EF4-FFF2-40B4-BE49-F238E27FC236}">
                <a16:creationId xmlns:a16="http://schemas.microsoft.com/office/drawing/2014/main" id="{67545A1A-2ABB-4118-A66F-3012A94B1761}"/>
              </a:ext>
            </a:extLst>
          </p:cNvPr>
          <p:cNvSpPr>
            <a:spLocks xmlns:a="http://schemas.openxmlformats.org/drawingml/2006/main" noGrp="1"/>
          </p:cNvSpPr>
          <p:nvPr/>
        </p:nvSpPr>
        <p:spPr>
          <a:xfrm xmlns:a="http://schemas.openxmlformats.org/drawingml/2006/main">
            <a:off x="2419350" y="2428875"/>
            <a:ext cx="1924050" cy="2476500"/>
          </a:xfrm>
          <a:prstGeom xmlns:a="http://schemas.openxmlformats.org/drawingml/2006/main" prst="line">
            <a:avLst/>
          </a:prstGeom>
          <a:noFill xmlns:a="http://schemas.openxmlformats.org/drawingml/2006/main"/>
          <a:ln xmlns:a="http://schemas.openxmlformats.org/drawingml/2006/main" w="9525">
            <a:solidFill>
              <a:srgbClr val="CBD5E1">
                <a:alpha val="45000"/>
              </a:srgbClr>
            </a:solidFill>
            <a:prstDash val="solid"/>
          </a:ln>
        </p:spPr>
      </p:sp>
      <p:sp>
        <p:nvSpPr>
          <p:cNvPr id="989476538" name="">
            <a:extLst xmlns:a="http://schemas.openxmlformats.org/drawingml/2006/main">
              <a:ext uri="{FF2B5EF4-FFF2-40B4-BE49-F238E27FC236}">
                <a16:creationId xmlns:a16="http://schemas.microsoft.com/office/drawing/2014/main" id="{F06DFFA1-49BA-4AFD-9EC8-13A18AF5B6AF}"/>
              </a:ext>
            </a:extLst>
          </p:cNvPr>
          <p:cNvSpPr>
            <a:spLocks xmlns:a="http://schemas.openxmlformats.org/drawingml/2006/main" noGrp="1"/>
          </p:cNvSpPr>
          <p:nvPr/>
        </p:nvSpPr>
        <p:spPr>
          <a:xfrm xmlns:a="http://schemas.openxmlformats.org/drawingml/2006/main">
            <a:off x="2419350" y="3048000"/>
            <a:ext cx="1924050" cy="1857375"/>
          </a:xfrm>
          <a:prstGeom xmlns:a="http://schemas.openxmlformats.org/drawingml/2006/main" prst="line">
            <a:avLst/>
          </a:prstGeom>
          <a:noFill xmlns:a="http://schemas.openxmlformats.org/drawingml/2006/main"/>
          <a:ln xmlns:a="http://schemas.openxmlformats.org/drawingml/2006/main" w="9525">
            <a:solidFill>
              <a:srgbClr val="CBD5E1">
                <a:alpha val="45000"/>
              </a:srgbClr>
            </a:solidFill>
            <a:prstDash val="solid"/>
          </a:ln>
        </p:spPr>
      </p:sp>
      <p:sp>
        <p:nvSpPr>
          <p:cNvPr id="685964983" name="">
            <a:extLst xmlns:a="http://schemas.openxmlformats.org/drawingml/2006/main">
              <a:ext uri="{FF2B5EF4-FFF2-40B4-BE49-F238E27FC236}">
                <a16:creationId xmlns:a16="http://schemas.microsoft.com/office/drawing/2014/main" id="{97E1096D-B0AE-46F4-8028-A5AA820C2A77}"/>
              </a:ext>
            </a:extLst>
          </p:cNvPr>
          <p:cNvSpPr>
            <a:spLocks xmlns:a="http://schemas.openxmlformats.org/drawingml/2006/main" noGrp="1"/>
          </p:cNvSpPr>
          <p:nvPr/>
        </p:nvSpPr>
        <p:spPr>
          <a:xfrm xmlns:a="http://schemas.openxmlformats.org/drawingml/2006/main">
            <a:off x="2419350" y="3667125"/>
            <a:ext cx="1924050" cy="1238250"/>
          </a:xfrm>
          <a:prstGeom xmlns:a="http://schemas.openxmlformats.org/drawingml/2006/main" prst="line">
            <a:avLst/>
          </a:prstGeom>
          <a:noFill xmlns:a="http://schemas.openxmlformats.org/drawingml/2006/main"/>
          <a:ln xmlns:a="http://schemas.openxmlformats.org/drawingml/2006/main" w="9525">
            <a:solidFill>
              <a:srgbClr val="CBD5E1">
                <a:alpha val="45000"/>
              </a:srgbClr>
            </a:solidFill>
            <a:prstDash val="solid"/>
          </a:ln>
        </p:spPr>
      </p:sp>
      <p:sp>
        <p:nvSpPr>
          <p:cNvPr id="1180342518" name="">
            <a:extLst xmlns:a="http://schemas.openxmlformats.org/drawingml/2006/main">
              <a:ext uri="{FF2B5EF4-FFF2-40B4-BE49-F238E27FC236}">
                <a16:creationId xmlns:a16="http://schemas.microsoft.com/office/drawing/2014/main" id="{F3C4F107-A4BA-4D5E-A6E3-2DB062243B02}"/>
              </a:ext>
            </a:extLst>
          </p:cNvPr>
          <p:cNvSpPr>
            <a:spLocks xmlns:a="http://schemas.openxmlformats.org/drawingml/2006/main" noGrp="1"/>
          </p:cNvSpPr>
          <p:nvPr/>
        </p:nvSpPr>
        <p:spPr>
          <a:xfrm xmlns:a="http://schemas.openxmlformats.org/drawingml/2006/main">
            <a:off x="2419350" y="4286250"/>
            <a:ext cx="1924050" cy="619125"/>
          </a:xfrm>
          <a:prstGeom xmlns:a="http://schemas.openxmlformats.org/drawingml/2006/main" prst="line">
            <a:avLst/>
          </a:prstGeom>
          <a:noFill xmlns:a="http://schemas.openxmlformats.org/drawingml/2006/main"/>
          <a:ln xmlns:a="http://schemas.openxmlformats.org/drawingml/2006/main" w="9525">
            <a:solidFill>
              <a:srgbClr val="CBD5E1">
                <a:alpha val="45000"/>
              </a:srgbClr>
            </a:solidFill>
            <a:prstDash val="solid"/>
          </a:ln>
        </p:spPr>
      </p:sp>
      <p:sp>
        <p:nvSpPr>
          <p:cNvPr id="1723153104" name="">
            <a:extLst xmlns:a="http://schemas.openxmlformats.org/drawingml/2006/main">
              <a:ext uri="{FF2B5EF4-FFF2-40B4-BE49-F238E27FC236}">
                <a16:creationId xmlns:a16="http://schemas.microsoft.com/office/drawing/2014/main" id="{9FAF7832-658C-4F20-B669-7384D124B338}"/>
              </a:ext>
            </a:extLst>
          </p:cNvPr>
          <p:cNvSpPr>
            <a:spLocks xmlns:a="http://schemas.openxmlformats.org/drawingml/2006/main" noGrp="1"/>
          </p:cNvSpPr>
          <p:nvPr/>
        </p:nvSpPr>
        <p:spPr>
          <a:xfrm xmlns:a="http://schemas.openxmlformats.org/drawingml/2006/main">
            <a:off x="2419350" y="4905375"/>
            <a:ext cx="1924050" cy="9525"/>
          </a:xfrm>
          <a:prstGeom xmlns:a="http://schemas.openxmlformats.org/drawingml/2006/main" prst="line">
            <a:avLst/>
          </a:prstGeom>
          <a:noFill xmlns:a="http://schemas.openxmlformats.org/drawingml/2006/main"/>
          <a:ln xmlns:a="http://schemas.openxmlformats.org/drawingml/2006/main" w="9525">
            <a:solidFill>
              <a:srgbClr val="CBD5E1">
                <a:alpha val="45000"/>
              </a:srgbClr>
            </a:solidFill>
            <a:prstDash val="solid"/>
          </a:ln>
        </p:spPr>
      </p:sp>
      <p:sp>
        <p:nvSpPr>
          <p:cNvPr id="1750953690" name="">
            <a:extLst xmlns:a="http://schemas.openxmlformats.org/drawingml/2006/main">
              <a:ext uri="{FF2B5EF4-FFF2-40B4-BE49-F238E27FC236}">
                <a16:creationId xmlns:a16="http://schemas.microsoft.com/office/drawing/2014/main" id="{7AF3B815-FAFB-4911-B21D-DFDBBDF89D2B}"/>
              </a:ext>
            </a:extLst>
          </p:cNvPr>
          <p:cNvSpPr>
            <a:spLocks xmlns:a="http://schemas.openxmlformats.org/drawingml/2006/main" noGrp="1"/>
          </p:cNvSpPr>
          <p:nvPr/>
        </p:nvSpPr>
        <p:spPr>
          <a:xfrm xmlns:a="http://schemas.openxmlformats.org/drawingml/2006/main">
            <a:off x="4343400" y="2200275"/>
            <a:ext cx="457200" cy="457200"/>
          </a:xfrm>
          <a:prstGeom xmlns:a="http://schemas.openxmlformats.org/drawingml/2006/main" prst="ellipse">
            <a:avLst/>
          </a:prstGeom>
          <a:solidFill xmlns:a="http://schemas.openxmlformats.org/drawingml/2006/main">
            <a:srgbClr val="FFFFFF"/>
          </a:solidFill>
          <a:ln xmlns:a="http://schemas.openxmlformats.org/drawingml/2006/main" w="19050">
            <a:solidFill>
              <a:srgbClr val="2563EB"/>
            </a:solidFill>
            <a:prstDash val="solid"/>
          </a:ln>
        </p:spPr>
      </p:sp>
      <p:sp>
        <p:nvSpPr>
          <p:cNvPr id="1513393047" name="">
            <a:extLst xmlns:a="http://schemas.openxmlformats.org/drawingml/2006/main">
              <a:ext uri="{FF2B5EF4-FFF2-40B4-BE49-F238E27FC236}">
                <a16:creationId xmlns:a16="http://schemas.microsoft.com/office/drawing/2014/main" id="{769A37ED-F6AC-4458-B641-2B8FFE80D9A9}"/>
              </a:ext>
            </a:extLst>
          </p:cNvPr>
          <p:cNvSpPr>
            <a:spLocks xmlns:a="http://schemas.openxmlformats.org/drawingml/2006/main" noGrp="1"/>
          </p:cNvSpPr>
          <p:nvPr/>
        </p:nvSpPr>
        <p:spPr>
          <a:xfrm xmlns:a="http://schemas.openxmlformats.org/drawingml/2006/main">
            <a:off x="4343400" y="2819400"/>
            <a:ext cx="457200" cy="457200"/>
          </a:xfrm>
          <a:prstGeom xmlns:a="http://schemas.openxmlformats.org/drawingml/2006/main" prst="ellipse">
            <a:avLst/>
          </a:prstGeom>
          <a:solidFill xmlns:a="http://schemas.openxmlformats.org/drawingml/2006/main">
            <a:srgbClr val="FFFFFF"/>
          </a:solidFill>
          <a:ln xmlns:a="http://schemas.openxmlformats.org/drawingml/2006/main" w="19050">
            <a:solidFill>
              <a:srgbClr val="2563EB"/>
            </a:solidFill>
            <a:prstDash val="solid"/>
          </a:ln>
        </p:spPr>
      </p:sp>
      <p:sp>
        <p:nvSpPr>
          <p:cNvPr id="496081327" name="">
            <a:extLst xmlns:a="http://schemas.openxmlformats.org/drawingml/2006/main">
              <a:ext uri="{FF2B5EF4-FFF2-40B4-BE49-F238E27FC236}">
                <a16:creationId xmlns:a16="http://schemas.microsoft.com/office/drawing/2014/main" id="{684D1D77-A0D5-4EDA-A5C5-FF1579436BB4}"/>
              </a:ext>
            </a:extLst>
          </p:cNvPr>
          <p:cNvSpPr>
            <a:spLocks xmlns:a="http://schemas.openxmlformats.org/drawingml/2006/main" noGrp="1"/>
          </p:cNvSpPr>
          <p:nvPr/>
        </p:nvSpPr>
        <p:spPr>
          <a:xfrm xmlns:a="http://schemas.openxmlformats.org/drawingml/2006/main">
            <a:off x="4343400" y="3438525"/>
            <a:ext cx="457200" cy="457200"/>
          </a:xfrm>
          <a:prstGeom xmlns:a="http://schemas.openxmlformats.org/drawingml/2006/main" prst="ellipse">
            <a:avLst/>
          </a:prstGeom>
          <a:solidFill xmlns:a="http://schemas.openxmlformats.org/drawingml/2006/main">
            <a:srgbClr val="FFFFFF"/>
          </a:solidFill>
          <a:ln xmlns:a="http://schemas.openxmlformats.org/drawingml/2006/main" w="19050">
            <a:solidFill>
              <a:srgbClr val="2563EB"/>
            </a:solidFill>
            <a:prstDash val="solid"/>
          </a:ln>
        </p:spPr>
      </p:sp>
      <p:sp>
        <p:nvSpPr>
          <p:cNvPr id="953579844" name="">
            <a:extLst xmlns:a="http://schemas.openxmlformats.org/drawingml/2006/main">
              <a:ext uri="{FF2B5EF4-FFF2-40B4-BE49-F238E27FC236}">
                <a16:creationId xmlns:a16="http://schemas.microsoft.com/office/drawing/2014/main" id="{ABF29996-222C-4BE3-AF69-3672667523F8}"/>
              </a:ext>
            </a:extLst>
          </p:cNvPr>
          <p:cNvSpPr>
            <a:spLocks xmlns:a="http://schemas.openxmlformats.org/drawingml/2006/main" noGrp="1"/>
          </p:cNvSpPr>
          <p:nvPr/>
        </p:nvSpPr>
        <p:spPr>
          <a:xfrm xmlns:a="http://schemas.openxmlformats.org/drawingml/2006/main">
            <a:off x="4343400" y="4057650"/>
            <a:ext cx="457200" cy="457200"/>
          </a:xfrm>
          <a:prstGeom xmlns:a="http://schemas.openxmlformats.org/drawingml/2006/main" prst="ellipse">
            <a:avLst/>
          </a:prstGeom>
          <a:solidFill xmlns:a="http://schemas.openxmlformats.org/drawingml/2006/main">
            <a:srgbClr val="FFFFFF"/>
          </a:solidFill>
          <a:ln xmlns:a="http://schemas.openxmlformats.org/drawingml/2006/main" w="19050">
            <a:solidFill>
              <a:srgbClr val="2563EB"/>
            </a:solidFill>
            <a:prstDash val="solid"/>
          </a:ln>
        </p:spPr>
      </p:sp>
      <p:sp>
        <p:nvSpPr>
          <p:cNvPr id="268581153" name="">
            <a:extLst xmlns:a="http://schemas.openxmlformats.org/drawingml/2006/main">
              <a:ext uri="{FF2B5EF4-FFF2-40B4-BE49-F238E27FC236}">
                <a16:creationId xmlns:a16="http://schemas.microsoft.com/office/drawing/2014/main" id="{6C2C758E-C950-4ACC-A1C2-11DCA84893D9}"/>
              </a:ext>
            </a:extLst>
          </p:cNvPr>
          <p:cNvSpPr>
            <a:spLocks xmlns:a="http://schemas.openxmlformats.org/drawingml/2006/main" noGrp="1"/>
          </p:cNvSpPr>
          <p:nvPr/>
        </p:nvSpPr>
        <p:spPr>
          <a:xfrm xmlns:a="http://schemas.openxmlformats.org/drawingml/2006/main">
            <a:off x="4343400" y="4676775"/>
            <a:ext cx="457200" cy="457200"/>
          </a:xfrm>
          <a:prstGeom xmlns:a="http://schemas.openxmlformats.org/drawingml/2006/main" prst="ellipse">
            <a:avLst/>
          </a:prstGeom>
          <a:solidFill xmlns:a="http://schemas.openxmlformats.org/drawingml/2006/main">
            <a:srgbClr val="FFFFFF"/>
          </a:solidFill>
          <a:ln xmlns:a="http://schemas.openxmlformats.org/drawingml/2006/main" w="19050">
            <a:solidFill>
              <a:srgbClr val="2563EB"/>
            </a:solidFill>
            <a:prstDash val="solid"/>
          </a:ln>
        </p:spPr>
      </p:sp>
      <p:sp>
        <p:nvSpPr>
          <p:cNvPr id="2135551255" name="">
            <a:extLst xmlns:a="http://schemas.openxmlformats.org/drawingml/2006/main">
              <a:ext uri="{FF2B5EF4-FFF2-40B4-BE49-F238E27FC236}">
                <a16:creationId xmlns:a16="http://schemas.microsoft.com/office/drawing/2014/main" id="{D804C49D-9995-42B7-9F95-32255B5B33CB}"/>
              </a:ext>
            </a:extLst>
          </p:cNvPr>
          <p:cNvSpPr>
            <a:spLocks xmlns:a="http://schemas.openxmlformats.org/drawingml/2006/main" noGrp="1"/>
          </p:cNvSpPr>
          <p:nvPr/>
        </p:nvSpPr>
        <p:spPr>
          <a:xfrm xmlns:a="http://schemas.openxmlformats.org/drawingml/2006/main">
            <a:off x="4800600" y="2428875"/>
            <a:ext cx="2019300" cy="9525"/>
          </a:xfrm>
          <a:prstGeom xmlns:a="http://schemas.openxmlformats.org/drawingml/2006/main" prst="line">
            <a:avLst/>
          </a:prstGeom>
          <a:noFill xmlns:a="http://schemas.openxmlformats.org/drawingml/2006/main"/>
          <a:ln xmlns:a="http://schemas.openxmlformats.org/drawingml/2006/main" w="9525">
            <a:solidFill>
              <a:srgbClr val="CBD5E1">
                <a:alpha val="45000"/>
              </a:srgbClr>
            </a:solidFill>
            <a:prstDash val="solid"/>
          </a:ln>
        </p:spPr>
      </p:sp>
      <p:sp>
        <p:nvSpPr>
          <p:cNvPr id="196554034" name="">
            <a:extLst xmlns:a="http://schemas.openxmlformats.org/drawingml/2006/main">
              <a:ext uri="{FF2B5EF4-FFF2-40B4-BE49-F238E27FC236}">
                <a16:creationId xmlns:a16="http://schemas.microsoft.com/office/drawing/2014/main" id="{8F90B668-79E9-40D7-A716-8A0FFB3B004C}"/>
              </a:ext>
            </a:extLst>
          </p:cNvPr>
          <p:cNvSpPr>
            <a:spLocks xmlns:a="http://schemas.openxmlformats.org/drawingml/2006/main" noGrp="1"/>
          </p:cNvSpPr>
          <p:nvPr/>
        </p:nvSpPr>
        <p:spPr>
          <a:xfrm xmlns:a="http://schemas.openxmlformats.org/drawingml/2006/main">
            <a:off x="4800600" y="2428875"/>
            <a:ext cx="2019300" cy="619125"/>
          </a:xfrm>
          <a:prstGeom xmlns:a="http://schemas.openxmlformats.org/drawingml/2006/main" prst="line">
            <a:avLst/>
          </a:prstGeom>
          <a:noFill xmlns:a="http://schemas.openxmlformats.org/drawingml/2006/main"/>
          <a:ln xmlns:a="http://schemas.openxmlformats.org/drawingml/2006/main" w="9525">
            <a:solidFill>
              <a:srgbClr val="CBD5E1">
                <a:alpha val="45000"/>
              </a:srgbClr>
            </a:solidFill>
            <a:prstDash val="solid"/>
          </a:ln>
        </p:spPr>
      </p:sp>
      <p:sp>
        <p:nvSpPr>
          <p:cNvPr id="650659478" name="">
            <a:extLst xmlns:a="http://schemas.openxmlformats.org/drawingml/2006/main">
              <a:ext uri="{FF2B5EF4-FFF2-40B4-BE49-F238E27FC236}">
                <a16:creationId xmlns:a16="http://schemas.microsoft.com/office/drawing/2014/main" id="{66A87448-CA5C-4811-B3BE-F95CB7F6C689}"/>
              </a:ext>
            </a:extLst>
          </p:cNvPr>
          <p:cNvSpPr>
            <a:spLocks xmlns:a="http://schemas.openxmlformats.org/drawingml/2006/main" noGrp="1"/>
          </p:cNvSpPr>
          <p:nvPr/>
        </p:nvSpPr>
        <p:spPr>
          <a:xfrm xmlns:a="http://schemas.openxmlformats.org/drawingml/2006/main">
            <a:off x="4800600" y="2428875"/>
            <a:ext cx="2019300" cy="1238250"/>
          </a:xfrm>
          <a:prstGeom xmlns:a="http://schemas.openxmlformats.org/drawingml/2006/main" prst="line">
            <a:avLst/>
          </a:prstGeom>
          <a:noFill xmlns:a="http://schemas.openxmlformats.org/drawingml/2006/main"/>
          <a:ln xmlns:a="http://schemas.openxmlformats.org/drawingml/2006/main" w="9525">
            <a:solidFill>
              <a:srgbClr val="CBD5E1">
                <a:alpha val="45000"/>
              </a:srgbClr>
            </a:solidFill>
            <a:prstDash val="solid"/>
          </a:ln>
        </p:spPr>
      </p:sp>
      <p:sp>
        <p:nvSpPr>
          <p:cNvPr id="194868133" name="">
            <a:extLst xmlns:a="http://schemas.openxmlformats.org/drawingml/2006/main">
              <a:ext uri="{FF2B5EF4-FFF2-40B4-BE49-F238E27FC236}">
                <a16:creationId xmlns:a16="http://schemas.microsoft.com/office/drawing/2014/main" id="{99479832-9096-44F9-B76B-4A2959CEF82C}"/>
              </a:ext>
            </a:extLst>
          </p:cNvPr>
          <p:cNvSpPr>
            <a:spLocks xmlns:a="http://schemas.openxmlformats.org/drawingml/2006/main" noGrp="1"/>
          </p:cNvSpPr>
          <p:nvPr/>
        </p:nvSpPr>
        <p:spPr>
          <a:xfrm xmlns:a="http://schemas.openxmlformats.org/drawingml/2006/main">
            <a:off x="4800600" y="2428875"/>
            <a:ext cx="2019300" cy="1857375"/>
          </a:xfrm>
          <a:prstGeom xmlns:a="http://schemas.openxmlformats.org/drawingml/2006/main" prst="line">
            <a:avLst/>
          </a:prstGeom>
          <a:noFill xmlns:a="http://schemas.openxmlformats.org/drawingml/2006/main"/>
          <a:ln xmlns:a="http://schemas.openxmlformats.org/drawingml/2006/main" w="9525">
            <a:solidFill>
              <a:srgbClr val="CBD5E1">
                <a:alpha val="45000"/>
              </a:srgbClr>
            </a:solidFill>
            <a:prstDash val="solid"/>
          </a:ln>
        </p:spPr>
      </p:sp>
      <p:sp>
        <p:nvSpPr>
          <p:cNvPr id="252889778" name="">
            <a:extLst xmlns:a="http://schemas.openxmlformats.org/drawingml/2006/main">
              <a:ext uri="{FF2B5EF4-FFF2-40B4-BE49-F238E27FC236}">
                <a16:creationId xmlns:a16="http://schemas.microsoft.com/office/drawing/2014/main" id="{55FCA84E-48D0-45AB-81C5-9F092169A595}"/>
              </a:ext>
            </a:extLst>
          </p:cNvPr>
          <p:cNvSpPr>
            <a:spLocks xmlns:a="http://schemas.openxmlformats.org/drawingml/2006/main" noGrp="1"/>
          </p:cNvSpPr>
          <p:nvPr/>
        </p:nvSpPr>
        <p:spPr>
          <a:xfrm xmlns:a="http://schemas.openxmlformats.org/drawingml/2006/main">
            <a:off x="4800600" y="2428875"/>
            <a:ext cx="2019300" cy="2476500"/>
          </a:xfrm>
          <a:prstGeom xmlns:a="http://schemas.openxmlformats.org/drawingml/2006/main" prst="line">
            <a:avLst/>
          </a:prstGeom>
          <a:noFill xmlns:a="http://schemas.openxmlformats.org/drawingml/2006/main"/>
          <a:ln xmlns:a="http://schemas.openxmlformats.org/drawingml/2006/main" w="9525">
            <a:solidFill>
              <a:srgbClr val="CBD5E1">
                <a:alpha val="45000"/>
              </a:srgbClr>
            </a:solidFill>
            <a:prstDash val="solid"/>
          </a:ln>
        </p:spPr>
      </p:sp>
      <p:sp>
        <p:nvSpPr>
          <p:cNvPr id="1483209840" name="">
            <a:extLst xmlns:a="http://schemas.openxmlformats.org/drawingml/2006/main">
              <a:ext uri="{FF2B5EF4-FFF2-40B4-BE49-F238E27FC236}">
                <a16:creationId xmlns:a16="http://schemas.microsoft.com/office/drawing/2014/main" id="{14241845-A8B1-450D-BAE2-7D36E26D0E27}"/>
              </a:ext>
            </a:extLst>
          </p:cNvPr>
          <p:cNvSpPr>
            <a:spLocks xmlns:a="http://schemas.openxmlformats.org/drawingml/2006/main" noGrp="1"/>
          </p:cNvSpPr>
          <p:nvPr/>
        </p:nvSpPr>
        <p:spPr>
          <a:xfrm xmlns:a="http://schemas.openxmlformats.org/drawingml/2006/main">
            <a:off x="4800600" y="2428875"/>
            <a:ext cx="2019300" cy="619125"/>
          </a:xfrm>
          <a:prstGeom xmlns:a="http://schemas.openxmlformats.org/drawingml/2006/main" prst="line">
            <a:avLst/>
          </a:prstGeom>
          <a:noFill xmlns:a="http://schemas.openxmlformats.org/drawingml/2006/main"/>
          <a:ln xmlns:a="http://schemas.openxmlformats.org/drawingml/2006/main" w="9525">
            <a:solidFill>
              <a:srgbClr val="CBD5E1">
                <a:alpha val="45000"/>
              </a:srgbClr>
            </a:solidFill>
            <a:prstDash val="solid"/>
          </a:ln>
        </p:spPr>
      </p:sp>
      <p:sp>
        <p:nvSpPr>
          <p:cNvPr id="782383198" name="">
            <a:extLst xmlns:a="http://schemas.openxmlformats.org/drawingml/2006/main">
              <a:ext uri="{FF2B5EF4-FFF2-40B4-BE49-F238E27FC236}">
                <a16:creationId xmlns:a16="http://schemas.microsoft.com/office/drawing/2014/main" id="{D981EA75-5D8C-4216-BB01-D0ABCE5A3066}"/>
              </a:ext>
            </a:extLst>
          </p:cNvPr>
          <p:cNvSpPr>
            <a:spLocks xmlns:a="http://schemas.openxmlformats.org/drawingml/2006/main" noGrp="1"/>
          </p:cNvSpPr>
          <p:nvPr/>
        </p:nvSpPr>
        <p:spPr>
          <a:xfrm xmlns:a="http://schemas.openxmlformats.org/drawingml/2006/main">
            <a:off x="4800600" y="3048000"/>
            <a:ext cx="2019300" cy="9525"/>
          </a:xfrm>
          <a:prstGeom xmlns:a="http://schemas.openxmlformats.org/drawingml/2006/main" prst="line">
            <a:avLst/>
          </a:prstGeom>
          <a:noFill xmlns:a="http://schemas.openxmlformats.org/drawingml/2006/main"/>
          <a:ln xmlns:a="http://schemas.openxmlformats.org/drawingml/2006/main" w="9525">
            <a:solidFill>
              <a:srgbClr val="CBD5E1">
                <a:alpha val="45000"/>
              </a:srgbClr>
            </a:solidFill>
            <a:prstDash val="solid"/>
          </a:ln>
        </p:spPr>
      </p:sp>
      <p:sp>
        <p:nvSpPr>
          <p:cNvPr id="1617102600" name="">
            <a:extLst xmlns:a="http://schemas.openxmlformats.org/drawingml/2006/main">
              <a:ext uri="{FF2B5EF4-FFF2-40B4-BE49-F238E27FC236}">
                <a16:creationId xmlns:a16="http://schemas.microsoft.com/office/drawing/2014/main" id="{F828B330-EC1A-4E73-87DF-3201A7DBA4A3}"/>
              </a:ext>
            </a:extLst>
          </p:cNvPr>
          <p:cNvSpPr>
            <a:spLocks xmlns:a="http://schemas.openxmlformats.org/drawingml/2006/main" noGrp="1"/>
          </p:cNvSpPr>
          <p:nvPr/>
        </p:nvSpPr>
        <p:spPr>
          <a:xfrm xmlns:a="http://schemas.openxmlformats.org/drawingml/2006/main">
            <a:off x="4800600" y="3048000"/>
            <a:ext cx="2019300" cy="619125"/>
          </a:xfrm>
          <a:prstGeom xmlns:a="http://schemas.openxmlformats.org/drawingml/2006/main" prst="line">
            <a:avLst/>
          </a:prstGeom>
          <a:noFill xmlns:a="http://schemas.openxmlformats.org/drawingml/2006/main"/>
          <a:ln xmlns:a="http://schemas.openxmlformats.org/drawingml/2006/main" w="9525">
            <a:solidFill>
              <a:srgbClr val="CBD5E1">
                <a:alpha val="45000"/>
              </a:srgbClr>
            </a:solidFill>
            <a:prstDash val="solid"/>
          </a:ln>
        </p:spPr>
      </p:sp>
      <p:sp>
        <p:nvSpPr>
          <p:cNvPr id="1118516126" name="">
            <a:extLst xmlns:a="http://schemas.openxmlformats.org/drawingml/2006/main">
              <a:ext uri="{FF2B5EF4-FFF2-40B4-BE49-F238E27FC236}">
                <a16:creationId xmlns:a16="http://schemas.microsoft.com/office/drawing/2014/main" id="{F8C85C4C-21CE-45D4-AA48-618DB8F33AE1}"/>
              </a:ext>
            </a:extLst>
          </p:cNvPr>
          <p:cNvSpPr>
            <a:spLocks xmlns:a="http://schemas.openxmlformats.org/drawingml/2006/main" noGrp="1"/>
          </p:cNvSpPr>
          <p:nvPr/>
        </p:nvSpPr>
        <p:spPr>
          <a:xfrm xmlns:a="http://schemas.openxmlformats.org/drawingml/2006/main">
            <a:off x="4800600" y="3048000"/>
            <a:ext cx="2019300" cy="1238250"/>
          </a:xfrm>
          <a:prstGeom xmlns:a="http://schemas.openxmlformats.org/drawingml/2006/main" prst="line">
            <a:avLst/>
          </a:prstGeom>
          <a:noFill xmlns:a="http://schemas.openxmlformats.org/drawingml/2006/main"/>
          <a:ln xmlns:a="http://schemas.openxmlformats.org/drawingml/2006/main" w="9525">
            <a:solidFill>
              <a:srgbClr val="CBD5E1">
                <a:alpha val="45000"/>
              </a:srgbClr>
            </a:solidFill>
            <a:prstDash val="solid"/>
          </a:ln>
        </p:spPr>
      </p:sp>
      <p:sp>
        <p:nvSpPr>
          <p:cNvPr id="840559985" name="">
            <a:extLst xmlns:a="http://schemas.openxmlformats.org/drawingml/2006/main">
              <a:ext uri="{FF2B5EF4-FFF2-40B4-BE49-F238E27FC236}">
                <a16:creationId xmlns:a16="http://schemas.microsoft.com/office/drawing/2014/main" id="{F4256D8D-0BB8-4959-800A-765A11217E65}"/>
              </a:ext>
            </a:extLst>
          </p:cNvPr>
          <p:cNvSpPr>
            <a:spLocks xmlns:a="http://schemas.openxmlformats.org/drawingml/2006/main" noGrp="1"/>
          </p:cNvSpPr>
          <p:nvPr/>
        </p:nvSpPr>
        <p:spPr>
          <a:xfrm xmlns:a="http://schemas.openxmlformats.org/drawingml/2006/main">
            <a:off x="4800600" y="3048000"/>
            <a:ext cx="2019300" cy="1857375"/>
          </a:xfrm>
          <a:prstGeom xmlns:a="http://schemas.openxmlformats.org/drawingml/2006/main" prst="line">
            <a:avLst/>
          </a:prstGeom>
          <a:noFill xmlns:a="http://schemas.openxmlformats.org/drawingml/2006/main"/>
          <a:ln xmlns:a="http://schemas.openxmlformats.org/drawingml/2006/main" w="9525">
            <a:solidFill>
              <a:srgbClr val="CBD5E1">
                <a:alpha val="45000"/>
              </a:srgbClr>
            </a:solidFill>
            <a:prstDash val="solid"/>
          </a:ln>
        </p:spPr>
      </p:sp>
      <p:sp>
        <p:nvSpPr>
          <p:cNvPr id="1435942761" name="">
            <a:extLst xmlns:a="http://schemas.openxmlformats.org/drawingml/2006/main">
              <a:ext uri="{FF2B5EF4-FFF2-40B4-BE49-F238E27FC236}">
                <a16:creationId xmlns:a16="http://schemas.microsoft.com/office/drawing/2014/main" id="{DBFFC35A-D063-4453-A02E-CC52CEF51CE3}"/>
              </a:ext>
            </a:extLst>
          </p:cNvPr>
          <p:cNvSpPr>
            <a:spLocks xmlns:a="http://schemas.openxmlformats.org/drawingml/2006/main" noGrp="1"/>
          </p:cNvSpPr>
          <p:nvPr/>
        </p:nvSpPr>
        <p:spPr>
          <a:xfrm xmlns:a="http://schemas.openxmlformats.org/drawingml/2006/main">
            <a:off x="4800600" y="2428875"/>
            <a:ext cx="2019300" cy="1238250"/>
          </a:xfrm>
          <a:prstGeom xmlns:a="http://schemas.openxmlformats.org/drawingml/2006/main" prst="line">
            <a:avLst/>
          </a:prstGeom>
          <a:noFill xmlns:a="http://schemas.openxmlformats.org/drawingml/2006/main"/>
          <a:ln xmlns:a="http://schemas.openxmlformats.org/drawingml/2006/main" w="9525">
            <a:solidFill>
              <a:srgbClr val="CBD5E1">
                <a:alpha val="45000"/>
              </a:srgbClr>
            </a:solidFill>
            <a:prstDash val="solid"/>
          </a:ln>
        </p:spPr>
      </p:sp>
      <p:sp>
        <p:nvSpPr>
          <p:cNvPr id="372465299" name="">
            <a:extLst xmlns:a="http://schemas.openxmlformats.org/drawingml/2006/main">
              <a:ext uri="{FF2B5EF4-FFF2-40B4-BE49-F238E27FC236}">
                <a16:creationId xmlns:a16="http://schemas.microsoft.com/office/drawing/2014/main" id="{32C2A7A4-D599-45A4-A0C6-7AC28F24CF96}"/>
              </a:ext>
            </a:extLst>
          </p:cNvPr>
          <p:cNvSpPr>
            <a:spLocks xmlns:a="http://schemas.openxmlformats.org/drawingml/2006/main" noGrp="1"/>
          </p:cNvSpPr>
          <p:nvPr/>
        </p:nvSpPr>
        <p:spPr>
          <a:xfrm xmlns:a="http://schemas.openxmlformats.org/drawingml/2006/main">
            <a:off x="4800600" y="3048000"/>
            <a:ext cx="2019300" cy="619125"/>
          </a:xfrm>
          <a:prstGeom xmlns:a="http://schemas.openxmlformats.org/drawingml/2006/main" prst="line">
            <a:avLst/>
          </a:prstGeom>
          <a:noFill xmlns:a="http://schemas.openxmlformats.org/drawingml/2006/main"/>
          <a:ln xmlns:a="http://schemas.openxmlformats.org/drawingml/2006/main" w="9525">
            <a:solidFill>
              <a:srgbClr val="CBD5E1">
                <a:alpha val="45000"/>
              </a:srgbClr>
            </a:solidFill>
            <a:prstDash val="solid"/>
          </a:ln>
        </p:spPr>
      </p:sp>
      <p:sp>
        <p:nvSpPr>
          <p:cNvPr id="749706193" name="">
            <a:extLst xmlns:a="http://schemas.openxmlformats.org/drawingml/2006/main">
              <a:ext uri="{FF2B5EF4-FFF2-40B4-BE49-F238E27FC236}">
                <a16:creationId xmlns:a16="http://schemas.microsoft.com/office/drawing/2014/main" id="{A2E7A6F0-195A-4BE4-8CA6-8C25E63D3B3F}"/>
              </a:ext>
            </a:extLst>
          </p:cNvPr>
          <p:cNvSpPr>
            <a:spLocks xmlns:a="http://schemas.openxmlformats.org/drawingml/2006/main" noGrp="1"/>
          </p:cNvSpPr>
          <p:nvPr/>
        </p:nvSpPr>
        <p:spPr>
          <a:xfrm xmlns:a="http://schemas.openxmlformats.org/drawingml/2006/main">
            <a:off x="4800600" y="3667125"/>
            <a:ext cx="2019300" cy="9525"/>
          </a:xfrm>
          <a:prstGeom xmlns:a="http://schemas.openxmlformats.org/drawingml/2006/main" prst="line">
            <a:avLst/>
          </a:prstGeom>
          <a:noFill xmlns:a="http://schemas.openxmlformats.org/drawingml/2006/main"/>
          <a:ln xmlns:a="http://schemas.openxmlformats.org/drawingml/2006/main" w="9525">
            <a:solidFill>
              <a:srgbClr val="CBD5E1">
                <a:alpha val="45000"/>
              </a:srgbClr>
            </a:solidFill>
            <a:prstDash val="solid"/>
          </a:ln>
        </p:spPr>
      </p:sp>
      <p:sp>
        <p:nvSpPr>
          <p:cNvPr id="2093090624" name="">
            <a:extLst xmlns:a="http://schemas.openxmlformats.org/drawingml/2006/main">
              <a:ext uri="{FF2B5EF4-FFF2-40B4-BE49-F238E27FC236}">
                <a16:creationId xmlns:a16="http://schemas.microsoft.com/office/drawing/2014/main" id="{1F4A8A81-D635-45FD-B4D3-D474BF0349EC}"/>
              </a:ext>
            </a:extLst>
          </p:cNvPr>
          <p:cNvSpPr>
            <a:spLocks xmlns:a="http://schemas.openxmlformats.org/drawingml/2006/main" noGrp="1"/>
          </p:cNvSpPr>
          <p:nvPr/>
        </p:nvSpPr>
        <p:spPr>
          <a:xfrm xmlns:a="http://schemas.openxmlformats.org/drawingml/2006/main">
            <a:off x="4800600" y="3667125"/>
            <a:ext cx="2019300" cy="619125"/>
          </a:xfrm>
          <a:prstGeom xmlns:a="http://schemas.openxmlformats.org/drawingml/2006/main" prst="line">
            <a:avLst/>
          </a:prstGeom>
          <a:noFill xmlns:a="http://schemas.openxmlformats.org/drawingml/2006/main"/>
          <a:ln xmlns:a="http://schemas.openxmlformats.org/drawingml/2006/main" w="9525">
            <a:solidFill>
              <a:srgbClr val="CBD5E1">
                <a:alpha val="45000"/>
              </a:srgbClr>
            </a:solidFill>
            <a:prstDash val="solid"/>
          </a:ln>
        </p:spPr>
      </p:sp>
      <p:sp>
        <p:nvSpPr>
          <p:cNvPr id="828384572" name="">
            <a:extLst xmlns:a="http://schemas.openxmlformats.org/drawingml/2006/main">
              <a:ext uri="{FF2B5EF4-FFF2-40B4-BE49-F238E27FC236}">
                <a16:creationId xmlns:a16="http://schemas.microsoft.com/office/drawing/2014/main" id="{E425E47B-BE1E-4C93-9471-1D29C74E18FE}"/>
              </a:ext>
            </a:extLst>
          </p:cNvPr>
          <p:cNvSpPr>
            <a:spLocks xmlns:a="http://schemas.openxmlformats.org/drawingml/2006/main" noGrp="1"/>
          </p:cNvSpPr>
          <p:nvPr/>
        </p:nvSpPr>
        <p:spPr>
          <a:xfrm xmlns:a="http://schemas.openxmlformats.org/drawingml/2006/main">
            <a:off x="4800600" y="3667125"/>
            <a:ext cx="2019300" cy="1238250"/>
          </a:xfrm>
          <a:prstGeom xmlns:a="http://schemas.openxmlformats.org/drawingml/2006/main" prst="line">
            <a:avLst/>
          </a:prstGeom>
          <a:noFill xmlns:a="http://schemas.openxmlformats.org/drawingml/2006/main"/>
          <a:ln xmlns:a="http://schemas.openxmlformats.org/drawingml/2006/main" w="9525">
            <a:solidFill>
              <a:srgbClr val="CBD5E1">
                <a:alpha val="45000"/>
              </a:srgbClr>
            </a:solidFill>
            <a:prstDash val="solid"/>
          </a:ln>
        </p:spPr>
      </p:sp>
      <p:sp>
        <p:nvSpPr>
          <p:cNvPr id="594467058" name="">
            <a:extLst xmlns:a="http://schemas.openxmlformats.org/drawingml/2006/main">
              <a:ext uri="{FF2B5EF4-FFF2-40B4-BE49-F238E27FC236}">
                <a16:creationId xmlns:a16="http://schemas.microsoft.com/office/drawing/2014/main" id="{F83DC20C-CE84-4957-BD1E-AF675DD9017B}"/>
              </a:ext>
            </a:extLst>
          </p:cNvPr>
          <p:cNvSpPr>
            <a:spLocks xmlns:a="http://schemas.openxmlformats.org/drawingml/2006/main" noGrp="1"/>
          </p:cNvSpPr>
          <p:nvPr/>
        </p:nvSpPr>
        <p:spPr>
          <a:xfrm xmlns:a="http://schemas.openxmlformats.org/drawingml/2006/main">
            <a:off x="4800600" y="2428875"/>
            <a:ext cx="2019300" cy="1857375"/>
          </a:xfrm>
          <a:prstGeom xmlns:a="http://schemas.openxmlformats.org/drawingml/2006/main" prst="line">
            <a:avLst/>
          </a:prstGeom>
          <a:noFill xmlns:a="http://schemas.openxmlformats.org/drawingml/2006/main"/>
          <a:ln xmlns:a="http://schemas.openxmlformats.org/drawingml/2006/main" w="9525">
            <a:solidFill>
              <a:srgbClr val="CBD5E1">
                <a:alpha val="45000"/>
              </a:srgbClr>
            </a:solidFill>
            <a:prstDash val="solid"/>
          </a:ln>
        </p:spPr>
      </p:sp>
      <p:sp>
        <p:nvSpPr>
          <p:cNvPr id="853595917" name="">
            <a:extLst xmlns:a="http://schemas.openxmlformats.org/drawingml/2006/main">
              <a:ext uri="{FF2B5EF4-FFF2-40B4-BE49-F238E27FC236}">
                <a16:creationId xmlns:a16="http://schemas.microsoft.com/office/drawing/2014/main" id="{A51B7E4F-E31A-4B20-BE74-649AB29D6ADE}"/>
              </a:ext>
            </a:extLst>
          </p:cNvPr>
          <p:cNvSpPr>
            <a:spLocks xmlns:a="http://schemas.openxmlformats.org/drawingml/2006/main" noGrp="1"/>
          </p:cNvSpPr>
          <p:nvPr/>
        </p:nvSpPr>
        <p:spPr>
          <a:xfrm xmlns:a="http://schemas.openxmlformats.org/drawingml/2006/main">
            <a:off x="4800600" y="3048000"/>
            <a:ext cx="2019300" cy="1238250"/>
          </a:xfrm>
          <a:prstGeom xmlns:a="http://schemas.openxmlformats.org/drawingml/2006/main" prst="line">
            <a:avLst/>
          </a:prstGeom>
          <a:noFill xmlns:a="http://schemas.openxmlformats.org/drawingml/2006/main"/>
          <a:ln xmlns:a="http://schemas.openxmlformats.org/drawingml/2006/main" w="9525">
            <a:solidFill>
              <a:srgbClr val="CBD5E1">
                <a:alpha val="45000"/>
              </a:srgbClr>
            </a:solidFill>
            <a:prstDash val="solid"/>
          </a:ln>
        </p:spPr>
      </p:sp>
      <p:sp>
        <p:nvSpPr>
          <p:cNvPr id="44740575" name="">
            <a:extLst xmlns:a="http://schemas.openxmlformats.org/drawingml/2006/main">
              <a:ext uri="{FF2B5EF4-FFF2-40B4-BE49-F238E27FC236}">
                <a16:creationId xmlns:a16="http://schemas.microsoft.com/office/drawing/2014/main" id="{D8331072-AD4A-42C3-8952-C8472431F1B5}"/>
              </a:ext>
            </a:extLst>
          </p:cNvPr>
          <p:cNvSpPr>
            <a:spLocks xmlns:a="http://schemas.openxmlformats.org/drawingml/2006/main" noGrp="1"/>
          </p:cNvSpPr>
          <p:nvPr/>
        </p:nvSpPr>
        <p:spPr>
          <a:xfrm xmlns:a="http://schemas.openxmlformats.org/drawingml/2006/main">
            <a:off x="4800600" y="3667125"/>
            <a:ext cx="2019300" cy="619125"/>
          </a:xfrm>
          <a:prstGeom xmlns:a="http://schemas.openxmlformats.org/drawingml/2006/main" prst="line">
            <a:avLst/>
          </a:prstGeom>
          <a:noFill xmlns:a="http://schemas.openxmlformats.org/drawingml/2006/main"/>
          <a:ln xmlns:a="http://schemas.openxmlformats.org/drawingml/2006/main" w="9525">
            <a:solidFill>
              <a:srgbClr val="CBD5E1">
                <a:alpha val="45000"/>
              </a:srgbClr>
            </a:solidFill>
            <a:prstDash val="solid"/>
          </a:ln>
        </p:spPr>
      </p:sp>
      <p:sp>
        <p:nvSpPr>
          <p:cNvPr id="190286105" name="">
            <a:extLst xmlns:a="http://schemas.openxmlformats.org/drawingml/2006/main">
              <a:ext uri="{FF2B5EF4-FFF2-40B4-BE49-F238E27FC236}">
                <a16:creationId xmlns:a16="http://schemas.microsoft.com/office/drawing/2014/main" id="{58BB5EA4-8944-4915-A5B3-6B5BF8BA8B07}"/>
              </a:ext>
            </a:extLst>
          </p:cNvPr>
          <p:cNvSpPr>
            <a:spLocks xmlns:a="http://schemas.openxmlformats.org/drawingml/2006/main" noGrp="1"/>
          </p:cNvSpPr>
          <p:nvPr/>
        </p:nvSpPr>
        <p:spPr>
          <a:xfrm xmlns:a="http://schemas.openxmlformats.org/drawingml/2006/main">
            <a:off x="4800600" y="4286250"/>
            <a:ext cx="2019300" cy="9525"/>
          </a:xfrm>
          <a:prstGeom xmlns:a="http://schemas.openxmlformats.org/drawingml/2006/main" prst="line">
            <a:avLst/>
          </a:prstGeom>
          <a:noFill xmlns:a="http://schemas.openxmlformats.org/drawingml/2006/main"/>
          <a:ln xmlns:a="http://schemas.openxmlformats.org/drawingml/2006/main" w="9525">
            <a:solidFill>
              <a:srgbClr val="CBD5E1">
                <a:alpha val="45000"/>
              </a:srgbClr>
            </a:solidFill>
            <a:prstDash val="solid"/>
          </a:ln>
        </p:spPr>
      </p:sp>
      <p:sp>
        <p:nvSpPr>
          <p:cNvPr id="1782712406" name="">
            <a:extLst xmlns:a="http://schemas.openxmlformats.org/drawingml/2006/main">
              <a:ext uri="{FF2B5EF4-FFF2-40B4-BE49-F238E27FC236}">
                <a16:creationId xmlns:a16="http://schemas.microsoft.com/office/drawing/2014/main" id="{DA59BD36-3088-4799-8B94-3C3601FF6B94}"/>
              </a:ext>
            </a:extLst>
          </p:cNvPr>
          <p:cNvSpPr>
            <a:spLocks xmlns:a="http://schemas.openxmlformats.org/drawingml/2006/main" noGrp="1"/>
          </p:cNvSpPr>
          <p:nvPr/>
        </p:nvSpPr>
        <p:spPr>
          <a:xfrm xmlns:a="http://schemas.openxmlformats.org/drawingml/2006/main">
            <a:off x="4800600" y="4286250"/>
            <a:ext cx="2019300" cy="619125"/>
          </a:xfrm>
          <a:prstGeom xmlns:a="http://schemas.openxmlformats.org/drawingml/2006/main" prst="line">
            <a:avLst/>
          </a:prstGeom>
          <a:noFill xmlns:a="http://schemas.openxmlformats.org/drawingml/2006/main"/>
          <a:ln xmlns:a="http://schemas.openxmlformats.org/drawingml/2006/main" w="9525">
            <a:solidFill>
              <a:srgbClr val="CBD5E1">
                <a:alpha val="45000"/>
              </a:srgbClr>
            </a:solidFill>
            <a:prstDash val="solid"/>
          </a:ln>
        </p:spPr>
      </p:sp>
      <p:sp>
        <p:nvSpPr>
          <p:cNvPr id="1810402138" name="">
            <a:extLst xmlns:a="http://schemas.openxmlformats.org/drawingml/2006/main">
              <a:ext uri="{FF2B5EF4-FFF2-40B4-BE49-F238E27FC236}">
                <a16:creationId xmlns:a16="http://schemas.microsoft.com/office/drawing/2014/main" id="{F8341D0F-965B-4E6E-BF5B-54EC1665A388}"/>
              </a:ext>
            </a:extLst>
          </p:cNvPr>
          <p:cNvSpPr>
            <a:spLocks xmlns:a="http://schemas.openxmlformats.org/drawingml/2006/main" noGrp="1"/>
          </p:cNvSpPr>
          <p:nvPr/>
        </p:nvSpPr>
        <p:spPr>
          <a:xfrm xmlns:a="http://schemas.openxmlformats.org/drawingml/2006/main">
            <a:off x="4800600" y="2428875"/>
            <a:ext cx="2019300" cy="2476500"/>
          </a:xfrm>
          <a:prstGeom xmlns:a="http://schemas.openxmlformats.org/drawingml/2006/main" prst="line">
            <a:avLst/>
          </a:prstGeom>
          <a:noFill xmlns:a="http://schemas.openxmlformats.org/drawingml/2006/main"/>
          <a:ln xmlns:a="http://schemas.openxmlformats.org/drawingml/2006/main" w="9525">
            <a:solidFill>
              <a:srgbClr val="CBD5E1">
                <a:alpha val="45000"/>
              </a:srgbClr>
            </a:solidFill>
            <a:prstDash val="solid"/>
          </a:ln>
        </p:spPr>
      </p:sp>
      <p:sp>
        <p:nvSpPr>
          <p:cNvPr id="857873554" name="">
            <a:extLst xmlns:a="http://schemas.openxmlformats.org/drawingml/2006/main">
              <a:ext uri="{FF2B5EF4-FFF2-40B4-BE49-F238E27FC236}">
                <a16:creationId xmlns:a16="http://schemas.microsoft.com/office/drawing/2014/main" id="{B5C738BF-3AB1-4029-B09A-27AA483E76B7}"/>
              </a:ext>
            </a:extLst>
          </p:cNvPr>
          <p:cNvSpPr>
            <a:spLocks xmlns:a="http://schemas.openxmlformats.org/drawingml/2006/main" noGrp="1"/>
          </p:cNvSpPr>
          <p:nvPr/>
        </p:nvSpPr>
        <p:spPr>
          <a:xfrm xmlns:a="http://schemas.openxmlformats.org/drawingml/2006/main">
            <a:off x="4800600" y="3048000"/>
            <a:ext cx="2019300" cy="1857375"/>
          </a:xfrm>
          <a:prstGeom xmlns:a="http://schemas.openxmlformats.org/drawingml/2006/main" prst="line">
            <a:avLst/>
          </a:prstGeom>
          <a:noFill xmlns:a="http://schemas.openxmlformats.org/drawingml/2006/main"/>
          <a:ln xmlns:a="http://schemas.openxmlformats.org/drawingml/2006/main" w="9525">
            <a:solidFill>
              <a:srgbClr val="CBD5E1">
                <a:alpha val="45000"/>
              </a:srgbClr>
            </a:solidFill>
            <a:prstDash val="solid"/>
          </a:ln>
        </p:spPr>
      </p:sp>
      <p:sp>
        <p:nvSpPr>
          <p:cNvPr id="491870720" name="">
            <a:extLst xmlns:a="http://schemas.openxmlformats.org/drawingml/2006/main">
              <a:ext uri="{FF2B5EF4-FFF2-40B4-BE49-F238E27FC236}">
                <a16:creationId xmlns:a16="http://schemas.microsoft.com/office/drawing/2014/main" id="{F62F33FA-1784-4113-B321-03F6EFEC648A}"/>
              </a:ext>
            </a:extLst>
          </p:cNvPr>
          <p:cNvSpPr>
            <a:spLocks xmlns:a="http://schemas.openxmlformats.org/drawingml/2006/main" noGrp="1"/>
          </p:cNvSpPr>
          <p:nvPr/>
        </p:nvSpPr>
        <p:spPr>
          <a:xfrm xmlns:a="http://schemas.openxmlformats.org/drawingml/2006/main">
            <a:off x="4800600" y="3667125"/>
            <a:ext cx="2019300" cy="1238250"/>
          </a:xfrm>
          <a:prstGeom xmlns:a="http://schemas.openxmlformats.org/drawingml/2006/main" prst="line">
            <a:avLst/>
          </a:prstGeom>
          <a:noFill xmlns:a="http://schemas.openxmlformats.org/drawingml/2006/main"/>
          <a:ln xmlns:a="http://schemas.openxmlformats.org/drawingml/2006/main" w="9525">
            <a:solidFill>
              <a:srgbClr val="CBD5E1">
                <a:alpha val="45000"/>
              </a:srgbClr>
            </a:solidFill>
            <a:prstDash val="solid"/>
          </a:ln>
        </p:spPr>
      </p:sp>
      <p:sp>
        <p:nvSpPr>
          <p:cNvPr id="534817920" name="">
            <a:extLst xmlns:a="http://schemas.openxmlformats.org/drawingml/2006/main">
              <a:ext uri="{FF2B5EF4-FFF2-40B4-BE49-F238E27FC236}">
                <a16:creationId xmlns:a16="http://schemas.microsoft.com/office/drawing/2014/main" id="{3ABAE3D0-3A05-4194-BF98-418C6761FD6E}"/>
              </a:ext>
            </a:extLst>
          </p:cNvPr>
          <p:cNvSpPr>
            <a:spLocks xmlns:a="http://schemas.openxmlformats.org/drawingml/2006/main" noGrp="1"/>
          </p:cNvSpPr>
          <p:nvPr/>
        </p:nvSpPr>
        <p:spPr>
          <a:xfrm xmlns:a="http://schemas.openxmlformats.org/drawingml/2006/main">
            <a:off x="4800600" y="4286250"/>
            <a:ext cx="2019300" cy="619125"/>
          </a:xfrm>
          <a:prstGeom xmlns:a="http://schemas.openxmlformats.org/drawingml/2006/main" prst="line">
            <a:avLst/>
          </a:prstGeom>
          <a:noFill xmlns:a="http://schemas.openxmlformats.org/drawingml/2006/main"/>
          <a:ln xmlns:a="http://schemas.openxmlformats.org/drawingml/2006/main" w="9525">
            <a:solidFill>
              <a:srgbClr val="CBD5E1">
                <a:alpha val="45000"/>
              </a:srgbClr>
            </a:solidFill>
            <a:prstDash val="solid"/>
          </a:ln>
        </p:spPr>
      </p:sp>
      <p:sp>
        <p:nvSpPr>
          <p:cNvPr id="1312243673" name="">
            <a:extLst xmlns:a="http://schemas.openxmlformats.org/drawingml/2006/main">
              <a:ext uri="{FF2B5EF4-FFF2-40B4-BE49-F238E27FC236}">
                <a16:creationId xmlns:a16="http://schemas.microsoft.com/office/drawing/2014/main" id="{A82F4945-DBAC-4F7D-B01A-223ADE36C5DA}"/>
              </a:ext>
            </a:extLst>
          </p:cNvPr>
          <p:cNvSpPr>
            <a:spLocks xmlns:a="http://schemas.openxmlformats.org/drawingml/2006/main" noGrp="1"/>
          </p:cNvSpPr>
          <p:nvPr/>
        </p:nvSpPr>
        <p:spPr>
          <a:xfrm xmlns:a="http://schemas.openxmlformats.org/drawingml/2006/main">
            <a:off x="4800600" y="4905375"/>
            <a:ext cx="2019300" cy="9525"/>
          </a:xfrm>
          <a:prstGeom xmlns:a="http://schemas.openxmlformats.org/drawingml/2006/main" prst="line">
            <a:avLst/>
          </a:prstGeom>
          <a:noFill xmlns:a="http://schemas.openxmlformats.org/drawingml/2006/main"/>
          <a:ln xmlns:a="http://schemas.openxmlformats.org/drawingml/2006/main" w="9525">
            <a:solidFill>
              <a:srgbClr val="CBD5E1">
                <a:alpha val="45000"/>
              </a:srgbClr>
            </a:solidFill>
            <a:prstDash val="solid"/>
          </a:ln>
        </p:spPr>
      </p:sp>
      <p:sp>
        <p:nvSpPr>
          <p:cNvPr id="1782461719" name="">
            <a:extLst xmlns:a="http://schemas.openxmlformats.org/drawingml/2006/main">
              <a:ext uri="{FF2B5EF4-FFF2-40B4-BE49-F238E27FC236}">
                <a16:creationId xmlns:a16="http://schemas.microsoft.com/office/drawing/2014/main" id="{50FAC38A-752A-4E43-95C2-56D5E5328F80}"/>
              </a:ext>
            </a:extLst>
          </p:cNvPr>
          <p:cNvSpPr>
            <a:spLocks xmlns:a="http://schemas.openxmlformats.org/drawingml/2006/main" noGrp="1"/>
          </p:cNvSpPr>
          <p:nvPr/>
        </p:nvSpPr>
        <p:spPr>
          <a:xfrm xmlns:a="http://schemas.openxmlformats.org/drawingml/2006/main">
            <a:off x="6819900" y="2200275"/>
            <a:ext cx="457200" cy="457200"/>
          </a:xfrm>
          <a:prstGeom xmlns:a="http://schemas.openxmlformats.org/drawingml/2006/main" prst="ellipse">
            <a:avLst/>
          </a:prstGeom>
          <a:solidFill xmlns:a="http://schemas.openxmlformats.org/drawingml/2006/main">
            <a:srgbClr val="FFFFFF"/>
          </a:solidFill>
          <a:ln xmlns:a="http://schemas.openxmlformats.org/drawingml/2006/main" w="19050">
            <a:solidFill>
              <a:srgbClr val="2563EB"/>
            </a:solidFill>
            <a:prstDash val="solid"/>
          </a:ln>
        </p:spPr>
      </p:sp>
      <p:sp>
        <p:nvSpPr>
          <p:cNvPr id="1638488984" name="">
            <a:extLst xmlns:a="http://schemas.openxmlformats.org/drawingml/2006/main">
              <a:ext uri="{FF2B5EF4-FFF2-40B4-BE49-F238E27FC236}">
                <a16:creationId xmlns:a16="http://schemas.microsoft.com/office/drawing/2014/main" id="{122082EA-9DC6-4E1D-80CF-4704AB1A6A46}"/>
              </a:ext>
            </a:extLst>
          </p:cNvPr>
          <p:cNvSpPr>
            <a:spLocks xmlns:a="http://schemas.openxmlformats.org/drawingml/2006/main" noGrp="1"/>
          </p:cNvSpPr>
          <p:nvPr/>
        </p:nvSpPr>
        <p:spPr>
          <a:xfrm xmlns:a="http://schemas.openxmlformats.org/drawingml/2006/main">
            <a:off x="6819900" y="2819400"/>
            <a:ext cx="457200" cy="457200"/>
          </a:xfrm>
          <a:prstGeom xmlns:a="http://schemas.openxmlformats.org/drawingml/2006/main" prst="ellipse">
            <a:avLst/>
          </a:prstGeom>
          <a:solidFill xmlns:a="http://schemas.openxmlformats.org/drawingml/2006/main">
            <a:srgbClr val="FFFFFF"/>
          </a:solidFill>
          <a:ln xmlns:a="http://schemas.openxmlformats.org/drawingml/2006/main" w="19050">
            <a:solidFill>
              <a:srgbClr val="2563EB"/>
            </a:solidFill>
            <a:prstDash val="solid"/>
          </a:ln>
        </p:spPr>
      </p:sp>
      <p:sp>
        <p:nvSpPr>
          <p:cNvPr id="1018913498" name="">
            <a:extLst xmlns:a="http://schemas.openxmlformats.org/drawingml/2006/main">
              <a:ext uri="{FF2B5EF4-FFF2-40B4-BE49-F238E27FC236}">
                <a16:creationId xmlns:a16="http://schemas.microsoft.com/office/drawing/2014/main" id="{69B57D2E-E7E0-47BA-82DE-2530812FEBFA}"/>
              </a:ext>
            </a:extLst>
          </p:cNvPr>
          <p:cNvSpPr>
            <a:spLocks xmlns:a="http://schemas.openxmlformats.org/drawingml/2006/main" noGrp="1"/>
          </p:cNvSpPr>
          <p:nvPr/>
        </p:nvSpPr>
        <p:spPr>
          <a:xfrm xmlns:a="http://schemas.openxmlformats.org/drawingml/2006/main">
            <a:off x="6819900" y="3438525"/>
            <a:ext cx="457200" cy="457200"/>
          </a:xfrm>
          <a:prstGeom xmlns:a="http://schemas.openxmlformats.org/drawingml/2006/main" prst="ellipse">
            <a:avLst/>
          </a:prstGeom>
          <a:solidFill xmlns:a="http://schemas.openxmlformats.org/drawingml/2006/main">
            <a:srgbClr val="FFFFFF"/>
          </a:solidFill>
          <a:ln xmlns:a="http://schemas.openxmlformats.org/drawingml/2006/main" w="19050">
            <a:solidFill>
              <a:srgbClr val="2563EB"/>
            </a:solidFill>
            <a:prstDash val="solid"/>
          </a:ln>
        </p:spPr>
      </p:sp>
      <p:sp>
        <p:nvSpPr>
          <p:cNvPr id="1292287630" name="">
            <a:extLst xmlns:a="http://schemas.openxmlformats.org/drawingml/2006/main">
              <a:ext uri="{FF2B5EF4-FFF2-40B4-BE49-F238E27FC236}">
                <a16:creationId xmlns:a16="http://schemas.microsoft.com/office/drawing/2014/main" id="{5D73DFE8-D394-4D41-9849-CA2FAFD13678}"/>
              </a:ext>
            </a:extLst>
          </p:cNvPr>
          <p:cNvSpPr>
            <a:spLocks xmlns:a="http://schemas.openxmlformats.org/drawingml/2006/main" noGrp="1"/>
          </p:cNvSpPr>
          <p:nvPr/>
        </p:nvSpPr>
        <p:spPr>
          <a:xfrm xmlns:a="http://schemas.openxmlformats.org/drawingml/2006/main">
            <a:off x="6819900" y="4057650"/>
            <a:ext cx="457200" cy="457200"/>
          </a:xfrm>
          <a:prstGeom xmlns:a="http://schemas.openxmlformats.org/drawingml/2006/main" prst="ellipse">
            <a:avLst/>
          </a:prstGeom>
          <a:solidFill xmlns:a="http://schemas.openxmlformats.org/drawingml/2006/main">
            <a:srgbClr val="FFFFFF"/>
          </a:solidFill>
          <a:ln xmlns:a="http://schemas.openxmlformats.org/drawingml/2006/main" w="19050">
            <a:solidFill>
              <a:srgbClr val="2563EB"/>
            </a:solidFill>
            <a:prstDash val="solid"/>
          </a:ln>
        </p:spPr>
      </p:sp>
      <p:sp>
        <p:nvSpPr>
          <p:cNvPr id="1410545747" name="">
            <a:extLst xmlns:a="http://schemas.openxmlformats.org/drawingml/2006/main">
              <a:ext uri="{FF2B5EF4-FFF2-40B4-BE49-F238E27FC236}">
                <a16:creationId xmlns:a16="http://schemas.microsoft.com/office/drawing/2014/main" id="{585228BC-5FF2-423E-B543-E5B890CA7450}"/>
              </a:ext>
            </a:extLst>
          </p:cNvPr>
          <p:cNvSpPr>
            <a:spLocks xmlns:a="http://schemas.openxmlformats.org/drawingml/2006/main" noGrp="1"/>
          </p:cNvSpPr>
          <p:nvPr/>
        </p:nvSpPr>
        <p:spPr>
          <a:xfrm xmlns:a="http://schemas.openxmlformats.org/drawingml/2006/main">
            <a:off x="6819900" y="4676775"/>
            <a:ext cx="457200" cy="457200"/>
          </a:xfrm>
          <a:prstGeom xmlns:a="http://schemas.openxmlformats.org/drawingml/2006/main" prst="ellipse">
            <a:avLst/>
          </a:prstGeom>
          <a:solidFill xmlns:a="http://schemas.openxmlformats.org/drawingml/2006/main">
            <a:srgbClr val="FFFFFF"/>
          </a:solidFill>
          <a:ln xmlns:a="http://schemas.openxmlformats.org/drawingml/2006/main" w="19050">
            <a:solidFill>
              <a:srgbClr val="2563EB"/>
            </a:solidFill>
            <a:prstDash val="solid"/>
          </a:ln>
        </p:spPr>
      </p:sp>
      <p:sp>
        <p:nvSpPr>
          <p:cNvPr id="1765388905" name="">
            <a:extLst xmlns:a="http://schemas.openxmlformats.org/drawingml/2006/main">
              <a:ext uri="{FF2B5EF4-FFF2-40B4-BE49-F238E27FC236}">
                <a16:creationId xmlns:a16="http://schemas.microsoft.com/office/drawing/2014/main" id="{4A261AE7-D51B-45B0-B9BA-909C72FFF6EB}"/>
              </a:ext>
            </a:extLst>
          </p:cNvPr>
          <p:cNvSpPr>
            <a:spLocks xmlns:a="http://schemas.openxmlformats.org/drawingml/2006/main" noGrp="1"/>
          </p:cNvSpPr>
          <p:nvPr/>
        </p:nvSpPr>
        <p:spPr>
          <a:xfrm xmlns:a="http://schemas.openxmlformats.org/drawingml/2006/main">
            <a:off x="7277100" y="2428875"/>
            <a:ext cx="2019300" cy="9525"/>
          </a:xfrm>
          <a:prstGeom xmlns:a="http://schemas.openxmlformats.org/drawingml/2006/main" prst="line">
            <a:avLst/>
          </a:prstGeom>
          <a:noFill xmlns:a="http://schemas.openxmlformats.org/drawingml/2006/main"/>
          <a:ln xmlns:a="http://schemas.openxmlformats.org/drawingml/2006/main" w="9525">
            <a:solidFill>
              <a:srgbClr val="CBD5E1">
                <a:alpha val="45000"/>
              </a:srgbClr>
            </a:solidFill>
            <a:prstDash val="solid"/>
          </a:ln>
        </p:spPr>
      </p:sp>
      <p:sp>
        <p:nvSpPr>
          <p:cNvPr id="272725021" name="">
            <a:extLst xmlns:a="http://schemas.openxmlformats.org/drawingml/2006/main">
              <a:ext uri="{FF2B5EF4-FFF2-40B4-BE49-F238E27FC236}">
                <a16:creationId xmlns:a16="http://schemas.microsoft.com/office/drawing/2014/main" id="{D443209D-7D2A-447A-B590-B1B8462B7A8C}"/>
              </a:ext>
            </a:extLst>
          </p:cNvPr>
          <p:cNvSpPr>
            <a:spLocks xmlns:a="http://schemas.openxmlformats.org/drawingml/2006/main" noGrp="1"/>
          </p:cNvSpPr>
          <p:nvPr/>
        </p:nvSpPr>
        <p:spPr>
          <a:xfrm xmlns:a="http://schemas.openxmlformats.org/drawingml/2006/main">
            <a:off x="7277100" y="2428875"/>
            <a:ext cx="2019300" cy="2476500"/>
          </a:xfrm>
          <a:prstGeom xmlns:a="http://schemas.openxmlformats.org/drawingml/2006/main" prst="line">
            <a:avLst/>
          </a:prstGeom>
          <a:noFill xmlns:a="http://schemas.openxmlformats.org/drawingml/2006/main"/>
          <a:ln xmlns:a="http://schemas.openxmlformats.org/drawingml/2006/main" w="9525">
            <a:solidFill>
              <a:srgbClr val="CBD5E1">
                <a:alpha val="45000"/>
              </a:srgbClr>
            </a:solidFill>
            <a:prstDash val="solid"/>
          </a:ln>
        </p:spPr>
      </p:sp>
      <p:sp>
        <p:nvSpPr>
          <p:cNvPr id="330800117" name="">
            <a:extLst xmlns:a="http://schemas.openxmlformats.org/drawingml/2006/main">
              <a:ext uri="{FF2B5EF4-FFF2-40B4-BE49-F238E27FC236}">
                <a16:creationId xmlns:a16="http://schemas.microsoft.com/office/drawing/2014/main" id="{1F0FB576-FE6A-4F84-9DA6-0020FC065BBA}"/>
              </a:ext>
            </a:extLst>
          </p:cNvPr>
          <p:cNvSpPr>
            <a:spLocks xmlns:a="http://schemas.openxmlformats.org/drawingml/2006/main" noGrp="1"/>
          </p:cNvSpPr>
          <p:nvPr/>
        </p:nvSpPr>
        <p:spPr>
          <a:xfrm xmlns:a="http://schemas.openxmlformats.org/drawingml/2006/main">
            <a:off x="7277100" y="2428875"/>
            <a:ext cx="2019300" cy="619125"/>
          </a:xfrm>
          <a:prstGeom xmlns:a="http://schemas.openxmlformats.org/drawingml/2006/main" prst="line">
            <a:avLst/>
          </a:prstGeom>
          <a:noFill xmlns:a="http://schemas.openxmlformats.org/drawingml/2006/main"/>
          <a:ln xmlns:a="http://schemas.openxmlformats.org/drawingml/2006/main" w="9525">
            <a:solidFill>
              <a:srgbClr val="CBD5E1">
                <a:alpha val="45000"/>
              </a:srgbClr>
            </a:solidFill>
            <a:prstDash val="solid"/>
          </a:ln>
        </p:spPr>
      </p:sp>
      <p:sp>
        <p:nvSpPr>
          <p:cNvPr id="1893151985" name="">
            <a:extLst xmlns:a="http://schemas.openxmlformats.org/drawingml/2006/main">
              <a:ext uri="{FF2B5EF4-FFF2-40B4-BE49-F238E27FC236}">
                <a16:creationId xmlns:a16="http://schemas.microsoft.com/office/drawing/2014/main" id="{95D24D52-83BE-488D-84B2-B3F1DAEB9978}"/>
              </a:ext>
            </a:extLst>
          </p:cNvPr>
          <p:cNvSpPr>
            <a:spLocks xmlns:a="http://schemas.openxmlformats.org/drawingml/2006/main" noGrp="1"/>
          </p:cNvSpPr>
          <p:nvPr/>
        </p:nvSpPr>
        <p:spPr>
          <a:xfrm xmlns:a="http://schemas.openxmlformats.org/drawingml/2006/main">
            <a:off x="7277100" y="3048000"/>
            <a:ext cx="2019300" cy="1857375"/>
          </a:xfrm>
          <a:prstGeom xmlns:a="http://schemas.openxmlformats.org/drawingml/2006/main" prst="line">
            <a:avLst/>
          </a:prstGeom>
          <a:noFill xmlns:a="http://schemas.openxmlformats.org/drawingml/2006/main"/>
          <a:ln xmlns:a="http://schemas.openxmlformats.org/drawingml/2006/main" w="9525">
            <a:solidFill>
              <a:srgbClr val="CBD5E1">
                <a:alpha val="45000"/>
              </a:srgbClr>
            </a:solidFill>
            <a:prstDash val="solid"/>
          </a:ln>
        </p:spPr>
      </p:sp>
      <p:sp>
        <p:nvSpPr>
          <p:cNvPr id="420827560" name="">
            <a:extLst xmlns:a="http://schemas.openxmlformats.org/drawingml/2006/main">
              <a:ext uri="{FF2B5EF4-FFF2-40B4-BE49-F238E27FC236}">
                <a16:creationId xmlns:a16="http://schemas.microsoft.com/office/drawing/2014/main" id="{512DA1F1-6D6C-4900-98A5-D3C7F506F302}"/>
              </a:ext>
            </a:extLst>
          </p:cNvPr>
          <p:cNvSpPr>
            <a:spLocks xmlns:a="http://schemas.openxmlformats.org/drawingml/2006/main" noGrp="1"/>
          </p:cNvSpPr>
          <p:nvPr/>
        </p:nvSpPr>
        <p:spPr>
          <a:xfrm xmlns:a="http://schemas.openxmlformats.org/drawingml/2006/main">
            <a:off x="7277100" y="2428875"/>
            <a:ext cx="2019300" cy="1238250"/>
          </a:xfrm>
          <a:prstGeom xmlns:a="http://schemas.openxmlformats.org/drawingml/2006/main" prst="line">
            <a:avLst/>
          </a:prstGeom>
          <a:noFill xmlns:a="http://schemas.openxmlformats.org/drawingml/2006/main"/>
          <a:ln xmlns:a="http://schemas.openxmlformats.org/drawingml/2006/main" w="9525">
            <a:solidFill>
              <a:srgbClr val="CBD5E1">
                <a:alpha val="45000"/>
              </a:srgbClr>
            </a:solidFill>
            <a:prstDash val="solid"/>
          </a:ln>
        </p:spPr>
      </p:sp>
      <p:sp>
        <p:nvSpPr>
          <p:cNvPr id="497683119" name="">
            <a:extLst xmlns:a="http://schemas.openxmlformats.org/drawingml/2006/main">
              <a:ext uri="{FF2B5EF4-FFF2-40B4-BE49-F238E27FC236}">
                <a16:creationId xmlns:a16="http://schemas.microsoft.com/office/drawing/2014/main" id="{3E8910E1-5BFC-4BB9-8703-91BADFB2CA7F}"/>
              </a:ext>
            </a:extLst>
          </p:cNvPr>
          <p:cNvSpPr>
            <a:spLocks xmlns:a="http://schemas.openxmlformats.org/drawingml/2006/main" noGrp="1"/>
          </p:cNvSpPr>
          <p:nvPr/>
        </p:nvSpPr>
        <p:spPr>
          <a:xfrm xmlns:a="http://schemas.openxmlformats.org/drawingml/2006/main">
            <a:off x="7277100" y="3667125"/>
            <a:ext cx="2019300" cy="1238250"/>
          </a:xfrm>
          <a:prstGeom xmlns:a="http://schemas.openxmlformats.org/drawingml/2006/main" prst="line">
            <a:avLst/>
          </a:prstGeom>
          <a:noFill xmlns:a="http://schemas.openxmlformats.org/drawingml/2006/main"/>
          <a:ln xmlns:a="http://schemas.openxmlformats.org/drawingml/2006/main" w="9525">
            <a:solidFill>
              <a:srgbClr val="CBD5E1">
                <a:alpha val="45000"/>
              </a:srgbClr>
            </a:solidFill>
            <a:prstDash val="solid"/>
          </a:ln>
        </p:spPr>
      </p:sp>
      <p:sp>
        <p:nvSpPr>
          <p:cNvPr id="1807836684" name="">
            <a:extLst xmlns:a="http://schemas.openxmlformats.org/drawingml/2006/main">
              <a:ext uri="{FF2B5EF4-FFF2-40B4-BE49-F238E27FC236}">
                <a16:creationId xmlns:a16="http://schemas.microsoft.com/office/drawing/2014/main" id="{EB406FB2-0CA0-4190-A31E-4ED1BDBC54DE}"/>
              </a:ext>
            </a:extLst>
          </p:cNvPr>
          <p:cNvSpPr>
            <a:spLocks xmlns:a="http://schemas.openxmlformats.org/drawingml/2006/main" noGrp="1"/>
          </p:cNvSpPr>
          <p:nvPr/>
        </p:nvSpPr>
        <p:spPr>
          <a:xfrm xmlns:a="http://schemas.openxmlformats.org/drawingml/2006/main">
            <a:off x="7277100" y="2428875"/>
            <a:ext cx="2019300" cy="1857375"/>
          </a:xfrm>
          <a:prstGeom xmlns:a="http://schemas.openxmlformats.org/drawingml/2006/main" prst="line">
            <a:avLst/>
          </a:prstGeom>
          <a:noFill xmlns:a="http://schemas.openxmlformats.org/drawingml/2006/main"/>
          <a:ln xmlns:a="http://schemas.openxmlformats.org/drawingml/2006/main" w="9525">
            <a:solidFill>
              <a:srgbClr val="CBD5E1">
                <a:alpha val="45000"/>
              </a:srgbClr>
            </a:solidFill>
            <a:prstDash val="solid"/>
          </a:ln>
        </p:spPr>
      </p:sp>
      <p:sp>
        <p:nvSpPr>
          <p:cNvPr id="467770462" name="">
            <a:extLst xmlns:a="http://schemas.openxmlformats.org/drawingml/2006/main">
              <a:ext uri="{FF2B5EF4-FFF2-40B4-BE49-F238E27FC236}">
                <a16:creationId xmlns:a16="http://schemas.microsoft.com/office/drawing/2014/main" id="{D54FA7BE-1CC0-4443-A7F3-D5EC0F4B4C90}"/>
              </a:ext>
            </a:extLst>
          </p:cNvPr>
          <p:cNvSpPr>
            <a:spLocks xmlns:a="http://schemas.openxmlformats.org/drawingml/2006/main" noGrp="1"/>
          </p:cNvSpPr>
          <p:nvPr/>
        </p:nvSpPr>
        <p:spPr>
          <a:xfrm xmlns:a="http://schemas.openxmlformats.org/drawingml/2006/main">
            <a:off x="7277100" y="4286250"/>
            <a:ext cx="2019300" cy="619125"/>
          </a:xfrm>
          <a:prstGeom xmlns:a="http://schemas.openxmlformats.org/drawingml/2006/main" prst="line">
            <a:avLst/>
          </a:prstGeom>
          <a:noFill xmlns:a="http://schemas.openxmlformats.org/drawingml/2006/main"/>
          <a:ln xmlns:a="http://schemas.openxmlformats.org/drawingml/2006/main" w="9525">
            <a:solidFill>
              <a:srgbClr val="CBD5E1">
                <a:alpha val="45000"/>
              </a:srgbClr>
            </a:solidFill>
            <a:prstDash val="solid"/>
          </a:ln>
        </p:spPr>
      </p:sp>
      <p:sp>
        <p:nvSpPr>
          <p:cNvPr id="2027803610" name="">
            <a:extLst xmlns:a="http://schemas.openxmlformats.org/drawingml/2006/main">
              <a:ext uri="{FF2B5EF4-FFF2-40B4-BE49-F238E27FC236}">
                <a16:creationId xmlns:a16="http://schemas.microsoft.com/office/drawing/2014/main" id="{17128EB9-1E30-4D0A-86DA-F750F1262F65}"/>
              </a:ext>
            </a:extLst>
          </p:cNvPr>
          <p:cNvSpPr>
            <a:spLocks xmlns:a="http://schemas.openxmlformats.org/drawingml/2006/main" noGrp="1"/>
          </p:cNvSpPr>
          <p:nvPr/>
        </p:nvSpPr>
        <p:spPr>
          <a:xfrm xmlns:a="http://schemas.openxmlformats.org/drawingml/2006/main">
            <a:off x="7277100" y="2428875"/>
            <a:ext cx="2019300" cy="2476500"/>
          </a:xfrm>
          <a:prstGeom xmlns:a="http://schemas.openxmlformats.org/drawingml/2006/main" prst="line">
            <a:avLst/>
          </a:prstGeom>
          <a:noFill xmlns:a="http://schemas.openxmlformats.org/drawingml/2006/main"/>
          <a:ln xmlns:a="http://schemas.openxmlformats.org/drawingml/2006/main" w="9525">
            <a:solidFill>
              <a:srgbClr val="CBD5E1">
                <a:alpha val="45000"/>
              </a:srgbClr>
            </a:solidFill>
            <a:prstDash val="solid"/>
          </a:ln>
        </p:spPr>
      </p:sp>
      <p:sp>
        <p:nvSpPr>
          <p:cNvPr id="1982789579" name="">
            <a:extLst xmlns:a="http://schemas.openxmlformats.org/drawingml/2006/main">
              <a:ext uri="{FF2B5EF4-FFF2-40B4-BE49-F238E27FC236}">
                <a16:creationId xmlns:a16="http://schemas.microsoft.com/office/drawing/2014/main" id="{3E794569-D03D-4ECF-A9BB-CE5191370A01}"/>
              </a:ext>
            </a:extLst>
          </p:cNvPr>
          <p:cNvSpPr>
            <a:spLocks xmlns:a="http://schemas.openxmlformats.org/drawingml/2006/main" noGrp="1"/>
          </p:cNvSpPr>
          <p:nvPr/>
        </p:nvSpPr>
        <p:spPr>
          <a:xfrm xmlns:a="http://schemas.openxmlformats.org/drawingml/2006/main">
            <a:off x="7277100" y="4905375"/>
            <a:ext cx="2019300" cy="9525"/>
          </a:xfrm>
          <a:prstGeom xmlns:a="http://schemas.openxmlformats.org/drawingml/2006/main" prst="line">
            <a:avLst/>
          </a:prstGeom>
          <a:noFill xmlns:a="http://schemas.openxmlformats.org/drawingml/2006/main"/>
          <a:ln xmlns:a="http://schemas.openxmlformats.org/drawingml/2006/main" w="9525">
            <a:solidFill>
              <a:srgbClr val="CBD5E1">
                <a:alpha val="45000"/>
              </a:srgbClr>
            </a:solidFill>
            <a:prstDash val="solid"/>
          </a:ln>
        </p:spPr>
      </p:sp>
      <p:sp>
        <p:nvSpPr>
          <p:cNvPr id="1923839339" name="">
            <a:extLst xmlns:a="http://schemas.openxmlformats.org/drawingml/2006/main">
              <a:ext uri="{FF2B5EF4-FFF2-40B4-BE49-F238E27FC236}">
                <a16:creationId xmlns:a16="http://schemas.microsoft.com/office/drawing/2014/main" id="{5A7335FA-751A-45A2-B960-99898887CBA6}"/>
              </a:ext>
            </a:extLst>
          </p:cNvPr>
          <p:cNvSpPr>
            <a:spLocks xmlns:a="http://schemas.openxmlformats.org/drawingml/2006/main" noGrp="1"/>
          </p:cNvSpPr>
          <p:nvPr/>
        </p:nvSpPr>
        <p:spPr>
          <a:xfrm xmlns:a="http://schemas.openxmlformats.org/drawingml/2006/main">
            <a:off x="9296400" y="2200275"/>
            <a:ext cx="457200" cy="457200"/>
          </a:xfrm>
          <a:prstGeom xmlns:a="http://schemas.openxmlformats.org/drawingml/2006/main" prst="ellipse">
            <a:avLst/>
          </a:prstGeom>
          <a:solidFill xmlns:a="http://schemas.openxmlformats.org/drawingml/2006/main">
            <a:srgbClr val="DCFCE7"/>
          </a:solidFill>
          <a:ln xmlns:a="http://schemas.openxmlformats.org/drawingml/2006/main" w="19050">
            <a:solidFill>
              <a:srgbClr val="2563EB"/>
            </a:solidFill>
            <a:prstDash val="solid"/>
          </a:ln>
        </p:spPr>
      </p:sp>
      <p:sp>
        <p:nvSpPr>
          <p:cNvPr id="452248782" name="">
            <a:extLst xmlns:a="http://schemas.openxmlformats.org/drawingml/2006/main">
              <a:ext uri="{FF2B5EF4-FFF2-40B4-BE49-F238E27FC236}">
                <a16:creationId xmlns:a16="http://schemas.microsoft.com/office/drawing/2014/main" id="{BE86852E-F3FB-4575-9687-E748D8BC686A}"/>
              </a:ext>
            </a:extLst>
          </p:cNvPr>
          <p:cNvSpPr>
            <a:spLocks xmlns:a="http://schemas.openxmlformats.org/drawingml/2006/main" noGrp="1"/>
          </p:cNvSpPr>
          <p:nvPr/>
        </p:nvSpPr>
        <p:spPr>
          <a:xfrm xmlns:a="http://schemas.openxmlformats.org/drawingml/2006/main">
            <a:off x="9296400" y="4676775"/>
            <a:ext cx="457200" cy="457200"/>
          </a:xfrm>
          <a:prstGeom xmlns:a="http://schemas.openxmlformats.org/drawingml/2006/main" prst="ellipse">
            <a:avLst/>
          </a:prstGeom>
          <a:solidFill xmlns:a="http://schemas.openxmlformats.org/drawingml/2006/main">
            <a:srgbClr val="DCFCE7"/>
          </a:solidFill>
          <a:ln xmlns:a="http://schemas.openxmlformats.org/drawingml/2006/main" w="19050">
            <a:solidFill>
              <a:srgbClr val="2563EB"/>
            </a:solidFill>
            <a:prstDash val="solid"/>
          </a:ln>
        </p:spPr>
      </p:sp>
      <p:sp>
        <p:nvSpPr>
          <p:cNvPr id="2036757280" name="">
            <a:extLst xmlns:a="http://schemas.openxmlformats.org/drawingml/2006/main">
              <a:ext uri="{FF2B5EF4-FFF2-40B4-BE49-F238E27FC236}">
                <a16:creationId xmlns:a16="http://schemas.microsoft.com/office/drawing/2014/main" id="{F9092248-D4B7-4CC3-87CA-E923F6031C22}"/>
              </a:ext>
            </a:extLst>
          </p:cNvPr>
          <p:cNvSpPr>
            <a:spLocks xmlns:a="http://schemas.openxmlformats.org/drawingml/2006/main" noGrp="1"/>
          </p:cNvSpPr>
          <p:nvPr/>
        </p:nvSpPr>
        <p:spPr>
          <a:xfrm xmlns:a="http://schemas.openxmlformats.org/drawingml/2006/main">
            <a:off x="1571625" y="533400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00" b="0">
                <a:solidFill>
                  <a:srgbClr val="667085"/>
                </a:solidFill>
              </a:defRPr>
            </a:pPr>
            <a:r>
              <a:rPr sz="1500" b="0">
                <a:solidFill>
                  <a:srgbClr val="667085"/>
                </a:solidFill>
              </a:rPr>
              <a:t>input</a:t>
            </a:r>
          </a:p>
        </p:txBody>
      </p:sp>
      <p:sp>
        <p:nvSpPr>
          <p:cNvPr id="899691757" name="">
            <a:extLst xmlns:a="http://schemas.openxmlformats.org/drawingml/2006/main">
              <a:ext uri="{FF2B5EF4-FFF2-40B4-BE49-F238E27FC236}">
                <a16:creationId xmlns:a16="http://schemas.microsoft.com/office/drawing/2014/main" id="{CF7CB15B-8FCC-4091-8CFC-7FC360E35893}"/>
              </a:ext>
            </a:extLst>
          </p:cNvPr>
          <p:cNvSpPr>
            <a:spLocks xmlns:a="http://schemas.openxmlformats.org/drawingml/2006/main" noGrp="1"/>
          </p:cNvSpPr>
          <p:nvPr/>
        </p:nvSpPr>
        <p:spPr>
          <a:xfrm xmlns:a="http://schemas.openxmlformats.org/drawingml/2006/main">
            <a:off x="3952875" y="533400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00" b="0">
                <a:solidFill>
                  <a:srgbClr val="667085"/>
                </a:solidFill>
              </a:defRPr>
            </a:pPr>
            <a:r>
              <a:rPr sz="1500" b="0">
                <a:solidFill>
                  <a:srgbClr val="667085"/>
                </a:solidFill>
              </a:rPr>
              <a:t>hidden</a:t>
            </a:r>
          </a:p>
        </p:txBody>
      </p:sp>
      <p:sp>
        <p:nvSpPr>
          <p:cNvPr id="1393267237" name="">
            <a:extLst xmlns:a="http://schemas.openxmlformats.org/drawingml/2006/main">
              <a:ext uri="{FF2B5EF4-FFF2-40B4-BE49-F238E27FC236}">
                <a16:creationId xmlns:a16="http://schemas.microsoft.com/office/drawing/2014/main" id="{7A35520F-7581-423C-B723-B7EE99E483FB}"/>
              </a:ext>
            </a:extLst>
          </p:cNvPr>
          <p:cNvSpPr>
            <a:spLocks xmlns:a="http://schemas.openxmlformats.org/drawingml/2006/main" noGrp="1"/>
          </p:cNvSpPr>
          <p:nvPr/>
        </p:nvSpPr>
        <p:spPr>
          <a:xfrm xmlns:a="http://schemas.openxmlformats.org/drawingml/2006/main">
            <a:off x="6429375" y="533400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00" b="0">
                <a:solidFill>
                  <a:srgbClr val="667085"/>
                </a:solidFill>
              </a:defRPr>
            </a:pPr>
            <a:r>
              <a:rPr sz="1500" b="0">
                <a:solidFill>
                  <a:srgbClr val="667085"/>
                </a:solidFill>
              </a:rPr>
              <a:t>hidden</a:t>
            </a:r>
          </a:p>
        </p:txBody>
      </p:sp>
      <p:sp>
        <p:nvSpPr>
          <p:cNvPr id="1802476534" name="">
            <a:extLst xmlns:a="http://schemas.openxmlformats.org/drawingml/2006/main">
              <a:ext uri="{FF2B5EF4-FFF2-40B4-BE49-F238E27FC236}">
                <a16:creationId xmlns:a16="http://schemas.microsoft.com/office/drawing/2014/main" id="{7E56A0A7-CEB9-41CE-8024-0746CE3E439B}"/>
              </a:ext>
            </a:extLst>
          </p:cNvPr>
          <p:cNvSpPr>
            <a:spLocks xmlns:a="http://schemas.openxmlformats.org/drawingml/2006/main" noGrp="1"/>
          </p:cNvSpPr>
          <p:nvPr/>
        </p:nvSpPr>
        <p:spPr>
          <a:xfrm xmlns:a="http://schemas.openxmlformats.org/drawingml/2006/main">
            <a:off x="8905875" y="533400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00" b="0">
                <a:solidFill>
                  <a:srgbClr val="667085"/>
                </a:solidFill>
              </a:defRPr>
            </a:pPr>
            <a:r>
              <a:rPr sz="1500" b="0">
                <a:solidFill>
                  <a:srgbClr val="667085"/>
                </a:solidFill>
              </a:rPr>
              <a:t>output</a:t>
            </a:r>
          </a:p>
        </p:txBody>
      </p:sp>
      <p:sp>
        <p:nvSpPr>
          <p:cNvPr id="1736954646" name="">
            <a:extLst xmlns:a="http://schemas.openxmlformats.org/drawingml/2006/main">
              <a:ext uri="{FF2B5EF4-FFF2-40B4-BE49-F238E27FC236}">
                <a16:creationId xmlns:a16="http://schemas.microsoft.com/office/drawing/2014/main" id="{457F3F19-7AAB-4C39-B147-BB8D642377A4}"/>
              </a:ext>
            </a:extLst>
          </p:cNvPr>
          <p:cNvSpPr>
            <a:spLocks xmlns:a="http://schemas.openxmlformats.org/drawingml/2006/main" noGrp="1"/>
          </p:cNvSpPr>
          <p:nvPr/>
        </p:nvSpPr>
        <p:spPr>
          <a:xfrm xmlns:a="http://schemas.openxmlformats.org/drawingml/2006/main">
            <a:off x="11106150" y="628650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00" b="0">
                <a:solidFill>
                  <a:srgbClr val="667085"/>
                </a:solidFill>
              </a:defRPr>
            </a:pPr>
            <a:r>
              <a:rPr sz="1000" b="0">
                <a:solidFill>
                  <a:srgbClr val="667085"/>
                </a:solidFill>
              </a:rPr>
              <a:t>18</a:t>
            </a:r>
          </a:p>
        </p:txBody>
      </p:sp>
    </p:spTree>
    <p:extLst>
      <p:ext uri="{BB962C8B-B14F-4D97-AF65-F5344CB8AC3E}">
        <p14:creationId xmlns:p14="http://schemas.microsoft.com/office/powerpoint/2010/main" val="1933718813"/>
      </p:ext>
    </p:extLst>
  </p:cSld>
</p:sld>
</file>

<file path=ppt/slides/slide19.xml><?xml version="1.0" encoding="utf-8"?>
<p:sld xmlns:p="http://schemas.openxmlformats.org/presentationml/2006/main" showMasterSp="1">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57689871" name="">
            <a:extLst xmlns:a="http://schemas.openxmlformats.org/drawingml/2006/main">
              <a:ext uri="{FF2B5EF4-FFF2-40B4-BE49-F238E27FC236}">
                <a16:creationId xmlns:a16="http://schemas.microsoft.com/office/drawing/2014/main" id="{1C78691B-41D2-4787-884F-76BE2A674065}"/>
              </a:ext>
            </a:extLst>
          </p:cNvPr>
          <p:cNvSpPr>
            <a:spLocks xmlns:a="http://schemas.openxmlformats.org/drawingml/2006/main" noGrp="1"/>
          </p:cNvSpPr>
          <p:nvPr/>
        </p:nvSpPr>
        <p:spPr>
          <a:xfrm xmlns:a="http://schemas.openxmlformats.org/drawingml/2006/main">
            <a:off x="609600" y="32385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563EB"/>
                </a:solidFill>
              </a:defRPr>
            </a:pPr>
            <a:r>
              <a:rPr sz="1200" b="1">
                <a:solidFill>
                  <a:srgbClr val="2563EB"/>
                </a:solidFill>
              </a:rPr>
              <a:t>Training</a:t>
            </a:r>
          </a:p>
        </p:txBody>
      </p:sp>
      <p:sp>
        <p:nvSpPr>
          <p:cNvPr id="2050535817" name="">
            <a:extLst xmlns:a="http://schemas.openxmlformats.org/drawingml/2006/main">
              <a:ext uri="{FF2B5EF4-FFF2-40B4-BE49-F238E27FC236}">
                <a16:creationId xmlns:a16="http://schemas.microsoft.com/office/drawing/2014/main" id="{FB0D45BB-20AF-4F2B-8210-BC7B6862C24E}"/>
              </a:ext>
            </a:extLst>
          </p:cNvPr>
          <p:cNvSpPr>
            <a:spLocks xmlns:a="http://schemas.openxmlformats.org/drawingml/2006/main" noGrp="1"/>
          </p:cNvSpPr>
          <p:nvPr/>
        </p:nvSpPr>
        <p:spPr>
          <a:xfrm xmlns:a="http://schemas.openxmlformats.org/drawingml/2006/main">
            <a:off x="609600" y="590549"/>
            <a:ext cx="9334500" cy="5905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150" b="1">
                <a:solidFill>
                  <a:srgbClr val="0B0F19"/>
                </a:solidFill>
              </a:defRPr>
            </a:pPr>
            <a:r>
              <a:rPr sz="3150" b="1">
                <a:solidFill>
                  <a:srgbClr val="0B0F19"/>
                </a:solidFill>
              </a:rPr>
              <a:t>Backprop sends error backward</a:t>
            </a:r>
          </a:p>
        </p:txBody>
      </p:sp>
      <p:sp>
        <p:nvSpPr>
          <p:cNvPr id="719342457" name="">
            <a:extLst xmlns:a="http://schemas.openxmlformats.org/drawingml/2006/main">
              <a:ext uri="{FF2B5EF4-FFF2-40B4-BE49-F238E27FC236}">
                <a16:creationId xmlns:a16="http://schemas.microsoft.com/office/drawing/2014/main" id="{FBACA647-8208-4997-9210-D2F34B01BC49}"/>
              </a:ext>
            </a:extLst>
          </p:cNvPr>
          <p:cNvSpPr>
            <a:spLocks xmlns:a="http://schemas.openxmlformats.org/drawingml/2006/main" noGrp="1"/>
          </p:cNvSpPr>
          <p:nvPr/>
        </p:nvSpPr>
        <p:spPr>
          <a:xfrm xmlns:a="http://schemas.openxmlformats.org/drawingml/2006/main">
            <a:off x="609600" y="1352550"/>
            <a:ext cx="10972800" cy="4762500"/>
          </a:xfrm>
          <a:prstGeom xmlns:a="http://schemas.openxmlformats.org/drawingml/2006/main" prst="roundRect">
            <a:avLst>
              <a:gd name="adj" fmla="val 1600"/>
            </a:avLst>
          </a:prstGeom>
          <a:solidFill xmlns:a="http://schemas.openxmlformats.org/drawingml/2006/main">
            <a:srgbClr val="F8FAFC"/>
          </a:solidFill>
          <a:ln xmlns:a="http://schemas.openxmlformats.org/drawingml/2006/main" w="14288">
            <a:solidFill>
              <a:srgbClr val="E2E8F0"/>
            </a:solidFill>
            <a:prstDash val="solid"/>
          </a:ln>
        </p:spPr>
      </p:sp>
      <p:sp>
        <p:nvSpPr>
          <p:cNvPr id="167806763" name="">
            <a:extLst xmlns:a="http://schemas.openxmlformats.org/drawingml/2006/main">
              <a:ext uri="{FF2B5EF4-FFF2-40B4-BE49-F238E27FC236}">
                <a16:creationId xmlns:a16="http://schemas.microsoft.com/office/drawing/2014/main" id="{BD80E213-D200-4628-A70E-F7B6FD470499}"/>
              </a:ext>
            </a:extLst>
          </p:cNvPr>
          <p:cNvSpPr>
            <a:spLocks xmlns:a="http://schemas.openxmlformats.org/drawingml/2006/main" noGrp="1"/>
          </p:cNvSpPr>
          <p:nvPr/>
        </p:nvSpPr>
        <p:spPr>
          <a:xfrm xmlns:a="http://schemas.openxmlformats.org/drawingml/2006/main">
            <a:off x="1238250" y="3048000"/>
            <a:ext cx="1381125" cy="742950"/>
          </a:xfrm>
          <a:prstGeom xmlns:a="http://schemas.openxmlformats.org/drawingml/2006/main" prst="roundRect">
            <a:avLst>
              <a:gd name="adj" fmla="val 15385"/>
            </a:avLst>
          </a:prstGeom>
          <a:solidFill xmlns:a="http://schemas.openxmlformats.org/drawingml/2006/main">
            <a:srgbClr val="FFFFFF"/>
          </a:solidFill>
          <a:ln xmlns:a="http://schemas.openxmlformats.org/drawingml/2006/main" w="14288">
            <a:solidFill>
              <a:srgbClr val="CBD5E1"/>
            </a:solid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0B0F19"/>
                </a:solidFill>
              </a:defRPr>
            </a:pPr>
            <a:r>
              <a:rPr sz="1650" b="1">
                <a:solidFill>
                  <a:srgbClr val="0B0F19"/>
                </a:solidFill>
              </a:rPr>
              <a:t>input</a:t>
            </a:r>
          </a:p>
        </p:txBody>
      </p:sp>
      <p:sp>
        <p:nvSpPr>
          <p:cNvPr id="1568972461" name="">
            <a:extLst xmlns:a="http://schemas.openxmlformats.org/drawingml/2006/main">
              <a:ext uri="{FF2B5EF4-FFF2-40B4-BE49-F238E27FC236}">
                <a16:creationId xmlns:a16="http://schemas.microsoft.com/office/drawing/2014/main" id="{11983C7A-06D7-41E8-A29C-489ACBE7A977}"/>
              </a:ext>
            </a:extLst>
          </p:cNvPr>
          <p:cNvSpPr>
            <a:spLocks xmlns:a="http://schemas.openxmlformats.org/drawingml/2006/main" noGrp="1"/>
          </p:cNvSpPr>
          <p:nvPr/>
        </p:nvSpPr>
        <p:spPr>
          <a:xfrm xmlns:a="http://schemas.openxmlformats.org/drawingml/2006/main">
            <a:off x="3286125" y="3048000"/>
            <a:ext cx="1381125" cy="742950"/>
          </a:xfrm>
          <a:prstGeom xmlns:a="http://schemas.openxmlformats.org/drawingml/2006/main" prst="roundRect">
            <a:avLst>
              <a:gd name="adj" fmla="val 15385"/>
            </a:avLst>
          </a:prstGeom>
          <a:solidFill xmlns:a="http://schemas.openxmlformats.org/drawingml/2006/main">
            <a:srgbClr val="FFFFFF"/>
          </a:solidFill>
          <a:ln xmlns:a="http://schemas.openxmlformats.org/drawingml/2006/main" w="14288">
            <a:solidFill>
              <a:srgbClr val="CBD5E1"/>
            </a:solid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0B0F19"/>
                </a:solidFill>
              </a:defRPr>
            </a:pPr>
            <a:r>
              <a:rPr sz="1650" b="1">
                <a:solidFill>
                  <a:srgbClr val="0B0F19"/>
                </a:solidFill>
              </a:rPr>
              <a:t>hidden</a:t>
            </a:r>
          </a:p>
        </p:txBody>
      </p:sp>
      <p:sp>
        <p:nvSpPr>
          <p:cNvPr id="1178997928" name="">
            <a:extLst xmlns:a="http://schemas.openxmlformats.org/drawingml/2006/main">
              <a:ext uri="{FF2B5EF4-FFF2-40B4-BE49-F238E27FC236}">
                <a16:creationId xmlns:a16="http://schemas.microsoft.com/office/drawing/2014/main" id="{6F6AC821-7C02-45E5-8636-5FB15A5A115A}"/>
              </a:ext>
            </a:extLst>
          </p:cNvPr>
          <p:cNvSpPr>
            <a:spLocks xmlns:a="http://schemas.openxmlformats.org/drawingml/2006/main" noGrp="1"/>
          </p:cNvSpPr>
          <p:nvPr/>
        </p:nvSpPr>
        <p:spPr>
          <a:xfrm xmlns:a="http://schemas.openxmlformats.org/drawingml/2006/main">
            <a:off x="5334000" y="3048000"/>
            <a:ext cx="1381125" cy="742950"/>
          </a:xfrm>
          <a:prstGeom xmlns:a="http://schemas.openxmlformats.org/drawingml/2006/main" prst="roundRect">
            <a:avLst>
              <a:gd name="adj" fmla="val 15385"/>
            </a:avLst>
          </a:prstGeom>
          <a:solidFill xmlns:a="http://schemas.openxmlformats.org/drawingml/2006/main">
            <a:srgbClr val="FFFFFF"/>
          </a:solidFill>
          <a:ln xmlns:a="http://schemas.openxmlformats.org/drawingml/2006/main" w="14288">
            <a:solidFill>
              <a:srgbClr val="CBD5E1"/>
            </a:solid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0B0F19"/>
                </a:solidFill>
              </a:defRPr>
            </a:pPr>
            <a:r>
              <a:rPr sz="1650" b="1">
                <a:solidFill>
                  <a:srgbClr val="0B0F19"/>
                </a:solidFill>
              </a:rPr>
              <a:t>hidden</a:t>
            </a:r>
          </a:p>
        </p:txBody>
      </p:sp>
      <p:sp>
        <p:nvSpPr>
          <p:cNvPr id="720728369" name="">
            <a:extLst xmlns:a="http://schemas.openxmlformats.org/drawingml/2006/main">
              <a:ext uri="{FF2B5EF4-FFF2-40B4-BE49-F238E27FC236}">
                <a16:creationId xmlns:a16="http://schemas.microsoft.com/office/drawing/2014/main" id="{632F2B0F-DDE9-4110-BA08-96F79675587E}"/>
              </a:ext>
            </a:extLst>
          </p:cNvPr>
          <p:cNvSpPr>
            <a:spLocks xmlns:a="http://schemas.openxmlformats.org/drawingml/2006/main" noGrp="1"/>
          </p:cNvSpPr>
          <p:nvPr/>
        </p:nvSpPr>
        <p:spPr>
          <a:xfrm xmlns:a="http://schemas.openxmlformats.org/drawingml/2006/main">
            <a:off x="7381875" y="3048000"/>
            <a:ext cx="1381125" cy="742950"/>
          </a:xfrm>
          <a:prstGeom xmlns:a="http://schemas.openxmlformats.org/drawingml/2006/main" prst="roundRect">
            <a:avLst>
              <a:gd name="adj" fmla="val 15385"/>
            </a:avLst>
          </a:prstGeom>
          <a:solidFill xmlns:a="http://schemas.openxmlformats.org/drawingml/2006/main">
            <a:srgbClr val="FFFFFF"/>
          </a:solidFill>
          <a:ln xmlns:a="http://schemas.openxmlformats.org/drawingml/2006/main" w="14288">
            <a:solidFill>
              <a:srgbClr val="CBD5E1"/>
            </a:solid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0B0F19"/>
                </a:solidFill>
              </a:defRPr>
            </a:pPr>
            <a:r>
              <a:rPr sz="1650" b="1">
                <a:solidFill>
                  <a:srgbClr val="0B0F19"/>
                </a:solidFill>
              </a:rPr>
              <a:t>output</a:t>
            </a:r>
          </a:p>
        </p:txBody>
      </p:sp>
      <p:sp>
        <p:nvSpPr>
          <p:cNvPr id="1681988419" name="">
            <a:extLst xmlns:a="http://schemas.openxmlformats.org/drawingml/2006/main">
              <a:ext uri="{FF2B5EF4-FFF2-40B4-BE49-F238E27FC236}">
                <a16:creationId xmlns:a16="http://schemas.microsoft.com/office/drawing/2014/main" id="{A2028065-3BED-4370-84C4-BBF19FB82234}"/>
              </a:ext>
            </a:extLst>
          </p:cNvPr>
          <p:cNvSpPr>
            <a:spLocks xmlns:a="http://schemas.openxmlformats.org/drawingml/2006/main" noGrp="1"/>
          </p:cNvSpPr>
          <p:nvPr/>
        </p:nvSpPr>
        <p:spPr>
          <a:xfrm xmlns:a="http://schemas.openxmlformats.org/drawingml/2006/main">
            <a:off x="9429750" y="3048000"/>
            <a:ext cx="1381125" cy="742950"/>
          </a:xfrm>
          <a:prstGeom xmlns:a="http://schemas.openxmlformats.org/drawingml/2006/main" prst="roundRect">
            <a:avLst>
              <a:gd name="adj" fmla="val 15385"/>
            </a:avLst>
          </a:prstGeom>
          <a:solidFill xmlns:a="http://schemas.openxmlformats.org/drawingml/2006/main">
            <a:srgbClr val="FEF2F2"/>
          </a:solidFill>
          <a:ln xmlns:a="http://schemas.openxmlformats.org/drawingml/2006/main" w="14288">
            <a:solidFill>
              <a:srgbClr val="EF4444"/>
            </a:solid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0B0F19"/>
                </a:solidFill>
              </a:defRPr>
            </a:pPr>
            <a:r>
              <a:rPr sz="1650" b="1">
                <a:solidFill>
                  <a:srgbClr val="0B0F19"/>
                </a:solidFill>
              </a:rPr>
              <a:t>loss</a:t>
            </a:r>
          </a:p>
        </p:txBody>
      </p:sp>
      <p:sp>
        <p:nvSpPr>
          <p:cNvPr id="120451245" name="">
            <a:extLst xmlns:a="http://schemas.openxmlformats.org/drawingml/2006/main">
              <a:ext uri="{FF2B5EF4-FFF2-40B4-BE49-F238E27FC236}">
                <a16:creationId xmlns:a16="http://schemas.microsoft.com/office/drawing/2014/main" id="{7DF4F6C2-1E2D-4644-A6A2-E5BD6A644FB6}"/>
              </a:ext>
            </a:extLst>
          </p:cNvPr>
          <p:cNvSpPr>
            <a:spLocks xmlns:a="http://schemas.openxmlformats.org/drawingml/2006/main" noGrp="1"/>
          </p:cNvSpPr>
          <p:nvPr/>
        </p:nvSpPr>
        <p:spPr>
          <a:xfrm xmlns:a="http://schemas.openxmlformats.org/drawingml/2006/main">
            <a:off x="2714625" y="3219449"/>
            <a:ext cx="781050" cy="381000"/>
          </a:xfrm>
          <a:prstGeom xmlns:a="http://schemas.openxmlformats.org/drawingml/2006/main" prst="rightArrow">
            <a:avLst>
              <a:gd name="adj1" fmla="val 50000"/>
              <a:gd name="adj2" fmla="val 50000"/>
            </a:avLst>
          </a:prstGeom>
          <a:solidFill xmlns:a="http://schemas.openxmlformats.org/drawingml/2006/main">
            <a:srgbClr val="DBEAFE"/>
          </a:solidFill>
          <a:ln xmlns:a="http://schemas.openxmlformats.org/drawingml/2006/main" w="14288">
            <a:solidFill>
              <a:srgbClr val="2563EB"/>
            </a:solidFill>
            <a:prstDash val="solid"/>
          </a:ln>
        </p:spPr>
      </p:sp>
      <p:sp>
        <p:nvSpPr>
          <p:cNvPr id="785835782" name="">
            <a:extLst xmlns:a="http://schemas.openxmlformats.org/drawingml/2006/main">
              <a:ext uri="{FF2B5EF4-FFF2-40B4-BE49-F238E27FC236}">
                <a16:creationId xmlns:a16="http://schemas.microsoft.com/office/drawing/2014/main" id="{B700FE71-6F1A-4D30-A9B3-AD7F98821347}"/>
              </a:ext>
            </a:extLst>
          </p:cNvPr>
          <p:cNvSpPr>
            <a:spLocks xmlns:a="http://schemas.openxmlformats.org/drawingml/2006/main" noGrp="1"/>
          </p:cNvSpPr>
          <p:nvPr/>
        </p:nvSpPr>
        <p:spPr>
          <a:xfrm xmlns:a="http://schemas.openxmlformats.org/drawingml/2006/main">
            <a:off x="4762500" y="3219449"/>
            <a:ext cx="781050" cy="381000"/>
          </a:xfrm>
          <a:prstGeom xmlns:a="http://schemas.openxmlformats.org/drawingml/2006/main" prst="rightArrow">
            <a:avLst>
              <a:gd name="adj1" fmla="val 50000"/>
              <a:gd name="adj2" fmla="val 50000"/>
            </a:avLst>
          </a:prstGeom>
          <a:solidFill xmlns:a="http://schemas.openxmlformats.org/drawingml/2006/main">
            <a:srgbClr val="DBEAFE"/>
          </a:solidFill>
          <a:ln xmlns:a="http://schemas.openxmlformats.org/drawingml/2006/main" w="14288">
            <a:solidFill>
              <a:srgbClr val="2563EB"/>
            </a:solidFill>
            <a:prstDash val="solid"/>
          </a:ln>
        </p:spPr>
      </p:sp>
      <p:sp>
        <p:nvSpPr>
          <p:cNvPr id="89529181" name="">
            <a:extLst xmlns:a="http://schemas.openxmlformats.org/drawingml/2006/main">
              <a:ext uri="{FF2B5EF4-FFF2-40B4-BE49-F238E27FC236}">
                <a16:creationId xmlns:a16="http://schemas.microsoft.com/office/drawing/2014/main" id="{E711DA5A-44EB-4FCF-ABDE-6004645BCD89}"/>
              </a:ext>
            </a:extLst>
          </p:cNvPr>
          <p:cNvSpPr>
            <a:spLocks xmlns:a="http://schemas.openxmlformats.org/drawingml/2006/main" noGrp="1"/>
          </p:cNvSpPr>
          <p:nvPr/>
        </p:nvSpPr>
        <p:spPr>
          <a:xfrm xmlns:a="http://schemas.openxmlformats.org/drawingml/2006/main">
            <a:off x="6810375" y="3219449"/>
            <a:ext cx="781050" cy="381000"/>
          </a:xfrm>
          <a:prstGeom xmlns:a="http://schemas.openxmlformats.org/drawingml/2006/main" prst="rightArrow">
            <a:avLst>
              <a:gd name="adj1" fmla="val 50000"/>
              <a:gd name="adj2" fmla="val 50000"/>
            </a:avLst>
          </a:prstGeom>
          <a:solidFill xmlns:a="http://schemas.openxmlformats.org/drawingml/2006/main">
            <a:srgbClr val="DBEAFE"/>
          </a:solidFill>
          <a:ln xmlns:a="http://schemas.openxmlformats.org/drawingml/2006/main" w="14288">
            <a:solidFill>
              <a:srgbClr val="2563EB"/>
            </a:solidFill>
            <a:prstDash val="solid"/>
          </a:ln>
        </p:spPr>
      </p:sp>
      <p:sp>
        <p:nvSpPr>
          <p:cNvPr id="331720124" name="">
            <a:extLst xmlns:a="http://schemas.openxmlformats.org/drawingml/2006/main">
              <a:ext uri="{FF2B5EF4-FFF2-40B4-BE49-F238E27FC236}">
                <a16:creationId xmlns:a16="http://schemas.microsoft.com/office/drawing/2014/main" id="{E17959AC-5954-4544-BE79-8BC72458C9D0}"/>
              </a:ext>
            </a:extLst>
          </p:cNvPr>
          <p:cNvSpPr>
            <a:spLocks xmlns:a="http://schemas.openxmlformats.org/drawingml/2006/main" noGrp="1"/>
          </p:cNvSpPr>
          <p:nvPr/>
        </p:nvSpPr>
        <p:spPr>
          <a:xfrm xmlns:a="http://schemas.openxmlformats.org/drawingml/2006/main">
            <a:off x="8858250" y="3219449"/>
            <a:ext cx="781050" cy="381000"/>
          </a:xfrm>
          <a:prstGeom xmlns:a="http://schemas.openxmlformats.org/drawingml/2006/main" prst="rightArrow">
            <a:avLst>
              <a:gd name="adj1" fmla="val 50000"/>
              <a:gd name="adj2" fmla="val 50000"/>
            </a:avLst>
          </a:prstGeom>
          <a:solidFill xmlns:a="http://schemas.openxmlformats.org/drawingml/2006/main">
            <a:srgbClr val="DBEAFE"/>
          </a:solidFill>
          <a:ln xmlns:a="http://schemas.openxmlformats.org/drawingml/2006/main" w="14288">
            <a:solidFill>
              <a:srgbClr val="2563EB"/>
            </a:solidFill>
            <a:prstDash val="solid"/>
          </a:ln>
        </p:spPr>
      </p:sp>
      <p:sp>
        <p:nvSpPr>
          <p:cNvPr id="639340521" name="">
            <a:extLst xmlns:a="http://schemas.openxmlformats.org/drawingml/2006/main">
              <a:ext uri="{FF2B5EF4-FFF2-40B4-BE49-F238E27FC236}">
                <a16:creationId xmlns:a16="http://schemas.microsoft.com/office/drawing/2014/main" id="{11B254B3-25D2-4B6E-9EC1-283261C99160}"/>
              </a:ext>
            </a:extLst>
          </p:cNvPr>
          <p:cNvSpPr>
            <a:spLocks xmlns:a="http://schemas.openxmlformats.org/drawingml/2006/main" noGrp="1"/>
          </p:cNvSpPr>
          <p:nvPr/>
        </p:nvSpPr>
        <p:spPr>
          <a:xfrm xmlns:a="http://schemas.openxmlformats.org/drawingml/2006/main">
            <a:off x="7715250" y="4333875"/>
            <a:ext cx="762000" cy="381000"/>
          </a:xfrm>
          <a:prstGeom xmlns:a="http://schemas.openxmlformats.org/drawingml/2006/main" prst="leftArrow">
            <a:avLst>
              <a:gd name="adj1" fmla="val 50000"/>
              <a:gd name="adj2" fmla="val 50000"/>
            </a:avLst>
          </a:prstGeom>
          <a:solidFill xmlns:a="http://schemas.openxmlformats.org/drawingml/2006/main">
            <a:srgbClr val="FFE4E6"/>
          </a:solidFill>
          <a:ln xmlns:a="http://schemas.openxmlformats.org/drawingml/2006/main" w="14288">
            <a:solidFill>
              <a:srgbClr val="EF4444"/>
            </a:solidFill>
            <a:prstDash val="solid"/>
          </a:ln>
        </p:spPr>
      </p:sp>
      <p:sp>
        <p:nvSpPr>
          <p:cNvPr id="357252726" name="">
            <a:extLst xmlns:a="http://schemas.openxmlformats.org/drawingml/2006/main">
              <a:ext uri="{FF2B5EF4-FFF2-40B4-BE49-F238E27FC236}">
                <a16:creationId xmlns:a16="http://schemas.microsoft.com/office/drawing/2014/main" id="{1F550E7F-EB9F-4BA5-AFB2-AB3D40CB37F9}"/>
              </a:ext>
            </a:extLst>
          </p:cNvPr>
          <p:cNvSpPr>
            <a:spLocks xmlns:a="http://schemas.openxmlformats.org/drawingml/2006/main" noGrp="1"/>
          </p:cNvSpPr>
          <p:nvPr/>
        </p:nvSpPr>
        <p:spPr>
          <a:xfrm xmlns:a="http://schemas.openxmlformats.org/drawingml/2006/main">
            <a:off x="5667375" y="4333875"/>
            <a:ext cx="762000" cy="381000"/>
          </a:xfrm>
          <a:prstGeom xmlns:a="http://schemas.openxmlformats.org/drawingml/2006/main" prst="leftArrow">
            <a:avLst>
              <a:gd name="adj1" fmla="val 50000"/>
              <a:gd name="adj2" fmla="val 50000"/>
            </a:avLst>
          </a:prstGeom>
          <a:solidFill xmlns:a="http://schemas.openxmlformats.org/drawingml/2006/main">
            <a:srgbClr val="FFE4E6"/>
          </a:solidFill>
          <a:ln xmlns:a="http://schemas.openxmlformats.org/drawingml/2006/main" w="14288">
            <a:solidFill>
              <a:srgbClr val="EF4444"/>
            </a:solidFill>
            <a:prstDash val="solid"/>
          </a:ln>
        </p:spPr>
      </p:sp>
      <p:sp>
        <p:nvSpPr>
          <p:cNvPr id="785836936" name="">
            <a:extLst xmlns:a="http://schemas.openxmlformats.org/drawingml/2006/main">
              <a:ext uri="{FF2B5EF4-FFF2-40B4-BE49-F238E27FC236}">
                <a16:creationId xmlns:a16="http://schemas.microsoft.com/office/drawing/2014/main" id="{5539F469-0478-429E-BA82-DB4E87F5FDB1}"/>
              </a:ext>
            </a:extLst>
          </p:cNvPr>
          <p:cNvSpPr>
            <a:spLocks xmlns:a="http://schemas.openxmlformats.org/drawingml/2006/main" noGrp="1"/>
          </p:cNvSpPr>
          <p:nvPr/>
        </p:nvSpPr>
        <p:spPr>
          <a:xfrm xmlns:a="http://schemas.openxmlformats.org/drawingml/2006/main">
            <a:off x="3619500" y="4333875"/>
            <a:ext cx="762000" cy="381000"/>
          </a:xfrm>
          <a:prstGeom xmlns:a="http://schemas.openxmlformats.org/drawingml/2006/main" prst="leftArrow">
            <a:avLst>
              <a:gd name="adj1" fmla="val 50000"/>
              <a:gd name="adj2" fmla="val 50000"/>
            </a:avLst>
          </a:prstGeom>
          <a:solidFill xmlns:a="http://schemas.openxmlformats.org/drawingml/2006/main">
            <a:srgbClr val="FFE4E6"/>
          </a:solidFill>
          <a:ln xmlns:a="http://schemas.openxmlformats.org/drawingml/2006/main" w="14288">
            <a:solidFill>
              <a:srgbClr val="EF4444"/>
            </a:solidFill>
            <a:prstDash val="solid"/>
          </a:ln>
        </p:spPr>
      </p:sp>
      <p:sp>
        <p:nvSpPr>
          <p:cNvPr id="915421948" name="">
            <a:extLst xmlns:a="http://schemas.openxmlformats.org/drawingml/2006/main">
              <a:ext uri="{FF2B5EF4-FFF2-40B4-BE49-F238E27FC236}">
                <a16:creationId xmlns:a16="http://schemas.microsoft.com/office/drawing/2014/main" id="{5746FD6E-23D6-44F8-B351-E92D8B16616C}"/>
              </a:ext>
            </a:extLst>
          </p:cNvPr>
          <p:cNvSpPr>
            <a:spLocks xmlns:a="http://schemas.openxmlformats.org/drawingml/2006/main" noGrp="1"/>
          </p:cNvSpPr>
          <p:nvPr/>
        </p:nvSpPr>
        <p:spPr>
          <a:xfrm xmlns:a="http://schemas.openxmlformats.org/drawingml/2006/main">
            <a:off x="1571625" y="4333875"/>
            <a:ext cx="762000" cy="381000"/>
          </a:xfrm>
          <a:prstGeom xmlns:a="http://schemas.openxmlformats.org/drawingml/2006/main" prst="leftArrow">
            <a:avLst>
              <a:gd name="adj1" fmla="val 50000"/>
              <a:gd name="adj2" fmla="val 50000"/>
            </a:avLst>
          </a:prstGeom>
          <a:solidFill xmlns:a="http://schemas.openxmlformats.org/drawingml/2006/main">
            <a:srgbClr val="FFE4E6"/>
          </a:solidFill>
          <a:ln xmlns:a="http://schemas.openxmlformats.org/drawingml/2006/main" w="14288">
            <a:solidFill>
              <a:srgbClr val="EF4444"/>
            </a:solidFill>
            <a:prstDash val="solid"/>
          </a:ln>
        </p:spPr>
      </p:sp>
      <p:sp>
        <p:nvSpPr>
          <p:cNvPr id="1920294035" name="">
            <a:extLst xmlns:a="http://schemas.openxmlformats.org/drawingml/2006/main">
              <a:ext uri="{FF2B5EF4-FFF2-40B4-BE49-F238E27FC236}">
                <a16:creationId xmlns:a16="http://schemas.microsoft.com/office/drawing/2014/main" id="{12C9101C-8DBB-4FD0-885A-AC125E1EED98}"/>
              </a:ext>
            </a:extLst>
          </p:cNvPr>
          <p:cNvSpPr>
            <a:spLocks xmlns:a="http://schemas.openxmlformats.org/drawingml/2006/main" noGrp="1"/>
          </p:cNvSpPr>
          <p:nvPr/>
        </p:nvSpPr>
        <p:spPr>
          <a:xfrm xmlns:a="http://schemas.openxmlformats.org/drawingml/2006/main">
            <a:off x="4762500" y="2381250"/>
            <a:ext cx="1524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950" b="1">
                <a:solidFill>
                  <a:srgbClr val="2563EB"/>
                </a:solidFill>
              </a:defRPr>
            </a:pPr>
            <a:r>
              <a:rPr sz="1950" b="1">
                <a:solidFill>
                  <a:srgbClr val="2563EB"/>
                </a:solidFill>
              </a:rPr>
              <a:t>forward</a:t>
            </a:r>
          </a:p>
        </p:txBody>
      </p:sp>
      <p:sp>
        <p:nvSpPr>
          <p:cNvPr id="14864957" name="">
            <a:extLst xmlns:a="http://schemas.openxmlformats.org/drawingml/2006/main">
              <a:ext uri="{FF2B5EF4-FFF2-40B4-BE49-F238E27FC236}">
                <a16:creationId xmlns:a16="http://schemas.microsoft.com/office/drawing/2014/main" id="{54B9ACAD-DBF7-4520-AEC3-673EE6ABE67B}"/>
              </a:ext>
            </a:extLst>
          </p:cNvPr>
          <p:cNvSpPr>
            <a:spLocks xmlns:a="http://schemas.openxmlformats.org/drawingml/2006/main" noGrp="1"/>
          </p:cNvSpPr>
          <p:nvPr/>
        </p:nvSpPr>
        <p:spPr>
          <a:xfrm xmlns:a="http://schemas.openxmlformats.org/drawingml/2006/main">
            <a:off x="4762500" y="4876800"/>
            <a:ext cx="1714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950" b="1">
                <a:solidFill>
                  <a:srgbClr val="EF4444"/>
                </a:solidFill>
              </a:defRPr>
            </a:pPr>
            <a:r>
              <a:rPr sz="1950" b="1">
                <a:solidFill>
                  <a:srgbClr val="EF4444"/>
                </a:solidFill>
              </a:rPr>
              <a:t>gradients</a:t>
            </a:r>
          </a:p>
        </p:txBody>
      </p:sp>
      <p:sp>
        <p:nvSpPr>
          <p:cNvPr id="977617616" name="">
            <a:extLst xmlns:a="http://schemas.openxmlformats.org/drawingml/2006/main">
              <a:ext uri="{FF2B5EF4-FFF2-40B4-BE49-F238E27FC236}">
                <a16:creationId xmlns:a16="http://schemas.microsoft.com/office/drawing/2014/main" id="{14E486FE-55D9-4094-97C6-655EDF57F357}"/>
              </a:ext>
            </a:extLst>
          </p:cNvPr>
          <p:cNvSpPr>
            <a:spLocks xmlns:a="http://schemas.openxmlformats.org/drawingml/2006/main" noGrp="1"/>
          </p:cNvSpPr>
          <p:nvPr/>
        </p:nvSpPr>
        <p:spPr>
          <a:xfrm xmlns:a="http://schemas.openxmlformats.org/drawingml/2006/main">
            <a:off x="11106150" y="628650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00" b="0">
                <a:solidFill>
                  <a:srgbClr val="667085"/>
                </a:solidFill>
              </a:defRPr>
            </a:pPr>
            <a:r>
              <a:rPr sz="1000" b="0">
                <a:solidFill>
                  <a:srgbClr val="667085"/>
                </a:solidFill>
              </a:rPr>
              <a:t>19</a:t>
            </a:r>
          </a:p>
        </p:txBody>
      </p:sp>
    </p:spTree>
    <p:extLst>
      <p:ext uri="{BB962C8B-B14F-4D97-AF65-F5344CB8AC3E}">
        <p14:creationId xmlns:p14="http://schemas.microsoft.com/office/powerpoint/2010/main" val="1354689912"/>
      </p:ext>
    </p:extLst>
  </p:cSld>
</p:sld>
</file>

<file path=ppt/slides/slide20.xml><?xml version="1.0" encoding="utf-8"?>
<p:sld xmlns:p="http://schemas.openxmlformats.org/presentationml/2006/main" showMasterSp="1">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57161453" name="">
            <a:extLst xmlns:a="http://schemas.openxmlformats.org/drawingml/2006/main">
              <a:ext uri="{FF2B5EF4-FFF2-40B4-BE49-F238E27FC236}">
                <a16:creationId xmlns:a16="http://schemas.microsoft.com/office/drawing/2014/main" id="{3760E991-BE28-4968-8389-B54403235A55}"/>
              </a:ext>
            </a:extLst>
          </p:cNvPr>
          <p:cNvSpPr>
            <a:spLocks xmlns:a="http://schemas.openxmlformats.org/drawingml/2006/main" noGrp="1"/>
          </p:cNvSpPr>
          <p:nvPr/>
        </p:nvSpPr>
        <p:spPr>
          <a:xfrm xmlns:a="http://schemas.openxmlformats.org/drawingml/2006/main">
            <a:off x="609600" y="32385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563EB"/>
                </a:solidFill>
              </a:defRPr>
            </a:pPr>
            <a:r>
              <a:rPr sz="1200" b="1">
                <a:solidFill>
                  <a:srgbClr val="2563EB"/>
                </a:solidFill>
              </a:rPr>
              <a:t>Loop</a:t>
            </a:r>
          </a:p>
        </p:txBody>
      </p:sp>
      <p:sp>
        <p:nvSpPr>
          <p:cNvPr id="1485490078" name="">
            <a:extLst xmlns:a="http://schemas.openxmlformats.org/drawingml/2006/main">
              <a:ext uri="{FF2B5EF4-FFF2-40B4-BE49-F238E27FC236}">
                <a16:creationId xmlns:a16="http://schemas.microsoft.com/office/drawing/2014/main" id="{AA29B7F5-B1B8-41DC-B166-CEE8B461C25C}"/>
              </a:ext>
            </a:extLst>
          </p:cNvPr>
          <p:cNvSpPr>
            <a:spLocks xmlns:a="http://schemas.openxmlformats.org/drawingml/2006/main" noGrp="1"/>
          </p:cNvSpPr>
          <p:nvPr/>
        </p:nvSpPr>
        <p:spPr>
          <a:xfrm xmlns:a="http://schemas.openxmlformats.org/drawingml/2006/main">
            <a:off x="609600" y="590549"/>
            <a:ext cx="9334500" cy="5905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150" b="1">
                <a:solidFill>
                  <a:srgbClr val="0B0F19"/>
                </a:solidFill>
              </a:defRPr>
            </a:pPr>
            <a:r>
              <a:rPr sz="3150" b="1">
                <a:solidFill>
                  <a:srgbClr val="0B0F19"/>
                </a:solidFill>
              </a:rPr>
              <a:t>Training is a loop</a:t>
            </a:r>
          </a:p>
        </p:txBody>
      </p:sp>
      <p:sp>
        <p:nvSpPr>
          <p:cNvPr id="1281445230" name="">
            <a:extLst xmlns:a="http://schemas.openxmlformats.org/drawingml/2006/main">
              <a:ext uri="{FF2B5EF4-FFF2-40B4-BE49-F238E27FC236}">
                <a16:creationId xmlns:a16="http://schemas.microsoft.com/office/drawing/2014/main" id="{E69EC421-2AD4-4A92-B201-ED4B8BEB8A3A}"/>
              </a:ext>
            </a:extLst>
          </p:cNvPr>
          <p:cNvSpPr>
            <a:spLocks xmlns:a="http://schemas.openxmlformats.org/drawingml/2006/main" noGrp="1"/>
          </p:cNvSpPr>
          <p:nvPr/>
        </p:nvSpPr>
        <p:spPr>
          <a:xfrm xmlns:a="http://schemas.openxmlformats.org/drawingml/2006/main">
            <a:off x="609600" y="1352550"/>
            <a:ext cx="10972800" cy="4762500"/>
          </a:xfrm>
          <a:prstGeom xmlns:a="http://schemas.openxmlformats.org/drawingml/2006/main" prst="roundRect">
            <a:avLst>
              <a:gd name="adj" fmla="val 1600"/>
            </a:avLst>
          </a:prstGeom>
          <a:solidFill xmlns:a="http://schemas.openxmlformats.org/drawingml/2006/main">
            <a:srgbClr val="F8FAFC"/>
          </a:solidFill>
          <a:ln xmlns:a="http://schemas.openxmlformats.org/drawingml/2006/main" w="14288">
            <a:solidFill>
              <a:srgbClr val="E2E8F0"/>
            </a:solidFill>
            <a:prstDash val="solid"/>
          </a:ln>
        </p:spPr>
      </p:sp>
      <p:sp>
        <p:nvSpPr>
          <p:cNvPr id="1725871867" name="">
            <a:extLst xmlns:a="http://schemas.openxmlformats.org/drawingml/2006/main">
              <a:ext uri="{FF2B5EF4-FFF2-40B4-BE49-F238E27FC236}">
                <a16:creationId xmlns:a16="http://schemas.microsoft.com/office/drawing/2014/main" id="{74AB95FA-4BC5-44BD-BC28-761D5AE8D780}"/>
              </a:ext>
            </a:extLst>
          </p:cNvPr>
          <p:cNvSpPr>
            <a:spLocks xmlns:a="http://schemas.openxmlformats.org/drawingml/2006/main" noGrp="1"/>
          </p:cNvSpPr>
          <p:nvPr/>
        </p:nvSpPr>
        <p:spPr>
          <a:xfrm xmlns:a="http://schemas.openxmlformats.org/drawingml/2006/main">
            <a:off x="5505450" y="1409700"/>
            <a:ext cx="1181099" cy="1181099"/>
          </a:xfrm>
          <a:prstGeom xmlns:a="http://schemas.openxmlformats.org/drawingml/2006/main" prst="ellipse">
            <a:avLst/>
          </a:prstGeom>
          <a:solidFill xmlns:a="http://schemas.openxmlformats.org/drawingml/2006/main">
            <a:srgbClr val="FFFFFF"/>
          </a:solidFill>
          <a:ln xmlns:a="http://schemas.openxmlformats.org/drawingml/2006/main" w="19050">
            <a:solidFill>
              <a:srgbClr val="2563EB"/>
            </a:solid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0B0F19"/>
                </a:solidFill>
              </a:defRPr>
            </a:pPr>
            <a:r>
              <a:rPr sz="1650" b="1">
                <a:solidFill>
                  <a:srgbClr val="0B0F19"/>
                </a:solidFill>
              </a:rPr>
              <a:t>predict</a:t>
            </a:r>
          </a:p>
        </p:txBody>
      </p:sp>
      <p:sp>
        <p:nvSpPr>
          <p:cNvPr id="1328597484" name="">
            <a:extLst xmlns:a="http://schemas.openxmlformats.org/drawingml/2006/main">
              <a:ext uri="{FF2B5EF4-FFF2-40B4-BE49-F238E27FC236}">
                <a16:creationId xmlns:a16="http://schemas.microsoft.com/office/drawing/2014/main" id="{CDDEB683-1411-4C49-9D0A-71107FD6BEE7}"/>
              </a:ext>
            </a:extLst>
          </p:cNvPr>
          <p:cNvSpPr>
            <a:spLocks xmlns:a="http://schemas.openxmlformats.org/drawingml/2006/main" noGrp="1"/>
          </p:cNvSpPr>
          <p:nvPr/>
        </p:nvSpPr>
        <p:spPr>
          <a:xfrm xmlns:a="http://schemas.openxmlformats.org/drawingml/2006/main">
            <a:off x="7410450" y="3028950"/>
            <a:ext cx="1181099" cy="1181099"/>
          </a:xfrm>
          <a:prstGeom xmlns:a="http://schemas.openxmlformats.org/drawingml/2006/main" prst="ellipse">
            <a:avLst/>
          </a:prstGeom>
          <a:solidFill xmlns:a="http://schemas.openxmlformats.org/drawingml/2006/main">
            <a:srgbClr val="FEF2F2"/>
          </a:solidFill>
          <a:ln xmlns:a="http://schemas.openxmlformats.org/drawingml/2006/main" w="19050">
            <a:solidFill>
              <a:srgbClr val="EF4444"/>
            </a:solid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0B0F19"/>
                </a:solidFill>
              </a:defRPr>
            </a:pPr>
            <a:r>
              <a:rPr sz="1650" b="1">
                <a:solidFill>
                  <a:srgbClr val="0B0F19"/>
                </a:solidFill>
              </a:rPr>
              <a:t>measure</a:t>
            </a:r>
          </a:p>
        </p:txBody>
      </p:sp>
      <p:sp>
        <p:nvSpPr>
          <p:cNvPr id="1819707773" name="">
            <a:extLst xmlns:a="http://schemas.openxmlformats.org/drawingml/2006/main">
              <a:ext uri="{FF2B5EF4-FFF2-40B4-BE49-F238E27FC236}">
                <a16:creationId xmlns:a16="http://schemas.microsoft.com/office/drawing/2014/main" id="{910CED16-E14B-433C-83B4-A3AC597F4725}"/>
              </a:ext>
            </a:extLst>
          </p:cNvPr>
          <p:cNvSpPr>
            <a:spLocks xmlns:a="http://schemas.openxmlformats.org/drawingml/2006/main" noGrp="1"/>
          </p:cNvSpPr>
          <p:nvPr/>
        </p:nvSpPr>
        <p:spPr>
          <a:xfrm xmlns:a="http://schemas.openxmlformats.org/drawingml/2006/main">
            <a:off x="5505450" y="4648200"/>
            <a:ext cx="1181099" cy="1181099"/>
          </a:xfrm>
          <a:prstGeom xmlns:a="http://schemas.openxmlformats.org/drawingml/2006/main" prst="ellipse">
            <a:avLst/>
          </a:prstGeom>
          <a:solidFill xmlns:a="http://schemas.openxmlformats.org/drawingml/2006/main">
            <a:srgbClr val="FFFFFF"/>
          </a:solidFill>
          <a:ln xmlns:a="http://schemas.openxmlformats.org/drawingml/2006/main" w="19050">
            <a:solidFill>
              <a:srgbClr val="2563EB"/>
            </a:solid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0B0F19"/>
                </a:solidFill>
              </a:defRPr>
            </a:pPr>
            <a:r>
              <a:rPr sz="1650" b="1">
                <a:solidFill>
                  <a:srgbClr val="0B0F19"/>
                </a:solidFill>
              </a:rPr>
              <a:t>backprop</a:t>
            </a:r>
          </a:p>
        </p:txBody>
      </p:sp>
      <p:sp>
        <p:nvSpPr>
          <p:cNvPr id="1950704623" name="">
            <a:extLst xmlns:a="http://schemas.openxmlformats.org/drawingml/2006/main">
              <a:ext uri="{FF2B5EF4-FFF2-40B4-BE49-F238E27FC236}">
                <a16:creationId xmlns:a16="http://schemas.microsoft.com/office/drawing/2014/main" id="{F813C213-D7D0-4CB8-B6BB-EFED1F3327A5}"/>
              </a:ext>
            </a:extLst>
          </p:cNvPr>
          <p:cNvSpPr>
            <a:spLocks xmlns:a="http://schemas.openxmlformats.org/drawingml/2006/main" noGrp="1"/>
          </p:cNvSpPr>
          <p:nvPr/>
        </p:nvSpPr>
        <p:spPr>
          <a:xfrm xmlns:a="http://schemas.openxmlformats.org/drawingml/2006/main">
            <a:off x="3600450" y="3028950"/>
            <a:ext cx="1181099" cy="1181099"/>
          </a:xfrm>
          <a:prstGeom xmlns:a="http://schemas.openxmlformats.org/drawingml/2006/main" prst="ellipse">
            <a:avLst/>
          </a:prstGeom>
          <a:solidFill xmlns:a="http://schemas.openxmlformats.org/drawingml/2006/main">
            <a:srgbClr val="FFFFFF"/>
          </a:solidFill>
          <a:ln xmlns:a="http://schemas.openxmlformats.org/drawingml/2006/main" w="19050">
            <a:solidFill>
              <a:srgbClr val="2563EB"/>
            </a:solid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0B0F19"/>
                </a:solidFill>
              </a:defRPr>
            </a:pPr>
            <a:r>
              <a:rPr sz="1650" b="1">
                <a:solidFill>
                  <a:srgbClr val="0B0F19"/>
                </a:solidFill>
              </a:rPr>
              <a:t>update</a:t>
            </a:r>
          </a:p>
        </p:txBody>
      </p:sp>
      <p:sp>
        <p:nvSpPr>
          <p:cNvPr id="631912000" name="">
            <a:extLst xmlns:a="http://schemas.openxmlformats.org/drawingml/2006/main">
              <a:ext uri="{FF2B5EF4-FFF2-40B4-BE49-F238E27FC236}">
                <a16:creationId xmlns:a16="http://schemas.microsoft.com/office/drawing/2014/main" id="{AB79F465-D7E6-4C6A-8389-45D49EC8F35C}"/>
              </a:ext>
            </a:extLst>
          </p:cNvPr>
          <p:cNvSpPr>
            <a:spLocks xmlns:a="http://schemas.openxmlformats.org/drawingml/2006/main" noGrp="1"/>
          </p:cNvSpPr>
          <p:nvPr/>
        </p:nvSpPr>
        <p:spPr>
          <a:xfrm xmlns:a="http://schemas.openxmlformats.org/drawingml/2006/main">
            <a:off x="6477000" y="2266950"/>
            <a:ext cx="1285875" cy="552450"/>
          </a:xfrm>
          <a:prstGeom xmlns:a="http://schemas.openxmlformats.org/drawingml/2006/main" prst="rightArrow">
            <a:avLst>
              <a:gd name="adj1" fmla="val 50000"/>
              <a:gd name="adj2" fmla="val 50000"/>
            </a:avLst>
          </a:prstGeom>
          <a:solidFill xmlns:a="http://schemas.openxmlformats.org/drawingml/2006/main">
            <a:srgbClr val="DBEAFE"/>
          </a:solidFill>
          <a:ln xmlns:a="http://schemas.openxmlformats.org/drawingml/2006/main" w="14288">
            <a:solidFill>
              <a:srgbClr val="2563EB"/>
            </a:solidFill>
            <a:prstDash val="solid"/>
          </a:ln>
        </p:spPr>
      </p:sp>
      <p:sp>
        <p:nvSpPr>
          <p:cNvPr id="341999000" name="">
            <a:extLst xmlns:a="http://schemas.openxmlformats.org/drawingml/2006/main">
              <a:ext uri="{FF2B5EF4-FFF2-40B4-BE49-F238E27FC236}">
                <a16:creationId xmlns:a16="http://schemas.microsoft.com/office/drawing/2014/main" id="{E364E2AF-B24D-457B-86E2-3E2D2813C4DE}"/>
              </a:ext>
            </a:extLst>
          </p:cNvPr>
          <p:cNvSpPr>
            <a:spLocks xmlns:a="http://schemas.openxmlformats.org/drawingml/2006/main" noGrp="1"/>
          </p:cNvSpPr>
          <p:nvPr/>
        </p:nvSpPr>
        <p:spPr>
          <a:xfrm xmlns:a="http://schemas.openxmlformats.org/drawingml/2006/main">
            <a:off x="6286500" y="4076699"/>
            <a:ext cx="1143000" cy="552450"/>
          </a:xfrm>
          <a:prstGeom xmlns:a="http://schemas.openxmlformats.org/drawingml/2006/main" prst="leftArrow">
            <a:avLst>
              <a:gd name="adj1" fmla="val 50000"/>
              <a:gd name="adj2" fmla="val 50000"/>
            </a:avLst>
          </a:prstGeom>
          <a:solidFill xmlns:a="http://schemas.openxmlformats.org/drawingml/2006/main">
            <a:srgbClr val="DBEAFE"/>
          </a:solidFill>
          <a:ln xmlns:a="http://schemas.openxmlformats.org/drawingml/2006/main" w="14288">
            <a:solidFill>
              <a:srgbClr val="2563EB"/>
            </a:solidFill>
            <a:prstDash val="solid"/>
          </a:ln>
        </p:spPr>
      </p:sp>
      <p:sp>
        <p:nvSpPr>
          <p:cNvPr id="254648644" name="">
            <a:extLst xmlns:a="http://schemas.openxmlformats.org/drawingml/2006/main">
              <a:ext uri="{FF2B5EF4-FFF2-40B4-BE49-F238E27FC236}">
                <a16:creationId xmlns:a16="http://schemas.microsoft.com/office/drawing/2014/main" id="{55295244-CF9E-414F-87A0-7BDEA848E99D}"/>
              </a:ext>
            </a:extLst>
          </p:cNvPr>
          <p:cNvSpPr>
            <a:spLocks xmlns:a="http://schemas.openxmlformats.org/drawingml/2006/main" noGrp="1"/>
          </p:cNvSpPr>
          <p:nvPr/>
        </p:nvSpPr>
        <p:spPr>
          <a:xfrm xmlns:a="http://schemas.openxmlformats.org/drawingml/2006/main">
            <a:off x="4476750" y="4076699"/>
            <a:ext cx="1143000" cy="552450"/>
          </a:xfrm>
          <a:prstGeom xmlns:a="http://schemas.openxmlformats.org/drawingml/2006/main" prst="rightArrow">
            <a:avLst>
              <a:gd name="adj1" fmla="val 50000"/>
              <a:gd name="adj2" fmla="val 50000"/>
            </a:avLst>
          </a:prstGeom>
          <a:solidFill xmlns:a="http://schemas.openxmlformats.org/drawingml/2006/main">
            <a:srgbClr val="DBEAFE"/>
          </a:solidFill>
          <a:ln xmlns:a="http://schemas.openxmlformats.org/drawingml/2006/main" w="14288">
            <a:solidFill>
              <a:srgbClr val="2563EB"/>
            </a:solidFill>
            <a:prstDash val="solid"/>
          </a:ln>
        </p:spPr>
      </p:sp>
      <p:sp>
        <p:nvSpPr>
          <p:cNvPr id="1015649990" name="">
            <a:extLst xmlns:a="http://schemas.openxmlformats.org/drawingml/2006/main">
              <a:ext uri="{FF2B5EF4-FFF2-40B4-BE49-F238E27FC236}">
                <a16:creationId xmlns:a16="http://schemas.microsoft.com/office/drawing/2014/main" id="{80332509-1DA1-48AE-B94E-14B3EAD7D7A3}"/>
              </a:ext>
            </a:extLst>
          </p:cNvPr>
          <p:cNvSpPr>
            <a:spLocks xmlns:a="http://schemas.openxmlformats.org/drawingml/2006/main" noGrp="1"/>
          </p:cNvSpPr>
          <p:nvPr/>
        </p:nvSpPr>
        <p:spPr>
          <a:xfrm xmlns:a="http://schemas.openxmlformats.org/drawingml/2006/main">
            <a:off x="3171825" y="2266950"/>
            <a:ext cx="1285875" cy="552450"/>
          </a:xfrm>
          <a:prstGeom xmlns:a="http://schemas.openxmlformats.org/drawingml/2006/main" prst="leftArrow">
            <a:avLst>
              <a:gd name="adj1" fmla="val 50000"/>
              <a:gd name="adj2" fmla="val 50000"/>
            </a:avLst>
          </a:prstGeom>
          <a:solidFill xmlns:a="http://schemas.openxmlformats.org/drawingml/2006/main">
            <a:srgbClr val="DBEAFE"/>
          </a:solidFill>
          <a:ln xmlns:a="http://schemas.openxmlformats.org/drawingml/2006/main" w="14288">
            <a:solidFill>
              <a:srgbClr val="2563EB"/>
            </a:solidFill>
            <a:prstDash val="solid"/>
          </a:ln>
        </p:spPr>
      </p:sp>
      <p:sp>
        <p:nvSpPr>
          <p:cNvPr id="1286149261" name="">
            <a:extLst xmlns:a="http://schemas.openxmlformats.org/drawingml/2006/main">
              <a:ext uri="{FF2B5EF4-FFF2-40B4-BE49-F238E27FC236}">
                <a16:creationId xmlns:a16="http://schemas.microsoft.com/office/drawing/2014/main" id="{963B88D4-F729-4B40-AE92-C64F64A8A3C0}"/>
              </a:ext>
            </a:extLst>
          </p:cNvPr>
          <p:cNvSpPr>
            <a:spLocks xmlns:a="http://schemas.openxmlformats.org/drawingml/2006/main" noGrp="1"/>
          </p:cNvSpPr>
          <p:nvPr/>
        </p:nvSpPr>
        <p:spPr>
          <a:xfrm xmlns:a="http://schemas.openxmlformats.org/drawingml/2006/main">
            <a:off x="5334000" y="3429000"/>
            <a:ext cx="1524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550" b="1">
                <a:solidFill>
                  <a:srgbClr val="0B0F19"/>
                </a:solidFill>
              </a:defRPr>
            </a:pPr>
            <a:r>
              <a:rPr sz="2550" b="1">
                <a:solidFill>
                  <a:srgbClr val="0B0F19"/>
                </a:solidFill>
              </a:rPr>
              <a:t>repeat</a:t>
            </a:r>
          </a:p>
        </p:txBody>
      </p:sp>
      <p:sp>
        <p:nvSpPr>
          <p:cNvPr id="598068434" name="">
            <a:extLst xmlns:a="http://schemas.openxmlformats.org/drawingml/2006/main">
              <a:ext uri="{FF2B5EF4-FFF2-40B4-BE49-F238E27FC236}">
                <a16:creationId xmlns:a16="http://schemas.microsoft.com/office/drawing/2014/main" id="{B7BFC635-484B-4EF8-87BE-6AB4D849D42F}"/>
              </a:ext>
            </a:extLst>
          </p:cNvPr>
          <p:cNvSpPr>
            <a:spLocks xmlns:a="http://schemas.openxmlformats.org/drawingml/2006/main" noGrp="1"/>
          </p:cNvSpPr>
          <p:nvPr/>
        </p:nvSpPr>
        <p:spPr>
          <a:xfrm xmlns:a="http://schemas.openxmlformats.org/drawingml/2006/main">
            <a:off x="11106150" y="628650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00" b="0">
                <a:solidFill>
                  <a:srgbClr val="667085"/>
                </a:solidFill>
              </a:defRPr>
            </a:pPr>
            <a:r>
              <a:rPr sz="1000" b="0">
                <a:solidFill>
                  <a:srgbClr val="667085"/>
                </a:solidFill>
              </a:rPr>
              <a:t>20</a:t>
            </a:r>
          </a:p>
        </p:txBody>
      </p:sp>
    </p:spTree>
    <p:extLst>
      <p:ext uri="{BB962C8B-B14F-4D97-AF65-F5344CB8AC3E}">
        <p14:creationId xmlns:p14="http://schemas.microsoft.com/office/powerpoint/2010/main" val="1416649966"/>
      </p:ext>
    </p:extLst>
  </p:cSld>
</p:sld>
</file>

<file path=ppt/slides/slide21.xml><?xml version="1.0" encoding="utf-8"?>
<p:sld xmlns:p="http://schemas.openxmlformats.org/presentationml/2006/main" showMasterSp="1">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96912552" name="">
            <a:extLst xmlns:a="http://schemas.openxmlformats.org/drawingml/2006/main">
              <a:ext uri="{FF2B5EF4-FFF2-40B4-BE49-F238E27FC236}">
                <a16:creationId xmlns:a16="http://schemas.microsoft.com/office/drawing/2014/main" id="{7AD9AC6F-A5BD-461E-8266-4DEF5E76B65B}"/>
              </a:ext>
            </a:extLst>
          </p:cNvPr>
          <p:cNvSpPr>
            <a:spLocks xmlns:a="http://schemas.openxmlformats.org/drawingml/2006/main" noGrp="1"/>
          </p:cNvSpPr>
          <p:nvPr/>
        </p:nvSpPr>
        <p:spPr>
          <a:xfrm xmlns:a="http://schemas.openxmlformats.org/drawingml/2006/main">
            <a:off x="609600" y="32385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563EB"/>
                </a:solidFill>
              </a:defRPr>
            </a:pPr>
            <a:r>
              <a:rPr sz="1200" b="1">
                <a:solidFill>
                  <a:srgbClr val="2563EB"/>
                </a:solidFill>
              </a:rPr>
              <a:t>Embeddings</a:t>
            </a:r>
          </a:p>
        </p:txBody>
      </p:sp>
      <p:sp>
        <p:nvSpPr>
          <p:cNvPr id="290873251" name="">
            <a:extLst xmlns:a="http://schemas.openxmlformats.org/drawingml/2006/main">
              <a:ext uri="{FF2B5EF4-FFF2-40B4-BE49-F238E27FC236}">
                <a16:creationId xmlns:a16="http://schemas.microsoft.com/office/drawing/2014/main" id="{02975A66-8C39-4AB2-9482-828D25D1CB57}"/>
              </a:ext>
            </a:extLst>
          </p:cNvPr>
          <p:cNvSpPr>
            <a:spLocks xmlns:a="http://schemas.openxmlformats.org/drawingml/2006/main" noGrp="1"/>
          </p:cNvSpPr>
          <p:nvPr/>
        </p:nvSpPr>
        <p:spPr>
          <a:xfrm xmlns:a="http://schemas.openxmlformats.org/drawingml/2006/main">
            <a:off x="609600" y="590549"/>
            <a:ext cx="9334500" cy="5905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150" b="1">
                <a:solidFill>
                  <a:srgbClr val="0B0F19"/>
                </a:solidFill>
              </a:defRPr>
            </a:pPr>
            <a:r>
              <a:rPr sz="3150" b="1">
                <a:solidFill>
                  <a:srgbClr val="0B0F19"/>
                </a:solidFill>
              </a:rPr>
              <a:t>Words become vectors</a:t>
            </a:r>
          </a:p>
        </p:txBody>
      </p:sp>
      <p:sp>
        <p:nvSpPr>
          <p:cNvPr id="81270833" name="">
            <a:extLst xmlns:a="http://schemas.openxmlformats.org/drawingml/2006/main">
              <a:ext uri="{FF2B5EF4-FFF2-40B4-BE49-F238E27FC236}">
                <a16:creationId xmlns:a16="http://schemas.microsoft.com/office/drawing/2014/main" id="{61366785-5746-48F2-8ED2-8633D9779F5D}"/>
              </a:ext>
            </a:extLst>
          </p:cNvPr>
          <p:cNvSpPr>
            <a:spLocks xmlns:a="http://schemas.openxmlformats.org/drawingml/2006/main" noGrp="1"/>
          </p:cNvSpPr>
          <p:nvPr/>
        </p:nvSpPr>
        <p:spPr>
          <a:xfrm xmlns:a="http://schemas.openxmlformats.org/drawingml/2006/main">
            <a:off x="609600" y="1352550"/>
            <a:ext cx="10972800" cy="4762500"/>
          </a:xfrm>
          <a:prstGeom xmlns:a="http://schemas.openxmlformats.org/drawingml/2006/main" prst="roundRect">
            <a:avLst>
              <a:gd name="adj" fmla="val 1600"/>
            </a:avLst>
          </a:prstGeom>
          <a:solidFill xmlns:a="http://schemas.openxmlformats.org/drawingml/2006/main">
            <a:srgbClr val="F8FAFC"/>
          </a:solidFill>
          <a:ln xmlns:a="http://schemas.openxmlformats.org/drawingml/2006/main" w="14288">
            <a:solidFill>
              <a:srgbClr val="E2E8F0"/>
            </a:solidFill>
            <a:prstDash val="solid"/>
          </a:ln>
        </p:spPr>
      </p:sp>
      <p:sp>
        <p:nvSpPr>
          <p:cNvPr id="1587413914" name="">
            <a:extLst xmlns:a="http://schemas.openxmlformats.org/drawingml/2006/main">
              <a:ext uri="{FF2B5EF4-FFF2-40B4-BE49-F238E27FC236}">
                <a16:creationId xmlns:a16="http://schemas.microsoft.com/office/drawing/2014/main" id="{7D97A603-BDFE-4D9A-9EBC-B3FA45C53914}"/>
              </a:ext>
            </a:extLst>
          </p:cNvPr>
          <p:cNvSpPr>
            <a:spLocks xmlns:a="http://schemas.openxmlformats.org/drawingml/2006/main" noGrp="1"/>
          </p:cNvSpPr>
          <p:nvPr/>
        </p:nvSpPr>
        <p:spPr>
          <a:xfrm xmlns:a="http://schemas.openxmlformats.org/drawingml/2006/main">
            <a:off x="1619250" y="3048000"/>
            <a:ext cx="904875" cy="552450"/>
          </a:xfrm>
          <a:prstGeom xmlns:a="http://schemas.openxmlformats.org/drawingml/2006/main" prst="roundRect">
            <a:avLst>
              <a:gd name="adj" fmla="val 20690"/>
            </a:avLst>
          </a:prstGeom>
          <a:solidFill xmlns:a="http://schemas.openxmlformats.org/drawingml/2006/main">
            <a:srgbClr val="FFFFFF"/>
          </a:solidFill>
          <a:ln xmlns:a="http://schemas.openxmlformats.org/drawingml/2006/main" w="14288">
            <a:solidFill>
              <a:srgbClr val="CBD5E1"/>
            </a:solid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0B0F19"/>
                </a:solidFill>
              </a:defRPr>
            </a:pPr>
            <a:r>
              <a:rPr sz="1650" b="1">
                <a:solidFill>
                  <a:srgbClr val="0B0F19"/>
                </a:solidFill>
              </a:rPr>
              <a:t>The</a:t>
            </a:r>
          </a:p>
        </p:txBody>
      </p:sp>
      <p:sp>
        <p:nvSpPr>
          <p:cNvPr id="493815564" name="">
            <a:extLst xmlns:a="http://schemas.openxmlformats.org/drawingml/2006/main">
              <a:ext uri="{FF2B5EF4-FFF2-40B4-BE49-F238E27FC236}">
                <a16:creationId xmlns:a16="http://schemas.microsoft.com/office/drawing/2014/main" id="{65E1736C-1C64-47D0-B6A4-F6136AA1D224}"/>
              </a:ext>
            </a:extLst>
          </p:cNvPr>
          <p:cNvSpPr>
            <a:spLocks xmlns:a="http://schemas.openxmlformats.org/drawingml/2006/main" noGrp="1"/>
          </p:cNvSpPr>
          <p:nvPr/>
        </p:nvSpPr>
        <p:spPr>
          <a:xfrm xmlns:a="http://schemas.openxmlformats.org/drawingml/2006/main">
            <a:off x="2952750" y="3048000"/>
            <a:ext cx="904875" cy="552450"/>
          </a:xfrm>
          <a:prstGeom xmlns:a="http://schemas.openxmlformats.org/drawingml/2006/main" prst="roundRect">
            <a:avLst>
              <a:gd name="adj" fmla="val 20690"/>
            </a:avLst>
          </a:prstGeom>
          <a:solidFill xmlns:a="http://schemas.openxmlformats.org/drawingml/2006/main">
            <a:srgbClr val="FFFFFF"/>
          </a:solidFill>
          <a:ln xmlns:a="http://schemas.openxmlformats.org/drawingml/2006/main" w="14288">
            <a:solidFill>
              <a:srgbClr val="CBD5E1"/>
            </a:solid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0B0F19"/>
                </a:solidFill>
              </a:defRPr>
            </a:pPr>
            <a:r>
              <a:rPr sz="1650" b="1">
                <a:solidFill>
                  <a:srgbClr val="0B0F19"/>
                </a:solidFill>
              </a:rPr>
              <a:t>cat</a:t>
            </a:r>
          </a:p>
        </p:txBody>
      </p:sp>
      <p:sp>
        <p:nvSpPr>
          <p:cNvPr id="770580155" name="">
            <a:extLst xmlns:a="http://schemas.openxmlformats.org/drawingml/2006/main">
              <a:ext uri="{FF2B5EF4-FFF2-40B4-BE49-F238E27FC236}">
                <a16:creationId xmlns:a16="http://schemas.microsoft.com/office/drawing/2014/main" id="{BE48E645-EB36-46B8-8807-432EF60D2572}"/>
              </a:ext>
            </a:extLst>
          </p:cNvPr>
          <p:cNvSpPr>
            <a:spLocks xmlns:a="http://schemas.openxmlformats.org/drawingml/2006/main" noGrp="1"/>
          </p:cNvSpPr>
          <p:nvPr/>
        </p:nvSpPr>
        <p:spPr>
          <a:xfrm xmlns:a="http://schemas.openxmlformats.org/drawingml/2006/main">
            <a:off x="4286250" y="3048000"/>
            <a:ext cx="904875" cy="552450"/>
          </a:xfrm>
          <a:prstGeom xmlns:a="http://schemas.openxmlformats.org/drawingml/2006/main" prst="roundRect">
            <a:avLst>
              <a:gd name="adj" fmla="val 20690"/>
            </a:avLst>
          </a:prstGeom>
          <a:solidFill xmlns:a="http://schemas.openxmlformats.org/drawingml/2006/main">
            <a:srgbClr val="FFFFFF"/>
          </a:solidFill>
          <a:ln xmlns:a="http://schemas.openxmlformats.org/drawingml/2006/main" w="14288">
            <a:solidFill>
              <a:srgbClr val="CBD5E1"/>
            </a:solid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0B0F19"/>
                </a:solidFill>
              </a:defRPr>
            </a:pPr>
            <a:r>
              <a:rPr sz="1650" b="1">
                <a:solidFill>
                  <a:srgbClr val="0B0F19"/>
                </a:solidFill>
              </a:rPr>
              <a:t>sat</a:t>
            </a:r>
          </a:p>
        </p:txBody>
      </p:sp>
      <p:sp>
        <p:nvSpPr>
          <p:cNvPr id="719400497" name="">
            <a:extLst xmlns:a="http://schemas.openxmlformats.org/drawingml/2006/main">
              <a:ext uri="{FF2B5EF4-FFF2-40B4-BE49-F238E27FC236}">
                <a16:creationId xmlns:a16="http://schemas.microsoft.com/office/drawing/2014/main" id="{5DFE251D-614D-4589-ADA2-611FB5272557}"/>
              </a:ext>
            </a:extLst>
          </p:cNvPr>
          <p:cNvSpPr>
            <a:spLocks xmlns:a="http://schemas.openxmlformats.org/drawingml/2006/main" noGrp="1"/>
          </p:cNvSpPr>
          <p:nvPr/>
        </p:nvSpPr>
        <p:spPr>
          <a:xfrm xmlns:a="http://schemas.openxmlformats.org/drawingml/2006/main">
            <a:off x="5476875" y="3095625"/>
            <a:ext cx="1190625" cy="476250"/>
          </a:xfrm>
          <a:prstGeom xmlns:a="http://schemas.openxmlformats.org/drawingml/2006/main" prst="rightArrow">
            <a:avLst>
              <a:gd name="adj1" fmla="val 50000"/>
              <a:gd name="adj2" fmla="val 50000"/>
            </a:avLst>
          </a:prstGeom>
          <a:solidFill xmlns:a="http://schemas.openxmlformats.org/drawingml/2006/main">
            <a:srgbClr val="E0F2FE"/>
          </a:solidFill>
          <a:ln xmlns:a="http://schemas.openxmlformats.org/drawingml/2006/main" w="14288">
            <a:solidFill>
              <a:srgbClr val="2563EB"/>
            </a:solidFill>
            <a:prstDash val="solid"/>
          </a:ln>
        </p:spPr>
      </p:sp>
      <p:sp>
        <p:nvSpPr>
          <p:cNvPr id="1479447592" name="">
            <a:extLst xmlns:a="http://schemas.openxmlformats.org/drawingml/2006/main">
              <a:ext uri="{FF2B5EF4-FFF2-40B4-BE49-F238E27FC236}">
                <a16:creationId xmlns:a16="http://schemas.microsoft.com/office/drawing/2014/main" id="{D7B44643-E700-4D81-9876-A2EDCABFBB7A}"/>
              </a:ext>
            </a:extLst>
          </p:cNvPr>
          <p:cNvSpPr>
            <a:spLocks xmlns:a="http://schemas.openxmlformats.org/drawingml/2006/main" noGrp="1"/>
          </p:cNvSpPr>
          <p:nvPr/>
        </p:nvSpPr>
        <p:spPr>
          <a:xfrm xmlns:a="http://schemas.openxmlformats.org/drawingml/2006/main">
            <a:off x="7429500" y="2500313"/>
            <a:ext cx="333375" cy="1214438"/>
          </a:xfrm>
          <a:prstGeom xmlns:a="http://schemas.openxmlformats.org/drawingml/2006/main" prst="roundRect">
            <a:avLst>
              <a:gd name="adj" fmla="val 5714"/>
            </a:avLst>
          </a:prstGeom>
          <a:solidFill xmlns:a="http://schemas.openxmlformats.org/drawingml/2006/main">
            <a:srgbClr val="2563EB"/>
          </a:solidFill>
          <a:ln xmlns:a="http://schemas.openxmlformats.org/drawingml/2006/main" w="14288">
            <a:noFill/>
            <a:prstDash val="solid"/>
          </a:ln>
        </p:spPr>
      </p:sp>
      <p:sp>
        <p:nvSpPr>
          <p:cNvPr id="2028005841" name="">
            <a:extLst xmlns:a="http://schemas.openxmlformats.org/drawingml/2006/main">
              <a:ext uri="{FF2B5EF4-FFF2-40B4-BE49-F238E27FC236}">
                <a16:creationId xmlns:a16="http://schemas.microsoft.com/office/drawing/2014/main" id="{626D0C8B-C5AC-4E83-A9D6-3C6BCF492CE4}"/>
              </a:ext>
            </a:extLst>
          </p:cNvPr>
          <p:cNvSpPr>
            <a:spLocks xmlns:a="http://schemas.openxmlformats.org/drawingml/2006/main" noGrp="1"/>
          </p:cNvSpPr>
          <p:nvPr/>
        </p:nvSpPr>
        <p:spPr>
          <a:xfrm xmlns:a="http://schemas.openxmlformats.org/drawingml/2006/main">
            <a:off x="7953375" y="3309937"/>
            <a:ext cx="333375" cy="404813"/>
          </a:xfrm>
          <a:prstGeom xmlns:a="http://schemas.openxmlformats.org/drawingml/2006/main" prst="roundRect">
            <a:avLst>
              <a:gd name="adj" fmla="val 5714"/>
            </a:avLst>
          </a:prstGeom>
          <a:solidFill xmlns:a="http://schemas.openxmlformats.org/drawingml/2006/main">
            <a:srgbClr val="38BDF8"/>
          </a:solidFill>
          <a:ln xmlns:a="http://schemas.openxmlformats.org/drawingml/2006/main" w="14288">
            <a:noFill/>
            <a:prstDash val="solid"/>
          </a:ln>
        </p:spPr>
      </p:sp>
      <p:sp>
        <p:nvSpPr>
          <p:cNvPr id="1882830142" name="">
            <a:extLst xmlns:a="http://schemas.openxmlformats.org/drawingml/2006/main">
              <a:ext uri="{FF2B5EF4-FFF2-40B4-BE49-F238E27FC236}">
                <a16:creationId xmlns:a16="http://schemas.microsoft.com/office/drawing/2014/main" id="{A436C978-3512-4D67-A269-D85D5DE139F9}"/>
              </a:ext>
            </a:extLst>
          </p:cNvPr>
          <p:cNvSpPr>
            <a:spLocks xmlns:a="http://schemas.openxmlformats.org/drawingml/2006/main" noGrp="1"/>
          </p:cNvSpPr>
          <p:nvPr/>
        </p:nvSpPr>
        <p:spPr>
          <a:xfrm xmlns:a="http://schemas.openxmlformats.org/drawingml/2006/main">
            <a:off x="8477250" y="2257425"/>
            <a:ext cx="333375" cy="1457325"/>
          </a:xfrm>
          <a:prstGeom xmlns:a="http://schemas.openxmlformats.org/drawingml/2006/main" prst="roundRect">
            <a:avLst>
              <a:gd name="adj" fmla="val 5714"/>
            </a:avLst>
          </a:prstGeom>
          <a:solidFill xmlns:a="http://schemas.openxmlformats.org/drawingml/2006/main">
            <a:srgbClr val="2563EB"/>
          </a:solidFill>
          <a:ln xmlns:a="http://schemas.openxmlformats.org/drawingml/2006/main" w="14288">
            <a:noFill/>
            <a:prstDash val="solid"/>
          </a:ln>
        </p:spPr>
      </p:sp>
      <p:sp>
        <p:nvSpPr>
          <p:cNvPr id="60243027" name="">
            <a:extLst xmlns:a="http://schemas.openxmlformats.org/drawingml/2006/main">
              <a:ext uri="{FF2B5EF4-FFF2-40B4-BE49-F238E27FC236}">
                <a16:creationId xmlns:a16="http://schemas.microsoft.com/office/drawing/2014/main" id="{CE3728B9-14F5-443F-B5FB-99DA666F0FC5}"/>
              </a:ext>
            </a:extLst>
          </p:cNvPr>
          <p:cNvSpPr>
            <a:spLocks xmlns:a="http://schemas.openxmlformats.org/drawingml/2006/main" noGrp="1"/>
          </p:cNvSpPr>
          <p:nvPr/>
        </p:nvSpPr>
        <p:spPr>
          <a:xfrm xmlns:a="http://schemas.openxmlformats.org/drawingml/2006/main">
            <a:off x="9001125" y="3067050"/>
            <a:ext cx="333375" cy="647700"/>
          </a:xfrm>
          <a:prstGeom xmlns:a="http://schemas.openxmlformats.org/drawingml/2006/main" prst="roundRect">
            <a:avLst>
              <a:gd name="adj" fmla="val 5714"/>
            </a:avLst>
          </a:prstGeom>
          <a:solidFill xmlns:a="http://schemas.openxmlformats.org/drawingml/2006/main">
            <a:srgbClr val="38BDF8"/>
          </a:solidFill>
          <a:ln xmlns:a="http://schemas.openxmlformats.org/drawingml/2006/main" w="14288">
            <a:noFill/>
            <a:prstDash val="solid"/>
          </a:ln>
        </p:spPr>
      </p:sp>
      <p:sp>
        <p:nvSpPr>
          <p:cNvPr id="1134928051" name="">
            <a:extLst xmlns:a="http://schemas.openxmlformats.org/drawingml/2006/main">
              <a:ext uri="{FF2B5EF4-FFF2-40B4-BE49-F238E27FC236}">
                <a16:creationId xmlns:a16="http://schemas.microsoft.com/office/drawing/2014/main" id="{CC7355B3-283B-4727-9403-724BDD74861D}"/>
              </a:ext>
            </a:extLst>
          </p:cNvPr>
          <p:cNvSpPr>
            <a:spLocks xmlns:a="http://schemas.openxmlformats.org/drawingml/2006/main" noGrp="1"/>
          </p:cNvSpPr>
          <p:nvPr/>
        </p:nvSpPr>
        <p:spPr>
          <a:xfrm xmlns:a="http://schemas.openxmlformats.org/drawingml/2006/main">
            <a:off x="9525000" y="2743200"/>
            <a:ext cx="333375" cy="971550"/>
          </a:xfrm>
          <a:prstGeom xmlns:a="http://schemas.openxmlformats.org/drawingml/2006/main" prst="roundRect">
            <a:avLst>
              <a:gd name="adj" fmla="val 5714"/>
            </a:avLst>
          </a:prstGeom>
          <a:solidFill xmlns:a="http://schemas.openxmlformats.org/drawingml/2006/main">
            <a:srgbClr val="2563EB"/>
          </a:solidFill>
          <a:ln xmlns:a="http://schemas.openxmlformats.org/drawingml/2006/main" w="14288">
            <a:noFill/>
            <a:prstDash val="solid"/>
          </a:ln>
        </p:spPr>
      </p:sp>
      <p:sp>
        <p:nvSpPr>
          <p:cNvPr id="1354337604" name="">
            <a:extLst xmlns:a="http://schemas.openxmlformats.org/drawingml/2006/main">
              <a:ext uri="{FF2B5EF4-FFF2-40B4-BE49-F238E27FC236}">
                <a16:creationId xmlns:a16="http://schemas.microsoft.com/office/drawing/2014/main" id="{01D1935D-F7FE-42A8-A471-FD2AC77A9886}"/>
              </a:ext>
            </a:extLst>
          </p:cNvPr>
          <p:cNvSpPr>
            <a:spLocks xmlns:a="http://schemas.openxmlformats.org/drawingml/2006/main" noGrp="1"/>
          </p:cNvSpPr>
          <p:nvPr/>
        </p:nvSpPr>
        <p:spPr>
          <a:xfrm xmlns:a="http://schemas.openxmlformats.org/drawingml/2006/main">
            <a:off x="7286625" y="4095750"/>
            <a:ext cx="295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100" b="1">
                <a:solidFill>
                  <a:srgbClr val="0B0F19"/>
                </a:solidFill>
              </a:defRPr>
            </a:pPr>
            <a:r>
              <a:rPr sz="2100" b="1">
                <a:solidFill>
                  <a:srgbClr val="0B0F19"/>
                </a:solidFill>
              </a:rPr>
              <a:t>[0.75, 0.25, ...]</a:t>
            </a:r>
          </a:p>
        </p:txBody>
      </p:sp>
      <p:sp>
        <p:nvSpPr>
          <p:cNvPr id="564634628" name="">
            <a:extLst xmlns:a="http://schemas.openxmlformats.org/drawingml/2006/main">
              <a:ext uri="{FF2B5EF4-FFF2-40B4-BE49-F238E27FC236}">
                <a16:creationId xmlns:a16="http://schemas.microsoft.com/office/drawing/2014/main" id="{6FFA6A45-1D8B-4851-AA33-000DB510BB7F}"/>
              </a:ext>
            </a:extLst>
          </p:cNvPr>
          <p:cNvSpPr>
            <a:spLocks xmlns:a="http://schemas.openxmlformats.org/drawingml/2006/main" noGrp="1"/>
          </p:cNvSpPr>
          <p:nvPr/>
        </p:nvSpPr>
        <p:spPr>
          <a:xfrm xmlns:a="http://schemas.openxmlformats.org/drawingml/2006/main">
            <a:off x="11106150" y="628650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00" b="0">
                <a:solidFill>
                  <a:srgbClr val="667085"/>
                </a:solidFill>
              </a:defRPr>
            </a:pPr>
            <a:r>
              <a:rPr sz="1000" b="0">
                <a:solidFill>
                  <a:srgbClr val="667085"/>
                </a:solidFill>
              </a:rPr>
              <a:t>21</a:t>
            </a:r>
          </a:p>
        </p:txBody>
      </p:sp>
    </p:spTree>
    <p:extLst>
      <p:ext uri="{BB962C8B-B14F-4D97-AF65-F5344CB8AC3E}">
        <p14:creationId xmlns:p14="http://schemas.microsoft.com/office/powerpoint/2010/main" val="390093606"/>
      </p:ext>
    </p:extLst>
  </p:cSld>
</p:sld>
</file>

<file path=ppt/slides/slide22.xml><?xml version="1.0" encoding="utf-8"?>
<p:sld xmlns:p="http://schemas.openxmlformats.org/presentationml/2006/main" showMasterSp="1">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04913497" name="">
            <a:extLst xmlns:a="http://schemas.openxmlformats.org/drawingml/2006/main">
              <a:ext uri="{FF2B5EF4-FFF2-40B4-BE49-F238E27FC236}">
                <a16:creationId xmlns:a16="http://schemas.microsoft.com/office/drawing/2014/main" id="{3A674534-74EF-41CE-973A-02BDDE8346EF}"/>
              </a:ext>
            </a:extLst>
          </p:cNvPr>
          <p:cNvSpPr>
            <a:spLocks xmlns:a="http://schemas.openxmlformats.org/drawingml/2006/main" noGrp="1"/>
          </p:cNvSpPr>
          <p:nvPr/>
        </p:nvSpPr>
        <p:spPr>
          <a:xfrm xmlns:a="http://schemas.openxmlformats.org/drawingml/2006/main">
            <a:off x="609600" y="32385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563EB"/>
                </a:solidFill>
              </a:defRPr>
            </a:pPr>
            <a:r>
              <a:rPr sz="1200" b="1">
                <a:solidFill>
                  <a:srgbClr val="2563EB"/>
                </a:solidFill>
              </a:rPr>
              <a:t>Embeddings</a:t>
            </a:r>
          </a:p>
        </p:txBody>
      </p:sp>
      <p:sp>
        <p:nvSpPr>
          <p:cNvPr id="977578112" name="">
            <a:extLst xmlns:a="http://schemas.openxmlformats.org/drawingml/2006/main">
              <a:ext uri="{FF2B5EF4-FFF2-40B4-BE49-F238E27FC236}">
                <a16:creationId xmlns:a16="http://schemas.microsoft.com/office/drawing/2014/main" id="{E2A8442A-533B-40DC-A9D1-6F339B16D858}"/>
              </a:ext>
            </a:extLst>
          </p:cNvPr>
          <p:cNvSpPr>
            <a:spLocks xmlns:a="http://schemas.openxmlformats.org/drawingml/2006/main" noGrp="1"/>
          </p:cNvSpPr>
          <p:nvPr/>
        </p:nvSpPr>
        <p:spPr>
          <a:xfrm xmlns:a="http://schemas.openxmlformats.org/drawingml/2006/main">
            <a:off x="609600" y="590549"/>
            <a:ext cx="9334500" cy="5905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150" b="1">
                <a:solidFill>
                  <a:srgbClr val="0B0F19"/>
                </a:solidFill>
              </a:defRPr>
            </a:pPr>
            <a:r>
              <a:rPr sz="3150" b="1">
                <a:solidFill>
                  <a:srgbClr val="0B0F19"/>
                </a:solidFill>
              </a:rPr>
              <a:t>Meaning becomes geometry</a:t>
            </a:r>
          </a:p>
        </p:txBody>
      </p:sp>
      <p:sp>
        <p:nvSpPr>
          <p:cNvPr id="1169649152" name="">
            <a:extLst xmlns:a="http://schemas.openxmlformats.org/drawingml/2006/main">
              <a:ext uri="{FF2B5EF4-FFF2-40B4-BE49-F238E27FC236}">
                <a16:creationId xmlns:a16="http://schemas.microsoft.com/office/drawing/2014/main" id="{A96D3639-32D9-41DF-91B6-EEF4467B5F50}"/>
              </a:ext>
            </a:extLst>
          </p:cNvPr>
          <p:cNvSpPr>
            <a:spLocks xmlns:a="http://schemas.openxmlformats.org/drawingml/2006/main" noGrp="1"/>
          </p:cNvSpPr>
          <p:nvPr/>
        </p:nvSpPr>
        <p:spPr>
          <a:xfrm xmlns:a="http://schemas.openxmlformats.org/drawingml/2006/main">
            <a:off x="609600" y="1352550"/>
            <a:ext cx="10972800" cy="4762500"/>
          </a:xfrm>
          <a:prstGeom xmlns:a="http://schemas.openxmlformats.org/drawingml/2006/main" prst="roundRect">
            <a:avLst>
              <a:gd name="adj" fmla="val 1600"/>
            </a:avLst>
          </a:prstGeom>
          <a:solidFill xmlns:a="http://schemas.openxmlformats.org/drawingml/2006/main">
            <a:srgbClr val="F8FAFC"/>
          </a:solidFill>
          <a:ln xmlns:a="http://schemas.openxmlformats.org/drawingml/2006/main" w="14288">
            <a:solidFill>
              <a:srgbClr val="E2E8F0"/>
            </a:solidFill>
            <a:prstDash val="solid"/>
          </a:ln>
        </p:spPr>
      </p:sp>
      <p:sp>
        <p:nvSpPr>
          <p:cNvPr id="2011469828" name="">
            <a:extLst xmlns:a="http://schemas.openxmlformats.org/drawingml/2006/main">
              <a:ext uri="{FF2B5EF4-FFF2-40B4-BE49-F238E27FC236}">
                <a16:creationId xmlns:a16="http://schemas.microsoft.com/office/drawing/2014/main" id="{F4ADAAA1-44D5-44BF-A2F6-2861014AB351}"/>
              </a:ext>
            </a:extLst>
          </p:cNvPr>
          <p:cNvSpPr>
            <a:spLocks xmlns:a="http://schemas.openxmlformats.org/drawingml/2006/main" noGrp="1"/>
          </p:cNvSpPr>
          <p:nvPr/>
        </p:nvSpPr>
        <p:spPr>
          <a:xfrm xmlns:a="http://schemas.openxmlformats.org/drawingml/2006/main">
            <a:off x="1857375" y="5095875"/>
            <a:ext cx="8143875" cy="9525"/>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81034434" name="">
            <a:extLst xmlns:a="http://schemas.openxmlformats.org/drawingml/2006/main">
              <a:ext uri="{FF2B5EF4-FFF2-40B4-BE49-F238E27FC236}">
                <a16:creationId xmlns:a16="http://schemas.microsoft.com/office/drawing/2014/main" id="{44AC7E20-CABC-4DDC-9B52-A5E43DC2359F}"/>
              </a:ext>
            </a:extLst>
          </p:cNvPr>
          <p:cNvSpPr>
            <a:spLocks xmlns:a="http://schemas.openxmlformats.org/drawingml/2006/main" noGrp="1"/>
          </p:cNvSpPr>
          <p:nvPr/>
        </p:nvSpPr>
        <p:spPr>
          <a:xfrm xmlns:a="http://schemas.openxmlformats.org/drawingml/2006/main">
            <a:off x="1857375" y="1952625"/>
            <a:ext cx="9525" cy="314325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553006747" name="">
            <a:extLst xmlns:a="http://schemas.openxmlformats.org/drawingml/2006/main">
              <a:ext uri="{FF2B5EF4-FFF2-40B4-BE49-F238E27FC236}">
                <a16:creationId xmlns:a16="http://schemas.microsoft.com/office/drawing/2014/main" id="{F27F2EB6-1041-421E-99FB-73420A3583AC}"/>
              </a:ext>
            </a:extLst>
          </p:cNvPr>
          <p:cNvSpPr>
            <a:spLocks xmlns:a="http://schemas.openxmlformats.org/drawingml/2006/main" noGrp="1"/>
          </p:cNvSpPr>
          <p:nvPr/>
        </p:nvSpPr>
        <p:spPr>
          <a:xfrm xmlns:a="http://schemas.openxmlformats.org/drawingml/2006/main">
            <a:off x="3419475" y="2609850"/>
            <a:ext cx="209550" cy="209550"/>
          </a:xfrm>
          <a:prstGeom xmlns:a="http://schemas.openxmlformats.org/drawingml/2006/main" prst="ellipse">
            <a:avLst/>
          </a:prstGeom>
          <a:solidFill xmlns:a="http://schemas.openxmlformats.org/drawingml/2006/main">
            <a:srgbClr val="2563EB"/>
          </a:solidFill>
          <a:ln xmlns:a="http://schemas.openxmlformats.org/drawingml/2006/main" w="19050">
            <a:solidFill>
              <a:srgbClr val="2563EB"/>
            </a:solidFill>
            <a:prstDash val="solid"/>
          </a:ln>
        </p:spPr>
      </p:sp>
      <p:sp>
        <p:nvSpPr>
          <p:cNvPr id="1709600282" name="">
            <a:extLst xmlns:a="http://schemas.openxmlformats.org/drawingml/2006/main">
              <a:ext uri="{FF2B5EF4-FFF2-40B4-BE49-F238E27FC236}">
                <a16:creationId xmlns:a16="http://schemas.microsoft.com/office/drawing/2014/main" id="{C60781B5-AC9C-46F3-99A4-A7B9E388B41C}"/>
              </a:ext>
            </a:extLst>
          </p:cNvPr>
          <p:cNvSpPr>
            <a:spLocks xmlns:a="http://schemas.openxmlformats.org/drawingml/2006/main" noGrp="1"/>
          </p:cNvSpPr>
          <p:nvPr/>
        </p:nvSpPr>
        <p:spPr>
          <a:xfrm xmlns:a="http://schemas.openxmlformats.org/drawingml/2006/main">
            <a:off x="3657600" y="2571750"/>
            <a:ext cx="857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0B0F19"/>
                </a:solidFill>
              </a:defRPr>
            </a:pPr>
            <a:r>
              <a:rPr sz="1350" b="0">
                <a:solidFill>
                  <a:srgbClr val="0B0F19"/>
                </a:solidFill>
              </a:rPr>
              <a:t>king</a:t>
            </a:r>
          </a:p>
        </p:txBody>
      </p:sp>
      <p:sp>
        <p:nvSpPr>
          <p:cNvPr id="21898784" name="">
            <a:extLst xmlns:a="http://schemas.openxmlformats.org/drawingml/2006/main">
              <a:ext uri="{FF2B5EF4-FFF2-40B4-BE49-F238E27FC236}">
                <a16:creationId xmlns:a16="http://schemas.microsoft.com/office/drawing/2014/main" id="{DF2F21CB-1617-4F32-9A70-63411724E128}"/>
              </a:ext>
            </a:extLst>
          </p:cNvPr>
          <p:cNvSpPr>
            <a:spLocks xmlns:a="http://schemas.openxmlformats.org/drawingml/2006/main" noGrp="1"/>
          </p:cNvSpPr>
          <p:nvPr/>
        </p:nvSpPr>
        <p:spPr>
          <a:xfrm xmlns:a="http://schemas.openxmlformats.org/drawingml/2006/main">
            <a:off x="3895725" y="2276475"/>
            <a:ext cx="209550" cy="209550"/>
          </a:xfrm>
          <a:prstGeom xmlns:a="http://schemas.openxmlformats.org/drawingml/2006/main" prst="ellipse">
            <a:avLst/>
          </a:prstGeom>
          <a:solidFill xmlns:a="http://schemas.openxmlformats.org/drawingml/2006/main">
            <a:srgbClr val="2563EB"/>
          </a:solidFill>
          <a:ln xmlns:a="http://schemas.openxmlformats.org/drawingml/2006/main" w="19050">
            <a:solidFill>
              <a:srgbClr val="2563EB"/>
            </a:solidFill>
            <a:prstDash val="solid"/>
          </a:ln>
        </p:spPr>
      </p:sp>
      <p:sp>
        <p:nvSpPr>
          <p:cNvPr id="948343371" name="">
            <a:extLst xmlns:a="http://schemas.openxmlformats.org/drawingml/2006/main">
              <a:ext uri="{FF2B5EF4-FFF2-40B4-BE49-F238E27FC236}">
                <a16:creationId xmlns:a16="http://schemas.microsoft.com/office/drawing/2014/main" id="{12E0E227-3226-4658-A2E6-5A4F6E34F088}"/>
              </a:ext>
            </a:extLst>
          </p:cNvPr>
          <p:cNvSpPr>
            <a:spLocks xmlns:a="http://schemas.openxmlformats.org/drawingml/2006/main" noGrp="1"/>
          </p:cNvSpPr>
          <p:nvPr/>
        </p:nvSpPr>
        <p:spPr>
          <a:xfrm xmlns:a="http://schemas.openxmlformats.org/drawingml/2006/main">
            <a:off x="4133850" y="2238375"/>
            <a:ext cx="857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0B0F19"/>
                </a:solidFill>
              </a:defRPr>
            </a:pPr>
            <a:r>
              <a:rPr sz="1350" b="0">
                <a:solidFill>
                  <a:srgbClr val="0B0F19"/>
                </a:solidFill>
              </a:rPr>
              <a:t>queen</a:t>
            </a:r>
          </a:p>
        </p:txBody>
      </p:sp>
      <p:sp>
        <p:nvSpPr>
          <p:cNvPr id="2041526388" name="">
            <a:extLst xmlns:a="http://schemas.openxmlformats.org/drawingml/2006/main">
              <a:ext uri="{FF2B5EF4-FFF2-40B4-BE49-F238E27FC236}">
                <a16:creationId xmlns:a16="http://schemas.microsoft.com/office/drawing/2014/main" id="{6AA6A06A-96F2-4C46-AECB-69C3990C25C7}"/>
              </a:ext>
            </a:extLst>
          </p:cNvPr>
          <p:cNvSpPr>
            <a:spLocks xmlns:a="http://schemas.openxmlformats.org/drawingml/2006/main" noGrp="1"/>
          </p:cNvSpPr>
          <p:nvPr/>
        </p:nvSpPr>
        <p:spPr>
          <a:xfrm xmlns:a="http://schemas.openxmlformats.org/drawingml/2006/main">
            <a:off x="3038475" y="3514725"/>
            <a:ext cx="209550" cy="209550"/>
          </a:xfrm>
          <a:prstGeom xmlns:a="http://schemas.openxmlformats.org/drawingml/2006/main" prst="ellipse">
            <a:avLst/>
          </a:prstGeom>
          <a:solidFill xmlns:a="http://schemas.openxmlformats.org/drawingml/2006/main">
            <a:srgbClr val="2563EB"/>
          </a:solidFill>
          <a:ln xmlns:a="http://schemas.openxmlformats.org/drawingml/2006/main" w="19050">
            <a:solidFill>
              <a:srgbClr val="2563EB"/>
            </a:solidFill>
            <a:prstDash val="solid"/>
          </a:ln>
        </p:spPr>
      </p:sp>
      <p:sp>
        <p:nvSpPr>
          <p:cNvPr id="1876813263" name="">
            <a:extLst xmlns:a="http://schemas.openxmlformats.org/drawingml/2006/main">
              <a:ext uri="{FF2B5EF4-FFF2-40B4-BE49-F238E27FC236}">
                <a16:creationId xmlns:a16="http://schemas.microsoft.com/office/drawing/2014/main" id="{9A5D34A0-2D83-4FA0-9941-EF2AB784AD81}"/>
              </a:ext>
            </a:extLst>
          </p:cNvPr>
          <p:cNvSpPr>
            <a:spLocks xmlns:a="http://schemas.openxmlformats.org/drawingml/2006/main" noGrp="1"/>
          </p:cNvSpPr>
          <p:nvPr/>
        </p:nvSpPr>
        <p:spPr>
          <a:xfrm xmlns:a="http://schemas.openxmlformats.org/drawingml/2006/main">
            <a:off x="3276600" y="3476625"/>
            <a:ext cx="857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0B0F19"/>
                </a:solidFill>
              </a:defRPr>
            </a:pPr>
            <a:r>
              <a:rPr sz="1350" b="0">
                <a:solidFill>
                  <a:srgbClr val="0B0F19"/>
                </a:solidFill>
              </a:rPr>
              <a:t>man</a:t>
            </a:r>
          </a:p>
        </p:txBody>
      </p:sp>
      <p:sp>
        <p:nvSpPr>
          <p:cNvPr id="1942427475" name="">
            <a:extLst xmlns:a="http://schemas.openxmlformats.org/drawingml/2006/main">
              <a:ext uri="{FF2B5EF4-FFF2-40B4-BE49-F238E27FC236}">
                <a16:creationId xmlns:a16="http://schemas.microsoft.com/office/drawing/2014/main" id="{BFCF535F-EA84-461B-8824-12CDE5D0A985}"/>
              </a:ext>
            </a:extLst>
          </p:cNvPr>
          <p:cNvSpPr>
            <a:spLocks xmlns:a="http://schemas.openxmlformats.org/drawingml/2006/main" noGrp="1"/>
          </p:cNvSpPr>
          <p:nvPr/>
        </p:nvSpPr>
        <p:spPr>
          <a:xfrm xmlns:a="http://schemas.openxmlformats.org/drawingml/2006/main">
            <a:off x="4038600" y="3371850"/>
            <a:ext cx="209550" cy="209550"/>
          </a:xfrm>
          <a:prstGeom xmlns:a="http://schemas.openxmlformats.org/drawingml/2006/main" prst="ellipse">
            <a:avLst/>
          </a:prstGeom>
          <a:solidFill xmlns:a="http://schemas.openxmlformats.org/drawingml/2006/main">
            <a:srgbClr val="2563EB"/>
          </a:solidFill>
          <a:ln xmlns:a="http://schemas.openxmlformats.org/drawingml/2006/main" w="19050">
            <a:solidFill>
              <a:srgbClr val="2563EB"/>
            </a:solidFill>
            <a:prstDash val="solid"/>
          </a:ln>
        </p:spPr>
      </p:sp>
      <p:sp>
        <p:nvSpPr>
          <p:cNvPr id="888296366" name="">
            <a:extLst xmlns:a="http://schemas.openxmlformats.org/drawingml/2006/main">
              <a:ext uri="{FF2B5EF4-FFF2-40B4-BE49-F238E27FC236}">
                <a16:creationId xmlns:a16="http://schemas.microsoft.com/office/drawing/2014/main" id="{5C706E7A-04C2-4AC6-9D27-5F8A213532E8}"/>
              </a:ext>
            </a:extLst>
          </p:cNvPr>
          <p:cNvSpPr>
            <a:spLocks xmlns:a="http://schemas.openxmlformats.org/drawingml/2006/main" noGrp="1"/>
          </p:cNvSpPr>
          <p:nvPr/>
        </p:nvSpPr>
        <p:spPr>
          <a:xfrm xmlns:a="http://schemas.openxmlformats.org/drawingml/2006/main">
            <a:off x="4276725" y="3333750"/>
            <a:ext cx="857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0B0F19"/>
                </a:solidFill>
              </a:defRPr>
            </a:pPr>
            <a:r>
              <a:rPr sz="1350" b="0">
                <a:solidFill>
                  <a:srgbClr val="0B0F19"/>
                </a:solidFill>
              </a:rPr>
              <a:t>woman</a:t>
            </a:r>
          </a:p>
        </p:txBody>
      </p:sp>
      <p:sp>
        <p:nvSpPr>
          <p:cNvPr id="358440106" name="">
            <a:extLst xmlns:a="http://schemas.openxmlformats.org/drawingml/2006/main">
              <a:ext uri="{FF2B5EF4-FFF2-40B4-BE49-F238E27FC236}">
                <a16:creationId xmlns:a16="http://schemas.microsoft.com/office/drawing/2014/main" id="{00272142-8103-43FA-A557-F92C210688D7}"/>
              </a:ext>
            </a:extLst>
          </p:cNvPr>
          <p:cNvSpPr>
            <a:spLocks xmlns:a="http://schemas.openxmlformats.org/drawingml/2006/main" noGrp="1"/>
          </p:cNvSpPr>
          <p:nvPr/>
        </p:nvSpPr>
        <p:spPr>
          <a:xfrm xmlns:a="http://schemas.openxmlformats.org/drawingml/2006/main">
            <a:off x="7134225" y="3038475"/>
            <a:ext cx="209550" cy="209550"/>
          </a:xfrm>
          <a:prstGeom xmlns:a="http://schemas.openxmlformats.org/drawingml/2006/main" prst="ellipse">
            <a:avLst/>
          </a:prstGeom>
          <a:solidFill xmlns:a="http://schemas.openxmlformats.org/drawingml/2006/main">
            <a:srgbClr val="2563EB"/>
          </a:solidFill>
          <a:ln xmlns:a="http://schemas.openxmlformats.org/drawingml/2006/main" w="19050">
            <a:solidFill>
              <a:srgbClr val="2563EB"/>
            </a:solidFill>
            <a:prstDash val="solid"/>
          </a:ln>
        </p:spPr>
      </p:sp>
      <p:sp>
        <p:nvSpPr>
          <p:cNvPr id="1076600516" name="">
            <a:extLst xmlns:a="http://schemas.openxmlformats.org/drawingml/2006/main">
              <a:ext uri="{FF2B5EF4-FFF2-40B4-BE49-F238E27FC236}">
                <a16:creationId xmlns:a16="http://schemas.microsoft.com/office/drawing/2014/main" id="{25E55CF3-D368-4D0E-94D0-B7FD8F56F0F4}"/>
              </a:ext>
            </a:extLst>
          </p:cNvPr>
          <p:cNvSpPr>
            <a:spLocks xmlns:a="http://schemas.openxmlformats.org/drawingml/2006/main" noGrp="1"/>
          </p:cNvSpPr>
          <p:nvPr/>
        </p:nvSpPr>
        <p:spPr>
          <a:xfrm xmlns:a="http://schemas.openxmlformats.org/drawingml/2006/main">
            <a:off x="7372350" y="3000375"/>
            <a:ext cx="857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0B0F19"/>
                </a:solidFill>
              </a:defRPr>
            </a:pPr>
            <a:r>
              <a:rPr sz="1350" b="0">
                <a:solidFill>
                  <a:srgbClr val="0B0F19"/>
                </a:solidFill>
              </a:rPr>
              <a:t>cat</a:t>
            </a:r>
          </a:p>
        </p:txBody>
      </p:sp>
      <p:sp>
        <p:nvSpPr>
          <p:cNvPr id="1935212153" name="">
            <a:extLst xmlns:a="http://schemas.openxmlformats.org/drawingml/2006/main">
              <a:ext uri="{FF2B5EF4-FFF2-40B4-BE49-F238E27FC236}">
                <a16:creationId xmlns:a16="http://schemas.microsoft.com/office/drawing/2014/main" id="{DADE4D05-DBDC-494B-B6B4-92A907F089F1}"/>
              </a:ext>
            </a:extLst>
          </p:cNvPr>
          <p:cNvSpPr>
            <a:spLocks xmlns:a="http://schemas.openxmlformats.org/drawingml/2006/main" noGrp="1"/>
          </p:cNvSpPr>
          <p:nvPr/>
        </p:nvSpPr>
        <p:spPr>
          <a:xfrm xmlns:a="http://schemas.openxmlformats.org/drawingml/2006/main">
            <a:off x="7705725" y="2752725"/>
            <a:ext cx="209550" cy="209550"/>
          </a:xfrm>
          <a:prstGeom xmlns:a="http://schemas.openxmlformats.org/drawingml/2006/main" prst="ellipse">
            <a:avLst/>
          </a:prstGeom>
          <a:solidFill xmlns:a="http://schemas.openxmlformats.org/drawingml/2006/main">
            <a:srgbClr val="2563EB"/>
          </a:solidFill>
          <a:ln xmlns:a="http://schemas.openxmlformats.org/drawingml/2006/main" w="19050">
            <a:solidFill>
              <a:srgbClr val="2563EB"/>
            </a:solidFill>
            <a:prstDash val="solid"/>
          </a:ln>
        </p:spPr>
      </p:sp>
      <p:sp>
        <p:nvSpPr>
          <p:cNvPr id="40298215" name="">
            <a:extLst xmlns:a="http://schemas.openxmlformats.org/drawingml/2006/main">
              <a:ext uri="{FF2B5EF4-FFF2-40B4-BE49-F238E27FC236}">
                <a16:creationId xmlns:a16="http://schemas.microsoft.com/office/drawing/2014/main" id="{64D8E07C-0511-4D4F-84BE-082AC4500AA1}"/>
              </a:ext>
            </a:extLst>
          </p:cNvPr>
          <p:cNvSpPr>
            <a:spLocks xmlns:a="http://schemas.openxmlformats.org/drawingml/2006/main" noGrp="1"/>
          </p:cNvSpPr>
          <p:nvPr/>
        </p:nvSpPr>
        <p:spPr>
          <a:xfrm xmlns:a="http://schemas.openxmlformats.org/drawingml/2006/main">
            <a:off x="7943850" y="2714625"/>
            <a:ext cx="857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0B0F19"/>
                </a:solidFill>
              </a:defRPr>
            </a:pPr>
            <a:r>
              <a:rPr sz="1350" b="0">
                <a:solidFill>
                  <a:srgbClr val="0B0F19"/>
                </a:solidFill>
              </a:rPr>
              <a:t>dog</a:t>
            </a:r>
          </a:p>
        </p:txBody>
      </p:sp>
      <p:sp>
        <p:nvSpPr>
          <p:cNvPr id="1096938977" name="">
            <a:extLst xmlns:a="http://schemas.openxmlformats.org/drawingml/2006/main">
              <a:ext uri="{FF2B5EF4-FFF2-40B4-BE49-F238E27FC236}">
                <a16:creationId xmlns:a16="http://schemas.microsoft.com/office/drawing/2014/main" id="{13E46093-DC58-423B-9285-991459BFC291}"/>
              </a:ext>
            </a:extLst>
          </p:cNvPr>
          <p:cNvSpPr>
            <a:spLocks xmlns:a="http://schemas.openxmlformats.org/drawingml/2006/main" noGrp="1"/>
          </p:cNvSpPr>
          <p:nvPr/>
        </p:nvSpPr>
        <p:spPr>
          <a:xfrm xmlns:a="http://schemas.openxmlformats.org/drawingml/2006/main">
            <a:off x="8753475" y="4419600"/>
            <a:ext cx="209550" cy="209550"/>
          </a:xfrm>
          <a:prstGeom xmlns:a="http://schemas.openxmlformats.org/drawingml/2006/main" prst="ellipse">
            <a:avLst/>
          </a:prstGeom>
          <a:solidFill xmlns:a="http://schemas.openxmlformats.org/drawingml/2006/main">
            <a:srgbClr val="F97316"/>
          </a:solidFill>
          <a:ln xmlns:a="http://schemas.openxmlformats.org/drawingml/2006/main" w="19050">
            <a:solidFill>
              <a:srgbClr val="F97316"/>
            </a:solidFill>
            <a:prstDash val="solid"/>
          </a:ln>
        </p:spPr>
      </p:sp>
      <p:sp>
        <p:nvSpPr>
          <p:cNvPr id="251020530" name="">
            <a:extLst xmlns:a="http://schemas.openxmlformats.org/drawingml/2006/main">
              <a:ext uri="{FF2B5EF4-FFF2-40B4-BE49-F238E27FC236}">
                <a16:creationId xmlns:a16="http://schemas.microsoft.com/office/drawing/2014/main" id="{570BE248-DBB4-490B-BC15-26440ECC4171}"/>
              </a:ext>
            </a:extLst>
          </p:cNvPr>
          <p:cNvSpPr>
            <a:spLocks xmlns:a="http://schemas.openxmlformats.org/drawingml/2006/main" noGrp="1"/>
          </p:cNvSpPr>
          <p:nvPr/>
        </p:nvSpPr>
        <p:spPr>
          <a:xfrm xmlns:a="http://schemas.openxmlformats.org/drawingml/2006/main">
            <a:off x="8991600" y="4381500"/>
            <a:ext cx="857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0B0F19"/>
                </a:solidFill>
              </a:defRPr>
            </a:pPr>
            <a:r>
              <a:rPr sz="1350" b="0">
                <a:solidFill>
                  <a:srgbClr val="0B0F19"/>
                </a:solidFill>
              </a:rPr>
              <a:t>car</a:t>
            </a:r>
          </a:p>
        </p:txBody>
      </p:sp>
      <p:sp>
        <p:nvSpPr>
          <p:cNvPr id="1844580114" name="">
            <a:extLst xmlns:a="http://schemas.openxmlformats.org/drawingml/2006/main">
              <a:ext uri="{FF2B5EF4-FFF2-40B4-BE49-F238E27FC236}">
                <a16:creationId xmlns:a16="http://schemas.microsoft.com/office/drawing/2014/main" id="{9E36258C-65C0-4B4B-AAED-ADB9AB9B3C0A}"/>
              </a:ext>
            </a:extLst>
          </p:cNvPr>
          <p:cNvSpPr>
            <a:spLocks xmlns:a="http://schemas.openxmlformats.org/drawingml/2006/main" noGrp="1"/>
          </p:cNvSpPr>
          <p:nvPr/>
        </p:nvSpPr>
        <p:spPr>
          <a:xfrm xmlns:a="http://schemas.openxmlformats.org/drawingml/2006/main">
            <a:off x="11106150" y="628650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00" b="0">
                <a:solidFill>
                  <a:srgbClr val="667085"/>
                </a:solidFill>
              </a:defRPr>
            </a:pPr>
            <a:r>
              <a:rPr sz="1000" b="0">
                <a:solidFill>
                  <a:srgbClr val="667085"/>
                </a:solidFill>
              </a:rPr>
              <a:t>22</a:t>
            </a:r>
          </a:p>
        </p:txBody>
      </p:sp>
    </p:spTree>
    <p:extLst>
      <p:ext uri="{BB962C8B-B14F-4D97-AF65-F5344CB8AC3E}">
        <p14:creationId xmlns:p14="http://schemas.microsoft.com/office/powerpoint/2010/main" val="864052704"/>
      </p:ext>
    </p:extLst>
  </p:cSld>
</p:sld>
</file>

<file path=ppt/slides/slide23.xml><?xml version="1.0" encoding="utf-8"?>
<p:sld xmlns:p="http://schemas.openxmlformats.org/presentationml/2006/main" showMasterSp="1">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16490787" name="">
            <a:extLst xmlns:a="http://schemas.openxmlformats.org/drawingml/2006/main">
              <a:ext uri="{FF2B5EF4-FFF2-40B4-BE49-F238E27FC236}">
                <a16:creationId xmlns:a16="http://schemas.microsoft.com/office/drawing/2014/main" id="{FE21B7B2-F02F-4AF5-9ECF-3F1BD2B06946}"/>
              </a:ext>
            </a:extLst>
          </p:cNvPr>
          <p:cNvSpPr>
            <a:spLocks xmlns:a="http://schemas.openxmlformats.org/drawingml/2006/main" noGrp="1"/>
          </p:cNvSpPr>
          <p:nvPr/>
        </p:nvSpPr>
        <p:spPr>
          <a:xfrm xmlns:a="http://schemas.openxmlformats.org/drawingml/2006/main">
            <a:off x="609600" y="32385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563EB"/>
                </a:solidFill>
              </a:defRPr>
            </a:pPr>
            <a:r>
              <a:rPr sz="1200" b="1">
                <a:solidFill>
                  <a:srgbClr val="2563EB"/>
                </a:solidFill>
              </a:rPr>
              <a:t>Sequences</a:t>
            </a:r>
          </a:p>
        </p:txBody>
      </p:sp>
      <p:sp>
        <p:nvSpPr>
          <p:cNvPr id="1088829961" name="">
            <a:extLst xmlns:a="http://schemas.openxmlformats.org/drawingml/2006/main">
              <a:ext uri="{FF2B5EF4-FFF2-40B4-BE49-F238E27FC236}">
                <a16:creationId xmlns:a16="http://schemas.microsoft.com/office/drawing/2014/main" id="{1104B310-70CB-4279-B5D1-73A67178C01F}"/>
              </a:ext>
            </a:extLst>
          </p:cNvPr>
          <p:cNvSpPr>
            <a:spLocks xmlns:a="http://schemas.openxmlformats.org/drawingml/2006/main" noGrp="1"/>
          </p:cNvSpPr>
          <p:nvPr/>
        </p:nvSpPr>
        <p:spPr>
          <a:xfrm xmlns:a="http://schemas.openxmlformats.org/drawingml/2006/main">
            <a:off x="609600" y="590549"/>
            <a:ext cx="9334500" cy="5905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150" b="1">
                <a:solidFill>
                  <a:srgbClr val="0B0F19"/>
                </a:solidFill>
              </a:defRPr>
            </a:pPr>
            <a:r>
              <a:rPr sz="3150" b="1">
                <a:solidFill>
                  <a:srgbClr val="0B0F19"/>
                </a:solidFill>
              </a:rPr>
              <a:t>Order changes the meaning</a:t>
            </a:r>
          </a:p>
        </p:txBody>
      </p:sp>
      <p:sp>
        <p:nvSpPr>
          <p:cNvPr id="1185614034" name="">
            <a:extLst xmlns:a="http://schemas.openxmlformats.org/drawingml/2006/main">
              <a:ext uri="{FF2B5EF4-FFF2-40B4-BE49-F238E27FC236}">
                <a16:creationId xmlns:a16="http://schemas.microsoft.com/office/drawing/2014/main" id="{08995D53-8122-46A6-8251-DA39C6CE8730}"/>
              </a:ext>
            </a:extLst>
          </p:cNvPr>
          <p:cNvSpPr>
            <a:spLocks xmlns:a="http://schemas.openxmlformats.org/drawingml/2006/main" noGrp="1"/>
          </p:cNvSpPr>
          <p:nvPr/>
        </p:nvSpPr>
        <p:spPr>
          <a:xfrm xmlns:a="http://schemas.openxmlformats.org/drawingml/2006/main">
            <a:off x="609600" y="1352550"/>
            <a:ext cx="10972800" cy="4762500"/>
          </a:xfrm>
          <a:prstGeom xmlns:a="http://schemas.openxmlformats.org/drawingml/2006/main" prst="roundRect">
            <a:avLst>
              <a:gd name="adj" fmla="val 1600"/>
            </a:avLst>
          </a:prstGeom>
          <a:solidFill xmlns:a="http://schemas.openxmlformats.org/drawingml/2006/main">
            <a:srgbClr val="F8FAFC"/>
          </a:solidFill>
          <a:ln xmlns:a="http://schemas.openxmlformats.org/drawingml/2006/main" w="14288">
            <a:solidFill>
              <a:srgbClr val="E2E8F0"/>
            </a:solidFill>
            <a:prstDash val="solid"/>
          </a:ln>
        </p:spPr>
      </p:sp>
      <p:sp>
        <p:nvSpPr>
          <p:cNvPr id="1637263550" name="">
            <a:extLst xmlns:a="http://schemas.openxmlformats.org/drawingml/2006/main">
              <a:ext uri="{FF2B5EF4-FFF2-40B4-BE49-F238E27FC236}">
                <a16:creationId xmlns:a16="http://schemas.microsoft.com/office/drawing/2014/main" id="{B8B4D842-91AB-4AC2-8F2D-C453A9D1D32F}"/>
              </a:ext>
            </a:extLst>
          </p:cNvPr>
          <p:cNvSpPr>
            <a:spLocks xmlns:a="http://schemas.openxmlformats.org/drawingml/2006/main" noGrp="1"/>
          </p:cNvSpPr>
          <p:nvPr/>
        </p:nvSpPr>
        <p:spPr>
          <a:xfrm xmlns:a="http://schemas.openxmlformats.org/drawingml/2006/main">
            <a:off x="2381250" y="2667000"/>
            <a:ext cx="1428750" cy="590549"/>
          </a:xfrm>
          <a:prstGeom xmlns:a="http://schemas.openxmlformats.org/drawingml/2006/main" prst="roundRect">
            <a:avLst>
              <a:gd name="adj" fmla="val 19355"/>
            </a:avLst>
          </a:prstGeom>
          <a:solidFill xmlns:a="http://schemas.openxmlformats.org/drawingml/2006/main">
            <a:srgbClr val="E0F2FE"/>
          </a:solidFill>
          <a:ln xmlns:a="http://schemas.openxmlformats.org/drawingml/2006/main" w="14288">
            <a:solidFill>
              <a:srgbClr val="2563EB"/>
            </a:solid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0B0F19"/>
                </a:solidFill>
              </a:defRPr>
            </a:pPr>
            <a:r>
              <a:rPr sz="1650" b="1">
                <a:solidFill>
                  <a:srgbClr val="0B0F19"/>
                </a:solidFill>
              </a:rPr>
              <a:t>dog</a:t>
            </a:r>
          </a:p>
        </p:txBody>
      </p:sp>
      <p:sp>
        <p:nvSpPr>
          <p:cNvPr id="483904791" name="">
            <a:extLst xmlns:a="http://schemas.openxmlformats.org/drawingml/2006/main">
              <a:ext uri="{FF2B5EF4-FFF2-40B4-BE49-F238E27FC236}">
                <a16:creationId xmlns:a16="http://schemas.microsoft.com/office/drawing/2014/main" id="{CE2DF450-A38C-4566-A94C-EF1712AA3F23}"/>
              </a:ext>
            </a:extLst>
          </p:cNvPr>
          <p:cNvSpPr>
            <a:spLocks xmlns:a="http://schemas.openxmlformats.org/drawingml/2006/main" noGrp="1"/>
          </p:cNvSpPr>
          <p:nvPr/>
        </p:nvSpPr>
        <p:spPr>
          <a:xfrm xmlns:a="http://schemas.openxmlformats.org/drawingml/2006/main">
            <a:off x="4095750" y="2762250"/>
            <a:ext cx="2000250" cy="400050"/>
          </a:xfrm>
          <a:prstGeom xmlns:a="http://schemas.openxmlformats.org/drawingml/2006/main" prst="rightArrow">
            <a:avLst>
              <a:gd name="adj1" fmla="val 50000"/>
              <a:gd name="adj2" fmla="val 50000"/>
            </a:avLst>
          </a:prstGeom>
          <a:solidFill xmlns:a="http://schemas.openxmlformats.org/drawingml/2006/main">
            <a:srgbClr val="E0F2FE"/>
          </a:solidFill>
          <a:ln xmlns:a="http://schemas.openxmlformats.org/drawingml/2006/main" w="14288">
            <a:solidFill>
              <a:srgbClr val="2563EB"/>
            </a:solidFill>
            <a:prstDash val="solid"/>
          </a:ln>
        </p:spPr>
        <p:txBody>
          <a:bodyPr xmlns:a="http://schemas.openxmlformats.org/drawingml/2006/main"/>
          <a:lstStyle xmlns:a="http://schemas.openxmlformats.org/drawingml/2006/main"/>
          <a:p xmlns:a="http://schemas.openxmlformats.org/drawingml/2006/main">
            <a:pPr algn="ctr">
              <a:buNone/>
              <a:defRPr sz="1500" b="1">
                <a:solidFill>
                  <a:srgbClr val="0B0F19"/>
                </a:solidFill>
              </a:defRPr>
            </a:pPr>
            <a:r>
              <a:rPr sz="1500" b="1">
                <a:solidFill>
                  <a:srgbClr val="0B0F19"/>
                </a:solidFill>
              </a:rPr>
              <a:t>chased</a:t>
            </a:r>
          </a:p>
        </p:txBody>
      </p:sp>
      <p:sp>
        <p:nvSpPr>
          <p:cNvPr id="112366509" name="">
            <a:extLst xmlns:a="http://schemas.openxmlformats.org/drawingml/2006/main">
              <a:ext uri="{FF2B5EF4-FFF2-40B4-BE49-F238E27FC236}">
                <a16:creationId xmlns:a16="http://schemas.microsoft.com/office/drawing/2014/main" id="{5EDAAF57-58B9-4826-92CC-FC1A91765196}"/>
              </a:ext>
            </a:extLst>
          </p:cNvPr>
          <p:cNvSpPr>
            <a:spLocks xmlns:a="http://schemas.openxmlformats.org/drawingml/2006/main" noGrp="1"/>
          </p:cNvSpPr>
          <p:nvPr/>
        </p:nvSpPr>
        <p:spPr>
          <a:xfrm xmlns:a="http://schemas.openxmlformats.org/drawingml/2006/main">
            <a:off x="6477000" y="2667000"/>
            <a:ext cx="1428750" cy="590549"/>
          </a:xfrm>
          <a:prstGeom xmlns:a="http://schemas.openxmlformats.org/drawingml/2006/main" prst="roundRect">
            <a:avLst>
              <a:gd name="adj" fmla="val 19355"/>
            </a:avLst>
          </a:prstGeom>
          <a:solidFill xmlns:a="http://schemas.openxmlformats.org/drawingml/2006/main">
            <a:srgbClr val="DCFCE7"/>
          </a:solidFill>
          <a:ln xmlns:a="http://schemas.openxmlformats.org/drawingml/2006/main" w="14288">
            <a:solidFill>
              <a:srgbClr val="10B981"/>
            </a:solid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0B0F19"/>
                </a:solidFill>
              </a:defRPr>
            </a:pPr>
            <a:r>
              <a:rPr sz="1650" b="1">
                <a:solidFill>
                  <a:srgbClr val="0B0F19"/>
                </a:solidFill>
              </a:rPr>
              <a:t>cat</a:t>
            </a:r>
          </a:p>
        </p:txBody>
      </p:sp>
      <p:sp>
        <p:nvSpPr>
          <p:cNvPr id="1684869888" name="">
            <a:extLst xmlns:a="http://schemas.openxmlformats.org/drawingml/2006/main">
              <a:ext uri="{FF2B5EF4-FFF2-40B4-BE49-F238E27FC236}">
                <a16:creationId xmlns:a16="http://schemas.microsoft.com/office/drawing/2014/main" id="{E83233B9-93A6-4C88-A582-ABBD4D6E7452}"/>
              </a:ext>
            </a:extLst>
          </p:cNvPr>
          <p:cNvSpPr>
            <a:spLocks xmlns:a="http://schemas.openxmlformats.org/drawingml/2006/main" noGrp="1"/>
          </p:cNvSpPr>
          <p:nvPr/>
        </p:nvSpPr>
        <p:spPr>
          <a:xfrm xmlns:a="http://schemas.openxmlformats.org/drawingml/2006/main">
            <a:off x="2381250" y="4095750"/>
            <a:ext cx="1428750" cy="590549"/>
          </a:xfrm>
          <a:prstGeom xmlns:a="http://schemas.openxmlformats.org/drawingml/2006/main" prst="roundRect">
            <a:avLst>
              <a:gd name="adj" fmla="val 19355"/>
            </a:avLst>
          </a:prstGeom>
          <a:solidFill xmlns:a="http://schemas.openxmlformats.org/drawingml/2006/main">
            <a:srgbClr val="E0F2FE"/>
          </a:solidFill>
          <a:ln xmlns:a="http://schemas.openxmlformats.org/drawingml/2006/main" w="14288">
            <a:solidFill>
              <a:srgbClr val="2563EB"/>
            </a:solid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0B0F19"/>
                </a:solidFill>
              </a:defRPr>
            </a:pPr>
            <a:r>
              <a:rPr sz="1650" b="1">
                <a:solidFill>
                  <a:srgbClr val="0B0F19"/>
                </a:solidFill>
              </a:rPr>
              <a:t>cat</a:t>
            </a:r>
          </a:p>
        </p:txBody>
      </p:sp>
      <p:sp>
        <p:nvSpPr>
          <p:cNvPr id="582027639" name="">
            <a:extLst xmlns:a="http://schemas.openxmlformats.org/drawingml/2006/main">
              <a:ext uri="{FF2B5EF4-FFF2-40B4-BE49-F238E27FC236}">
                <a16:creationId xmlns:a16="http://schemas.microsoft.com/office/drawing/2014/main" id="{8E358AAB-3C15-4646-84D7-6F1CF417731A}"/>
              </a:ext>
            </a:extLst>
          </p:cNvPr>
          <p:cNvSpPr>
            <a:spLocks xmlns:a="http://schemas.openxmlformats.org/drawingml/2006/main" noGrp="1"/>
          </p:cNvSpPr>
          <p:nvPr/>
        </p:nvSpPr>
        <p:spPr>
          <a:xfrm xmlns:a="http://schemas.openxmlformats.org/drawingml/2006/main">
            <a:off x="4095750" y="4191000"/>
            <a:ext cx="2000250" cy="400050"/>
          </a:xfrm>
          <a:prstGeom xmlns:a="http://schemas.openxmlformats.org/drawingml/2006/main" prst="rightArrow">
            <a:avLst>
              <a:gd name="adj1" fmla="val 50000"/>
              <a:gd name="adj2" fmla="val 50000"/>
            </a:avLst>
          </a:prstGeom>
          <a:solidFill xmlns:a="http://schemas.openxmlformats.org/drawingml/2006/main">
            <a:srgbClr val="E0F2FE"/>
          </a:solidFill>
          <a:ln xmlns:a="http://schemas.openxmlformats.org/drawingml/2006/main" w="14288">
            <a:solidFill>
              <a:srgbClr val="2563EB"/>
            </a:solidFill>
            <a:prstDash val="solid"/>
          </a:ln>
        </p:spPr>
        <p:txBody>
          <a:bodyPr xmlns:a="http://schemas.openxmlformats.org/drawingml/2006/main"/>
          <a:lstStyle xmlns:a="http://schemas.openxmlformats.org/drawingml/2006/main"/>
          <a:p xmlns:a="http://schemas.openxmlformats.org/drawingml/2006/main">
            <a:pPr algn="ctr">
              <a:buNone/>
              <a:defRPr sz="1500" b="1">
                <a:solidFill>
                  <a:srgbClr val="0B0F19"/>
                </a:solidFill>
              </a:defRPr>
            </a:pPr>
            <a:r>
              <a:rPr sz="1500" b="1">
                <a:solidFill>
                  <a:srgbClr val="0B0F19"/>
                </a:solidFill>
              </a:rPr>
              <a:t>chased</a:t>
            </a:r>
          </a:p>
        </p:txBody>
      </p:sp>
      <p:sp>
        <p:nvSpPr>
          <p:cNvPr id="415203981" name="">
            <a:extLst xmlns:a="http://schemas.openxmlformats.org/drawingml/2006/main">
              <a:ext uri="{FF2B5EF4-FFF2-40B4-BE49-F238E27FC236}">
                <a16:creationId xmlns:a16="http://schemas.microsoft.com/office/drawing/2014/main" id="{5E05043C-F95B-4C5A-9175-30CF046EE637}"/>
              </a:ext>
            </a:extLst>
          </p:cNvPr>
          <p:cNvSpPr>
            <a:spLocks xmlns:a="http://schemas.openxmlformats.org/drawingml/2006/main" noGrp="1"/>
          </p:cNvSpPr>
          <p:nvPr/>
        </p:nvSpPr>
        <p:spPr>
          <a:xfrm xmlns:a="http://schemas.openxmlformats.org/drawingml/2006/main">
            <a:off x="6477000" y="4095750"/>
            <a:ext cx="1428750" cy="590549"/>
          </a:xfrm>
          <a:prstGeom xmlns:a="http://schemas.openxmlformats.org/drawingml/2006/main" prst="roundRect">
            <a:avLst>
              <a:gd name="adj" fmla="val 19355"/>
            </a:avLst>
          </a:prstGeom>
          <a:solidFill xmlns:a="http://schemas.openxmlformats.org/drawingml/2006/main">
            <a:srgbClr val="DCFCE7"/>
          </a:solidFill>
          <a:ln xmlns:a="http://schemas.openxmlformats.org/drawingml/2006/main" w="14288">
            <a:solidFill>
              <a:srgbClr val="10B981"/>
            </a:solid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0B0F19"/>
                </a:solidFill>
              </a:defRPr>
            </a:pPr>
            <a:r>
              <a:rPr sz="1650" b="1">
                <a:solidFill>
                  <a:srgbClr val="0B0F19"/>
                </a:solidFill>
              </a:rPr>
              <a:t>dog</a:t>
            </a:r>
          </a:p>
        </p:txBody>
      </p:sp>
      <p:sp>
        <p:nvSpPr>
          <p:cNvPr id="1659565155" name="">
            <a:extLst xmlns:a="http://schemas.openxmlformats.org/drawingml/2006/main">
              <a:ext uri="{FF2B5EF4-FFF2-40B4-BE49-F238E27FC236}">
                <a16:creationId xmlns:a16="http://schemas.microsoft.com/office/drawing/2014/main" id="{4C3C6677-85AC-4AD3-B45D-0B647EB389E7}"/>
              </a:ext>
            </a:extLst>
          </p:cNvPr>
          <p:cNvSpPr>
            <a:spLocks xmlns:a="http://schemas.openxmlformats.org/drawingml/2006/main" noGrp="1"/>
          </p:cNvSpPr>
          <p:nvPr/>
        </p:nvSpPr>
        <p:spPr>
          <a:xfrm xmlns:a="http://schemas.openxmlformats.org/drawingml/2006/main">
            <a:off x="11106150" y="628650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00" b="0">
                <a:solidFill>
                  <a:srgbClr val="667085"/>
                </a:solidFill>
              </a:defRPr>
            </a:pPr>
            <a:r>
              <a:rPr sz="1000" b="0">
                <a:solidFill>
                  <a:srgbClr val="667085"/>
                </a:solidFill>
              </a:rPr>
              <a:t>23</a:t>
            </a:r>
          </a:p>
        </p:txBody>
      </p:sp>
    </p:spTree>
    <p:extLst>
      <p:ext uri="{BB962C8B-B14F-4D97-AF65-F5344CB8AC3E}">
        <p14:creationId xmlns:p14="http://schemas.microsoft.com/office/powerpoint/2010/main" val="1171702209"/>
      </p:ext>
    </p:extLst>
  </p:cSld>
</p:sld>
</file>

<file path=ppt/slides/slide24.xml><?xml version="1.0" encoding="utf-8"?>
<p:sld xmlns:p="http://schemas.openxmlformats.org/presentationml/2006/main" showMasterSp="1">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12031495" name="">
            <a:extLst xmlns:a="http://schemas.openxmlformats.org/drawingml/2006/main">
              <a:ext uri="{FF2B5EF4-FFF2-40B4-BE49-F238E27FC236}">
                <a16:creationId xmlns:a16="http://schemas.microsoft.com/office/drawing/2014/main" id="{56BAA9B3-DE8B-4E91-B8C5-CFFCC30DE6E4}"/>
              </a:ext>
            </a:extLst>
          </p:cNvPr>
          <p:cNvSpPr>
            <a:spLocks xmlns:a="http://schemas.openxmlformats.org/drawingml/2006/main" noGrp="1"/>
          </p:cNvSpPr>
          <p:nvPr/>
        </p:nvSpPr>
        <p:spPr>
          <a:xfrm xmlns:a="http://schemas.openxmlformats.org/drawingml/2006/main">
            <a:off x="609600" y="32385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563EB"/>
                </a:solidFill>
              </a:defRPr>
            </a:pPr>
            <a:r>
              <a:rPr sz="1200" b="1">
                <a:solidFill>
                  <a:srgbClr val="2563EB"/>
                </a:solidFill>
              </a:rPr>
              <a:t>Before attention</a:t>
            </a:r>
          </a:p>
        </p:txBody>
      </p:sp>
      <p:sp>
        <p:nvSpPr>
          <p:cNvPr id="795213252" name="">
            <a:extLst xmlns:a="http://schemas.openxmlformats.org/drawingml/2006/main">
              <a:ext uri="{FF2B5EF4-FFF2-40B4-BE49-F238E27FC236}">
                <a16:creationId xmlns:a16="http://schemas.microsoft.com/office/drawing/2014/main" id="{3CF8098C-ED6B-430A-A030-B4E30D36D26D}"/>
              </a:ext>
            </a:extLst>
          </p:cNvPr>
          <p:cNvSpPr>
            <a:spLocks xmlns:a="http://schemas.openxmlformats.org/drawingml/2006/main" noGrp="1"/>
          </p:cNvSpPr>
          <p:nvPr/>
        </p:nvSpPr>
        <p:spPr>
          <a:xfrm xmlns:a="http://schemas.openxmlformats.org/drawingml/2006/main">
            <a:off x="609600" y="590549"/>
            <a:ext cx="9334500" cy="5905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150" b="1">
                <a:solidFill>
                  <a:srgbClr val="0B0F19"/>
                </a:solidFill>
              </a:defRPr>
            </a:pPr>
            <a:r>
              <a:rPr sz="3150" b="1">
                <a:solidFill>
                  <a:srgbClr val="0B0F19"/>
                </a:solidFill>
              </a:rPr>
              <a:t>RNNs read one token at a time</a:t>
            </a:r>
          </a:p>
        </p:txBody>
      </p:sp>
      <p:sp>
        <p:nvSpPr>
          <p:cNvPr id="39970163" name="">
            <a:extLst xmlns:a="http://schemas.openxmlformats.org/drawingml/2006/main">
              <a:ext uri="{FF2B5EF4-FFF2-40B4-BE49-F238E27FC236}">
                <a16:creationId xmlns:a16="http://schemas.microsoft.com/office/drawing/2014/main" id="{37885DFD-6B0E-4196-A5E6-085105595C74}"/>
              </a:ext>
            </a:extLst>
          </p:cNvPr>
          <p:cNvSpPr>
            <a:spLocks xmlns:a="http://schemas.openxmlformats.org/drawingml/2006/main" noGrp="1"/>
          </p:cNvSpPr>
          <p:nvPr/>
        </p:nvSpPr>
        <p:spPr>
          <a:xfrm xmlns:a="http://schemas.openxmlformats.org/drawingml/2006/main">
            <a:off x="609600" y="1352550"/>
            <a:ext cx="10972800" cy="4762500"/>
          </a:xfrm>
          <a:prstGeom xmlns:a="http://schemas.openxmlformats.org/drawingml/2006/main" prst="roundRect">
            <a:avLst>
              <a:gd name="adj" fmla="val 1600"/>
            </a:avLst>
          </a:prstGeom>
          <a:solidFill xmlns:a="http://schemas.openxmlformats.org/drawingml/2006/main">
            <a:srgbClr val="F8FAFC"/>
          </a:solidFill>
          <a:ln xmlns:a="http://schemas.openxmlformats.org/drawingml/2006/main" w="14288">
            <a:solidFill>
              <a:srgbClr val="E2E8F0"/>
            </a:solidFill>
            <a:prstDash val="solid"/>
          </a:ln>
        </p:spPr>
      </p:sp>
      <p:sp>
        <p:nvSpPr>
          <p:cNvPr id="1580614388" name="">
            <a:extLst xmlns:a="http://schemas.openxmlformats.org/drawingml/2006/main">
              <a:ext uri="{FF2B5EF4-FFF2-40B4-BE49-F238E27FC236}">
                <a16:creationId xmlns:a16="http://schemas.microsoft.com/office/drawing/2014/main" id="{AE4EA00F-E592-496F-891C-6B83104ED11A}"/>
              </a:ext>
            </a:extLst>
          </p:cNvPr>
          <p:cNvSpPr>
            <a:spLocks xmlns:a="http://schemas.openxmlformats.org/drawingml/2006/main" noGrp="1"/>
          </p:cNvSpPr>
          <p:nvPr/>
        </p:nvSpPr>
        <p:spPr>
          <a:xfrm xmlns:a="http://schemas.openxmlformats.org/drawingml/2006/main">
            <a:off x="1571625" y="3381375"/>
            <a:ext cx="1047750" cy="571500"/>
          </a:xfrm>
          <a:prstGeom xmlns:a="http://schemas.openxmlformats.org/drawingml/2006/main" prst="roundRect">
            <a:avLst>
              <a:gd name="adj" fmla="val 20000"/>
            </a:avLst>
          </a:prstGeom>
          <a:solidFill xmlns:a="http://schemas.openxmlformats.org/drawingml/2006/main">
            <a:srgbClr val="FFFFFF"/>
          </a:solidFill>
          <a:ln xmlns:a="http://schemas.openxmlformats.org/drawingml/2006/main" w="14288">
            <a:solidFill>
              <a:srgbClr val="CBD5E1"/>
            </a:solid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0B0F19"/>
                </a:solidFill>
              </a:defRPr>
            </a:pPr>
            <a:r>
              <a:rPr sz="1650" b="1">
                <a:solidFill>
                  <a:srgbClr val="0B0F19"/>
                </a:solidFill>
              </a:rPr>
              <a:t>The</a:t>
            </a:r>
          </a:p>
        </p:txBody>
      </p:sp>
      <p:sp>
        <p:nvSpPr>
          <p:cNvPr id="1990550396" name="">
            <a:extLst xmlns:a="http://schemas.openxmlformats.org/drawingml/2006/main">
              <a:ext uri="{FF2B5EF4-FFF2-40B4-BE49-F238E27FC236}">
                <a16:creationId xmlns:a16="http://schemas.microsoft.com/office/drawing/2014/main" id="{D025E753-0219-41E4-9F24-8C0DFE3BEE77}"/>
              </a:ext>
            </a:extLst>
          </p:cNvPr>
          <p:cNvSpPr>
            <a:spLocks xmlns:a="http://schemas.openxmlformats.org/drawingml/2006/main" noGrp="1"/>
          </p:cNvSpPr>
          <p:nvPr/>
        </p:nvSpPr>
        <p:spPr>
          <a:xfrm xmlns:a="http://schemas.openxmlformats.org/drawingml/2006/main">
            <a:off x="1666875" y="2000250"/>
            <a:ext cx="857250" cy="857250"/>
          </a:xfrm>
          <a:prstGeom xmlns:a="http://schemas.openxmlformats.org/drawingml/2006/main" prst="ellipse">
            <a:avLst/>
          </a:prstGeom>
          <a:solidFill xmlns:a="http://schemas.openxmlformats.org/drawingml/2006/main">
            <a:srgbClr val="E0F2FE"/>
          </a:solidFill>
          <a:ln xmlns:a="http://schemas.openxmlformats.org/drawingml/2006/main" w="19050">
            <a:solidFill>
              <a:srgbClr val="2563EB"/>
            </a:solidFill>
            <a:prstDash val="solid"/>
          </a:ln>
        </p:spPr>
        <p:txBody>
          <a:bodyPr xmlns:a="http://schemas.openxmlformats.org/drawingml/2006/main"/>
          <a:lstStyle xmlns:a="http://schemas.openxmlformats.org/drawingml/2006/main"/>
          <a:p xmlns:a="http://schemas.openxmlformats.org/drawingml/2006/main">
            <a:pPr algn="ctr">
              <a:buNone/>
              <a:defRPr sz="2100" b="1">
                <a:solidFill>
                  <a:srgbClr val="0B0F19"/>
                </a:solidFill>
              </a:defRPr>
            </a:pPr>
            <a:r>
              <a:rPr sz="2100" b="1">
                <a:solidFill>
                  <a:srgbClr val="0B0F19"/>
                </a:solidFill>
              </a:rPr>
              <a:t>h</a:t>
            </a:r>
          </a:p>
        </p:txBody>
      </p:sp>
      <p:sp>
        <p:nvSpPr>
          <p:cNvPr id="2100406640" name="">
            <a:extLst xmlns:a="http://schemas.openxmlformats.org/drawingml/2006/main">
              <a:ext uri="{FF2B5EF4-FFF2-40B4-BE49-F238E27FC236}">
                <a16:creationId xmlns:a16="http://schemas.microsoft.com/office/drawing/2014/main" id="{F6867D1A-C3E8-47FD-A499-1DCE45D1121C}"/>
              </a:ext>
            </a:extLst>
          </p:cNvPr>
          <p:cNvSpPr>
            <a:spLocks xmlns:a="http://schemas.openxmlformats.org/drawingml/2006/main" noGrp="1"/>
          </p:cNvSpPr>
          <p:nvPr/>
        </p:nvSpPr>
        <p:spPr>
          <a:xfrm xmlns:a="http://schemas.openxmlformats.org/drawingml/2006/main">
            <a:off x="2095500" y="2952750"/>
            <a:ext cx="9525" cy="428625"/>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538775389" name="">
            <a:extLst xmlns:a="http://schemas.openxmlformats.org/drawingml/2006/main">
              <a:ext uri="{FF2B5EF4-FFF2-40B4-BE49-F238E27FC236}">
                <a16:creationId xmlns:a16="http://schemas.microsoft.com/office/drawing/2014/main" id="{414FD02D-DBEF-488E-9E48-F255335E97E7}"/>
              </a:ext>
            </a:extLst>
          </p:cNvPr>
          <p:cNvSpPr>
            <a:spLocks xmlns:a="http://schemas.openxmlformats.org/drawingml/2006/main" noGrp="1"/>
          </p:cNvSpPr>
          <p:nvPr/>
        </p:nvSpPr>
        <p:spPr>
          <a:xfrm xmlns:a="http://schemas.openxmlformats.org/drawingml/2006/main">
            <a:off x="2647949" y="2247900"/>
            <a:ext cx="1238250" cy="361950"/>
          </a:xfrm>
          <a:prstGeom xmlns:a="http://schemas.openxmlformats.org/drawingml/2006/main" prst="rightArrow">
            <a:avLst>
              <a:gd name="adj1" fmla="val 50000"/>
              <a:gd name="adj2" fmla="val 50000"/>
            </a:avLst>
          </a:prstGeom>
          <a:solidFill xmlns:a="http://schemas.openxmlformats.org/drawingml/2006/main">
            <a:srgbClr val="E0F2FE"/>
          </a:solidFill>
          <a:ln xmlns:a="http://schemas.openxmlformats.org/drawingml/2006/main" w="14288">
            <a:solidFill>
              <a:srgbClr val="2563EB"/>
            </a:solidFill>
            <a:prstDash val="solid"/>
          </a:ln>
        </p:spPr>
      </p:sp>
      <p:sp>
        <p:nvSpPr>
          <p:cNvPr id="1064614973" name="">
            <a:extLst xmlns:a="http://schemas.openxmlformats.org/drawingml/2006/main">
              <a:ext uri="{FF2B5EF4-FFF2-40B4-BE49-F238E27FC236}">
                <a16:creationId xmlns:a16="http://schemas.microsoft.com/office/drawing/2014/main" id="{94AC5B67-9925-4D6C-BDFA-2C477E788562}"/>
              </a:ext>
            </a:extLst>
          </p:cNvPr>
          <p:cNvSpPr>
            <a:spLocks xmlns:a="http://schemas.openxmlformats.org/drawingml/2006/main" noGrp="1"/>
          </p:cNvSpPr>
          <p:nvPr/>
        </p:nvSpPr>
        <p:spPr>
          <a:xfrm xmlns:a="http://schemas.openxmlformats.org/drawingml/2006/main">
            <a:off x="3762375" y="3381375"/>
            <a:ext cx="1047750" cy="571500"/>
          </a:xfrm>
          <a:prstGeom xmlns:a="http://schemas.openxmlformats.org/drawingml/2006/main" prst="roundRect">
            <a:avLst>
              <a:gd name="adj" fmla="val 20000"/>
            </a:avLst>
          </a:prstGeom>
          <a:solidFill xmlns:a="http://schemas.openxmlformats.org/drawingml/2006/main">
            <a:srgbClr val="FFFFFF"/>
          </a:solidFill>
          <a:ln xmlns:a="http://schemas.openxmlformats.org/drawingml/2006/main" w="14288">
            <a:solidFill>
              <a:srgbClr val="CBD5E1"/>
            </a:solid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0B0F19"/>
                </a:solidFill>
              </a:defRPr>
            </a:pPr>
            <a:r>
              <a:rPr sz="1650" b="1">
                <a:solidFill>
                  <a:srgbClr val="0B0F19"/>
                </a:solidFill>
              </a:rPr>
              <a:t>cat</a:t>
            </a:r>
          </a:p>
        </p:txBody>
      </p:sp>
      <p:sp>
        <p:nvSpPr>
          <p:cNvPr id="1803721868" name="">
            <a:extLst xmlns:a="http://schemas.openxmlformats.org/drawingml/2006/main">
              <a:ext uri="{FF2B5EF4-FFF2-40B4-BE49-F238E27FC236}">
                <a16:creationId xmlns:a16="http://schemas.microsoft.com/office/drawing/2014/main" id="{2C522D5D-79CD-433C-AF0E-E635F41D6B42}"/>
              </a:ext>
            </a:extLst>
          </p:cNvPr>
          <p:cNvSpPr>
            <a:spLocks xmlns:a="http://schemas.openxmlformats.org/drawingml/2006/main" noGrp="1"/>
          </p:cNvSpPr>
          <p:nvPr/>
        </p:nvSpPr>
        <p:spPr>
          <a:xfrm xmlns:a="http://schemas.openxmlformats.org/drawingml/2006/main">
            <a:off x="3857625" y="2000250"/>
            <a:ext cx="857250" cy="857250"/>
          </a:xfrm>
          <a:prstGeom xmlns:a="http://schemas.openxmlformats.org/drawingml/2006/main" prst="ellipse">
            <a:avLst/>
          </a:prstGeom>
          <a:solidFill xmlns:a="http://schemas.openxmlformats.org/drawingml/2006/main">
            <a:srgbClr val="E0F2FE"/>
          </a:solidFill>
          <a:ln xmlns:a="http://schemas.openxmlformats.org/drawingml/2006/main" w="19050">
            <a:solidFill>
              <a:srgbClr val="2563EB"/>
            </a:solidFill>
            <a:prstDash val="solid"/>
          </a:ln>
        </p:spPr>
        <p:txBody>
          <a:bodyPr xmlns:a="http://schemas.openxmlformats.org/drawingml/2006/main"/>
          <a:lstStyle xmlns:a="http://schemas.openxmlformats.org/drawingml/2006/main"/>
          <a:p xmlns:a="http://schemas.openxmlformats.org/drawingml/2006/main">
            <a:pPr algn="ctr">
              <a:buNone/>
              <a:defRPr sz="2100" b="1">
                <a:solidFill>
                  <a:srgbClr val="0B0F19"/>
                </a:solidFill>
              </a:defRPr>
            </a:pPr>
            <a:r>
              <a:rPr sz="2100" b="1">
                <a:solidFill>
                  <a:srgbClr val="0B0F19"/>
                </a:solidFill>
              </a:rPr>
              <a:t>h</a:t>
            </a:r>
          </a:p>
        </p:txBody>
      </p:sp>
      <p:sp>
        <p:nvSpPr>
          <p:cNvPr id="583856609" name="">
            <a:extLst xmlns:a="http://schemas.openxmlformats.org/drawingml/2006/main">
              <a:ext uri="{FF2B5EF4-FFF2-40B4-BE49-F238E27FC236}">
                <a16:creationId xmlns:a16="http://schemas.microsoft.com/office/drawing/2014/main" id="{A1ED7A87-BB17-49F4-A094-1E45309B4B87}"/>
              </a:ext>
            </a:extLst>
          </p:cNvPr>
          <p:cNvSpPr>
            <a:spLocks xmlns:a="http://schemas.openxmlformats.org/drawingml/2006/main" noGrp="1"/>
          </p:cNvSpPr>
          <p:nvPr/>
        </p:nvSpPr>
        <p:spPr>
          <a:xfrm xmlns:a="http://schemas.openxmlformats.org/drawingml/2006/main">
            <a:off x="4286250" y="2952750"/>
            <a:ext cx="9525" cy="428625"/>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2139349876" name="">
            <a:extLst xmlns:a="http://schemas.openxmlformats.org/drawingml/2006/main">
              <a:ext uri="{FF2B5EF4-FFF2-40B4-BE49-F238E27FC236}">
                <a16:creationId xmlns:a16="http://schemas.microsoft.com/office/drawing/2014/main" id="{C2A6039D-509C-4C61-8D12-3926CD99F28C}"/>
              </a:ext>
            </a:extLst>
          </p:cNvPr>
          <p:cNvSpPr>
            <a:spLocks xmlns:a="http://schemas.openxmlformats.org/drawingml/2006/main" noGrp="1"/>
          </p:cNvSpPr>
          <p:nvPr/>
        </p:nvSpPr>
        <p:spPr>
          <a:xfrm xmlns:a="http://schemas.openxmlformats.org/drawingml/2006/main">
            <a:off x="4838700" y="2247900"/>
            <a:ext cx="1238250" cy="361950"/>
          </a:xfrm>
          <a:prstGeom xmlns:a="http://schemas.openxmlformats.org/drawingml/2006/main" prst="rightArrow">
            <a:avLst>
              <a:gd name="adj1" fmla="val 50000"/>
              <a:gd name="adj2" fmla="val 50000"/>
            </a:avLst>
          </a:prstGeom>
          <a:solidFill xmlns:a="http://schemas.openxmlformats.org/drawingml/2006/main">
            <a:srgbClr val="E0F2FE"/>
          </a:solidFill>
          <a:ln xmlns:a="http://schemas.openxmlformats.org/drawingml/2006/main" w="14288">
            <a:solidFill>
              <a:srgbClr val="2563EB"/>
            </a:solidFill>
            <a:prstDash val="solid"/>
          </a:ln>
        </p:spPr>
      </p:sp>
      <p:sp>
        <p:nvSpPr>
          <p:cNvPr id="1635700101" name="">
            <a:extLst xmlns:a="http://schemas.openxmlformats.org/drawingml/2006/main">
              <a:ext uri="{FF2B5EF4-FFF2-40B4-BE49-F238E27FC236}">
                <a16:creationId xmlns:a16="http://schemas.microsoft.com/office/drawing/2014/main" id="{EA448028-5830-4148-AF7D-234C76A61473}"/>
              </a:ext>
            </a:extLst>
          </p:cNvPr>
          <p:cNvSpPr>
            <a:spLocks xmlns:a="http://schemas.openxmlformats.org/drawingml/2006/main" noGrp="1"/>
          </p:cNvSpPr>
          <p:nvPr/>
        </p:nvSpPr>
        <p:spPr>
          <a:xfrm xmlns:a="http://schemas.openxmlformats.org/drawingml/2006/main">
            <a:off x="5953125" y="3381375"/>
            <a:ext cx="1047750" cy="571500"/>
          </a:xfrm>
          <a:prstGeom xmlns:a="http://schemas.openxmlformats.org/drawingml/2006/main" prst="roundRect">
            <a:avLst>
              <a:gd name="adj" fmla="val 20000"/>
            </a:avLst>
          </a:prstGeom>
          <a:solidFill xmlns:a="http://schemas.openxmlformats.org/drawingml/2006/main">
            <a:srgbClr val="FFFFFF"/>
          </a:solidFill>
          <a:ln xmlns:a="http://schemas.openxmlformats.org/drawingml/2006/main" w="14288">
            <a:solidFill>
              <a:srgbClr val="CBD5E1"/>
            </a:solid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0B0F19"/>
                </a:solidFill>
              </a:defRPr>
            </a:pPr>
            <a:r>
              <a:rPr sz="1650" b="1">
                <a:solidFill>
                  <a:srgbClr val="0B0F19"/>
                </a:solidFill>
              </a:rPr>
              <a:t>sat</a:t>
            </a:r>
          </a:p>
        </p:txBody>
      </p:sp>
      <p:sp>
        <p:nvSpPr>
          <p:cNvPr id="841796170" name="">
            <a:extLst xmlns:a="http://schemas.openxmlformats.org/drawingml/2006/main">
              <a:ext uri="{FF2B5EF4-FFF2-40B4-BE49-F238E27FC236}">
                <a16:creationId xmlns:a16="http://schemas.microsoft.com/office/drawing/2014/main" id="{90F956AA-2AD1-4B50-8CF8-6F3314CA2D96}"/>
              </a:ext>
            </a:extLst>
          </p:cNvPr>
          <p:cNvSpPr>
            <a:spLocks xmlns:a="http://schemas.openxmlformats.org/drawingml/2006/main" noGrp="1"/>
          </p:cNvSpPr>
          <p:nvPr/>
        </p:nvSpPr>
        <p:spPr>
          <a:xfrm xmlns:a="http://schemas.openxmlformats.org/drawingml/2006/main">
            <a:off x="6048375" y="2000250"/>
            <a:ext cx="857250" cy="857250"/>
          </a:xfrm>
          <a:prstGeom xmlns:a="http://schemas.openxmlformats.org/drawingml/2006/main" prst="ellipse">
            <a:avLst/>
          </a:prstGeom>
          <a:solidFill xmlns:a="http://schemas.openxmlformats.org/drawingml/2006/main">
            <a:srgbClr val="E0F2FE"/>
          </a:solidFill>
          <a:ln xmlns:a="http://schemas.openxmlformats.org/drawingml/2006/main" w="19050">
            <a:solidFill>
              <a:srgbClr val="2563EB"/>
            </a:solidFill>
            <a:prstDash val="solid"/>
          </a:ln>
        </p:spPr>
        <p:txBody>
          <a:bodyPr xmlns:a="http://schemas.openxmlformats.org/drawingml/2006/main"/>
          <a:lstStyle xmlns:a="http://schemas.openxmlformats.org/drawingml/2006/main"/>
          <a:p xmlns:a="http://schemas.openxmlformats.org/drawingml/2006/main">
            <a:pPr algn="ctr">
              <a:buNone/>
              <a:defRPr sz="2100" b="1">
                <a:solidFill>
                  <a:srgbClr val="0B0F19"/>
                </a:solidFill>
              </a:defRPr>
            </a:pPr>
            <a:r>
              <a:rPr sz="2100" b="1">
                <a:solidFill>
                  <a:srgbClr val="0B0F19"/>
                </a:solidFill>
              </a:rPr>
              <a:t>h</a:t>
            </a:r>
          </a:p>
        </p:txBody>
      </p:sp>
      <p:sp>
        <p:nvSpPr>
          <p:cNvPr id="925426091" name="">
            <a:extLst xmlns:a="http://schemas.openxmlformats.org/drawingml/2006/main">
              <a:ext uri="{FF2B5EF4-FFF2-40B4-BE49-F238E27FC236}">
                <a16:creationId xmlns:a16="http://schemas.microsoft.com/office/drawing/2014/main" id="{454E4615-4609-4F55-9DF4-BECAB981E8E4}"/>
              </a:ext>
            </a:extLst>
          </p:cNvPr>
          <p:cNvSpPr>
            <a:spLocks xmlns:a="http://schemas.openxmlformats.org/drawingml/2006/main" noGrp="1"/>
          </p:cNvSpPr>
          <p:nvPr/>
        </p:nvSpPr>
        <p:spPr>
          <a:xfrm xmlns:a="http://schemas.openxmlformats.org/drawingml/2006/main">
            <a:off x="6477000" y="2952750"/>
            <a:ext cx="9525" cy="428625"/>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999883121" name="">
            <a:extLst xmlns:a="http://schemas.openxmlformats.org/drawingml/2006/main">
              <a:ext uri="{FF2B5EF4-FFF2-40B4-BE49-F238E27FC236}">
                <a16:creationId xmlns:a16="http://schemas.microsoft.com/office/drawing/2014/main" id="{28ADDBA3-667C-43E3-BF8E-58CEF1C8410A}"/>
              </a:ext>
            </a:extLst>
          </p:cNvPr>
          <p:cNvSpPr>
            <a:spLocks xmlns:a="http://schemas.openxmlformats.org/drawingml/2006/main" noGrp="1"/>
          </p:cNvSpPr>
          <p:nvPr/>
        </p:nvSpPr>
        <p:spPr>
          <a:xfrm xmlns:a="http://schemas.openxmlformats.org/drawingml/2006/main">
            <a:off x="7029450" y="2247900"/>
            <a:ext cx="1238250" cy="361950"/>
          </a:xfrm>
          <a:prstGeom xmlns:a="http://schemas.openxmlformats.org/drawingml/2006/main" prst="rightArrow">
            <a:avLst>
              <a:gd name="adj1" fmla="val 50000"/>
              <a:gd name="adj2" fmla="val 50000"/>
            </a:avLst>
          </a:prstGeom>
          <a:solidFill xmlns:a="http://schemas.openxmlformats.org/drawingml/2006/main">
            <a:srgbClr val="E0F2FE"/>
          </a:solidFill>
          <a:ln xmlns:a="http://schemas.openxmlformats.org/drawingml/2006/main" w="14288">
            <a:solidFill>
              <a:srgbClr val="2563EB"/>
            </a:solidFill>
            <a:prstDash val="solid"/>
          </a:ln>
        </p:spPr>
      </p:sp>
      <p:sp>
        <p:nvSpPr>
          <p:cNvPr id="1232593897" name="">
            <a:extLst xmlns:a="http://schemas.openxmlformats.org/drawingml/2006/main">
              <a:ext uri="{FF2B5EF4-FFF2-40B4-BE49-F238E27FC236}">
                <a16:creationId xmlns:a16="http://schemas.microsoft.com/office/drawing/2014/main" id="{F655E60C-D8D5-4319-AC48-F83C6DC5E95C}"/>
              </a:ext>
            </a:extLst>
          </p:cNvPr>
          <p:cNvSpPr>
            <a:spLocks xmlns:a="http://schemas.openxmlformats.org/drawingml/2006/main" noGrp="1"/>
          </p:cNvSpPr>
          <p:nvPr/>
        </p:nvSpPr>
        <p:spPr>
          <a:xfrm xmlns:a="http://schemas.openxmlformats.org/drawingml/2006/main">
            <a:off x="8143875" y="3381375"/>
            <a:ext cx="1047750" cy="571500"/>
          </a:xfrm>
          <a:prstGeom xmlns:a="http://schemas.openxmlformats.org/drawingml/2006/main" prst="roundRect">
            <a:avLst>
              <a:gd name="adj" fmla="val 20000"/>
            </a:avLst>
          </a:prstGeom>
          <a:solidFill xmlns:a="http://schemas.openxmlformats.org/drawingml/2006/main">
            <a:srgbClr val="FFFFFF"/>
          </a:solidFill>
          <a:ln xmlns:a="http://schemas.openxmlformats.org/drawingml/2006/main" w="14288">
            <a:solidFill>
              <a:srgbClr val="CBD5E1"/>
            </a:solid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0B0F19"/>
                </a:solidFill>
              </a:defRPr>
            </a:pPr>
            <a:r>
              <a:rPr sz="1650" b="1">
                <a:solidFill>
                  <a:srgbClr val="0B0F19"/>
                </a:solidFill>
              </a:rPr>
              <a:t>there</a:t>
            </a:r>
          </a:p>
        </p:txBody>
      </p:sp>
      <p:sp>
        <p:nvSpPr>
          <p:cNvPr id="353672066" name="">
            <a:extLst xmlns:a="http://schemas.openxmlformats.org/drawingml/2006/main">
              <a:ext uri="{FF2B5EF4-FFF2-40B4-BE49-F238E27FC236}">
                <a16:creationId xmlns:a16="http://schemas.microsoft.com/office/drawing/2014/main" id="{6C2347D7-16C7-4B88-98FC-3CC7A8C7BCED}"/>
              </a:ext>
            </a:extLst>
          </p:cNvPr>
          <p:cNvSpPr>
            <a:spLocks xmlns:a="http://schemas.openxmlformats.org/drawingml/2006/main" noGrp="1"/>
          </p:cNvSpPr>
          <p:nvPr/>
        </p:nvSpPr>
        <p:spPr>
          <a:xfrm xmlns:a="http://schemas.openxmlformats.org/drawingml/2006/main">
            <a:off x="8239125" y="2000250"/>
            <a:ext cx="857250" cy="857250"/>
          </a:xfrm>
          <a:prstGeom xmlns:a="http://schemas.openxmlformats.org/drawingml/2006/main" prst="ellipse">
            <a:avLst/>
          </a:prstGeom>
          <a:solidFill xmlns:a="http://schemas.openxmlformats.org/drawingml/2006/main">
            <a:srgbClr val="E0F2FE"/>
          </a:solidFill>
          <a:ln xmlns:a="http://schemas.openxmlformats.org/drawingml/2006/main" w="19050">
            <a:solidFill>
              <a:srgbClr val="2563EB"/>
            </a:solidFill>
            <a:prstDash val="solid"/>
          </a:ln>
        </p:spPr>
        <p:txBody>
          <a:bodyPr xmlns:a="http://schemas.openxmlformats.org/drawingml/2006/main"/>
          <a:lstStyle xmlns:a="http://schemas.openxmlformats.org/drawingml/2006/main"/>
          <a:p xmlns:a="http://schemas.openxmlformats.org/drawingml/2006/main">
            <a:pPr algn="ctr">
              <a:buNone/>
              <a:defRPr sz="2100" b="1">
                <a:solidFill>
                  <a:srgbClr val="0B0F19"/>
                </a:solidFill>
              </a:defRPr>
            </a:pPr>
            <a:r>
              <a:rPr sz="2100" b="1">
                <a:solidFill>
                  <a:srgbClr val="0B0F19"/>
                </a:solidFill>
              </a:rPr>
              <a:t>h</a:t>
            </a:r>
          </a:p>
        </p:txBody>
      </p:sp>
      <p:sp>
        <p:nvSpPr>
          <p:cNvPr id="250778966" name="">
            <a:extLst xmlns:a="http://schemas.openxmlformats.org/drawingml/2006/main">
              <a:ext uri="{FF2B5EF4-FFF2-40B4-BE49-F238E27FC236}">
                <a16:creationId xmlns:a16="http://schemas.microsoft.com/office/drawing/2014/main" id="{FF245221-0A67-4ADD-93FE-55BC40BD04B2}"/>
              </a:ext>
            </a:extLst>
          </p:cNvPr>
          <p:cNvSpPr>
            <a:spLocks xmlns:a="http://schemas.openxmlformats.org/drawingml/2006/main" noGrp="1"/>
          </p:cNvSpPr>
          <p:nvPr/>
        </p:nvSpPr>
        <p:spPr>
          <a:xfrm xmlns:a="http://schemas.openxmlformats.org/drawingml/2006/main">
            <a:off x="8667750" y="2952750"/>
            <a:ext cx="9525" cy="428625"/>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558237289" name="">
            <a:extLst xmlns:a="http://schemas.openxmlformats.org/drawingml/2006/main">
              <a:ext uri="{FF2B5EF4-FFF2-40B4-BE49-F238E27FC236}">
                <a16:creationId xmlns:a16="http://schemas.microsoft.com/office/drawing/2014/main" id="{8DDF9D70-3F3C-416E-9858-84DDA7F5C11A}"/>
              </a:ext>
            </a:extLst>
          </p:cNvPr>
          <p:cNvSpPr>
            <a:spLocks xmlns:a="http://schemas.openxmlformats.org/drawingml/2006/main" noGrp="1"/>
          </p:cNvSpPr>
          <p:nvPr/>
        </p:nvSpPr>
        <p:spPr>
          <a:xfrm xmlns:a="http://schemas.openxmlformats.org/drawingml/2006/main">
            <a:off x="11106150" y="628650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00" b="0">
                <a:solidFill>
                  <a:srgbClr val="667085"/>
                </a:solidFill>
              </a:defRPr>
            </a:pPr>
            <a:r>
              <a:rPr sz="1000" b="0">
                <a:solidFill>
                  <a:srgbClr val="667085"/>
                </a:solidFill>
              </a:rPr>
              <a:t>24</a:t>
            </a:r>
          </a:p>
        </p:txBody>
      </p:sp>
    </p:spTree>
    <p:extLst>
      <p:ext uri="{BB962C8B-B14F-4D97-AF65-F5344CB8AC3E}">
        <p14:creationId xmlns:p14="http://schemas.microsoft.com/office/powerpoint/2010/main" val="639831968"/>
      </p:ext>
    </p:extLst>
  </p:cSld>
</p:sld>
</file>

<file path=ppt/slides/slide25.xml><?xml version="1.0" encoding="utf-8"?>
<p:sld xmlns:p="http://schemas.openxmlformats.org/presentationml/2006/main" showMasterSp="1">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31358444" name="">
            <a:extLst xmlns:a="http://schemas.openxmlformats.org/drawingml/2006/main">
              <a:ext uri="{FF2B5EF4-FFF2-40B4-BE49-F238E27FC236}">
                <a16:creationId xmlns:a16="http://schemas.microsoft.com/office/drawing/2014/main" id="{1B4E02CC-40DF-4F03-9F0F-7436EB5372C1}"/>
              </a:ext>
            </a:extLst>
          </p:cNvPr>
          <p:cNvSpPr>
            <a:spLocks xmlns:a="http://schemas.openxmlformats.org/drawingml/2006/main" noGrp="1"/>
          </p:cNvSpPr>
          <p:nvPr/>
        </p:nvSpPr>
        <p:spPr>
          <a:xfrm xmlns:a="http://schemas.openxmlformats.org/drawingml/2006/main">
            <a:off x="609600" y="32385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563EB"/>
                </a:solidFill>
              </a:defRPr>
            </a:pPr>
            <a:r>
              <a:rPr sz="1200" b="1">
                <a:solidFill>
                  <a:srgbClr val="2563EB"/>
                </a:solidFill>
              </a:rPr>
              <a:t>Limit</a:t>
            </a:r>
          </a:p>
        </p:txBody>
      </p:sp>
      <p:sp>
        <p:nvSpPr>
          <p:cNvPr id="1129691952" name="">
            <a:extLst xmlns:a="http://schemas.openxmlformats.org/drawingml/2006/main">
              <a:ext uri="{FF2B5EF4-FFF2-40B4-BE49-F238E27FC236}">
                <a16:creationId xmlns:a16="http://schemas.microsoft.com/office/drawing/2014/main" id="{43C25B8E-920E-412B-888B-98627B5D08D2}"/>
              </a:ext>
            </a:extLst>
          </p:cNvPr>
          <p:cNvSpPr>
            <a:spLocks xmlns:a="http://schemas.openxmlformats.org/drawingml/2006/main" noGrp="1"/>
          </p:cNvSpPr>
          <p:nvPr/>
        </p:nvSpPr>
        <p:spPr>
          <a:xfrm xmlns:a="http://schemas.openxmlformats.org/drawingml/2006/main">
            <a:off x="609600" y="590549"/>
            <a:ext cx="9334500" cy="5905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150" b="1">
                <a:solidFill>
                  <a:srgbClr val="0B0F19"/>
                </a:solidFill>
              </a:defRPr>
            </a:pPr>
            <a:r>
              <a:rPr sz="3150" b="1">
                <a:solidFill>
                  <a:srgbClr val="0B0F19"/>
                </a:solidFill>
              </a:rPr>
              <a:t>Long memory fades</a:t>
            </a:r>
          </a:p>
        </p:txBody>
      </p:sp>
      <p:sp>
        <p:nvSpPr>
          <p:cNvPr id="153614358" name="">
            <a:extLst xmlns:a="http://schemas.openxmlformats.org/drawingml/2006/main">
              <a:ext uri="{FF2B5EF4-FFF2-40B4-BE49-F238E27FC236}">
                <a16:creationId xmlns:a16="http://schemas.microsoft.com/office/drawing/2014/main" id="{A04A486F-854A-4D7B-9F28-9095A3EEF382}"/>
              </a:ext>
            </a:extLst>
          </p:cNvPr>
          <p:cNvSpPr>
            <a:spLocks xmlns:a="http://schemas.openxmlformats.org/drawingml/2006/main" noGrp="1"/>
          </p:cNvSpPr>
          <p:nvPr/>
        </p:nvSpPr>
        <p:spPr>
          <a:xfrm xmlns:a="http://schemas.openxmlformats.org/drawingml/2006/main">
            <a:off x="609600" y="1352550"/>
            <a:ext cx="10972800" cy="4762500"/>
          </a:xfrm>
          <a:prstGeom xmlns:a="http://schemas.openxmlformats.org/drawingml/2006/main" prst="roundRect">
            <a:avLst>
              <a:gd name="adj" fmla="val 1600"/>
            </a:avLst>
          </a:prstGeom>
          <a:solidFill xmlns:a="http://schemas.openxmlformats.org/drawingml/2006/main">
            <a:srgbClr val="F8FAFC"/>
          </a:solidFill>
          <a:ln xmlns:a="http://schemas.openxmlformats.org/drawingml/2006/main" w="14288">
            <a:solidFill>
              <a:srgbClr val="E2E8F0"/>
            </a:solidFill>
            <a:prstDash val="solid"/>
          </a:ln>
        </p:spPr>
      </p:sp>
      <p:sp>
        <p:nvSpPr>
          <p:cNvPr id="1660434668" name="">
            <a:extLst xmlns:a="http://schemas.openxmlformats.org/drawingml/2006/main">
              <a:ext uri="{FF2B5EF4-FFF2-40B4-BE49-F238E27FC236}">
                <a16:creationId xmlns:a16="http://schemas.microsoft.com/office/drawing/2014/main" id="{293048F5-037F-4754-A8A7-BC386E5468FB}"/>
              </a:ext>
            </a:extLst>
          </p:cNvPr>
          <p:cNvSpPr>
            <a:spLocks xmlns:a="http://schemas.openxmlformats.org/drawingml/2006/main" noGrp="1"/>
          </p:cNvSpPr>
          <p:nvPr/>
        </p:nvSpPr>
        <p:spPr>
          <a:xfrm xmlns:a="http://schemas.openxmlformats.org/drawingml/2006/main">
            <a:off x="1047750" y="3476625"/>
            <a:ext cx="1000125" cy="514350"/>
          </a:xfrm>
          <a:prstGeom xmlns:a="http://schemas.openxmlformats.org/drawingml/2006/main" prst="roundRect">
            <a:avLst>
              <a:gd name="adj" fmla="val 22222"/>
            </a:avLst>
          </a:prstGeom>
          <a:solidFill xmlns:a="http://schemas.openxmlformats.org/drawingml/2006/main">
            <a:srgbClr val="FFFFFF"/>
          </a:solidFill>
          <a:ln xmlns:a="http://schemas.openxmlformats.org/drawingml/2006/main" w="14288">
            <a:solidFill>
              <a:srgbClr val="CBD5E1"/>
            </a:solid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0B0F19"/>
                </a:solidFill>
              </a:defRPr>
            </a:pPr>
            <a:r>
              <a:rPr sz="1350" b="1">
                <a:solidFill>
                  <a:srgbClr val="0B0F19"/>
                </a:solidFill>
              </a:rPr>
              <a:t>The</a:t>
            </a:r>
          </a:p>
        </p:txBody>
      </p:sp>
      <p:sp>
        <p:nvSpPr>
          <p:cNvPr id="331123785" name="">
            <a:extLst xmlns:a="http://schemas.openxmlformats.org/drawingml/2006/main">
              <a:ext uri="{FF2B5EF4-FFF2-40B4-BE49-F238E27FC236}">
                <a16:creationId xmlns:a16="http://schemas.microsoft.com/office/drawing/2014/main" id="{E7496ADF-7242-41F4-B1BB-119B36D961F7}"/>
              </a:ext>
            </a:extLst>
          </p:cNvPr>
          <p:cNvSpPr>
            <a:spLocks xmlns:a="http://schemas.openxmlformats.org/drawingml/2006/main" noGrp="1"/>
          </p:cNvSpPr>
          <p:nvPr/>
        </p:nvSpPr>
        <p:spPr>
          <a:xfrm xmlns:a="http://schemas.openxmlformats.org/drawingml/2006/main">
            <a:off x="2524125" y="3476625"/>
            <a:ext cx="1000125" cy="514350"/>
          </a:xfrm>
          <a:prstGeom xmlns:a="http://schemas.openxmlformats.org/drawingml/2006/main" prst="roundRect">
            <a:avLst>
              <a:gd name="adj" fmla="val 22222"/>
            </a:avLst>
          </a:prstGeom>
          <a:solidFill xmlns:a="http://schemas.openxmlformats.org/drawingml/2006/main">
            <a:srgbClr val="FFFFFF"/>
          </a:solidFill>
          <a:ln xmlns:a="http://schemas.openxmlformats.org/drawingml/2006/main" w="14288">
            <a:solidFill>
              <a:srgbClr val="CBD5E1"/>
            </a:solid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0B0F19"/>
                </a:solidFill>
              </a:defRPr>
            </a:pPr>
            <a:r>
              <a:rPr sz="1350" b="1">
                <a:solidFill>
                  <a:srgbClr val="0B0F19"/>
                </a:solidFill>
              </a:rPr>
              <a:t>animal</a:t>
            </a:r>
          </a:p>
        </p:txBody>
      </p:sp>
      <p:sp>
        <p:nvSpPr>
          <p:cNvPr id="1408528116" name="">
            <a:extLst xmlns:a="http://schemas.openxmlformats.org/drawingml/2006/main">
              <a:ext uri="{FF2B5EF4-FFF2-40B4-BE49-F238E27FC236}">
                <a16:creationId xmlns:a16="http://schemas.microsoft.com/office/drawing/2014/main" id="{A5FA54A3-DC27-4F8F-B119-2C784EFC8833}"/>
              </a:ext>
            </a:extLst>
          </p:cNvPr>
          <p:cNvSpPr>
            <a:spLocks xmlns:a="http://schemas.openxmlformats.org/drawingml/2006/main" noGrp="1"/>
          </p:cNvSpPr>
          <p:nvPr/>
        </p:nvSpPr>
        <p:spPr>
          <a:xfrm xmlns:a="http://schemas.openxmlformats.org/drawingml/2006/main">
            <a:off x="4000500" y="3476625"/>
            <a:ext cx="1000125" cy="514350"/>
          </a:xfrm>
          <a:prstGeom xmlns:a="http://schemas.openxmlformats.org/drawingml/2006/main" prst="roundRect">
            <a:avLst>
              <a:gd name="adj" fmla="val 22222"/>
            </a:avLst>
          </a:prstGeom>
          <a:solidFill xmlns:a="http://schemas.openxmlformats.org/drawingml/2006/main">
            <a:srgbClr val="FFFFFF"/>
          </a:solidFill>
          <a:ln xmlns:a="http://schemas.openxmlformats.org/drawingml/2006/main" w="14288">
            <a:solidFill>
              <a:srgbClr val="CBD5E1"/>
            </a:solid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0B0F19"/>
                </a:solidFill>
              </a:defRPr>
            </a:pPr>
            <a:r>
              <a:rPr sz="1350" b="1">
                <a:solidFill>
                  <a:srgbClr val="0B0F19"/>
                </a:solidFill>
              </a:rPr>
              <a:t>near</a:t>
            </a:r>
          </a:p>
        </p:txBody>
      </p:sp>
      <p:sp>
        <p:nvSpPr>
          <p:cNvPr id="929702957" name="">
            <a:extLst xmlns:a="http://schemas.openxmlformats.org/drawingml/2006/main">
              <a:ext uri="{FF2B5EF4-FFF2-40B4-BE49-F238E27FC236}">
                <a16:creationId xmlns:a16="http://schemas.microsoft.com/office/drawing/2014/main" id="{3DF53ADA-FFB5-452E-8DEE-34306F1C1A23}"/>
              </a:ext>
            </a:extLst>
          </p:cNvPr>
          <p:cNvSpPr>
            <a:spLocks xmlns:a="http://schemas.openxmlformats.org/drawingml/2006/main" noGrp="1"/>
          </p:cNvSpPr>
          <p:nvPr/>
        </p:nvSpPr>
        <p:spPr>
          <a:xfrm xmlns:a="http://schemas.openxmlformats.org/drawingml/2006/main">
            <a:off x="5476875" y="3476625"/>
            <a:ext cx="1000125" cy="514350"/>
          </a:xfrm>
          <a:prstGeom xmlns:a="http://schemas.openxmlformats.org/drawingml/2006/main" prst="roundRect">
            <a:avLst>
              <a:gd name="adj" fmla="val 22222"/>
            </a:avLst>
          </a:prstGeom>
          <a:solidFill xmlns:a="http://schemas.openxmlformats.org/drawingml/2006/main">
            <a:srgbClr val="FFFFFF"/>
          </a:solidFill>
          <a:ln xmlns:a="http://schemas.openxmlformats.org/drawingml/2006/main" w="14288">
            <a:solidFill>
              <a:srgbClr val="CBD5E1"/>
            </a:solid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0B0F19"/>
                </a:solidFill>
              </a:defRPr>
            </a:pPr>
            <a:r>
              <a:rPr sz="1350" b="1">
                <a:solidFill>
                  <a:srgbClr val="0B0F19"/>
                </a:solidFill>
              </a:rPr>
              <a:t>the</a:t>
            </a:r>
          </a:p>
        </p:txBody>
      </p:sp>
      <p:sp>
        <p:nvSpPr>
          <p:cNvPr id="747840372" name="">
            <a:extLst xmlns:a="http://schemas.openxmlformats.org/drawingml/2006/main">
              <a:ext uri="{FF2B5EF4-FFF2-40B4-BE49-F238E27FC236}">
                <a16:creationId xmlns:a16="http://schemas.microsoft.com/office/drawing/2014/main" id="{E1ACF2A0-508B-4757-B4F0-5E070F1222D0}"/>
              </a:ext>
            </a:extLst>
          </p:cNvPr>
          <p:cNvSpPr>
            <a:spLocks xmlns:a="http://schemas.openxmlformats.org/drawingml/2006/main" noGrp="1"/>
          </p:cNvSpPr>
          <p:nvPr/>
        </p:nvSpPr>
        <p:spPr>
          <a:xfrm xmlns:a="http://schemas.openxmlformats.org/drawingml/2006/main">
            <a:off x="6953250" y="3476625"/>
            <a:ext cx="1000125" cy="514350"/>
          </a:xfrm>
          <a:prstGeom xmlns:a="http://schemas.openxmlformats.org/drawingml/2006/main" prst="roundRect">
            <a:avLst>
              <a:gd name="adj" fmla="val 22222"/>
            </a:avLst>
          </a:prstGeom>
          <a:solidFill xmlns:a="http://schemas.openxmlformats.org/drawingml/2006/main">
            <a:srgbClr val="FFFFFF"/>
          </a:solidFill>
          <a:ln xmlns:a="http://schemas.openxmlformats.org/drawingml/2006/main" w="14288">
            <a:solidFill>
              <a:srgbClr val="CBD5E1"/>
            </a:solid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0B0F19"/>
                </a:solidFill>
              </a:defRPr>
            </a:pPr>
            <a:r>
              <a:rPr sz="1350" b="1">
                <a:solidFill>
                  <a:srgbClr val="0B0F19"/>
                </a:solidFill>
              </a:rPr>
              <a:t>river</a:t>
            </a:r>
          </a:p>
        </p:txBody>
      </p:sp>
      <p:sp>
        <p:nvSpPr>
          <p:cNvPr id="1625402859" name="">
            <a:extLst xmlns:a="http://schemas.openxmlformats.org/drawingml/2006/main">
              <a:ext uri="{FF2B5EF4-FFF2-40B4-BE49-F238E27FC236}">
                <a16:creationId xmlns:a16="http://schemas.microsoft.com/office/drawing/2014/main" id="{3F2D2BA7-2FBD-410C-8EB3-71929CC80C26}"/>
              </a:ext>
            </a:extLst>
          </p:cNvPr>
          <p:cNvSpPr>
            <a:spLocks xmlns:a="http://schemas.openxmlformats.org/drawingml/2006/main" noGrp="1"/>
          </p:cNvSpPr>
          <p:nvPr/>
        </p:nvSpPr>
        <p:spPr>
          <a:xfrm xmlns:a="http://schemas.openxmlformats.org/drawingml/2006/main">
            <a:off x="8429625" y="3476625"/>
            <a:ext cx="1000125" cy="514350"/>
          </a:xfrm>
          <a:prstGeom xmlns:a="http://schemas.openxmlformats.org/drawingml/2006/main" prst="roundRect">
            <a:avLst>
              <a:gd name="adj" fmla="val 22222"/>
            </a:avLst>
          </a:prstGeom>
          <a:solidFill xmlns:a="http://schemas.openxmlformats.org/drawingml/2006/main">
            <a:srgbClr val="FFFFFF"/>
          </a:solidFill>
          <a:ln xmlns:a="http://schemas.openxmlformats.org/drawingml/2006/main" w="14288">
            <a:solidFill>
              <a:srgbClr val="CBD5E1"/>
            </a:solid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0B0F19"/>
                </a:solidFill>
              </a:defRPr>
            </a:pPr>
            <a:r>
              <a:rPr sz="1350" b="1">
                <a:solidFill>
                  <a:srgbClr val="0B0F19"/>
                </a:solidFill>
              </a:rPr>
              <a:t>was</a:t>
            </a:r>
          </a:p>
        </p:txBody>
      </p:sp>
      <p:sp>
        <p:nvSpPr>
          <p:cNvPr id="1678137838" name="">
            <a:extLst xmlns:a="http://schemas.openxmlformats.org/drawingml/2006/main">
              <a:ext uri="{FF2B5EF4-FFF2-40B4-BE49-F238E27FC236}">
                <a16:creationId xmlns:a16="http://schemas.microsoft.com/office/drawing/2014/main" id="{7AF1DA8D-8764-4717-A8D7-22CD908871F5}"/>
              </a:ext>
            </a:extLst>
          </p:cNvPr>
          <p:cNvSpPr>
            <a:spLocks xmlns:a="http://schemas.openxmlformats.org/drawingml/2006/main" noGrp="1"/>
          </p:cNvSpPr>
          <p:nvPr/>
        </p:nvSpPr>
        <p:spPr>
          <a:xfrm xmlns:a="http://schemas.openxmlformats.org/drawingml/2006/main">
            <a:off x="9906000" y="3476625"/>
            <a:ext cx="1000125" cy="514350"/>
          </a:xfrm>
          <a:prstGeom xmlns:a="http://schemas.openxmlformats.org/drawingml/2006/main" prst="roundRect">
            <a:avLst>
              <a:gd name="adj" fmla="val 22222"/>
            </a:avLst>
          </a:prstGeom>
          <a:solidFill xmlns:a="http://schemas.openxmlformats.org/drawingml/2006/main">
            <a:srgbClr val="FFFFFF"/>
          </a:solidFill>
          <a:ln xmlns:a="http://schemas.openxmlformats.org/drawingml/2006/main" w="14288">
            <a:solidFill>
              <a:srgbClr val="CBD5E1"/>
            </a:solid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0B0F19"/>
                </a:solidFill>
              </a:defRPr>
            </a:pPr>
            <a:r>
              <a:rPr sz="1350" b="1">
                <a:solidFill>
                  <a:srgbClr val="0B0F19"/>
                </a:solidFill>
              </a:rPr>
              <a:t>tired</a:t>
            </a:r>
          </a:p>
        </p:txBody>
      </p:sp>
      <p:sp>
        <p:nvSpPr>
          <p:cNvPr id="1472942796" name="">
            <a:extLst xmlns:a="http://schemas.openxmlformats.org/drawingml/2006/main">
              <a:ext uri="{FF2B5EF4-FFF2-40B4-BE49-F238E27FC236}">
                <a16:creationId xmlns:a16="http://schemas.microsoft.com/office/drawing/2014/main" id="{23911545-0D0D-437D-A161-23F7B7BCC22B}"/>
              </a:ext>
            </a:extLst>
          </p:cNvPr>
          <p:cNvSpPr>
            <a:spLocks xmlns:a="http://schemas.openxmlformats.org/drawingml/2006/main" noGrp="1"/>
          </p:cNvSpPr>
          <p:nvPr/>
        </p:nvSpPr>
        <p:spPr>
          <a:xfrm xmlns:a="http://schemas.openxmlformats.org/drawingml/2006/main">
            <a:off x="1524000" y="3190875"/>
            <a:ext cx="8382000" cy="9525"/>
          </a:xfrm>
          <a:prstGeom xmlns:a="http://schemas.openxmlformats.org/drawingml/2006/main" prst="line">
            <a:avLst/>
          </a:prstGeom>
          <a:noFill xmlns:a="http://schemas.openxmlformats.org/drawingml/2006/main"/>
          <a:ln xmlns:a="http://schemas.openxmlformats.org/drawingml/2006/main" w="47625">
            <a:solidFill>
              <a:srgbClr val="EF4444"/>
            </a:solidFill>
            <a:prstDash val="solid"/>
          </a:ln>
        </p:spPr>
      </p:sp>
      <p:sp>
        <p:nvSpPr>
          <p:cNvPr id="1613721531" name="">
            <a:extLst xmlns:a="http://schemas.openxmlformats.org/drawingml/2006/main">
              <a:ext uri="{FF2B5EF4-FFF2-40B4-BE49-F238E27FC236}">
                <a16:creationId xmlns:a16="http://schemas.microsoft.com/office/drawing/2014/main" id="{E38B80AC-C7B9-4178-8BE0-DA3795701750}"/>
              </a:ext>
            </a:extLst>
          </p:cNvPr>
          <p:cNvSpPr>
            <a:spLocks xmlns:a="http://schemas.openxmlformats.org/drawingml/2006/main" noGrp="1"/>
          </p:cNvSpPr>
          <p:nvPr/>
        </p:nvSpPr>
        <p:spPr>
          <a:xfrm xmlns:a="http://schemas.openxmlformats.org/drawingml/2006/main">
            <a:off x="1428750" y="3095625"/>
            <a:ext cx="190500" cy="190500"/>
          </a:xfrm>
          <a:prstGeom xmlns:a="http://schemas.openxmlformats.org/drawingml/2006/main" prst="ellipse">
            <a:avLst/>
          </a:prstGeom>
          <a:solidFill xmlns:a="http://schemas.openxmlformats.org/drawingml/2006/main">
            <a:srgbClr val="EF4444"/>
          </a:solidFill>
          <a:ln xmlns:a="http://schemas.openxmlformats.org/drawingml/2006/main" w="19050">
            <a:solidFill>
              <a:srgbClr val="EF4444"/>
            </a:solidFill>
            <a:prstDash val="solid"/>
          </a:ln>
        </p:spPr>
      </p:sp>
      <p:sp>
        <p:nvSpPr>
          <p:cNvPr id="1579085890" name="">
            <a:extLst xmlns:a="http://schemas.openxmlformats.org/drawingml/2006/main">
              <a:ext uri="{FF2B5EF4-FFF2-40B4-BE49-F238E27FC236}">
                <a16:creationId xmlns:a16="http://schemas.microsoft.com/office/drawing/2014/main" id="{331E91DB-57A6-4AF9-89FD-7FA7DC6D37FF}"/>
              </a:ext>
            </a:extLst>
          </p:cNvPr>
          <p:cNvSpPr>
            <a:spLocks xmlns:a="http://schemas.openxmlformats.org/drawingml/2006/main" noGrp="1"/>
          </p:cNvSpPr>
          <p:nvPr/>
        </p:nvSpPr>
        <p:spPr>
          <a:xfrm xmlns:a="http://schemas.openxmlformats.org/drawingml/2006/main">
            <a:off x="2905125" y="3095625"/>
            <a:ext cx="190500" cy="190500"/>
          </a:xfrm>
          <a:prstGeom xmlns:a="http://schemas.openxmlformats.org/drawingml/2006/main" prst="ellipse">
            <a:avLst/>
          </a:prstGeom>
          <a:solidFill xmlns:a="http://schemas.openxmlformats.org/drawingml/2006/main">
            <a:srgbClr val="EF4444"/>
          </a:solidFill>
          <a:ln xmlns:a="http://schemas.openxmlformats.org/drawingml/2006/main" w="19050">
            <a:solidFill>
              <a:srgbClr val="EF4444"/>
            </a:solidFill>
            <a:prstDash val="solid"/>
          </a:ln>
        </p:spPr>
      </p:sp>
      <p:sp>
        <p:nvSpPr>
          <p:cNvPr id="2077149346" name="">
            <a:extLst xmlns:a="http://schemas.openxmlformats.org/drawingml/2006/main">
              <a:ext uri="{FF2B5EF4-FFF2-40B4-BE49-F238E27FC236}">
                <a16:creationId xmlns:a16="http://schemas.microsoft.com/office/drawing/2014/main" id="{FE235F54-A128-4E22-BB67-75EA71C16BC6}"/>
              </a:ext>
            </a:extLst>
          </p:cNvPr>
          <p:cNvSpPr>
            <a:spLocks xmlns:a="http://schemas.openxmlformats.org/drawingml/2006/main" noGrp="1"/>
          </p:cNvSpPr>
          <p:nvPr/>
        </p:nvSpPr>
        <p:spPr>
          <a:xfrm xmlns:a="http://schemas.openxmlformats.org/drawingml/2006/main">
            <a:off x="4381500" y="3095625"/>
            <a:ext cx="190500" cy="190500"/>
          </a:xfrm>
          <a:prstGeom xmlns:a="http://schemas.openxmlformats.org/drawingml/2006/main" prst="ellipse">
            <a:avLst/>
          </a:prstGeom>
          <a:solidFill xmlns:a="http://schemas.openxmlformats.org/drawingml/2006/main">
            <a:srgbClr val="FCA5A5"/>
          </a:solidFill>
          <a:ln xmlns:a="http://schemas.openxmlformats.org/drawingml/2006/main" w="19050">
            <a:solidFill>
              <a:srgbClr val="FCA5A5"/>
            </a:solidFill>
            <a:prstDash val="solid"/>
          </a:ln>
        </p:spPr>
      </p:sp>
      <p:sp>
        <p:nvSpPr>
          <p:cNvPr id="1872952086" name="">
            <a:extLst xmlns:a="http://schemas.openxmlformats.org/drawingml/2006/main">
              <a:ext uri="{FF2B5EF4-FFF2-40B4-BE49-F238E27FC236}">
                <a16:creationId xmlns:a16="http://schemas.microsoft.com/office/drawing/2014/main" id="{6C69BEC8-BA3F-46F2-A71A-EEA49035313F}"/>
              </a:ext>
            </a:extLst>
          </p:cNvPr>
          <p:cNvSpPr>
            <a:spLocks xmlns:a="http://schemas.openxmlformats.org/drawingml/2006/main" noGrp="1"/>
          </p:cNvSpPr>
          <p:nvPr/>
        </p:nvSpPr>
        <p:spPr>
          <a:xfrm xmlns:a="http://schemas.openxmlformats.org/drawingml/2006/main">
            <a:off x="5857875" y="3095625"/>
            <a:ext cx="190500" cy="190500"/>
          </a:xfrm>
          <a:prstGeom xmlns:a="http://schemas.openxmlformats.org/drawingml/2006/main" prst="ellipse">
            <a:avLst/>
          </a:prstGeom>
          <a:solidFill xmlns:a="http://schemas.openxmlformats.org/drawingml/2006/main">
            <a:srgbClr val="FCA5A5"/>
          </a:solidFill>
          <a:ln xmlns:a="http://schemas.openxmlformats.org/drawingml/2006/main" w="19050">
            <a:solidFill>
              <a:srgbClr val="FCA5A5"/>
            </a:solidFill>
            <a:prstDash val="solid"/>
          </a:ln>
        </p:spPr>
      </p:sp>
      <p:sp>
        <p:nvSpPr>
          <p:cNvPr id="20816397" name="">
            <a:extLst xmlns:a="http://schemas.openxmlformats.org/drawingml/2006/main">
              <a:ext uri="{FF2B5EF4-FFF2-40B4-BE49-F238E27FC236}">
                <a16:creationId xmlns:a16="http://schemas.microsoft.com/office/drawing/2014/main" id="{5935FC06-7ACC-4BD7-8CF5-EDEE80D5BC0B}"/>
              </a:ext>
            </a:extLst>
          </p:cNvPr>
          <p:cNvSpPr>
            <a:spLocks xmlns:a="http://schemas.openxmlformats.org/drawingml/2006/main" noGrp="1"/>
          </p:cNvSpPr>
          <p:nvPr/>
        </p:nvSpPr>
        <p:spPr>
          <a:xfrm xmlns:a="http://schemas.openxmlformats.org/drawingml/2006/main">
            <a:off x="7334250" y="3095625"/>
            <a:ext cx="190500" cy="190500"/>
          </a:xfrm>
          <a:prstGeom xmlns:a="http://schemas.openxmlformats.org/drawingml/2006/main" prst="ellipse">
            <a:avLst/>
          </a:prstGeom>
          <a:solidFill xmlns:a="http://schemas.openxmlformats.org/drawingml/2006/main">
            <a:srgbClr val="FCA5A5"/>
          </a:solidFill>
          <a:ln xmlns:a="http://schemas.openxmlformats.org/drawingml/2006/main" w="19050">
            <a:solidFill>
              <a:srgbClr val="FCA5A5"/>
            </a:solidFill>
            <a:prstDash val="solid"/>
          </a:ln>
        </p:spPr>
      </p:sp>
      <p:sp>
        <p:nvSpPr>
          <p:cNvPr id="677953629" name="">
            <a:extLst xmlns:a="http://schemas.openxmlformats.org/drawingml/2006/main">
              <a:ext uri="{FF2B5EF4-FFF2-40B4-BE49-F238E27FC236}">
                <a16:creationId xmlns:a16="http://schemas.microsoft.com/office/drawing/2014/main" id="{1464FFF0-110E-4540-9CEF-1ACE50330879}"/>
              </a:ext>
            </a:extLst>
          </p:cNvPr>
          <p:cNvSpPr>
            <a:spLocks xmlns:a="http://schemas.openxmlformats.org/drawingml/2006/main" noGrp="1"/>
          </p:cNvSpPr>
          <p:nvPr/>
        </p:nvSpPr>
        <p:spPr>
          <a:xfrm xmlns:a="http://schemas.openxmlformats.org/drawingml/2006/main">
            <a:off x="8810625" y="3095625"/>
            <a:ext cx="190500" cy="190500"/>
          </a:xfrm>
          <a:prstGeom xmlns:a="http://schemas.openxmlformats.org/drawingml/2006/main" prst="ellipse">
            <a:avLst/>
          </a:prstGeom>
          <a:solidFill xmlns:a="http://schemas.openxmlformats.org/drawingml/2006/main">
            <a:srgbClr val="FCA5A5"/>
          </a:solidFill>
          <a:ln xmlns:a="http://schemas.openxmlformats.org/drawingml/2006/main" w="19050">
            <a:solidFill>
              <a:srgbClr val="FCA5A5"/>
            </a:solidFill>
            <a:prstDash val="solid"/>
          </a:ln>
        </p:spPr>
      </p:sp>
      <p:sp>
        <p:nvSpPr>
          <p:cNvPr id="1792512940" name="">
            <a:extLst xmlns:a="http://schemas.openxmlformats.org/drawingml/2006/main">
              <a:ext uri="{FF2B5EF4-FFF2-40B4-BE49-F238E27FC236}">
                <a16:creationId xmlns:a16="http://schemas.microsoft.com/office/drawing/2014/main" id="{3540E948-4FAD-450D-8EC3-19EC61879E75}"/>
              </a:ext>
            </a:extLst>
          </p:cNvPr>
          <p:cNvSpPr>
            <a:spLocks xmlns:a="http://schemas.openxmlformats.org/drawingml/2006/main" noGrp="1"/>
          </p:cNvSpPr>
          <p:nvPr/>
        </p:nvSpPr>
        <p:spPr>
          <a:xfrm xmlns:a="http://schemas.openxmlformats.org/drawingml/2006/main">
            <a:off x="9810750" y="3095625"/>
            <a:ext cx="190500" cy="190500"/>
          </a:xfrm>
          <a:prstGeom xmlns:a="http://schemas.openxmlformats.org/drawingml/2006/main" prst="ellipse">
            <a:avLst/>
          </a:prstGeom>
          <a:solidFill xmlns:a="http://schemas.openxmlformats.org/drawingml/2006/main">
            <a:srgbClr val="FCA5A5"/>
          </a:solidFill>
          <a:ln xmlns:a="http://schemas.openxmlformats.org/drawingml/2006/main" w="19050">
            <a:solidFill>
              <a:srgbClr val="FCA5A5"/>
            </a:solidFill>
            <a:prstDash val="solid"/>
          </a:ln>
        </p:spPr>
      </p:sp>
      <p:sp>
        <p:nvSpPr>
          <p:cNvPr id="1915767504" name="">
            <a:extLst xmlns:a="http://schemas.openxmlformats.org/drawingml/2006/main">
              <a:ext uri="{FF2B5EF4-FFF2-40B4-BE49-F238E27FC236}">
                <a16:creationId xmlns:a16="http://schemas.microsoft.com/office/drawing/2014/main" id="{7C131FB0-EA72-4E91-AA89-86E175D446C1}"/>
              </a:ext>
            </a:extLst>
          </p:cNvPr>
          <p:cNvSpPr>
            <a:spLocks xmlns:a="http://schemas.openxmlformats.org/drawingml/2006/main" noGrp="1"/>
          </p:cNvSpPr>
          <p:nvPr/>
        </p:nvSpPr>
        <p:spPr>
          <a:xfrm xmlns:a="http://schemas.openxmlformats.org/drawingml/2006/main">
            <a:off x="3095625" y="2333625"/>
            <a:ext cx="6000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250" b="1">
                <a:solidFill>
                  <a:srgbClr val="EF4444"/>
                </a:solidFill>
              </a:defRPr>
            </a:pPr>
            <a:r>
              <a:rPr sz="2250" b="1">
                <a:solidFill>
                  <a:srgbClr val="EF4444"/>
                </a:solidFill>
              </a:rPr>
              <a:t>early context must survive many steps</a:t>
            </a:r>
          </a:p>
        </p:txBody>
      </p:sp>
      <p:sp>
        <p:nvSpPr>
          <p:cNvPr id="523783433" name="">
            <a:extLst xmlns:a="http://schemas.openxmlformats.org/drawingml/2006/main">
              <a:ext uri="{FF2B5EF4-FFF2-40B4-BE49-F238E27FC236}">
                <a16:creationId xmlns:a16="http://schemas.microsoft.com/office/drawing/2014/main" id="{2FBA0399-F001-4EA1-830E-DB5E39167766}"/>
              </a:ext>
            </a:extLst>
          </p:cNvPr>
          <p:cNvSpPr>
            <a:spLocks xmlns:a="http://schemas.openxmlformats.org/drawingml/2006/main" noGrp="1"/>
          </p:cNvSpPr>
          <p:nvPr/>
        </p:nvSpPr>
        <p:spPr>
          <a:xfrm xmlns:a="http://schemas.openxmlformats.org/drawingml/2006/main">
            <a:off x="11106150" y="628650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00" b="0">
                <a:solidFill>
                  <a:srgbClr val="667085"/>
                </a:solidFill>
              </a:defRPr>
            </a:pPr>
            <a:r>
              <a:rPr sz="1000" b="0">
                <a:solidFill>
                  <a:srgbClr val="667085"/>
                </a:solidFill>
              </a:rPr>
              <a:t>25</a:t>
            </a:r>
          </a:p>
        </p:txBody>
      </p:sp>
    </p:spTree>
    <p:extLst>
      <p:ext uri="{BB962C8B-B14F-4D97-AF65-F5344CB8AC3E}">
        <p14:creationId xmlns:p14="http://schemas.microsoft.com/office/powerpoint/2010/main" val="260106200"/>
      </p:ext>
    </p:extLst>
  </p:cSld>
</p:sld>
</file>

<file path=ppt/slides/slide26.xml><?xml version="1.0" encoding="utf-8"?>
<p:sld xmlns:p="http://schemas.openxmlformats.org/presentationml/2006/main" showMasterSp="1">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28705701" name="">
            <a:extLst xmlns:a="http://schemas.openxmlformats.org/drawingml/2006/main">
              <a:ext uri="{FF2B5EF4-FFF2-40B4-BE49-F238E27FC236}">
                <a16:creationId xmlns:a16="http://schemas.microsoft.com/office/drawing/2014/main" id="{50C609FA-22DC-46A6-A8EE-25F4AC708C3C}"/>
              </a:ext>
            </a:extLst>
          </p:cNvPr>
          <p:cNvSpPr>
            <a:spLocks xmlns:a="http://schemas.openxmlformats.org/drawingml/2006/main" noGrp="1"/>
          </p:cNvSpPr>
          <p:nvPr/>
        </p:nvSpPr>
        <p:spPr>
          <a:xfrm xmlns:a="http://schemas.openxmlformats.org/drawingml/2006/main">
            <a:off x="609600" y="32385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563EB"/>
                </a:solidFill>
              </a:defRPr>
            </a:pPr>
            <a:r>
              <a:rPr sz="1200" b="1">
                <a:solidFill>
                  <a:srgbClr val="2563EB"/>
                </a:solidFill>
              </a:rPr>
              <a:t>Attention</a:t>
            </a:r>
          </a:p>
        </p:txBody>
      </p:sp>
      <p:sp>
        <p:nvSpPr>
          <p:cNvPr id="1834494692" name="">
            <a:extLst xmlns:a="http://schemas.openxmlformats.org/drawingml/2006/main">
              <a:ext uri="{FF2B5EF4-FFF2-40B4-BE49-F238E27FC236}">
                <a16:creationId xmlns:a16="http://schemas.microsoft.com/office/drawing/2014/main" id="{57DDF536-7D99-4822-9290-06E35C0AB66D}"/>
              </a:ext>
            </a:extLst>
          </p:cNvPr>
          <p:cNvSpPr>
            <a:spLocks xmlns:a="http://schemas.openxmlformats.org/drawingml/2006/main" noGrp="1"/>
          </p:cNvSpPr>
          <p:nvPr/>
        </p:nvSpPr>
        <p:spPr>
          <a:xfrm xmlns:a="http://schemas.openxmlformats.org/drawingml/2006/main">
            <a:off x="609600" y="590549"/>
            <a:ext cx="9334500" cy="5905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150" b="1">
                <a:solidFill>
                  <a:srgbClr val="0B0F19"/>
                </a:solidFill>
              </a:defRPr>
            </a:pPr>
            <a:r>
              <a:rPr sz="3150" b="1">
                <a:solidFill>
                  <a:srgbClr val="0B0F19"/>
                </a:solidFill>
              </a:rPr>
              <a:t>Attention lets words look around</a:t>
            </a:r>
          </a:p>
        </p:txBody>
      </p:sp>
      <p:sp>
        <p:nvSpPr>
          <p:cNvPr id="1119805208" name="">
            <a:extLst xmlns:a="http://schemas.openxmlformats.org/drawingml/2006/main">
              <a:ext uri="{FF2B5EF4-FFF2-40B4-BE49-F238E27FC236}">
                <a16:creationId xmlns:a16="http://schemas.microsoft.com/office/drawing/2014/main" id="{9A0DCCDE-109C-4ACA-9414-DBD546C70914}"/>
              </a:ext>
            </a:extLst>
          </p:cNvPr>
          <p:cNvSpPr>
            <a:spLocks xmlns:a="http://schemas.openxmlformats.org/drawingml/2006/main" noGrp="1"/>
          </p:cNvSpPr>
          <p:nvPr/>
        </p:nvSpPr>
        <p:spPr>
          <a:xfrm xmlns:a="http://schemas.openxmlformats.org/drawingml/2006/main">
            <a:off x="609600" y="1352550"/>
            <a:ext cx="10972800" cy="4762500"/>
          </a:xfrm>
          <a:prstGeom xmlns:a="http://schemas.openxmlformats.org/drawingml/2006/main" prst="roundRect">
            <a:avLst>
              <a:gd name="adj" fmla="val 1600"/>
            </a:avLst>
          </a:prstGeom>
          <a:solidFill xmlns:a="http://schemas.openxmlformats.org/drawingml/2006/main">
            <a:srgbClr val="F8FAFC"/>
          </a:solidFill>
          <a:ln xmlns:a="http://schemas.openxmlformats.org/drawingml/2006/main" w="14288">
            <a:solidFill>
              <a:srgbClr val="E2E8F0"/>
            </a:solidFill>
            <a:prstDash val="solid"/>
          </a:ln>
        </p:spPr>
      </p:sp>
      <p:sp>
        <p:nvSpPr>
          <p:cNvPr id="378451327" name="">
            <a:extLst xmlns:a="http://schemas.openxmlformats.org/drawingml/2006/main">
              <a:ext uri="{FF2B5EF4-FFF2-40B4-BE49-F238E27FC236}">
                <a16:creationId xmlns:a16="http://schemas.microsoft.com/office/drawing/2014/main" id="{A6ED3BF1-682A-4926-8CB4-D9226C8005B0}"/>
              </a:ext>
            </a:extLst>
          </p:cNvPr>
          <p:cNvSpPr>
            <a:spLocks xmlns:a="http://schemas.openxmlformats.org/drawingml/2006/main" noGrp="1"/>
          </p:cNvSpPr>
          <p:nvPr/>
        </p:nvSpPr>
        <p:spPr>
          <a:xfrm xmlns:a="http://schemas.openxmlformats.org/drawingml/2006/main">
            <a:off x="1657350" y="3181350"/>
            <a:ext cx="876299" cy="876299"/>
          </a:xfrm>
          <a:prstGeom xmlns:a="http://schemas.openxmlformats.org/drawingml/2006/main" prst="ellipse">
            <a:avLst/>
          </a:prstGeom>
          <a:solidFill xmlns:a="http://schemas.openxmlformats.org/drawingml/2006/main">
            <a:srgbClr val="FFFFFF"/>
          </a:solidFill>
          <a:ln xmlns:a="http://schemas.openxmlformats.org/drawingml/2006/main" w="19050">
            <a:solidFill>
              <a:srgbClr val="CBD5E1"/>
            </a:solid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0B0F19"/>
                </a:solidFill>
              </a:defRPr>
            </a:pPr>
            <a:r>
              <a:rPr sz="1350" b="1">
                <a:solidFill>
                  <a:srgbClr val="0B0F19"/>
                </a:solidFill>
              </a:rPr>
              <a:t>The</a:t>
            </a:r>
          </a:p>
        </p:txBody>
      </p:sp>
      <p:sp>
        <p:nvSpPr>
          <p:cNvPr id="1710653341" name="">
            <a:extLst xmlns:a="http://schemas.openxmlformats.org/drawingml/2006/main">
              <a:ext uri="{FF2B5EF4-FFF2-40B4-BE49-F238E27FC236}">
                <a16:creationId xmlns:a16="http://schemas.microsoft.com/office/drawing/2014/main" id="{048B1F06-B001-4B64-B521-52C128D19FF3}"/>
              </a:ext>
            </a:extLst>
          </p:cNvPr>
          <p:cNvSpPr>
            <a:spLocks xmlns:a="http://schemas.openxmlformats.org/drawingml/2006/main" noGrp="1"/>
          </p:cNvSpPr>
          <p:nvPr/>
        </p:nvSpPr>
        <p:spPr>
          <a:xfrm xmlns:a="http://schemas.openxmlformats.org/drawingml/2006/main">
            <a:off x="3276600" y="3181350"/>
            <a:ext cx="876299" cy="876299"/>
          </a:xfrm>
          <a:prstGeom xmlns:a="http://schemas.openxmlformats.org/drawingml/2006/main" prst="ellipse">
            <a:avLst/>
          </a:prstGeom>
          <a:solidFill xmlns:a="http://schemas.openxmlformats.org/drawingml/2006/main">
            <a:srgbClr val="E0F2FE"/>
          </a:solidFill>
          <a:ln xmlns:a="http://schemas.openxmlformats.org/drawingml/2006/main" w="19050">
            <a:solidFill>
              <a:srgbClr val="2563EB"/>
            </a:solid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0B0F19"/>
                </a:solidFill>
              </a:defRPr>
            </a:pPr>
            <a:r>
              <a:rPr sz="1350" b="1">
                <a:solidFill>
                  <a:srgbClr val="0B0F19"/>
                </a:solidFill>
              </a:rPr>
              <a:t>cat</a:t>
            </a:r>
          </a:p>
        </p:txBody>
      </p:sp>
      <p:sp>
        <p:nvSpPr>
          <p:cNvPr id="1215104596" name="">
            <a:extLst xmlns:a="http://schemas.openxmlformats.org/drawingml/2006/main">
              <a:ext uri="{FF2B5EF4-FFF2-40B4-BE49-F238E27FC236}">
                <a16:creationId xmlns:a16="http://schemas.microsoft.com/office/drawing/2014/main" id="{5156DACE-36C7-4021-A455-7AF2BA808175}"/>
              </a:ext>
            </a:extLst>
          </p:cNvPr>
          <p:cNvSpPr>
            <a:spLocks xmlns:a="http://schemas.openxmlformats.org/drawingml/2006/main" noGrp="1"/>
          </p:cNvSpPr>
          <p:nvPr/>
        </p:nvSpPr>
        <p:spPr>
          <a:xfrm xmlns:a="http://schemas.openxmlformats.org/drawingml/2006/main">
            <a:off x="4895850" y="3181350"/>
            <a:ext cx="876299" cy="876299"/>
          </a:xfrm>
          <a:prstGeom xmlns:a="http://schemas.openxmlformats.org/drawingml/2006/main" prst="ellipse">
            <a:avLst/>
          </a:prstGeom>
          <a:solidFill xmlns:a="http://schemas.openxmlformats.org/drawingml/2006/main">
            <a:srgbClr val="FFFFFF"/>
          </a:solidFill>
          <a:ln xmlns:a="http://schemas.openxmlformats.org/drawingml/2006/main" w="19050">
            <a:solidFill>
              <a:srgbClr val="CBD5E1"/>
            </a:solid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0B0F19"/>
                </a:solidFill>
              </a:defRPr>
            </a:pPr>
            <a:r>
              <a:rPr sz="1350" b="1">
                <a:solidFill>
                  <a:srgbClr val="0B0F19"/>
                </a:solidFill>
              </a:rPr>
              <a:t>sat</a:t>
            </a:r>
          </a:p>
        </p:txBody>
      </p:sp>
      <p:sp>
        <p:nvSpPr>
          <p:cNvPr id="1626294489" name="">
            <a:extLst xmlns:a="http://schemas.openxmlformats.org/drawingml/2006/main">
              <a:ext uri="{FF2B5EF4-FFF2-40B4-BE49-F238E27FC236}">
                <a16:creationId xmlns:a16="http://schemas.microsoft.com/office/drawing/2014/main" id="{C16ED5C1-62C5-4D09-B7A2-C4263A26091F}"/>
              </a:ext>
            </a:extLst>
          </p:cNvPr>
          <p:cNvSpPr>
            <a:spLocks xmlns:a="http://schemas.openxmlformats.org/drawingml/2006/main" noGrp="1"/>
          </p:cNvSpPr>
          <p:nvPr/>
        </p:nvSpPr>
        <p:spPr>
          <a:xfrm xmlns:a="http://schemas.openxmlformats.org/drawingml/2006/main">
            <a:off x="6515100" y="3181350"/>
            <a:ext cx="876299" cy="876299"/>
          </a:xfrm>
          <a:prstGeom xmlns:a="http://schemas.openxmlformats.org/drawingml/2006/main" prst="ellipse">
            <a:avLst/>
          </a:prstGeom>
          <a:solidFill xmlns:a="http://schemas.openxmlformats.org/drawingml/2006/main">
            <a:srgbClr val="FFFFFF"/>
          </a:solidFill>
          <a:ln xmlns:a="http://schemas.openxmlformats.org/drawingml/2006/main" w="19050">
            <a:solidFill>
              <a:srgbClr val="CBD5E1"/>
            </a:solid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0B0F19"/>
                </a:solidFill>
              </a:defRPr>
            </a:pPr>
            <a:r>
              <a:rPr sz="1350" b="1">
                <a:solidFill>
                  <a:srgbClr val="0B0F19"/>
                </a:solidFill>
              </a:rPr>
              <a:t>on</a:t>
            </a:r>
          </a:p>
        </p:txBody>
      </p:sp>
      <p:sp>
        <p:nvSpPr>
          <p:cNvPr id="1273413101" name="">
            <a:extLst xmlns:a="http://schemas.openxmlformats.org/drawingml/2006/main">
              <a:ext uri="{FF2B5EF4-FFF2-40B4-BE49-F238E27FC236}">
                <a16:creationId xmlns:a16="http://schemas.microsoft.com/office/drawing/2014/main" id="{3BC44C05-5EE2-424D-8801-EF195BCBF5F3}"/>
              </a:ext>
            </a:extLst>
          </p:cNvPr>
          <p:cNvSpPr>
            <a:spLocks xmlns:a="http://schemas.openxmlformats.org/drawingml/2006/main" noGrp="1"/>
          </p:cNvSpPr>
          <p:nvPr/>
        </p:nvSpPr>
        <p:spPr>
          <a:xfrm xmlns:a="http://schemas.openxmlformats.org/drawingml/2006/main">
            <a:off x="8134350" y="3181350"/>
            <a:ext cx="876299" cy="876299"/>
          </a:xfrm>
          <a:prstGeom xmlns:a="http://schemas.openxmlformats.org/drawingml/2006/main" prst="ellipse">
            <a:avLst/>
          </a:prstGeom>
          <a:solidFill xmlns:a="http://schemas.openxmlformats.org/drawingml/2006/main">
            <a:srgbClr val="FFFFFF"/>
          </a:solidFill>
          <a:ln xmlns:a="http://schemas.openxmlformats.org/drawingml/2006/main" w="19050">
            <a:solidFill>
              <a:srgbClr val="CBD5E1"/>
            </a:solid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0B0F19"/>
                </a:solidFill>
              </a:defRPr>
            </a:pPr>
            <a:r>
              <a:rPr sz="1350" b="1">
                <a:solidFill>
                  <a:srgbClr val="0B0F19"/>
                </a:solidFill>
              </a:rPr>
              <a:t>mat</a:t>
            </a:r>
          </a:p>
        </p:txBody>
      </p:sp>
      <p:sp>
        <p:nvSpPr>
          <p:cNvPr id="1283471485" name="">
            <a:extLst xmlns:a="http://schemas.openxmlformats.org/drawingml/2006/main">
              <a:ext uri="{FF2B5EF4-FFF2-40B4-BE49-F238E27FC236}">
                <a16:creationId xmlns:a16="http://schemas.microsoft.com/office/drawing/2014/main" id="{B17EF592-B9DC-4DA6-9544-25E30B35E253}"/>
              </a:ext>
            </a:extLst>
          </p:cNvPr>
          <p:cNvSpPr>
            <a:spLocks xmlns:a="http://schemas.openxmlformats.org/drawingml/2006/main" noGrp="1"/>
          </p:cNvSpPr>
          <p:nvPr/>
        </p:nvSpPr>
        <p:spPr>
          <a:xfrm xmlns:a="http://schemas.openxmlformats.org/drawingml/2006/main">
            <a:off x="2095500" y="3619500"/>
            <a:ext cx="1619250" cy="9525"/>
          </a:xfrm>
          <a:prstGeom xmlns:a="http://schemas.openxmlformats.org/drawingml/2006/main" prst="line">
            <a:avLst/>
          </a:prstGeom>
          <a:noFill xmlns:a="http://schemas.openxmlformats.org/drawingml/2006/main"/>
          <a:ln xmlns:a="http://schemas.openxmlformats.org/drawingml/2006/main" w="19050">
            <a:solidFill>
              <a:srgbClr val="94A3B8"/>
            </a:solidFill>
            <a:prstDash val="solid"/>
          </a:ln>
        </p:spPr>
      </p:sp>
      <p:sp>
        <p:nvSpPr>
          <p:cNvPr id="366393266" name="">
            <a:extLst xmlns:a="http://schemas.openxmlformats.org/drawingml/2006/main">
              <a:ext uri="{FF2B5EF4-FFF2-40B4-BE49-F238E27FC236}">
                <a16:creationId xmlns:a16="http://schemas.microsoft.com/office/drawing/2014/main" id="{67011288-D2F5-4BA5-A738-680BD3535296}"/>
              </a:ext>
            </a:extLst>
          </p:cNvPr>
          <p:cNvSpPr>
            <a:spLocks xmlns:a="http://schemas.openxmlformats.org/drawingml/2006/main" noGrp="1"/>
          </p:cNvSpPr>
          <p:nvPr/>
        </p:nvSpPr>
        <p:spPr>
          <a:xfrm xmlns:a="http://schemas.openxmlformats.org/drawingml/2006/main">
            <a:off x="3714750" y="3619500"/>
            <a:ext cx="1619250" cy="9525"/>
          </a:xfrm>
          <a:prstGeom xmlns:a="http://schemas.openxmlformats.org/drawingml/2006/main" prst="line">
            <a:avLst/>
          </a:prstGeom>
          <a:noFill xmlns:a="http://schemas.openxmlformats.org/drawingml/2006/main"/>
          <a:ln xmlns:a="http://schemas.openxmlformats.org/drawingml/2006/main" w="19050">
            <a:solidFill>
              <a:srgbClr val="94A3B8"/>
            </a:solidFill>
            <a:prstDash val="solid"/>
          </a:ln>
        </p:spPr>
      </p:sp>
      <p:sp>
        <p:nvSpPr>
          <p:cNvPr id="682316422" name="">
            <a:extLst xmlns:a="http://schemas.openxmlformats.org/drawingml/2006/main">
              <a:ext uri="{FF2B5EF4-FFF2-40B4-BE49-F238E27FC236}">
                <a16:creationId xmlns:a16="http://schemas.microsoft.com/office/drawing/2014/main" id="{4A129583-25FF-40D0-B7CC-4473B8E5B3C5}"/>
              </a:ext>
            </a:extLst>
          </p:cNvPr>
          <p:cNvSpPr>
            <a:spLocks xmlns:a="http://schemas.openxmlformats.org/drawingml/2006/main" noGrp="1"/>
          </p:cNvSpPr>
          <p:nvPr/>
        </p:nvSpPr>
        <p:spPr>
          <a:xfrm xmlns:a="http://schemas.openxmlformats.org/drawingml/2006/main">
            <a:off x="3714750" y="3619500"/>
            <a:ext cx="3238500" cy="9525"/>
          </a:xfrm>
          <a:prstGeom xmlns:a="http://schemas.openxmlformats.org/drawingml/2006/main" prst="line">
            <a:avLst/>
          </a:prstGeom>
          <a:noFill xmlns:a="http://schemas.openxmlformats.org/drawingml/2006/main"/>
          <a:ln xmlns:a="http://schemas.openxmlformats.org/drawingml/2006/main" w="19050">
            <a:solidFill>
              <a:srgbClr val="94A3B8"/>
            </a:solidFill>
            <a:prstDash val="solid"/>
          </a:ln>
        </p:spPr>
      </p:sp>
      <p:sp>
        <p:nvSpPr>
          <p:cNvPr id="1432998769" name="">
            <a:extLst xmlns:a="http://schemas.openxmlformats.org/drawingml/2006/main">
              <a:ext uri="{FF2B5EF4-FFF2-40B4-BE49-F238E27FC236}">
                <a16:creationId xmlns:a16="http://schemas.microsoft.com/office/drawing/2014/main" id="{5A0B4206-D5FA-48BA-BE01-B41B6D3E9AC9}"/>
              </a:ext>
            </a:extLst>
          </p:cNvPr>
          <p:cNvSpPr>
            <a:spLocks xmlns:a="http://schemas.openxmlformats.org/drawingml/2006/main" noGrp="1"/>
          </p:cNvSpPr>
          <p:nvPr/>
        </p:nvSpPr>
        <p:spPr>
          <a:xfrm xmlns:a="http://schemas.openxmlformats.org/drawingml/2006/main">
            <a:off x="3714750" y="3619500"/>
            <a:ext cx="4857750" cy="9525"/>
          </a:xfrm>
          <a:prstGeom xmlns:a="http://schemas.openxmlformats.org/drawingml/2006/main" prst="line">
            <a:avLst/>
          </a:prstGeom>
          <a:noFill xmlns:a="http://schemas.openxmlformats.org/drawingml/2006/main"/>
          <a:ln xmlns:a="http://schemas.openxmlformats.org/drawingml/2006/main" w="47625">
            <a:solidFill>
              <a:srgbClr val="F97316"/>
            </a:solidFill>
            <a:prstDash val="solid"/>
          </a:ln>
        </p:spPr>
      </p:sp>
      <p:sp>
        <p:nvSpPr>
          <p:cNvPr id="2040235338" name="">
            <a:extLst xmlns:a="http://schemas.openxmlformats.org/drawingml/2006/main">
              <a:ext uri="{FF2B5EF4-FFF2-40B4-BE49-F238E27FC236}">
                <a16:creationId xmlns:a16="http://schemas.microsoft.com/office/drawing/2014/main" id="{0101C9A7-F456-494B-B8FC-ABB758AE1F77}"/>
              </a:ext>
            </a:extLst>
          </p:cNvPr>
          <p:cNvSpPr>
            <a:spLocks xmlns:a="http://schemas.openxmlformats.org/drawingml/2006/main" noGrp="1"/>
          </p:cNvSpPr>
          <p:nvPr/>
        </p:nvSpPr>
        <p:spPr>
          <a:xfrm xmlns:a="http://schemas.openxmlformats.org/drawingml/2006/main">
            <a:off x="3238500" y="2333625"/>
            <a:ext cx="5715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250" b="1">
                <a:solidFill>
                  <a:srgbClr val="2563EB"/>
                </a:solidFill>
              </a:defRPr>
            </a:pPr>
            <a:r>
              <a:rPr sz="2250" b="1">
                <a:solidFill>
                  <a:srgbClr val="2563EB"/>
                </a:solidFill>
              </a:rPr>
              <a:t>one token compares with all others</a:t>
            </a:r>
          </a:p>
        </p:txBody>
      </p:sp>
      <p:sp>
        <p:nvSpPr>
          <p:cNvPr id="1823092832" name="">
            <a:extLst xmlns:a="http://schemas.openxmlformats.org/drawingml/2006/main">
              <a:ext uri="{FF2B5EF4-FFF2-40B4-BE49-F238E27FC236}">
                <a16:creationId xmlns:a16="http://schemas.microsoft.com/office/drawing/2014/main" id="{ADFA827F-D50B-4C4A-8E43-0CEA2E1A0CE2}"/>
              </a:ext>
            </a:extLst>
          </p:cNvPr>
          <p:cNvSpPr>
            <a:spLocks xmlns:a="http://schemas.openxmlformats.org/drawingml/2006/main" noGrp="1"/>
          </p:cNvSpPr>
          <p:nvPr/>
        </p:nvSpPr>
        <p:spPr>
          <a:xfrm xmlns:a="http://schemas.openxmlformats.org/drawingml/2006/main">
            <a:off x="11106150" y="628650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00" b="0">
                <a:solidFill>
                  <a:srgbClr val="667085"/>
                </a:solidFill>
              </a:defRPr>
            </a:pPr>
            <a:r>
              <a:rPr sz="1000" b="0">
                <a:solidFill>
                  <a:srgbClr val="667085"/>
                </a:solidFill>
              </a:rPr>
              <a:t>26</a:t>
            </a:r>
          </a:p>
        </p:txBody>
      </p:sp>
    </p:spTree>
    <p:extLst>
      <p:ext uri="{BB962C8B-B14F-4D97-AF65-F5344CB8AC3E}">
        <p14:creationId xmlns:p14="http://schemas.microsoft.com/office/powerpoint/2010/main" val="984515109"/>
      </p:ext>
    </p:extLst>
  </p:cSld>
</p:sld>
</file>

<file path=ppt/slides/slide27.xml><?xml version="1.0" encoding="utf-8"?>
<p:sld xmlns:p="http://schemas.openxmlformats.org/presentationml/2006/main" showMasterSp="1">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1595679" name="">
            <a:extLst xmlns:a="http://schemas.openxmlformats.org/drawingml/2006/main">
              <a:ext uri="{FF2B5EF4-FFF2-40B4-BE49-F238E27FC236}">
                <a16:creationId xmlns:a16="http://schemas.microsoft.com/office/drawing/2014/main" id="{698CD5AB-4FC6-4DDC-930E-97769E9BE22B}"/>
              </a:ext>
            </a:extLst>
          </p:cNvPr>
          <p:cNvSpPr>
            <a:spLocks xmlns:a="http://schemas.openxmlformats.org/drawingml/2006/main" noGrp="1"/>
          </p:cNvSpPr>
          <p:nvPr/>
        </p:nvSpPr>
        <p:spPr>
          <a:xfrm xmlns:a="http://schemas.openxmlformats.org/drawingml/2006/main">
            <a:off x="609600" y="32385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563EB"/>
                </a:solidFill>
              </a:defRPr>
            </a:pPr>
            <a:r>
              <a:rPr sz="1200" b="1">
                <a:solidFill>
                  <a:srgbClr val="2563EB"/>
                </a:solidFill>
              </a:rPr>
              <a:t>Mechanism</a:t>
            </a:r>
          </a:p>
        </p:txBody>
      </p:sp>
      <p:sp>
        <p:nvSpPr>
          <p:cNvPr id="1958034542" name="">
            <a:extLst xmlns:a="http://schemas.openxmlformats.org/drawingml/2006/main">
              <a:ext uri="{FF2B5EF4-FFF2-40B4-BE49-F238E27FC236}">
                <a16:creationId xmlns:a16="http://schemas.microsoft.com/office/drawing/2014/main" id="{CC057E91-CA05-4368-8218-DD33DDD07290}"/>
              </a:ext>
            </a:extLst>
          </p:cNvPr>
          <p:cNvSpPr>
            <a:spLocks xmlns:a="http://schemas.openxmlformats.org/drawingml/2006/main" noGrp="1"/>
          </p:cNvSpPr>
          <p:nvPr/>
        </p:nvSpPr>
        <p:spPr>
          <a:xfrm xmlns:a="http://schemas.openxmlformats.org/drawingml/2006/main">
            <a:off x="609600" y="590549"/>
            <a:ext cx="9334500" cy="5905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150" b="1">
                <a:solidFill>
                  <a:srgbClr val="0B0F19"/>
                </a:solidFill>
              </a:defRPr>
            </a:pPr>
            <a:r>
              <a:rPr sz="3150" b="1">
                <a:solidFill>
                  <a:srgbClr val="0B0F19"/>
                </a:solidFill>
              </a:rPr>
              <a:t>Query, key, value</a:t>
            </a:r>
          </a:p>
        </p:txBody>
      </p:sp>
      <p:sp>
        <p:nvSpPr>
          <p:cNvPr id="856291305" name="">
            <a:extLst xmlns:a="http://schemas.openxmlformats.org/drawingml/2006/main">
              <a:ext uri="{FF2B5EF4-FFF2-40B4-BE49-F238E27FC236}">
                <a16:creationId xmlns:a16="http://schemas.microsoft.com/office/drawing/2014/main" id="{CEFA283A-6CC9-414A-96C9-1F54270224FE}"/>
              </a:ext>
            </a:extLst>
          </p:cNvPr>
          <p:cNvSpPr>
            <a:spLocks xmlns:a="http://schemas.openxmlformats.org/drawingml/2006/main" noGrp="1"/>
          </p:cNvSpPr>
          <p:nvPr/>
        </p:nvSpPr>
        <p:spPr>
          <a:xfrm xmlns:a="http://schemas.openxmlformats.org/drawingml/2006/main">
            <a:off x="609600" y="1352550"/>
            <a:ext cx="10972800" cy="4762500"/>
          </a:xfrm>
          <a:prstGeom xmlns:a="http://schemas.openxmlformats.org/drawingml/2006/main" prst="roundRect">
            <a:avLst>
              <a:gd name="adj" fmla="val 1600"/>
            </a:avLst>
          </a:prstGeom>
          <a:solidFill xmlns:a="http://schemas.openxmlformats.org/drawingml/2006/main">
            <a:srgbClr val="F8FAFC"/>
          </a:solidFill>
          <a:ln xmlns:a="http://schemas.openxmlformats.org/drawingml/2006/main" w="14288">
            <a:solidFill>
              <a:srgbClr val="E2E8F0"/>
            </a:solidFill>
            <a:prstDash val="solid"/>
          </a:ln>
        </p:spPr>
      </p:sp>
      <p:sp>
        <p:nvSpPr>
          <p:cNvPr id="915562436" name="">
            <a:extLst xmlns:a="http://schemas.openxmlformats.org/drawingml/2006/main">
              <a:ext uri="{FF2B5EF4-FFF2-40B4-BE49-F238E27FC236}">
                <a16:creationId xmlns:a16="http://schemas.microsoft.com/office/drawing/2014/main" id="{86B5C1B4-F562-4A69-88F5-E8C81A27B4D5}"/>
              </a:ext>
            </a:extLst>
          </p:cNvPr>
          <p:cNvSpPr>
            <a:spLocks xmlns:a="http://schemas.openxmlformats.org/drawingml/2006/main" noGrp="1"/>
          </p:cNvSpPr>
          <p:nvPr/>
        </p:nvSpPr>
        <p:spPr>
          <a:xfrm xmlns:a="http://schemas.openxmlformats.org/drawingml/2006/main">
            <a:off x="1905000" y="2762250"/>
            <a:ext cx="1333500" cy="1333500"/>
          </a:xfrm>
          <a:prstGeom xmlns:a="http://schemas.openxmlformats.org/drawingml/2006/main" prst="ellipse">
            <a:avLst/>
          </a:prstGeom>
          <a:solidFill xmlns:a="http://schemas.openxmlformats.org/drawingml/2006/main">
            <a:srgbClr val="E0F2FE"/>
          </a:solidFill>
          <a:ln xmlns:a="http://schemas.openxmlformats.org/drawingml/2006/main" w="19050">
            <a:solidFill>
              <a:srgbClr val="2563EB"/>
            </a:solidFill>
            <a:prstDash val="solid"/>
          </a:ln>
        </p:spPr>
        <p:txBody>
          <a:bodyPr xmlns:a="http://schemas.openxmlformats.org/drawingml/2006/main"/>
          <a:lstStyle xmlns:a="http://schemas.openxmlformats.org/drawingml/2006/main"/>
          <a:p xmlns:a="http://schemas.openxmlformats.org/drawingml/2006/main">
            <a:pPr algn="ctr">
              <a:buNone/>
              <a:defRPr sz="3000" b="1">
                <a:solidFill>
                  <a:srgbClr val="0B0F19"/>
                </a:solidFill>
              </a:defRPr>
            </a:pPr>
            <a:r>
              <a:rPr sz="3000" b="1">
                <a:solidFill>
                  <a:srgbClr val="0B0F19"/>
                </a:solidFill>
              </a:rPr>
              <a:t>Q</a:t>
            </a:r>
          </a:p>
        </p:txBody>
      </p:sp>
      <p:sp>
        <p:nvSpPr>
          <p:cNvPr id="2063706274" name="">
            <a:extLst xmlns:a="http://schemas.openxmlformats.org/drawingml/2006/main">
              <a:ext uri="{FF2B5EF4-FFF2-40B4-BE49-F238E27FC236}">
                <a16:creationId xmlns:a16="http://schemas.microsoft.com/office/drawing/2014/main" id="{104E629F-D106-4FC2-A77F-00C5A5101A89}"/>
              </a:ext>
            </a:extLst>
          </p:cNvPr>
          <p:cNvSpPr>
            <a:spLocks xmlns:a="http://schemas.openxmlformats.org/drawingml/2006/main" noGrp="1"/>
          </p:cNvSpPr>
          <p:nvPr/>
        </p:nvSpPr>
        <p:spPr>
          <a:xfrm xmlns:a="http://schemas.openxmlformats.org/drawingml/2006/main">
            <a:off x="5429250" y="1857375"/>
            <a:ext cx="1333500" cy="1333500"/>
          </a:xfrm>
          <a:prstGeom xmlns:a="http://schemas.openxmlformats.org/drawingml/2006/main" prst="ellipse">
            <a:avLst/>
          </a:prstGeom>
          <a:solidFill xmlns:a="http://schemas.openxmlformats.org/drawingml/2006/main">
            <a:srgbClr val="FEF3C7"/>
          </a:solidFill>
          <a:ln xmlns:a="http://schemas.openxmlformats.org/drawingml/2006/main" w="19050">
            <a:solidFill>
              <a:srgbClr val="F97316"/>
            </a:solidFill>
            <a:prstDash val="solid"/>
          </a:ln>
        </p:spPr>
        <p:txBody>
          <a:bodyPr xmlns:a="http://schemas.openxmlformats.org/drawingml/2006/main"/>
          <a:lstStyle xmlns:a="http://schemas.openxmlformats.org/drawingml/2006/main"/>
          <a:p xmlns:a="http://schemas.openxmlformats.org/drawingml/2006/main">
            <a:pPr algn="ctr">
              <a:buNone/>
              <a:defRPr sz="3000" b="1">
                <a:solidFill>
                  <a:srgbClr val="0B0F19"/>
                </a:solidFill>
              </a:defRPr>
            </a:pPr>
            <a:r>
              <a:rPr sz="3000" b="1">
                <a:solidFill>
                  <a:srgbClr val="0B0F19"/>
                </a:solidFill>
              </a:rPr>
              <a:t>K</a:t>
            </a:r>
          </a:p>
        </p:txBody>
      </p:sp>
      <p:sp>
        <p:nvSpPr>
          <p:cNvPr id="1843251256" name="">
            <a:extLst xmlns:a="http://schemas.openxmlformats.org/drawingml/2006/main">
              <a:ext uri="{FF2B5EF4-FFF2-40B4-BE49-F238E27FC236}">
                <a16:creationId xmlns:a16="http://schemas.microsoft.com/office/drawing/2014/main" id="{4D4DE13F-F35A-4CC1-A48B-94929599587F}"/>
              </a:ext>
            </a:extLst>
          </p:cNvPr>
          <p:cNvSpPr>
            <a:spLocks xmlns:a="http://schemas.openxmlformats.org/drawingml/2006/main" noGrp="1"/>
          </p:cNvSpPr>
          <p:nvPr/>
        </p:nvSpPr>
        <p:spPr>
          <a:xfrm xmlns:a="http://schemas.openxmlformats.org/drawingml/2006/main">
            <a:off x="5429250" y="3667125"/>
            <a:ext cx="1333500" cy="1333500"/>
          </a:xfrm>
          <a:prstGeom xmlns:a="http://schemas.openxmlformats.org/drawingml/2006/main" prst="ellipse">
            <a:avLst/>
          </a:prstGeom>
          <a:solidFill xmlns:a="http://schemas.openxmlformats.org/drawingml/2006/main">
            <a:srgbClr val="DCFCE7"/>
          </a:solidFill>
          <a:ln xmlns:a="http://schemas.openxmlformats.org/drawingml/2006/main" w="19050">
            <a:solidFill>
              <a:srgbClr val="10B981"/>
            </a:solidFill>
            <a:prstDash val="solid"/>
          </a:ln>
        </p:spPr>
        <p:txBody>
          <a:bodyPr xmlns:a="http://schemas.openxmlformats.org/drawingml/2006/main"/>
          <a:lstStyle xmlns:a="http://schemas.openxmlformats.org/drawingml/2006/main"/>
          <a:p xmlns:a="http://schemas.openxmlformats.org/drawingml/2006/main">
            <a:pPr algn="ctr">
              <a:buNone/>
              <a:defRPr sz="3000" b="1">
                <a:solidFill>
                  <a:srgbClr val="0B0F19"/>
                </a:solidFill>
              </a:defRPr>
            </a:pPr>
            <a:r>
              <a:rPr sz="3000" b="1">
                <a:solidFill>
                  <a:srgbClr val="0B0F19"/>
                </a:solidFill>
              </a:rPr>
              <a:t>V</a:t>
            </a:r>
          </a:p>
        </p:txBody>
      </p:sp>
      <p:sp>
        <p:nvSpPr>
          <p:cNvPr id="1047507271" name="">
            <a:extLst xmlns:a="http://schemas.openxmlformats.org/drawingml/2006/main">
              <a:ext uri="{FF2B5EF4-FFF2-40B4-BE49-F238E27FC236}">
                <a16:creationId xmlns:a16="http://schemas.microsoft.com/office/drawing/2014/main" id="{AC8A7AFF-D773-4321-A344-D78160B7A304}"/>
              </a:ext>
            </a:extLst>
          </p:cNvPr>
          <p:cNvSpPr>
            <a:spLocks xmlns:a="http://schemas.openxmlformats.org/drawingml/2006/main" noGrp="1"/>
          </p:cNvSpPr>
          <p:nvPr/>
        </p:nvSpPr>
        <p:spPr>
          <a:xfrm xmlns:a="http://schemas.openxmlformats.org/drawingml/2006/main">
            <a:off x="3381375" y="3181350"/>
            <a:ext cx="1762125" cy="457200"/>
          </a:xfrm>
          <a:prstGeom xmlns:a="http://schemas.openxmlformats.org/drawingml/2006/main" prst="rightArrow">
            <a:avLst>
              <a:gd name="adj1" fmla="val 50000"/>
              <a:gd name="adj2" fmla="val 50000"/>
            </a:avLst>
          </a:prstGeom>
          <a:solidFill xmlns:a="http://schemas.openxmlformats.org/drawingml/2006/main">
            <a:srgbClr val="E0F2FE"/>
          </a:solidFill>
          <a:ln xmlns:a="http://schemas.openxmlformats.org/drawingml/2006/main" w="14288">
            <a:solidFill>
              <a:srgbClr val="2563EB"/>
            </a:solid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0B0F19"/>
                </a:solidFill>
              </a:defRPr>
            </a:pPr>
            <a:r>
              <a:rPr sz="1350" b="1">
                <a:solidFill>
                  <a:srgbClr val="0B0F19"/>
                </a:solidFill>
              </a:rPr>
              <a:t>match</a:t>
            </a:r>
          </a:p>
        </p:txBody>
      </p:sp>
      <p:sp>
        <p:nvSpPr>
          <p:cNvPr id="416431707" name="">
            <a:extLst xmlns:a="http://schemas.openxmlformats.org/drawingml/2006/main">
              <a:ext uri="{FF2B5EF4-FFF2-40B4-BE49-F238E27FC236}">
                <a16:creationId xmlns:a16="http://schemas.microsoft.com/office/drawing/2014/main" id="{049AE4C9-AD9F-4180-BA5A-B4136512EBC1}"/>
              </a:ext>
            </a:extLst>
          </p:cNvPr>
          <p:cNvSpPr>
            <a:spLocks xmlns:a="http://schemas.openxmlformats.org/drawingml/2006/main" noGrp="1"/>
          </p:cNvSpPr>
          <p:nvPr/>
        </p:nvSpPr>
        <p:spPr>
          <a:xfrm xmlns:a="http://schemas.openxmlformats.org/drawingml/2006/main">
            <a:off x="6858000" y="4143375"/>
            <a:ext cx="1714500" cy="457200"/>
          </a:xfrm>
          <a:prstGeom xmlns:a="http://schemas.openxmlformats.org/drawingml/2006/main" prst="rightArrow">
            <a:avLst>
              <a:gd name="adj1" fmla="val 50000"/>
              <a:gd name="adj2" fmla="val 50000"/>
            </a:avLst>
          </a:prstGeom>
          <a:solidFill xmlns:a="http://schemas.openxmlformats.org/drawingml/2006/main">
            <a:srgbClr val="E0F2FE"/>
          </a:solidFill>
          <a:ln xmlns:a="http://schemas.openxmlformats.org/drawingml/2006/main" w="14288">
            <a:solidFill>
              <a:srgbClr val="2563EB"/>
            </a:solid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0B0F19"/>
                </a:solidFill>
              </a:defRPr>
            </a:pPr>
            <a:r>
              <a:rPr sz="1350" b="1">
                <a:solidFill>
                  <a:srgbClr val="0B0F19"/>
                </a:solidFill>
              </a:rPr>
              <a:t>carry</a:t>
            </a:r>
          </a:p>
        </p:txBody>
      </p:sp>
      <p:sp>
        <p:nvSpPr>
          <p:cNvPr id="685887360" name="">
            <a:extLst xmlns:a="http://schemas.openxmlformats.org/drawingml/2006/main">
              <a:ext uri="{FF2B5EF4-FFF2-40B4-BE49-F238E27FC236}">
                <a16:creationId xmlns:a16="http://schemas.microsoft.com/office/drawing/2014/main" id="{A87317AB-A1CA-4CF7-ADD4-6E793D07DD4D}"/>
              </a:ext>
            </a:extLst>
          </p:cNvPr>
          <p:cNvSpPr>
            <a:spLocks xmlns:a="http://schemas.openxmlformats.org/drawingml/2006/main" noGrp="1"/>
          </p:cNvSpPr>
          <p:nvPr/>
        </p:nvSpPr>
        <p:spPr>
          <a:xfrm xmlns:a="http://schemas.openxmlformats.org/drawingml/2006/main">
            <a:off x="8810625" y="3857625"/>
            <a:ext cx="1524000" cy="762000"/>
          </a:xfrm>
          <a:prstGeom xmlns:a="http://schemas.openxmlformats.org/drawingml/2006/main" prst="roundRect">
            <a:avLst>
              <a:gd name="adj" fmla="val 15000"/>
            </a:avLst>
          </a:prstGeom>
          <a:solidFill xmlns:a="http://schemas.openxmlformats.org/drawingml/2006/main">
            <a:srgbClr val="FFFFFF"/>
          </a:solidFill>
          <a:ln xmlns:a="http://schemas.openxmlformats.org/drawingml/2006/main" w="14288">
            <a:solidFill>
              <a:srgbClr val="CBD5E1"/>
            </a:solidFill>
            <a:prstDash val="solid"/>
          </a:ln>
        </p:spPr>
        <p:txBody>
          <a:bodyPr xmlns:a="http://schemas.openxmlformats.org/drawingml/2006/main"/>
          <a:lstStyle xmlns:a="http://schemas.openxmlformats.org/drawingml/2006/main"/>
          <a:p xmlns:a="http://schemas.openxmlformats.org/drawingml/2006/main">
            <a:pPr algn="ctr">
              <a:buNone/>
              <a:defRPr sz="1950" b="1">
                <a:solidFill>
                  <a:srgbClr val="0B0F19"/>
                </a:solidFill>
              </a:defRPr>
            </a:pPr>
            <a:r>
              <a:rPr sz="1950" b="1">
                <a:solidFill>
                  <a:srgbClr val="0B0F19"/>
                </a:solidFill>
              </a:rPr>
              <a:t>context</a:t>
            </a:r>
          </a:p>
        </p:txBody>
      </p:sp>
      <p:sp>
        <p:nvSpPr>
          <p:cNvPr id="1087270731" name="">
            <a:extLst xmlns:a="http://schemas.openxmlformats.org/drawingml/2006/main">
              <a:ext uri="{FF2B5EF4-FFF2-40B4-BE49-F238E27FC236}">
                <a16:creationId xmlns:a16="http://schemas.microsoft.com/office/drawing/2014/main" id="{26AC07FF-3C12-4272-9125-70471BF01B6B}"/>
              </a:ext>
            </a:extLst>
          </p:cNvPr>
          <p:cNvSpPr>
            <a:spLocks xmlns:a="http://schemas.openxmlformats.org/drawingml/2006/main" noGrp="1"/>
          </p:cNvSpPr>
          <p:nvPr/>
        </p:nvSpPr>
        <p:spPr>
          <a:xfrm xmlns:a="http://schemas.openxmlformats.org/drawingml/2006/main">
            <a:off x="11106150" y="628650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00" b="0">
                <a:solidFill>
                  <a:srgbClr val="667085"/>
                </a:solidFill>
              </a:defRPr>
            </a:pPr>
            <a:r>
              <a:rPr sz="1000" b="0">
                <a:solidFill>
                  <a:srgbClr val="667085"/>
                </a:solidFill>
              </a:rPr>
              <a:t>27</a:t>
            </a:r>
          </a:p>
        </p:txBody>
      </p:sp>
    </p:spTree>
    <p:extLst>
      <p:ext uri="{BB962C8B-B14F-4D97-AF65-F5344CB8AC3E}">
        <p14:creationId xmlns:p14="http://schemas.microsoft.com/office/powerpoint/2010/main" val="717836351"/>
      </p:ext>
    </p:extLst>
  </p:cSld>
</p:sld>
</file>

<file path=ppt/slides/slide28.xml><?xml version="1.0" encoding="utf-8"?>
<p:sld xmlns:p="http://schemas.openxmlformats.org/presentationml/2006/main" showMasterSp="1">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74056231" name="">
            <a:extLst xmlns:a="http://schemas.openxmlformats.org/drawingml/2006/main">
              <a:ext uri="{FF2B5EF4-FFF2-40B4-BE49-F238E27FC236}">
                <a16:creationId xmlns:a16="http://schemas.microsoft.com/office/drawing/2014/main" id="{7ED3DF79-EB62-455D-A809-971AFC977D9E}"/>
              </a:ext>
            </a:extLst>
          </p:cNvPr>
          <p:cNvSpPr>
            <a:spLocks xmlns:a="http://schemas.openxmlformats.org/drawingml/2006/main" noGrp="1"/>
          </p:cNvSpPr>
          <p:nvPr/>
        </p:nvSpPr>
        <p:spPr>
          <a:xfrm xmlns:a="http://schemas.openxmlformats.org/drawingml/2006/main">
            <a:off x="609600" y="32385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563EB"/>
                </a:solidFill>
              </a:defRPr>
            </a:pPr>
            <a:r>
              <a:rPr sz="1200" b="1">
                <a:solidFill>
                  <a:srgbClr val="2563EB"/>
                </a:solidFill>
              </a:rPr>
              <a:t>Mechanism</a:t>
            </a:r>
          </a:p>
        </p:txBody>
      </p:sp>
      <p:sp>
        <p:nvSpPr>
          <p:cNvPr id="2069842663" name="">
            <a:extLst xmlns:a="http://schemas.openxmlformats.org/drawingml/2006/main">
              <a:ext uri="{FF2B5EF4-FFF2-40B4-BE49-F238E27FC236}">
                <a16:creationId xmlns:a16="http://schemas.microsoft.com/office/drawing/2014/main" id="{6E6234CC-E674-4B22-95A9-E236327427A1}"/>
              </a:ext>
            </a:extLst>
          </p:cNvPr>
          <p:cNvSpPr>
            <a:spLocks xmlns:a="http://schemas.openxmlformats.org/drawingml/2006/main" noGrp="1"/>
          </p:cNvSpPr>
          <p:nvPr/>
        </p:nvSpPr>
        <p:spPr>
          <a:xfrm xmlns:a="http://schemas.openxmlformats.org/drawingml/2006/main">
            <a:off x="609600" y="590549"/>
            <a:ext cx="9334500" cy="5905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150" b="1">
                <a:solidFill>
                  <a:srgbClr val="0B0F19"/>
                </a:solidFill>
              </a:defRPr>
            </a:pPr>
            <a:r>
              <a:rPr sz="3150" b="1">
                <a:solidFill>
                  <a:srgbClr val="0B0F19"/>
                </a:solidFill>
              </a:rPr>
              <a:t>Scores come from dot products</a:t>
            </a:r>
          </a:p>
        </p:txBody>
      </p:sp>
      <p:sp>
        <p:nvSpPr>
          <p:cNvPr id="1012080299" name="">
            <a:extLst xmlns:a="http://schemas.openxmlformats.org/drawingml/2006/main">
              <a:ext uri="{FF2B5EF4-FFF2-40B4-BE49-F238E27FC236}">
                <a16:creationId xmlns:a16="http://schemas.microsoft.com/office/drawing/2014/main" id="{FC8B63F2-95F1-4B78-9D36-922E6E6D47EC}"/>
              </a:ext>
            </a:extLst>
          </p:cNvPr>
          <p:cNvSpPr>
            <a:spLocks xmlns:a="http://schemas.openxmlformats.org/drawingml/2006/main" noGrp="1"/>
          </p:cNvSpPr>
          <p:nvPr/>
        </p:nvSpPr>
        <p:spPr>
          <a:xfrm xmlns:a="http://schemas.openxmlformats.org/drawingml/2006/main">
            <a:off x="609600" y="1352550"/>
            <a:ext cx="10972800" cy="4762500"/>
          </a:xfrm>
          <a:prstGeom xmlns:a="http://schemas.openxmlformats.org/drawingml/2006/main" prst="roundRect">
            <a:avLst>
              <a:gd name="adj" fmla="val 1600"/>
            </a:avLst>
          </a:prstGeom>
          <a:solidFill xmlns:a="http://schemas.openxmlformats.org/drawingml/2006/main">
            <a:srgbClr val="F8FAFC"/>
          </a:solidFill>
          <a:ln xmlns:a="http://schemas.openxmlformats.org/drawingml/2006/main" w="14288">
            <a:solidFill>
              <a:srgbClr val="E2E8F0"/>
            </a:solidFill>
            <a:prstDash val="solid"/>
          </a:ln>
        </p:spPr>
      </p:sp>
      <p:sp>
        <p:nvSpPr>
          <p:cNvPr id="268010826" name="">
            <a:extLst xmlns:a="http://schemas.openxmlformats.org/drawingml/2006/main">
              <a:ext uri="{FF2B5EF4-FFF2-40B4-BE49-F238E27FC236}">
                <a16:creationId xmlns:a16="http://schemas.microsoft.com/office/drawing/2014/main" id="{BDBCE403-AB0D-4AD2-8890-E673BAF02BBD}"/>
              </a:ext>
            </a:extLst>
          </p:cNvPr>
          <p:cNvSpPr>
            <a:spLocks xmlns:a="http://schemas.openxmlformats.org/drawingml/2006/main" noGrp="1"/>
          </p:cNvSpPr>
          <p:nvPr/>
        </p:nvSpPr>
        <p:spPr>
          <a:xfrm xmlns:a="http://schemas.openxmlformats.org/drawingml/2006/main">
            <a:off x="2095500" y="3000375"/>
            <a:ext cx="1047750" cy="857250"/>
          </a:xfrm>
          <a:prstGeom xmlns:a="http://schemas.openxmlformats.org/drawingml/2006/main" prst="roundRect">
            <a:avLst>
              <a:gd name="adj" fmla="val 13333"/>
            </a:avLst>
          </a:prstGeom>
          <a:solidFill xmlns:a="http://schemas.openxmlformats.org/drawingml/2006/main">
            <a:srgbClr val="E0F2FE"/>
          </a:solidFill>
          <a:ln xmlns:a="http://schemas.openxmlformats.org/drawingml/2006/main" w="14288">
            <a:solidFill>
              <a:srgbClr val="2563EB"/>
            </a:solidFill>
            <a:prstDash val="solid"/>
          </a:ln>
        </p:spPr>
        <p:txBody>
          <a:bodyPr xmlns:a="http://schemas.openxmlformats.org/drawingml/2006/main"/>
          <a:lstStyle xmlns:a="http://schemas.openxmlformats.org/drawingml/2006/main"/>
          <a:p xmlns:a="http://schemas.openxmlformats.org/drawingml/2006/main">
            <a:pPr algn="ctr">
              <a:buNone/>
              <a:defRPr sz="3000" b="1">
                <a:solidFill>
                  <a:srgbClr val="0B0F19"/>
                </a:solidFill>
              </a:defRPr>
            </a:pPr>
            <a:r>
              <a:rPr sz="3000" b="1">
                <a:solidFill>
                  <a:srgbClr val="0B0F19"/>
                </a:solidFill>
              </a:rPr>
              <a:t>Q</a:t>
            </a:r>
          </a:p>
        </p:txBody>
      </p:sp>
      <p:sp>
        <p:nvSpPr>
          <p:cNvPr id="859411995" name="">
            <a:extLst xmlns:a="http://schemas.openxmlformats.org/drawingml/2006/main">
              <a:ext uri="{FF2B5EF4-FFF2-40B4-BE49-F238E27FC236}">
                <a16:creationId xmlns:a16="http://schemas.microsoft.com/office/drawing/2014/main" id="{9D7BC2F0-1F98-4EEF-8279-A28B57A33A4B}"/>
              </a:ext>
            </a:extLst>
          </p:cNvPr>
          <p:cNvSpPr>
            <a:spLocks xmlns:a="http://schemas.openxmlformats.org/drawingml/2006/main" noGrp="1"/>
          </p:cNvSpPr>
          <p:nvPr/>
        </p:nvSpPr>
        <p:spPr>
          <a:xfrm xmlns:a="http://schemas.openxmlformats.org/drawingml/2006/main">
            <a:off x="3619500" y="3219449"/>
            <a:ext cx="762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250" b="1">
                <a:solidFill>
                  <a:srgbClr val="0B0F19"/>
                </a:solidFill>
              </a:defRPr>
            </a:pPr>
            <a:r>
              <a:rPr sz="2250" b="1">
                <a:solidFill>
                  <a:srgbClr val="0B0F19"/>
                </a:solidFill>
              </a:rPr>
              <a:t>dot</a:t>
            </a:r>
          </a:p>
        </p:txBody>
      </p:sp>
      <p:sp>
        <p:nvSpPr>
          <p:cNvPr id="462313762" name="">
            <a:extLst xmlns:a="http://schemas.openxmlformats.org/drawingml/2006/main">
              <a:ext uri="{FF2B5EF4-FFF2-40B4-BE49-F238E27FC236}">
                <a16:creationId xmlns:a16="http://schemas.microsoft.com/office/drawing/2014/main" id="{D068BECB-67B3-42CC-A3E3-18F6581FD345}"/>
              </a:ext>
            </a:extLst>
          </p:cNvPr>
          <p:cNvSpPr>
            <a:spLocks xmlns:a="http://schemas.openxmlformats.org/drawingml/2006/main" noGrp="1"/>
          </p:cNvSpPr>
          <p:nvPr/>
        </p:nvSpPr>
        <p:spPr>
          <a:xfrm xmlns:a="http://schemas.openxmlformats.org/drawingml/2006/main">
            <a:off x="4762500" y="3000375"/>
            <a:ext cx="1047750" cy="857250"/>
          </a:xfrm>
          <a:prstGeom xmlns:a="http://schemas.openxmlformats.org/drawingml/2006/main" prst="roundRect">
            <a:avLst>
              <a:gd name="adj" fmla="val 13333"/>
            </a:avLst>
          </a:prstGeom>
          <a:solidFill xmlns:a="http://schemas.openxmlformats.org/drawingml/2006/main">
            <a:srgbClr val="FEF3C7"/>
          </a:solidFill>
          <a:ln xmlns:a="http://schemas.openxmlformats.org/drawingml/2006/main" w="14288">
            <a:solidFill>
              <a:srgbClr val="F97316"/>
            </a:solidFill>
            <a:prstDash val="solid"/>
          </a:ln>
        </p:spPr>
        <p:txBody>
          <a:bodyPr xmlns:a="http://schemas.openxmlformats.org/drawingml/2006/main"/>
          <a:lstStyle xmlns:a="http://schemas.openxmlformats.org/drawingml/2006/main"/>
          <a:p xmlns:a="http://schemas.openxmlformats.org/drawingml/2006/main">
            <a:pPr algn="ctr">
              <a:buNone/>
              <a:defRPr sz="3000" b="1">
                <a:solidFill>
                  <a:srgbClr val="0B0F19"/>
                </a:solidFill>
              </a:defRPr>
            </a:pPr>
            <a:r>
              <a:rPr sz="3000" b="1">
                <a:solidFill>
                  <a:srgbClr val="0B0F19"/>
                </a:solidFill>
              </a:rPr>
              <a:t>K</a:t>
            </a:r>
          </a:p>
        </p:txBody>
      </p:sp>
      <p:sp>
        <p:nvSpPr>
          <p:cNvPr id="256178727" name="">
            <a:extLst xmlns:a="http://schemas.openxmlformats.org/drawingml/2006/main">
              <a:ext uri="{FF2B5EF4-FFF2-40B4-BE49-F238E27FC236}">
                <a16:creationId xmlns:a16="http://schemas.microsoft.com/office/drawing/2014/main" id="{5E1B0DB9-59B4-4335-97F4-B42E989F6DCC}"/>
              </a:ext>
            </a:extLst>
          </p:cNvPr>
          <p:cNvSpPr>
            <a:spLocks xmlns:a="http://schemas.openxmlformats.org/drawingml/2006/main" noGrp="1"/>
          </p:cNvSpPr>
          <p:nvPr/>
        </p:nvSpPr>
        <p:spPr>
          <a:xfrm xmlns:a="http://schemas.openxmlformats.org/drawingml/2006/main">
            <a:off x="6191250" y="3219449"/>
            <a:ext cx="762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850" b="1">
                <a:solidFill>
                  <a:srgbClr val="0B0F19"/>
                </a:solidFill>
              </a:defRPr>
            </a:pPr>
            <a:r>
              <a:rPr sz="2850" b="1">
                <a:solidFill>
                  <a:srgbClr val="0B0F19"/>
                </a:solidFill>
              </a:rPr>
              <a:t>=</a:t>
            </a:r>
          </a:p>
        </p:txBody>
      </p:sp>
      <p:sp>
        <p:nvSpPr>
          <p:cNvPr id="570514559" name="">
            <a:extLst xmlns:a="http://schemas.openxmlformats.org/drawingml/2006/main">
              <a:ext uri="{FF2B5EF4-FFF2-40B4-BE49-F238E27FC236}">
                <a16:creationId xmlns:a16="http://schemas.microsoft.com/office/drawing/2014/main" id="{8E054A6E-1D89-416B-A408-82D5E3EB9ED0}"/>
              </a:ext>
            </a:extLst>
          </p:cNvPr>
          <p:cNvSpPr>
            <a:spLocks xmlns:a="http://schemas.openxmlformats.org/drawingml/2006/main" noGrp="1"/>
          </p:cNvSpPr>
          <p:nvPr/>
        </p:nvSpPr>
        <p:spPr>
          <a:xfrm xmlns:a="http://schemas.openxmlformats.org/drawingml/2006/main">
            <a:off x="7334250" y="3714750"/>
            <a:ext cx="285750" cy="381000"/>
          </a:xfrm>
          <a:prstGeom xmlns:a="http://schemas.openxmlformats.org/drawingml/2006/main" prst="roundRect">
            <a:avLst>
              <a:gd name="adj" fmla="val 6667"/>
            </a:avLst>
          </a:prstGeom>
          <a:solidFill xmlns:a="http://schemas.openxmlformats.org/drawingml/2006/main">
            <a:srgbClr val="2563EB"/>
          </a:solidFill>
          <a:ln xmlns:a="http://schemas.openxmlformats.org/drawingml/2006/main" w="14288">
            <a:solidFill>
              <a:srgbClr val="2563EB"/>
            </a:solidFill>
            <a:prstDash val="solid"/>
          </a:ln>
        </p:spPr>
      </p:sp>
      <p:sp>
        <p:nvSpPr>
          <p:cNvPr id="1825339526" name="">
            <a:extLst xmlns:a="http://schemas.openxmlformats.org/drawingml/2006/main">
              <a:ext uri="{FF2B5EF4-FFF2-40B4-BE49-F238E27FC236}">
                <a16:creationId xmlns:a16="http://schemas.microsoft.com/office/drawing/2014/main" id="{8BD43EC5-4115-477C-81CF-8CE92A97587D}"/>
              </a:ext>
            </a:extLst>
          </p:cNvPr>
          <p:cNvSpPr>
            <a:spLocks xmlns:a="http://schemas.openxmlformats.org/drawingml/2006/main" noGrp="1"/>
          </p:cNvSpPr>
          <p:nvPr/>
        </p:nvSpPr>
        <p:spPr>
          <a:xfrm xmlns:a="http://schemas.openxmlformats.org/drawingml/2006/main">
            <a:off x="7791450" y="3381375"/>
            <a:ext cx="285750" cy="714375"/>
          </a:xfrm>
          <a:prstGeom xmlns:a="http://schemas.openxmlformats.org/drawingml/2006/main" prst="roundRect">
            <a:avLst>
              <a:gd name="adj" fmla="val 6667"/>
            </a:avLst>
          </a:prstGeom>
          <a:solidFill xmlns:a="http://schemas.openxmlformats.org/drawingml/2006/main">
            <a:srgbClr val="2563EB"/>
          </a:solidFill>
          <a:ln xmlns:a="http://schemas.openxmlformats.org/drawingml/2006/main" w="14288">
            <a:solidFill>
              <a:srgbClr val="2563EB"/>
            </a:solidFill>
            <a:prstDash val="solid"/>
          </a:ln>
        </p:spPr>
      </p:sp>
      <p:sp>
        <p:nvSpPr>
          <p:cNvPr id="1330424871" name="">
            <a:extLst xmlns:a="http://schemas.openxmlformats.org/drawingml/2006/main">
              <a:ext uri="{FF2B5EF4-FFF2-40B4-BE49-F238E27FC236}">
                <a16:creationId xmlns:a16="http://schemas.microsoft.com/office/drawing/2014/main" id="{8A9D4CEA-0CBF-4537-B48B-984ED2E3A206}"/>
              </a:ext>
            </a:extLst>
          </p:cNvPr>
          <p:cNvSpPr>
            <a:spLocks xmlns:a="http://schemas.openxmlformats.org/drawingml/2006/main" noGrp="1"/>
          </p:cNvSpPr>
          <p:nvPr/>
        </p:nvSpPr>
        <p:spPr>
          <a:xfrm xmlns:a="http://schemas.openxmlformats.org/drawingml/2006/main">
            <a:off x="8248650" y="3857625"/>
            <a:ext cx="285750" cy="238125"/>
          </a:xfrm>
          <a:prstGeom xmlns:a="http://schemas.openxmlformats.org/drawingml/2006/main" prst="roundRect">
            <a:avLst>
              <a:gd name="adj" fmla="val 8000"/>
            </a:avLst>
          </a:prstGeom>
          <a:solidFill xmlns:a="http://schemas.openxmlformats.org/drawingml/2006/main">
            <a:srgbClr val="2563EB"/>
          </a:solidFill>
          <a:ln xmlns:a="http://schemas.openxmlformats.org/drawingml/2006/main" w="14288">
            <a:solidFill>
              <a:srgbClr val="2563EB"/>
            </a:solidFill>
            <a:prstDash val="solid"/>
          </a:ln>
        </p:spPr>
      </p:sp>
      <p:sp>
        <p:nvSpPr>
          <p:cNvPr id="1894137062" name="">
            <a:extLst xmlns:a="http://schemas.openxmlformats.org/drawingml/2006/main">
              <a:ext uri="{FF2B5EF4-FFF2-40B4-BE49-F238E27FC236}">
                <a16:creationId xmlns:a16="http://schemas.microsoft.com/office/drawing/2014/main" id="{F855A41E-0DE9-47AC-B797-7173C105CC2D}"/>
              </a:ext>
            </a:extLst>
          </p:cNvPr>
          <p:cNvSpPr>
            <a:spLocks xmlns:a="http://schemas.openxmlformats.org/drawingml/2006/main" noGrp="1"/>
          </p:cNvSpPr>
          <p:nvPr/>
        </p:nvSpPr>
        <p:spPr>
          <a:xfrm xmlns:a="http://schemas.openxmlformats.org/drawingml/2006/main">
            <a:off x="8705850" y="3190875"/>
            <a:ext cx="285750" cy="904875"/>
          </a:xfrm>
          <a:prstGeom xmlns:a="http://schemas.openxmlformats.org/drawingml/2006/main" prst="roundRect">
            <a:avLst>
              <a:gd name="adj" fmla="val 6667"/>
            </a:avLst>
          </a:prstGeom>
          <a:solidFill xmlns:a="http://schemas.openxmlformats.org/drawingml/2006/main">
            <a:srgbClr val="2563EB"/>
          </a:solidFill>
          <a:ln xmlns:a="http://schemas.openxmlformats.org/drawingml/2006/main" w="14288">
            <a:solidFill>
              <a:srgbClr val="2563EB"/>
            </a:solidFill>
            <a:prstDash val="solid"/>
          </a:ln>
        </p:spPr>
      </p:sp>
      <p:sp>
        <p:nvSpPr>
          <p:cNvPr id="402898929" name="">
            <a:extLst xmlns:a="http://schemas.openxmlformats.org/drawingml/2006/main">
              <a:ext uri="{FF2B5EF4-FFF2-40B4-BE49-F238E27FC236}">
                <a16:creationId xmlns:a16="http://schemas.microsoft.com/office/drawing/2014/main" id="{247CBEED-F88B-40FB-A419-351B187A81AF}"/>
              </a:ext>
            </a:extLst>
          </p:cNvPr>
          <p:cNvSpPr>
            <a:spLocks xmlns:a="http://schemas.openxmlformats.org/drawingml/2006/main" noGrp="1"/>
          </p:cNvSpPr>
          <p:nvPr/>
        </p:nvSpPr>
        <p:spPr>
          <a:xfrm xmlns:a="http://schemas.openxmlformats.org/drawingml/2006/main">
            <a:off x="9163050" y="3571875"/>
            <a:ext cx="285750" cy="523875"/>
          </a:xfrm>
          <a:prstGeom xmlns:a="http://schemas.openxmlformats.org/drawingml/2006/main" prst="roundRect">
            <a:avLst>
              <a:gd name="adj" fmla="val 6667"/>
            </a:avLst>
          </a:prstGeom>
          <a:solidFill xmlns:a="http://schemas.openxmlformats.org/drawingml/2006/main">
            <a:srgbClr val="2563EB"/>
          </a:solidFill>
          <a:ln xmlns:a="http://schemas.openxmlformats.org/drawingml/2006/main" w="14288">
            <a:solidFill>
              <a:srgbClr val="2563EB"/>
            </a:solidFill>
            <a:prstDash val="solid"/>
          </a:ln>
        </p:spPr>
      </p:sp>
      <p:sp>
        <p:nvSpPr>
          <p:cNvPr id="1777770756" name="">
            <a:extLst xmlns:a="http://schemas.openxmlformats.org/drawingml/2006/main">
              <a:ext uri="{FF2B5EF4-FFF2-40B4-BE49-F238E27FC236}">
                <a16:creationId xmlns:a16="http://schemas.microsoft.com/office/drawing/2014/main" id="{07552E68-9662-4009-AEF9-4645FA75484D}"/>
              </a:ext>
            </a:extLst>
          </p:cNvPr>
          <p:cNvSpPr>
            <a:spLocks xmlns:a="http://schemas.openxmlformats.org/drawingml/2006/main" noGrp="1"/>
          </p:cNvSpPr>
          <p:nvPr/>
        </p:nvSpPr>
        <p:spPr>
          <a:xfrm xmlns:a="http://schemas.openxmlformats.org/drawingml/2006/main">
            <a:off x="7048500" y="4333875"/>
            <a:ext cx="2762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100" b="1">
                <a:solidFill>
                  <a:srgbClr val="0B0F19"/>
                </a:solidFill>
              </a:defRPr>
            </a:pPr>
            <a:r>
              <a:rPr sz="2100" b="1">
                <a:solidFill>
                  <a:srgbClr val="0B0F19"/>
                </a:solidFill>
              </a:rPr>
              <a:t>relevance</a:t>
            </a:r>
          </a:p>
        </p:txBody>
      </p:sp>
      <p:sp>
        <p:nvSpPr>
          <p:cNvPr id="664374674" name="">
            <a:extLst xmlns:a="http://schemas.openxmlformats.org/drawingml/2006/main">
              <a:ext uri="{FF2B5EF4-FFF2-40B4-BE49-F238E27FC236}">
                <a16:creationId xmlns:a16="http://schemas.microsoft.com/office/drawing/2014/main" id="{489DED42-E3A5-4A38-8E72-8DF1D1C911AA}"/>
              </a:ext>
            </a:extLst>
          </p:cNvPr>
          <p:cNvSpPr>
            <a:spLocks xmlns:a="http://schemas.openxmlformats.org/drawingml/2006/main" noGrp="1"/>
          </p:cNvSpPr>
          <p:nvPr/>
        </p:nvSpPr>
        <p:spPr>
          <a:xfrm xmlns:a="http://schemas.openxmlformats.org/drawingml/2006/main">
            <a:off x="11106150" y="628650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00" b="0">
                <a:solidFill>
                  <a:srgbClr val="667085"/>
                </a:solidFill>
              </a:defRPr>
            </a:pPr>
            <a:r>
              <a:rPr sz="1000" b="0">
                <a:solidFill>
                  <a:srgbClr val="667085"/>
                </a:solidFill>
              </a:rPr>
              <a:t>28</a:t>
            </a:r>
          </a:p>
        </p:txBody>
      </p:sp>
    </p:spTree>
    <p:extLst>
      <p:ext uri="{BB962C8B-B14F-4D97-AF65-F5344CB8AC3E}">
        <p14:creationId xmlns:p14="http://schemas.microsoft.com/office/powerpoint/2010/main" val="2029365712"/>
      </p:ext>
    </p:extLst>
  </p:cSld>
</p:sld>
</file>

<file path=ppt/slides/slide29.xml><?xml version="1.0" encoding="utf-8"?>
<p:sld xmlns:p="http://schemas.openxmlformats.org/presentationml/2006/main" showMasterSp="1">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01338697" name="">
            <a:extLst xmlns:a="http://schemas.openxmlformats.org/drawingml/2006/main">
              <a:ext uri="{FF2B5EF4-FFF2-40B4-BE49-F238E27FC236}">
                <a16:creationId xmlns:a16="http://schemas.microsoft.com/office/drawing/2014/main" id="{643389BC-F769-4A6C-86FC-72CDD5BDD37E}"/>
              </a:ext>
            </a:extLst>
          </p:cNvPr>
          <p:cNvSpPr>
            <a:spLocks xmlns:a="http://schemas.openxmlformats.org/drawingml/2006/main" noGrp="1"/>
          </p:cNvSpPr>
          <p:nvPr/>
        </p:nvSpPr>
        <p:spPr>
          <a:xfrm xmlns:a="http://schemas.openxmlformats.org/drawingml/2006/main">
            <a:off x="609600" y="32385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563EB"/>
                </a:solidFill>
              </a:defRPr>
            </a:pPr>
            <a:r>
              <a:rPr sz="1200" b="1">
                <a:solidFill>
                  <a:srgbClr val="2563EB"/>
                </a:solidFill>
              </a:rPr>
              <a:t>Mechanism</a:t>
            </a:r>
          </a:p>
        </p:txBody>
      </p:sp>
      <p:sp>
        <p:nvSpPr>
          <p:cNvPr id="1786653115" name="">
            <a:extLst xmlns:a="http://schemas.openxmlformats.org/drawingml/2006/main">
              <a:ext uri="{FF2B5EF4-FFF2-40B4-BE49-F238E27FC236}">
                <a16:creationId xmlns:a16="http://schemas.microsoft.com/office/drawing/2014/main" id="{32789BC8-8A0A-4316-B101-3A309B19C654}"/>
              </a:ext>
            </a:extLst>
          </p:cNvPr>
          <p:cNvSpPr>
            <a:spLocks xmlns:a="http://schemas.openxmlformats.org/drawingml/2006/main" noGrp="1"/>
          </p:cNvSpPr>
          <p:nvPr/>
        </p:nvSpPr>
        <p:spPr>
          <a:xfrm xmlns:a="http://schemas.openxmlformats.org/drawingml/2006/main">
            <a:off x="609600" y="590549"/>
            <a:ext cx="9334500" cy="5905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150" b="1">
                <a:solidFill>
                  <a:srgbClr val="0B0F19"/>
                </a:solidFill>
              </a:defRPr>
            </a:pPr>
            <a:r>
              <a:rPr sz="3150" b="1">
                <a:solidFill>
                  <a:srgbClr val="0B0F19"/>
                </a:solidFill>
              </a:rPr>
              <a:t>Softmax makes weights</a:t>
            </a:r>
          </a:p>
        </p:txBody>
      </p:sp>
      <p:sp>
        <p:nvSpPr>
          <p:cNvPr id="464705819" name="">
            <a:extLst xmlns:a="http://schemas.openxmlformats.org/drawingml/2006/main">
              <a:ext uri="{FF2B5EF4-FFF2-40B4-BE49-F238E27FC236}">
                <a16:creationId xmlns:a16="http://schemas.microsoft.com/office/drawing/2014/main" id="{79B86F91-C4E0-4A7C-A57E-3CFE3BA4592A}"/>
              </a:ext>
            </a:extLst>
          </p:cNvPr>
          <p:cNvSpPr>
            <a:spLocks xmlns:a="http://schemas.openxmlformats.org/drawingml/2006/main" noGrp="1"/>
          </p:cNvSpPr>
          <p:nvPr/>
        </p:nvSpPr>
        <p:spPr>
          <a:xfrm xmlns:a="http://schemas.openxmlformats.org/drawingml/2006/main">
            <a:off x="609600" y="1352550"/>
            <a:ext cx="10972800" cy="4762500"/>
          </a:xfrm>
          <a:prstGeom xmlns:a="http://schemas.openxmlformats.org/drawingml/2006/main" prst="roundRect">
            <a:avLst>
              <a:gd name="adj" fmla="val 1600"/>
            </a:avLst>
          </a:prstGeom>
          <a:solidFill xmlns:a="http://schemas.openxmlformats.org/drawingml/2006/main">
            <a:srgbClr val="F8FAFC"/>
          </a:solidFill>
          <a:ln xmlns:a="http://schemas.openxmlformats.org/drawingml/2006/main" w="14288">
            <a:solidFill>
              <a:srgbClr val="E2E8F0"/>
            </a:solidFill>
            <a:prstDash val="solid"/>
          </a:ln>
        </p:spPr>
      </p:sp>
      <p:sp>
        <p:nvSpPr>
          <p:cNvPr id="1141548240" name="">
            <a:extLst xmlns:a="http://schemas.openxmlformats.org/drawingml/2006/main">
              <a:ext uri="{FF2B5EF4-FFF2-40B4-BE49-F238E27FC236}">
                <a16:creationId xmlns:a16="http://schemas.microsoft.com/office/drawing/2014/main" id="{6FF19C35-7D01-4BA0-87F7-8BA77AAFADC1}"/>
              </a:ext>
            </a:extLst>
          </p:cNvPr>
          <p:cNvSpPr>
            <a:spLocks xmlns:a="http://schemas.openxmlformats.org/drawingml/2006/main" noGrp="1"/>
          </p:cNvSpPr>
          <p:nvPr/>
        </p:nvSpPr>
        <p:spPr>
          <a:xfrm xmlns:a="http://schemas.openxmlformats.org/drawingml/2006/main">
            <a:off x="2476500" y="3476625"/>
            <a:ext cx="285750" cy="333375"/>
          </a:xfrm>
          <a:prstGeom xmlns:a="http://schemas.openxmlformats.org/drawingml/2006/main" prst="roundRect">
            <a:avLst>
              <a:gd name="adj" fmla="val 6667"/>
            </a:avLst>
          </a:prstGeom>
          <a:solidFill xmlns:a="http://schemas.openxmlformats.org/drawingml/2006/main">
            <a:srgbClr val="F97316"/>
          </a:solidFill>
          <a:ln xmlns:a="http://schemas.openxmlformats.org/drawingml/2006/main" w="14288">
            <a:solidFill>
              <a:srgbClr val="F97316"/>
            </a:solidFill>
            <a:prstDash val="solid"/>
          </a:ln>
        </p:spPr>
      </p:sp>
      <p:sp>
        <p:nvSpPr>
          <p:cNvPr id="498832920" name="">
            <a:extLst xmlns:a="http://schemas.openxmlformats.org/drawingml/2006/main">
              <a:ext uri="{FF2B5EF4-FFF2-40B4-BE49-F238E27FC236}">
                <a16:creationId xmlns:a16="http://schemas.microsoft.com/office/drawing/2014/main" id="{010D2D32-4C7B-48B3-B442-C8C16090CAE9}"/>
              </a:ext>
            </a:extLst>
          </p:cNvPr>
          <p:cNvSpPr>
            <a:spLocks xmlns:a="http://schemas.openxmlformats.org/drawingml/2006/main" noGrp="1"/>
          </p:cNvSpPr>
          <p:nvPr/>
        </p:nvSpPr>
        <p:spPr>
          <a:xfrm xmlns:a="http://schemas.openxmlformats.org/drawingml/2006/main">
            <a:off x="2933699" y="3048000"/>
            <a:ext cx="285750" cy="762000"/>
          </a:xfrm>
          <a:prstGeom xmlns:a="http://schemas.openxmlformats.org/drawingml/2006/main" prst="roundRect">
            <a:avLst>
              <a:gd name="adj" fmla="val 6667"/>
            </a:avLst>
          </a:prstGeom>
          <a:solidFill xmlns:a="http://schemas.openxmlformats.org/drawingml/2006/main">
            <a:srgbClr val="F97316"/>
          </a:solidFill>
          <a:ln xmlns:a="http://schemas.openxmlformats.org/drawingml/2006/main" w="14288">
            <a:solidFill>
              <a:srgbClr val="F97316"/>
            </a:solidFill>
            <a:prstDash val="solid"/>
          </a:ln>
        </p:spPr>
      </p:sp>
      <p:sp>
        <p:nvSpPr>
          <p:cNvPr id="1769908898" name="">
            <a:extLst xmlns:a="http://schemas.openxmlformats.org/drawingml/2006/main">
              <a:ext uri="{FF2B5EF4-FFF2-40B4-BE49-F238E27FC236}">
                <a16:creationId xmlns:a16="http://schemas.microsoft.com/office/drawing/2014/main" id="{1B56BDC0-99C2-49F6-AC07-1A960008676A}"/>
              </a:ext>
            </a:extLst>
          </p:cNvPr>
          <p:cNvSpPr>
            <a:spLocks xmlns:a="http://schemas.openxmlformats.org/drawingml/2006/main" noGrp="1"/>
          </p:cNvSpPr>
          <p:nvPr/>
        </p:nvSpPr>
        <p:spPr>
          <a:xfrm xmlns:a="http://schemas.openxmlformats.org/drawingml/2006/main">
            <a:off x="3390900" y="3619500"/>
            <a:ext cx="285750" cy="190500"/>
          </a:xfrm>
          <a:prstGeom xmlns:a="http://schemas.openxmlformats.org/drawingml/2006/main" prst="roundRect">
            <a:avLst>
              <a:gd name="adj" fmla="val 10000"/>
            </a:avLst>
          </a:prstGeom>
          <a:solidFill xmlns:a="http://schemas.openxmlformats.org/drawingml/2006/main">
            <a:srgbClr val="F97316"/>
          </a:solidFill>
          <a:ln xmlns:a="http://schemas.openxmlformats.org/drawingml/2006/main" w="14288">
            <a:solidFill>
              <a:srgbClr val="F97316"/>
            </a:solidFill>
            <a:prstDash val="solid"/>
          </a:ln>
        </p:spPr>
      </p:sp>
      <p:sp>
        <p:nvSpPr>
          <p:cNvPr id="1914348487" name="">
            <a:extLst xmlns:a="http://schemas.openxmlformats.org/drawingml/2006/main">
              <a:ext uri="{FF2B5EF4-FFF2-40B4-BE49-F238E27FC236}">
                <a16:creationId xmlns:a16="http://schemas.microsoft.com/office/drawing/2014/main" id="{E146F7FA-83E3-4C06-829E-C1F0122069AD}"/>
              </a:ext>
            </a:extLst>
          </p:cNvPr>
          <p:cNvSpPr>
            <a:spLocks xmlns:a="http://schemas.openxmlformats.org/drawingml/2006/main" noGrp="1"/>
          </p:cNvSpPr>
          <p:nvPr/>
        </p:nvSpPr>
        <p:spPr>
          <a:xfrm xmlns:a="http://schemas.openxmlformats.org/drawingml/2006/main">
            <a:off x="3848100" y="2905125"/>
            <a:ext cx="285750" cy="904875"/>
          </a:xfrm>
          <a:prstGeom xmlns:a="http://schemas.openxmlformats.org/drawingml/2006/main" prst="roundRect">
            <a:avLst>
              <a:gd name="adj" fmla="val 6667"/>
            </a:avLst>
          </a:prstGeom>
          <a:solidFill xmlns:a="http://schemas.openxmlformats.org/drawingml/2006/main">
            <a:srgbClr val="F97316"/>
          </a:solidFill>
          <a:ln xmlns:a="http://schemas.openxmlformats.org/drawingml/2006/main" w="14288">
            <a:solidFill>
              <a:srgbClr val="F97316"/>
            </a:solidFill>
            <a:prstDash val="solid"/>
          </a:ln>
        </p:spPr>
      </p:sp>
      <p:sp>
        <p:nvSpPr>
          <p:cNvPr id="1678518740" name="">
            <a:extLst xmlns:a="http://schemas.openxmlformats.org/drawingml/2006/main">
              <a:ext uri="{FF2B5EF4-FFF2-40B4-BE49-F238E27FC236}">
                <a16:creationId xmlns:a16="http://schemas.microsoft.com/office/drawing/2014/main" id="{36573CD1-C479-43BB-B496-8EC6BA23F5D9}"/>
              </a:ext>
            </a:extLst>
          </p:cNvPr>
          <p:cNvSpPr>
            <a:spLocks xmlns:a="http://schemas.openxmlformats.org/drawingml/2006/main" noGrp="1"/>
          </p:cNvSpPr>
          <p:nvPr/>
        </p:nvSpPr>
        <p:spPr>
          <a:xfrm xmlns:a="http://schemas.openxmlformats.org/drawingml/2006/main">
            <a:off x="4305300" y="3381375"/>
            <a:ext cx="285750" cy="428625"/>
          </a:xfrm>
          <a:prstGeom xmlns:a="http://schemas.openxmlformats.org/drawingml/2006/main" prst="roundRect">
            <a:avLst>
              <a:gd name="adj" fmla="val 6667"/>
            </a:avLst>
          </a:prstGeom>
          <a:solidFill xmlns:a="http://schemas.openxmlformats.org/drawingml/2006/main">
            <a:srgbClr val="F97316"/>
          </a:solidFill>
          <a:ln xmlns:a="http://schemas.openxmlformats.org/drawingml/2006/main" w="14288">
            <a:solidFill>
              <a:srgbClr val="F97316"/>
            </a:solidFill>
            <a:prstDash val="solid"/>
          </a:ln>
        </p:spPr>
      </p:sp>
      <p:sp>
        <p:nvSpPr>
          <p:cNvPr id="2119966247" name="">
            <a:extLst xmlns:a="http://schemas.openxmlformats.org/drawingml/2006/main">
              <a:ext uri="{FF2B5EF4-FFF2-40B4-BE49-F238E27FC236}">
                <a16:creationId xmlns:a16="http://schemas.microsoft.com/office/drawing/2014/main" id="{D39C76D5-730C-413F-90E9-8E43DF73652A}"/>
              </a:ext>
            </a:extLst>
          </p:cNvPr>
          <p:cNvSpPr>
            <a:spLocks xmlns:a="http://schemas.openxmlformats.org/drawingml/2006/main" noGrp="1"/>
          </p:cNvSpPr>
          <p:nvPr/>
        </p:nvSpPr>
        <p:spPr>
          <a:xfrm xmlns:a="http://schemas.openxmlformats.org/drawingml/2006/main">
            <a:off x="5095875" y="3143250"/>
            <a:ext cx="1619250" cy="523875"/>
          </a:xfrm>
          <a:prstGeom xmlns:a="http://schemas.openxmlformats.org/drawingml/2006/main" prst="rightArrow">
            <a:avLst>
              <a:gd name="adj1" fmla="val 50000"/>
              <a:gd name="adj2" fmla="val 50000"/>
            </a:avLst>
          </a:prstGeom>
          <a:solidFill xmlns:a="http://schemas.openxmlformats.org/drawingml/2006/main">
            <a:srgbClr val="E0F2FE"/>
          </a:solidFill>
          <a:ln xmlns:a="http://schemas.openxmlformats.org/drawingml/2006/main" w="14288">
            <a:solidFill>
              <a:srgbClr val="2563EB"/>
            </a:solidFill>
            <a:prstDash val="solid"/>
          </a:ln>
        </p:spPr>
        <p:txBody>
          <a:bodyPr xmlns:a="http://schemas.openxmlformats.org/drawingml/2006/main"/>
          <a:lstStyle xmlns:a="http://schemas.openxmlformats.org/drawingml/2006/main"/>
          <a:p xmlns:a="http://schemas.openxmlformats.org/drawingml/2006/main">
            <a:pPr algn="ctr">
              <a:buNone/>
              <a:defRPr sz="1500" b="1">
                <a:solidFill>
                  <a:srgbClr val="0B0F19"/>
                </a:solidFill>
              </a:defRPr>
            </a:pPr>
            <a:r>
              <a:rPr sz="1500" b="1">
                <a:solidFill>
                  <a:srgbClr val="0B0F19"/>
                </a:solidFill>
              </a:rPr>
              <a:t>softmax</a:t>
            </a:r>
          </a:p>
        </p:txBody>
      </p:sp>
      <p:sp>
        <p:nvSpPr>
          <p:cNvPr id="211572739" name="">
            <a:extLst xmlns:a="http://schemas.openxmlformats.org/drawingml/2006/main">
              <a:ext uri="{FF2B5EF4-FFF2-40B4-BE49-F238E27FC236}">
                <a16:creationId xmlns:a16="http://schemas.microsoft.com/office/drawing/2014/main" id="{2F86B566-F311-461E-AF77-F51F3A9BA952}"/>
              </a:ext>
            </a:extLst>
          </p:cNvPr>
          <p:cNvSpPr>
            <a:spLocks xmlns:a="http://schemas.openxmlformats.org/drawingml/2006/main" noGrp="1"/>
          </p:cNvSpPr>
          <p:nvPr/>
        </p:nvSpPr>
        <p:spPr>
          <a:xfrm xmlns:a="http://schemas.openxmlformats.org/drawingml/2006/main">
            <a:off x="7620000" y="3571875"/>
            <a:ext cx="285750" cy="238125"/>
          </a:xfrm>
          <a:prstGeom xmlns:a="http://schemas.openxmlformats.org/drawingml/2006/main" prst="roundRect">
            <a:avLst>
              <a:gd name="adj" fmla="val 8000"/>
            </a:avLst>
          </a:prstGeom>
          <a:solidFill xmlns:a="http://schemas.openxmlformats.org/drawingml/2006/main">
            <a:srgbClr val="10B981"/>
          </a:solidFill>
          <a:ln xmlns:a="http://schemas.openxmlformats.org/drawingml/2006/main" w="14288">
            <a:solidFill>
              <a:srgbClr val="10B981"/>
            </a:solidFill>
            <a:prstDash val="solid"/>
          </a:ln>
        </p:spPr>
      </p:sp>
      <p:sp>
        <p:nvSpPr>
          <p:cNvPr id="1030269240" name="">
            <a:extLst xmlns:a="http://schemas.openxmlformats.org/drawingml/2006/main">
              <a:ext uri="{FF2B5EF4-FFF2-40B4-BE49-F238E27FC236}">
                <a16:creationId xmlns:a16="http://schemas.microsoft.com/office/drawing/2014/main" id="{E1DA3B10-0E2A-436E-A8EC-D4780743D96F}"/>
              </a:ext>
            </a:extLst>
          </p:cNvPr>
          <p:cNvSpPr>
            <a:spLocks xmlns:a="http://schemas.openxmlformats.org/drawingml/2006/main" noGrp="1"/>
          </p:cNvSpPr>
          <p:nvPr/>
        </p:nvSpPr>
        <p:spPr>
          <a:xfrm xmlns:a="http://schemas.openxmlformats.org/drawingml/2006/main">
            <a:off x="8077200" y="3143250"/>
            <a:ext cx="285750" cy="666750"/>
          </a:xfrm>
          <a:prstGeom xmlns:a="http://schemas.openxmlformats.org/drawingml/2006/main" prst="roundRect">
            <a:avLst>
              <a:gd name="adj" fmla="val 6667"/>
            </a:avLst>
          </a:prstGeom>
          <a:solidFill xmlns:a="http://schemas.openxmlformats.org/drawingml/2006/main">
            <a:srgbClr val="10B981"/>
          </a:solidFill>
          <a:ln xmlns:a="http://schemas.openxmlformats.org/drawingml/2006/main" w="14288">
            <a:solidFill>
              <a:srgbClr val="10B981"/>
            </a:solidFill>
            <a:prstDash val="solid"/>
          </a:ln>
        </p:spPr>
      </p:sp>
      <p:sp>
        <p:nvSpPr>
          <p:cNvPr id="642494707" name="">
            <a:extLst xmlns:a="http://schemas.openxmlformats.org/drawingml/2006/main">
              <a:ext uri="{FF2B5EF4-FFF2-40B4-BE49-F238E27FC236}">
                <a16:creationId xmlns:a16="http://schemas.microsoft.com/office/drawing/2014/main" id="{E5CBED63-0C93-4993-815B-042BE5A911C4}"/>
              </a:ext>
            </a:extLst>
          </p:cNvPr>
          <p:cNvSpPr>
            <a:spLocks xmlns:a="http://schemas.openxmlformats.org/drawingml/2006/main" noGrp="1"/>
          </p:cNvSpPr>
          <p:nvPr/>
        </p:nvSpPr>
        <p:spPr>
          <a:xfrm xmlns:a="http://schemas.openxmlformats.org/drawingml/2006/main">
            <a:off x="8534400" y="3667125"/>
            <a:ext cx="285750" cy="142875"/>
          </a:xfrm>
          <a:prstGeom xmlns:a="http://schemas.openxmlformats.org/drawingml/2006/main" prst="roundRect">
            <a:avLst>
              <a:gd name="adj" fmla="val 13333"/>
            </a:avLst>
          </a:prstGeom>
          <a:solidFill xmlns:a="http://schemas.openxmlformats.org/drawingml/2006/main">
            <a:srgbClr val="10B981"/>
          </a:solidFill>
          <a:ln xmlns:a="http://schemas.openxmlformats.org/drawingml/2006/main" w="14288">
            <a:solidFill>
              <a:srgbClr val="10B981"/>
            </a:solidFill>
            <a:prstDash val="solid"/>
          </a:ln>
        </p:spPr>
      </p:sp>
      <p:sp>
        <p:nvSpPr>
          <p:cNvPr id="1203968869" name="">
            <a:extLst xmlns:a="http://schemas.openxmlformats.org/drawingml/2006/main">
              <a:ext uri="{FF2B5EF4-FFF2-40B4-BE49-F238E27FC236}">
                <a16:creationId xmlns:a16="http://schemas.microsoft.com/office/drawing/2014/main" id="{A7197B3F-946D-4216-BAF1-D0639F9C7E8F}"/>
              </a:ext>
            </a:extLst>
          </p:cNvPr>
          <p:cNvSpPr>
            <a:spLocks xmlns:a="http://schemas.openxmlformats.org/drawingml/2006/main" noGrp="1"/>
          </p:cNvSpPr>
          <p:nvPr/>
        </p:nvSpPr>
        <p:spPr>
          <a:xfrm xmlns:a="http://schemas.openxmlformats.org/drawingml/2006/main">
            <a:off x="8991600" y="2952750"/>
            <a:ext cx="285750" cy="857250"/>
          </a:xfrm>
          <a:prstGeom xmlns:a="http://schemas.openxmlformats.org/drawingml/2006/main" prst="roundRect">
            <a:avLst>
              <a:gd name="adj" fmla="val 6667"/>
            </a:avLst>
          </a:prstGeom>
          <a:solidFill xmlns:a="http://schemas.openxmlformats.org/drawingml/2006/main">
            <a:srgbClr val="10B981"/>
          </a:solidFill>
          <a:ln xmlns:a="http://schemas.openxmlformats.org/drawingml/2006/main" w="14288">
            <a:solidFill>
              <a:srgbClr val="10B981"/>
            </a:solidFill>
            <a:prstDash val="solid"/>
          </a:ln>
        </p:spPr>
      </p:sp>
      <p:sp>
        <p:nvSpPr>
          <p:cNvPr id="666818067" name="">
            <a:extLst xmlns:a="http://schemas.openxmlformats.org/drawingml/2006/main">
              <a:ext uri="{FF2B5EF4-FFF2-40B4-BE49-F238E27FC236}">
                <a16:creationId xmlns:a16="http://schemas.microsoft.com/office/drawing/2014/main" id="{01B861F9-E452-4BCB-80C2-2251E101A096}"/>
              </a:ext>
            </a:extLst>
          </p:cNvPr>
          <p:cNvSpPr>
            <a:spLocks xmlns:a="http://schemas.openxmlformats.org/drawingml/2006/main" noGrp="1"/>
          </p:cNvSpPr>
          <p:nvPr/>
        </p:nvSpPr>
        <p:spPr>
          <a:xfrm xmlns:a="http://schemas.openxmlformats.org/drawingml/2006/main">
            <a:off x="9448799" y="3429000"/>
            <a:ext cx="285750" cy="381000"/>
          </a:xfrm>
          <a:prstGeom xmlns:a="http://schemas.openxmlformats.org/drawingml/2006/main" prst="roundRect">
            <a:avLst>
              <a:gd name="adj" fmla="val 6667"/>
            </a:avLst>
          </a:prstGeom>
          <a:solidFill xmlns:a="http://schemas.openxmlformats.org/drawingml/2006/main">
            <a:srgbClr val="10B981"/>
          </a:solidFill>
          <a:ln xmlns:a="http://schemas.openxmlformats.org/drawingml/2006/main" w="14288">
            <a:solidFill>
              <a:srgbClr val="10B981"/>
            </a:solidFill>
            <a:prstDash val="solid"/>
          </a:ln>
        </p:spPr>
      </p:sp>
      <p:sp>
        <p:nvSpPr>
          <p:cNvPr id="1940968765" name="">
            <a:extLst xmlns:a="http://schemas.openxmlformats.org/drawingml/2006/main">
              <a:ext uri="{FF2B5EF4-FFF2-40B4-BE49-F238E27FC236}">
                <a16:creationId xmlns:a16="http://schemas.microsoft.com/office/drawing/2014/main" id="{631558C2-D800-4DE2-A547-2C3316671BC0}"/>
              </a:ext>
            </a:extLst>
          </p:cNvPr>
          <p:cNvSpPr>
            <a:spLocks xmlns:a="http://schemas.openxmlformats.org/drawingml/2006/main" noGrp="1"/>
          </p:cNvSpPr>
          <p:nvPr/>
        </p:nvSpPr>
        <p:spPr>
          <a:xfrm xmlns:a="http://schemas.openxmlformats.org/drawingml/2006/main">
            <a:off x="1952625" y="43815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900" b="1">
                <a:solidFill>
                  <a:srgbClr val="0B0F19"/>
                </a:solidFill>
              </a:defRPr>
            </a:pPr>
            <a:r>
              <a:rPr sz="1900" b="1">
                <a:solidFill>
                  <a:srgbClr val="0B0F19"/>
                </a:solidFill>
              </a:rPr>
              <a:t>raw scores</a:t>
            </a:r>
          </a:p>
        </p:txBody>
      </p:sp>
      <p:sp>
        <p:nvSpPr>
          <p:cNvPr id="1848061420" name="">
            <a:extLst xmlns:a="http://schemas.openxmlformats.org/drawingml/2006/main">
              <a:ext uri="{FF2B5EF4-FFF2-40B4-BE49-F238E27FC236}">
                <a16:creationId xmlns:a16="http://schemas.microsoft.com/office/drawing/2014/main" id="{B9BAF9B8-4353-42AA-A79D-09FC36DC5FAF}"/>
              </a:ext>
            </a:extLst>
          </p:cNvPr>
          <p:cNvSpPr>
            <a:spLocks xmlns:a="http://schemas.openxmlformats.org/drawingml/2006/main" noGrp="1"/>
          </p:cNvSpPr>
          <p:nvPr/>
        </p:nvSpPr>
        <p:spPr>
          <a:xfrm xmlns:a="http://schemas.openxmlformats.org/drawingml/2006/main">
            <a:off x="6953250" y="4381500"/>
            <a:ext cx="3333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900" b="1">
                <a:solidFill>
                  <a:srgbClr val="0B0F19"/>
                </a:solidFill>
              </a:defRPr>
            </a:pPr>
            <a:r>
              <a:rPr sz="1900" b="1">
                <a:solidFill>
                  <a:srgbClr val="0B0F19"/>
                </a:solidFill>
              </a:rPr>
              <a:t>weights sum to 1</a:t>
            </a:r>
          </a:p>
        </p:txBody>
      </p:sp>
      <p:sp>
        <p:nvSpPr>
          <p:cNvPr id="2016234215" name="">
            <a:extLst xmlns:a="http://schemas.openxmlformats.org/drawingml/2006/main">
              <a:ext uri="{FF2B5EF4-FFF2-40B4-BE49-F238E27FC236}">
                <a16:creationId xmlns:a16="http://schemas.microsoft.com/office/drawing/2014/main" id="{E0625027-1A99-4C87-A649-514B1F2A3E0E}"/>
              </a:ext>
            </a:extLst>
          </p:cNvPr>
          <p:cNvSpPr>
            <a:spLocks xmlns:a="http://schemas.openxmlformats.org/drawingml/2006/main" noGrp="1"/>
          </p:cNvSpPr>
          <p:nvPr/>
        </p:nvSpPr>
        <p:spPr>
          <a:xfrm xmlns:a="http://schemas.openxmlformats.org/drawingml/2006/main">
            <a:off x="11106150" y="628650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00" b="0">
                <a:solidFill>
                  <a:srgbClr val="667085"/>
                </a:solidFill>
              </a:defRPr>
            </a:pPr>
            <a:r>
              <a:rPr sz="1000" b="0">
                <a:solidFill>
                  <a:srgbClr val="667085"/>
                </a:solidFill>
              </a:rPr>
              <a:t>29</a:t>
            </a:r>
          </a:p>
        </p:txBody>
      </p:sp>
    </p:spTree>
    <p:extLst>
      <p:ext uri="{BB962C8B-B14F-4D97-AF65-F5344CB8AC3E}">
        <p14:creationId xmlns:p14="http://schemas.microsoft.com/office/powerpoint/2010/main" val="990315218"/>
      </p:ext>
    </p:extLst>
  </p:cSld>
</p:sld>
</file>

<file path=ppt/slides/slide30.xml><?xml version="1.0" encoding="utf-8"?>
<p:sld xmlns:p="http://schemas.openxmlformats.org/presentationml/2006/main" showMasterSp="1">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67720718" name="">
            <a:extLst xmlns:a="http://schemas.openxmlformats.org/drawingml/2006/main">
              <a:ext uri="{FF2B5EF4-FFF2-40B4-BE49-F238E27FC236}">
                <a16:creationId xmlns:a16="http://schemas.microsoft.com/office/drawing/2014/main" id="{FADFB140-9B5F-4179-B953-A099C5A8CAEA}"/>
              </a:ext>
            </a:extLst>
          </p:cNvPr>
          <p:cNvSpPr>
            <a:spLocks xmlns:a="http://schemas.openxmlformats.org/drawingml/2006/main" noGrp="1"/>
          </p:cNvSpPr>
          <p:nvPr/>
        </p:nvSpPr>
        <p:spPr>
          <a:xfrm xmlns:a="http://schemas.openxmlformats.org/drawingml/2006/main">
            <a:off x="609600" y="32385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563EB"/>
                </a:solidFill>
              </a:defRPr>
            </a:pPr>
            <a:r>
              <a:rPr sz="1200" b="1">
                <a:solidFill>
                  <a:srgbClr val="2563EB"/>
                </a:solidFill>
              </a:rPr>
              <a:t>Mechanism</a:t>
            </a:r>
          </a:p>
        </p:txBody>
      </p:sp>
      <p:sp>
        <p:nvSpPr>
          <p:cNvPr id="1521779779" name="">
            <a:extLst xmlns:a="http://schemas.openxmlformats.org/drawingml/2006/main">
              <a:ext uri="{FF2B5EF4-FFF2-40B4-BE49-F238E27FC236}">
                <a16:creationId xmlns:a16="http://schemas.microsoft.com/office/drawing/2014/main" id="{3D137FAE-1A26-4EB8-82F2-66D22B9E6C7D}"/>
              </a:ext>
            </a:extLst>
          </p:cNvPr>
          <p:cNvSpPr>
            <a:spLocks xmlns:a="http://schemas.openxmlformats.org/drawingml/2006/main" noGrp="1"/>
          </p:cNvSpPr>
          <p:nvPr/>
        </p:nvSpPr>
        <p:spPr>
          <a:xfrm xmlns:a="http://schemas.openxmlformats.org/drawingml/2006/main">
            <a:off x="609600" y="590549"/>
            <a:ext cx="9334500" cy="5905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150" b="1">
                <a:solidFill>
                  <a:srgbClr val="0B0F19"/>
                </a:solidFill>
              </a:defRPr>
            </a:pPr>
            <a:r>
              <a:rPr sz="3150" b="1">
                <a:solidFill>
                  <a:srgbClr val="0B0F19"/>
                </a:solidFill>
              </a:rPr>
              <a:t>Values are mixed into context</a:t>
            </a:r>
          </a:p>
        </p:txBody>
      </p:sp>
      <p:sp>
        <p:nvSpPr>
          <p:cNvPr id="832807898" name="">
            <a:extLst xmlns:a="http://schemas.openxmlformats.org/drawingml/2006/main">
              <a:ext uri="{FF2B5EF4-FFF2-40B4-BE49-F238E27FC236}">
                <a16:creationId xmlns:a16="http://schemas.microsoft.com/office/drawing/2014/main" id="{13C13A57-A87D-497C-9FF3-333F0419E211}"/>
              </a:ext>
            </a:extLst>
          </p:cNvPr>
          <p:cNvSpPr>
            <a:spLocks xmlns:a="http://schemas.openxmlformats.org/drawingml/2006/main" noGrp="1"/>
          </p:cNvSpPr>
          <p:nvPr/>
        </p:nvSpPr>
        <p:spPr>
          <a:xfrm xmlns:a="http://schemas.openxmlformats.org/drawingml/2006/main">
            <a:off x="609600" y="1352550"/>
            <a:ext cx="10972800" cy="4762500"/>
          </a:xfrm>
          <a:prstGeom xmlns:a="http://schemas.openxmlformats.org/drawingml/2006/main" prst="roundRect">
            <a:avLst>
              <a:gd name="adj" fmla="val 1600"/>
            </a:avLst>
          </a:prstGeom>
          <a:solidFill xmlns:a="http://schemas.openxmlformats.org/drawingml/2006/main">
            <a:srgbClr val="F8FAFC"/>
          </a:solidFill>
          <a:ln xmlns:a="http://schemas.openxmlformats.org/drawingml/2006/main" w="14288">
            <a:solidFill>
              <a:srgbClr val="E2E8F0"/>
            </a:solidFill>
            <a:prstDash val="solid"/>
          </a:ln>
        </p:spPr>
      </p:sp>
      <p:sp>
        <p:nvSpPr>
          <p:cNvPr id="1099418885" name="">
            <a:extLst xmlns:a="http://schemas.openxmlformats.org/drawingml/2006/main">
              <a:ext uri="{FF2B5EF4-FFF2-40B4-BE49-F238E27FC236}">
                <a16:creationId xmlns:a16="http://schemas.microsoft.com/office/drawing/2014/main" id="{9ADC4FF7-0B3A-44C8-AFD3-EC17CF7B8C3C}"/>
              </a:ext>
            </a:extLst>
          </p:cNvPr>
          <p:cNvSpPr>
            <a:spLocks xmlns:a="http://schemas.openxmlformats.org/drawingml/2006/main" noGrp="1"/>
          </p:cNvSpPr>
          <p:nvPr/>
        </p:nvSpPr>
        <p:spPr>
          <a:xfrm xmlns:a="http://schemas.openxmlformats.org/drawingml/2006/main">
            <a:off x="1714500" y="3000375"/>
            <a:ext cx="857250" cy="762000"/>
          </a:xfrm>
          <a:prstGeom xmlns:a="http://schemas.openxmlformats.org/drawingml/2006/main" prst="roundRect">
            <a:avLst>
              <a:gd name="adj" fmla="val 15000"/>
            </a:avLst>
          </a:prstGeom>
          <a:solidFill xmlns:a="http://schemas.openxmlformats.org/drawingml/2006/main">
            <a:srgbClr val="DCFCE7"/>
          </a:solidFill>
          <a:ln xmlns:a="http://schemas.openxmlformats.org/drawingml/2006/main" w="14288">
            <a:solidFill>
              <a:srgbClr val="10B981"/>
            </a:solidFill>
            <a:prstDash val="solid"/>
          </a:ln>
        </p:spPr>
        <p:txBody>
          <a:bodyPr xmlns:a="http://schemas.openxmlformats.org/drawingml/2006/main"/>
          <a:lstStyle xmlns:a="http://schemas.openxmlformats.org/drawingml/2006/main"/>
          <a:p xmlns:a="http://schemas.openxmlformats.org/drawingml/2006/main">
            <a:pPr algn="ctr">
              <a:buNone/>
              <a:defRPr sz="2100" b="1">
                <a:solidFill>
                  <a:srgbClr val="0B0F19"/>
                </a:solidFill>
              </a:defRPr>
            </a:pPr>
            <a:r>
              <a:rPr sz="2100" b="1">
                <a:solidFill>
                  <a:srgbClr val="0B0F19"/>
                </a:solidFill>
              </a:rPr>
              <a:t>V1</a:t>
            </a:r>
          </a:p>
        </p:txBody>
      </p:sp>
      <p:sp>
        <p:nvSpPr>
          <p:cNvPr id="605842498" name="">
            <a:extLst xmlns:a="http://schemas.openxmlformats.org/drawingml/2006/main">
              <a:ext uri="{FF2B5EF4-FFF2-40B4-BE49-F238E27FC236}">
                <a16:creationId xmlns:a16="http://schemas.microsoft.com/office/drawing/2014/main" id="{BEBB2B93-3D19-4EFA-8613-AE5ECD88D3D9}"/>
              </a:ext>
            </a:extLst>
          </p:cNvPr>
          <p:cNvSpPr>
            <a:spLocks xmlns:a="http://schemas.openxmlformats.org/drawingml/2006/main" noGrp="1"/>
          </p:cNvSpPr>
          <p:nvPr/>
        </p:nvSpPr>
        <p:spPr>
          <a:xfrm xmlns:a="http://schemas.openxmlformats.org/drawingml/2006/main">
            <a:off x="1714500" y="3905250"/>
            <a:ext cx="857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2563EB"/>
                </a:solidFill>
              </a:defRPr>
            </a:pPr>
            <a:r>
              <a:rPr sz="1650" b="1">
                <a:solidFill>
                  <a:srgbClr val="2563EB"/>
                </a:solidFill>
              </a:rPr>
              <a:t>0.15</a:t>
            </a:r>
          </a:p>
        </p:txBody>
      </p:sp>
      <p:sp>
        <p:nvSpPr>
          <p:cNvPr id="1810780252" name="">
            <a:extLst xmlns:a="http://schemas.openxmlformats.org/drawingml/2006/main">
              <a:ext uri="{FF2B5EF4-FFF2-40B4-BE49-F238E27FC236}">
                <a16:creationId xmlns:a16="http://schemas.microsoft.com/office/drawing/2014/main" id="{66435415-4EDA-4D64-BE0B-AF5F23DB0F76}"/>
              </a:ext>
            </a:extLst>
          </p:cNvPr>
          <p:cNvSpPr>
            <a:spLocks xmlns:a="http://schemas.openxmlformats.org/drawingml/2006/main" noGrp="1"/>
          </p:cNvSpPr>
          <p:nvPr/>
        </p:nvSpPr>
        <p:spPr>
          <a:xfrm xmlns:a="http://schemas.openxmlformats.org/drawingml/2006/main">
            <a:off x="3190875" y="3000375"/>
            <a:ext cx="857250" cy="762000"/>
          </a:xfrm>
          <a:prstGeom xmlns:a="http://schemas.openxmlformats.org/drawingml/2006/main" prst="roundRect">
            <a:avLst>
              <a:gd name="adj" fmla="val 15000"/>
            </a:avLst>
          </a:prstGeom>
          <a:solidFill xmlns:a="http://schemas.openxmlformats.org/drawingml/2006/main">
            <a:srgbClr val="DCFCE7"/>
          </a:solidFill>
          <a:ln xmlns:a="http://schemas.openxmlformats.org/drawingml/2006/main" w="14288">
            <a:solidFill>
              <a:srgbClr val="10B981"/>
            </a:solidFill>
            <a:prstDash val="solid"/>
          </a:ln>
        </p:spPr>
        <p:txBody>
          <a:bodyPr xmlns:a="http://schemas.openxmlformats.org/drawingml/2006/main"/>
          <a:lstStyle xmlns:a="http://schemas.openxmlformats.org/drawingml/2006/main"/>
          <a:p xmlns:a="http://schemas.openxmlformats.org/drawingml/2006/main">
            <a:pPr algn="ctr">
              <a:buNone/>
              <a:defRPr sz="2100" b="1">
                <a:solidFill>
                  <a:srgbClr val="0B0F19"/>
                </a:solidFill>
              </a:defRPr>
            </a:pPr>
            <a:r>
              <a:rPr sz="2100" b="1">
                <a:solidFill>
                  <a:srgbClr val="0B0F19"/>
                </a:solidFill>
              </a:rPr>
              <a:t>V2</a:t>
            </a:r>
          </a:p>
        </p:txBody>
      </p:sp>
      <p:sp>
        <p:nvSpPr>
          <p:cNvPr id="1903860280" name="">
            <a:extLst xmlns:a="http://schemas.openxmlformats.org/drawingml/2006/main">
              <a:ext uri="{FF2B5EF4-FFF2-40B4-BE49-F238E27FC236}">
                <a16:creationId xmlns:a16="http://schemas.microsoft.com/office/drawing/2014/main" id="{9E256AF5-AF33-431D-9323-4CFAD7A86CB3}"/>
              </a:ext>
            </a:extLst>
          </p:cNvPr>
          <p:cNvSpPr>
            <a:spLocks xmlns:a="http://schemas.openxmlformats.org/drawingml/2006/main" noGrp="1"/>
          </p:cNvSpPr>
          <p:nvPr/>
        </p:nvSpPr>
        <p:spPr>
          <a:xfrm xmlns:a="http://schemas.openxmlformats.org/drawingml/2006/main">
            <a:off x="3190875" y="3905250"/>
            <a:ext cx="857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2563EB"/>
                </a:solidFill>
              </a:defRPr>
            </a:pPr>
            <a:r>
              <a:rPr sz="1650" b="1">
                <a:solidFill>
                  <a:srgbClr val="2563EB"/>
                </a:solidFill>
              </a:rPr>
              <a:t>0.55</a:t>
            </a:r>
          </a:p>
        </p:txBody>
      </p:sp>
      <p:sp>
        <p:nvSpPr>
          <p:cNvPr id="453837606" name="">
            <a:extLst xmlns:a="http://schemas.openxmlformats.org/drawingml/2006/main">
              <a:ext uri="{FF2B5EF4-FFF2-40B4-BE49-F238E27FC236}">
                <a16:creationId xmlns:a16="http://schemas.microsoft.com/office/drawing/2014/main" id="{AA7E698A-DA00-4C9F-8F65-4FFFBC7AA2DD}"/>
              </a:ext>
            </a:extLst>
          </p:cNvPr>
          <p:cNvSpPr>
            <a:spLocks xmlns:a="http://schemas.openxmlformats.org/drawingml/2006/main" noGrp="1"/>
          </p:cNvSpPr>
          <p:nvPr/>
        </p:nvSpPr>
        <p:spPr>
          <a:xfrm xmlns:a="http://schemas.openxmlformats.org/drawingml/2006/main">
            <a:off x="4667250" y="3000375"/>
            <a:ext cx="857250" cy="762000"/>
          </a:xfrm>
          <a:prstGeom xmlns:a="http://schemas.openxmlformats.org/drawingml/2006/main" prst="roundRect">
            <a:avLst>
              <a:gd name="adj" fmla="val 15000"/>
            </a:avLst>
          </a:prstGeom>
          <a:solidFill xmlns:a="http://schemas.openxmlformats.org/drawingml/2006/main">
            <a:srgbClr val="DCFCE7"/>
          </a:solidFill>
          <a:ln xmlns:a="http://schemas.openxmlformats.org/drawingml/2006/main" w="14288">
            <a:solidFill>
              <a:srgbClr val="10B981"/>
            </a:solidFill>
            <a:prstDash val="solid"/>
          </a:ln>
        </p:spPr>
        <p:txBody>
          <a:bodyPr xmlns:a="http://schemas.openxmlformats.org/drawingml/2006/main"/>
          <a:lstStyle xmlns:a="http://schemas.openxmlformats.org/drawingml/2006/main"/>
          <a:p xmlns:a="http://schemas.openxmlformats.org/drawingml/2006/main">
            <a:pPr algn="ctr">
              <a:buNone/>
              <a:defRPr sz="2100" b="1">
                <a:solidFill>
                  <a:srgbClr val="0B0F19"/>
                </a:solidFill>
              </a:defRPr>
            </a:pPr>
            <a:r>
              <a:rPr sz="2100" b="1">
                <a:solidFill>
                  <a:srgbClr val="0B0F19"/>
                </a:solidFill>
              </a:rPr>
              <a:t>V3</a:t>
            </a:r>
          </a:p>
        </p:txBody>
      </p:sp>
      <p:sp>
        <p:nvSpPr>
          <p:cNvPr id="1961512128" name="">
            <a:extLst xmlns:a="http://schemas.openxmlformats.org/drawingml/2006/main">
              <a:ext uri="{FF2B5EF4-FFF2-40B4-BE49-F238E27FC236}">
                <a16:creationId xmlns:a16="http://schemas.microsoft.com/office/drawing/2014/main" id="{4B8BD6B9-C78A-4693-878C-BA1E6A499009}"/>
              </a:ext>
            </a:extLst>
          </p:cNvPr>
          <p:cNvSpPr>
            <a:spLocks xmlns:a="http://schemas.openxmlformats.org/drawingml/2006/main" noGrp="1"/>
          </p:cNvSpPr>
          <p:nvPr/>
        </p:nvSpPr>
        <p:spPr>
          <a:xfrm xmlns:a="http://schemas.openxmlformats.org/drawingml/2006/main">
            <a:off x="4667250" y="3905250"/>
            <a:ext cx="857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2563EB"/>
                </a:solidFill>
              </a:defRPr>
            </a:pPr>
            <a:r>
              <a:rPr sz="1650" b="1">
                <a:solidFill>
                  <a:srgbClr val="2563EB"/>
                </a:solidFill>
              </a:rPr>
              <a:t>0.1</a:t>
            </a:r>
          </a:p>
        </p:txBody>
      </p:sp>
      <p:sp>
        <p:nvSpPr>
          <p:cNvPr id="866508351" name="">
            <a:extLst xmlns:a="http://schemas.openxmlformats.org/drawingml/2006/main">
              <a:ext uri="{FF2B5EF4-FFF2-40B4-BE49-F238E27FC236}">
                <a16:creationId xmlns:a16="http://schemas.microsoft.com/office/drawing/2014/main" id="{62C25BBF-39F5-40A3-9EE5-9DC312A101EB}"/>
              </a:ext>
            </a:extLst>
          </p:cNvPr>
          <p:cNvSpPr>
            <a:spLocks xmlns:a="http://schemas.openxmlformats.org/drawingml/2006/main" noGrp="1"/>
          </p:cNvSpPr>
          <p:nvPr/>
        </p:nvSpPr>
        <p:spPr>
          <a:xfrm xmlns:a="http://schemas.openxmlformats.org/drawingml/2006/main">
            <a:off x="6143625" y="3000375"/>
            <a:ext cx="857250" cy="762000"/>
          </a:xfrm>
          <a:prstGeom xmlns:a="http://schemas.openxmlformats.org/drawingml/2006/main" prst="roundRect">
            <a:avLst>
              <a:gd name="adj" fmla="val 15000"/>
            </a:avLst>
          </a:prstGeom>
          <a:solidFill xmlns:a="http://schemas.openxmlformats.org/drawingml/2006/main">
            <a:srgbClr val="DCFCE7"/>
          </a:solidFill>
          <a:ln xmlns:a="http://schemas.openxmlformats.org/drawingml/2006/main" w="14288">
            <a:solidFill>
              <a:srgbClr val="10B981"/>
            </a:solidFill>
            <a:prstDash val="solid"/>
          </a:ln>
        </p:spPr>
        <p:txBody>
          <a:bodyPr xmlns:a="http://schemas.openxmlformats.org/drawingml/2006/main"/>
          <a:lstStyle xmlns:a="http://schemas.openxmlformats.org/drawingml/2006/main"/>
          <a:p xmlns:a="http://schemas.openxmlformats.org/drawingml/2006/main">
            <a:pPr algn="ctr">
              <a:buNone/>
              <a:defRPr sz="2100" b="1">
                <a:solidFill>
                  <a:srgbClr val="0B0F19"/>
                </a:solidFill>
              </a:defRPr>
            </a:pPr>
            <a:r>
              <a:rPr sz="2100" b="1">
                <a:solidFill>
                  <a:srgbClr val="0B0F19"/>
                </a:solidFill>
              </a:rPr>
              <a:t>V4</a:t>
            </a:r>
          </a:p>
        </p:txBody>
      </p:sp>
      <p:sp>
        <p:nvSpPr>
          <p:cNvPr id="1031075148" name="">
            <a:extLst xmlns:a="http://schemas.openxmlformats.org/drawingml/2006/main">
              <a:ext uri="{FF2B5EF4-FFF2-40B4-BE49-F238E27FC236}">
                <a16:creationId xmlns:a16="http://schemas.microsoft.com/office/drawing/2014/main" id="{E44151EC-A3BD-483E-B296-93146CF2A226}"/>
              </a:ext>
            </a:extLst>
          </p:cNvPr>
          <p:cNvSpPr>
            <a:spLocks xmlns:a="http://schemas.openxmlformats.org/drawingml/2006/main" noGrp="1"/>
          </p:cNvSpPr>
          <p:nvPr/>
        </p:nvSpPr>
        <p:spPr>
          <a:xfrm xmlns:a="http://schemas.openxmlformats.org/drawingml/2006/main">
            <a:off x="6143625" y="3905250"/>
            <a:ext cx="857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2563EB"/>
                </a:solidFill>
              </a:defRPr>
            </a:pPr>
            <a:r>
              <a:rPr sz="1650" b="1">
                <a:solidFill>
                  <a:srgbClr val="2563EB"/>
                </a:solidFill>
              </a:rPr>
              <a:t>0.2</a:t>
            </a:r>
          </a:p>
        </p:txBody>
      </p:sp>
      <p:sp>
        <p:nvSpPr>
          <p:cNvPr id="691035973" name="">
            <a:extLst xmlns:a="http://schemas.openxmlformats.org/drawingml/2006/main">
              <a:ext uri="{FF2B5EF4-FFF2-40B4-BE49-F238E27FC236}">
                <a16:creationId xmlns:a16="http://schemas.microsoft.com/office/drawing/2014/main" id="{057A29C4-59C3-48DE-B4C8-35B4736A9103}"/>
              </a:ext>
            </a:extLst>
          </p:cNvPr>
          <p:cNvSpPr>
            <a:spLocks xmlns:a="http://schemas.openxmlformats.org/drawingml/2006/main" noGrp="1"/>
          </p:cNvSpPr>
          <p:nvPr/>
        </p:nvSpPr>
        <p:spPr>
          <a:xfrm xmlns:a="http://schemas.openxmlformats.org/drawingml/2006/main">
            <a:off x="7524750" y="3190875"/>
            <a:ext cx="1143000" cy="428625"/>
          </a:xfrm>
          <a:prstGeom xmlns:a="http://schemas.openxmlformats.org/drawingml/2006/main" prst="rightArrow">
            <a:avLst>
              <a:gd name="adj1" fmla="val 50000"/>
              <a:gd name="adj2" fmla="val 50000"/>
            </a:avLst>
          </a:prstGeom>
          <a:solidFill xmlns:a="http://schemas.openxmlformats.org/drawingml/2006/main">
            <a:srgbClr val="E0F2FE"/>
          </a:solidFill>
          <a:ln xmlns:a="http://schemas.openxmlformats.org/drawingml/2006/main" w="14288">
            <a:solidFill>
              <a:srgbClr val="2563EB"/>
            </a:solid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0B0F19"/>
                </a:solidFill>
              </a:defRPr>
            </a:pPr>
            <a:r>
              <a:rPr sz="1350" b="1">
                <a:solidFill>
                  <a:srgbClr val="0B0F19"/>
                </a:solidFill>
              </a:rPr>
              <a:t>sum</a:t>
            </a:r>
          </a:p>
        </p:txBody>
      </p:sp>
      <p:sp>
        <p:nvSpPr>
          <p:cNvPr id="997542732" name="">
            <a:extLst xmlns:a="http://schemas.openxmlformats.org/drawingml/2006/main">
              <a:ext uri="{FF2B5EF4-FFF2-40B4-BE49-F238E27FC236}">
                <a16:creationId xmlns:a16="http://schemas.microsoft.com/office/drawing/2014/main" id="{FA445095-DC80-4525-991B-431223F9540F}"/>
              </a:ext>
            </a:extLst>
          </p:cNvPr>
          <p:cNvSpPr>
            <a:spLocks xmlns:a="http://schemas.openxmlformats.org/drawingml/2006/main" noGrp="1"/>
          </p:cNvSpPr>
          <p:nvPr/>
        </p:nvSpPr>
        <p:spPr>
          <a:xfrm xmlns:a="http://schemas.openxmlformats.org/drawingml/2006/main">
            <a:off x="8953500" y="2857500"/>
            <a:ext cx="1619250" cy="1047750"/>
          </a:xfrm>
          <a:prstGeom xmlns:a="http://schemas.openxmlformats.org/drawingml/2006/main" prst="roundRect">
            <a:avLst>
              <a:gd name="adj" fmla="val 10909"/>
            </a:avLst>
          </a:prstGeom>
          <a:solidFill xmlns:a="http://schemas.openxmlformats.org/drawingml/2006/main">
            <a:srgbClr val="E0F2FE"/>
          </a:solidFill>
          <a:ln xmlns:a="http://schemas.openxmlformats.org/drawingml/2006/main" w="14288">
            <a:solidFill>
              <a:srgbClr val="2563EB"/>
            </a:solidFill>
            <a:prstDash val="solid"/>
          </a:ln>
        </p:spPr>
        <p:txBody>
          <a:bodyPr xmlns:a="http://schemas.openxmlformats.org/drawingml/2006/main"/>
          <a:lstStyle xmlns:a="http://schemas.openxmlformats.org/drawingml/2006/main"/>
          <a:p xmlns:a="http://schemas.openxmlformats.org/drawingml/2006/main">
            <a:pPr algn="ctr">
              <a:buNone/>
              <a:defRPr sz="1800" b="1">
                <a:solidFill>
                  <a:srgbClr val="0B0F19"/>
                </a:solidFill>
              </a:defRPr>
            </a:pPr>
            <a:r>
              <a:rPr sz="1800" b="1">
                <a:solidFill>
                  <a:srgbClr val="0B0F19"/>
                </a:solidFill>
              </a:rPr>
              <a:t>context vector</a:t>
            </a:r>
          </a:p>
        </p:txBody>
      </p:sp>
      <p:sp>
        <p:nvSpPr>
          <p:cNvPr id="1562003283" name="">
            <a:extLst xmlns:a="http://schemas.openxmlformats.org/drawingml/2006/main">
              <a:ext uri="{FF2B5EF4-FFF2-40B4-BE49-F238E27FC236}">
                <a16:creationId xmlns:a16="http://schemas.microsoft.com/office/drawing/2014/main" id="{E71A56EF-6C5B-4F95-A272-A7E4CBEC0BDD}"/>
              </a:ext>
            </a:extLst>
          </p:cNvPr>
          <p:cNvSpPr>
            <a:spLocks xmlns:a="http://schemas.openxmlformats.org/drawingml/2006/main" noGrp="1"/>
          </p:cNvSpPr>
          <p:nvPr/>
        </p:nvSpPr>
        <p:spPr>
          <a:xfrm xmlns:a="http://schemas.openxmlformats.org/drawingml/2006/main">
            <a:off x="11106150" y="628650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00" b="0">
                <a:solidFill>
                  <a:srgbClr val="667085"/>
                </a:solidFill>
              </a:defRPr>
            </a:pPr>
            <a:r>
              <a:rPr sz="1000" b="0">
                <a:solidFill>
                  <a:srgbClr val="667085"/>
                </a:solidFill>
              </a:rPr>
              <a:t>30</a:t>
            </a:r>
          </a:p>
        </p:txBody>
      </p:sp>
    </p:spTree>
    <p:extLst>
      <p:ext uri="{BB962C8B-B14F-4D97-AF65-F5344CB8AC3E}">
        <p14:creationId xmlns:p14="http://schemas.microsoft.com/office/powerpoint/2010/main" val="1760736853"/>
      </p:ext>
    </p:extLst>
  </p:cSld>
</p:sld>
</file>

<file path=ppt/slides/slide31.xml><?xml version="1.0" encoding="utf-8"?>
<p:sld xmlns:p="http://schemas.openxmlformats.org/presentationml/2006/main" showMasterSp="1">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36461682" name="">
            <a:extLst xmlns:a="http://schemas.openxmlformats.org/drawingml/2006/main">
              <a:ext uri="{FF2B5EF4-FFF2-40B4-BE49-F238E27FC236}">
                <a16:creationId xmlns:a16="http://schemas.microsoft.com/office/drawing/2014/main" id="{EDEFE103-C02E-439D-B273-F89F60BB227D}"/>
              </a:ext>
            </a:extLst>
          </p:cNvPr>
          <p:cNvSpPr>
            <a:spLocks xmlns:a="http://schemas.openxmlformats.org/drawingml/2006/main" noGrp="1"/>
          </p:cNvSpPr>
          <p:nvPr/>
        </p:nvSpPr>
        <p:spPr>
          <a:xfrm xmlns:a="http://schemas.openxmlformats.org/drawingml/2006/main">
            <a:off x="609600" y="32385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563EB"/>
                </a:solidFill>
              </a:defRPr>
            </a:pPr>
            <a:r>
              <a:rPr sz="1200" b="1">
                <a:solidFill>
                  <a:srgbClr val="2563EB"/>
                </a:solidFill>
              </a:rPr>
              <a:t>Self-attention</a:t>
            </a:r>
          </a:p>
        </p:txBody>
      </p:sp>
      <p:sp>
        <p:nvSpPr>
          <p:cNvPr id="1767099125" name="">
            <a:extLst xmlns:a="http://schemas.openxmlformats.org/drawingml/2006/main">
              <a:ext uri="{FF2B5EF4-FFF2-40B4-BE49-F238E27FC236}">
                <a16:creationId xmlns:a16="http://schemas.microsoft.com/office/drawing/2014/main" id="{EC6B8487-B47E-434F-87CF-959741582F43}"/>
              </a:ext>
            </a:extLst>
          </p:cNvPr>
          <p:cNvSpPr>
            <a:spLocks xmlns:a="http://schemas.openxmlformats.org/drawingml/2006/main" noGrp="1"/>
          </p:cNvSpPr>
          <p:nvPr/>
        </p:nvSpPr>
        <p:spPr>
          <a:xfrm xmlns:a="http://schemas.openxmlformats.org/drawingml/2006/main">
            <a:off x="609600" y="590549"/>
            <a:ext cx="9334500" cy="5905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150" b="1">
                <a:solidFill>
                  <a:srgbClr val="0B0F19"/>
                </a:solidFill>
              </a:defRPr>
            </a:pPr>
            <a:r>
              <a:rPr sz="3150" b="1">
                <a:solidFill>
                  <a:srgbClr val="0B0F19"/>
                </a:solidFill>
              </a:rPr>
              <a:t>Self-attention updates every token</a:t>
            </a:r>
          </a:p>
        </p:txBody>
      </p:sp>
      <p:sp>
        <p:nvSpPr>
          <p:cNvPr id="658275057" name="">
            <a:extLst xmlns:a="http://schemas.openxmlformats.org/drawingml/2006/main">
              <a:ext uri="{FF2B5EF4-FFF2-40B4-BE49-F238E27FC236}">
                <a16:creationId xmlns:a16="http://schemas.microsoft.com/office/drawing/2014/main" id="{C708443B-102D-4B51-AD81-B79D5D7A307F}"/>
              </a:ext>
            </a:extLst>
          </p:cNvPr>
          <p:cNvSpPr>
            <a:spLocks xmlns:a="http://schemas.openxmlformats.org/drawingml/2006/main" noGrp="1"/>
          </p:cNvSpPr>
          <p:nvPr/>
        </p:nvSpPr>
        <p:spPr>
          <a:xfrm xmlns:a="http://schemas.openxmlformats.org/drawingml/2006/main">
            <a:off x="609600" y="1352550"/>
            <a:ext cx="10972800" cy="4762500"/>
          </a:xfrm>
          <a:prstGeom xmlns:a="http://schemas.openxmlformats.org/drawingml/2006/main" prst="roundRect">
            <a:avLst>
              <a:gd name="adj" fmla="val 1600"/>
            </a:avLst>
          </a:prstGeom>
          <a:solidFill xmlns:a="http://schemas.openxmlformats.org/drawingml/2006/main">
            <a:srgbClr val="F8FAFC"/>
          </a:solidFill>
          <a:ln xmlns:a="http://schemas.openxmlformats.org/drawingml/2006/main" w="14288">
            <a:solidFill>
              <a:srgbClr val="E2E8F0"/>
            </a:solidFill>
            <a:prstDash val="solid"/>
          </a:ln>
        </p:spPr>
      </p:sp>
      <p:sp>
        <p:nvSpPr>
          <p:cNvPr id="1632534858" name="">
            <a:extLst xmlns:a="http://schemas.openxmlformats.org/drawingml/2006/main">
              <a:ext uri="{FF2B5EF4-FFF2-40B4-BE49-F238E27FC236}">
                <a16:creationId xmlns:a16="http://schemas.microsoft.com/office/drawing/2014/main" id="{41BAE74F-2986-401B-BB96-FA97A0F274EB}"/>
              </a:ext>
            </a:extLst>
          </p:cNvPr>
          <p:cNvSpPr>
            <a:spLocks xmlns:a="http://schemas.openxmlformats.org/drawingml/2006/main" noGrp="1"/>
          </p:cNvSpPr>
          <p:nvPr/>
        </p:nvSpPr>
        <p:spPr>
          <a:xfrm xmlns:a="http://schemas.openxmlformats.org/drawingml/2006/main">
            <a:off x="2028825" y="2552700"/>
            <a:ext cx="609600" cy="609600"/>
          </a:xfrm>
          <a:prstGeom xmlns:a="http://schemas.openxmlformats.org/drawingml/2006/main" prst="ellipse">
            <a:avLst/>
          </a:prstGeom>
          <a:solidFill xmlns:a="http://schemas.openxmlformats.org/drawingml/2006/main">
            <a:srgbClr val="FFFFFF"/>
          </a:solidFill>
          <a:ln xmlns:a="http://schemas.openxmlformats.org/drawingml/2006/main" w="19050">
            <a:solidFill>
              <a:srgbClr val="2563EB"/>
            </a:solidFill>
            <a:prstDash val="solid"/>
          </a:ln>
        </p:spPr>
        <p:txBody>
          <a:bodyPr xmlns:a="http://schemas.openxmlformats.org/drawingml/2006/main"/>
          <a:lstStyle xmlns:a="http://schemas.openxmlformats.org/drawingml/2006/main"/>
          <a:p xmlns:a="http://schemas.openxmlformats.org/drawingml/2006/main">
            <a:pPr algn="ctr">
              <a:buNone/>
              <a:defRPr sz="1500" b="1">
                <a:solidFill>
                  <a:srgbClr val="0B0F19"/>
                </a:solidFill>
              </a:defRPr>
            </a:pPr>
            <a:r>
              <a:rPr sz="1500" b="1">
                <a:solidFill>
                  <a:srgbClr val="0B0F19"/>
                </a:solidFill>
              </a:rPr>
              <a:t>1</a:t>
            </a:r>
          </a:p>
        </p:txBody>
      </p:sp>
      <p:sp>
        <p:nvSpPr>
          <p:cNvPr id="1413970629" name="">
            <a:extLst xmlns:a="http://schemas.openxmlformats.org/drawingml/2006/main">
              <a:ext uri="{FF2B5EF4-FFF2-40B4-BE49-F238E27FC236}">
                <a16:creationId xmlns:a16="http://schemas.microsoft.com/office/drawing/2014/main" id="{B45FDB7D-4653-4DCE-999A-D7F9A65D573F}"/>
              </a:ext>
            </a:extLst>
          </p:cNvPr>
          <p:cNvSpPr>
            <a:spLocks xmlns:a="http://schemas.openxmlformats.org/drawingml/2006/main" noGrp="1"/>
          </p:cNvSpPr>
          <p:nvPr/>
        </p:nvSpPr>
        <p:spPr>
          <a:xfrm xmlns:a="http://schemas.openxmlformats.org/drawingml/2006/main">
            <a:off x="3457575" y="2552700"/>
            <a:ext cx="609600" cy="609600"/>
          </a:xfrm>
          <a:prstGeom xmlns:a="http://schemas.openxmlformats.org/drawingml/2006/main" prst="ellipse">
            <a:avLst/>
          </a:prstGeom>
          <a:solidFill xmlns:a="http://schemas.openxmlformats.org/drawingml/2006/main">
            <a:srgbClr val="FFFFFF"/>
          </a:solidFill>
          <a:ln xmlns:a="http://schemas.openxmlformats.org/drawingml/2006/main" w="19050">
            <a:solidFill>
              <a:srgbClr val="2563EB"/>
            </a:solidFill>
            <a:prstDash val="solid"/>
          </a:ln>
        </p:spPr>
        <p:txBody>
          <a:bodyPr xmlns:a="http://schemas.openxmlformats.org/drawingml/2006/main"/>
          <a:lstStyle xmlns:a="http://schemas.openxmlformats.org/drawingml/2006/main"/>
          <a:p xmlns:a="http://schemas.openxmlformats.org/drawingml/2006/main">
            <a:pPr algn="ctr">
              <a:buNone/>
              <a:defRPr sz="1500" b="1">
                <a:solidFill>
                  <a:srgbClr val="0B0F19"/>
                </a:solidFill>
              </a:defRPr>
            </a:pPr>
            <a:r>
              <a:rPr sz="1500" b="1">
                <a:solidFill>
                  <a:srgbClr val="0B0F19"/>
                </a:solidFill>
              </a:rPr>
              <a:t>2</a:t>
            </a:r>
          </a:p>
        </p:txBody>
      </p:sp>
      <p:sp>
        <p:nvSpPr>
          <p:cNvPr id="1148745045" name="">
            <a:extLst xmlns:a="http://schemas.openxmlformats.org/drawingml/2006/main">
              <a:ext uri="{FF2B5EF4-FFF2-40B4-BE49-F238E27FC236}">
                <a16:creationId xmlns:a16="http://schemas.microsoft.com/office/drawing/2014/main" id="{96F48F5C-99EB-40A2-B796-80DE12ED8DC9}"/>
              </a:ext>
            </a:extLst>
          </p:cNvPr>
          <p:cNvSpPr>
            <a:spLocks xmlns:a="http://schemas.openxmlformats.org/drawingml/2006/main" noGrp="1"/>
          </p:cNvSpPr>
          <p:nvPr/>
        </p:nvSpPr>
        <p:spPr>
          <a:xfrm xmlns:a="http://schemas.openxmlformats.org/drawingml/2006/main">
            <a:off x="4886325" y="2552700"/>
            <a:ext cx="609600" cy="609600"/>
          </a:xfrm>
          <a:prstGeom xmlns:a="http://schemas.openxmlformats.org/drawingml/2006/main" prst="ellipse">
            <a:avLst/>
          </a:prstGeom>
          <a:solidFill xmlns:a="http://schemas.openxmlformats.org/drawingml/2006/main">
            <a:srgbClr val="FFFFFF"/>
          </a:solidFill>
          <a:ln xmlns:a="http://schemas.openxmlformats.org/drawingml/2006/main" w="19050">
            <a:solidFill>
              <a:srgbClr val="2563EB"/>
            </a:solidFill>
            <a:prstDash val="solid"/>
          </a:ln>
        </p:spPr>
        <p:txBody>
          <a:bodyPr xmlns:a="http://schemas.openxmlformats.org/drawingml/2006/main"/>
          <a:lstStyle xmlns:a="http://schemas.openxmlformats.org/drawingml/2006/main"/>
          <a:p xmlns:a="http://schemas.openxmlformats.org/drawingml/2006/main">
            <a:pPr algn="ctr">
              <a:buNone/>
              <a:defRPr sz="1500" b="1">
                <a:solidFill>
                  <a:srgbClr val="0B0F19"/>
                </a:solidFill>
              </a:defRPr>
            </a:pPr>
            <a:r>
              <a:rPr sz="1500" b="1">
                <a:solidFill>
                  <a:srgbClr val="0B0F19"/>
                </a:solidFill>
              </a:rPr>
              <a:t>3</a:t>
            </a:r>
          </a:p>
        </p:txBody>
      </p:sp>
      <p:sp>
        <p:nvSpPr>
          <p:cNvPr id="1579502937" name="">
            <a:extLst xmlns:a="http://schemas.openxmlformats.org/drawingml/2006/main">
              <a:ext uri="{FF2B5EF4-FFF2-40B4-BE49-F238E27FC236}">
                <a16:creationId xmlns:a16="http://schemas.microsoft.com/office/drawing/2014/main" id="{C45E5C57-E6A4-440A-939E-16C427E72FE1}"/>
              </a:ext>
            </a:extLst>
          </p:cNvPr>
          <p:cNvSpPr>
            <a:spLocks xmlns:a="http://schemas.openxmlformats.org/drawingml/2006/main" noGrp="1"/>
          </p:cNvSpPr>
          <p:nvPr/>
        </p:nvSpPr>
        <p:spPr>
          <a:xfrm xmlns:a="http://schemas.openxmlformats.org/drawingml/2006/main">
            <a:off x="6315075" y="2552700"/>
            <a:ext cx="609600" cy="609600"/>
          </a:xfrm>
          <a:prstGeom xmlns:a="http://schemas.openxmlformats.org/drawingml/2006/main" prst="ellipse">
            <a:avLst/>
          </a:prstGeom>
          <a:solidFill xmlns:a="http://schemas.openxmlformats.org/drawingml/2006/main">
            <a:srgbClr val="FFFFFF"/>
          </a:solidFill>
          <a:ln xmlns:a="http://schemas.openxmlformats.org/drawingml/2006/main" w="19050">
            <a:solidFill>
              <a:srgbClr val="2563EB"/>
            </a:solidFill>
            <a:prstDash val="solid"/>
          </a:ln>
        </p:spPr>
        <p:txBody>
          <a:bodyPr xmlns:a="http://schemas.openxmlformats.org/drawingml/2006/main"/>
          <a:lstStyle xmlns:a="http://schemas.openxmlformats.org/drawingml/2006/main"/>
          <a:p xmlns:a="http://schemas.openxmlformats.org/drawingml/2006/main">
            <a:pPr algn="ctr">
              <a:buNone/>
              <a:defRPr sz="1500" b="1">
                <a:solidFill>
                  <a:srgbClr val="0B0F19"/>
                </a:solidFill>
              </a:defRPr>
            </a:pPr>
            <a:r>
              <a:rPr sz="1500" b="1">
                <a:solidFill>
                  <a:srgbClr val="0B0F19"/>
                </a:solidFill>
              </a:rPr>
              <a:t>4</a:t>
            </a:r>
          </a:p>
        </p:txBody>
      </p:sp>
      <p:sp>
        <p:nvSpPr>
          <p:cNvPr id="638914902" name="">
            <a:extLst xmlns:a="http://schemas.openxmlformats.org/drawingml/2006/main">
              <a:ext uri="{FF2B5EF4-FFF2-40B4-BE49-F238E27FC236}">
                <a16:creationId xmlns:a16="http://schemas.microsoft.com/office/drawing/2014/main" id="{94AC46B8-AA3F-44A1-B14E-9A6084DCEF4B}"/>
              </a:ext>
            </a:extLst>
          </p:cNvPr>
          <p:cNvSpPr>
            <a:spLocks xmlns:a="http://schemas.openxmlformats.org/drawingml/2006/main" noGrp="1"/>
          </p:cNvSpPr>
          <p:nvPr/>
        </p:nvSpPr>
        <p:spPr>
          <a:xfrm xmlns:a="http://schemas.openxmlformats.org/drawingml/2006/main">
            <a:off x="7743825" y="2552700"/>
            <a:ext cx="609600" cy="609600"/>
          </a:xfrm>
          <a:prstGeom xmlns:a="http://schemas.openxmlformats.org/drawingml/2006/main" prst="ellipse">
            <a:avLst/>
          </a:prstGeom>
          <a:solidFill xmlns:a="http://schemas.openxmlformats.org/drawingml/2006/main">
            <a:srgbClr val="FFFFFF"/>
          </a:solidFill>
          <a:ln xmlns:a="http://schemas.openxmlformats.org/drawingml/2006/main" w="19050">
            <a:solidFill>
              <a:srgbClr val="2563EB"/>
            </a:solidFill>
            <a:prstDash val="solid"/>
          </a:ln>
        </p:spPr>
        <p:txBody>
          <a:bodyPr xmlns:a="http://schemas.openxmlformats.org/drawingml/2006/main"/>
          <a:lstStyle xmlns:a="http://schemas.openxmlformats.org/drawingml/2006/main"/>
          <a:p xmlns:a="http://schemas.openxmlformats.org/drawingml/2006/main">
            <a:pPr algn="ctr">
              <a:buNone/>
              <a:defRPr sz="1500" b="1">
                <a:solidFill>
                  <a:srgbClr val="0B0F19"/>
                </a:solidFill>
              </a:defRPr>
            </a:pPr>
            <a:r>
              <a:rPr sz="1500" b="1">
                <a:solidFill>
                  <a:srgbClr val="0B0F19"/>
                </a:solidFill>
              </a:rPr>
              <a:t>5</a:t>
            </a:r>
          </a:p>
        </p:txBody>
      </p:sp>
      <p:sp>
        <p:nvSpPr>
          <p:cNvPr id="1524084680" name="">
            <a:extLst xmlns:a="http://schemas.openxmlformats.org/drawingml/2006/main">
              <a:ext uri="{FF2B5EF4-FFF2-40B4-BE49-F238E27FC236}">
                <a16:creationId xmlns:a16="http://schemas.microsoft.com/office/drawing/2014/main" id="{09A45A8B-C55E-43D0-BB4E-7792DEF7193A}"/>
              </a:ext>
            </a:extLst>
          </p:cNvPr>
          <p:cNvSpPr>
            <a:spLocks xmlns:a="http://schemas.openxmlformats.org/drawingml/2006/main" noGrp="1"/>
          </p:cNvSpPr>
          <p:nvPr/>
        </p:nvSpPr>
        <p:spPr>
          <a:xfrm xmlns:a="http://schemas.openxmlformats.org/drawingml/2006/main">
            <a:off x="9172575" y="2552700"/>
            <a:ext cx="609600" cy="609600"/>
          </a:xfrm>
          <a:prstGeom xmlns:a="http://schemas.openxmlformats.org/drawingml/2006/main" prst="ellipse">
            <a:avLst/>
          </a:prstGeom>
          <a:solidFill xmlns:a="http://schemas.openxmlformats.org/drawingml/2006/main">
            <a:srgbClr val="FFFFFF"/>
          </a:solidFill>
          <a:ln xmlns:a="http://schemas.openxmlformats.org/drawingml/2006/main" w="19050">
            <a:solidFill>
              <a:srgbClr val="2563EB"/>
            </a:solidFill>
            <a:prstDash val="solid"/>
          </a:ln>
        </p:spPr>
        <p:txBody>
          <a:bodyPr xmlns:a="http://schemas.openxmlformats.org/drawingml/2006/main"/>
          <a:lstStyle xmlns:a="http://schemas.openxmlformats.org/drawingml/2006/main"/>
          <a:p xmlns:a="http://schemas.openxmlformats.org/drawingml/2006/main">
            <a:pPr algn="ctr">
              <a:buNone/>
              <a:defRPr sz="1500" b="1">
                <a:solidFill>
                  <a:srgbClr val="0B0F19"/>
                </a:solidFill>
              </a:defRPr>
            </a:pPr>
            <a:r>
              <a:rPr sz="1500" b="1">
                <a:solidFill>
                  <a:srgbClr val="0B0F19"/>
                </a:solidFill>
              </a:rPr>
              <a:t>6</a:t>
            </a:r>
          </a:p>
        </p:txBody>
      </p:sp>
      <p:sp>
        <p:nvSpPr>
          <p:cNvPr id="1617060269" name="">
            <a:extLst xmlns:a="http://schemas.openxmlformats.org/drawingml/2006/main">
              <a:ext uri="{FF2B5EF4-FFF2-40B4-BE49-F238E27FC236}">
                <a16:creationId xmlns:a16="http://schemas.microsoft.com/office/drawing/2014/main" id="{1D48D02C-B52D-40A6-AAF9-BA5B8FAD68C2}"/>
              </a:ext>
            </a:extLst>
          </p:cNvPr>
          <p:cNvSpPr>
            <a:spLocks xmlns:a="http://schemas.openxmlformats.org/drawingml/2006/main" noGrp="1"/>
          </p:cNvSpPr>
          <p:nvPr/>
        </p:nvSpPr>
        <p:spPr>
          <a:xfrm xmlns:a="http://schemas.openxmlformats.org/drawingml/2006/main">
            <a:off x="2028825" y="4267200"/>
            <a:ext cx="609600" cy="609600"/>
          </a:xfrm>
          <a:prstGeom xmlns:a="http://schemas.openxmlformats.org/drawingml/2006/main" prst="ellipse">
            <a:avLst/>
          </a:prstGeom>
          <a:solidFill xmlns:a="http://schemas.openxmlformats.org/drawingml/2006/main">
            <a:srgbClr val="E0F2FE"/>
          </a:solidFill>
          <a:ln xmlns:a="http://schemas.openxmlformats.org/drawingml/2006/main" w="19050">
            <a:solidFill>
              <a:srgbClr val="2563EB"/>
            </a:solidFill>
            <a:prstDash val="solid"/>
          </a:ln>
        </p:spPr>
        <p:txBody>
          <a:bodyPr xmlns:a="http://schemas.openxmlformats.org/drawingml/2006/main"/>
          <a:lstStyle xmlns:a="http://schemas.openxmlformats.org/drawingml/2006/main"/>
          <a:p xmlns:a="http://schemas.openxmlformats.org/drawingml/2006/main">
            <a:pPr algn="ctr">
              <a:buNone/>
              <a:defRPr sz="1500" b="1">
                <a:solidFill>
                  <a:srgbClr val="0B0F19"/>
                </a:solidFill>
              </a:defRPr>
            </a:pPr>
            <a:r>
              <a:rPr sz="1500" b="1">
                <a:solidFill>
                  <a:srgbClr val="0B0F19"/>
                </a:solidFill>
              </a:rPr>
              <a:t>1'</a:t>
            </a:r>
          </a:p>
        </p:txBody>
      </p:sp>
      <p:sp>
        <p:nvSpPr>
          <p:cNvPr id="1577893089" name="">
            <a:extLst xmlns:a="http://schemas.openxmlformats.org/drawingml/2006/main">
              <a:ext uri="{FF2B5EF4-FFF2-40B4-BE49-F238E27FC236}">
                <a16:creationId xmlns:a16="http://schemas.microsoft.com/office/drawing/2014/main" id="{3A82E57F-9095-4169-9F0D-99512E7253B3}"/>
              </a:ext>
            </a:extLst>
          </p:cNvPr>
          <p:cNvSpPr>
            <a:spLocks xmlns:a="http://schemas.openxmlformats.org/drawingml/2006/main" noGrp="1"/>
          </p:cNvSpPr>
          <p:nvPr/>
        </p:nvSpPr>
        <p:spPr>
          <a:xfrm xmlns:a="http://schemas.openxmlformats.org/drawingml/2006/main">
            <a:off x="3457575" y="4267200"/>
            <a:ext cx="609600" cy="609600"/>
          </a:xfrm>
          <a:prstGeom xmlns:a="http://schemas.openxmlformats.org/drawingml/2006/main" prst="ellipse">
            <a:avLst/>
          </a:prstGeom>
          <a:solidFill xmlns:a="http://schemas.openxmlformats.org/drawingml/2006/main">
            <a:srgbClr val="E0F2FE"/>
          </a:solidFill>
          <a:ln xmlns:a="http://schemas.openxmlformats.org/drawingml/2006/main" w="19050">
            <a:solidFill>
              <a:srgbClr val="2563EB"/>
            </a:solidFill>
            <a:prstDash val="solid"/>
          </a:ln>
        </p:spPr>
        <p:txBody>
          <a:bodyPr xmlns:a="http://schemas.openxmlformats.org/drawingml/2006/main"/>
          <a:lstStyle xmlns:a="http://schemas.openxmlformats.org/drawingml/2006/main"/>
          <a:p xmlns:a="http://schemas.openxmlformats.org/drawingml/2006/main">
            <a:pPr algn="ctr">
              <a:buNone/>
              <a:defRPr sz="1500" b="1">
                <a:solidFill>
                  <a:srgbClr val="0B0F19"/>
                </a:solidFill>
              </a:defRPr>
            </a:pPr>
            <a:r>
              <a:rPr sz="1500" b="1">
                <a:solidFill>
                  <a:srgbClr val="0B0F19"/>
                </a:solidFill>
              </a:rPr>
              <a:t>2'</a:t>
            </a:r>
          </a:p>
        </p:txBody>
      </p:sp>
      <p:sp>
        <p:nvSpPr>
          <p:cNvPr id="1071333544" name="">
            <a:extLst xmlns:a="http://schemas.openxmlformats.org/drawingml/2006/main">
              <a:ext uri="{FF2B5EF4-FFF2-40B4-BE49-F238E27FC236}">
                <a16:creationId xmlns:a16="http://schemas.microsoft.com/office/drawing/2014/main" id="{562B1A38-5720-4031-B039-B7BD7F5F64C4}"/>
              </a:ext>
            </a:extLst>
          </p:cNvPr>
          <p:cNvSpPr>
            <a:spLocks xmlns:a="http://schemas.openxmlformats.org/drawingml/2006/main" noGrp="1"/>
          </p:cNvSpPr>
          <p:nvPr/>
        </p:nvSpPr>
        <p:spPr>
          <a:xfrm xmlns:a="http://schemas.openxmlformats.org/drawingml/2006/main">
            <a:off x="4886325" y="4267200"/>
            <a:ext cx="609600" cy="609600"/>
          </a:xfrm>
          <a:prstGeom xmlns:a="http://schemas.openxmlformats.org/drawingml/2006/main" prst="ellipse">
            <a:avLst/>
          </a:prstGeom>
          <a:solidFill xmlns:a="http://schemas.openxmlformats.org/drawingml/2006/main">
            <a:srgbClr val="E0F2FE"/>
          </a:solidFill>
          <a:ln xmlns:a="http://schemas.openxmlformats.org/drawingml/2006/main" w="19050">
            <a:solidFill>
              <a:srgbClr val="2563EB"/>
            </a:solidFill>
            <a:prstDash val="solid"/>
          </a:ln>
        </p:spPr>
        <p:txBody>
          <a:bodyPr xmlns:a="http://schemas.openxmlformats.org/drawingml/2006/main"/>
          <a:lstStyle xmlns:a="http://schemas.openxmlformats.org/drawingml/2006/main"/>
          <a:p xmlns:a="http://schemas.openxmlformats.org/drawingml/2006/main">
            <a:pPr algn="ctr">
              <a:buNone/>
              <a:defRPr sz="1500" b="1">
                <a:solidFill>
                  <a:srgbClr val="0B0F19"/>
                </a:solidFill>
              </a:defRPr>
            </a:pPr>
            <a:r>
              <a:rPr sz="1500" b="1">
                <a:solidFill>
                  <a:srgbClr val="0B0F19"/>
                </a:solidFill>
              </a:rPr>
              <a:t>3'</a:t>
            </a:r>
          </a:p>
        </p:txBody>
      </p:sp>
      <p:sp>
        <p:nvSpPr>
          <p:cNvPr id="399974578" name="">
            <a:extLst xmlns:a="http://schemas.openxmlformats.org/drawingml/2006/main">
              <a:ext uri="{FF2B5EF4-FFF2-40B4-BE49-F238E27FC236}">
                <a16:creationId xmlns:a16="http://schemas.microsoft.com/office/drawing/2014/main" id="{F457A7D6-F5AF-4116-AF10-CF8D88F42742}"/>
              </a:ext>
            </a:extLst>
          </p:cNvPr>
          <p:cNvSpPr>
            <a:spLocks xmlns:a="http://schemas.openxmlformats.org/drawingml/2006/main" noGrp="1"/>
          </p:cNvSpPr>
          <p:nvPr/>
        </p:nvSpPr>
        <p:spPr>
          <a:xfrm xmlns:a="http://schemas.openxmlformats.org/drawingml/2006/main">
            <a:off x="6315075" y="4267200"/>
            <a:ext cx="609600" cy="609600"/>
          </a:xfrm>
          <a:prstGeom xmlns:a="http://schemas.openxmlformats.org/drawingml/2006/main" prst="ellipse">
            <a:avLst/>
          </a:prstGeom>
          <a:solidFill xmlns:a="http://schemas.openxmlformats.org/drawingml/2006/main">
            <a:srgbClr val="E0F2FE"/>
          </a:solidFill>
          <a:ln xmlns:a="http://schemas.openxmlformats.org/drawingml/2006/main" w="19050">
            <a:solidFill>
              <a:srgbClr val="2563EB"/>
            </a:solidFill>
            <a:prstDash val="solid"/>
          </a:ln>
        </p:spPr>
        <p:txBody>
          <a:bodyPr xmlns:a="http://schemas.openxmlformats.org/drawingml/2006/main"/>
          <a:lstStyle xmlns:a="http://schemas.openxmlformats.org/drawingml/2006/main"/>
          <a:p xmlns:a="http://schemas.openxmlformats.org/drawingml/2006/main">
            <a:pPr algn="ctr">
              <a:buNone/>
              <a:defRPr sz="1500" b="1">
                <a:solidFill>
                  <a:srgbClr val="0B0F19"/>
                </a:solidFill>
              </a:defRPr>
            </a:pPr>
            <a:r>
              <a:rPr sz="1500" b="1">
                <a:solidFill>
                  <a:srgbClr val="0B0F19"/>
                </a:solidFill>
              </a:rPr>
              <a:t>4'</a:t>
            </a:r>
          </a:p>
        </p:txBody>
      </p:sp>
      <p:sp>
        <p:nvSpPr>
          <p:cNvPr id="1223483229" name="">
            <a:extLst xmlns:a="http://schemas.openxmlformats.org/drawingml/2006/main">
              <a:ext uri="{FF2B5EF4-FFF2-40B4-BE49-F238E27FC236}">
                <a16:creationId xmlns:a16="http://schemas.microsoft.com/office/drawing/2014/main" id="{93E5AA68-7AFC-4782-97BE-00C63DE45108}"/>
              </a:ext>
            </a:extLst>
          </p:cNvPr>
          <p:cNvSpPr>
            <a:spLocks xmlns:a="http://schemas.openxmlformats.org/drawingml/2006/main" noGrp="1"/>
          </p:cNvSpPr>
          <p:nvPr/>
        </p:nvSpPr>
        <p:spPr>
          <a:xfrm xmlns:a="http://schemas.openxmlformats.org/drawingml/2006/main">
            <a:off x="7743825" y="4267200"/>
            <a:ext cx="609600" cy="609600"/>
          </a:xfrm>
          <a:prstGeom xmlns:a="http://schemas.openxmlformats.org/drawingml/2006/main" prst="ellipse">
            <a:avLst/>
          </a:prstGeom>
          <a:solidFill xmlns:a="http://schemas.openxmlformats.org/drawingml/2006/main">
            <a:srgbClr val="E0F2FE"/>
          </a:solidFill>
          <a:ln xmlns:a="http://schemas.openxmlformats.org/drawingml/2006/main" w="19050">
            <a:solidFill>
              <a:srgbClr val="2563EB"/>
            </a:solidFill>
            <a:prstDash val="solid"/>
          </a:ln>
        </p:spPr>
        <p:txBody>
          <a:bodyPr xmlns:a="http://schemas.openxmlformats.org/drawingml/2006/main"/>
          <a:lstStyle xmlns:a="http://schemas.openxmlformats.org/drawingml/2006/main"/>
          <a:p xmlns:a="http://schemas.openxmlformats.org/drawingml/2006/main">
            <a:pPr algn="ctr">
              <a:buNone/>
              <a:defRPr sz="1500" b="1">
                <a:solidFill>
                  <a:srgbClr val="0B0F19"/>
                </a:solidFill>
              </a:defRPr>
            </a:pPr>
            <a:r>
              <a:rPr sz="1500" b="1">
                <a:solidFill>
                  <a:srgbClr val="0B0F19"/>
                </a:solidFill>
              </a:rPr>
              <a:t>5'</a:t>
            </a:r>
          </a:p>
        </p:txBody>
      </p:sp>
      <p:sp>
        <p:nvSpPr>
          <p:cNvPr id="494721320" name="">
            <a:extLst xmlns:a="http://schemas.openxmlformats.org/drawingml/2006/main">
              <a:ext uri="{FF2B5EF4-FFF2-40B4-BE49-F238E27FC236}">
                <a16:creationId xmlns:a16="http://schemas.microsoft.com/office/drawing/2014/main" id="{7498E22B-94B2-40B3-88C9-F03210EEFAD3}"/>
              </a:ext>
            </a:extLst>
          </p:cNvPr>
          <p:cNvSpPr>
            <a:spLocks xmlns:a="http://schemas.openxmlformats.org/drawingml/2006/main" noGrp="1"/>
          </p:cNvSpPr>
          <p:nvPr/>
        </p:nvSpPr>
        <p:spPr>
          <a:xfrm xmlns:a="http://schemas.openxmlformats.org/drawingml/2006/main">
            <a:off x="9172575" y="4267200"/>
            <a:ext cx="609600" cy="609600"/>
          </a:xfrm>
          <a:prstGeom xmlns:a="http://schemas.openxmlformats.org/drawingml/2006/main" prst="ellipse">
            <a:avLst/>
          </a:prstGeom>
          <a:solidFill xmlns:a="http://schemas.openxmlformats.org/drawingml/2006/main">
            <a:srgbClr val="E0F2FE"/>
          </a:solidFill>
          <a:ln xmlns:a="http://schemas.openxmlformats.org/drawingml/2006/main" w="19050">
            <a:solidFill>
              <a:srgbClr val="2563EB"/>
            </a:solidFill>
            <a:prstDash val="solid"/>
          </a:ln>
        </p:spPr>
        <p:txBody>
          <a:bodyPr xmlns:a="http://schemas.openxmlformats.org/drawingml/2006/main"/>
          <a:lstStyle xmlns:a="http://schemas.openxmlformats.org/drawingml/2006/main"/>
          <a:p xmlns:a="http://schemas.openxmlformats.org/drawingml/2006/main">
            <a:pPr algn="ctr">
              <a:buNone/>
              <a:defRPr sz="1500" b="1">
                <a:solidFill>
                  <a:srgbClr val="0B0F19"/>
                </a:solidFill>
              </a:defRPr>
            </a:pPr>
            <a:r>
              <a:rPr sz="1500" b="1">
                <a:solidFill>
                  <a:srgbClr val="0B0F19"/>
                </a:solidFill>
              </a:rPr>
              <a:t>6'</a:t>
            </a:r>
          </a:p>
        </p:txBody>
      </p:sp>
      <p:sp>
        <p:nvSpPr>
          <p:cNvPr id="484203625" name="">
            <a:extLst xmlns:a="http://schemas.openxmlformats.org/drawingml/2006/main">
              <a:ext uri="{FF2B5EF4-FFF2-40B4-BE49-F238E27FC236}">
                <a16:creationId xmlns:a16="http://schemas.microsoft.com/office/drawing/2014/main" id="{AF2D7C87-F85D-418D-8A43-32F83A2317E7}"/>
              </a:ext>
            </a:extLst>
          </p:cNvPr>
          <p:cNvSpPr>
            <a:spLocks xmlns:a="http://schemas.openxmlformats.org/drawingml/2006/main" noGrp="1"/>
          </p:cNvSpPr>
          <p:nvPr/>
        </p:nvSpPr>
        <p:spPr>
          <a:xfrm xmlns:a="http://schemas.openxmlformats.org/drawingml/2006/main">
            <a:off x="2333625" y="3190875"/>
            <a:ext cx="9525" cy="104775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390803705" name="">
            <a:extLst xmlns:a="http://schemas.openxmlformats.org/drawingml/2006/main">
              <a:ext uri="{FF2B5EF4-FFF2-40B4-BE49-F238E27FC236}">
                <a16:creationId xmlns:a16="http://schemas.microsoft.com/office/drawing/2014/main" id="{22B92015-2303-489E-AE6F-BB2DE0953063}"/>
              </a:ext>
            </a:extLst>
          </p:cNvPr>
          <p:cNvSpPr>
            <a:spLocks xmlns:a="http://schemas.openxmlformats.org/drawingml/2006/main" noGrp="1"/>
          </p:cNvSpPr>
          <p:nvPr/>
        </p:nvSpPr>
        <p:spPr>
          <a:xfrm xmlns:a="http://schemas.openxmlformats.org/drawingml/2006/main">
            <a:off x="3762375" y="3190875"/>
            <a:ext cx="9525" cy="104775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483356269" name="">
            <a:extLst xmlns:a="http://schemas.openxmlformats.org/drawingml/2006/main">
              <a:ext uri="{FF2B5EF4-FFF2-40B4-BE49-F238E27FC236}">
                <a16:creationId xmlns:a16="http://schemas.microsoft.com/office/drawing/2014/main" id="{AD862912-CF65-4F2E-A388-5F40FC271BD4}"/>
              </a:ext>
            </a:extLst>
          </p:cNvPr>
          <p:cNvSpPr>
            <a:spLocks xmlns:a="http://schemas.openxmlformats.org/drawingml/2006/main" noGrp="1"/>
          </p:cNvSpPr>
          <p:nvPr/>
        </p:nvSpPr>
        <p:spPr>
          <a:xfrm xmlns:a="http://schemas.openxmlformats.org/drawingml/2006/main">
            <a:off x="5191125" y="3190875"/>
            <a:ext cx="9525" cy="104775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491113419" name="">
            <a:extLst xmlns:a="http://schemas.openxmlformats.org/drawingml/2006/main">
              <a:ext uri="{FF2B5EF4-FFF2-40B4-BE49-F238E27FC236}">
                <a16:creationId xmlns:a16="http://schemas.microsoft.com/office/drawing/2014/main" id="{F74B9B66-6960-47D4-8A98-D35D24E98CA6}"/>
              </a:ext>
            </a:extLst>
          </p:cNvPr>
          <p:cNvSpPr>
            <a:spLocks xmlns:a="http://schemas.openxmlformats.org/drawingml/2006/main" noGrp="1"/>
          </p:cNvSpPr>
          <p:nvPr/>
        </p:nvSpPr>
        <p:spPr>
          <a:xfrm xmlns:a="http://schemas.openxmlformats.org/drawingml/2006/main">
            <a:off x="6619875" y="3190875"/>
            <a:ext cx="9525" cy="104775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895177638" name="">
            <a:extLst xmlns:a="http://schemas.openxmlformats.org/drawingml/2006/main">
              <a:ext uri="{FF2B5EF4-FFF2-40B4-BE49-F238E27FC236}">
                <a16:creationId xmlns:a16="http://schemas.microsoft.com/office/drawing/2014/main" id="{EF37930D-5565-4119-BE7F-7061D196F45D}"/>
              </a:ext>
            </a:extLst>
          </p:cNvPr>
          <p:cNvSpPr>
            <a:spLocks xmlns:a="http://schemas.openxmlformats.org/drawingml/2006/main" noGrp="1"/>
          </p:cNvSpPr>
          <p:nvPr/>
        </p:nvSpPr>
        <p:spPr>
          <a:xfrm xmlns:a="http://schemas.openxmlformats.org/drawingml/2006/main">
            <a:off x="8048625" y="3190875"/>
            <a:ext cx="9525" cy="104775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498279709" name="">
            <a:extLst xmlns:a="http://schemas.openxmlformats.org/drawingml/2006/main">
              <a:ext uri="{FF2B5EF4-FFF2-40B4-BE49-F238E27FC236}">
                <a16:creationId xmlns:a16="http://schemas.microsoft.com/office/drawing/2014/main" id="{7CD8AE64-4360-4334-917B-A5F5D2C413ED}"/>
              </a:ext>
            </a:extLst>
          </p:cNvPr>
          <p:cNvSpPr>
            <a:spLocks xmlns:a="http://schemas.openxmlformats.org/drawingml/2006/main" noGrp="1"/>
          </p:cNvSpPr>
          <p:nvPr/>
        </p:nvSpPr>
        <p:spPr>
          <a:xfrm xmlns:a="http://schemas.openxmlformats.org/drawingml/2006/main">
            <a:off x="9477375" y="3190875"/>
            <a:ext cx="9525" cy="104775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39583843" name="">
            <a:extLst xmlns:a="http://schemas.openxmlformats.org/drawingml/2006/main">
              <a:ext uri="{FF2B5EF4-FFF2-40B4-BE49-F238E27FC236}">
                <a16:creationId xmlns:a16="http://schemas.microsoft.com/office/drawing/2014/main" id="{31A68B6B-BFF9-4CB6-9904-13181BFC3436}"/>
              </a:ext>
            </a:extLst>
          </p:cNvPr>
          <p:cNvSpPr>
            <a:spLocks xmlns:a="http://schemas.openxmlformats.org/drawingml/2006/main" noGrp="1"/>
          </p:cNvSpPr>
          <p:nvPr/>
        </p:nvSpPr>
        <p:spPr>
          <a:xfrm xmlns:a="http://schemas.openxmlformats.org/drawingml/2006/main">
            <a:off x="2333625" y="2857500"/>
            <a:ext cx="9525" cy="1714500"/>
          </a:xfrm>
          <a:prstGeom xmlns:a="http://schemas.openxmlformats.org/drawingml/2006/main" prst="line">
            <a:avLst/>
          </a:prstGeom>
          <a:noFill xmlns:a="http://schemas.openxmlformats.org/drawingml/2006/main"/>
          <a:ln xmlns:a="http://schemas.openxmlformats.org/drawingml/2006/main" w="9525">
            <a:solidFill>
              <a:srgbClr val="CBD5E1">
                <a:alpha val="35000"/>
              </a:srgbClr>
            </a:solidFill>
            <a:prstDash val="solid"/>
          </a:ln>
        </p:spPr>
      </p:sp>
      <p:sp>
        <p:nvSpPr>
          <p:cNvPr id="810730710" name="">
            <a:extLst xmlns:a="http://schemas.openxmlformats.org/drawingml/2006/main">
              <a:ext uri="{FF2B5EF4-FFF2-40B4-BE49-F238E27FC236}">
                <a16:creationId xmlns:a16="http://schemas.microsoft.com/office/drawing/2014/main" id="{83A523EB-6FA5-454A-8E01-BA4671BB3B03}"/>
              </a:ext>
            </a:extLst>
          </p:cNvPr>
          <p:cNvSpPr>
            <a:spLocks xmlns:a="http://schemas.openxmlformats.org/drawingml/2006/main" noGrp="1"/>
          </p:cNvSpPr>
          <p:nvPr/>
        </p:nvSpPr>
        <p:spPr>
          <a:xfrm xmlns:a="http://schemas.openxmlformats.org/drawingml/2006/main">
            <a:off x="2333625" y="2857500"/>
            <a:ext cx="2857500" cy="1714500"/>
          </a:xfrm>
          <a:prstGeom xmlns:a="http://schemas.openxmlformats.org/drawingml/2006/main" prst="line">
            <a:avLst/>
          </a:prstGeom>
          <a:noFill xmlns:a="http://schemas.openxmlformats.org/drawingml/2006/main"/>
          <a:ln xmlns:a="http://schemas.openxmlformats.org/drawingml/2006/main" w="9525">
            <a:solidFill>
              <a:srgbClr val="CBD5E1">
                <a:alpha val="35000"/>
              </a:srgbClr>
            </a:solidFill>
            <a:prstDash val="solid"/>
          </a:ln>
        </p:spPr>
      </p:sp>
      <p:sp>
        <p:nvSpPr>
          <p:cNvPr id="521066156" name="">
            <a:extLst xmlns:a="http://schemas.openxmlformats.org/drawingml/2006/main">
              <a:ext uri="{FF2B5EF4-FFF2-40B4-BE49-F238E27FC236}">
                <a16:creationId xmlns:a16="http://schemas.microsoft.com/office/drawing/2014/main" id="{F73B8A90-BA68-4737-AD2C-742BDC58975B}"/>
              </a:ext>
            </a:extLst>
          </p:cNvPr>
          <p:cNvSpPr>
            <a:spLocks xmlns:a="http://schemas.openxmlformats.org/drawingml/2006/main" noGrp="1"/>
          </p:cNvSpPr>
          <p:nvPr/>
        </p:nvSpPr>
        <p:spPr>
          <a:xfrm xmlns:a="http://schemas.openxmlformats.org/drawingml/2006/main">
            <a:off x="2333625" y="2857500"/>
            <a:ext cx="5715000" cy="1714500"/>
          </a:xfrm>
          <a:prstGeom xmlns:a="http://schemas.openxmlformats.org/drawingml/2006/main" prst="line">
            <a:avLst/>
          </a:prstGeom>
          <a:noFill xmlns:a="http://schemas.openxmlformats.org/drawingml/2006/main"/>
          <a:ln xmlns:a="http://schemas.openxmlformats.org/drawingml/2006/main" w="9525">
            <a:solidFill>
              <a:srgbClr val="CBD5E1">
                <a:alpha val="35000"/>
              </a:srgbClr>
            </a:solidFill>
            <a:prstDash val="solid"/>
          </a:ln>
        </p:spPr>
      </p:sp>
      <p:sp>
        <p:nvSpPr>
          <p:cNvPr id="316407276" name="">
            <a:extLst xmlns:a="http://schemas.openxmlformats.org/drawingml/2006/main">
              <a:ext uri="{FF2B5EF4-FFF2-40B4-BE49-F238E27FC236}">
                <a16:creationId xmlns:a16="http://schemas.microsoft.com/office/drawing/2014/main" id="{F1F08FFB-B12B-46B7-83F3-7841728ADFEE}"/>
              </a:ext>
            </a:extLst>
          </p:cNvPr>
          <p:cNvSpPr>
            <a:spLocks xmlns:a="http://schemas.openxmlformats.org/drawingml/2006/main" noGrp="1"/>
          </p:cNvSpPr>
          <p:nvPr/>
        </p:nvSpPr>
        <p:spPr>
          <a:xfrm xmlns:a="http://schemas.openxmlformats.org/drawingml/2006/main">
            <a:off x="2333625" y="2857500"/>
            <a:ext cx="1428750" cy="1714500"/>
          </a:xfrm>
          <a:prstGeom xmlns:a="http://schemas.openxmlformats.org/drawingml/2006/main" prst="line">
            <a:avLst/>
          </a:prstGeom>
          <a:noFill xmlns:a="http://schemas.openxmlformats.org/drawingml/2006/main"/>
          <a:ln xmlns:a="http://schemas.openxmlformats.org/drawingml/2006/main" w="9525">
            <a:solidFill>
              <a:srgbClr val="CBD5E1">
                <a:alpha val="35000"/>
              </a:srgbClr>
            </a:solidFill>
            <a:prstDash val="solid"/>
          </a:ln>
        </p:spPr>
      </p:sp>
      <p:sp>
        <p:nvSpPr>
          <p:cNvPr id="218150277" name="">
            <a:extLst xmlns:a="http://schemas.openxmlformats.org/drawingml/2006/main">
              <a:ext uri="{FF2B5EF4-FFF2-40B4-BE49-F238E27FC236}">
                <a16:creationId xmlns:a16="http://schemas.microsoft.com/office/drawing/2014/main" id="{A5F70D46-D4D4-4DF6-B760-617702B2A020}"/>
              </a:ext>
            </a:extLst>
          </p:cNvPr>
          <p:cNvSpPr>
            <a:spLocks xmlns:a="http://schemas.openxmlformats.org/drawingml/2006/main" noGrp="1"/>
          </p:cNvSpPr>
          <p:nvPr/>
        </p:nvSpPr>
        <p:spPr>
          <a:xfrm xmlns:a="http://schemas.openxmlformats.org/drawingml/2006/main">
            <a:off x="3762375" y="2857500"/>
            <a:ext cx="1428750" cy="1714500"/>
          </a:xfrm>
          <a:prstGeom xmlns:a="http://schemas.openxmlformats.org/drawingml/2006/main" prst="line">
            <a:avLst/>
          </a:prstGeom>
          <a:noFill xmlns:a="http://schemas.openxmlformats.org/drawingml/2006/main"/>
          <a:ln xmlns:a="http://schemas.openxmlformats.org/drawingml/2006/main" w="9525">
            <a:solidFill>
              <a:srgbClr val="CBD5E1">
                <a:alpha val="35000"/>
              </a:srgbClr>
            </a:solidFill>
            <a:prstDash val="solid"/>
          </a:ln>
        </p:spPr>
      </p:sp>
      <p:sp>
        <p:nvSpPr>
          <p:cNvPr id="499927861" name="">
            <a:extLst xmlns:a="http://schemas.openxmlformats.org/drawingml/2006/main">
              <a:ext uri="{FF2B5EF4-FFF2-40B4-BE49-F238E27FC236}">
                <a16:creationId xmlns:a16="http://schemas.microsoft.com/office/drawing/2014/main" id="{64121E00-E2F9-45E1-AF90-132C422BE156}"/>
              </a:ext>
            </a:extLst>
          </p:cNvPr>
          <p:cNvSpPr>
            <a:spLocks xmlns:a="http://schemas.openxmlformats.org/drawingml/2006/main" noGrp="1"/>
          </p:cNvSpPr>
          <p:nvPr/>
        </p:nvSpPr>
        <p:spPr>
          <a:xfrm xmlns:a="http://schemas.openxmlformats.org/drawingml/2006/main">
            <a:off x="3762375" y="2857500"/>
            <a:ext cx="4286250" cy="1714500"/>
          </a:xfrm>
          <a:prstGeom xmlns:a="http://schemas.openxmlformats.org/drawingml/2006/main" prst="line">
            <a:avLst/>
          </a:prstGeom>
          <a:noFill xmlns:a="http://schemas.openxmlformats.org/drawingml/2006/main"/>
          <a:ln xmlns:a="http://schemas.openxmlformats.org/drawingml/2006/main" w="9525">
            <a:solidFill>
              <a:srgbClr val="CBD5E1">
                <a:alpha val="35000"/>
              </a:srgbClr>
            </a:solidFill>
            <a:prstDash val="solid"/>
          </a:ln>
        </p:spPr>
      </p:sp>
      <p:sp>
        <p:nvSpPr>
          <p:cNvPr id="1350622296" name="">
            <a:extLst xmlns:a="http://schemas.openxmlformats.org/drawingml/2006/main">
              <a:ext uri="{FF2B5EF4-FFF2-40B4-BE49-F238E27FC236}">
                <a16:creationId xmlns:a16="http://schemas.microsoft.com/office/drawing/2014/main" id="{1A40C2C0-BD47-4512-8C29-88CB8429355B}"/>
              </a:ext>
            </a:extLst>
          </p:cNvPr>
          <p:cNvSpPr>
            <a:spLocks xmlns:a="http://schemas.openxmlformats.org/drawingml/2006/main" noGrp="1"/>
          </p:cNvSpPr>
          <p:nvPr/>
        </p:nvSpPr>
        <p:spPr>
          <a:xfrm xmlns:a="http://schemas.openxmlformats.org/drawingml/2006/main">
            <a:off x="2333625" y="2857500"/>
            <a:ext cx="2857500" cy="1714500"/>
          </a:xfrm>
          <a:prstGeom xmlns:a="http://schemas.openxmlformats.org/drawingml/2006/main" prst="line">
            <a:avLst/>
          </a:prstGeom>
          <a:noFill xmlns:a="http://schemas.openxmlformats.org/drawingml/2006/main"/>
          <a:ln xmlns:a="http://schemas.openxmlformats.org/drawingml/2006/main" w="9525">
            <a:solidFill>
              <a:srgbClr val="CBD5E1">
                <a:alpha val="35000"/>
              </a:srgbClr>
            </a:solidFill>
            <a:prstDash val="solid"/>
          </a:ln>
        </p:spPr>
      </p:sp>
      <p:sp>
        <p:nvSpPr>
          <p:cNvPr id="45691065" name="">
            <a:extLst xmlns:a="http://schemas.openxmlformats.org/drawingml/2006/main">
              <a:ext uri="{FF2B5EF4-FFF2-40B4-BE49-F238E27FC236}">
                <a16:creationId xmlns:a16="http://schemas.microsoft.com/office/drawing/2014/main" id="{8BAE02B3-B310-4FD1-9A33-43D9D6F81AC9}"/>
              </a:ext>
            </a:extLst>
          </p:cNvPr>
          <p:cNvSpPr>
            <a:spLocks xmlns:a="http://schemas.openxmlformats.org/drawingml/2006/main" noGrp="1"/>
          </p:cNvSpPr>
          <p:nvPr/>
        </p:nvSpPr>
        <p:spPr>
          <a:xfrm xmlns:a="http://schemas.openxmlformats.org/drawingml/2006/main">
            <a:off x="5191125" y="2857500"/>
            <a:ext cx="9525" cy="1714500"/>
          </a:xfrm>
          <a:prstGeom xmlns:a="http://schemas.openxmlformats.org/drawingml/2006/main" prst="line">
            <a:avLst/>
          </a:prstGeom>
          <a:noFill xmlns:a="http://schemas.openxmlformats.org/drawingml/2006/main"/>
          <a:ln xmlns:a="http://schemas.openxmlformats.org/drawingml/2006/main" w="9525">
            <a:solidFill>
              <a:srgbClr val="CBD5E1">
                <a:alpha val="35000"/>
              </a:srgbClr>
            </a:solidFill>
            <a:prstDash val="solid"/>
          </a:ln>
        </p:spPr>
      </p:sp>
      <p:sp>
        <p:nvSpPr>
          <p:cNvPr id="1145050029" name="">
            <a:extLst xmlns:a="http://schemas.openxmlformats.org/drawingml/2006/main">
              <a:ext uri="{FF2B5EF4-FFF2-40B4-BE49-F238E27FC236}">
                <a16:creationId xmlns:a16="http://schemas.microsoft.com/office/drawing/2014/main" id="{27EE0223-734B-4721-B68F-62229BE30DCE}"/>
              </a:ext>
            </a:extLst>
          </p:cNvPr>
          <p:cNvSpPr>
            <a:spLocks xmlns:a="http://schemas.openxmlformats.org/drawingml/2006/main" noGrp="1"/>
          </p:cNvSpPr>
          <p:nvPr/>
        </p:nvSpPr>
        <p:spPr>
          <a:xfrm xmlns:a="http://schemas.openxmlformats.org/drawingml/2006/main">
            <a:off x="5191125" y="2857500"/>
            <a:ext cx="2857500" cy="1714500"/>
          </a:xfrm>
          <a:prstGeom xmlns:a="http://schemas.openxmlformats.org/drawingml/2006/main" prst="line">
            <a:avLst/>
          </a:prstGeom>
          <a:noFill xmlns:a="http://schemas.openxmlformats.org/drawingml/2006/main"/>
          <a:ln xmlns:a="http://schemas.openxmlformats.org/drawingml/2006/main" w="9525">
            <a:solidFill>
              <a:srgbClr val="CBD5E1">
                <a:alpha val="35000"/>
              </a:srgbClr>
            </a:solidFill>
            <a:prstDash val="solid"/>
          </a:ln>
        </p:spPr>
      </p:sp>
      <p:sp>
        <p:nvSpPr>
          <p:cNvPr id="969983035" name="">
            <a:extLst xmlns:a="http://schemas.openxmlformats.org/drawingml/2006/main">
              <a:ext uri="{FF2B5EF4-FFF2-40B4-BE49-F238E27FC236}">
                <a16:creationId xmlns:a16="http://schemas.microsoft.com/office/drawing/2014/main" id="{00562985-B80A-4D9D-BD4D-CA1B2042B58E}"/>
              </a:ext>
            </a:extLst>
          </p:cNvPr>
          <p:cNvSpPr>
            <a:spLocks xmlns:a="http://schemas.openxmlformats.org/drawingml/2006/main" noGrp="1"/>
          </p:cNvSpPr>
          <p:nvPr/>
        </p:nvSpPr>
        <p:spPr>
          <a:xfrm xmlns:a="http://schemas.openxmlformats.org/drawingml/2006/main">
            <a:off x="2333625" y="2857500"/>
            <a:ext cx="4286250" cy="1714500"/>
          </a:xfrm>
          <a:prstGeom xmlns:a="http://schemas.openxmlformats.org/drawingml/2006/main" prst="line">
            <a:avLst/>
          </a:prstGeom>
          <a:noFill xmlns:a="http://schemas.openxmlformats.org/drawingml/2006/main"/>
          <a:ln xmlns:a="http://schemas.openxmlformats.org/drawingml/2006/main" w="9525">
            <a:solidFill>
              <a:srgbClr val="CBD5E1">
                <a:alpha val="35000"/>
              </a:srgbClr>
            </a:solidFill>
            <a:prstDash val="solid"/>
          </a:ln>
        </p:spPr>
      </p:sp>
      <p:sp>
        <p:nvSpPr>
          <p:cNvPr id="452016391" name="">
            <a:extLst xmlns:a="http://schemas.openxmlformats.org/drawingml/2006/main">
              <a:ext uri="{FF2B5EF4-FFF2-40B4-BE49-F238E27FC236}">
                <a16:creationId xmlns:a16="http://schemas.microsoft.com/office/drawing/2014/main" id="{7B5B27AE-590D-487C-AB8D-AFF61FD88046}"/>
              </a:ext>
            </a:extLst>
          </p:cNvPr>
          <p:cNvSpPr>
            <a:spLocks xmlns:a="http://schemas.openxmlformats.org/drawingml/2006/main" noGrp="1"/>
          </p:cNvSpPr>
          <p:nvPr/>
        </p:nvSpPr>
        <p:spPr>
          <a:xfrm xmlns:a="http://schemas.openxmlformats.org/drawingml/2006/main">
            <a:off x="5191125" y="2857500"/>
            <a:ext cx="1428750" cy="1714500"/>
          </a:xfrm>
          <a:prstGeom xmlns:a="http://schemas.openxmlformats.org/drawingml/2006/main" prst="line">
            <a:avLst/>
          </a:prstGeom>
          <a:noFill xmlns:a="http://schemas.openxmlformats.org/drawingml/2006/main"/>
          <a:ln xmlns:a="http://schemas.openxmlformats.org/drawingml/2006/main" w="9525">
            <a:solidFill>
              <a:srgbClr val="CBD5E1">
                <a:alpha val="35000"/>
              </a:srgbClr>
            </a:solidFill>
            <a:prstDash val="solid"/>
          </a:ln>
        </p:spPr>
      </p:sp>
      <p:sp>
        <p:nvSpPr>
          <p:cNvPr id="1200418005" name="">
            <a:extLst xmlns:a="http://schemas.openxmlformats.org/drawingml/2006/main">
              <a:ext uri="{FF2B5EF4-FFF2-40B4-BE49-F238E27FC236}">
                <a16:creationId xmlns:a16="http://schemas.microsoft.com/office/drawing/2014/main" id="{F8B5E69E-5FF3-4BD3-8C64-050397E0445F}"/>
              </a:ext>
            </a:extLst>
          </p:cNvPr>
          <p:cNvSpPr>
            <a:spLocks xmlns:a="http://schemas.openxmlformats.org/drawingml/2006/main" noGrp="1"/>
          </p:cNvSpPr>
          <p:nvPr/>
        </p:nvSpPr>
        <p:spPr>
          <a:xfrm xmlns:a="http://schemas.openxmlformats.org/drawingml/2006/main">
            <a:off x="6619875" y="2857500"/>
            <a:ext cx="1428750" cy="1714500"/>
          </a:xfrm>
          <a:prstGeom xmlns:a="http://schemas.openxmlformats.org/drawingml/2006/main" prst="line">
            <a:avLst/>
          </a:prstGeom>
          <a:noFill xmlns:a="http://schemas.openxmlformats.org/drawingml/2006/main"/>
          <a:ln xmlns:a="http://schemas.openxmlformats.org/drawingml/2006/main" w="9525">
            <a:solidFill>
              <a:srgbClr val="CBD5E1">
                <a:alpha val="35000"/>
              </a:srgbClr>
            </a:solidFill>
            <a:prstDash val="solid"/>
          </a:ln>
        </p:spPr>
      </p:sp>
      <p:sp>
        <p:nvSpPr>
          <p:cNvPr id="1516866412" name="">
            <a:extLst xmlns:a="http://schemas.openxmlformats.org/drawingml/2006/main">
              <a:ext uri="{FF2B5EF4-FFF2-40B4-BE49-F238E27FC236}">
                <a16:creationId xmlns:a16="http://schemas.microsoft.com/office/drawing/2014/main" id="{D036BC50-3BCE-4256-898D-BD26CF20AAF7}"/>
              </a:ext>
            </a:extLst>
          </p:cNvPr>
          <p:cNvSpPr>
            <a:spLocks xmlns:a="http://schemas.openxmlformats.org/drawingml/2006/main" noGrp="1"/>
          </p:cNvSpPr>
          <p:nvPr/>
        </p:nvSpPr>
        <p:spPr>
          <a:xfrm xmlns:a="http://schemas.openxmlformats.org/drawingml/2006/main">
            <a:off x="2333625" y="2857500"/>
            <a:ext cx="5715000" cy="1714500"/>
          </a:xfrm>
          <a:prstGeom xmlns:a="http://schemas.openxmlformats.org/drawingml/2006/main" prst="line">
            <a:avLst/>
          </a:prstGeom>
          <a:noFill xmlns:a="http://schemas.openxmlformats.org/drawingml/2006/main"/>
          <a:ln xmlns:a="http://schemas.openxmlformats.org/drawingml/2006/main" w="9525">
            <a:solidFill>
              <a:srgbClr val="CBD5E1">
                <a:alpha val="35000"/>
              </a:srgbClr>
            </a:solidFill>
            <a:prstDash val="solid"/>
          </a:ln>
        </p:spPr>
      </p:sp>
      <p:sp>
        <p:nvSpPr>
          <p:cNvPr id="251999136" name="">
            <a:extLst xmlns:a="http://schemas.openxmlformats.org/drawingml/2006/main">
              <a:ext uri="{FF2B5EF4-FFF2-40B4-BE49-F238E27FC236}">
                <a16:creationId xmlns:a16="http://schemas.microsoft.com/office/drawing/2014/main" id="{0BBF1F5D-1D48-4569-850D-E2E04566825A}"/>
              </a:ext>
            </a:extLst>
          </p:cNvPr>
          <p:cNvSpPr>
            <a:spLocks xmlns:a="http://schemas.openxmlformats.org/drawingml/2006/main" noGrp="1"/>
          </p:cNvSpPr>
          <p:nvPr/>
        </p:nvSpPr>
        <p:spPr>
          <a:xfrm xmlns:a="http://schemas.openxmlformats.org/drawingml/2006/main">
            <a:off x="5191125" y="2857500"/>
            <a:ext cx="2857500" cy="1714500"/>
          </a:xfrm>
          <a:prstGeom xmlns:a="http://schemas.openxmlformats.org/drawingml/2006/main" prst="line">
            <a:avLst/>
          </a:prstGeom>
          <a:noFill xmlns:a="http://schemas.openxmlformats.org/drawingml/2006/main"/>
          <a:ln xmlns:a="http://schemas.openxmlformats.org/drawingml/2006/main" w="9525">
            <a:solidFill>
              <a:srgbClr val="CBD5E1">
                <a:alpha val="35000"/>
              </a:srgbClr>
            </a:solidFill>
            <a:prstDash val="solid"/>
          </a:ln>
        </p:spPr>
      </p:sp>
      <p:sp>
        <p:nvSpPr>
          <p:cNvPr id="86571185" name="">
            <a:extLst xmlns:a="http://schemas.openxmlformats.org/drawingml/2006/main">
              <a:ext uri="{FF2B5EF4-FFF2-40B4-BE49-F238E27FC236}">
                <a16:creationId xmlns:a16="http://schemas.microsoft.com/office/drawing/2014/main" id="{3FBC8B32-3C44-4038-9406-038F4BDFFCD5}"/>
              </a:ext>
            </a:extLst>
          </p:cNvPr>
          <p:cNvSpPr>
            <a:spLocks xmlns:a="http://schemas.openxmlformats.org/drawingml/2006/main" noGrp="1"/>
          </p:cNvSpPr>
          <p:nvPr/>
        </p:nvSpPr>
        <p:spPr>
          <a:xfrm xmlns:a="http://schemas.openxmlformats.org/drawingml/2006/main">
            <a:off x="8048625" y="2857500"/>
            <a:ext cx="9525" cy="1714500"/>
          </a:xfrm>
          <a:prstGeom xmlns:a="http://schemas.openxmlformats.org/drawingml/2006/main" prst="line">
            <a:avLst/>
          </a:prstGeom>
          <a:noFill xmlns:a="http://schemas.openxmlformats.org/drawingml/2006/main"/>
          <a:ln xmlns:a="http://schemas.openxmlformats.org/drawingml/2006/main" w="9525">
            <a:solidFill>
              <a:srgbClr val="CBD5E1">
                <a:alpha val="35000"/>
              </a:srgbClr>
            </a:solidFill>
            <a:prstDash val="solid"/>
          </a:ln>
        </p:spPr>
      </p:sp>
      <p:sp>
        <p:nvSpPr>
          <p:cNvPr id="602661194" name="">
            <a:extLst xmlns:a="http://schemas.openxmlformats.org/drawingml/2006/main">
              <a:ext uri="{FF2B5EF4-FFF2-40B4-BE49-F238E27FC236}">
                <a16:creationId xmlns:a16="http://schemas.microsoft.com/office/drawing/2014/main" id="{5B912CF2-F61E-4C65-A4C1-AC7A942D4E1F}"/>
              </a:ext>
            </a:extLst>
          </p:cNvPr>
          <p:cNvSpPr>
            <a:spLocks xmlns:a="http://schemas.openxmlformats.org/drawingml/2006/main" noGrp="1"/>
          </p:cNvSpPr>
          <p:nvPr/>
        </p:nvSpPr>
        <p:spPr>
          <a:xfrm xmlns:a="http://schemas.openxmlformats.org/drawingml/2006/main">
            <a:off x="2333625" y="2857500"/>
            <a:ext cx="7143750" cy="1714500"/>
          </a:xfrm>
          <a:prstGeom xmlns:a="http://schemas.openxmlformats.org/drawingml/2006/main" prst="line">
            <a:avLst/>
          </a:prstGeom>
          <a:noFill xmlns:a="http://schemas.openxmlformats.org/drawingml/2006/main"/>
          <a:ln xmlns:a="http://schemas.openxmlformats.org/drawingml/2006/main" w="9525">
            <a:solidFill>
              <a:srgbClr val="CBD5E1">
                <a:alpha val="35000"/>
              </a:srgbClr>
            </a:solidFill>
            <a:prstDash val="solid"/>
          </a:ln>
        </p:spPr>
      </p:sp>
      <p:sp>
        <p:nvSpPr>
          <p:cNvPr id="2078817606" name="">
            <a:extLst xmlns:a="http://schemas.openxmlformats.org/drawingml/2006/main">
              <a:ext uri="{FF2B5EF4-FFF2-40B4-BE49-F238E27FC236}">
                <a16:creationId xmlns:a16="http://schemas.microsoft.com/office/drawing/2014/main" id="{57697AC5-BE4C-46EC-828B-1350A156B0A9}"/>
              </a:ext>
            </a:extLst>
          </p:cNvPr>
          <p:cNvSpPr>
            <a:spLocks xmlns:a="http://schemas.openxmlformats.org/drawingml/2006/main" noGrp="1"/>
          </p:cNvSpPr>
          <p:nvPr/>
        </p:nvSpPr>
        <p:spPr>
          <a:xfrm xmlns:a="http://schemas.openxmlformats.org/drawingml/2006/main">
            <a:off x="5191125" y="2857500"/>
            <a:ext cx="4286250" cy="1714500"/>
          </a:xfrm>
          <a:prstGeom xmlns:a="http://schemas.openxmlformats.org/drawingml/2006/main" prst="line">
            <a:avLst/>
          </a:prstGeom>
          <a:noFill xmlns:a="http://schemas.openxmlformats.org/drawingml/2006/main"/>
          <a:ln xmlns:a="http://schemas.openxmlformats.org/drawingml/2006/main" w="9525">
            <a:solidFill>
              <a:srgbClr val="CBD5E1">
                <a:alpha val="35000"/>
              </a:srgbClr>
            </a:solidFill>
            <a:prstDash val="solid"/>
          </a:ln>
        </p:spPr>
      </p:sp>
      <p:sp>
        <p:nvSpPr>
          <p:cNvPr id="37467792" name="">
            <a:extLst xmlns:a="http://schemas.openxmlformats.org/drawingml/2006/main">
              <a:ext uri="{FF2B5EF4-FFF2-40B4-BE49-F238E27FC236}">
                <a16:creationId xmlns:a16="http://schemas.microsoft.com/office/drawing/2014/main" id="{735F7C5F-2395-476A-BE5E-F8B51ECB02B8}"/>
              </a:ext>
            </a:extLst>
          </p:cNvPr>
          <p:cNvSpPr>
            <a:spLocks xmlns:a="http://schemas.openxmlformats.org/drawingml/2006/main" noGrp="1"/>
          </p:cNvSpPr>
          <p:nvPr/>
        </p:nvSpPr>
        <p:spPr>
          <a:xfrm xmlns:a="http://schemas.openxmlformats.org/drawingml/2006/main">
            <a:off x="8048625" y="2857500"/>
            <a:ext cx="1428750" cy="1714500"/>
          </a:xfrm>
          <a:prstGeom xmlns:a="http://schemas.openxmlformats.org/drawingml/2006/main" prst="line">
            <a:avLst/>
          </a:prstGeom>
          <a:noFill xmlns:a="http://schemas.openxmlformats.org/drawingml/2006/main"/>
          <a:ln xmlns:a="http://schemas.openxmlformats.org/drawingml/2006/main" w="9525">
            <a:solidFill>
              <a:srgbClr val="CBD5E1">
                <a:alpha val="35000"/>
              </a:srgbClr>
            </a:solidFill>
            <a:prstDash val="solid"/>
          </a:ln>
        </p:spPr>
      </p:sp>
      <p:sp>
        <p:nvSpPr>
          <p:cNvPr id="118172493" name="">
            <a:extLst xmlns:a="http://schemas.openxmlformats.org/drawingml/2006/main">
              <a:ext uri="{FF2B5EF4-FFF2-40B4-BE49-F238E27FC236}">
                <a16:creationId xmlns:a16="http://schemas.microsoft.com/office/drawing/2014/main" id="{C1B79523-4FB5-4A70-A6E3-A83A15A95581}"/>
              </a:ext>
            </a:extLst>
          </p:cNvPr>
          <p:cNvSpPr>
            <a:spLocks xmlns:a="http://schemas.openxmlformats.org/drawingml/2006/main" noGrp="1"/>
          </p:cNvSpPr>
          <p:nvPr/>
        </p:nvSpPr>
        <p:spPr>
          <a:xfrm xmlns:a="http://schemas.openxmlformats.org/drawingml/2006/main">
            <a:off x="11106150" y="628650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00" b="0">
                <a:solidFill>
                  <a:srgbClr val="667085"/>
                </a:solidFill>
              </a:defRPr>
            </a:pPr>
            <a:r>
              <a:rPr sz="1000" b="0">
                <a:solidFill>
                  <a:srgbClr val="667085"/>
                </a:solidFill>
              </a:rPr>
              <a:t>31</a:t>
            </a:r>
          </a:p>
        </p:txBody>
      </p:sp>
    </p:spTree>
    <p:extLst>
      <p:ext uri="{BB962C8B-B14F-4D97-AF65-F5344CB8AC3E}">
        <p14:creationId xmlns:p14="http://schemas.microsoft.com/office/powerpoint/2010/main" val="1533082640"/>
      </p:ext>
    </p:extLst>
  </p:cSld>
</p:sld>
</file>

<file path=ppt/slides/slide32.xml><?xml version="1.0" encoding="utf-8"?>
<p:sld xmlns:p="http://schemas.openxmlformats.org/presentationml/2006/main" showMasterSp="1">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67258730" name="">
            <a:extLst xmlns:a="http://schemas.openxmlformats.org/drawingml/2006/main">
              <a:ext uri="{FF2B5EF4-FFF2-40B4-BE49-F238E27FC236}">
                <a16:creationId xmlns:a16="http://schemas.microsoft.com/office/drawing/2014/main" id="{D8FE470E-2DDA-461B-A307-5F809EE73CE5}"/>
              </a:ext>
            </a:extLst>
          </p:cNvPr>
          <p:cNvSpPr>
            <a:spLocks xmlns:a="http://schemas.openxmlformats.org/drawingml/2006/main" noGrp="1"/>
          </p:cNvSpPr>
          <p:nvPr/>
        </p:nvSpPr>
        <p:spPr>
          <a:xfrm xmlns:a="http://schemas.openxmlformats.org/drawingml/2006/main">
            <a:off x="609600" y="32385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563EB"/>
                </a:solidFill>
              </a:defRPr>
            </a:pPr>
            <a:r>
              <a:rPr sz="1200" b="1">
                <a:solidFill>
                  <a:srgbClr val="2563EB"/>
                </a:solidFill>
              </a:rPr>
              <a:t>Multi-head</a:t>
            </a:r>
          </a:p>
        </p:txBody>
      </p:sp>
      <p:sp>
        <p:nvSpPr>
          <p:cNvPr id="1284678878" name="">
            <a:extLst xmlns:a="http://schemas.openxmlformats.org/drawingml/2006/main">
              <a:ext uri="{FF2B5EF4-FFF2-40B4-BE49-F238E27FC236}">
                <a16:creationId xmlns:a16="http://schemas.microsoft.com/office/drawing/2014/main" id="{53E83BDE-D8CE-433F-A8E6-C3C03F235461}"/>
              </a:ext>
            </a:extLst>
          </p:cNvPr>
          <p:cNvSpPr>
            <a:spLocks xmlns:a="http://schemas.openxmlformats.org/drawingml/2006/main" noGrp="1"/>
          </p:cNvSpPr>
          <p:nvPr/>
        </p:nvSpPr>
        <p:spPr>
          <a:xfrm xmlns:a="http://schemas.openxmlformats.org/drawingml/2006/main">
            <a:off x="609600" y="590549"/>
            <a:ext cx="9334500" cy="5905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150" b="1">
                <a:solidFill>
                  <a:srgbClr val="0B0F19"/>
                </a:solidFill>
              </a:defRPr>
            </a:pPr>
            <a:r>
              <a:rPr sz="3150" b="1">
                <a:solidFill>
                  <a:srgbClr val="0B0F19"/>
                </a:solidFill>
              </a:rPr>
              <a:t>Many heads learn different links</a:t>
            </a:r>
          </a:p>
        </p:txBody>
      </p:sp>
      <p:sp>
        <p:nvSpPr>
          <p:cNvPr id="800864108" name="">
            <a:extLst xmlns:a="http://schemas.openxmlformats.org/drawingml/2006/main">
              <a:ext uri="{FF2B5EF4-FFF2-40B4-BE49-F238E27FC236}">
                <a16:creationId xmlns:a16="http://schemas.microsoft.com/office/drawing/2014/main" id="{C93E2CE9-31BE-40F1-8EB5-5A3DF251B26D}"/>
              </a:ext>
            </a:extLst>
          </p:cNvPr>
          <p:cNvSpPr>
            <a:spLocks xmlns:a="http://schemas.openxmlformats.org/drawingml/2006/main" noGrp="1"/>
          </p:cNvSpPr>
          <p:nvPr/>
        </p:nvSpPr>
        <p:spPr>
          <a:xfrm xmlns:a="http://schemas.openxmlformats.org/drawingml/2006/main">
            <a:off x="609600" y="1352550"/>
            <a:ext cx="10972800" cy="4762500"/>
          </a:xfrm>
          <a:prstGeom xmlns:a="http://schemas.openxmlformats.org/drawingml/2006/main" prst="roundRect">
            <a:avLst>
              <a:gd name="adj" fmla="val 1600"/>
            </a:avLst>
          </a:prstGeom>
          <a:solidFill xmlns:a="http://schemas.openxmlformats.org/drawingml/2006/main">
            <a:srgbClr val="F8FAFC"/>
          </a:solidFill>
          <a:ln xmlns:a="http://schemas.openxmlformats.org/drawingml/2006/main" w="14288">
            <a:solidFill>
              <a:srgbClr val="E2E8F0"/>
            </a:solidFill>
            <a:prstDash val="solid"/>
          </a:ln>
        </p:spPr>
      </p:sp>
      <p:sp>
        <p:nvSpPr>
          <p:cNvPr id="233773316" name="">
            <a:extLst xmlns:a="http://schemas.openxmlformats.org/drawingml/2006/main">
              <a:ext uri="{FF2B5EF4-FFF2-40B4-BE49-F238E27FC236}">
                <a16:creationId xmlns:a16="http://schemas.microsoft.com/office/drawing/2014/main" id="{3FB844DF-BB2A-42C2-A0A4-58E13E77D1F2}"/>
              </a:ext>
            </a:extLst>
          </p:cNvPr>
          <p:cNvSpPr>
            <a:spLocks xmlns:a="http://schemas.openxmlformats.org/drawingml/2006/main" noGrp="1"/>
          </p:cNvSpPr>
          <p:nvPr/>
        </p:nvSpPr>
        <p:spPr>
          <a:xfrm xmlns:a="http://schemas.openxmlformats.org/drawingml/2006/main">
            <a:off x="1619250" y="2381250"/>
            <a:ext cx="1524000" cy="1524000"/>
          </a:xfrm>
          <a:prstGeom xmlns:a="http://schemas.openxmlformats.org/drawingml/2006/main" prst="ellipse">
            <a:avLst/>
          </a:prstGeom>
          <a:solidFill xmlns:a="http://schemas.openxmlformats.org/drawingml/2006/main">
            <a:srgbClr val="2563EB">
              <a:alpha val="12000"/>
            </a:srgbClr>
          </a:solidFill>
          <a:ln xmlns:a="http://schemas.openxmlformats.org/drawingml/2006/main" w="28575">
            <a:solidFill>
              <a:srgbClr val="2563EB"/>
            </a:solidFill>
            <a:prstDash val="solid"/>
          </a:ln>
        </p:spPr>
      </p:sp>
      <p:sp>
        <p:nvSpPr>
          <p:cNvPr id="1564947675" name="">
            <a:extLst xmlns:a="http://schemas.openxmlformats.org/drawingml/2006/main">
              <a:ext uri="{FF2B5EF4-FFF2-40B4-BE49-F238E27FC236}">
                <a16:creationId xmlns:a16="http://schemas.microsoft.com/office/drawing/2014/main" id="{092E866E-AB86-4202-A1C2-67E540099C56}"/>
              </a:ext>
            </a:extLst>
          </p:cNvPr>
          <p:cNvSpPr>
            <a:spLocks xmlns:a="http://schemas.openxmlformats.org/drawingml/2006/main" noGrp="1"/>
          </p:cNvSpPr>
          <p:nvPr/>
        </p:nvSpPr>
        <p:spPr>
          <a:xfrm xmlns:a="http://schemas.openxmlformats.org/drawingml/2006/main">
            <a:off x="1952625" y="3143250"/>
            <a:ext cx="857250" cy="9525"/>
          </a:xfrm>
          <a:prstGeom xmlns:a="http://schemas.openxmlformats.org/drawingml/2006/main" prst="line">
            <a:avLst/>
          </a:prstGeom>
          <a:noFill xmlns:a="http://schemas.openxmlformats.org/drawingml/2006/main"/>
          <a:ln xmlns:a="http://schemas.openxmlformats.org/drawingml/2006/main" w="38100">
            <a:solidFill>
              <a:srgbClr val="2563EB"/>
            </a:solidFill>
            <a:prstDash val="solid"/>
          </a:ln>
        </p:spPr>
      </p:sp>
      <p:sp>
        <p:nvSpPr>
          <p:cNvPr id="995560162" name="">
            <a:extLst xmlns:a="http://schemas.openxmlformats.org/drawingml/2006/main">
              <a:ext uri="{FF2B5EF4-FFF2-40B4-BE49-F238E27FC236}">
                <a16:creationId xmlns:a16="http://schemas.microsoft.com/office/drawing/2014/main" id="{1A490B9C-BCCC-4669-95AC-D13A838CD24F}"/>
              </a:ext>
            </a:extLst>
          </p:cNvPr>
          <p:cNvSpPr>
            <a:spLocks xmlns:a="http://schemas.openxmlformats.org/drawingml/2006/main" noGrp="1"/>
          </p:cNvSpPr>
          <p:nvPr/>
        </p:nvSpPr>
        <p:spPr>
          <a:xfrm xmlns:a="http://schemas.openxmlformats.org/drawingml/2006/main">
            <a:off x="2381250" y="2714625"/>
            <a:ext cx="9525" cy="857250"/>
          </a:xfrm>
          <a:prstGeom xmlns:a="http://schemas.openxmlformats.org/drawingml/2006/main" prst="line">
            <a:avLst/>
          </a:prstGeom>
          <a:noFill xmlns:a="http://schemas.openxmlformats.org/drawingml/2006/main"/>
          <a:ln xmlns:a="http://schemas.openxmlformats.org/drawingml/2006/main" w="38100">
            <a:solidFill>
              <a:srgbClr val="2563EB"/>
            </a:solidFill>
            <a:prstDash val="solid"/>
          </a:ln>
        </p:spPr>
      </p:sp>
      <p:sp>
        <p:nvSpPr>
          <p:cNvPr id="1698038426" name="">
            <a:extLst xmlns:a="http://schemas.openxmlformats.org/drawingml/2006/main">
              <a:ext uri="{FF2B5EF4-FFF2-40B4-BE49-F238E27FC236}">
                <a16:creationId xmlns:a16="http://schemas.microsoft.com/office/drawing/2014/main" id="{AE364EFC-CCAF-491D-8BA5-4533469F9AB5}"/>
              </a:ext>
            </a:extLst>
          </p:cNvPr>
          <p:cNvSpPr>
            <a:spLocks xmlns:a="http://schemas.openxmlformats.org/drawingml/2006/main" noGrp="1"/>
          </p:cNvSpPr>
          <p:nvPr/>
        </p:nvSpPr>
        <p:spPr>
          <a:xfrm xmlns:a="http://schemas.openxmlformats.org/drawingml/2006/main">
            <a:off x="1666875" y="419100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0B0F19"/>
                </a:solidFill>
              </a:defRPr>
            </a:pPr>
            <a:r>
              <a:rPr sz="1650" b="1">
                <a:solidFill>
                  <a:srgbClr val="0B0F19"/>
                </a:solidFill>
              </a:rPr>
              <a:t>syntax</a:t>
            </a:r>
          </a:p>
        </p:txBody>
      </p:sp>
      <p:sp>
        <p:nvSpPr>
          <p:cNvPr id="79558486" name="">
            <a:extLst xmlns:a="http://schemas.openxmlformats.org/drawingml/2006/main">
              <a:ext uri="{FF2B5EF4-FFF2-40B4-BE49-F238E27FC236}">
                <a16:creationId xmlns:a16="http://schemas.microsoft.com/office/drawing/2014/main" id="{38A77666-9772-4C77-B9BF-D350F970312F}"/>
              </a:ext>
            </a:extLst>
          </p:cNvPr>
          <p:cNvSpPr>
            <a:spLocks xmlns:a="http://schemas.openxmlformats.org/drawingml/2006/main" noGrp="1"/>
          </p:cNvSpPr>
          <p:nvPr/>
        </p:nvSpPr>
        <p:spPr>
          <a:xfrm xmlns:a="http://schemas.openxmlformats.org/drawingml/2006/main">
            <a:off x="4143375" y="2381250"/>
            <a:ext cx="1524000" cy="1524000"/>
          </a:xfrm>
          <a:prstGeom xmlns:a="http://schemas.openxmlformats.org/drawingml/2006/main" prst="ellipse">
            <a:avLst/>
          </a:prstGeom>
          <a:solidFill xmlns:a="http://schemas.openxmlformats.org/drawingml/2006/main">
            <a:srgbClr val="10B981">
              <a:alpha val="12000"/>
            </a:srgbClr>
          </a:solidFill>
          <a:ln xmlns:a="http://schemas.openxmlformats.org/drawingml/2006/main" w="28575">
            <a:solidFill>
              <a:srgbClr val="10B981"/>
            </a:solidFill>
            <a:prstDash val="solid"/>
          </a:ln>
        </p:spPr>
      </p:sp>
      <p:sp>
        <p:nvSpPr>
          <p:cNvPr id="1609830999" name="">
            <a:extLst xmlns:a="http://schemas.openxmlformats.org/drawingml/2006/main">
              <a:ext uri="{FF2B5EF4-FFF2-40B4-BE49-F238E27FC236}">
                <a16:creationId xmlns:a16="http://schemas.microsoft.com/office/drawing/2014/main" id="{A51B19F0-6B6E-456A-865A-A525C815F3DF}"/>
              </a:ext>
            </a:extLst>
          </p:cNvPr>
          <p:cNvSpPr>
            <a:spLocks xmlns:a="http://schemas.openxmlformats.org/drawingml/2006/main" noGrp="1"/>
          </p:cNvSpPr>
          <p:nvPr/>
        </p:nvSpPr>
        <p:spPr>
          <a:xfrm xmlns:a="http://schemas.openxmlformats.org/drawingml/2006/main">
            <a:off x="4476750" y="3143250"/>
            <a:ext cx="857250" cy="9525"/>
          </a:xfrm>
          <a:prstGeom xmlns:a="http://schemas.openxmlformats.org/drawingml/2006/main" prst="line">
            <a:avLst/>
          </a:prstGeom>
          <a:noFill xmlns:a="http://schemas.openxmlformats.org/drawingml/2006/main"/>
          <a:ln xmlns:a="http://schemas.openxmlformats.org/drawingml/2006/main" w="38100">
            <a:solidFill>
              <a:srgbClr val="10B981"/>
            </a:solidFill>
            <a:prstDash val="solid"/>
          </a:ln>
        </p:spPr>
      </p:sp>
      <p:sp>
        <p:nvSpPr>
          <p:cNvPr id="1713490367" name="">
            <a:extLst xmlns:a="http://schemas.openxmlformats.org/drawingml/2006/main">
              <a:ext uri="{FF2B5EF4-FFF2-40B4-BE49-F238E27FC236}">
                <a16:creationId xmlns:a16="http://schemas.microsoft.com/office/drawing/2014/main" id="{56004518-60F9-4BEA-B7AC-E8F7B1891FCE}"/>
              </a:ext>
            </a:extLst>
          </p:cNvPr>
          <p:cNvSpPr>
            <a:spLocks xmlns:a="http://schemas.openxmlformats.org/drawingml/2006/main" noGrp="1"/>
          </p:cNvSpPr>
          <p:nvPr/>
        </p:nvSpPr>
        <p:spPr>
          <a:xfrm xmlns:a="http://schemas.openxmlformats.org/drawingml/2006/main">
            <a:off x="4905375" y="2714625"/>
            <a:ext cx="9525" cy="857250"/>
          </a:xfrm>
          <a:prstGeom xmlns:a="http://schemas.openxmlformats.org/drawingml/2006/main" prst="line">
            <a:avLst/>
          </a:prstGeom>
          <a:noFill xmlns:a="http://schemas.openxmlformats.org/drawingml/2006/main"/>
          <a:ln xmlns:a="http://schemas.openxmlformats.org/drawingml/2006/main" w="38100">
            <a:solidFill>
              <a:srgbClr val="10B981"/>
            </a:solidFill>
            <a:prstDash val="solid"/>
          </a:ln>
        </p:spPr>
      </p:sp>
      <p:sp>
        <p:nvSpPr>
          <p:cNvPr id="1540777177" name="">
            <a:extLst xmlns:a="http://schemas.openxmlformats.org/drawingml/2006/main">
              <a:ext uri="{FF2B5EF4-FFF2-40B4-BE49-F238E27FC236}">
                <a16:creationId xmlns:a16="http://schemas.microsoft.com/office/drawing/2014/main" id="{BC6B6A82-AE62-4E3D-BD41-9BDF3C984F3B}"/>
              </a:ext>
            </a:extLst>
          </p:cNvPr>
          <p:cNvSpPr>
            <a:spLocks xmlns:a="http://schemas.openxmlformats.org/drawingml/2006/main" noGrp="1"/>
          </p:cNvSpPr>
          <p:nvPr/>
        </p:nvSpPr>
        <p:spPr>
          <a:xfrm xmlns:a="http://schemas.openxmlformats.org/drawingml/2006/main">
            <a:off x="4191000" y="419100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0B0F19"/>
                </a:solidFill>
              </a:defRPr>
            </a:pPr>
            <a:r>
              <a:rPr sz="1650" b="1">
                <a:solidFill>
                  <a:srgbClr val="0B0F19"/>
                </a:solidFill>
              </a:rPr>
              <a:t>reference</a:t>
            </a:r>
          </a:p>
        </p:txBody>
      </p:sp>
      <p:sp>
        <p:nvSpPr>
          <p:cNvPr id="1805008484" name="">
            <a:extLst xmlns:a="http://schemas.openxmlformats.org/drawingml/2006/main">
              <a:ext uri="{FF2B5EF4-FFF2-40B4-BE49-F238E27FC236}">
                <a16:creationId xmlns:a16="http://schemas.microsoft.com/office/drawing/2014/main" id="{57A73BE9-9609-445B-B11A-1240A1F61644}"/>
              </a:ext>
            </a:extLst>
          </p:cNvPr>
          <p:cNvSpPr>
            <a:spLocks xmlns:a="http://schemas.openxmlformats.org/drawingml/2006/main" noGrp="1"/>
          </p:cNvSpPr>
          <p:nvPr/>
        </p:nvSpPr>
        <p:spPr>
          <a:xfrm xmlns:a="http://schemas.openxmlformats.org/drawingml/2006/main">
            <a:off x="6667500" y="2381250"/>
            <a:ext cx="1524000" cy="1524000"/>
          </a:xfrm>
          <a:prstGeom xmlns:a="http://schemas.openxmlformats.org/drawingml/2006/main" prst="ellipse">
            <a:avLst/>
          </a:prstGeom>
          <a:solidFill xmlns:a="http://schemas.openxmlformats.org/drawingml/2006/main">
            <a:srgbClr val="F97316">
              <a:alpha val="12000"/>
            </a:srgbClr>
          </a:solidFill>
          <a:ln xmlns:a="http://schemas.openxmlformats.org/drawingml/2006/main" w="28575">
            <a:solidFill>
              <a:srgbClr val="F97316"/>
            </a:solidFill>
            <a:prstDash val="solid"/>
          </a:ln>
        </p:spPr>
      </p:sp>
      <p:sp>
        <p:nvSpPr>
          <p:cNvPr id="1911549705" name="">
            <a:extLst xmlns:a="http://schemas.openxmlformats.org/drawingml/2006/main">
              <a:ext uri="{FF2B5EF4-FFF2-40B4-BE49-F238E27FC236}">
                <a16:creationId xmlns:a16="http://schemas.microsoft.com/office/drawing/2014/main" id="{CB1F1C23-C2C1-4F6F-AC90-40628E6F28E4}"/>
              </a:ext>
            </a:extLst>
          </p:cNvPr>
          <p:cNvSpPr>
            <a:spLocks xmlns:a="http://schemas.openxmlformats.org/drawingml/2006/main" noGrp="1"/>
          </p:cNvSpPr>
          <p:nvPr/>
        </p:nvSpPr>
        <p:spPr>
          <a:xfrm xmlns:a="http://schemas.openxmlformats.org/drawingml/2006/main">
            <a:off x="7000875" y="3143250"/>
            <a:ext cx="857250" cy="9525"/>
          </a:xfrm>
          <a:prstGeom xmlns:a="http://schemas.openxmlformats.org/drawingml/2006/main" prst="line">
            <a:avLst/>
          </a:prstGeom>
          <a:noFill xmlns:a="http://schemas.openxmlformats.org/drawingml/2006/main"/>
          <a:ln xmlns:a="http://schemas.openxmlformats.org/drawingml/2006/main" w="38100">
            <a:solidFill>
              <a:srgbClr val="F97316"/>
            </a:solidFill>
            <a:prstDash val="solid"/>
          </a:ln>
        </p:spPr>
      </p:sp>
      <p:sp>
        <p:nvSpPr>
          <p:cNvPr id="1791936672" name="">
            <a:extLst xmlns:a="http://schemas.openxmlformats.org/drawingml/2006/main">
              <a:ext uri="{FF2B5EF4-FFF2-40B4-BE49-F238E27FC236}">
                <a16:creationId xmlns:a16="http://schemas.microsoft.com/office/drawing/2014/main" id="{BCD538CD-61B1-44CD-A831-7C7C5BEE8C62}"/>
              </a:ext>
            </a:extLst>
          </p:cNvPr>
          <p:cNvSpPr>
            <a:spLocks xmlns:a="http://schemas.openxmlformats.org/drawingml/2006/main" noGrp="1"/>
          </p:cNvSpPr>
          <p:nvPr/>
        </p:nvSpPr>
        <p:spPr>
          <a:xfrm xmlns:a="http://schemas.openxmlformats.org/drawingml/2006/main">
            <a:off x="7429500" y="2714625"/>
            <a:ext cx="9525" cy="857250"/>
          </a:xfrm>
          <a:prstGeom xmlns:a="http://schemas.openxmlformats.org/drawingml/2006/main" prst="line">
            <a:avLst/>
          </a:prstGeom>
          <a:noFill xmlns:a="http://schemas.openxmlformats.org/drawingml/2006/main"/>
          <a:ln xmlns:a="http://schemas.openxmlformats.org/drawingml/2006/main" w="38100">
            <a:solidFill>
              <a:srgbClr val="F97316"/>
            </a:solidFill>
            <a:prstDash val="solid"/>
          </a:ln>
        </p:spPr>
      </p:sp>
      <p:sp>
        <p:nvSpPr>
          <p:cNvPr id="109414287" name="">
            <a:extLst xmlns:a="http://schemas.openxmlformats.org/drawingml/2006/main">
              <a:ext uri="{FF2B5EF4-FFF2-40B4-BE49-F238E27FC236}">
                <a16:creationId xmlns:a16="http://schemas.microsoft.com/office/drawing/2014/main" id="{94B7392A-8C83-4BBA-951A-16C023D04081}"/>
              </a:ext>
            </a:extLst>
          </p:cNvPr>
          <p:cNvSpPr>
            <a:spLocks xmlns:a="http://schemas.openxmlformats.org/drawingml/2006/main" noGrp="1"/>
          </p:cNvSpPr>
          <p:nvPr/>
        </p:nvSpPr>
        <p:spPr>
          <a:xfrm xmlns:a="http://schemas.openxmlformats.org/drawingml/2006/main">
            <a:off x="6715125" y="419100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0B0F19"/>
                </a:solidFill>
              </a:defRPr>
            </a:pPr>
            <a:r>
              <a:rPr sz="1650" b="1">
                <a:solidFill>
                  <a:srgbClr val="0B0F19"/>
                </a:solidFill>
              </a:rPr>
              <a:t>topic</a:t>
            </a:r>
          </a:p>
        </p:txBody>
      </p:sp>
      <p:sp>
        <p:nvSpPr>
          <p:cNvPr id="446622831" name="">
            <a:extLst xmlns:a="http://schemas.openxmlformats.org/drawingml/2006/main">
              <a:ext uri="{FF2B5EF4-FFF2-40B4-BE49-F238E27FC236}">
                <a16:creationId xmlns:a16="http://schemas.microsoft.com/office/drawing/2014/main" id="{8D6775D9-9EE7-4AA1-B651-BED1AF2F5EAB}"/>
              </a:ext>
            </a:extLst>
          </p:cNvPr>
          <p:cNvSpPr>
            <a:spLocks xmlns:a="http://schemas.openxmlformats.org/drawingml/2006/main" noGrp="1"/>
          </p:cNvSpPr>
          <p:nvPr/>
        </p:nvSpPr>
        <p:spPr>
          <a:xfrm xmlns:a="http://schemas.openxmlformats.org/drawingml/2006/main">
            <a:off x="9191625" y="2381250"/>
            <a:ext cx="1524000" cy="1524000"/>
          </a:xfrm>
          <a:prstGeom xmlns:a="http://schemas.openxmlformats.org/drawingml/2006/main" prst="ellipse">
            <a:avLst/>
          </a:prstGeom>
          <a:solidFill xmlns:a="http://schemas.openxmlformats.org/drawingml/2006/main">
            <a:srgbClr val="7C3AED">
              <a:alpha val="12000"/>
            </a:srgbClr>
          </a:solidFill>
          <a:ln xmlns:a="http://schemas.openxmlformats.org/drawingml/2006/main" w="28575">
            <a:solidFill>
              <a:srgbClr val="7C3AED"/>
            </a:solidFill>
            <a:prstDash val="solid"/>
          </a:ln>
        </p:spPr>
      </p:sp>
      <p:sp>
        <p:nvSpPr>
          <p:cNvPr id="858706387" name="">
            <a:extLst xmlns:a="http://schemas.openxmlformats.org/drawingml/2006/main">
              <a:ext uri="{FF2B5EF4-FFF2-40B4-BE49-F238E27FC236}">
                <a16:creationId xmlns:a16="http://schemas.microsoft.com/office/drawing/2014/main" id="{B406B5A4-3054-4D82-AA6D-2CE4CCDBBE37}"/>
              </a:ext>
            </a:extLst>
          </p:cNvPr>
          <p:cNvSpPr>
            <a:spLocks xmlns:a="http://schemas.openxmlformats.org/drawingml/2006/main" noGrp="1"/>
          </p:cNvSpPr>
          <p:nvPr/>
        </p:nvSpPr>
        <p:spPr>
          <a:xfrm xmlns:a="http://schemas.openxmlformats.org/drawingml/2006/main">
            <a:off x="9525000" y="3143250"/>
            <a:ext cx="857250" cy="9525"/>
          </a:xfrm>
          <a:prstGeom xmlns:a="http://schemas.openxmlformats.org/drawingml/2006/main" prst="line">
            <a:avLst/>
          </a:prstGeom>
          <a:noFill xmlns:a="http://schemas.openxmlformats.org/drawingml/2006/main"/>
          <a:ln xmlns:a="http://schemas.openxmlformats.org/drawingml/2006/main" w="38100">
            <a:solidFill>
              <a:srgbClr val="7C3AED"/>
            </a:solidFill>
            <a:prstDash val="solid"/>
          </a:ln>
        </p:spPr>
      </p:sp>
      <p:sp>
        <p:nvSpPr>
          <p:cNvPr id="1428863683" name="">
            <a:extLst xmlns:a="http://schemas.openxmlformats.org/drawingml/2006/main">
              <a:ext uri="{FF2B5EF4-FFF2-40B4-BE49-F238E27FC236}">
                <a16:creationId xmlns:a16="http://schemas.microsoft.com/office/drawing/2014/main" id="{90B59265-686F-4085-9E43-8DBF49478D6D}"/>
              </a:ext>
            </a:extLst>
          </p:cNvPr>
          <p:cNvSpPr>
            <a:spLocks xmlns:a="http://schemas.openxmlformats.org/drawingml/2006/main" noGrp="1"/>
          </p:cNvSpPr>
          <p:nvPr/>
        </p:nvSpPr>
        <p:spPr>
          <a:xfrm xmlns:a="http://schemas.openxmlformats.org/drawingml/2006/main">
            <a:off x="9953625" y="2714625"/>
            <a:ext cx="9525" cy="857250"/>
          </a:xfrm>
          <a:prstGeom xmlns:a="http://schemas.openxmlformats.org/drawingml/2006/main" prst="line">
            <a:avLst/>
          </a:prstGeom>
          <a:noFill xmlns:a="http://schemas.openxmlformats.org/drawingml/2006/main"/>
          <a:ln xmlns:a="http://schemas.openxmlformats.org/drawingml/2006/main" w="38100">
            <a:solidFill>
              <a:srgbClr val="7C3AED"/>
            </a:solidFill>
            <a:prstDash val="solid"/>
          </a:ln>
        </p:spPr>
      </p:sp>
      <p:sp>
        <p:nvSpPr>
          <p:cNvPr id="1133392473" name="">
            <a:extLst xmlns:a="http://schemas.openxmlformats.org/drawingml/2006/main">
              <a:ext uri="{FF2B5EF4-FFF2-40B4-BE49-F238E27FC236}">
                <a16:creationId xmlns:a16="http://schemas.microsoft.com/office/drawing/2014/main" id="{CA0D2134-6B9C-4E07-976C-8BC2A772C95A}"/>
              </a:ext>
            </a:extLst>
          </p:cNvPr>
          <p:cNvSpPr>
            <a:spLocks xmlns:a="http://schemas.openxmlformats.org/drawingml/2006/main" noGrp="1"/>
          </p:cNvSpPr>
          <p:nvPr/>
        </p:nvSpPr>
        <p:spPr>
          <a:xfrm xmlns:a="http://schemas.openxmlformats.org/drawingml/2006/main">
            <a:off x="9239250" y="419100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0B0F19"/>
                </a:solidFill>
              </a:defRPr>
            </a:pPr>
            <a:r>
              <a:rPr sz="1650" b="1">
                <a:solidFill>
                  <a:srgbClr val="0B0F19"/>
                </a:solidFill>
              </a:rPr>
              <a:t>position</a:t>
            </a:r>
          </a:p>
        </p:txBody>
      </p:sp>
      <p:sp>
        <p:nvSpPr>
          <p:cNvPr id="438456563" name="">
            <a:extLst xmlns:a="http://schemas.openxmlformats.org/drawingml/2006/main">
              <a:ext uri="{FF2B5EF4-FFF2-40B4-BE49-F238E27FC236}">
                <a16:creationId xmlns:a16="http://schemas.microsoft.com/office/drawing/2014/main" id="{94006A04-B458-4B68-B49F-F96B2E4C0114}"/>
              </a:ext>
            </a:extLst>
          </p:cNvPr>
          <p:cNvSpPr>
            <a:spLocks xmlns:a="http://schemas.openxmlformats.org/drawingml/2006/main" noGrp="1"/>
          </p:cNvSpPr>
          <p:nvPr/>
        </p:nvSpPr>
        <p:spPr>
          <a:xfrm xmlns:a="http://schemas.openxmlformats.org/drawingml/2006/main">
            <a:off x="11106150" y="628650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00" b="0">
                <a:solidFill>
                  <a:srgbClr val="667085"/>
                </a:solidFill>
              </a:defRPr>
            </a:pPr>
            <a:r>
              <a:rPr sz="1000" b="0">
                <a:solidFill>
                  <a:srgbClr val="667085"/>
                </a:solidFill>
              </a:rPr>
              <a:t>32</a:t>
            </a:r>
          </a:p>
        </p:txBody>
      </p:sp>
    </p:spTree>
    <p:extLst>
      <p:ext uri="{BB962C8B-B14F-4D97-AF65-F5344CB8AC3E}">
        <p14:creationId xmlns:p14="http://schemas.microsoft.com/office/powerpoint/2010/main" val="1312299002"/>
      </p:ext>
    </p:extLst>
  </p:cSld>
</p:sld>
</file>

<file path=ppt/slides/slide33.xml><?xml version="1.0" encoding="utf-8"?>
<p:sld xmlns:p="http://schemas.openxmlformats.org/presentationml/2006/main" showMasterSp="1">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11052238" name="">
            <a:extLst xmlns:a="http://schemas.openxmlformats.org/drawingml/2006/main">
              <a:ext uri="{FF2B5EF4-FFF2-40B4-BE49-F238E27FC236}">
                <a16:creationId xmlns:a16="http://schemas.microsoft.com/office/drawing/2014/main" id="{F2C47C4C-D62D-4879-941F-394BE95C3D03}"/>
              </a:ext>
            </a:extLst>
          </p:cNvPr>
          <p:cNvSpPr>
            <a:spLocks xmlns:a="http://schemas.openxmlformats.org/drawingml/2006/main" noGrp="1"/>
          </p:cNvSpPr>
          <p:nvPr/>
        </p:nvSpPr>
        <p:spPr>
          <a:xfrm xmlns:a="http://schemas.openxmlformats.org/drawingml/2006/main">
            <a:off x="609600" y="32385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563EB"/>
                </a:solidFill>
              </a:defRPr>
            </a:pPr>
            <a:r>
              <a:rPr sz="1200" b="1">
                <a:solidFill>
                  <a:srgbClr val="2563EB"/>
                </a:solidFill>
              </a:rPr>
              <a:t>Order</a:t>
            </a:r>
          </a:p>
        </p:txBody>
      </p:sp>
      <p:sp>
        <p:nvSpPr>
          <p:cNvPr id="106512871" name="">
            <a:extLst xmlns:a="http://schemas.openxmlformats.org/drawingml/2006/main">
              <a:ext uri="{FF2B5EF4-FFF2-40B4-BE49-F238E27FC236}">
                <a16:creationId xmlns:a16="http://schemas.microsoft.com/office/drawing/2014/main" id="{A85A01CC-FEA3-4CA0-BFFA-6C1D7BAB79FF}"/>
              </a:ext>
            </a:extLst>
          </p:cNvPr>
          <p:cNvSpPr>
            <a:spLocks xmlns:a="http://schemas.openxmlformats.org/drawingml/2006/main" noGrp="1"/>
          </p:cNvSpPr>
          <p:nvPr/>
        </p:nvSpPr>
        <p:spPr>
          <a:xfrm xmlns:a="http://schemas.openxmlformats.org/drawingml/2006/main">
            <a:off x="609600" y="590549"/>
            <a:ext cx="9334500" cy="5905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150" b="1">
                <a:solidFill>
                  <a:srgbClr val="0B0F19"/>
                </a:solidFill>
              </a:defRPr>
            </a:pPr>
            <a:r>
              <a:rPr sz="3150" b="1">
                <a:solidFill>
                  <a:srgbClr val="0B0F19"/>
                </a:solidFill>
              </a:rPr>
              <a:t>Position is added to meaning</a:t>
            </a:r>
          </a:p>
        </p:txBody>
      </p:sp>
      <p:sp>
        <p:nvSpPr>
          <p:cNvPr id="87118213" name="">
            <a:extLst xmlns:a="http://schemas.openxmlformats.org/drawingml/2006/main">
              <a:ext uri="{FF2B5EF4-FFF2-40B4-BE49-F238E27FC236}">
                <a16:creationId xmlns:a16="http://schemas.microsoft.com/office/drawing/2014/main" id="{4AFB09DC-FEA9-4916-AE2C-6C26648E58F9}"/>
              </a:ext>
            </a:extLst>
          </p:cNvPr>
          <p:cNvSpPr>
            <a:spLocks xmlns:a="http://schemas.openxmlformats.org/drawingml/2006/main" noGrp="1"/>
          </p:cNvSpPr>
          <p:nvPr/>
        </p:nvSpPr>
        <p:spPr>
          <a:xfrm xmlns:a="http://schemas.openxmlformats.org/drawingml/2006/main">
            <a:off x="609600" y="1352550"/>
            <a:ext cx="10972800" cy="4762500"/>
          </a:xfrm>
          <a:prstGeom xmlns:a="http://schemas.openxmlformats.org/drawingml/2006/main" prst="roundRect">
            <a:avLst>
              <a:gd name="adj" fmla="val 1600"/>
            </a:avLst>
          </a:prstGeom>
          <a:solidFill xmlns:a="http://schemas.openxmlformats.org/drawingml/2006/main">
            <a:srgbClr val="F8FAFC"/>
          </a:solidFill>
          <a:ln xmlns:a="http://schemas.openxmlformats.org/drawingml/2006/main" w="14288">
            <a:solidFill>
              <a:srgbClr val="E2E8F0"/>
            </a:solidFill>
            <a:prstDash val="solid"/>
          </a:ln>
        </p:spPr>
      </p:sp>
      <p:sp>
        <p:nvSpPr>
          <p:cNvPr id="437710828" name="">
            <a:extLst xmlns:a="http://schemas.openxmlformats.org/drawingml/2006/main">
              <a:ext uri="{FF2B5EF4-FFF2-40B4-BE49-F238E27FC236}">
                <a16:creationId xmlns:a16="http://schemas.microsoft.com/office/drawing/2014/main" id="{8FE2E9D1-446E-43E9-A45D-6CC38C04068A}"/>
              </a:ext>
            </a:extLst>
          </p:cNvPr>
          <p:cNvSpPr>
            <a:spLocks xmlns:a="http://schemas.openxmlformats.org/drawingml/2006/main" noGrp="1"/>
          </p:cNvSpPr>
          <p:nvPr/>
        </p:nvSpPr>
        <p:spPr>
          <a:xfrm xmlns:a="http://schemas.openxmlformats.org/drawingml/2006/main">
            <a:off x="2381250" y="2952750"/>
            <a:ext cx="2000250" cy="857250"/>
          </a:xfrm>
          <a:prstGeom xmlns:a="http://schemas.openxmlformats.org/drawingml/2006/main" prst="roundRect">
            <a:avLst>
              <a:gd name="adj" fmla="val 13333"/>
            </a:avLst>
          </a:prstGeom>
          <a:solidFill xmlns:a="http://schemas.openxmlformats.org/drawingml/2006/main">
            <a:srgbClr val="E0F2FE"/>
          </a:solidFill>
          <a:ln xmlns:a="http://schemas.openxmlformats.org/drawingml/2006/main" w="14288">
            <a:solidFill>
              <a:srgbClr val="2563EB"/>
            </a:solid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0B0F19"/>
                </a:solidFill>
              </a:defRPr>
            </a:pPr>
            <a:r>
              <a:rPr sz="1650" b="1">
                <a:solidFill>
                  <a:srgbClr val="0B0F19"/>
                </a:solidFill>
              </a:rPr>
              <a:t>token vector</a:t>
            </a:r>
          </a:p>
        </p:txBody>
      </p:sp>
      <p:sp>
        <p:nvSpPr>
          <p:cNvPr id="1111010883" name="">
            <a:extLst xmlns:a="http://schemas.openxmlformats.org/drawingml/2006/main">
              <a:ext uri="{FF2B5EF4-FFF2-40B4-BE49-F238E27FC236}">
                <a16:creationId xmlns:a16="http://schemas.microsoft.com/office/drawing/2014/main" id="{C3B8975B-4434-49B3-A7D9-92E6A9F56790}"/>
              </a:ext>
            </a:extLst>
          </p:cNvPr>
          <p:cNvSpPr>
            <a:spLocks xmlns:a="http://schemas.openxmlformats.org/drawingml/2006/main" noGrp="1"/>
          </p:cNvSpPr>
          <p:nvPr/>
        </p:nvSpPr>
        <p:spPr>
          <a:xfrm xmlns:a="http://schemas.openxmlformats.org/drawingml/2006/main">
            <a:off x="4810125" y="3143250"/>
            <a:ext cx="38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3150" b="1">
                <a:solidFill>
                  <a:srgbClr val="0B0F19"/>
                </a:solidFill>
              </a:defRPr>
            </a:pPr>
            <a:r>
              <a:rPr sz="3150" b="1">
                <a:solidFill>
                  <a:srgbClr val="0B0F19"/>
                </a:solidFill>
              </a:rPr>
              <a:t>+</a:t>
            </a:r>
          </a:p>
        </p:txBody>
      </p:sp>
      <p:sp>
        <p:nvSpPr>
          <p:cNvPr id="1831606847" name="">
            <a:extLst xmlns:a="http://schemas.openxmlformats.org/drawingml/2006/main">
              <a:ext uri="{FF2B5EF4-FFF2-40B4-BE49-F238E27FC236}">
                <a16:creationId xmlns:a16="http://schemas.microsoft.com/office/drawing/2014/main" id="{C2E81118-997E-4507-A600-5FFBCD7A796C}"/>
              </a:ext>
            </a:extLst>
          </p:cNvPr>
          <p:cNvSpPr>
            <a:spLocks xmlns:a="http://schemas.openxmlformats.org/drawingml/2006/main" noGrp="1"/>
          </p:cNvSpPr>
          <p:nvPr/>
        </p:nvSpPr>
        <p:spPr>
          <a:xfrm xmlns:a="http://schemas.openxmlformats.org/drawingml/2006/main">
            <a:off x="5572125" y="2952750"/>
            <a:ext cx="2190750" cy="857250"/>
          </a:xfrm>
          <a:prstGeom xmlns:a="http://schemas.openxmlformats.org/drawingml/2006/main" prst="roundRect">
            <a:avLst>
              <a:gd name="adj" fmla="val 13333"/>
            </a:avLst>
          </a:prstGeom>
          <a:solidFill xmlns:a="http://schemas.openxmlformats.org/drawingml/2006/main">
            <a:srgbClr val="FEF3C7"/>
          </a:solidFill>
          <a:ln xmlns:a="http://schemas.openxmlformats.org/drawingml/2006/main" w="14288">
            <a:solidFill>
              <a:srgbClr val="F97316"/>
            </a:solid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0B0F19"/>
                </a:solidFill>
              </a:defRPr>
            </a:pPr>
            <a:r>
              <a:rPr sz="1650" b="1">
                <a:solidFill>
                  <a:srgbClr val="0B0F19"/>
                </a:solidFill>
              </a:rPr>
              <a:t>position vector</a:t>
            </a:r>
          </a:p>
        </p:txBody>
      </p:sp>
      <p:sp>
        <p:nvSpPr>
          <p:cNvPr id="1646324531" name="">
            <a:extLst xmlns:a="http://schemas.openxmlformats.org/drawingml/2006/main">
              <a:ext uri="{FF2B5EF4-FFF2-40B4-BE49-F238E27FC236}">
                <a16:creationId xmlns:a16="http://schemas.microsoft.com/office/drawing/2014/main" id="{60F9DA91-E4D8-44B1-94C2-BEEE3E9C6549}"/>
              </a:ext>
            </a:extLst>
          </p:cNvPr>
          <p:cNvSpPr>
            <a:spLocks xmlns:a="http://schemas.openxmlformats.org/drawingml/2006/main" noGrp="1"/>
          </p:cNvSpPr>
          <p:nvPr/>
        </p:nvSpPr>
        <p:spPr>
          <a:xfrm xmlns:a="http://schemas.openxmlformats.org/drawingml/2006/main">
            <a:off x="8096250" y="3143250"/>
            <a:ext cx="38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3150" b="1">
                <a:solidFill>
                  <a:srgbClr val="0B0F19"/>
                </a:solidFill>
              </a:defRPr>
            </a:pPr>
            <a:r>
              <a:rPr sz="3150" b="1">
                <a:solidFill>
                  <a:srgbClr val="0B0F19"/>
                </a:solidFill>
              </a:rPr>
              <a:t>=</a:t>
            </a:r>
          </a:p>
        </p:txBody>
      </p:sp>
      <p:sp>
        <p:nvSpPr>
          <p:cNvPr id="1489327303" name="">
            <a:extLst xmlns:a="http://schemas.openxmlformats.org/drawingml/2006/main">
              <a:ext uri="{FF2B5EF4-FFF2-40B4-BE49-F238E27FC236}">
                <a16:creationId xmlns:a16="http://schemas.microsoft.com/office/drawing/2014/main" id="{6BAA407A-B344-40D7-938C-A04266C8DBC0}"/>
              </a:ext>
            </a:extLst>
          </p:cNvPr>
          <p:cNvSpPr>
            <a:spLocks xmlns:a="http://schemas.openxmlformats.org/drawingml/2006/main" noGrp="1"/>
          </p:cNvSpPr>
          <p:nvPr/>
        </p:nvSpPr>
        <p:spPr>
          <a:xfrm xmlns:a="http://schemas.openxmlformats.org/drawingml/2006/main">
            <a:off x="8810625" y="2952750"/>
            <a:ext cx="2190750" cy="857250"/>
          </a:xfrm>
          <a:prstGeom xmlns:a="http://schemas.openxmlformats.org/drawingml/2006/main" prst="roundRect">
            <a:avLst>
              <a:gd name="adj" fmla="val 13333"/>
            </a:avLst>
          </a:prstGeom>
          <a:solidFill xmlns:a="http://schemas.openxmlformats.org/drawingml/2006/main">
            <a:srgbClr val="DCFCE7"/>
          </a:solidFill>
          <a:ln xmlns:a="http://schemas.openxmlformats.org/drawingml/2006/main" w="14288">
            <a:solidFill>
              <a:srgbClr val="10B981"/>
            </a:solid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0B0F19"/>
                </a:solidFill>
              </a:defRPr>
            </a:pPr>
            <a:r>
              <a:rPr sz="1650" b="1">
                <a:solidFill>
                  <a:srgbClr val="0B0F19"/>
                </a:solidFill>
              </a:rPr>
              <a:t>ordered meaning</a:t>
            </a:r>
          </a:p>
        </p:txBody>
      </p:sp>
      <p:sp>
        <p:nvSpPr>
          <p:cNvPr id="1229374657" name="">
            <a:extLst xmlns:a="http://schemas.openxmlformats.org/drawingml/2006/main">
              <a:ext uri="{FF2B5EF4-FFF2-40B4-BE49-F238E27FC236}">
                <a16:creationId xmlns:a16="http://schemas.microsoft.com/office/drawing/2014/main" id="{BDAB87F1-68D6-4BC5-805C-FEDFF46EABF4}"/>
              </a:ext>
            </a:extLst>
          </p:cNvPr>
          <p:cNvSpPr>
            <a:spLocks xmlns:a="http://schemas.openxmlformats.org/drawingml/2006/main" noGrp="1"/>
          </p:cNvSpPr>
          <p:nvPr/>
        </p:nvSpPr>
        <p:spPr>
          <a:xfrm xmlns:a="http://schemas.openxmlformats.org/drawingml/2006/main">
            <a:off x="11106150" y="628650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00" b="0">
                <a:solidFill>
                  <a:srgbClr val="667085"/>
                </a:solidFill>
              </a:defRPr>
            </a:pPr>
            <a:r>
              <a:rPr sz="1000" b="0">
                <a:solidFill>
                  <a:srgbClr val="667085"/>
                </a:solidFill>
              </a:rPr>
              <a:t>33</a:t>
            </a:r>
          </a:p>
        </p:txBody>
      </p:sp>
    </p:spTree>
    <p:extLst>
      <p:ext uri="{BB962C8B-B14F-4D97-AF65-F5344CB8AC3E}">
        <p14:creationId xmlns:p14="http://schemas.microsoft.com/office/powerpoint/2010/main" val="2065765339"/>
      </p:ext>
    </p:extLst>
  </p:cSld>
</p:sld>
</file>

<file path=ppt/slides/slide34.xml><?xml version="1.0" encoding="utf-8"?>
<p:sld xmlns:p="http://schemas.openxmlformats.org/presentationml/2006/main" showMasterSp="1">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44228021" name="">
            <a:extLst xmlns:a="http://schemas.openxmlformats.org/drawingml/2006/main">
              <a:ext uri="{FF2B5EF4-FFF2-40B4-BE49-F238E27FC236}">
                <a16:creationId xmlns:a16="http://schemas.microsoft.com/office/drawing/2014/main" id="{A64DC3D5-0925-49A3-B5E8-9C4EA66A9C5B}"/>
              </a:ext>
            </a:extLst>
          </p:cNvPr>
          <p:cNvSpPr>
            <a:spLocks xmlns:a="http://schemas.openxmlformats.org/drawingml/2006/main" noGrp="1"/>
          </p:cNvSpPr>
          <p:nvPr/>
        </p:nvSpPr>
        <p:spPr>
          <a:xfrm xmlns:a="http://schemas.openxmlformats.org/drawingml/2006/main">
            <a:off x="609600" y="32385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563EB"/>
                </a:solidFill>
              </a:defRPr>
            </a:pPr>
            <a:r>
              <a:rPr sz="1200" b="1">
                <a:solidFill>
                  <a:srgbClr val="2563EB"/>
                </a:solidFill>
              </a:rPr>
              <a:t>Block</a:t>
            </a:r>
          </a:p>
        </p:txBody>
      </p:sp>
      <p:sp>
        <p:nvSpPr>
          <p:cNvPr id="619868868" name="">
            <a:extLst xmlns:a="http://schemas.openxmlformats.org/drawingml/2006/main">
              <a:ext uri="{FF2B5EF4-FFF2-40B4-BE49-F238E27FC236}">
                <a16:creationId xmlns:a16="http://schemas.microsoft.com/office/drawing/2014/main" id="{741D34D7-8F93-43C9-AA3F-668C9DD40915}"/>
              </a:ext>
            </a:extLst>
          </p:cNvPr>
          <p:cNvSpPr>
            <a:spLocks xmlns:a="http://schemas.openxmlformats.org/drawingml/2006/main" noGrp="1"/>
          </p:cNvSpPr>
          <p:nvPr/>
        </p:nvSpPr>
        <p:spPr>
          <a:xfrm xmlns:a="http://schemas.openxmlformats.org/drawingml/2006/main">
            <a:off x="609600" y="590549"/>
            <a:ext cx="9334500" cy="5905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150" b="1">
                <a:solidFill>
                  <a:srgbClr val="0B0F19"/>
                </a:solidFill>
              </a:defRPr>
            </a:pPr>
            <a:r>
              <a:rPr sz="3150" b="1">
                <a:solidFill>
                  <a:srgbClr val="0B0F19"/>
                </a:solidFill>
              </a:rPr>
              <a:t>A Transformer block mixes and computes</a:t>
            </a:r>
          </a:p>
        </p:txBody>
      </p:sp>
      <p:sp>
        <p:nvSpPr>
          <p:cNvPr id="1987948613" name="">
            <a:extLst xmlns:a="http://schemas.openxmlformats.org/drawingml/2006/main">
              <a:ext uri="{FF2B5EF4-FFF2-40B4-BE49-F238E27FC236}">
                <a16:creationId xmlns:a16="http://schemas.microsoft.com/office/drawing/2014/main" id="{06A17D35-E335-4581-8C65-AE067FBE0843}"/>
              </a:ext>
            </a:extLst>
          </p:cNvPr>
          <p:cNvSpPr>
            <a:spLocks xmlns:a="http://schemas.openxmlformats.org/drawingml/2006/main" noGrp="1"/>
          </p:cNvSpPr>
          <p:nvPr/>
        </p:nvSpPr>
        <p:spPr>
          <a:xfrm xmlns:a="http://schemas.openxmlformats.org/drawingml/2006/main">
            <a:off x="609600" y="1352550"/>
            <a:ext cx="10972800" cy="4762500"/>
          </a:xfrm>
          <a:prstGeom xmlns:a="http://schemas.openxmlformats.org/drawingml/2006/main" prst="roundRect">
            <a:avLst>
              <a:gd name="adj" fmla="val 1600"/>
            </a:avLst>
          </a:prstGeom>
          <a:solidFill xmlns:a="http://schemas.openxmlformats.org/drawingml/2006/main">
            <a:srgbClr val="F8FAFC"/>
          </a:solidFill>
          <a:ln xmlns:a="http://schemas.openxmlformats.org/drawingml/2006/main" w="14288">
            <a:solidFill>
              <a:srgbClr val="E2E8F0"/>
            </a:solidFill>
            <a:prstDash val="solid"/>
          </a:ln>
        </p:spPr>
      </p:sp>
      <p:sp>
        <p:nvSpPr>
          <p:cNvPr id="1704183003" name="">
            <a:extLst xmlns:a="http://schemas.openxmlformats.org/drawingml/2006/main">
              <a:ext uri="{FF2B5EF4-FFF2-40B4-BE49-F238E27FC236}">
                <a16:creationId xmlns:a16="http://schemas.microsoft.com/office/drawing/2014/main" id="{CD5D54B9-DD07-4B13-9433-C9B65C5173E8}"/>
              </a:ext>
            </a:extLst>
          </p:cNvPr>
          <p:cNvSpPr>
            <a:spLocks xmlns:a="http://schemas.openxmlformats.org/drawingml/2006/main" noGrp="1"/>
          </p:cNvSpPr>
          <p:nvPr/>
        </p:nvSpPr>
        <p:spPr>
          <a:xfrm xmlns:a="http://schemas.openxmlformats.org/drawingml/2006/main">
            <a:off x="2000250" y="4619625"/>
            <a:ext cx="1619250" cy="514350"/>
          </a:xfrm>
          <a:prstGeom xmlns:a="http://schemas.openxmlformats.org/drawingml/2006/main" prst="roundRect">
            <a:avLst>
              <a:gd name="adj" fmla="val 22222"/>
            </a:avLst>
          </a:prstGeom>
          <a:solidFill xmlns:a="http://schemas.openxmlformats.org/drawingml/2006/main">
            <a:srgbClr val="FFFFFF"/>
          </a:solidFill>
          <a:ln xmlns:a="http://schemas.openxmlformats.org/drawingml/2006/main" w="14288">
            <a:solidFill>
              <a:srgbClr val="CBD5E1"/>
            </a:solid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0B0F19"/>
                </a:solidFill>
              </a:defRPr>
            </a:pPr>
            <a:r>
              <a:rPr sz="1650" b="1">
                <a:solidFill>
                  <a:srgbClr val="0B0F19"/>
                </a:solidFill>
              </a:rPr>
              <a:t>input</a:t>
            </a:r>
          </a:p>
        </p:txBody>
      </p:sp>
      <p:sp>
        <p:nvSpPr>
          <p:cNvPr id="2064136096" name="">
            <a:extLst xmlns:a="http://schemas.openxmlformats.org/drawingml/2006/main">
              <a:ext uri="{FF2B5EF4-FFF2-40B4-BE49-F238E27FC236}">
                <a16:creationId xmlns:a16="http://schemas.microsoft.com/office/drawing/2014/main" id="{13DAFD89-0E5A-4B59-8086-79EB4996910F}"/>
              </a:ext>
            </a:extLst>
          </p:cNvPr>
          <p:cNvSpPr>
            <a:spLocks xmlns:a="http://schemas.openxmlformats.org/drawingml/2006/main" noGrp="1"/>
          </p:cNvSpPr>
          <p:nvPr/>
        </p:nvSpPr>
        <p:spPr>
          <a:xfrm xmlns:a="http://schemas.openxmlformats.org/drawingml/2006/main">
            <a:off x="4238625" y="3857625"/>
            <a:ext cx="2476500" cy="762000"/>
          </a:xfrm>
          <a:prstGeom xmlns:a="http://schemas.openxmlformats.org/drawingml/2006/main" prst="roundRect">
            <a:avLst>
              <a:gd name="adj" fmla="val 15000"/>
            </a:avLst>
          </a:prstGeom>
          <a:solidFill xmlns:a="http://schemas.openxmlformats.org/drawingml/2006/main">
            <a:srgbClr val="E0F2FE"/>
          </a:solidFill>
          <a:ln xmlns:a="http://schemas.openxmlformats.org/drawingml/2006/main" w="14288">
            <a:solidFill>
              <a:srgbClr val="2563EB"/>
            </a:solidFill>
            <a:prstDash val="solid"/>
          </a:ln>
        </p:spPr>
        <p:txBody>
          <a:bodyPr xmlns:a="http://schemas.openxmlformats.org/drawingml/2006/main"/>
          <a:lstStyle xmlns:a="http://schemas.openxmlformats.org/drawingml/2006/main"/>
          <a:p xmlns:a="http://schemas.openxmlformats.org/drawingml/2006/main">
            <a:pPr algn="ctr">
              <a:buNone/>
              <a:defRPr sz="1950" b="1">
                <a:solidFill>
                  <a:srgbClr val="0B0F19"/>
                </a:solidFill>
              </a:defRPr>
            </a:pPr>
            <a:r>
              <a:rPr sz="1950" b="1">
                <a:solidFill>
                  <a:srgbClr val="0B0F19"/>
                </a:solidFill>
              </a:rPr>
              <a:t>self-attention</a:t>
            </a:r>
          </a:p>
        </p:txBody>
      </p:sp>
      <p:sp>
        <p:nvSpPr>
          <p:cNvPr id="1859104579" name="">
            <a:extLst xmlns:a="http://schemas.openxmlformats.org/drawingml/2006/main">
              <a:ext uri="{FF2B5EF4-FFF2-40B4-BE49-F238E27FC236}">
                <a16:creationId xmlns:a16="http://schemas.microsoft.com/office/drawing/2014/main" id="{FD98BA5B-D9B3-4A14-9405-BC7AF92F923B}"/>
              </a:ext>
            </a:extLst>
          </p:cNvPr>
          <p:cNvSpPr>
            <a:spLocks xmlns:a="http://schemas.openxmlformats.org/drawingml/2006/main" noGrp="1"/>
          </p:cNvSpPr>
          <p:nvPr/>
        </p:nvSpPr>
        <p:spPr>
          <a:xfrm xmlns:a="http://schemas.openxmlformats.org/drawingml/2006/main">
            <a:off x="7381875" y="2714625"/>
            <a:ext cx="2476500" cy="762000"/>
          </a:xfrm>
          <a:prstGeom xmlns:a="http://schemas.openxmlformats.org/drawingml/2006/main" prst="roundRect">
            <a:avLst>
              <a:gd name="adj" fmla="val 15000"/>
            </a:avLst>
          </a:prstGeom>
          <a:solidFill xmlns:a="http://schemas.openxmlformats.org/drawingml/2006/main">
            <a:srgbClr val="DCFCE7"/>
          </a:solidFill>
          <a:ln xmlns:a="http://schemas.openxmlformats.org/drawingml/2006/main" w="14288">
            <a:solidFill>
              <a:srgbClr val="10B981"/>
            </a:solidFill>
            <a:prstDash val="solid"/>
          </a:ln>
        </p:spPr>
        <p:txBody>
          <a:bodyPr xmlns:a="http://schemas.openxmlformats.org/drawingml/2006/main"/>
          <a:lstStyle xmlns:a="http://schemas.openxmlformats.org/drawingml/2006/main"/>
          <a:p xmlns:a="http://schemas.openxmlformats.org/drawingml/2006/main">
            <a:pPr algn="ctr">
              <a:buNone/>
              <a:defRPr sz="1950" b="1">
                <a:solidFill>
                  <a:srgbClr val="0B0F19"/>
                </a:solidFill>
              </a:defRPr>
            </a:pPr>
            <a:r>
              <a:rPr sz="1950" b="1">
                <a:solidFill>
                  <a:srgbClr val="0B0F19"/>
                </a:solidFill>
              </a:rPr>
              <a:t>feed-forward</a:t>
            </a:r>
          </a:p>
        </p:txBody>
      </p:sp>
      <p:sp>
        <p:nvSpPr>
          <p:cNvPr id="1016569498" name="">
            <a:extLst xmlns:a="http://schemas.openxmlformats.org/drawingml/2006/main">
              <a:ext uri="{FF2B5EF4-FFF2-40B4-BE49-F238E27FC236}">
                <a16:creationId xmlns:a16="http://schemas.microsoft.com/office/drawing/2014/main" id="{3675C68F-E78F-47E6-80B9-15B58091958F}"/>
              </a:ext>
            </a:extLst>
          </p:cNvPr>
          <p:cNvSpPr>
            <a:spLocks xmlns:a="http://schemas.openxmlformats.org/drawingml/2006/main" noGrp="1"/>
          </p:cNvSpPr>
          <p:nvPr/>
        </p:nvSpPr>
        <p:spPr>
          <a:xfrm xmlns:a="http://schemas.openxmlformats.org/drawingml/2006/main">
            <a:off x="8715375" y="1809750"/>
            <a:ext cx="1619250" cy="514350"/>
          </a:xfrm>
          <a:prstGeom xmlns:a="http://schemas.openxmlformats.org/drawingml/2006/main" prst="roundRect">
            <a:avLst>
              <a:gd name="adj" fmla="val 22222"/>
            </a:avLst>
          </a:prstGeom>
          <a:solidFill xmlns:a="http://schemas.openxmlformats.org/drawingml/2006/main">
            <a:srgbClr val="FFFFFF"/>
          </a:solidFill>
          <a:ln xmlns:a="http://schemas.openxmlformats.org/drawingml/2006/main" w="14288">
            <a:solidFill>
              <a:srgbClr val="CBD5E1"/>
            </a:solid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0B0F19"/>
                </a:solidFill>
              </a:defRPr>
            </a:pPr>
            <a:r>
              <a:rPr sz="1650" b="1">
                <a:solidFill>
                  <a:srgbClr val="0B0F19"/>
                </a:solidFill>
              </a:rPr>
              <a:t>output</a:t>
            </a:r>
          </a:p>
        </p:txBody>
      </p:sp>
      <p:sp>
        <p:nvSpPr>
          <p:cNvPr id="94601082" name="">
            <a:extLst xmlns:a="http://schemas.openxmlformats.org/drawingml/2006/main">
              <a:ext uri="{FF2B5EF4-FFF2-40B4-BE49-F238E27FC236}">
                <a16:creationId xmlns:a16="http://schemas.microsoft.com/office/drawing/2014/main" id="{3B474B8A-9F43-445F-9AFE-47046238D172}"/>
              </a:ext>
            </a:extLst>
          </p:cNvPr>
          <p:cNvSpPr>
            <a:spLocks xmlns:a="http://schemas.openxmlformats.org/drawingml/2006/main" noGrp="1"/>
          </p:cNvSpPr>
          <p:nvPr/>
        </p:nvSpPr>
        <p:spPr>
          <a:xfrm xmlns:a="http://schemas.openxmlformats.org/drawingml/2006/main">
            <a:off x="3619500" y="4238625"/>
            <a:ext cx="619125" cy="638175"/>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1000744927" name="">
            <a:extLst xmlns:a="http://schemas.openxmlformats.org/drawingml/2006/main">
              <a:ext uri="{FF2B5EF4-FFF2-40B4-BE49-F238E27FC236}">
                <a16:creationId xmlns:a16="http://schemas.microsoft.com/office/drawing/2014/main" id="{7F4C27DB-7A18-46FD-A4E2-9359BABD3C7D}"/>
              </a:ext>
            </a:extLst>
          </p:cNvPr>
          <p:cNvSpPr>
            <a:spLocks xmlns:a="http://schemas.openxmlformats.org/drawingml/2006/main" noGrp="1"/>
          </p:cNvSpPr>
          <p:nvPr/>
        </p:nvSpPr>
        <p:spPr>
          <a:xfrm xmlns:a="http://schemas.openxmlformats.org/drawingml/2006/main">
            <a:off x="6715125" y="3095625"/>
            <a:ext cx="666750" cy="1143000"/>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781772781" name="">
            <a:extLst xmlns:a="http://schemas.openxmlformats.org/drawingml/2006/main">
              <a:ext uri="{FF2B5EF4-FFF2-40B4-BE49-F238E27FC236}">
                <a16:creationId xmlns:a16="http://schemas.microsoft.com/office/drawing/2014/main" id="{F1E1106E-EB6E-4447-B8DA-EB7B7BBFE41F}"/>
              </a:ext>
            </a:extLst>
          </p:cNvPr>
          <p:cNvSpPr>
            <a:spLocks xmlns:a="http://schemas.openxmlformats.org/drawingml/2006/main" noGrp="1"/>
          </p:cNvSpPr>
          <p:nvPr/>
        </p:nvSpPr>
        <p:spPr>
          <a:xfrm xmlns:a="http://schemas.openxmlformats.org/drawingml/2006/main">
            <a:off x="9525000" y="2333625"/>
            <a:ext cx="333375" cy="762000"/>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1007733504" name="">
            <a:extLst xmlns:a="http://schemas.openxmlformats.org/drawingml/2006/main">
              <a:ext uri="{FF2B5EF4-FFF2-40B4-BE49-F238E27FC236}">
                <a16:creationId xmlns:a16="http://schemas.microsoft.com/office/drawing/2014/main" id="{A8483003-9627-4811-9342-9E410B589574}"/>
              </a:ext>
            </a:extLst>
          </p:cNvPr>
          <p:cNvSpPr>
            <a:spLocks xmlns:a="http://schemas.openxmlformats.org/drawingml/2006/main" noGrp="1"/>
          </p:cNvSpPr>
          <p:nvPr/>
        </p:nvSpPr>
        <p:spPr>
          <a:xfrm xmlns:a="http://schemas.openxmlformats.org/drawingml/2006/main">
            <a:off x="3714750" y="528637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900" b="1">
                <a:solidFill>
                  <a:srgbClr val="667085"/>
                </a:solidFill>
              </a:defRPr>
            </a:pPr>
            <a:r>
              <a:rPr sz="1900" b="1">
                <a:solidFill>
                  <a:srgbClr val="667085"/>
                </a:solidFill>
              </a:rPr>
              <a:t>residual + norm around each step</a:t>
            </a:r>
          </a:p>
        </p:txBody>
      </p:sp>
      <p:sp>
        <p:nvSpPr>
          <p:cNvPr id="1520419496" name="">
            <a:extLst xmlns:a="http://schemas.openxmlformats.org/drawingml/2006/main">
              <a:ext uri="{FF2B5EF4-FFF2-40B4-BE49-F238E27FC236}">
                <a16:creationId xmlns:a16="http://schemas.microsoft.com/office/drawing/2014/main" id="{D956CCC1-7A97-48C0-9343-55F6131622C3}"/>
              </a:ext>
            </a:extLst>
          </p:cNvPr>
          <p:cNvSpPr>
            <a:spLocks xmlns:a="http://schemas.openxmlformats.org/drawingml/2006/main" noGrp="1"/>
          </p:cNvSpPr>
          <p:nvPr/>
        </p:nvSpPr>
        <p:spPr>
          <a:xfrm xmlns:a="http://schemas.openxmlformats.org/drawingml/2006/main">
            <a:off x="11106150" y="628650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00" b="0">
                <a:solidFill>
                  <a:srgbClr val="667085"/>
                </a:solidFill>
              </a:defRPr>
            </a:pPr>
            <a:r>
              <a:rPr sz="1000" b="0">
                <a:solidFill>
                  <a:srgbClr val="667085"/>
                </a:solidFill>
              </a:rPr>
              <a:t>34</a:t>
            </a:r>
          </a:p>
        </p:txBody>
      </p:sp>
    </p:spTree>
    <p:extLst>
      <p:ext uri="{BB962C8B-B14F-4D97-AF65-F5344CB8AC3E}">
        <p14:creationId xmlns:p14="http://schemas.microsoft.com/office/powerpoint/2010/main" val="458622812"/>
      </p:ext>
    </p:extLst>
  </p:cSld>
</p:sld>
</file>

<file path=ppt/slides/slide35.xml><?xml version="1.0" encoding="utf-8"?>
<p:sld xmlns:p="http://schemas.openxmlformats.org/presentationml/2006/main" showMasterSp="1">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60349466" name="">
            <a:extLst xmlns:a="http://schemas.openxmlformats.org/drawingml/2006/main">
              <a:ext uri="{FF2B5EF4-FFF2-40B4-BE49-F238E27FC236}">
                <a16:creationId xmlns:a16="http://schemas.microsoft.com/office/drawing/2014/main" id="{17DC390E-E266-40E7-8C7E-A59B4DE14FD5}"/>
              </a:ext>
            </a:extLst>
          </p:cNvPr>
          <p:cNvSpPr>
            <a:spLocks xmlns:a="http://schemas.openxmlformats.org/drawingml/2006/main" noGrp="1"/>
          </p:cNvSpPr>
          <p:nvPr/>
        </p:nvSpPr>
        <p:spPr>
          <a:xfrm xmlns:a="http://schemas.openxmlformats.org/drawingml/2006/main">
            <a:off x="609600" y="32385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563EB"/>
                </a:solidFill>
              </a:defRPr>
            </a:pPr>
            <a:r>
              <a:rPr sz="1200" b="1">
                <a:solidFill>
                  <a:srgbClr val="2563EB"/>
                </a:solidFill>
              </a:rPr>
              <a:t>Encoder</a:t>
            </a:r>
          </a:p>
        </p:txBody>
      </p:sp>
      <p:sp>
        <p:nvSpPr>
          <p:cNvPr id="1379853288" name="">
            <a:extLst xmlns:a="http://schemas.openxmlformats.org/drawingml/2006/main">
              <a:ext uri="{FF2B5EF4-FFF2-40B4-BE49-F238E27FC236}">
                <a16:creationId xmlns:a16="http://schemas.microsoft.com/office/drawing/2014/main" id="{E99ACC2A-B0B6-4641-A174-7547394C4768}"/>
              </a:ext>
            </a:extLst>
          </p:cNvPr>
          <p:cNvSpPr>
            <a:spLocks xmlns:a="http://schemas.openxmlformats.org/drawingml/2006/main" noGrp="1"/>
          </p:cNvSpPr>
          <p:nvPr/>
        </p:nvSpPr>
        <p:spPr>
          <a:xfrm xmlns:a="http://schemas.openxmlformats.org/drawingml/2006/main">
            <a:off x="609600" y="590549"/>
            <a:ext cx="9334500" cy="5905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150" b="1">
                <a:solidFill>
                  <a:srgbClr val="0B0F19"/>
                </a:solidFill>
              </a:defRPr>
            </a:pPr>
            <a:r>
              <a:rPr sz="3150" b="1">
                <a:solidFill>
                  <a:srgbClr val="0B0F19"/>
                </a:solidFill>
              </a:rPr>
              <a:t>The encoder reads the whole input</a:t>
            </a:r>
          </a:p>
        </p:txBody>
      </p:sp>
      <p:sp>
        <p:nvSpPr>
          <p:cNvPr id="1919655131" name="">
            <a:extLst xmlns:a="http://schemas.openxmlformats.org/drawingml/2006/main">
              <a:ext uri="{FF2B5EF4-FFF2-40B4-BE49-F238E27FC236}">
                <a16:creationId xmlns:a16="http://schemas.microsoft.com/office/drawing/2014/main" id="{BE85DE04-03EA-40C1-9667-4FD986684747}"/>
              </a:ext>
            </a:extLst>
          </p:cNvPr>
          <p:cNvSpPr>
            <a:spLocks xmlns:a="http://schemas.openxmlformats.org/drawingml/2006/main" noGrp="1"/>
          </p:cNvSpPr>
          <p:nvPr/>
        </p:nvSpPr>
        <p:spPr>
          <a:xfrm xmlns:a="http://schemas.openxmlformats.org/drawingml/2006/main">
            <a:off x="609600" y="1352550"/>
            <a:ext cx="10972800" cy="4762500"/>
          </a:xfrm>
          <a:prstGeom xmlns:a="http://schemas.openxmlformats.org/drawingml/2006/main" prst="roundRect">
            <a:avLst>
              <a:gd name="adj" fmla="val 1600"/>
            </a:avLst>
          </a:prstGeom>
          <a:solidFill xmlns:a="http://schemas.openxmlformats.org/drawingml/2006/main">
            <a:srgbClr val="F8FAFC"/>
          </a:solidFill>
          <a:ln xmlns:a="http://schemas.openxmlformats.org/drawingml/2006/main" w="14288">
            <a:solidFill>
              <a:srgbClr val="E2E8F0"/>
            </a:solidFill>
            <a:prstDash val="solid"/>
          </a:ln>
        </p:spPr>
      </p:sp>
      <p:sp>
        <p:nvSpPr>
          <p:cNvPr id="1257118694" name="">
            <a:extLst xmlns:a="http://schemas.openxmlformats.org/drawingml/2006/main">
              <a:ext uri="{FF2B5EF4-FFF2-40B4-BE49-F238E27FC236}">
                <a16:creationId xmlns:a16="http://schemas.microsoft.com/office/drawing/2014/main" id="{6A42F4CE-6905-495C-B024-AD94492BB458}"/>
              </a:ext>
            </a:extLst>
          </p:cNvPr>
          <p:cNvSpPr>
            <a:spLocks xmlns:a="http://schemas.openxmlformats.org/drawingml/2006/main" noGrp="1"/>
          </p:cNvSpPr>
          <p:nvPr/>
        </p:nvSpPr>
        <p:spPr>
          <a:xfrm xmlns:a="http://schemas.openxmlformats.org/drawingml/2006/main">
            <a:off x="1333500" y="4953000"/>
            <a:ext cx="914400" cy="476250"/>
          </a:xfrm>
          <a:prstGeom xmlns:a="http://schemas.openxmlformats.org/drawingml/2006/main" prst="roundRect">
            <a:avLst>
              <a:gd name="adj" fmla="val 24000"/>
            </a:avLst>
          </a:prstGeom>
          <a:solidFill xmlns:a="http://schemas.openxmlformats.org/drawingml/2006/main">
            <a:srgbClr val="FFFFFF"/>
          </a:solidFill>
          <a:ln xmlns:a="http://schemas.openxmlformats.org/drawingml/2006/main" w="14288">
            <a:solidFill>
              <a:srgbClr val="CBD5E1"/>
            </a:solid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0B0F19"/>
                </a:solidFill>
              </a:defRPr>
            </a:pPr>
            <a:r>
              <a:rPr sz="1350" b="1">
                <a:solidFill>
                  <a:srgbClr val="0B0F19"/>
                </a:solidFill>
              </a:rPr>
              <a:t>I</a:t>
            </a:r>
          </a:p>
        </p:txBody>
      </p:sp>
      <p:sp>
        <p:nvSpPr>
          <p:cNvPr id="139886070" name="">
            <a:extLst xmlns:a="http://schemas.openxmlformats.org/drawingml/2006/main">
              <a:ext uri="{FF2B5EF4-FFF2-40B4-BE49-F238E27FC236}">
                <a16:creationId xmlns:a16="http://schemas.microsoft.com/office/drawing/2014/main" id="{7D246E5D-7AE0-428C-982C-67D2F3EFC70F}"/>
              </a:ext>
            </a:extLst>
          </p:cNvPr>
          <p:cNvSpPr>
            <a:spLocks xmlns:a="http://schemas.openxmlformats.org/drawingml/2006/main" noGrp="1"/>
          </p:cNvSpPr>
          <p:nvPr/>
        </p:nvSpPr>
        <p:spPr>
          <a:xfrm xmlns:a="http://schemas.openxmlformats.org/drawingml/2006/main">
            <a:off x="2628900" y="4953000"/>
            <a:ext cx="914400" cy="476250"/>
          </a:xfrm>
          <a:prstGeom xmlns:a="http://schemas.openxmlformats.org/drawingml/2006/main" prst="roundRect">
            <a:avLst>
              <a:gd name="adj" fmla="val 24000"/>
            </a:avLst>
          </a:prstGeom>
          <a:solidFill xmlns:a="http://schemas.openxmlformats.org/drawingml/2006/main">
            <a:srgbClr val="FFFFFF"/>
          </a:solidFill>
          <a:ln xmlns:a="http://schemas.openxmlformats.org/drawingml/2006/main" w="14288">
            <a:solidFill>
              <a:srgbClr val="CBD5E1"/>
            </a:solid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0B0F19"/>
                </a:solidFill>
              </a:defRPr>
            </a:pPr>
            <a:r>
              <a:rPr sz="1350" b="1">
                <a:solidFill>
                  <a:srgbClr val="0B0F19"/>
                </a:solidFill>
              </a:rPr>
              <a:t>love</a:t>
            </a:r>
          </a:p>
        </p:txBody>
      </p:sp>
      <p:sp>
        <p:nvSpPr>
          <p:cNvPr id="1995249495" name="">
            <a:extLst xmlns:a="http://schemas.openxmlformats.org/drawingml/2006/main">
              <a:ext uri="{FF2B5EF4-FFF2-40B4-BE49-F238E27FC236}">
                <a16:creationId xmlns:a16="http://schemas.microsoft.com/office/drawing/2014/main" id="{6AB802C3-6906-4C41-9C23-A996E2B301A2}"/>
              </a:ext>
            </a:extLst>
          </p:cNvPr>
          <p:cNvSpPr>
            <a:spLocks xmlns:a="http://schemas.openxmlformats.org/drawingml/2006/main" noGrp="1"/>
          </p:cNvSpPr>
          <p:nvPr/>
        </p:nvSpPr>
        <p:spPr>
          <a:xfrm xmlns:a="http://schemas.openxmlformats.org/drawingml/2006/main">
            <a:off x="3924300" y="4953000"/>
            <a:ext cx="914400" cy="476250"/>
          </a:xfrm>
          <a:prstGeom xmlns:a="http://schemas.openxmlformats.org/drawingml/2006/main" prst="roundRect">
            <a:avLst>
              <a:gd name="adj" fmla="val 24000"/>
            </a:avLst>
          </a:prstGeom>
          <a:solidFill xmlns:a="http://schemas.openxmlformats.org/drawingml/2006/main">
            <a:srgbClr val="FFFFFF"/>
          </a:solidFill>
          <a:ln xmlns:a="http://schemas.openxmlformats.org/drawingml/2006/main" w="14288">
            <a:solidFill>
              <a:srgbClr val="CBD5E1"/>
            </a:solid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0B0F19"/>
                </a:solidFill>
              </a:defRPr>
            </a:pPr>
            <a:r>
              <a:rPr sz="1350" b="1">
                <a:solidFill>
                  <a:srgbClr val="0B0F19"/>
                </a:solidFill>
              </a:rPr>
              <a:t>machine</a:t>
            </a:r>
          </a:p>
        </p:txBody>
      </p:sp>
      <p:sp>
        <p:nvSpPr>
          <p:cNvPr id="486029297" name="">
            <a:extLst xmlns:a="http://schemas.openxmlformats.org/drawingml/2006/main">
              <a:ext uri="{FF2B5EF4-FFF2-40B4-BE49-F238E27FC236}">
                <a16:creationId xmlns:a16="http://schemas.microsoft.com/office/drawing/2014/main" id="{BF300A57-BA44-4E4B-8D94-B2807D288CA2}"/>
              </a:ext>
            </a:extLst>
          </p:cNvPr>
          <p:cNvSpPr>
            <a:spLocks xmlns:a="http://schemas.openxmlformats.org/drawingml/2006/main" noGrp="1"/>
          </p:cNvSpPr>
          <p:nvPr/>
        </p:nvSpPr>
        <p:spPr>
          <a:xfrm xmlns:a="http://schemas.openxmlformats.org/drawingml/2006/main">
            <a:off x="5219700" y="4953000"/>
            <a:ext cx="1219200" cy="476250"/>
          </a:xfrm>
          <a:prstGeom xmlns:a="http://schemas.openxmlformats.org/drawingml/2006/main" prst="roundRect">
            <a:avLst>
              <a:gd name="adj" fmla="val 24000"/>
            </a:avLst>
          </a:prstGeom>
          <a:solidFill xmlns:a="http://schemas.openxmlformats.org/drawingml/2006/main">
            <a:srgbClr val="FFFFFF"/>
          </a:solidFill>
          <a:ln xmlns:a="http://schemas.openxmlformats.org/drawingml/2006/main" w="14288">
            <a:solidFill>
              <a:srgbClr val="CBD5E1"/>
            </a:solidFill>
            <a:prstDash val="solid"/>
          </a:ln>
        </p:spPr>
        <p:txBody>
          <a:bodyPr xmlns:a="http://schemas.openxmlformats.org/drawingml/2006/main"/>
          <a:lstStyle xmlns:a="http://schemas.openxmlformats.org/drawingml/2006/main"/>
          <a:p xmlns:a="http://schemas.openxmlformats.org/drawingml/2006/main">
            <a:pPr algn="ctr">
              <a:buNone/>
              <a:defRPr sz="1300" b="1">
                <a:solidFill>
                  <a:srgbClr val="0B0F19"/>
                </a:solidFill>
              </a:defRPr>
            </a:pPr>
            <a:r>
              <a:rPr sz="1300" b="1">
                <a:solidFill>
                  <a:srgbClr val="0B0F19"/>
                </a:solidFill>
              </a:rPr>
              <a:t>learning</a:t>
            </a:r>
          </a:p>
        </p:txBody>
      </p:sp>
      <p:sp>
        <p:nvSpPr>
          <p:cNvPr id="2009773559" name="">
            <a:extLst xmlns:a="http://schemas.openxmlformats.org/drawingml/2006/main">
              <a:ext uri="{FF2B5EF4-FFF2-40B4-BE49-F238E27FC236}">
                <a16:creationId xmlns:a16="http://schemas.microsoft.com/office/drawing/2014/main" id="{0DD4AF6D-45A3-4B37-9B1E-DAEC08872537}"/>
              </a:ext>
            </a:extLst>
          </p:cNvPr>
          <p:cNvSpPr>
            <a:spLocks xmlns:a="http://schemas.openxmlformats.org/drawingml/2006/main" noGrp="1"/>
          </p:cNvSpPr>
          <p:nvPr/>
        </p:nvSpPr>
        <p:spPr>
          <a:xfrm xmlns:a="http://schemas.openxmlformats.org/drawingml/2006/main">
            <a:off x="6477000" y="3905250"/>
            <a:ext cx="2476500" cy="666750"/>
          </a:xfrm>
          <a:prstGeom xmlns:a="http://schemas.openxmlformats.org/drawingml/2006/main" prst="roundRect">
            <a:avLst>
              <a:gd name="adj" fmla="val 17143"/>
            </a:avLst>
          </a:prstGeom>
          <a:solidFill xmlns:a="http://schemas.openxmlformats.org/drawingml/2006/main">
            <a:srgbClr val="FFFFFF"/>
          </a:solidFill>
          <a:ln xmlns:a="http://schemas.openxmlformats.org/drawingml/2006/main" w="14288">
            <a:solidFill>
              <a:srgbClr val="2563EB"/>
            </a:solidFill>
            <a:prstDash val="solid"/>
          </a:ln>
        </p:spPr>
        <p:txBody>
          <a:bodyPr xmlns:a="http://schemas.openxmlformats.org/drawingml/2006/main"/>
          <a:lstStyle xmlns:a="http://schemas.openxmlformats.org/drawingml/2006/main"/>
          <a:p xmlns:a="http://schemas.openxmlformats.org/drawingml/2006/main">
            <a:pPr algn="ctr">
              <a:buNone/>
              <a:defRPr sz="1800" b="1">
                <a:solidFill>
                  <a:srgbClr val="0B0F19"/>
                </a:solidFill>
              </a:defRPr>
            </a:pPr>
            <a:r>
              <a:rPr sz="1800" b="1">
                <a:solidFill>
                  <a:srgbClr val="0B0F19"/>
                </a:solidFill>
              </a:rPr>
              <a:t>encoder 1</a:t>
            </a:r>
          </a:p>
        </p:txBody>
      </p:sp>
      <p:sp>
        <p:nvSpPr>
          <p:cNvPr id="607891529" name="">
            <a:extLst xmlns:a="http://schemas.openxmlformats.org/drawingml/2006/main">
              <a:ext uri="{FF2B5EF4-FFF2-40B4-BE49-F238E27FC236}">
                <a16:creationId xmlns:a16="http://schemas.microsoft.com/office/drawing/2014/main" id="{A5F60DB9-0E4E-4F23-9323-EF7F45D039BE}"/>
              </a:ext>
            </a:extLst>
          </p:cNvPr>
          <p:cNvSpPr>
            <a:spLocks xmlns:a="http://schemas.openxmlformats.org/drawingml/2006/main" noGrp="1"/>
          </p:cNvSpPr>
          <p:nvPr/>
        </p:nvSpPr>
        <p:spPr>
          <a:xfrm xmlns:a="http://schemas.openxmlformats.org/drawingml/2006/main">
            <a:off x="6477000" y="3143250"/>
            <a:ext cx="2476500" cy="666750"/>
          </a:xfrm>
          <a:prstGeom xmlns:a="http://schemas.openxmlformats.org/drawingml/2006/main" prst="roundRect">
            <a:avLst>
              <a:gd name="adj" fmla="val 17143"/>
            </a:avLst>
          </a:prstGeom>
          <a:solidFill xmlns:a="http://schemas.openxmlformats.org/drawingml/2006/main">
            <a:srgbClr val="E0F2FE"/>
          </a:solidFill>
          <a:ln xmlns:a="http://schemas.openxmlformats.org/drawingml/2006/main" w="14288">
            <a:solidFill>
              <a:srgbClr val="2563EB"/>
            </a:solidFill>
            <a:prstDash val="solid"/>
          </a:ln>
        </p:spPr>
        <p:txBody>
          <a:bodyPr xmlns:a="http://schemas.openxmlformats.org/drawingml/2006/main"/>
          <a:lstStyle xmlns:a="http://schemas.openxmlformats.org/drawingml/2006/main"/>
          <a:p xmlns:a="http://schemas.openxmlformats.org/drawingml/2006/main">
            <a:pPr algn="ctr">
              <a:buNone/>
              <a:defRPr sz="1800" b="1">
                <a:solidFill>
                  <a:srgbClr val="0B0F19"/>
                </a:solidFill>
              </a:defRPr>
            </a:pPr>
            <a:r>
              <a:rPr sz="1800" b="1">
                <a:solidFill>
                  <a:srgbClr val="0B0F19"/>
                </a:solidFill>
              </a:rPr>
              <a:t>encoder 2</a:t>
            </a:r>
          </a:p>
        </p:txBody>
      </p:sp>
      <p:sp>
        <p:nvSpPr>
          <p:cNvPr id="1953501825" name="">
            <a:extLst xmlns:a="http://schemas.openxmlformats.org/drawingml/2006/main">
              <a:ext uri="{FF2B5EF4-FFF2-40B4-BE49-F238E27FC236}">
                <a16:creationId xmlns:a16="http://schemas.microsoft.com/office/drawing/2014/main" id="{02993B23-04F6-455A-8B3B-6B1721FE5E3E}"/>
              </a:ext>
            </a:extLst>
          </p:cNvPr>
          <p:cNvSpPr>
            <a:spLocks xmlns:a="http://schemas.openxmlformats.org/drawingml/2006/main" noGrp="1"/>
          </p:cNvSpPr>
          <p:nvPr/>
        </p:nvSpPr>
        <p:spPr>
          <a:xfrm xmlns:a="http://schemas.openxmlformats.org/drawingml/2006/main">
            <a:off x="6477000" y="2381250"/>
            <a:ext cx="2476500" cy="666750"/>
          </a:xfrm>
          <a:prstGeom xmlns:a="http://schemas.openxmlformats.org/drawingml/2006/main" prst="roundRect">
            <a:avLst>
              <a:gd name="adj" fmla="val 17143"/>
            </a:avLst>
          </a:prstGeom>
          <a:solidFill xmlns:a="http://schemas.openxmlformats.org/drawingml/2006/main">
            <a:srgbClr val="FFFFFF"/>
          </a:solidFill>
          <a:ln xmlns:a="http://schemas.openxmlformats.org/drawingml/2006/main" w="14288">
            <a:solidFill>
              <a:srgbClr val="2563EB"/>
            </a:solidFill>
            <a:prstDash val="solid"/>
          </a:ln>
        </p:spPr>
        <p:txBody>
          <a:bodyPr xmlns:a="http://schemas.openxmlformats.org/drawingml/2006/main"/>
          <a:lstStyle xmlns:a="http://schemas.openxmlformats.org/drawingml/2006/main"/>
          <a:p xmlns:a="http://schemas.openxmlformats.org/drawingml/2006/main">
            <a:pPr algn="ctr">
              <a:buNone/>
              <a:defRPr sz="1800" b="1">
                <a:solidFill>
                  <a:srgbClr val="0B0F19"/>
                </a:solidFill>
              </a:defRPr>
            </a:pPr>
            <a:r>
              <a:rPr sz="1800" b="1">
                <a:solidFill>
                  <a:srgbClr val="0B0F19"/>
                </a:solidFill>
              </a:rPr>
              <a:t>encoder 3</a:t>
            </a:r>
          </a:p>
        </p:txBody>
      </p:sp>
      <p:sp>
        <p:nvSpPr>
          <p:cNvPr id="237891346" name="">
            <a:extLst xmlns:a="http://schemas.openxmlformats.org/drawingml/2006/main">
              <a:ext uri="{FF2B5EF4-FFF2-40B4-BE49-F238E27FC236}">
                <a16:creationId xmlns:a16="http://schemas.microsoft.com/office/drawing/2014/main" id="{AFE17522-C94B-43B4-AF7F-A59BB119D700}"/>
              </a:ext>
            </a:extLst>
          </p:cNvPr>
          <p:cNvSpPr>
            <a:spLocks xmlns:a="http://schemas.openxmlformats.org/drawingml/2006/main" noGrp="1"/>
          </p:cNvSpPr>
          <p:nvPr/>
        </p:nvSpPr>
        <p:spPr>
          <a:xfrm xmlns:a="http://schemas.openxmlformats.org/drawingml/2006/main">
            <a:off x="5381625" y="4381500"/>
            <a:ext cx="904875" cy="361950"/>
          </a:xfrm>
          <a:prstGeom xmlns:a="http://schemas.openxmlformats.org/drawingml/2006/main" prst="rightArrow">
            <a:avLst>
              <a:gd name="adj1" fmla="val 50000"/>
              <a:gd name="adj2" fmla="val 50000"/>
            </a:avLst>
          </a:prstGeom>
          <a:solidFill xmlns:a="http://schemas.openxmlformats.org/drawingml/2006/main">
            <a:srgbClr val="E0F2FE"/>
          </a:solidFill>
          <a:ln xmlns:a="http://schemas.openxmlformats.org/drawingml/2006/main" w="14288">
            <a:solidFill>
              <a:srgbClr val="2563EB"/>
            </a:solidFill>
            <a:prstDash val="solid"/>
          </a:ln>
        </p:spPr>
      </p:sp>
      <p:sp>
        <p:nvSpPr>
          <p:cNvPr id="567787382" name="">
            <a:extLst xmlns:a="http://schemas.openxmlformats.org/drawingml/2006/main">
              <a:ext uri="{FF2B5EF4-FFF2-40B4-BE49-F238E27FC236}">
                <a16:creationId xmlns:a16="http://schemas.microsoft.com/office/drawing/2014/main" id="{D8679E72-22E9-4DF5-9290-352448B3F491}"/>
              </a:ext>
            </a:extLst>
          </p:cNvPr>
          <p:cNvSpPr>
            <a:spLocks xmlns:a="http://schemas.openxmlformats.org/drawingml/2006/main" noGrp="1"/>
          </p:cNvSpPr>
          <p:nvPr/>
        </p:nvSpPr>
        <p:spPr>
          <a:xfrm xmlns:a="http://schemas.openxmlformats.org/drawingml/2006/main">
            <a:off x="5905500" y="1619250"/>
            <a:ext cx="3905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100" b="1">
                <a:solidFill>
                  <a:srgbClr val="2563EB"/>
                </a:solidFill>
              </a:defRPr>
            </a:pPr>
            <a:r>
              <a:rPr sz="2100" b="1">
                <a:solidFill>
                  <a:srgbClr val="2563EB"/>
                </a:solidFill>
              </a:rPr>
              <a:t>contextual representations</a:t>
            </a:r>
          </a:p>
        </p:txBody>
      </p:sp>
      <p:sp>
        <p:nvSpPr>
          <p:cNvPr id="1811573040" name="">
            <a:extLst xmlns:a="http://schemas.openxmlformats.org/drawingml/2006/main">
              <a:ext uri="{FF2B5EF4-FFF2-40B4-BE49-F238E27FC236}">
                <a16:creationId xmlns:a16="http://schemas.microsoft.com/office/drawing/2014/main" id="{52FF3E97-B842-4068-BC1B-C7A213C02EAC}"/>
              </a:ext>
            </a:extLst>
          </p:cNvPr>
          <p:cNvSpPr>
            <a:spLocks xmlns:a="http://schemas.openxmlformats.org/drawingml/2006/main" noGrp="1"/>
          </p:cNvSpPr>
          <p:nvPr/>
        </p:nvSpPr>
        <p:spPr>
          <a:xfrm xmlns:a="http://schemas.openxmlformats.org/drawingml/2006/main">
            <a:off x="11106150" y="628650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00" b="0">
                <a:solidFill>
                  <a:srgbClr val="667085"/>
                </a:solidFill>
              </a:defRPr>
            </a:pPr>
            <a:r>
              <a:rPr sz="1000" b="0">
                <a:solidFill>
                  <a:srgbClr val="667085"/>
                </a:solidFill>
              </a:rPr>
              <a:t>35</a:t>
            </a:r>
          </a:p>
        </p:txBody>
      </p:sp>
    </p:spTree>
    <p:extLst>
      <p:ext uri="{BB962C8B-B14F-4D97-AF65-F5344CB8AC3E}">
        <p14:creationId xmlns:p14="http://schemas.microsoft.com/office/powerpoint/2010/main" val="1584152699"/>
      </p:ext>
    </p:extLst>
  </p:cSld>
</p:sld>
</file>

<file path=ppt/slides/slide36.xml><?xml version="1.0" encoding="utf-8"?>
<p:sld xmlns:p="http://schemas.openxmlformats.org/presentationml/2006/main" showMasterSp="1">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98847193" name="">
            <a:extLst xmlns:a="http://schemas.openxmlformats.org/drawingml/2006/main">
              <a:ext uri="{FF2B5EF4-FFF2-40B4-BE49-F238E27FC236}">
                <a16:creationId xmlns:a16="http://schemas.microsoft.com/office/drawing/2014/main" id="{C2E459D7-4621-40A9-BA8D-5B499F88712F}"/>
              </a:ext>
            </a:extLst>
          </p:cNvPr>
          <p:cNvSpPr>
            <a:spLocks xmlns:a="http://schemas.openxmlformats.org/drawingml/2006/main" noGrp="1"/>
          </p:cNvSpPr>
          <p:nvPr/>
        </p:nvSpPr>
        <p:spPr>
          <a:xfrm xmlns:a="http://schemas.openxmlformats.org/drawingml/2006/main">
            <a:off x="609600" y="32385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563EB"/>
                </a:solidFill>
              </a:defRPr>
            </a:pPr>
            <a:r>
              <a:rPr sz="1200" b="1">
                <a:solidFill>
                  <a:srgbClr val="2563EB"/>
                </a:solidFill>
              </a:rPr>
              <a:t>Decoder</a:t>
            </a:r>
          </a:p>
        </p:txBody>
      </p:sp>
      <p:sp>
        <p:nvSpPr>
          <p:cNvPr id="892173067" name="">
            <a:extLst xmlns:a="http://schemas.openxmlformats.org/drawingml/2006/main">
              <a:ext uri="{FF2B5EF4-FFF2-40B4-BE49-F238E27FC236}">
                <a16:creationId xmlns:a16="http://schemas.microsoft.com/office/drawing/2014/main" id="{8D9A5EC4-AA56-4AE0-9A05-7A3CA4578336}"/>
              </a:ext>
            </a:extLst>
          </p:cNvPr>
          <p:cNvSpPr>
            <a:spLocks xmlns:a="http://schemas.openxmlformats.org/drawingml/2006/main" noGrp="1"/>
          </p:cNvSpPr>
          <p:nvPr/>
        </p:nvSpPr>
        <p:spPr>
          <a:xfrm xmlns:a="http://schemas.openxmlformats.org/drawingml/2006/main">
            <a:off x="609600" y="590549"/>
            <a:ext cx="9334500" cy="5905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150" b="1">
                <a:solidFill>
                  <a:srgbClr val="0B0F19"/>
                </a:solidFill>
              </a:defRPr>
            </a:pPr>
            <a:r>
              <a:rPr sz="3150" b="1">
                <a:solidFill>
                  <a:srgbClr val="0B0F19"/>
                </a:solidFill>
              </a:rPr>
              <a:t>The decoder hides the future</a:t>
            </a:r>
          </a:p>
        </p:txBody>
      </p:sp>
      <p:sp>
        <p:nvSpPr>
          <p:cNvPr id="634225883" name="">
            <a:extLst xmlns:a="http://schemas.openxmlformats.org/drawingml/2006/main">
              <a:ext uri="{FF2B5EF4-FFF2-40B4-BE49-F238E27FC236}">
                <a16:creationId xmlns:a16="http://schemas.microsoft.com/office/drawing/2014/main" id="{8372C13B-BC15-4CA2-888D-72AAC8AB60F2}"/>
              </a:ext>
            </a:extLst>
          </p:cNvPr>
          <p:cNvSpPr>
            <a:spLocks xmlns:a="http://schemas.openxmlformats.org/drawingml/2006/main" noGrp="1"/>
          </p:cNvSpPr>
          <p:nvPr/>
        </p:nvSpPr>
        <p:spPr>
          <a:xfrm xmlns:a="http://schemas.openxmlformats.org/drawingml/2006/main">
            <a:off x="609600" y="1352550"/>
            <a:ext cx="10972800" cy="4762500"/>
          </a:xfrm>
          <a:prstGeom xmlns:a="http://schemas.openxmlformats.org/drawingml/2006/main" prst="roundRect">
            <a:avLst>
              <a:gd name="adj" fmla="val 1600"/>
            </a:avLst>
          </a:prstGeom>
          <a:solidFill xmlns:a="http://schemas.openxmlformats.org/drawingml/2006/main">
            <a:srgbClr val="F8FAFC"/>
          </a:solidFill>
          <a:ln xmlns:a="http://schemas.openxmlformats.org/drawingml/2006/main" w="14288">
            <a:solidFill>
              <a:srgbClr val="E2E8F0"/>
            </a:solidFill>
            <a:prstDash val="solid"/>
          </a:ln>
        </p:spPr>
      </p:sp>
      <p:sp>
        <p:nvSpPr>
          <p:cNvPr id="2010502303" name="">
            <a:extLst xmlns:a="http://schemas.openxmlformats.org/drawingml/2006/main">
              <a:ext uri="{FF2B5EF4-FFF2-40B4-BE49-F238E27FC236}">
                <a16:creationId xmlns:a16="http://schemas.microsoft.com/office/drawing/2014/main" id="{68D239E1-BD42-44F7-AC21-54FAC3FAE9E9}"/>
              </a:ext>
            </a:extLst>
          </p:cNvPr>
          <p:cNvSpPr>
            <a:spLocks xmlns:a="http://schemas.openxmlformats.org/drawingml/2006/main" noGrp="1"/>
          </p:cNvSpPr>
          <p:nvPr/>
        </p:nvSpPr>
        <p:spPr>
          <a:xfrm xmlns:a="http://schemas.openxmlformats.org/drawingml/2006/main">
            <a:off x="3429000" y="2286000"/>
            <a:ext cx="400050" cy="400050"/>
          </a:xfrm>
          <a:prstGeom xmlns:a="http://schemas.openxmlformats.org/drawingml/2006/main" prst="roundRect">
            <a:avLst>
              <a:gd name="adj" fmla="val 4762"/>
            </a:avLst>
          </a:prstGeom>
          <a:solidFill xmlns:a="http://schemas.openxmlformats.org/drawingml/2006/main">
            <a:srgbClr val="E0F2FE"/>
          </a:solidFill>
          <a:ln xmlns:a="http://schemas.openxmlformats.org/drawingml/2006/main" w="14288">
            <a:solidFill>
              <a:srgbClr val="FFFFFF"/>
            </a:solidFill>
            <a:prstDash val="solid"/>
          </a:ln>
        </p:spPr>
      </p:sp>
      <p:sp>
        <p:nvSpPr>
          <p:cNvPr id="1366762974" name="">
            <a:extLst xmlns:a="http://schemas.openxmlformats.org/drawingml/2006/main">
              <a:ext uri="{FF2B5EF4-FFF2-40B4-BE49-F238E27FC236}">
                <a16:creationId xmlns:a16="http://schemas.microsoft.com/office/drawing/2014/main" id="{85C49564-AE83-421E-AA6D-5DFC28F39DD0}"/>
              </a:ext>
            </a:extLst>
          </p:cNvPr>
          <p:cNvSpPr>
            <a:spLocks xmlns:a="http://schemas.openxmlformats.org/drawingml/2006/main" noGrp="1"/>
          </p:cNvSpPr>
          <p:nvPr/>
        </p:nvSpPr>
        <p:spPr>
          <a:xfrm xmlns:a="http://schemas.openxmlformats.org/drawingml/2006/main">
            <a:off x="3867150" y="2286000"/>
            <a:ext cx="400050" cy="400050"/>
          </a:xfrm>
          <a:prstGeom xmlns:a="http://schemas.openxmlformats.org/drawingml/2006/main" prst="roundRect">
            <a:avLst>
              <a:gd name="adj" fmla="val 4762"/>
            </a:avLst>
          </a:prstGeom>
          <a:solidFill xmlns:a="http://schemas.openxmlformats.org/drawingml/2006/main">
            <a:srgbClr val="FEE2E2"/>
          </a:solidFill>
          <a:ln xmlns:a="http://schemas.openxmlformats.org/drawingml/2006/main" w="14288">
            <a:solidFill>
              <a:srgbClr val="FFFFFF"/>
            </a:solidFill>
            <a:prstDash val="solid"/>
          </a:ln>
        </p:spPr>
      </p:sp>
      <p:sp>
        <p:nvSpPr>
          <p:cNvPr id="1460632182" name="">
            <a:extLst xmlns:a="http://schemas.openxmlformats.org/drawingml/2006/main">
              <a:ext uri="{FF2B5EF4-FFF2-40B4-BE49-F238E27FC236}">
                <a16:creationId xmlns:a16="http://schemas.microsoft.com/office/drawing/2014/main" id="{1596850B-6B4D-4ADD-A20D-3D5803D5FFA2}"/>
              </a:ext>
            </a:extLst>
          </p:cNvPr>
          <p:cNvSpPr>
            <a:spLocks xmlns:a="http://schemas.openxmlformats.org/drawingml/2006/main" noGrp="1"/>
          </p:cNvSpPr>
          <p:nvPr/>
        </p:nvSpPr>
        <p:spPr>
          <a:xfrm xmlns:a="http://schemas.openxmlformats.org/drawingml/2006/main">
            <a:off x="4305300" y="2286000"/>
            <a:ext cx="400050" cy="400050"/>
          </a:xfrm>
          <a:prstGeom xmlns:a="http://schemas.openxmlformats.org/drawingml/2006/main" prst="roundRect">
            <a:avLst>
              <a:gd name="adj" fmla="val 4762"/>
            </a:avLst>
          </a:prstGeom>
          <a:solidFill xmlns:a="http://schemas.openxmlformats.org/drawingml/2006/main">
            <a:srgbClr val="FEE2E2"/>
          </a:solidFill>
          <a:ln xmlns:a="http://schemas.openxmlformats.org/drawingml/2006/main" w="14288">
            <a:solidFill>
              <a:srgbClr val="FFFFFF"/>
            </a:solidFill>
            <a:prstDash val="solid"/>
          </a:ln>
        </p:spPr>
      </p:sp>
      <p:sp>
        <p:nvSpPr>
          <p:cNvPr id="1175856487" name="">
            <a:extLst xmlns:a="http://schemas.openxmlformats.org/drawingml/2006/main">
              <a:ext uri="{FF2B5EF4-FFF2-40B4-BE49-F238E27FC236}">
                <a16:creationId xmlns:a16="http://schemas.microsoft.com/office/drawing/2014/main" id="{FBD73423-FDA3-4720-966A-266945B7AA87}"/>
              </a:ext>
            </a:extLst>
          </p:cNvPr>
          <p:cNvSpPr>
            <a:spLocks xmlns:a="http://schemas.openxmlformats.org/drawingml/2006/main" noGrp="1"/>
          </p:cNvSpPr>
          <p:nvPr/>
        </p:nvSpPr>
        <p:spPr>
          <a:xfrm xmlns:a="http://schemas.openxmlformats.org/drawingml/2006/main">
            <a:off x="4743450" y="2286000"/>
            <a:ext cx="400050" cy="400050"/>
          </a:xfrm>
          <a:prstGeom xmlns:a="http://schemas.openxmlformats.org/drawingml/2006/main" prst="roundRect">
            <a:avLst>
              <a:gd name="adj" fmla="val 4762"/>
            </a:avLst>
          </a:prstGeom>
          <a:solidFill xmlns:a="http://schemas.openxmlformats.org/drawingml/2006/main">
            <a:srgbClr val="FEE2E2"/>
          </a:solidFill>
          <a:ln xmlns:a="http://schemas.openxmlformats.org/drawingml/2006/main" w="14288">
            <a:solidFill>
              <a:srgbClr val="FFFFFF"/>
            </a:solidFill>
            <a:prstDash val="solid"/>
          </a:ln>
        </p:spPr>
      </p:sp>
      <p:sp>
        <p:nvSpPr>
          <p:cNvPr id="2061757067" name="">
            <a:extLst xmlns:a="http://schemas.openxmlformats.org/drawingml/2006/main">
              <a:ext uri="{FF2B5EF4-FFF2-40B4-BE49-F238E27FC236}">
                <a16:creationId xmlns:a16="http://schemas.microsoft.com/office/drawing/2014/main" id="{29F801DA-9468-4F0B-8291-9D3763D4BF43}"/>
              </a:ext>
            </a:extLst>
          </p:cNvPr>
          <p:cNvSpPr>
            <a:spLocks xmlns:a="http://schemas.openxmlformats.org/drawingml/2006/main" noGrp="1"/>
          </p:cNvSpPr>
          <p:nvPr/>
        </p:nvSpPr>
        <p:spPr>
          <a:xfrm xmlns:a="http://schemas.openxmlformats.org/drawingml/2006/main">
            <a:off x="5181600" y="2286000"/>
            <a:ext cx="400050" cy="400050"/>
          </a:xfrm>
          <a:prstGeom xmlns:a="http://schemas.openxmlformats.org/drawingml/2006/main" prst="roundRect">
            <a:avLst>
              <a:gd name="adj" fmla="val 4762"/>
            </a:avLst>
          </a:prstGeom>
          <a:solidFill xmlns:a="http://schemas.openxmlformats.org/drawingml/2006/main">
            <a:srgbClr val="FEE2E2"/>
          </a:solidFill>
          <a:ln xmlns:a="http://schemas.openxmlformats.org/drawingml/2006/main" w="14288">
            <a:solidFill>
              <a:srgbClr val="FFFFFF"/>
            </a:solidFill>
            <a:prstDash val="solid"/>
          </a:ln>
        </p:spPr>
      </p:sp>
      <p:sp>
        <p:nvSpPr>
          <p:cNvPr id="1169118890" name="">
            <a:extLst xmlns:a="http://schemas.openxmlformats.org/drawingml/2006/main">
              <a:ext uri="{FF2B5EF4-FFF2-40B4-BE49-F238E27FC236}">
                <a16:creationId xmlns:a16="http://schemas.microsoft.com/office/drawing/2014/main" id="{BEB653C7-8BF0-49C7-86D1-383EC88E37C8}"/>
              </a:ext>
            </a:extLst>
          </p:cNvPr>
          <p:cNvSpPr>
            <a:spLocks xmlns:a="http://schemas.openxmlformats.org/drawingml/2006/main" noGrp="1"/>
          </p:cNvSpPr>
          <p:nvPr/>
        </p:nvSpPr>
        <p:spPr>
          <a:xfrm xmlns:a="http://schemas.openxmlformats.org/drawingml/2006/main">
            <a:off x="5619750" y="2286000"/>
            <a:ext cx="400050" cy="400050"/>
          </a:xfrm>
          <a:prstGeom xmlns:a="http://schemas.openxmlformats.org/drawingml/2006/main" prst="roundRect">
            <a:avLst>
              <a:gd name="adj" fmla="val 4762"/>
            </a:avLst>
          </a:prstGeom>
          <a:solidFill xmlns:a="http://schemas.openxmlformats.org/drawingml/2006/main">
            <a:srgbClr val="FEE2E2"/>
          </a:solidFill>
          <a:ln xmlns:a="http://schemas.openxmlformats.org/drawingml/2006/main" w="14288">
            <a:solidFill>
              <a:srgbClr val="FFFFFF"/>
            </a:solidFill>
            <a:prstDash val="solid"/>
          </a:ln>
        </p:spPr>
      </p:sp>
      <p:sp>
        <p:nvSpPr>
          <p:cNvPr id="238188301" name="">
            <a:extLst xmlns:a="http://schemas.openxmlformats.org/drawingml/2006/main">
              <a:ext uri="{FF2B5EF4-FFF2-40B4-BE49-F238E27FC236}">
                <a16:creationId xmlns:a16="http://schemas.microsoft.com/office/drawing/2014/main" id="{DF14EB0D-48C6-4E71-9AE1-94F28AB89971}"/>
              </a:ext>
            </a:extLst>
          </p:cNvPr>
          <p:cNvSpPr>
            <a:spLocks xmlns:a="http://schemas.openxmlformats.org/drawingml/2006/main" noGrp="1"/>
          </p:cNvSpPr>
          <p:nvPr/>
        </p:nvSpPr>
        <p:spPr>
          <a:xfrm xmlns:a="http://schemas.openxmlformats.org/drawingml/2006/main">
            <a:off x="3429000" y="2724150"/>
            <a:ext cx="400050" cy="400050"/>
          </a:xfrm>
          <a:prstGeom xmlns:a="http://schemas.openxmlformats.org/drawingml/2006/main" prst="roundRect">
            <a:avLst>
              <a:gd name="adj" fmla="val 4762"/>
            </a:avLst>
          </a:prstGeom>
          <a:solidFill xmlns:a="http://schemas.openxmlformats.org/drawingml/2006/main">
            <a:srgbClr val="E0F2FE"/>
          </a:solidFill>
          <a:ln xmlns:a="http://schemas.openxmlformats.org/drawingml/2006/main" w="14288">
            <a:solidFill>
              <a:srgbClr val="FFFFFF"/>
            </a:solidFill>
            <a:prstDash val="solid"/>
          </a:ln>
        </p:spPr>
      </p:sp>
      <p:sp>
        <p:nvSpPr>
          <p:cNvPr id="2049301057" name="">
            <a:extLst xmlns:a="http://schemas.openxmlformats.org/drawingml/2006/main">
              <a:ext uri="{FF2B5EF4-FFF2-40B4-BE49-F238E27FC236}">
                <a16:creationId xmlns:a16="http://schemas.microsoft.com/office/drawing/2014/main" id="{7695511C-2D4F-420A-96DF-FE9D8ADEB0BF}"/>
              </a:ext>
            </a:extLst>
          </p:cNvPr>
          <p:cNvSpPr>
            <a:spLocks xmlns:a="http://schemas.openxmlformats.org/drawingml/2006/main" noGrp="1"/>
          </p:cNvSpPr>
          <p:nvPr/>
        </p:nvSpPr>
        <p:spPr>
          <a:xfrm xmlns:a="http://schemas.openxmlformats.org/drawingml/2006/main">
            <a:off x="3867150" y="2724150"/>
            <a:ext cx="400050" cy="400050"/>
          </a:xfrm>
          <a:prstGeom xmlns:a="http://schemas.openxmlformats.org/drawingml/2006/main" prst="roundRect">
            <a:avLst>
              <a:gd name="adj" fmla="val 4762"/>
            </a:avLst>
          </a:prstGeom>
          <a:solidFill xmlns:a="http://schemas.openxmlformats.org/drawingml/2006/main">
            <a:srgbClr val="E0F2FE"/>
          </a:solidFill>
          <a:ln xmlns:a="http://schemas.openxmlformats.org/drawingml/2006/main" w="14288">
            <a:solidFill>
              <a:srgbClr val="FFFFFF"/>
            </a:solidFill>
            <a:prstDash val="solid"/>
          </a:ln>
        </p:spPr>
      </p:sp>
      <p:sp>
        <p:nvSpPr>
          <p:cNvPr id="1282082345" name="">
            <a:extLst xmlns:a="http://schemas.openxmlformats.org/drawingml/2006/main">
              <a:ext uri="{FF2B5EF4-FFF2-40B4-BE49-F238E27FC236}">
                <a16:creationId xmlns:a16="http://schemas.microsoft.com/office/drawing/2014/main" id="{3ABD13BF-1162-4CA0-8499-F4C71F2E1CE0}"/>
              </a:ext>
            </a:extLst>
          </p:cNvPr>
          <p:cNvSpPr>
            <a:spLocks xmlns:a="http://schemas.openxmlformats.org/drawingml/2006/main" noGrp="1"/>
          </p:cNvSpPr>
          <p:nvPr/>
        </p:nvSpPr>
        <p:spPr>
          <a:xfrm xmlns:a="http://schemas.openxmlformats.org/drawingml/2006/main">
            <a:off x="4305300" y="2724150"/>
            <a:ext cx="400050" cy="400050"/>
          </a:xfrm>
          <a:prstGeom xmlns:a="http://schemas.openxmlformats.org/drawingml/2006/main" prst="roundRect">
            <a:avLst>
              <a:gd name="adj" fmla="val 4762"/>
            </a:avLst>
          </a:prstGeom>
          <a:solidFill xmlns:a="http://schemas.openxmlformats.org/drawingml/2006/main">
            <a:srgbClr val="FEE2E2"/>
          </a:solidFill>
          <a:ln xmlns:a="http://schemas.openxmlformats.org/drawingml/2006/main" w="14288">
            <a:solidFill>
              <a:srgbClr val="FFFFFF"/>
            </a:solidFill>
            <a:prstDash val="solid"/>
          </a:ln>
        </p:spPr>
      </p:sp>
      <p:sp>
        <p:nvSpPr>
          <p:cNvPr id="1172922272" name="">
            <a:extLst xmlns:a="http://schemas.openxmlformats.org/drawingml/2006/main">
              <a:ext uri="{FF2B5EF4-FFF2-40B4-BE49-F238E27FC236}">
                <a16:creationId xmlns:a16="http://schemas.microsoft.com/office/drawing/2014/main" id="{795115C1-B346-4A22-8542-FEBC3C5E581C}"/>
              </a:ext>
            </a:extLst>
          </p:cNvPr>
          <p:cNvSpPr>
            <a:spLocks xmlns:a="http://schemas.openxmlformats.org/drawingml/2006/main" noGrp="1"/>
          </p:cNvSpPr>
          <p:nvPr/>
        </p:nvSpPr>
        <p:spPr>
          <a:xfrm xmlns:a="http://schemas.openxmlformats.org/drawingml/2006/main">
            <a:off x="4743450" y="2724150"/>
            <a:ext cx="400050" cy="400050"/>
          </a:xfrm>
          <a:prstGeom xmlns:a="http://schemas.openxmlformats.org/drawingml/2006/main" prst="roundRect">
            <a:avLst>
              <a:gd name="adj" fmla="val 4762"/>
            </a:avLst>
          </a:prstGeom>
          <a:solidFill xmlns:a="http://schemas.openxmlformats.org/drawingml/2006/main">
            <a:srgbClr val="FEE2E2"/>
          </a:solidFill>
          <a:ln xmlns:a="http://schemas.openxmlformats.org/drawingml/2006/main" w="14288">
            <a:solidFill>
              <a:srgbClr val="FFFFFF"/>
            </a:solidFill>
            <a:prstDash val="solid"/>
          </a:ln>
        </p:spPr>
      </p:sp>
      <p:sp>
        <p:nvSpPr>
          <p:cNvPr id="603029257" name="">
            <a:extLst xmlns:a="http://schemas.openxmlformats.org/drawingml/2006/main">
              <a:ext uri="{FF2B5EF4-FFF2-40B4-BE49-F238E27FC236}">
                <a16:creationId xmlns:a16="http://schemas.microsoft.com/office/drawing/2014/main" id="{D3F14A8F-0609-4BED-ADB7-E59DABE25FBD}"/>
              </a:ext>
            </a:extLst>
          </p:cNvPr>
          <p:cNvSpPr>
            <a:spLocks xmlns:a="http://schemas.openxmlformats.org/drawingml/2006/main" noGrp="1"/>
          </p:cNvSpPr>
          <p:nvPr/>
        </p:nvSpPr>
        <p:spPr>
          <a:xfrm xmlns:a="http://schemas.openxmlformats.org/drawingml/2006/main">
            <a:off x="5181600" y="2724150"/>
            <a:ext cx="400050" cy="400050"/>
          </a:xfrm>
          <a:prstGeom xmlns:a="http://schemas.openxmlformats.org/drawingml/2006/main" prst="roundRect">
            <a:avLst>
              <a:gd name="adj" fmla="val 4762"/>
            </a:avLst>
          </a:prstGeom>
          <a:solidFill xmlns:a="http://schemas.openxmlformats.org/drawingml/2006/main">
            <a:srgbClr val="FEE2E2"/>
          </a:solidFill>
          <a:ln xmlns:a="http://schemas.openxmlformats.org/drawingml/2006/main" w="14288">
            <a:solidFill>
              <a:srgbClr val="FFFFFF"/>
            </a:solidFill>
            <a:prstDash val="solid"/>
          </a:ln>
        </p:spPr>
      </p:sp>
      <p:sp>
        <p:nvSpPr>
          <p:cNvPr id="1879817440" name="">
            <a:extLst xmlns:a="http://schemas.openxmlformats.org/drawingml/2006/main">
              <a:ext uri="{FF2B5EF4-FFF2-40B4-BE49-F238E27FC236}">
                <a16:creationId xmlns:a16="http://schemas.microsoft.com/office/drawing/2014/main" id="{BD160F23-51D5-4538-B6DF-48ECDA1912FC}"/>
              </a:ext>
            </a:extLst>
          </p:cNvPr>
          <p:cNvSpPr>
            <a:spLocks xmlns:a="http://schemas.openxmlformats.org/drawingml/2006/main" noGrp="1"/>
          </p:cNvSpPr>
          <p:nvPr/>
        </p:nvSpPr>
        <p:spPr>
          <a:xfrm xmlns:a="http://schemas.openxmlformats.org/drawingml/2006/main">
            <a:off x="5619750" y="2724150"/>
            <a:ext cx="400050" cy="400050"/>
          </a:xfrm>
          <a:prstGeom xmlns:a="http://schemas.openxmlformats.org/drawingml/2006/main" prst="roundRect">
            <a:avLst>
              <a:gd name="adj" fmla="val 4762"/>
            </a:avLst>
          </a:prstGeom>
          <a:solidFill xmlns:a="http://schemas.openxmlformats.org/drawingml/2006/main">
            <a:srgbClr val="FEE2E2"/>
          </a:solidFill>
          <a:ln xmlns:a="http://schemas.openxmlformats.org/drawingml/2006/main" w="14288">
            <a:solidFill>
              <a:srgbClr val="FFFFFF"/>
            </a:solidFill>
            <a:prstDash val="solid"/>
          </a:ln>
        </p:spPr>
      </p:sp>
      <p:sp>
        <p:nvSpPr>
          <p:cNvPr id="875542065" name="">
            <a:extLst xmlns:a="http://schemas.openxmlformats.org/drawingml/2006/main">
              <a:ext uri="{FF2B5EF4-FFF2-40B4-BE49-F238E27FC236}">
                <a16:creationId xmlns:a16="http://schemas.microsoft.com/office/drawing/2014/main" id="{674FD308-EBF4-4FB2-A91E-3DBA0D9DD2F3}"/>
              </a:ext>
            </a:extLst>
          </p:cNvPr>
          <p:cNvSpPr>
            <a:spLocks xmlns:a="http://schemas.openxmlformats.org/drawingml/2006/main" noGrp="1"/>
          </p:cNvSpPr>
          <p:nvPr/>
        </p:nvSpPr>
        <p:spPr>
          <a:xfrm xmlns:a="http://schemas.openxmlformats.org/drawingml/2006/main">
            <a:off x="3429000" y="3162300"/>
            <a:ext cx="400050" cy="400050"/>
          </a:xfrm>
          <a:prstGeom xmlns:a="http://schemas.openxmlformats.org/drawingml/2006/main" prst="roundRect">
            <a:avLst>
              <a:gd name="adj" fmla="val 4762"/>
            </a:avLst>
          </a:prstGeom>
          <a:solidFill xmlns:a="http://schemas.openxmlformats.org/drawingml/2006/main">
            <a:srgbClr val="E0F2FE"/>
          </a:solidFill>
          <a:ln xmlns:a="http://schemas.openxmlformats.org/drawingml/2006/main" w="14288">
            <a:solidFill>
              <a:srgbClr val="FFFFFF"/>
            </a:solidFill>
            <a:prstDash val="solid"/>
          </a:ln>
        </p:spPr>
      </p:sp>
      <p:sp>
        <p:nvSpPr>
          <p:cNvPr id="51908472" name="">
            <a:extLst xmlns:a="http://schemas.openxmlformats.org/drawingml/2006/main">
              <a:ext uri="{FF2B5EF4-FFF2-40B4-BE49-F238E27FC236}">
                <a16:creationId xmlns:a16="http://schemas.microsoft.com/office/drawing/2014/main" id="{2B90DA5B-14D8-49ED-89FD-C7FD25FF6B84}"/>
              </a:ext>
            </a:extLst>
          </p:cNvPr>
          <p:cNvSpPr>
            <a:spLocks xmlns:a="http://schemas.openxmlformats.org/drawingml/2006/main" noGrp="1"/>
          </p:cNvSpPr>
          <p:nvPr/>
        </p:nvSpPr>
        <p:spPr>
          <a:xfrm xmlns:a="http://schemas.openxmlformats.org/drawingml/2006/main">
            <a:off x="3867150" y="3162300"/>
            <a:ext cx="400050" cy="400050"/>
          </a:xfrm>
          <a:prstGeom xmlns:a="http://schemas.openxmlformats.org/drawingml/2006/main" prst="roundRect">
            <a:avLst>
              <a:gd name="adj" fmla="val 4762"/>
            </a:avLst>
          </a:prstGeom>
          <a:solidFill xmlns:a="http://schemas.openxmlformats.org/drawingml/2006/main">
            <a:srgbClr val="E0F2FE"/>
          </a:solidFill>
          <a:ln xmlns:a="http://schemas.openxmlformats.org/drawingml/2006/main" w="14288">
            <a:solidFill>
              <a:srgbClr val="FFFFFF"/>
            </a:solidFill>
            <a:prstDash val="solid"/>
          </a:ln>
        </p:spPr>
      </p:sp>
      <p:sp>
        <p:nvSpPr>
          <p:cNvPr id="1689509713" name="">
            <a:extLst xmlns:a="http://schemas.openxmlformats.org/drawingml/2006/main">
              <a:ext uri="{FF2B5EF4-FFF2-40B4-BE49-F238E27FC236}">
                <a16:creationId xmlns:a16="http://schemas.microsoft.com/office/drawing/2014/main" id="{07D950BC-2FCC-40E6-86B1-BC10E5585F4C}"/>
              </a:ext>
            </a:extLst>
          </p:cNvPr>
          <p:cNvSpPr>
            <a:spLocks xmlns:a="http://schemas.openxmlformats.org/drawingml/2006/main" noGrp="1"/>
          </p:cNvSpPr>
          <p:nvPr/>
        </p:nvSpPr>
        <p:spPr>
          <a:xfrm xmlns:a="http://schemas.openxmlformats.org/drawingml/2006/main">
            <a:off x="4305300" y="3162300"/>
            <a:ext cx="400050" cy="400050"/>
          </a:xfrm>
          <a:prstGeom xmlns:a="http://schemas.openxmlformats.org/drawingml/2006/main" prst="roundRect">
            <a:avLst>
              <a:gd name="adj" fmla="val 4762"/>
            </a:avLst>
          </a:prstGeom>
          <a:solidFill xmlns:a="http://schemas.openxmlformats.org/drawingml/2006/main">
            <a:srgbClr val="E0F2FE"/>
          </a:solidFill>
          <a:ln xmlns:a="http://schemas.openxmlformats.org/drawingml/2006/main" w="14288">
            <a:solidFill>
              <a:srgbClr val="FFFFFF"/>
            </a:solidFill>
            <a:prstDash val="solid"/>
          </a:ln>
        </p:spPr>
      </p:sp>
      <p:sp>
        <p:nvSpPr>
          <p:cNvPr id="791720530" name="">
            <a:extLst xmlns:a="http://schemas.openxmlformats.org/drawingml/2006/main">
              <a:ext uri="{FF2B5EF4-FFF2-40B4-BE49-F238E27FC236}">
                <a16:creationId xmlns:a16="http://schemas.microsoft.com/office/drawing/2014/main" id="{5DF50379-0F80-465C-B328-D02A7C62FC00}"/>
              </a:ext>
            </a:extLst>
          </p:cNvPr>
          <p:cNvSpPr>
            <a:spLocks xmlns:a="http://schemas.openxmlformats.org/drawingml/2006/main" noGrp="1"/>
          </p:cNvSpPr>
          <p:nvPr/>
        </p:nvSpPr>
        <p:spPr>
          <a:xfrm xmlns:a="http://schemas.openxmlformats.org/drawingml/2006/main">
            <a:off x="4743450" y="3162300"/>
            <a:ext cx="400050" cy="400050"/>
          </a:xfrm>
          <a:prstGeom xmlns:a="http://schemas.openxmlformats.org/drawingml/2006/main" prst="roundRect">
            <a:avLst>
              <a:gd name="adj" fmla="val 4762"/>
            </a:avLst>
          </a:prstGeom>
          <a:solidFill xmlns:a="http://schemas.openxmlformats.org/drawingml/2006/main">
            <a:srgbClr val="FEE2E2"/>
          </a:solidFill>
          <a:ln xmlns:a="http://schemas.openxmlformats.org/drawingml/2006/main" w="14288">
            <a:solidFill>
              <a:srgbClr val="FFFFFF"/>
            </a:solidFill>
            <a:prstDash val="solid"/>
          </a:ln>
        </p:spPr>
      </p:sp>
      <p:sp>
        <p:nvSpPr>
          <p:cNvPr id="105367442" name="">
            <a:extLst xmlns:a="http://schemas.openxmlformats.org/drawingml/2006/main">
              <a:ext uri="{FF2B5EF4-FFF2-40B4-BE49-F238E27FC236}">
                <a16:creationId xmlns:a16="http://schemas.microsoft.com/office/drawing/2014/main" id="{906F418E-5B3D-4EB4-9950-4CF307F96C9D}"/>
              </a:ext>
            </a:extLst>
          </p:cNvPr>
          <p:cNvSpPr>
            <a:spLocks xmlns:a="http://schemas.openxmlformats.org/drawingml/2006/main" noGrp="1"/>
          </p:cNvSpPr>
          <p:nvPr/>
        </p:nvSpPr>
        <p:spPr>
          <a:xfrm xmlns:a="http://schemas.openxmlformats.org/drawingml/2006/main">
            <a:off x="5181600" y="3162300"/>
            <a:ext cx="400050" cy="400050"/>
          </a:xfrm>
          <a:prstGeom xmlns:a="http://schemas.openxmlformats.org/drawingml/2006/main" prst="roundRect">
            <a:avLst>
              <a:gd name="adj" fmla="val 4762"/>
            </a:avLst>
          </a:prstGeom>
          <a:solidFill xmlns:a="http://schemas.openxmlformats.org/drawingml/2006/main">
            <a:srgbClr val="FEE2E2"/>
          </a:solidFill>
          <a:ln xmlns:a="http://schemas.openxmlformats.org/drawingml/2006/main" w="14288">
            <a:solidFill>
              <a:srgbClr val="FFFFFF"/>
            </a:solidFill>
            <a:prstDash val="solid"/>
          </a:ln>
        </p:spPr>
      </p:sp>
      <p:sp>
        <p:nvSpPr>
          <p:cNvPr id="1563215530" name="">
            <a:extLst xmlns:a="http://schemas.openxmlformats.org/drawingml/2006/main">
              <a:ext uri="{FF2B5EF4-FFF2-40B4-BE49-F238E27FC236}">
                <a16:creationId xmlns:a16="http://schemas.microsoft.com/office/drawing/2014/main" id="{C42B8BCE-4850-448D-9A82-504C43F8E0C0}"/>
              </a:ext>
            </a:extLst>
          </p:cNvPr>
          <p:cNvSpPr>
            <a:spLocks xmlns:a="http://schemas.openxmlformats.org/drawingml/2006/main" noGrp="1"/>
          </p:cNvSpPr>
          <p:nvPr/>
        </p:nvSpPr>
        <p:spPr>
          <a:xfrm xmlns:a="http://schemas.openxmlformats.org/drawingml/2006/main">
            <a:off x="5619750" y="3162300"/>
            <a:ext cx="400050" cy="400050"/>
          </a:xfrm>
          <a:prstGeom xmlns:a="http://schemas.openxmlformats.org/drawingml/2006/main" prst="roundRect">
            <a:avLst>
              <a:gd name="adj" fmla="val 4762"/>
            </a:avLst>
          </a:prstGeom>
          <a:solidFill xmlns:a="http://schemas.openxmlformats.org/drawingml/2006/main">
            <a:srgbClr val="FEE2E2"/>
          </a:solidFill>
          <a:ln xmlns:a="http://schemas.openxmlformats.org/drawingml/2006/main" w="14288">
            <a:solidFill>
              <a:srgbClr val="FFFFFF"/>
            </a:solidFill>
            <a:prstDash val="solid"/>
          </a:ln>
        </p:spPr>
      </p:sp>
      <p:sp>
        <p:nvSpPr>
          <p:cNvPr id="315081295" name="">
            <a:extLst xmlns:a="http://schemas.openxmlformats.org/drawingml/2006/main">
              <a:ext uri="{FF2B5EF4-FFF2-40B4-BE49-F238E27FC236}">
                <a16:creationId xmlns:a16="http://schemas.microsoft.com/office/drawing/2014/main" id="{A64BC681-DF4E-457D-AADB-9FB25F4FF3A1}"/>
              </a:ext>
            </a:extLst>
          </p:cNvPr>
          <p:cNvSpPr>
            <a:spLocks xmlns:a="http://schemas.openxmlformats.org/drawingml/2006/main" noGrp="1"/>
          </p:cNvSpPr>
          <p:nvPr/>
        </p:nvSpPr>
        <p:spPr>
          <a:xfrm xmlns:a="http://schemas.openxmlformats.org/drawingml/2006/main">
            <a:off x="3429000" y="3600450"/>
            <a:ext cx="400050" cy="400050"/>
          </a:xfrm>
          <a:prstGeom xmlns:a="http://schemas.openxmlformats.org/drawingml/2006/main" prst="roundRect">
            <a:avLst>
              <a:gd name="adj" fmla="val 4762"/>
            </a:avLst>
          </a:prstGeom>
          <a:solidFill xmlns:a="http://schemas.openxmlformats.org/drawingml/2006/main">
            <a:srgbClr val="E0F2FE"/>
          </a:solidFill>
          <a:ln xmlns:a="http://schemas.openxmlformats.org/drawingml/2006/main" w="14288">
            <a:solidFill>
              <a:srgbClr val="FFFFFF"/>
            </a:solidFill>
            <a:prstDash val="solid"/>
          </a:ln>
        </p:spPr>
      </p:sp>
      <p:sp>
        <p:nvSpPr>
          <p:cNvPr id="248452191" name="">
            <a:extLst xmlns:a="http://schemas.openxmlformats.org/drawingml/2006/main">
              <a:ext uri="{FF2B5EF4-FFF2-40B4-BE49-F238E27FC236}">
                <a16:creationId xmlns:a16="http://schemas.microsoft.com/office/drawing/2014/main" id="{D6589E62-E96D-4C9D-A70A-44B6E91B42C0}"/>
              </a:ext>
            </a:extLst>
          </p:cNvPr>
          <p:cNvSpPr>
            <a:spLocks xmlns:a="http://schemas.openxmlformats.org/drawingml/2006/main" noGrp="1"/>
          </p:cNvSpPr>
          <p:nvPr/>
        </p:nvSpPr>
        <p:spPr>
          <a:xfrm xmlns:a="http://schemas.openxmlformats.org/drawingml/2006/main">
            <a:off x="3867150" y="3600450"/>
            <a:ext cx="400050" cy="400050"/>
          </a:xfrm>
          <a:prstGeom xmlns:a="http://schemas.openxmlformats.org/drawingml/2006/main" prst="roundRect">
            <a:avLst>
              <a:gd name="adj" fmla="val 4762"/>
            </a:avLst>
          </a:prstGeom>
          <a:solidFill xmlns:a="http://schemas.openxmlformats.org/drawingml/2006/main">
            <a:srgbClr val="E0F2FE"/>
          </a:solidFill>
          <a:ln xmlns:a="http://schemas.openxmlformats.org/drawingml/2006/main" w="14288">
            <a:solidFill>
              <a:srgbClr val="FFFFFF"/>
            </a:solidFill>
            <a:prstDash val="solid"/>
          </a:ln>
        </p:spPr>
      </p:sp>
      <p:sp>
        <p:nvSpPr>
          <p:cNvPr id="1671279800" name="">
            <a:extLst xmlns:a="http://schemas.openxmlformats.org/drawingml/2006/main">
              <a:ext uri="{FF2B5EF4-FFF2-40B4-BE49-F238E27FC236}">
                <a16:creationId xmlns:a16="http://schemas.microsoft.com/office/drawing/2014/main" id="{6459F965-534B-442A-974F-2604ADDD732A}"/>
              </a:ext>
            </a:extLst>
          </p:cNvPr>
          <p:cNvSpPr>
            <a:spLocks xmlns:a="http://schemas.openxmlformats.org/drawingml/2006/main" noGrp="1"/>
          </p:cNvSpPr>
          <p:nvPr/>
        </p:nvSpPr>
        <p:spPr>
          <a:xfrm xmlns:a="http://schemas.openxmlformats.org/drawingml/2006/main">
            <a:off x="4305300" y="3600450"/>
            <a:ext cx="400050" cy="400050"/>
          </a:xfrm>
          <a:prstGeom xmlns:a="http://schemas.openxmlformats.org/drawingml/2006/main" prst="roundRect">
            <a:avLst>
              <a:gd name="adj" fmla="val 4762"/>
            </a:avLst>
          </a:prstGeom>
          <a:solidFill xmlns:a="http://schemas.openxmlformats.org/drawingml/2006/main">
            <a:srgbClr val="E0F2FE"/>
          </a:solidFill>
          <a:ln xmlns:a="http://schemas.openxmlformats.org/drawingml/2006/main" w="14288">
            <a:solidFill>
              <a:srgbClr val="FFFFFF"/>
            </a:solidFill>
            <a:prstDash val="solid"/>
          </a:ln>
        </p:spPr>
      </p:sp>
      <p:sp>
        <p:nvSpPr>
          <p:cNvPr id="1239843559" name="">
            <a:extLst xmlns:a="http://schemas.openxmlformats.org/drawingml/2006/main">
              <a:ext uri="{FF2B5EF4-FFF2-40B4-BE49-F238E27FC236}">
                <a16:creationId xmlns:a16="http://schemas.microsoft.com/office/drawing/2014/main" id="{F0F27EDE-202E-41DD-91C2-5E728D778871}"/>
              </a:ext>
            </a:extLst>
          </p:cNvPr>
          <p:cNvSpPr>
            <a:spLocks xmlns:a="http://schemas.openxmlformats.org/drawingml/2006/main" noGrp="1"/>
          </p:cNvSpPr>
          <p:nvPr/>
        </p:nvSpPr>
        <p:spPr>
          <a:xfrm xmlns:a="http://schemas.openxmlformats.org/drawingml/2006/main">
            <a:off x="4743450" y="3600450"/>
            <a:ext cx="400050" cy="400050"/>
          </a:xfrm>
          <a:prstGeom xmlns:a="http://schemas.openxmlformats.org/drawingml/2006/main" prst="roundRect">
            <a:avLst>
              <a:gd name="adj" fmla="val 4762"/>
            </a:avLst>
          </a:prstGeom>
          <a:solidFill xmlns:a="http://schemas.openxmlformats.org/drawingml/2006/main">
            <a:srgbClr val="E0F2FE"/>
          </a:solidFill>
          <a:ln xmlns:a="http://schemas.openxmlformats.org/drawingml/2006/main" w="14288">
            <a:solidFill>
              <a:srgbClr val="FFFFFF"/>
            </a:solidFill>
            <a:prstDash val="solid"/>
          </a:ln>
        </p:spPr>
      </p:sp>
      <p:sp>
        <p:nvSpPr>
          <p:cNvPr id="1474960511" name="">
            <a:extLst xmlns:a="http://schemas.openxmlformats.org/drawingml/2006/main">
              <a:ext uri="{FF2B5EF4-FFF2-40B4-BE49-F238E27FC236}">
                <a16:creationId xmlns:a16="http://schemas.microsoft.com/office/drawing/2014/main" id="{DE6F0C64-32E5-45D0-B407-0B39A1A41C99}"/>
              </a:ext>
            </a:extLst>
          </p:cNvPr>
          <p:cNvSpPr>
            <a:spLocks xmlns:a="http://schemas.openxmlformats.org/drawingml/2006/main" noGrp="1"/>
          </p:cNvSpPr>
          <p:nvPr/>
        </p:nvSpPr>
        <p:spPr>
          <a:xfrm xmlns:a="http://schemas.openxmlformats.org/drawingml/2006/main">
            <a:off x="5181600" y="3600450"/>
            <a:ext cx="400050" cy="400050"/>
          </a:xfrm>
          <a:prstGeom xmlns:a="http://schemas.openxmlformats.org/drawingml/2006/main" prst="roundRect">
            <a:avLst>
              <a:gd name="adj" fmla="val 4762"/>
            </a:avLst>
          </a:prstGeom>
          <a:solidFill xmlns:a="http://schemas.openxmlformats.org/drawingml/2006/main">
            <a:srgbClr val="FEE2E2"/>
          </a:solidFill>
          <a:ln xmlns:a="http://schemas.openxmlformats.org/drawingml/2006/main" w="14288">
            <a:solidFill>
              <a:srgbClr val="FFFFFF"/>
            </a:solidFill>
            <a:prstDash val="solid"/>
          </a:ln>
        </p:spPr>
      </p:sp>
      <p:sp>
        <p:nvSpPr>
          <p:cNvPr id="1705162464" name="">
            <a:extLst xmlns:a="http://schemas.openxmlformats.org/drawingml/2006/main">
              <a:ext uri="{FF2B5EF4-FFF2-40B4-BE49-F238E27FC236}">
                <a16:creationId xmlns:a16="http://schemas.microsoft.com/office/drawing/2014/main" id="{EF8F8C87-1C84-44E3-AAAC-D1B6AB4245BB}"/>
              </a:ext>
            </a:extLst>
          </p:cNvPr>
          <p:cNvSpPr>
            <a:spLocks xmlns:a="http://schemas.openxmlformats.org/drawingml/2006/main" noGrp="1"/>
          </p:cNvSpPr>
          <p:nvPr/>
        </p:nvSpPr>
        <p:spPr>
          <a:xfrm xmlns:a="http://schemas.openxmlformats.org/drawingml/2006/main">
            <a:off x="5619750" y="3600450"/>
            <a:ext cx="400050" cy="400050"/>
          </a:xfrm>
          <a:prstGeom xmlns:a="http://schemas.openxmlformats.org/drawingml/2006/main" prst="roundRect">
            <a:avLst>
              <a:gd name="adj" fmla="val 4762"/>
            </a:avLst>
          </a:prstGeom>
          <a:solidFill xmlns:a="http://schemas.openxmlformats.org/drawingml/2006/main">
            <a:srgbClr val="FEE2E2"/>
          </a:solidFill>
          <a:ln xmlns:a="http://schemas.openxmlformats.org/drawingml/2006/main" w="14288">
            <a:solidFill>
              <a:srgbClr val="FFFFFF"/>
            </a:solidFill>
            <a:prstDash val="solid"/>
          </a:ln>
        </p:spPr>
      </p:sp>
      <p:sp>
        <p:nvSpPr>
          <p:cNvPr id="7576925" name="">
            <a:extLst xmlns:a="http://schemas.openxmlformats.org/drawingml/2006/main">
              <a:ext uri="{FF2B5EF4-FFF2-40B4-BE49-F238E27FC236}">
                <a16:creationId xmlns:a16="http://schemas.microsoft.com/office/drawing/2014/main" id="{D36E93BA-C243-430B-A784-6C691A3DEA16}"/>
              </a:ext>
            </a:extLst>
          </p:cNvPr>
          <p:cNvSpPr>
            <a:spLocks xmlns:a="http://schemas.openxmlformats.org/drawingml/2006/main" noGrp="1"/>
          </p:cNvSpPr>
          <p:nvPr/>
        </p:nvSpPr>
        <p:spPr>
          <a:xfrm xmlns:a="http://schemas.openxmlformats.org/drawingml/2006/main">
            <a:off x="3429000" y="4038600"/>
            <a:ext cx="400050" cy="400050"/>
          </a:xfrm>
          <a:prstGeom xmlns:a="http://schemas.openxmlformats.org/drawingml/2006/main" prst="roundRect">
            <a:avLst>
              <a:gd name="adj" fmla="val 4762"/>
            </a:avLst>
          </a:prstGeom>
          <a:solidFill xmlns:a="http://schemas.openxmlformats.org/drawingml/2006/main">
            <a:srgbClr val="E0F2FE"/>
          </a:solidFill>
          <a:ln xmlns:a="http://schemas.openxmlformats.org/drawingml/2006/main" w="14288">
            <a:solidFill>
              <a:srgbClr val="FFFFFF"/>
            </a:solidFill>
            <a:prstDash val="solid"/>
          </a:ln>
        </p:spPr>
      </p:sp>
      <p:sp>
        <p:nvSpPr>
          <p:cNvPr id="426996611" name="">
            <a:extLst xmlns:a="http://schemas.openxmlformats.org/drawingml/2006/main">
              <a:ext uri="{FF2B5EF4-FFF2-40B4-BE49-F238E27FC236}">
                <a16:creationId xmlns:a16="http://schemas.microsoft.com/office/drawing/2014/main" id="{E3D698B5-78AF-4EB2-B2E5-95A212D569B1}"/>
              </a:ext>
            </a:extLst>
          </p:cNvPr>
          <p:cNvSpPr>
            <a:spLocks xmlns:a="http://schemas.openxmlformats.org/drawingml/2006/main" noGrp="1"/>
          </p:cNvSpPr>
          <p:nvPr/>
        </p:nvSpPr>
        <p:spPr>
          <a:xfrm xmlns:a="http://schemas.openxmlformats.org/drawingml/2006/main">
            <a:off x="3867150" y="4038600"/>
            <a:ext cx="400050" cy="400050"/>
          </a:xfrm>
          <a:prstGeom xmlns:a="http://schemas.openxmlformats.org/drawingml/2006/main" prst="roundRect">
            <a:avLst>
              <a:gd name="adj" fmla="val 4762"/>
            </a:avLst>
          </a:prstGeom>
          <a:solidFill xmlns:a="http://schemas.openxmlformats.org/drawingml/2006/main">
            <a:srgbClr val="E0F2FE"/>
          </a:solidFill>
          <a:ln xmlns:a="http://schemas.openxmlformats.org/drawingml/2006/main" w="14288">
            <a:solidFill>
              <a:srgbClr val="FFFFFF"/>
            </a:solidFill>
            <a:prstDash val="solid"/>
          </a:ln>
        </p:spPr>
      </p:sp>
      <p:sp>
        <p:nvSpPr>
          <p:cNvPr id="4937971" name="">
            <a:extLst xmlns:a="http://schemas.openxmlformats.org/drawingml/2006/main">
              <a:ext uri="{FF2B5EF4-FFF2-40B4-BE49-F238E27FC236}">
                <a16:creationId xmlns:a16="http://schemas.microsoft.com/office/drawing/2014/main" id="{36E539FA-1A9F-4954-B203-EBB7208DE62B}"/>
              </a:ext>
            </a:extLst>
          </p:cNvPr>
          <p:cNvSpPr>
            <a:spLocks xmlns:a="http://schemas.openxmlformats.org/drawingml/2006/main" noGrp="1"/>
          </p:cNvSpPr>
          <p:nvPr/>
        </p:nvSpPr>
        <p:spPr>
          <a:xfrm xmlns:a="http://schemas.openxmlformats.org/drawingml/2006/main">
            <a:off x="4305300" y="4038600"/>
            <a:ext cx="400050" cy="400050"/>
          </a:xfrm>
          <a:prstGeom xmlns:a="http://schemas.openxmlformats.org/drawingml/2006/main" prst="roundRect">
            <a:avLst>
              <a:gd name="adj" fmla="val 4762"/>
            </a:avLst>
          </a:prstGeom>
          <a:solidFill xmlns:a="http://schemas.openxmlformats.org/drawingml/2006/main">
            <a:srgbClr val="E0F2FE"/>
          </a:solidFill>
          <a:ln xmlns:a="http://schemas.openxmlformats.org/drawingml/2006/main" w="14288">
            <a:solidFill>
              <a:srgbClr val="FFFFFF"/>
            </a:solidFill>
            <a:prstDash val="solid"/>
          </a:ln>
        </p:spPr>
      </p:sp>
      <p:sp>
        <p:nvSpPr>
          <p:cNvPr id="318411885" name="">
            <a:extLst xmlns:a="http://schemas.openxmlformats.org/drawingml/2006/main">
              <a:ext uri="{FF2B5EF4-FFF2-40B4-BE49-F238E27FC236}">
                <a16:creationId xmlns:a16="http://schemas.microsoft.com/office/drawing/2014/main" id="{0B9DDE6E-C25E-4171-B6DA-7DC948510378}"/>
              </a:ext>
            </a:extLst>
          </p:cNvPr>
          <p:cNvSpPr>
            <a:spLocks xmlns:a="http://schemas.openxmlformats.org/drawingml/2006/main" noGrp="1"/>
          </p:cNvSpPr>
          <p:nvPr/>
        </p:nvSpPr>
        <p:spPr>
          <a:xfrm xmlns:a="http://schemas.openxmlformats.org/drawingml/2006/main">
            <a:off x="4743450" y="4038600"/>
            <a:ext cx="400050" cy="400050"/>
          </a:xfrm>
          <a:prstGeom xmlns:a="http://schemas.openxmlformats.org/drawingml/2006/main" prst="roundRect">
            <a:avLst>
              <a:gd name="adj" fmla="val 4762"/>
            </a:avLst>
          </a:prstGeom>
          <a:solidFill xmlns:a="http://schemas.openxmlformats.org/drawingml/2006/main">
            <a:srgbClr val="E0F2FE"/>
          </a:solidFill>
          <a:ln xmlns:a="http://schemas.openxmlformats.org/drawingml/2006/main" w="14288">
            <a:solidFill>
              <a:srgbClr val="FFFFFF"/>
            </a:solidFill>
            <a:prstDash val="solid"/>
          </a:ln>
        </p:spPr>
      </p:sp>
      <p:sp>
        <p:nvSpPr>
          <p:cNvPr id="615608591" name="">
            <a:extLst xmlns:a="http://schemas.openxmlformats.org/drawingml/2006/main">
              <a:ext uri="{FF2B5EF4-FFF2-40B4-BE49-F238E27FC236}">
                <a16:creationId xmlns:a16="http://schemas.microsoft.com/office/drawing/2014/main" id="{A0BB9A74-9DC9-42F4-B995-2EE978190F1D}"/>
              </a:ext>
            </a:extLst>
          </p:cNvPr>
          <p:cNvSpPr>
            <a:spLocks xmlns:a="http://schemas.openxmlformats.org/drawingml/2006/main" noGrp="1"/>
          </p:cNvSpPr>
          <p:nvPr/>
        </p:nvSpPr>
        <p:spPr>
          <a:xfrm xmlns:a="http://schemas.openxmlformats.org/drawingml/2006/main">
            <a:off x="5181600" y="4038600"/>
            <a:ext cx="400050" cy="400050"/>
          </a:xfrm>
          <a:prstGeom xmlns:a="http://schemas.openxmlformats.org/drawingml/2006/main" prst="roundRect">
            <a:avLst>
              <a:gd name="adj" fmla="val 4762"/>
            </a:avLst>
          </a:prstGeom>
          <a:solidFill xmlns:a="http://schemas.openxmlformats.org/drawingml/2006/main">
            <a:srgbClr val="E0F2FE"/>
          </a:solidFill>
          <a:ln xmlns:a="http://schemas.openxmlformats.org/drawingml/2006/main" w="14288">
            <a:solidFill>
              <a:srgbClr val="FFFFFF"/>
            </a:solidFill>
            <a:prstDash val="solid"/>
          </a:ln>
        </p:spPr>
      </p:sp>
      <p:sp>
        <p:nvSpPr>
          <p:cNvPr id="1731456272" name="">
            <a:extLst xmlns:a="http://schemas.openxmlformats.org/drawingml/2006/main">
              <a:ext uri="{FF2B5EF4-FFF2-40B4-BE49-F238E27FC236}">
                <a16:creationId xmlns:a16="http://schemas.microsoft.com/office/drawing/2014/main" id="{0AE4841B-A5C8-4F53-93FC-C9B298B25706}"/>
              </a:ext>
            </a:extLst>
          </p:cNvPr>
          <p:cNvSpPr>
            <a:spLocks xmlns:a="http://schemas.openxmlformats.org/drawingml/2006/main" noGrp="1"/>
          </p:cNvSpPr>
          <p:nvPr/>
        </p:nvSpPr>
        <p:spPr>
          <a:xfrm xmlns:a="http://schemas.openxmlformats.org/drawingml/2006/main">
            <a:off x="5619750" y="4038600"/>
            <a:ext cx="400050" cy="400050"/>
          </a:xfrm>
          <a:prstGeom xmlns:a="http://schemas.openxmlformats.org/drawingml/2006/main" prst="roundRect">
            <a:avLst>
              <a:gd name="adj" fmla="val 4762"/>
            </a:avLst>
          </a:prstGeom>
          <a:solidFill xmlns:a="http://schemas.openxmlformats.org/drawingml/2006/main">
            <a:srgbClr val="FEE2E2"/>
          </a:solidFill>
          <a:ln xmlns:a="http://schemas.openxmlformats.org/drawingml/2006/main" w="14288">
            <a:solidFill>
              <a:srgbClr val="FFFFFF"/>
            </a:solidFill>
            <a:prstDash val="solid"/>
          </a:ln>
        </p:spPr>
      </p:sp>
      <p:sp>
        <p:nvSpPr>
          <p:cNvPr id="484935540" name="">
            <a:extLst xmlns:a="http://schemas.openxmlformats.org/drawingml/2006/main">
              <a:ext uri="{FF2B5EF4-FFF2-40B4-BE49-F238E27FC236}">
                <a16:creationId xmlns:a16="http://schemas.microsoft.com/office/drawing/2014/main" id="{A7EEC87F-AED0-4CEC-9513-7D8EE3D4C0DD}"/>
              </a:ext>
            </a:extLst>
          </p:cNvPr>
          <p:cNvSpPr>
            <a:spLocks xmlns:a="http://schemas.openxmlformats.org/drawingml/2006/main" noGrp="1"/>
          </p:cNvSpPr>
          <p:nvPr/>
        </p:nvSpPr>
        <p:spPr>
          <a:xfrm xmlns:a="http://schemas.openxmlformats.org/drawingml/2006/main">
            <a:off x="3429000" y="4476750"/>
            <a:ext cx="400050" cy="400050"/>
          </a:xfrm>
          <a:prstGeom xmlns:a="http://schemas.openxmlformats.org/drawingml/2006/main" prst="roundRect">
            <a:avLst>
              <a:gd name="adj" fmla="val 4762"/>
            </a:avLst>
          </a:prstGeom>
          <a:solidFill xmlns:a="http://schemas.openxmlformats.org/drawingml/2006/main">
            <a:srgbClr val="E0F2FE"/>
          </a:solidFill>
          <a:ln xmlns:a="http://schemas.openxmlformats.org/drawingml/2006/main" w="14288">
            <a:solidFill>
              <a:srgbClr val="FFFFFF"/>
            </a:solidFill>
            <a:prstDash val="solid"/>
          </a:ln>
        </p:spPr>
      </p:sp>
      <p:sp>
        <p:nvSpPr>
          <p:cNvPr id="1134420311" name="">
            <a:extLst xmlns:a="http://schemas.openxmlformats.org/drawingml/2006/main">
              <a:ext uri="{FF2B5EF4-FFF2-40B4-BE49-F238E27FC236}">
                <a16:creationId xmlns:a16="http://schemas.microsoft.com/office/drawing/2014/main" id="{D5906719-C03E-4683-AC6D-F75B907E6AC1}"/>
              </a:ext>
            </a:extLst>
          </p:cNvPr>
          <p:cNvSpPr>
            <a:spLocks xmlns:a="http://schemas.openxmlformats.org/drawingml/2006/main" noGrp="1"/>
          </p:cNvSpPr>
          <p:nvPr/>
        </p:nvSpPr>
        <p:spPr>
          <a:xfrm xmlns:a="http://schemas.openxmlformats.org/drawingml/2006/main">
            <a:off x="3867150" y="4476750"/>
            <a:ext cx="400050" cy="400050"/>
          </a:xfrm>
          <a:prstGeom xmlns:a="http://schemas.openxmlformats.org/drawingml/2006/main" prst="roundRect">
            <a:avLst>
              <a:gd name="adj" fmla="val 4762"/>
            </a:avLst>
          </a:prstGeom>
          <a:solidFill xmlns:a="http://schemas.openxmlformats.org/drawingml/2006/main">
            <a:srgbClr val="E0F2FE"/>
          </a:solidFill>
          <a:ln xmlns:a="http://schemas.openxmlformats.org/drawingml/2006/main" w="14288">
            <a:solidFill>
              <a:srgbClr val="FFFFFF"/>
            </a:solidFill>
            <a:prstDash val="solid"/>
          </a:ln>
        </p:spPr>
      </p:sp>
      <p:sp>
        <p:nvSpPr>
          <p:cNvPr id="1355285830" name="">
            <a:extLst xmlns:a="http://schemas.openxmlformats.org/drawingml/2006/main">
              <a:ext uri="{FF2B5EF4-FFF2-40B4-BE49-F238E27FC236}">
                <a16:creationId xmlns:a16="http://schemas.microsoft.com/office/drawing/2014/main" id="{F9FAAE6F-FC3F-44CF-A209-8F98E8E2DBF9}"/>
              </a:ext>
            </a:extLst>
          </p:cNvPr>
          <p:cNvSpPr>
            <a:spLocks xmlns:a="http://schemas.openxmlformats.org/drawingml/2006/main" noGrp="1"/>
          </p:cNvSpPr>
          <p:nvPr/>
        </p:nvSpPr>
        <p:spPr>
          <a:xfrm xmlns:a="http://schemas.openxmlformats.org/drawingml/2006/main">
            <a:off x="4305300" y="4476750"/>
            <a:ext cx="400050" cy="400050"/>
          </a:xfrm>
          <a:prstGeom xmlns:a="http://schemas.openxmlformats.org/drawingml/2006/main" prst="roundRect">
            <a:avLst>
              <a:gd name="adj" fmla="val 4762"/>
            </a:avLst>
          </a:prstGeom>
          <a:solidFill xmlns:a="http://schemas.openxmlformats.org/drawingml/2006/main">
            <a:srgbClr val="E0F2FE"/>
          </a:solidFill>
          <a:ln xmlns:a="http://schemas.openxmlformats.org/drawingml/2006/main" w="14288">
            <a:solidFill>
              <a:srgbClr val="FFFFFF"/>
            </a:solidFill>
            <a:prstDash val="solid"/>
          </a:ln>
        </p:spPr>
      </p:sp>
      <p:sp>
        <p:nvSpPr>
          <p:cNvPr id="1945716101" name="">
            <a:extLst xmlns:a="http://schemas.openxmlformats.org/drawingml/2006/main">
              <a:ext uri="{FF2B5EF4-FFF2-40B4-BE49-F238E27FC236}">
                <a16:creationId xmlns:a16="http://schemas.microsoft.com/office/drawing/2014/main" id="{71C1141C-05B1-41E2-AFF9-54428411C502}"/>
              </a:ext>
            </a:extLst>
          </p:cNvPr>
          <p:cNvSpPr>
            <a:spLocks xmlns:a="http://schemas.openxmlformats.org/drawingml/2006/main" noGrp="1"/>
          </p:cNvSpPr>
          <p:nvPr/>
        </p:nvSpPr>
        <p:spPr>
          <a:xfrm xmlns:a="http://schemas.openxmlformats.org/drawingml/2006/main">
            <a:off x="4743450" y="4476750"/>
            <a:ext cx="400050" cy="400050"/>
          </a:xfrm>
          <a:prstGeom xmlns:a="http://schemas.openxmlformats.org/drawingml/2006/main" prst="roundRect">
            <a:avLst>
              <a:gd name="adj" fmla="val 4762"/>
            </a:avLst>
          </a:prstGeom>
          <a:solidFill xmlns:a="http://schemas.openxmlformats.org/drawingml/2006/main">
            <a:srgbClr val="E0F2FE"/>
          </a:solidFill>
          <a:ln xmlns:a="http://schemas.openxmlformats.org/drawingml/2006/main" w="14288">
            <a:solidFill>
              <a:srgbClr val="FFFFFF"/>
            </a:solidFill>
            <a:prstDash val="solid"/>
          </a:ln>
        </p:spPr>
      </p:sp>
      <p:sp>
        <p:nvSpPr>
          <p:cNvPr id="903673205" name="">
            <a:extLst xmlns:a="http://schemas.openxmlformats.org/drawingml/2006/main">
              <a:ext uri="{FF2B5EF4-FFF2-40B4-BE49-F238E27FC236}">
                <a16:creationId xmlns:a16="http://schemas.microsoft.com/office/drawing/2014/main" id="{0E302A6F-A79F-4B7E-BDE2-77FC47C46031}"/>
              </a:ext>
            </a:extLst>
          </p:cNvPr>
          <p:cNvSpPr>
            <a:spLocks xmlns:a="http://schemas.openxmlformats.org/drawingml/2006/main" noGrp="1"/>
          </p:cNvSpPr>
          <p:nvPr/>
        </p:nvSpPr>
        <p:spPr>
          <a:xfrm xmlns:a="http://schemas.openxmlformats.org/drawingml/2006/main">
            <a:off x="5181600" y="4476750"/>
            <a:ext cx="400050" cy="400050"/>
          </a:xfrm>
          <a:prstGeom xmlns:a="http://schemas.openxmlformats.org/drawingml/2006/main" prst="roundRect">
            <a:avLst>
              <a:gd name="adj" fmla="val 4762"/>
            </a:avLst>
          </a:prstGeom>
          <a:solidFill xmlns:a="http://schemas.openxmlformats.org/drawingml/2006/main">
            <a:srgbClr val="E0F2FE"/>
          </a:solidFill>
          <a:ln xmlns:a="http://schemas.openxmlformats.org/drawingml/2006/main" w="14288">
            <a:solidFill>
              <a:srgbClr val="FFFFFF"/>
            </a:solidFill>
            <a:prstDash val="solid"/>
          </a:ln>
        </p:spPr>
      </p:sp>
      <p:sp>
        <p:nvSpPr>
          <p:cNvPr id="41920754" name="">
            <a:extLst xmlns:a="http://schemas.openxmlformats.org/drawingml/2006/main">
              <a:ext uri="{FF2B5EF4-FFF2-40B4-BE49-F238E27FC236}">
                <a16:creationId xmlns:a16="http://schemas.microsoft.com/office/drawing/2014/main" id="{7DD48A23-45F0-4CE8-9A73-5090C8195384}"/>
              </a:ext>
            </a:extLst>
          </p:cNvPr>
          <p:cNvSpPr>
            <a:spLocks xmlns:a="http://schemas.openxmlformats.org/drawingml/2006/main" noGrp="1"/>
          </p:cNvSpPr>
          <p:nvPr/>
        </p:nvSpPr>
        <p:spPr>
          <a:xfrm xmlns:a="http://schemas.openxmlformats.org/drawingml/2006/main">
            <a:off x="5619750" y="4476750"/>
            <a:ext cx="400050" cy="400050"/>
          </a:xfrm>
          <a:prstGeom xmlns:a="http://schemas.openxmlformats.org/drawingml/2006/main" prst="roundRect">
            <a:avLst>
              <a:gd name="adj" fmla="val 4762"/>
            </a:avLst>
          </a:prstGeom>
          <a:solidFill xmlns:a="http://schemas.openxmlformats.org/drawingml/2006/main">
            <a:srgbClr val="E0F2FE"/>
          </a:solidFill>
          <a:ln xmlns:a="http://schemas.openxmlformats.org/drawingml/2006/main" w="14288">
            <a:solidFill>
              <a:srgbClr val="FFFFFF"/>
            </a:solidFill>
            <a:prstDash val="solid"/>
          </a:ln>
        </p:spPr>
      </p:sp>
      <p:sp>
        <p:nvSpPr>
          <p:cNvPr id="1090731608" name="">
            <a:extLst xmlns:a="http://schemas.openxmlformats.org/drawingml/2006/main">
              <a:ext uri="{FF2B5EF4-FFF2-40B4-BE49-F238E27FC236}">
                <a16:creationId xmlns:a16="http://schemas.microsoft.com/office/drawing/2014/main" id="{3A58FE55-9F6B-4C98-9AC9-C132007864E1}"/>
              </a:ext>
            </a:extLst>
          </p:cNvPr>
          <p:cNvSpPr>
            <a:spLocks xmlns:a="http://schemas.openxmlformats.org/drawingml/2006/main" noGrp="1"/>
          </p:cNvSpPr>
          <p:nvPr/>
        </p:nvSpPr>
        <p:spPr>
          <a:xfrm xmlns:a="http://schemas.openxmlformats.org/drawingml/2006/main">
            <a:off x="2381250" y="476250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800" b="1">
                <a:solidFill>
                  <a:srgbClr val="2563EB"/>
                </a:solidFill>
              </a:defRPr>
            </a:pPr>
            <a:r>
              <a:rPr sz="1800" b="1">
                <a:solidFill>
                  <a:srgbClr val="2563EB"/>
                </a:solidFill>
              </a:rPr>
              <a:t>visible</a:t>
            </a:r>
          </a:p>
        </p:txBody>
      </p:sp>
      <p:sp>
        <p:nvSpPr>
          <p:cNvPr id="1864567657" name="">
            <a:extLst xmlns:a="http://schemas.openxmlformats.org/drawingml/2006/main">
              <a:ext uri="{FF2B5EF4-FFF2-40B4-BE49-F238E27FC236}">
                <a16:creationId xmlns:a16="http://schemas.microsoft.com/office/drawing/2014/main" id="{E109AE68-ABBE-41DD-B5A2-006C4B4F5F95}"/>
              </a:ext>
            </a:extLst>
          </p:cNvPr>
          <p:cNvSpPr>
            <a:spLocks xmlns:a="http://schemas.openxmlformats.org/drawingml/2006/main" noGrp="1"/>
          </p:cNvSpPr>
          <p:nvPr/>
        </p:nvSpPr>
        <p:spPr>
          <a:xfrm xmlns:a="http://schemas.openxmlformats.org/drawingml/2006/main">
            <a:off x="7429500" y="476250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800" b="1">
                <a:solidFill>
                  <a:srgbClr val="EF4444"/>
                </a:solidFill>
              </a:defRPr>
            </a:pPr>
            <a:r>
              <a:rPr sz="1800" b="1">
                <a:solidFill>
                  <a:srgbClr val="EF4444"/>
                </a:solidFill>
              </a:rPr>
              <a:t>masked</a:t>
            </a:r>
          </a:p>
        </p:txBody>
      </p:sp>
      <p:sp>
        <p:nvSpPr>
          <p:cNvPr id="353583898" name="">
            <a:extLst xmlns:a="http://schemas.openxmlformats.org/drawingml/2006/main">
              <a:ext uri="{FF2B5EF4-FFF2-40B4-BE49-F238E27FC236}">
                <a16:creationId xmlns:a16="http://schemas.microsoft.com/office/drawing/2014/main" id="{20063B50-1EF0-483B-A426-410D3048BB3F}"/>
              </a:ext>
            </a:extLst>
          </p:cNvPr>
          <p:cNvSpPr>
            <a:spLocks xmlns:a="http://schemas.openxmlformats.org/drawingml/2006/main" noGrp="1"/>
          </p:cNvSpPr>
          <p:nvPr/>
        </p:nvSpPr>
        <p:spPr>
          <a:xfrm xmlns:a="http://schemas.openxmlformats.org/drawingml/2006/main">
            <a:off x="11106150" y="628650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00" b="0">
                <a:solidFill>
                  <a:srgbClr val="667085"/>
                </a:solidFill>
              </a:defRPr>
            </a:pPr>
            <a:r>
              <a:rPr sz="1000" b="0">
                <a:solidFill>
                  <a:srgbClr val="667085"/>
                </a:solidFill>
              </a:rPr>
              <a:t>36</a:t>
            </a:r>
          </a:p>
        </p:txBody>
      </p:sp>
    </p:spTree>
    <p:extLst>
      <p:ext uri="{BB962C8B-B14F-4D97-AF65-F5344CB8AC3E}">
        <p14:creationId xmlns:p14="http://schemas.microsoft.com/office/powerpoint/2010/main" val="1139751437"/>
      </p:ext>
    </p:extLst>
  </p:cSld>
</p:sld>
</file>

<file path=ppt/slides/slide37.xml><?xml version="1.0" encoding="utf-8"?>
<p:sld xmlns:p="http://schemas.openxmlformats.org/presentationml/2006/main" showMasterSp="1">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2308476" name="">
            <a:extLst xmlns:a="http://schemas.openxmlformats.org/drawingml/2006/main">
              <a:ext uri="{FF2B5EF4-FFF2-40B4-BE49-F238E27FC236}">
                <a16:creationId xmlns:a16="http://schemas.microsoft.com/office/drawing/2014/main" id="{776BF4D8-A9F9-4B00-9C93-04753F0A7B19}"/>
              </a:ext>
            </a:extLst>
          </p:cNvPr>
          <p:cNvSpPr>
            <a:spLocks xmlns:a="http://schemas.openxmlformats.org/drawingml/2006/main" noGrp="1"/>
          </p:cNvSpPr>
          <p:nvPr/>
        </p:nvSpPr>
        <p:spPr>
          <a:xfrm xmlns:a="http://schemas.openxmlformats.org/drawingml/2006/main">
            <a:off x="609600" y="32385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563EB"/>
                </a:solidFill>
              </a:defRPr>
            </a:pPr>
            <a:r>
              <a:rPr sz="1200" b="1">
                <a:solidFill>
                  <a:srgbClr val="2563EB"/>
                </a:solidFill>
              </a:rPr>
              <a:t>2017</a:t>
            </a:r>
          </a:p>
        </p:txBody>
      </p:sp>
      <p:sp>
        <p:nvSpPr>
          <p:cNvPr id="890164866" name="">
            <a:extLst xmlns:a="http://schemas.openxmlformats.org/drawingml/2006/main">
              <a:ext uri="{FF2B5EF4-FFF2-40B4-BE49-F238E27FC236}">
                <a16:creationId xmlns:a16="http://schemas.microsoft.com/office/drawing/2014/main" id="{67FD31DC-9138-4901-A8EE-E6D8673A78A0}"/>
              </a:ext>
            </a:extLst>
          </p:cNvPr>
          <p:cNvSpPr>
            <a:spLocks xmlns:a="http://schemas.openxmlformats.org/drawingml/2006/main" noGrp="1"/>
          </p:cNvSpPr>
          <p:nvPr/>
        </p:nvSpPr>
        <p:spPr>
          <a:xfrm xmlns:a="http://schemas.openxmlformats.org/drawingml/2006/main">
            <a:off x="609600" y="590549"/>
            <a:ext cx="9334500" cy="5905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150" b="1">
                <a:solidFill>
                  <a:srgbClr val="0B0F19"/>
                </a:solidFill>
              </a:defRPr>
            </a:pPr>
            <a:r>
              <a:rPr sz="3150" b="1">
                <a:solidFill>
                  <a:srgbClr val="0B0F19"/>
                </a:solidFill>
              </a:rPr>
              <a:t>Attention replaced recurrence</a:t>
            </a:r>
          </a:p>
        </p:txBody>
      </p:sp>
      <p:sp>
        <p:nvSpPr>
          <p:cNvPr id="1302761573" name="">
            <a:extLst xmlns:a="http://schemas.openxmlformats.org/drawingml/2006/main">
              <a:ext uri="{FF2B5EF4-FFF2-40B4-BE49-F238E27FC236}">
                <a16:creationId xmlns:a16="http://schemas.microsoft.com/office/drawing/2014/main" id="{5D85C1AD-200C-4980-B5CC-DA085967AAA1}"/>
              </a:ext>
            </a:extLst>
          </p:cNvPr>
          <p:cNvSpPr>
            <a:spLocks xmlns:a="http://schemas.openxmlformats.org/drawingml/2006/main" noGrp="1"/>
          </p:cNvSpPr>
          <p:nvPr/>
        </p:nvSpPr>
        <p:spPr>
          <a:xfrm xmlns:a="http://schemas.openxmlformats.org/drawingml/2006/main">
            <a:off x="609600" y="1352550"/>
            <a:ext cx="10972800" cy="4762500"/>
          </a:xfrm>
          <a:prstGeom xmlns:a="http://schemas.openxmlformats.org/drawingml/2006/main" prst="roundRect">
            <a:avLst>
              <a:gd name="adj" fmla="val 1600"/>
            </a:avLst>
          </a:prstGeom>
          <a:solidFill xmlns:a="http://schemas.openxmlformats.org/drawingml/2006/main">
            <a:srgbClr val="F8FAFC"/>
          </a:solidFill>
          <a:ln xmlns:a="http://schemas.openxmlformats.org/drawingml/2006/main" w="14288">
            <a:solidFill>
              <a:srgbClr val="E2E8F0"/>
            </a:solidFill>
            <a:prstDash val="solid"/>
          </a:ln>
        </p:spPr>
      </p:sp>
      <p:sp>
        <p:nvSpPr>
          <p:cNvPr id="2031370087" name="">
            <a:extLst xmlns:a="http://schemas.openxmlformats.org/drawingml/2006/main">
              <a:ext uri="{FF2B5EF4-FFF2-40B4-BE49-F238E27FC236}">
                <a16:creationId xmlns:a16="http://schemas.microsoft.com/office/drawing/2014/main" id="{5A8D4554-6CCB-4379-AAEF-2DB510FFA7FD}"/>
              </a:ext>
            </a:extLst>
          </p:cNvPr>
          <p:cNvSpPr>
            <a:spLocks xmlns:a="http://schemas.openxmlformats.org/drawingml/2006/main" noGrp="1"/>
          </p:cNvSpPr>
          <p:nvPr/>
        </p:nvSpPr>
        <p:spPr>
          <a:xfrm xmlns:a="http://schemas.openxmlformats.org/drawingml/2006/main">
            <a:off x="1714500" y="2857500"/>
            <a:ext cx="2762250" cy="1238250"/>
          </a:xfrm>
          <a:prstGeom xmlns:a="http://schemas.openxmlformats.org/drawingml/2006/main" prst="roundRect">
            <a:avLst>
              <a:gd name="adj" fmla="val 9231"/>
            </a:avLst>
          </a:prstGeom>
          <a:solidFill xmlns:a="http://schemas.openxmlformats.org/drawingml/2006/main">
            <a:srgbClr val="FFFFFF"/>
          </a:solidFill>
          <a:ln xmlns:a="http://schemas.openxmlformats.org/drawingml/2006/main" w="14288">
            <a:solidFill>
              <a:srgbClr val="CBD5E1"/>
            </a:solidFill>
            <a:prstDash val="solid"/>
          </a:ln>
        </p:spPr>
        <p:txBody>
          <a:bodyPr xmlns:a="http://schemas.openxmlformats.org/drawingml/2006/main"/>
          <a:lstStyle xmlns:a="http://schemas.openxmlformats.org/drawingml/2006/main"/>
          <a:p xmlns:a="http://schemas.openxmlformats.org/drawingml/2006/main">
            <a:pPr algn="ctr">
              <a:buNone/>
              <a:defRPr sz="2250" b="1">
                <a:solidFill>
                  <a:srgbClr val="0B0F19"/>
                </a:solidFill>
              </a:defRPr>
            </a:pPr>
            <a:r>
              <a:rPr sz="2250" b="1">
                <a:solidFill>
                  <a:srgbClr val="0B0F19"/>
                </a:solidFill>
              </a:rPr>
              <a:t>RNN</a:t>
            </a:r>
          </a:p>
          <a:p xmlns:a="http://schemas.openxmlformats.org/drawingml/2006/main">
            <a:pPr algn="ctr">
              <a:buNone/>
              <a:defRPr sz="2250" b="1">
                <a:solidFill>
                  <a:srgbClr val="0B0F19"/>
                </a:solidFill>
              </a:defRPr>
            </a:pPr>
            <a:r>
              <a:rPr sz="2250" b="1">
                <a:solidFill>
                  <a:srgbClr val="0B0F19"/>
                </a:solidFill>
              </a:rPr>
              <a:t>step by step</a:t>
            </a:r>
          </a:p>
        </p:txBody>
      </p:sp>
      <p:sp>
        <p:nvSpPr>
          <p:cNvPr id="1726456332" name="">
            <a:extLst xmlns:a="http://schemas.openxmlformats.org/drawingml/2006/main">
              <a:ext uri="{FF2B5EF4-FFF2-40B4-BE49-F238E27FC236}">
                <a16:creationId xmlns:a16="http://schemas.microsoft.com/office/drawing/2014/main" id="{7EA4E196-1A33-4F6A-84E5-4A5D88CD4122}"/>
              </a:ext>
            </a:extLst>
          </p:cNvPr>
          <p:cNvSpPr>
            <a:spLocks xmlns:a="http://schemas.openxmlformats.org/drawingml/2006/main" noGrp="1"/>
          </p:cNvSpPr>
          <p:nvPr/>
        </p:nvSpPr>
        <p:spPr>
          <a:xfrm xmlns:a="http://schemas.openxmlformats.org/drawingml/2006/main">
            <a:off x="5572125" y="3238500"/>
            <a:ext cx="666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3300" b="1">
                <a:solidFill>
                  <a:srgbClr val="2563EB"/>
                </a:solidFill>
              </a:defRPr>
            </a:pPr>
            <a:r>
              <a:rPr sz="3300" b="1">
                <a:solidFill>
                  <a:srgbClr val="2563EB"/>
                </a:solidFill>
              </a:rPr>
              <a:t>-&gt;</a:t>
            </a:r>
          </a:p>
        </p:txBody>
      </p:sp>
      <p:sp>
        <p:nvSpPr>
          <p:cNvPr id="412394113" name="">
            <a:extLst xmlns:a="http://schemas.openxmlformats.org/drawingml/2006/main">
              <a:ext uri="{FF2B5EF4-FFF2-40B4-BE49-F238E27FC236}">
                <a16:creationId xmlns:a16="http://schemas.microsoft.com/office/drawing/2014/main" id="{2FB36D5E-A617-4705-807D-180C1C3F4F08}"/>
              </a:ext>
            </a:extLst>
          </p:cNvPr>
          <p:cNvSpPr>
            <a:spLocks xmlns:a="http://schemas.openxmlformats.org/drawingml/2006/main" noGrp="1"/>
          </p:cNvSpPr>
          <p:nvPr/>
        </p:nvSpPr>
        <p:spPr>
          <a:xfrm xmlns:a="http://schemas.openxmlformats.org/drawingml/2006/main">
            <a:off x="7334250" y="2857500"/>
            <a:ext cx="3143250" cy="1238250"/>
          </a:xfrm>
          <a:prstGeom xmlns:a="http://schemas.openxmlformats.org/drawingml/2006/main" prst="roundRect">
            <a:avLst>
              <a:gd name="adj" fmla="val 9231"/>
            </a:avLst>
          </a:prstGeom>
          <a:solidFill xmlns:a="http://schemas.openxmlformats.org/drawingml/2006/main">
            <a:srgbClr val="E0F2FE"/>
          </a:solidFill>
          <a:ln xmlns:a="http://schemas.openxmlformats.org/drawingml/2006/main" w="14288">
            <a:solidFill>
              <a:srgbClr val="2563EB"/>
            </a:solidFill>
            <a:prstDash val="solid"/>
          </a:ln>
        </p:spPr>
        <p:txBody>
          <a:bodyPr xmlns:a="http://schemas.openxmlformats.org/drawingml/2006/main"/>
          <a:lstStyle xmlns:a="http://schemas.openxmlformats.org/drawingml/2006/main"/>
          <a:p xmlns:a="http://schemas.openxmlformats.org/drawingml/2006/main">
            <a:pPr algn="ctr">
              <a:buNone/>
              <a:defRPr sz="2250" b="1">
                <a:solidFill>
                  <a:srgbClr val="0B0F19"/>
                </a:solidFill>
              </a:defRPr>
            </a:pPr>
            <a:r>
              <a:rPr sz="2250" b="1">
                <a:solidFill>
                  <a:srgbClr val="0B0F19"/>
                </a:solidFill>
              </a:rPr>
              <a:t>Transformer</a:t>
            </a:r>
          </a:p>
          <a:p xmlns:a="http://schemas.openxmlformats.org/drawingml/2006/main">
            <a:pPr algn="ctr">
              <a:buNone/>
              <a:defRPr sz="2250" b="1">
                <a:solidFill>
                  <a:srgbClr val="0B0F19"/>
                </a:solidFill>
              </a:defRPr>
            </a:pPr>
            <a:r>
              <a:rPr sz="2250" b="1">
                <a:solidFill>
                  <a:srgbClr val="0B0F19"/>
                </a:solidFill>
              </a:rPr>
              <a:t>direct comparison</a:t>
            </a:r>
          </a:p>
        </p:txBody>
      </p:sp>
      <p:sp>
        <p:nvSpPr>
          <p:cNvPr id="225213446" name="">
            <a:extLst xmlns:a="http://schemas.openxmlformats.org/drawingml/2006/main">
              <a:ext uri="{FF2B5EF4-FFF2-40B4-BE49-F238E27FC236}">
                <a16:creationId xmlns:a16="http://schemas.microsoft.com/office/drawing/2014/main" id="{E8DE1B05-7C8D-41B8-9C5E-1FA21A913CE8}"/>
              </a:ext>
            </a:extLst>
          </p:cNvPr>
          <p:cNvSpPr>
            <a:spLocks xmlns:a="http://schemas.openxmlformats.org/drawingml/2006/main" noGrp="1"/>
          </p:cNvSpPr>
          <p:nvPr/>
        </p:nvSpPr>
        <p:spPr>
          <a:xfrm xmlns:a="http://schemas.openxmlformats.org/drawingml/2006/main">
            <a:off x="11106150" y="628650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00" b="0">
                <a:solidFill>
                  <a:srgbClr val="667085"/>
                </a:solidFill>
              </a:defRPr>
            </a:pPr>
            <a:r>
              <a:rPr sz="1000" b="0">
                <a:solidFill>
                  <a:srgbClr val="667085"/>
                </a:solidFill>
              </a:rPr>
              <a:t>37</a:t>
            </a:r>
          </a:p>
        </p:txBody>
      </p:sp>
    </p:spTree>
    <p:extLst>
      <p:ext uri="{BB962C8B-B14F-4D97-AF65-F5344CB8AC3E}">
        <p14:creationId xmlns:p14="http://schemas.microsoft.com/office/powerpoint/2010/main" val="1171357872"/>
      </p:ext>
    </p:extLst>
  </p:cSld>
</p:sld>
</file>

<file path=ppt/slides/slide38.xml><?xml version="1.0" encoding="utf-8"?>
<p:sld xmlns:p="http://schemas.openxmlformats.org/presentationml/2006/main" showMasterSp="1">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48456799" name="">
            <a:extLst xmlns:a="http://schemas.openxmlformats.org/drawingml/2006/main">
              <a:ext uri="{FF2B5EF4-FFF2-40B4-BE49-F238E27FC236}">
                <a16:creationId xmlns:a16="http://schemas.microsoft.com/office/drawing/2014/main" id="{8C325054-B7EF-4AD1-A279-C66A95D18E80}"/>
              </a:ext>
            </a:extLst>
          </p:cNvPr>
          <p:cNvSpPr>
            <a:spLocks xmlns:a="http://schemas.openxmlformats.org/drawingml/2006/main" noGrp="1"/>
          </p:cNvSpPr>
          <p:nvPr/>
        </p:nvSpPr>
        <p:spPr>
          <a:xfrm xmlns:a="http://schemas.openxmlformats.org/drawingml/2006/main">
            <a:off x="609600" y="32385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563EB"/>
                </a:solidFill>
              </a:defRPr>
            </a:pPr>
            <a:r>
              <a:rPr sz="1200" b="1">
                <a:solidFill>
                  <a:srgbClr val="2563EB"/>
                </a:solidFill>
              </a:rPr>
              <a:t>GPT</a:t>
            </a:r>
          </a:p>
        </p:txBody>
      </p:sp>
      <p:sp>
        <p:nvSpPr>
          <p:cNvPr id="1277068295" name="">
            <a:extLst xmlns:a="http://schemas.openxmlformats.org/drawingml/2006/main">
              <a:ext uri="{FF2B5EF4-FFF2-40B4-BE49-F238E27FC236}">
                <a16:creationId xmlns:a16="http://schemas.microsoft.com/office/drawing/2014/main" id="{DC1FB769-9D3B-4AB7-A71A-AD954AC1CC7D}"/>
              </a:ext>
            </a:extLst>
          </p:cNvPr>
          <p:cNvSpPr>
            <a:spLocks xmlns:a="http://schemas.openxmlformats.org/drawingml/2006/main" noGrp="1"/>
          </p:cNvSpPr>
          <p:nvPr/>
        </p:nvSpPr>
        <p:spPr>
          <a:xfrm xmlns:a="http://schemas.openxmlformats.org/drawingml/2006/main">
            <a:off x="609600" y="590549"/>
            <a:ext cx="9334500" cy="5905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150" b="1">
                <a:solidFill>
                  <a:srgbClr val="0B0F19"/>
                </a:solidFill>
              </a:defRPr>
            </a:pPr>
            <a:r>
              <a:rPr sz="3150" b="1">
                <a:solidFill>
                  <a:srgbClr val="0B0F19"/>
                </a:solidFill>
              </a:rPr>
              <a:t>GPT keeps the decoder idea</a:t>
            </a:r>
          </a:p>
        </p:txBody>
      </p:sp>
      <p:sp>
        <p:nvSpPr>
          <p:cNvPr id="700677849" name="">
            <a:extLst xmlns:a="http://schemas.openxmlformats.org/drawingml/2006/main">
              <a:ext uri="{FF2B5EF4-FFF2-40B4-BE49-F238E27FC236}">
                <a16:creationId xmlns:a16="http://schemas.microsoft.com/office/drawing/2014/main" id="{1A997F32-B043-43AD-9709-776E32F65048}"/>
              </a:ext>
            </a:extLst>
          </p:cNvPr>
          <p:cNvSpPr>
            <a:spLocks xmlns:a="http://schemas.openxmlformats.org/drawingml/2006/main" noGrp="1"/>
          </p:cNvSpPr>
          <p:nvPr/>
        </p:nvSpPr>
        <p:spPr>
          <a:xfrm xmlns:a="http://schemas.openxmlformats.org/drawingml/2006/main">
            <a:off x="609600" y="1352550"/>
            <a:ext cx="10972800" cy="4762500"/>
          </a:xfrm>
          <a:prstGeom xmlns:a="http://schemas.openxmlformats.org/drawingml/2006/main" prst="roundRect">
            <a:avLst>
              <a:gd name="adj" fmla="val 1600"/>
            </a:avLst>
          </a:prstGeom>
          <a:solidFill xmlns:a="http://schemas.openxmlformats.org/drawingml/2006/main">
            <a:srgbClr val="F8FAFC"/>
          </a:solidFill>
          <a:ln xmlns:a="http://schemas.openxmlformats.org/drawingml/2006/main" w="14288">
            <a:solidFill>
              <a:srgbClr val="E2E8F0"/>
            </a:solidFill>
            <a:prstDash val="solid"/>
          </a:ln>
        </p:spPr>
      </p:sp>
      <p:sp>
        <p:nvSpPr>
          <p:cNvPr id="614717421" name="">
            <a:extLst xmlns:a="http://schemas.openxmlformats.org/drawingml/2006/main">
              <a:ext uri="{FF2B5EF4-FFF2-40B4-BE49-F238E27FC236}">
                <a16:creationId xmlns:a16="http://schemas.microsoft.com/office/drawing/2014/main" id="{37F4F533-A0B8-483A-B712-78FB27AE191B}"/>
              </a:ext>
            </a:extLst>
          </p:cNvPr>
          <p:cNvSpPr>
            <a:spLocks xmlns:a="http://schemas.openxmlformats.org/drawingml/2006/main" noGrp="1"/>
          </p:cNvSpPr>
          <p:nvPr/>
        </p:nvSpPr>
        <p:spPr>
          <a:xfrm xmlns:a="http://schemas.openxmlformats.org/drawingml/2006/main">
            <a:off x="4333875" y="4762500"/>
            <a:ext cx="2952750" cy="552450"/>
          </a:xfrm>
          <a:prstGeom xmlns:a="http://schemas.openxmlformats.org/drawingml/2006/main" prst="roundRect">
            <a:avLst>
              <a:gd name="adj" fmla="val 20690"/>
            </a:avLst>
          </a:prstGeom>
          <a:solidFill xmlns:a="http://schemas.openxmlformats.org/drawingml/2006/main">
            <a:srgbClr val="E0F2FE"/>
          </a:solidFill>
          <a:ln xmlns:a="http://schemas.openxmlformats.org/drawingml/2006/main" w="14288">
            <a:solidFill>
              <a:srgbClr val="2563EB"/>
            </a:solidFill>
            <a:prstDash val="solid"/>
          </a:ln>
        </p:spPr>
        <p:txBody>
          <a:bodyPr xmlns:a="http://schemas.openxmlformats.org/drawingml/2006/main"/>
          <a:lstStyle xmlns:a="http://schemas.openxmlformats.org/drawingml/2006/main"/>
          <a:p xmlns:a="http://schemas.openxmlformats.org/drawingml/2006/main">
            <a:pPr algn="ctr">
              <a:buNone/>
              <a:defRPr sz="1750" b="1">
                <a:solidFill>
                  <a:srgbClr val="0B0F19"/>
                </a:solidFill>
              </a:defRPr>
            </a:pPr>
            <a:r>
              <a:rPr sz="1750" b="1">
                <a:solidFill>
                  <a:srgbClr val="0B0F19"/>
                </a:solidFill>
              </a:rPr>
              <a:t>decoder block 4</a:t>
            </a:r>
          </a:p>
        </p:txBody>
      </p:sp>
      <p:sp>
        <p:nvSpPr>
          <p:cNvPr id="1854427875" name="">
            <a:extLst xmlns:a="http://schemas.openxmlformats.org/drawingml/2006/main">
              <a:ext uri="{FF2B5EF4-FFF2-40B4-BE49-F238E27FC236}">
                <a16:creationId xmlns:a16="http://schemas.microsoft.com/office/drawing/2014/main" id="{98888998-34E0-4C62-BC24-9A78A899325D}"/>
              </a:ext>
            </a:extLst>
          </p:cNvPr>
          <p:cNvSpPr>
            <a:spLocks xmlns:a="http://schemas.openxmlformats.org/drawingml/2006/main" noGrp="1"/>
          </p:cNvSpPr>
          <p:nvPr/>
        </p:nvSpPr>
        <p:spPr>
          <a:xfrm xmlns:a="http://schemas.openxmlformats.org/drawingml/2006/main">
            <a:off x="4333875" y="3857625"/>
            <a:ext cx="2952750" cy="552450"/>
          </a:xfrm>
          <a:prstGeom xmlns:a="http://schemas.openxmlformats.org/drawingml/2006/main" prst="roundRect">
            <a:avLst>
              <a:gd name="adj" fmla="val 20690"/>
            </a:avLst>
          </a:prstGeom>
          <a:solidFill xmlns:a="http://schemas.openxmlformats.org/drawingml/2006/main">
            <a:srgbClr val="FFFFFF"/>
          </a:solidFill>
          <a:ln xmlns:a="http://schemas.openxmlformats.org/drawingml/2006/main" w="14288">
            <a:solidFill>
              <a:srgbClr val="2563EB"/>
            </a:solidFill>
            <a:prstDash val="solid"/>
          </a:ln>
        </p:spPr>
        <p:txBody>
          <a:bodyPr xmlns:a="http://schemas.openxmlformats.org/drawingml/2006/main"/>
          <a:lstStyle xmlns:a="http://schemas.openxmlformats.org/drawingml/2006/main"/>
          <a:p xmlns:a="http://schemas.openxmlformats.org/drawingml/2006/main">
            <a:pPr algn="ctr">
              <a:buNone/>
              <a:defRPr sz="1750" b="1">
                <a:solidFill>
                  <a:srgbClr val="0B0F19"/>
                </a:solidFill>
              </a:defRPr>
            </a:pPr>
            <a:r>
              <a:rPr sz="1750" b="1">
                <a:solidFill>
                  <a:srgbClr val="0B0F19"/>
                </a:solidFill>
              </a:rPr>
              <a:t>decoder block 3</a:t>
            </a:r>
          </a:p>
        </p:txBody>
      </p:sp>
      <p:sp>
        <p:nvSpPr>
          <p:cNvPr id="1506494528" name="">
            <a:extLst xmlns:a="http://schemas.openxmlformats.org/drawingml/2006/main">
              <a:ext uri="{FF2B5EF4-FFF2-40B4-BE49-F238E27FC236}">
                <a16:creationId xmlns:a16="http://schemas.microsoft.com/office/drawing/2014/main" id="{C011072A-B57C-4EAE-AE31-74BE1581BDEA}"/>
              </a:ext>
            </a:extLst>
          </p:cNvPr>
          <p:cNvSpPr>
            <a:spLocks xmlns:a="http://schemas.openxmlformats.org/drawingml/2006/main" noGrp="1"/>
          </p:cNvSpPr>
          <p:nvPr/>
        </p:nvSpPr>
        <p:spPr>
          <a:xfrm xmlns:a="http://schemas.openxmlformats.org/drawingml/2006/main">
            <a:off x="4333875" y="2952750"/>
            <a:ext cx="2952750" cy="552450"/>
          </a:xfrm>
          <a:prstGeom xmlns:a="http://schemas.openxmlformats.org/drawingml/2006/main" prst="roundRect">
            <a:avLst>
              <a:gd name="adj" fmla="val 20690"/>
            </a:avLst>
          </a:prstGeom>
          <a:solidFill xmlns:a="http://schemas.openxmlformats.org/drawingml/2006/main">
            <a:srgbClr val="E0F2FE"/>
          </a:solidFill>
          <a:ln xmlns:a="http://schemas.openxmlformats.org/drawingml/2006/main" w="14288">
            <a:solidFill>
              <a:srgbClr val="2563EB"/>
            </a:solidFill>
            <a:prstDash val="solid"/>
          </a:ln>
        </p:spPr>
        <p:txBody>
          <a:bodyPr xmlns:a="http://schemas.openxmlformats.org/drawingml/2006/main"/>
          <a:lstStyle xmlns:a="http://schemas.openxmlformats.org/drawingml/2006/main"/>
          <a:p xmlns:a="http://schemas.openxmlformats.org/drawingml/2006/main">
            <a:pPr algn="ctr">
              <a:buNone/>
              <a:defRPr sz="1750" b="1">
                <a:solidFill>
                  <a:srgbClr val="0B0F19"/>
                </a:solidFill>
              </a:defRPr>
            </a:pPr>
            <a:r>
              <a:rPr sz="1750" b="1">
                <a:solidFill>
                  <a:srgbClr val="0B0F19"/>
                </a:solidFill>
              </a:rPr>
              <a:t>decoder block 2</a:t>
            </a:r>
          </a:p>
        </p:txBody>
      </p:sp>
      <p:sp>
        <p:nvSpPr>
          <p:cNvPr id="310583425" name="">
            <a:extLst xmlns:a="http://schemas.openxmlformats.org/drawingml/2006/main">
              <a:ext uri="{FF2B5EF4-FFF2-40B4-BE49-F238E27FC236}">
                <a16:creationId xmlns:a16="http://schemas.microsoft.com/office/drawing/2014/main" id="{BDEDB057-A972-4BD2-A68E-8637C26C2392}"/>
              </a:ext>
            </a:extLst>
          </p:cNvPr>
          <p:cNvSpPr>
            <a:spLocks xmlns:a="http://schemas.openxmlformats.org/drawingml/2006/main" noGrp="1"/>
          </p:cNvSpPr>
          <p:nvPr/>
        </p:nvSpPr>
        <p:spPr>
          <a:xfrm xmlns:a="http://schemas.openxmlformats.org/drawingml/2006/main">
            <a:off x="4333875" y="2047875"/>
            <a:ext cx="2952750" cy="552450"/>
          </a:xfrm>
          <a:prstGeom xmlns:a="http://schemas.openxmlformats.org/drawingml/2006/main" prst="roundRect">
            <a:avLst>
              <a:gd name="adj" fmla="val 20690"/>
            </a:avLst>
          </a:prstGeom>
          <a:solidFill xmlns:a="http://schemas.openxmlformats.org/drawingml/2006/main">
            <a:srgbClr val="FFFFFF"/>
          </a:solidFill>
          <a:ln xmlns:a="http://schemas.openxmlformats.org/drawingml/2006/main" w="14288">
            <a:solidFill>
              <a:srgbClr val="2563EB"/>
            </a:solidFill>
            <a:prstDash val="solid"/>
          </a:ln>
        </p:spPr>
        <p:txBody>
          <a:bodyPr xmlns:a="http://schemas.openxmlformats.org/drawingml/2006/main"/>
          <a:lstStyle xmlns:a="http://schemas.openxmlformats.org/drawingml/2006/main"/>
          <a:p xmlns:a="http://schemas.openxmlformats.org/drawingml/2006/main">
            <a:pPr algn="ctr">
              <a:buNone/>
              <a:defRPr sz="1750" b="1">
                <a:solidFill>
                  <a:srgbClr val="0B0F19"/>
                </a:solidFill>
              </a:defRPr>
            </a:pPr>
            <a:r>
              <a:rPr sz="1750" b="1">
                <a:solidFill>
                  <a:srgbClr val="0B0F19"/>
                </a:solidFill>
              </a:rPr>
              <a:t>decoder block 1</a:t>
            </a:r>
          </a:p>
        </p:txBody>
      </p:sp>
      <p:sp>
        <p:nvSpPr>
          <p:cNvPr id="701546866" name="">
            <a:extLst xmlns:a="http://schemas.openxmlformats.org/drawingml/2006/main">
              <a:ext uri="{FF2B5EF4-FFF2-40B4-BE49-F238E27FC236}">
                <a16:creationId xmlns:a16="http://schemas.microsoft.com/office/drawing/2014/main" id="{E9415471-BC65-462C-A8DE-162F238D389E}"/>
              </a:ext>
            </a:extLst>
          </p:cNvPr>
          <p:cNvSpPr>
            <a:spLocks xmlns:a="http://schemas.openxmlformats.org/drawingml/2006/main" noGrp="1"/>
          </p:cNvSpPr>
          <p:nvPr/>
        </p:nvSpPr>
        <p:spPr>
          <a:xfrm xmlns:a="http://schemas.openxmlformats.org/drawingml/2006/main">
            <a:off x="1619250" y="4762500"/>
            <a:ext cx="1905000" cy="590549"/>
          </a:xfrm>
          <a:prstGeom xmlns:a="http://schemas.openxmlformats.org/drawingml/2006/main" prst="roundRect">
            <a:avLst>
              <a:gd name="adj" fmla="val 19355"/>
            </a:avLst>
          </a:prstGeom>
          <a:solidFill xmlns:a="http://schemas.openxmlformats.org/drawingml/2006/main">
            <a:srgbClr val="FFFFFF"/>
          </a:solidFill>
          <a:ln xmlns:a="http://schemas.openxmlformats.org/drawingml/2006/main" w="14288">
            <a:solidFill>
              <a:srgbClr val="CBD5E1"/>
            </a:solid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0B0F19"/>
                </a:solidFill>
              </a:defRPr>
            </a:pPr>
            <a:r>
              <a:rPr sz="1650" b="1">
                <a:solidFill>
                  <a:srgbClr val="0B0F19"/>
                </a:solidFill>
              </a:rPr>
              <a:t>prompt tokens</a:t>
            </a:r>
          </a:p>
        </p:txBody>
      </p:sp>
      <p:sp>
        <p:nvSpPr>
          <p:cNvPr id="622048334" name="">
            <a:extLst xmlns:a="http://schemas.openxmlformats.org/drawingml/2006/main">
              <a:ext uri="{FF2B5EF4-FFF2-40B4-BE49-F238E27FC236}">
                <a16:creationId xmlns:a16="http://schemas.microsoft.com/office/drawing/2014/main" id="{17B8CFF7-CC38-4E81-A838-22D2841935F5}"/>
              </a:ext>
            </a:extLst>
          </p:cNvPr>
          <p:cNvSpPr>
            <a:spLocks xmlns:a="http://schemas.openxmlformats.org/drawingml/2006/main" noGrp="1"/>
          </p:cNvSpPr>
          <p:nvPr/>
        </p:nvSpPr>
        <p:spPr>
          <a:xfrm xmlns:a="http://schemas.openxmlformats.org/drawingml/2006/main">
            <a:off x="3667125" y="4829175"/>
            <a:ext cx="619125" cy="428625"/>
          </a:xfrm>
          <a:prstGeom xmlns:a="http://schemas.openxmlformats.org/drawingml/2006/main" prst="rightArrow">
            <a:avLst>
              <a:gd name="adj1" fmla="val 50000"/>
              <a:gd name="adj2" fmla="val 50000"/>
            </a:avLst>
          </a:prstGeom>
          <a:solidFill xmlns:a="http://schemas.openxmlformats.org/drawingml/2006/main">
            <a:srgbClr val="E0F2FE"/>
          </a:solidFill>
          <a:ln xmlns:a="http://schemas.openxmlformats.org/drawingml/2006/main" w="14288">
            <a:solidFill>
              <a:srgbClr val="2563EB"/>
            </a:solidFill>
            <a:prstDash val="solid"/>
          </a:ln>
        </p:spPr>
      </p:sp>
      <p:sp>
        <p:nvSpPr>
          <p:cNvPr id="476163820" name="">
            <a:extLst xmlns:a="http://schemas.openxmlformats.org/drawingml/2006/main">
              <a:ext uri="{FF2B5EF4-FFF2-40B4-BE49-F238E27FC236}">
                <a16:creationId xmlns:a16="http://schemas.microsoft.com/office/drawing/2014/main" id="{25E53F2D-FD1C-42B5-89AD-6859204F740D}"/>
              </a:ext>
            </a:extLst>
          </p:cNvPr>
          <p:cNvSpPr>
            <a:spLocks xmlns:a="http://schemas.openxmlformats.org/drawingml/2006/main" noGrp="1"/>
          </p:cNvSpPr>
          <p:nvPr/>
        </p:nvSpPr>
        <p:spPr>
          <a:xfrm xmlns:a="http://schemas.openxmlformats.org/drawingml/2006/main">
            <a:off x="7334250" y="2143125"/>
            <a:ext cx="1381125" cy="428625"/>
          </a:xfrm>
          <a:prstGeom xmlns:a="http://schemas.openxmlformats.org/drawingml/2006/main" prst="rightArrow">
            <a:avLst>
              <a:gd name="adj1" fmla="val 50000"/>
              <a:gd name="adj2" fmla="val 50000"/>
            </a:avLst>
          </a:prstGeom>
          <a:solidFill xmlns:a="http://schemas.openxmlformats.org/drawingml/2006/main">
            <a:srgbClr val="E0F2FE"/>
          </a:solidFill>
          <a:ln xmlns:a="http://schemas.openxmlformats.org/drawingml/2006/main" w="14288">
            <a:solidFill>
              <a:srgbClr val="2563EB"/>
            </a:solidFill>
            <a:prstDash val="solid"/>
          </a:ln>
        </p:spPr>
      </p:sp>
      <p:sp>
        <p:nvSpPr>
          <p:cNvPr id="1396234521" name="">
            <a:extLst xmlns:a="http://schemas.openxmlformats.org/drawingml/2006/main">
              <a:ext uri="{FF2B5EF4-FFF2-40B4-BE49-F238E27FC236}">
                <a16:creationId xmlns:a16="http://schemas.microsoft.com/office/drawing/2014/main" id="{629D79AD-8842-489F-B110-EB8B654645AC}"/>
              </a:ext>
            </a:extLst>
          </p:cNvPr>
          <p:cNvSpPr>
            <a:spLocks xmlns:a="http://schemas.openxmlformats.org/drawingml/2006/main" noGrp="1"/>
          </p:cNvSpPr>
          <p:nvPr/>
        </p:nvSpPr>
        <p:spPr>
          <a:xfrm xmlns:a="http://schemas.openxmlformats.org/drawingml/2006/main">
            <a:off x="8953500" y="2047875"/>
            <a:ext cx="1714500" cy="590549"/>
          </a:xfrm>
          <a:prstGeom xmlns:a="http://schemas.openxmlformats.org/drawingml/2006/main" prst="roundRect">
            <a:avLst>
              <a:gd name="adj" fmla="val 19355"/>
            </a:avLst>
          </a:prstGeom>
          <a:solidFill xmlns:a="http://schemas.openxmlformats.org/drawingml/2006/main">
            <a:srgbClr val="DCFCE7"/>
          </a:solidFill>
          <a:ln xmlns:a="http://schemas.openxmlformats.org/drawingml/2006/main" w="14288">
            <a:solidFill>
              <a:srgbClr val="10B981"/>
            </a:solidFill>
            <a:prstDash val="solid"/>
          </a:ln>
        </p:spPr>
        <p:txBody>
          <a:bodyPr xmlns:a="http://schemas.openxmlformats.org/drawingml/2006/main"/>
          <a:lstStyle xmlns:a="http://schemas.openxmlformats.org/drawingml/2006/main"/>
          <a:p xmlns:a="http://schemas.openxmlformats.org/drawingml/2006/main">
            <a:pPr algn="ctr">
              <a:buNone/>
              <a:defRPr sz="1900" b="1">
                <a:solidFill>
                  <a:srgbClr val="0B0F19"/>
                </a:solidFill>
              </a:defRPr>
            </a:pPr>
            <a:r>
              <a:rPr sz="1900" b="1">
                <a:solidFill>
                  <a:srgbClr val="0B0F19"/>
                </a:solidFill>
              </a:rPr>
              <a:t>next token</a:t>
            </a:r>
          </a:p>
        </p:txBody>
      </p:sp>
      <p:sp>
        <p:nvSpPr>
          <p:cNvPr id="1921889685" name="">
            <a:extLst xmlns:a="http://schemas.openxmlformats.org/drawingml/2006/main">
              <a:ext uri="{FF2B5EF4-FFF2-40B4-BE49-F238E27FC236}">
                <a16:creationId xmlns:a16="http://schemas.microsoft.com/office/drawing/2014/main" id="{CD10CBEF-9693-4EFC-8C23-4970BC14C066}"/>
              </a:ext>
            </a:extLst>
          </p:cNvPr>
          <p:cNvSpPr>
            <a:spLocks xmlns:a="http://schemas.openxmlformats.org/drawingml/2006/main" noGrp="1"/>
          </p:cNvSpPr>
          <p:nvPr/>
        </p:nvSpPr>
        <p:spPr>
          <a:xfrm xmlns:a="http://schemas.openxmlformats.org/drawingml/2006/main">
            <a:off x="11106150" y="628650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00" b="0">
                <a:solidFill>
                  <a:srgbClr val="667085"/>
                </a:solidFill>
              </a:defRPr>
            </a:pPr>
            <a:r>
              <a:rPr sz="1000" b="0">
                <a:solidFill>
                  <a:srgbClr val="667085"/>
                </a:solidFill>
              </a:rPr>
              <a:t>38</a:t>
            </a:r>
          </a:p>
        </p:txBody>
      </p:sp>
    </p:spTree>
    <p:extLst>
      <p:ext uri="{BB962C8B-B14F-4D97-AF65-F5344CB8AC3E}">
        <p14:creationId xmlns:p14="http://schemas.microsoft.com/office/powerpoint/2010/main" val="1806896858"/>
      </p:ext>
    </p:extLst>
  </p:cSld>
</p:sld>
</file>

<file path=ppt/slides/slide39.xml><?xml version="1.0" encoding="utf-8"?>
<p:sld xmlns:p="http://schemas.openxmlformats.org/presentationml/2006/main" showMasterSp="1">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713822" name="">
            <a:extLst xmlns:a="http://schemas.openxmlformats.org/drawingml/2006/main">
              <a:ext uri="{FF2B5EF4-FFF2-40B4-BE49-F238E27FC236}">
                <a16:creationId xmlns:a16="http://schemas.microsoft.com/office/drawing/2014/main" id="{F5E33FCC-347C-487B-B80F-E4EB17FAD745}"/>
              </a:ext>
            </a:extLst>
          </p:cNvPr>
          <p:cNvSpPr>
            <a:spLocks xmlns:a="http://schemas.openxmlformats.org/drawingml/2006/main" noGrp="1"/>
          </p:cNvSpPr>
          <p:nvPr/>
        </p:nvSpPr>
        <p:spPr>
          <a:xfrm xmlns:a="http://schemas.openxmlformats.org/drawingml/2006/main">
            <a:off x="609600" y="32385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563EB"/>
                </a:solidFill>
              </a:defRPr>
            </a:pPr>
            <a:r>
              <a:rPr sz="1200" b="1">
                <a:solidFill>
                  <a:srgbClr val="2563EB"/>
                </a:solidFill>
              </a:rPr>
              <a:t>Objective</a:t>
            </a:r>
          </a:p>
        </p:txBody>
      </p:sp>
      <p:sp>
        <p:nvSpPr>
          <p:cNvPr id="1381388515" name="">
            <a:extLst xmlns:a="http://schemas.openxmlformats.org/drawingml/2006/main">
              <a:ext uri="{FF2B5EF4-FFF2-40B4-BE49-F238E27FC236}">
                <a16:creationId xmlns:a16="http://schemas.microsoft.com/office/drawing/2014/main" id="{E4B95ACC-61E0-4560-AD1C-DF75EA744EC3}"/>
              </a:ext>
            </a:extLst>
          </p:cNvPr>
          <p:cNvSpPr>
            <a:spLocks xmlns:a="http://schemas.openxmlformats.org/drawingml/2006/main" noGrp="1"/>
          </p:cNvSpPr>
          <p:nvPr/>
        </p:nvSpPr>
        <p:spPr>
          <a:xfrm xmlns:a="http://schemas.openxmlformats.org/drawingml/2006/main">
            <a:off x="609600" y="590549"/>
            <a:ext cx="9334500" cy="5905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150" b="1">
                <a:solidFill>
                  <a:srgbClr val="0B0F19"/>
                </a:solidFill>
              </a:defRPr>
            </a:pPr>
            <a:r>
              <a:rPr sz="3150" b="1">
                <a:solidFill>
                  <a:srgbClr val="0B0F19"/>
                </a:solidFill>
              </a:rPr>
              <a:t>Training target: the next token</a:t>
            </a:r>
          </a:p>
        </p:txBody>
      </p:sp>
      <p:sp>
        <p:nvSpPr>
          <p:cNvPr id="661849785" name="">
            <a:extLst xmlns:a="http://schemas.openxmlformats.org/drawingml/2006/main">
              <a:ext uri="{FF2B5EF4-FFF2-40B4-BE49-F238E27FC236}">
                <a16:creationId xmlns:a16="http://schemas.microsoft.com/office/drawing/2014/main" id="{78E36FB9-B310-4E08-B765-B55A7D9C7A2D}"/>
              </a:ext>
            </a:extLst>
          </p:cNvPr>
          <p:cNvSpPr>
            <a:spLocks xmlns:a="http://schemas.openxmlformats.org/drawingml/2006/main" noGrp="1"/>
          </p:cNvSpPr>
          <p:nvPr/>
        </p:nvSpPr>
        <p:spPr>
          <a:xfrm xmlns:a="http://schemas.openxmlformats.org/drawingml/2006/main">
            <a:off x="609600" y="1352550"/>
            <a:ext cx="10972800" cy="4762500"/>
          </a:xfrm>
          <a:prstGeom xmlns:a="http://schemas.openxmlformats.org/drawingml/2006/main" prst="roundRect">
            <a:avLst>
              <a:gd name="adj" fmla="val 1600"/>
            </a:avLst>
          </a:prstGeom>
          <a:solidFill xmlns:a="http://schemas.openxmlformats.org/drawingml/2006/main">
            <a:srgbClr val="F8FAFC"/>
          </a:solidFill>
          <a:ln xmlns:a="http://schemas.openxmlformats.org/drawingml/2006/main" w="14288">
            <a:solidFill>
              <a:srgbClr val="E2E8F0"/>
            </a:solidFill>
            <a:prstDash val="solid"/>
          </a:ln>
        </p:spPr>
      </p:sp>
      <p:sp>
        <p:nvSpPr>
          <p:cNvPr id="1954931326" name="">
            <a:extLst xmlns:a="http://schemas.openxmlformats.org/drawingml/2006/main">
              <a:ext uri="{FF2B5EF4-FFF2-40B4-BE49-F238E27FC236}">
                <a16:creationId xmlns:a16="http://schemas.microsoft.com/office/drawing/2014/main" id="{12C4DF81-1475-4C6C-8F5A-DFD113F3E634}"/>
              </a:ext>
            </a:extLst>
          </p:cNvPr>
          <p:cNvSpPr>
            <a:spLocks xmlns:a="http://schemas.openxmlformats.org/drawingml/2006/main" noGrp="1"/>
          </p:cNvSpPr>
          <p:nvPr/>
        </p:nvSpPr>
        <p:spPr>
          <a:xfrm xmlns:a="http://schemas.openxmlformats.org/drawingml/2006/main">
            <a:off x="1428750" y="3143250"/>
            <a:ext cx="1190625" cy="590549"/>
          </a:xfrm>
          <a:prstGeom xmlns:a="http://schemas.openxmlformats.org/drawingml/2006/main" prst="roundRect">
            <a:avLst>
              <a:gd name="adj" fmla="val 19355"/>
            </a:avLst>
          </a:prstGeom>
          <a:solidFill xmlns:a="http://schemas.openxmlformats.org/drawingml/2006/main">
            <a:srgbClr val="FFFFFF"/>
          </a:solidFill>
          <a:ln xmlns:a="http://schemas.openxmlformats.org/drawingml/2006/main" w="14288">
            <a:solidFill>
              <a:srgbClr val="CBD5E1"/>
            </a:solid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0B0F19"/>
                </a:solidFill>
              </a:defRPr>
            </a:pPr>
            <a:r>
              <a:rPr sz="1650" b="1">
                <a:solidFill>
                  <a:srgbClr val="0B0F19"/>
                </a:solidFill>
              </a:rPr>
              <a:t>The</a:t>
            </a:r>
          </a:p>
        </p:txBody>
      </p:sp>
      <p:sp>
        <p:nvSpPr>
          <p:cNvPr id="1479007972" name="">
            <a:extLst xmlns:a="http://schemas.openxmlformats.org/drawingml/2006/main">
              <a:ext uri="{FF2B5EF4-FFF2-40B4-BE49-F238E27FC236}">
                <a16:creationId xmlns:a16="http://schemas.microsoft.com/office/drawing/2014/main" id="{A2914170-2389-4CA4-9A3B-FD796CE83F76}"/>
              </a:ext>
            </a:extLst>
          </p:cNvPr>
          <p:cNvSpPr>
            <a:spLocks xmlns:a="http://schemas.openxmlformats.org/drawingml/2006/main" noGrp="1"/>
          </p:cNvSpPr>
          <p:nvPr/>
        </p:nvSpPr>
        <p:spPr>
          <a:xfrm xmlns:a="http://schemas.openxmlformats.org/drawingml/2006/main">
            <a:off x="2952750" y="3143250"/>
            <a:ext cx="1190625" cy="590549"/>
          </a:xfrm>
          <a:prstGeom xmlns:a="http://schemas.openxmlformats.org/drawingml/2006/main" prst="roundRect">
            <a:avLst>
              <a:gd name="adj" fmla="val 19355"/>
            </a:avLst>
          </a:prstGeom>
          <a:solidFill xmlns:a="http://schemas.openxmlformats.org/drawingml/2006/main">
            <a:srgbClr val="FFFFFF"/>
          </a:solidFill>
          <a:ln xmlns:a="http://schemas.openxmlformats.org/drawingml/2006/main" w="14288">
            <a:solidFill>
              <a:srgbClr val="CBD5E1"/>
            </a:solid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0B0F19"/>
                </a:solidFill>
              </a:defRPr>
            </a:pPr>
            <a:r>
              <a:rPr sz="1650" b="1">
                <a:solidFill>
                  <a:srgbClr val="0B0F19"/>
                </a:solidFill>
              </a:rPr>
              <a:t>capital</a:t>
            </a:r>
          </a:p>
        </p:txBody>
      </p:sp>
      <p:sp>
        <p:nvSpPr>
          <p:cNvPr id="337911441" name="">
            <a:extLst xmlns:a="http://schemas.openxmlformats.org/drawingml/2006/main">
              <a:ext uri="{FF2B5EF4-FFF2-40B4-BE49-F238E27FC236}">
                <a16:creationId xmlns:a16="http://schemas.microsoft.com/office/drawing/2014/main" id="{DE92FA37-B3B1-44EC-A0EB-953E218B5C76}"/>
              </a:ext>
            </a:extLst>
          </p:cNvPr>
          <p:cNvSpPr>
            <a:spLocks xmlns:a="http://schemas.openxmlformats.org/drawingml/2006/main" noGrp="1"/>
          </p:cNvSpPr>
          <p:nvPr/>
        </p:nvSpPr>
        <p:spPr>
          <a:xfrm xmlns:a="http://schemas.openxmlformats.org/drawingml/2006/main">
            <a:off x="4476750" y="3143250"/>
            <a:ext cx="1190625" cy="590549"/>
          </a:xfrm>
          <a:prstGeom xmlns:a="http://schemas.openxmlformats.org/drawingml/2006/main" prst="roundRect">
            <a:avLst>
              <a:gd name="adj" fmla="val 19355"/>
            </a:avLst>
          </a:prstGeom>
          <a:solidFill xmlns:a="http://schemas.openxmlformats.org/drawingml/2006/main">
            <a:srgbClr val="FFFFFF"/>
          </a:solidFill>
          <a:ln xmlns:a="http://schemas.openxmlformats.org/drawingml/2006/main" w="14288">
            <a:solidFill>
              <a:srgbClr val="CBD5E1"/>
            </a:solid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0B0F19"/>
                </a:solidFill>
              </a:defRPr>
            </a:pPr>
            <a:r>
              <a:rPr sz="1650" b="1">
                <a:solidFill>
                  <a:srgbClr val="0B0F19"/>
                </a:solidFill>
              </a:rPr>
              <a:t>of</a:t>
            </a:r>
          </a:p>
        </p:txBody>
      </p:sp>
      <p:sp>
        <p:nvSpPr>
          <p:cNvPr id="812565268" name="">
            <a:extLst xmlns:a="http://schemas.openxmlformats.org/drawingml/2006/main">
              <a:ext uri="{FF2B5EF4-FFF2-40B4-BE49-F238E27FC236}">
                <a16:creationId xmlns:a16="http://schemas.microsoft.com/office/drawing/2014/main" id="{EAD7919A-7101-4DB8-9340-63F3D320B725}"/>
              </a:ext>
            </a:extLst>
          </p:cNvPr>
          <p:cNvSpPr>
            <a:spLocks xmlns:a="http://schemas.openxmlformats.org/drawingml/2006/main" noGrp="1"/>
          </p:cNvSpPr>
          <p:nvPr/>
        </p:nvSpPr>
        <p:spPr>
          <a:xfrm xmlns:a="http://schemas.openxmlformats.org/drawingml/2006/main">
            <a:off x="6000750" y="3143250"/>
            <a:ext cx="1190625" cy="590549"/>
          </a:xfrm>
          <a:prstGeom xmlns:a="http://schemas.openxmlformats.org/drawingml/2006/main" prst="roundRect">
            <a:avLst>
              <a:gd name="adj" fmla="val 19355"/>
            </a:avLst>
          </a:prstGeom>
          <a:solidFill xmlns:a="http://schemas.openxmlformats.org/drawingml/2006/main">
            <a:srgbClr val="FFFFFF"/>
          </a:solidFill>
          <a:ln xmlns:a="http://schemas.openxmlformats.org/drawingml/2006/main" w="14288">
            <a:solidFill>
              <a:srgbClr val="CBD5E1"/>
            </a:solid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0B0F19"/>
                </a:solidFill>
              </a:defRPr>
            </a:pPr>
            <a:r>
              <a:rPr sz="1650" b="1">
                <a:solidFill>
                  <a:srgbClr val="0B0F19"/>
                </a:solidFill>
              </a:rPr>
              <a:t>France</a:t>
            </a:r>
          </a:p>
        </p:txBody>
      </p:sp>
      <p:sp>
        <p:nvSpPr>
          <p:cNvPr id="210839017" name="">
            <a:extLst xmlns:a="http://schemas.openxmlformats.org/drawingml/2006/main">
              <a:ext uri="{FF2B5EF4-FFF2-40B4-BE49-F238E27FC236}">
                <a16:creationId xmlns:a16="http://schemas.microsoft.com/office/drawing/2014/main" id="{19C70BE2-A2C5-409E-9174-E35BCE6F7480}"/>
              </a:ext>
            </a:extLst>
          </p:cNvPr>
          <p:cNvSpPr>
            <a:spLocks xmlns:a="http://schemas.openxmlformats.org/drawingml/2006/main" noGrp="1"/>
          </p:cNvSpPr>
          <p:nvPr/>
        </p:nvSpPr>
        <p:spPr>
          <a:xfrm xmlns:a="http://schemas.openxmlformats.org/drawingml/2006/main">
            <a:off x="7524750" y="3143250"/>
            <a:ext cx="1190625" cy="590549"/>
          </a:xfrm>
          <a:prstGeom xmlns:a="http://schemas.openxmlformats.org/drawingml/2006/main" prst="roundRect">
            <a:avLst>
              <a:gd name="adj" fmla="val 19355"/>
            </a:avLst>
          </a:prstGeom>
          <a:solidFill xmlns:a="http://schemas.openxmlformats.org/drawingml/2006/main">
            <a:srgbClr val="FFFFFF"/>
          </a:solidFill>
          <a:ln xmlns:a="http://schemas.openxmlformats.org/drawingml/2006/main" w="14288">
            <a:solidFill>
              <a:srgbClr val="CBD5E1"/>
            </a:solid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0B0F19"/>
                </a:solidFill>
              </a:defRPr>
            </a:pPr>
            <a:r>
              <a:rPr sz="1650" b="1">
                <a:solidFill>
                  <a:srgbClr val="0B0F19"/>
                </a:solidFill>
              </a:rPr>
              <a:t>is</a:t>
            </a:r>
          </a:p>
        </p:txBody>
      </p:sp>
      <p:sp>
        <p:nvSpPr>
          <p:cNvPr id="923890291" name="">
            <a:extLst xmlns:a="http://schemas.openxmlformats.org/drawingml/2006/main">
              <a:ext uri="{FF2B5EF4-FFF2-40B4-BE49-F238E27FC236}">
                <a16:creationId xmlns:a16="http://schemas.microsoft.com/office/drawing/2014/main" id="{E243665E-78E6-4569-813E-BE5113777FD0}"/>
              </a:ext>
            </a:extLst>
          </p:cNvPr>
          <p:cNvSpPr>
            <a:spLocks xmlns:a="http://schemas.openxmlformats.org/drawingml/2006/main" noGrp="1"/>
          </p:cNvSpPr>
          <p:nvPr/>
        </p:nvSpPr>
        <p:spPr>
          <a:xfrm xmlns:a="http://schemas.openxmlformats.org/drawingml/2006/main">
            <a:off x="8953500" y="3219449"/>
            <a:ext cx="904875" cy="428625"/>
          </a:xfrm>
          <a:prstGeom xmlns:a="http://schemas.openxmlformats.org/drawingml/2006/main" prst="rightArrow">
            <a:avLst>
              <a:gd name="adj1" fmla="val 50000"/>
              <a:gd name="adj2" fmla="val 50000"/>
            </a:avLst>
          </a:prstGeom>
          <a:solidFill xmlns:a="http://schemas.openxmlformats.org/drawingml/2006/main">
            <a:srgbClr val="E0F2FE"/>
          </a:solidFill>
          <a:ln xmlns:a="http://schemas.openxmlformats.org/drawingml/2006/main" w="14288">
            <a:solidFill>
              <a:srgbClr val="2563EB"/>
            </a:solidFill>
            <a:prstDash val="solid"/>
          </a:ln>
        </p:spPr>
      </p:sp>
      <p:sp>
        <p:nvSpPr>
          <p:cNvPr id="549922297" name="">
            <a:extLst xmlns:a="http://schemas.openxmlformats.org/drawingml/2006/main">
              <a:ext uri="{FF2B5EF4-FFF2-40B4-BE49-F238E27FC236}">
                <a16:creationId xmlns:a16="http://schemas.microsoft.com/office/drawing/2014/main" id="{620C888A-4E3E-4353-AC64-82459CF3F14D}"/>
              </a:ext>
            </a:extLst>
          </p:cNvPr>
          <p:cNvSpPr>
            <a:spLocks xmlns:a="http://schemas.openxmlformats.org/drawingml/2006/main" noGrp="1"/>
          </p:cNvSpPr>
          <p:nvPr/>
        </p:nvSpPr>
        <p:spPr>
          <a:xfrm xmlns:a="http://schemas.openxmlformats.org/drawingml/2006/main">
            <a:off x="10096500" y="3143250"/>
            <a:ext cx="1190625" cy="590549"/>
          </a:xfrm>
          <a:prstGeom xmlns:a="http://schemas.openxmlformats.org/drawingml/2006/main" prst="roundRect">
            <a:avLst>
              <a:gd name="adj" fmla="val 19355"/>
            </a:avLst>
          </a:prstGeom>
          <a:solidFill xmlns:a="http://schemas.openxmlformats.org/drawingml/2006/main">
            <a:srgbClr val="DCFCE7"/>
          </a:solidFill>
          <a:ln xmlns:a="http://schemas.openxmlformats.org/drawingml/2006/main" w="14288">
            <a:solidFill>
              <a:srgbClr val="10B981"/>
            </a:solidFill>
            <a:prstDash val="solid"/>
          </a:ln>
        </p:spPr>
        <p:txBody>
          <a:bodyPr xmlns:a="http://schemas.openxmlformats.org/drawingml/2006/main"/>
          <a:lstStyle xmlns:a="http://schemas.openxmlformats.org/drawingml/2006/main"/>
          <a:p xmlns:a="http://schemas.openxmlformats.org/drawingml/2006/main">
            <a:pPr algn="ctr">
              <a:buNone/>
              <a:defRPr sz="1800" b="1">
                <a:solidFill>
                  <a:srgbClr val="0B0F19"/>
                </a:solidFill>
              </a:defRPr>
            </a:pPr>
            <a:r>
              <a:rPr sz="1800" b="1">
                <a:solidFill>
                  <a:srgbClr val="0B0F19"/>
                </a:solidFill>
              </a:rPr>
              <a:t>Paris</a:t>
            </a:r>
          </a:p>
        </p:txBody>
      </p:sp>
      <p:sp>
        <p:nvSpPr>
          <p:cNvPr id="313069817" name="">
            <a:extLst xmlns:a="http://schemas.openxmlformats.org/drawingml/2006/main">
              <a:ext uri="{FF2B5EF4-FFF2-40B4-BE49-F238E27FC236}">
                <a16:creationId xmlns:a16="http://schemas.microsoft.com/office/drawing/2014/main" id="{64D3035A-A308-4F0A-8C45-14DB5086865F}"/>
              </a:ext>
            </a:extLst>
          </p:cNvPr>
          <p:cNvSpPr>
            <a:spLocks xmlns:a="http://schemas.openxmlformats.org/drawingml/2006/main" noGrp="1"/>
          </p:cNvSpPr>
          <p:nvPr/>
        </p:nvSpPr>
        <p:spPr>
          <a:xfrm xmlns:a="http://schemas.openxmlformats.org/drawingml/2006/main">
            <a:off x="9667875" y="4191000"/>
            <a:ext cx="2000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950" b="1">
                <a:solidFill>
                  <a:srgbClr val="10B981"/>
                </a:solidFill>
              </a:defRPr>
            </a:pPr>
            <a:r>
              <a:rPr sz="1950" b="1">
                <a:solidFill>
                  <a:srgbClr val="10B981"/>
                </a:solidFill>
              </a:rPr>
              <a:t>predict this</a:t>
            </a:r>
          </a:p>
        </p:txBody>
      </p:sp>
      <p:sp>
        <p:nvSpPr>
          <p:cNvPr id="181180574" name="">
            <a:extLst xmlns:a="http://schemas.openxmlformats.org/drawingml/2006/main">
              <a:ext uri="{FF2B5EF4-FFF2-40B4-BE49-F238E27FC236}">
                <a16:creationId xmlns:a16="http://schemas.microsoft.com/office/drawing/2014/main" id="{8A5E7FCB-1376-4371-A457-1AEEC9A25BBF}"/>
              </a:ext>
            </a:extLst>
          </p:cNvPr>
          <p:cNvSpPr>
            <a:spLocks xmlns:a="http://schemas.openxmlformats.org/drawingml/2006/main" noGrp="1"/>
          </p:cNvSpPr>
          <p:nvPr/>
        </p:nvSpPr>
        <p:spPr>
          <a:xfrm xmlns:a="http://schemas.openxmlformats.org/drawingml/2006/main">
            <a:off x="11106150" y="628650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00" b="0">
                <a:solidFill>
                  <a:srgbClr val="667085"/>
                </a:solidFill>
              </a:defRPr>
            </a:pPr>
            <a:r>
              <a:rPr sz="1000" b="0">
                <a:solidFill>
                  <a:srgbClr val="667085"/>
                </a:solidFill>
              </a:rPr>
              <a:t>39</a:t>
            </a:r>
          </a:p>
        </p:txBody>
      </p:sp>
    </p:spTree>
    <p:extLst>
      <p:ext uri="{BB962C8B-B14F-4D97-AF65-F5344CB8AC3E}">
        <p14:creationId xmlns:p14="http://schemas.microsoft.com/office/powerpoint/2010/main" val="1545776099"/>
      </p:ext>
    </p:extLst>
  </p:cSld>
</p:sld>
</file>

<file path=ppt/slides/slide40.xml><?xml version="1.0" encoding="utf-8"?>
<p:sld xmlns:p="http://schemas.openxmlformats.org/presentationml/2006/main" showMasterSp="1">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6407164" name="">
            <a:extLst xmlns:a="http://schemas.openxmlformats.org/drawingml/2006/main">
              <a:ext uri="{FF2B5EF4-FFF2-40B4-BE49-F238E27FC236}">
                <a16:creationId xmlns:a16="http://schemas.microsoft.com/office/drawing/2014/main" id="{2972047A-4BBB-4F25-A0CD-9C8CD35ED054}"/>
              </a:ext>
            </a:extLst>
          </p:cNvPr>
          <p:cNvSpPr>
            <a:spLocks xmlns:a="http://schemas.openxmlformats.org/drawingml/2006/main" noGrp="1"/>
          </p:cNvSpPr>
          <p:nvPr/>
        </p:nvSpPr>
        <p:spPr>
          <a:xfrm xmlns:a="http://schemas.openxmlformats.org/drawingml/2006/main">
            <a:off x="609600" y="32385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563EB"/>
                </a:solidFill>
              </a:defRPr>
            </a:pPr>
            <a:r>
              <a:rPr sz="1200" b="1">
                <a:solidFill>
                  <a:srgbClr val="2563EB"/>
                </a:solidFill>
              </a:rPr>
              <a:t>Scale</a:t>
            </a:r>
          </a:p>
        </p:txBody>
      </p:sp>
      <p:sp>
        <p:nvSpPr>
          <p:cNvPr id="440135368" name="">
            <a:extLst xmlns:a="http://schemas.openxmlformats.org/drawingml/2006/main">
              <a:ext uri="{FF2B5EF4-FFF2-40B4-BE49-F238E27FC236}">
                <a16:creationId xmlns:a16="http://schemas.microsoft.com/office/drawing/2014/main" id="{F659823F-87EA-4DA3-B87A-F218B82A1888}"/>
              </a:ext>
            </a:extLst>
          </p:cNvPr>
          <p:cNvSpPr>
            <a:spLocks xmlns:a="http://schemas.openxmlformats.org/drawingml/2006/main" noGrp="1"/>
          </p:cNvSpPr>
          <p:nvPr/>
        </p:nvSpPr>
        <p:spPr>
          <a:xfrm xmlns:a="http://schemas.openxmlformats.org/drawingml/2006/main">
            <a:off x="609600" y="590549"/>
            <a:ext cx="9334500" cy="5905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150" b="1">
                <a:solidFill>
                  <a:srgbClr val="0B0F19"/>
                </a:solidFill>
              </a:defRPr>
            </a:pPr>
            <a:r>
              <a:rPr sz="3150" b="1">
                <a:solidFill>
                  <a:srgbClr val="0B0F19"/>
                </a:solidFill>
              </a:rPr>
              <a:t>Pretraining compresses patterns into weights</a:t>
            </a:r>
          </a:p>
        </p:txBody>
      </p:sp>
      <p:sp>
        <p:nvSpPr>
          <p:cNvPr id="989138249" name="">
            <a:extLst xmlns:a="http://schemas.openxmlformats.org/drawingml/2006/main">
              <a:ext uri="{FF2B5EF4-FFF2-40B4-BE49-F238E27FC236}">
                <a16:creationId xmlns:a16="http://schemas.microsoft.com/office/drawing/2014/main" id="{269015B2-8F8D-4CD6-A745-F0477E0D0FC7}"/>
              </a:ext>
            </a:extLst>
          </p:cNvPr>
          <p:cNvSpPr>
            <a:spLocks xmlns:a="http://schemas.openxmlformats.org/drawingml/2006/main" noGrp="1"/>
          </p:cNvSpPr>
          <p:nvPr/>
        </p:nvSpPr>
        <p:spPr>
          <a:xfrm xmlns:a="http://schemas.openxmlformats.org/drawingml/2006/main">
            <a:off x="609600" y="1352550"/>
            <a:ext cx="10972800" cy="4762500"/>
          </a:xfrm>
          <a:prstGeom xmlns:a="http://schemas.openxmlformats.org/drawingml/2006/main" prst="roundRect">
            <a:avLst>
              <a:gd name="adj" fmla="val 1600"/>
            </a:avLst>
          </a:prstGeom>
          <a:solidFill xmlns:a="http://schemas.openxmlformats.org/drawingml/2006/main">
            <a:srgbClr val="F8FAFC"/>
          </a:solidFill>
          <a:ln xmlns:a="http://schemas.openxmlformats.org/drawingml/2006/main" w="14288">
            <a:solidFill>
              <a:srgbClr val="E2E8F0"/>
            </a:solidFill>
            <a:prstDash val="solid"/>
          </a:ln>
        </p:spPr>
      </p:sp>
      <p:sp>
        <p:nvSpPr>
          <p:cNvPr id="1616044446" name="">
            <a:extLst xmlns:a="http://schemas.openxmlformats.org/drawingml/2006/main">
              <a:ext uri="{FF2B5EF4-FFF2-40B4-BE49-F238E27FC236}">
                <a16:creationId xmlns:a16="http://schemas.microsoft.com/office/drawing/2014/main" id="{8347ECAF-F8EF-49FE-8999-F7DB2B4AB1B2}"/>
              </a:ext>
            </a:extLst>
          </p:cNvPr>
          <p:cNvSpPr>
            <a:spLocks xmlns:a="http://schemas.openxmlformats.org/drawingml/2006/main" noGrp="1"/>
          </p:cNvSpPr>
          <p:nvPr/>
        </p:nvSpPr>
        <p:spPr>
          <a:xfrm xmlns:a="http://schemas.openxmlformats.org/drawingml/2006/main">
            <a:off x="1428750" y="2952750"/>
            <a:ext cx="1476375" cy="857250"/>
          </a:xfrm>
          <a:prstGeom xmlns:a="http://schemas.openxmlformats.org/drawingml/2006/main" prst="roundRect">
            <a:avLst>
              <a:gd name="adj" fmla="val 13333"/>
            </a:avLst>
          </a:prstGeom>
          <a:solidFill xmlns:a="http://schemas.openxmlformats.org/drawingml/2006/main">
            <a:srgbClr val="FFFFFF"/>
          </a:solidFill>
          <a:ln xmlns:a="http://schemas.openxmlformats.org/drawingml/2006/main" w="14288">
            <a:solidFill>
              <a:srgbClr val="CBD5E1"/>
            </a:solid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0B0F19"/>
                </a:solidFill>
              </a:defRPr>
            </a:pPr>
            <a:r>
              <a:rPr sz="1650" b="1">
                <a:solidFill>
                  <a:srgbClr val="0B0F19"/>
                </a:solidFill>
              </a:rPr>
              <a:t>text</a:t>
            </a:r>
          </a:p>
        </p:txBody>
      </p:sp>
      <p:sp>
        <p:nvSpPr>
          <p:cNvPr id="594282242" name="">
            <a:extLst xmlns:a="http://schemas.openxmlformats.org/drawingml/2006/main">
              <a:ext uri="{FF2B5EF4-FFF2-40B4-BE49-F238E27FC236}">
                <a16:creationId xmlns:a16="http://schemas.microsoft.com/office/drawing/2014/main" id="{C435A250-B797-454F-84D9-5B4ADD5A3E95}"/>
              </a:ext>
            </a:extLst>
          </p:cNvPr>
          <p:cNvSpPr>
            <a:spLocks xmlns:a="http://schemas.openxmlformats.org/drawingml/2006/main" noGrp="1"/>
          </p:cNvSpPr>
          <p:nvPr/>
        </p:nvSpPr>
        <p:spPr>
          <a:xfrm xmlns:a="http://schemas.openxmlformats.org/drawingml/2006/main">
            <a:off x="3143250" y="3181350"/>
            <a:ext cx="1047750" cy="428625"/>
          </a:xfrm>
          <a:prstGeom xmlns:a="http://schemas.openxmlformats.org/drawingml/2006/main" prst="rightArrow">
            <a:avLst>
              <a:gd name="adj1" fmla="val 50000"/>
              <a:gd name="adj2" fmla="val 50000"/>
            </a:avLst>
          </a:prstGeom>
          <a:solidFill xmlns:a="http://schemas.openxmlformats.org/drawingml/2006/main">
            <a:srgbClr val="E0F2FE"/>
          </a:solidFill>
          <a:ln xmlns:a="http://schemas.openxmlformats.org/drawingml/2006/main" w="14288">
            <a:solidFill>
              <a:srgbClr val="2563EB"/>
            </a:solid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0B0F19"/>
                </a:solidFill>
              </a:defRPr>
            </a:pPr>
            <a:r>
              <a:rPr sz="1350" b="1">
                <a:solidFill>
                  <a:srgbClr val="0B0F19"/>
                </a:solidFill>
              </a:rPr>
              <a:t>tokens</a:t>
            </a:r>
          </a:p>
        </p:txBody>
      </p:sp>
      <p:sp>
        <p:nvSpPr>
          <p:cNvPr id="733975539" name="">
            <a:extLst xmlns:a="http://schemas.openxmlformats.org/drawingml/2006/main">
              <a:ext uri="{FF2B5EF4-FFF2-40B4-BE49-F238E27FC236}">
                <a16:creationId xmlns:a16="http://schemas.microsoft.com/office/drawing/2014/main" id="{015C2211-006D-4E36-B6C2-18F0DC2320D1}"/>
              </a:ext>
            </a:extLst>
          </p:cNvPr>
          <p:cNvSpPr>
            <a:spLocks xmlns:a="http://schemas.openxmlformats.org/drawingml/2006/main" noGrp="1"/>
          </p:cNvSpPr>
          <p:nvPr/>
        </p:nvSpPr>
        <p:spPr>
          <a:xfrm xmlns:a="http://schemas.openxmlformats.org/drawingml/2006/main">
            <a:off x="4476750" y="2952750"/>
            <a:ext cx="1619250" cy="857250"/>
          </a:xfrm>
          <a:prstGeom xmlns:a="http://schemas.openxmlformats.org/drawingml/2006/main" prst="roundRect">
            <a:avLst>
              <a:gd name="adj" fmla="val 13333"/>
            </a:avLst>
          </a:prstGeom>
          <a:solidFill xmlns:a="http://schemas.openxmlformats.org/drawingml/2006/main">
            <a:srgbClr val="FFFFFF"/>
          </a:solidFill>
          <a:ln xmlns:a="http://schemas.openxmlformats.org/drawingml/2006/main" w="14288">
            <a:solidFill>
              <a:srgbClr val="CBD5E1"/>
            </a:solid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0B0F19"/>
                </a:solidFill>
              </a:defRPr>
            </a:pPr>
            <a:r>
              <a:rPr sz="1650" b="1">
                <a:solidFill>
                  <a:srgbClr val="0B0F19"/>
                </a:solidFill>
              </a:rPr>
              <a:t>batches</a:t>
            </a:r>
          </a:p>
        </p:txBody>
      </p:sp>
      <p:sp>
        <p:nvSpPr>
          <p:cNvPr id="826463741" name="">
            <a:extLst xmlns:a="http://schemas.openxmlformats.org/drawingml/2006/main">
              <a:ext uri="{FF2B5EF4-FFF2-40B4-BE49-F238E27FC236}">
                <a16:creationId xmlns:a16="http://schemas.microsoft.com/office/drawing/2014/main" id="{FB2C6F7C-BD23-4C98-A0EE-A2EC78FC546D}"/>
              </a:ext>
            </a:extLst>
          </p:cNvPr>
          <p:cNvSpPr>
            <a:spLocks xmlns:a="http://schemas.openxmlformats.org/drawingml/2006/main" noGrp="1"/>
          </p:cNvSpPr>
          <p:nvPr/>
        </p:nvSpPr>
        <p:spPr>
          <a:xfrm xmlns:a="http://schemas.openxmlformats.org/drawingml/2006/main">
            <a:off x="6334125" y="3181350"/>
            <a:ext cx="1047750" cy="428625"/>
          </a:xfrm>
          <a:prstGeom xmlns:a="http://schemas.openxmlformats.org/drawingml/2006/main" prst="rightArrow">
            <a:avLst>
              <a:gd name="adj1" fmla="val 50000"/>
              <a:gd name="adj2" fmla="val 50000"/>
            </a:avLst>
          </a:prstGeom>
          <a:solidFill xmlns:a="http://schemas.openxmlformats.org/drawingml/2006/main">
            <a:srgbClr val="E0F2FE"/>
          </a:solidFill>
          <a:ln xmlns:a="http://schemas.openxmlformats.org/drawingml/2006/main" w="14288">
            <a:solidFill>
              <a:srgbClr val="2563EB"/>
            </a:solid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0B0F19"/>
                </a:solidFill>
              </a:defRPr>
            </a:pPr>
            <a:r>
              <a:rPr sz="1350" b="1">
                <a:solidFill>
                  <a:srgbClr val="0B0F19"/>
                </a:solidFill>
              </a:rPr>
              <a:t>train</a:t>
            </a:r>
          </a:p>
        </p:txBody>
      </p:sp>
      <p:sp>
        <p:nvSpPr>
          <p:cNvPr id="1611946981" name="">
            <a:extLst xmlns:a="http://schemas.openxmlformats.org/drawingml/2006/main">
              <a:ext uri="{FF2B5EF4-FFF2-40B4-BE49-F238E27FC236}">
                <a16:creationId xmlns:a16="http://schemas.microsoft.com/office/drawing/2014/main" id="{1F5F92EB-B54A-4A14-8B9B-0175480E2FE0}"/>
              </a:ext>
            </a:extLst>
          </p:cNvPr>
          <p:cNvSpPr>
            <a:spLocks xmlns:a="http://schemas.openxmlformats.org/drawingml/2006/main" noGrp="1"/>
          </p:cNvSpPr>
          <p:nvPr/>
        </p:nvSpPr>
        <p:spPr>
          <a:xfrm xmlns:a="http://schemas.openxmlformats.org/drawingml/2006/main">
            <a:off x="7667625" y="2809875"/>
            <a:ext cx="2000250" cy="1143000"/>
          </a:xfrm>
          <a:prstGeom xmlns:a="http://schemas.openxmlformats.org/drawingml/2006/main" prst="roundRect">
            <a:avLst>
              <a:gd name="adj" fmla="val 10000"/>
            </a:avLst>
          </a:prstGeom>
          <a:solidFill xmlns:a="http://schemas.openxmlformats.org/drawingml/2006/main">
            <a:srgbClr val="E0F2FE"/>
          </a:solidFill>
          <a:ln xmlns:a="http://schemas.openxmlformats.org/drawingml/2006/main" w="14288">
            <a:solidFill>
              <a:srgbClr val="2563EB"/>
            </a:solidFill>
            <a:prstDash val="solid"/>
          </a:ln>
        </p:spPr>
        <p:txBody>
          <a:bodyPr xmlns:a="http://schemas.openxmlformats.org/drawingml/2006/main"/>
          <a:lstStyle xmlns:a="http://schemas.openxmlformats.org/drawingml/2006/main"/>
          <a:p xmlns:a="http://schemas.openxmlformats.org/drawingml/2006/main">
            <a:pPr algn="ctr">
              <a:buNone/>
              <a:defRPr sz="2250" b="1">
                <a:solidFill>
                  <a:srgbClr val="0B0F19"/>
                </a:solidFill>
              </a:defRPr>
            </a:pPr>
            <a:r>
              <a:rPr sz="2250" b="1">
                <a:solidFill>
                  <a:srgbClr val="0B0F19"/>
                </a:solidFill>
              </a:rPr>
              <a:t>Transformer</a:t>
            </a:r>
          </a:p>
        </p:txBody>
      </p:sp>
      <p:sp>
        <p:nvSpPr>
          <p:cNvPr id="1141760595" name="">
            <a:extLst xmlns:a="http://schemas.openxmlformats.org/drawingml/2006/main">
              <a:ext uri="{FF2B5EF4-FFF2-40B4-BE49-F238E27FC236}">
                <a16:creationId xmlns:a16="http://schemas.microsoft.com/office/drawing/2014/main" id="{B0BB3870-0363-4743-9159-F2C7E645FD94}"/>
              </a:ext>
            </a:extLst>
          </p:cNvPr>
          <p:cNvSpPr>
            <a:spLocks xmlns:a="http://schemas.openxmlformats.org/drawingml/2006/main" noGrp="1"/>
          </p:cNvSpPr>
          <p:nvPr/>
        </p:nvSpPr>
        <p:spPr>
          <a:xfrm xmlns:a="http://schemas.openxmlformats.org/drawingml/2006/main">
            <a:off x="9858375" y="3181350"/>
            <a:ext cx="857250" cy="428625"/>
          </a:xfrm>
          <a:prstGeom xmlns:a="http://schemas.openxmlformats.org/drawingml/2006/main" prst="rightArrow">
            <a:avLst>
              <a:gd name="adj1" fmla="val 50000"/>
              <a:gd name="adj2" fmla="val 50000"/>
            </a:avLst>
          </a:prstGeom>
          <a:solidFill xmlns:a="http://schemas.openxmlformats.org/drawingml/2006/main">
            <a:srgbClr val="E0F2FE"/>
          </a:solidFill>
          <a:ln xmlns:a="http://schemas.openxmlformats.org/drawingml/2006/main" w="14288">
            <a:solidFill>
              <a:srgbClr val="2563EB"/>
            </a:solidFill>
            <a:prstDash val="solid"/>
          </a:ln>
        </p:spPr>
      </p:sp>
      <p:sp>
        <p:nvSpPr>
          <p:cNvPr id="546463301" name="">
            <a:extLst xmlns:a="http://schemas.openxmlformats.org/drawingml/2006/main">
              <a:ext uri="{FF2B5EF4-FFF2-40B4-BE49-F238E27FC236}">
                <a16:creationId xmlns:a16="http://schemas.microsoft.com/office/drawing/2014/main" id="{03DEB960-6E2C-489E-8515-E309BA6B9961}"/>
              </a:ext>
            </a:extLst>
          </p:cNvPr>
          <p:cNvSpPr>
            <a:spLocks xmlns:a="http://schemas.openxmlformats.org/drawingml/2006/main" noGrp="1"/>
          </p:cNvSpPr>
          <p:nvPr/>
        </p:nvSpPr>
        <p:spPr>
          <a:xfrm xmlns:a="http://schemas.openxmlformats.org/drawingml/2006/main">
            <a:off x="10487025" y="2886075"/>
            <a:ext cx="1028700" cy="1028700"/>
          </a:xfrm>
          <a:prstGeom xmlns:a="http://schemas.openxmlformats.org/drawingml/2006/main" prst="ellipse">
            <a:avLst/>
          </a:prstGeom>
          <a:solidFill xmlns:a="http://schemas.openxmlformats.org/drawingml/2006/main">
            <a:srgbClr val="DCFCE7"/>
          </a:solidFill>
          <a:ln xmlns:a="http://schemas.openxmlformats.org/drawingml/2006/main" w="19050">
            <a:solidFill>
              <a:srgbClr val="10B981"/>
            </a:solidFill>
            <a:prstDash val="solid"/>
          </a:ln>
        </p:spPr>
        <p:txBody>
          <a:bodyPr xmlns:a="http://schemas.openxmlformats.org/drawingml/2006/main"/>
          <a:lstStyle xmlns:a="http://schemas.openxmlformats.org/drawingml/2006/main"/>
          <a:p xmlns:a="http://schemas.openxmlformats.org/drawingml/2006/main">
            <a:pPr algn="ctr">
              <a:buNone/>
              <a:defRPr sz="1500" b="1">
                <a:solidFill>
                  <a:srgbClr val="0B0F19"/>
                </a:solidFill>
              </a:defRPr>
            </a:pPr>
            <a:r>
              <a:rPr sz="1500" b="1">
                <a:solidFill>
                  <a:srgbClr val="0B0F19"/>
                </a:solidFill>
              </a:rPr>
              <a:t>weights</a:t>
            </a:r>
          </a:p>
        </p:txBody>
      </p:sp>
      <p:sp>
        <p:nvSpPr>
          <p:cNvPr id="1547793055" name="">
            <a:extLst xmlns:a="http://schemas.openxmlformats.org/drawingml/2006/main">
              <a:ext uri="{FF2B5EF4-FFF2-40B4-BE49-F238E27FC236}">
                <a16:creationId xmlns:a16="http://schemas.microsoft.com/office/drawing/2014/main" id="{31DC79AB-00E8-4235-8779-997956A165BA}"/>
              </a:ext>
            </a:extLst>
          </p:cNvPr>
          <p:cNvSpPr>
            <a:spLocks xmlns:a="http://schemas.openxmlformats.org/drawingml/2006/main" noGrp="1"/>
          </p:cNvSpPr>
          <p:nvPr/>
        </p:nvSpPr>
        <p:spPr>
          <a:xfrm xmlns:a="http://schemas.openxmlformats.org/drawingml/2006/main">
            <a:off x="11106150" y="628650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00" b="0">
                <a:solidFill>
                  <a:srgbClr val="667085"/>
                </a:solidFill>
              </a:defRPr>
            </a:pPr>
            <a:r>
              <a:rPr sz="1000" b="0">
                <a:solidFill>
                  <a:srgbClr val="667085"/>
                </a:solidFill>
              </a:rPr>
              <a:t>40</a:t>
            </a:r>
          </a:p>
        </p:txBody>
      </p:sp>
    </p:spTree>
    <p:extLst>
      <p:ext uri="{BB962C8B-B14F-4D97-AF65-F5344CB8AC3E}">
        <p14:creationId xmlns:p14="http://schemas.microsoft.com/office/powerpoint/2010/main" val="372569667"/>
      </p:ext>
    </p:extLst>
  </p:cSld>
</p:sld>
</file>

<file path=ppt/slides/slide41.xml><?xml version="1.0" encoding="utf-8"?>
<p:sld xmlns:p="http://schemas.openxmlformats.org/presentationml/2006/main" showMasterSp="1">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65507381" name="">
            <a:extLst xmlns:a="http://schemas.openxmlformats.org/drawingml/2006/main">
              <a:ext uri="{FF2B5EF4-FFF2-40B4-BE49-F238E27FC236}">
                <a16:creationId xmlns:a16="http://schemas.microsoft.com/office/drawing/2014/main" id="{25425991-0E9E-4EF0-99B8-F443DC279064}"/>
              </a:ext>
            </a:extLst>
          </p:cNvPr>
          <p:cNvSpPr>
            <a:spLocks xmlns:a="http://schemas.openxmlformats.org/drawingml/2006/main" noGrp="1"/>
          </p:cNvSpPr>
          <p:nvPr/>
        </p:nvSpPr>
        <p:spPr>
          <a:xfrm xmlns:a="http://schemas.openxmlformats.org/drawingml/2006/main">
            <a:off x="609600" y="32385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563EB"/>
                </a:solidFill>
              </a:defRPr>
            </a:pPr>
            <a:r>
              <a:rPr sz="1200" b="1">
                <a:solidFill>
                  <a:srgbClr val="2563EB"/>
                </a:solidFill>
              </a:rPr>
              <a:t>Generation</a:t>
            </a:r>
          </a:p>
        </p:txBody>
      </p:sp>
      <p:sp>
        <p:nvSpPr>
          <p:cNvPr id="139921794" name="">
            <a:extLst xmlns:a="http://schemas.openxmlformats.org/drawingml/2006/main">
              <a:ext uri="{FF2B5EF4-FFF2-40B4-BE49-F238E27FC236}">
                <a16:creationId xmlns:a16="http://schemas.microsoft.com/office/drawing/2014/main" id="{2D984A6F-AC99-40DA-AAFB-7D9E3ED599FD}"/>
              </a:ext>
            </a:extLst>
          </p:cNvPr>
          <p:cNvSpPr>
            <a:spLocks xmlns:a="http://schemas.openxmlformats.org/drawingml/2006/main" noGrp="1"/>
          </p:cNvSpPr>
          <p:nvPr/>
        </p:nvSpPr>
        <p:spPr>
          <a:xfrm xmlns:a="http://schemas.openxmlformats.org/drawingml/2006/main">
            <a:off x="609600" y="590549"/>
            <a:ext cx="9334500" cy="5905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150" b="1">
                <a:solidFill>
                  <a:srgbClr val="0B0F19"/>
                </a:solidFill>
              </a:defRPr>
            </a:pPr>
            <a:r>
              <a:rPr sz="3150" b="1">
                <a:solidFill>
                  <a:srgbClr val="0B0F19"/>
                </a:solidFill>
              </a:rPr>
              <a:t>Inference repeats the same move</a:t>
            </a:r>
          </a:p>
        </p:txBody>
      </p:sp>
      <p:sp>
        <p:nvSpPr>
          <p:cNvPr id="1511732124" name="">
            <a:extLst xmlns:a="http://schemas.openxmlformats.org/drawingml/2006/main">
              <a:ext uri="{FF2B5EF4-FFF2-40B4-BE49-F238E27FC236}">
                <a16:creationId xmlns:a16="http://schemas.microsoft.com/office/drawing/2014/main" id="{A2D20025-7572-40D8-A214-A0C3CD5418D2}"/>
              </a:ext>
            </a:extLst>
          </p:cNvPr>
          <p:cNvSpPr>
            <a:spLocks xmlns:a="http://schemas.openxmlformats.org/drawingml/2006/main" noGrp="1"/>
          </p:cNvSpPr>
          <p:nvPr/>
        </p:nvSpPr>
        <p:spPr>
          <a:xfrm xmlns:a="http://schemas.openxmlformats.org/drawingml/2006/main">
            <a:off x="609600" y="1352550"/>
            <a:ext cx="10972800" cy="4762500"/>
          </a:xfrm>
          <a:prstGeom xmlns:a="http://schemas.openxmlformats.org/drawingml/2006/main" prst="roundRect">
            <a:avLst>
              <a:gd name="adj" fmla="val 1600"/>
            </a:avLst>
          </a:prstGeom>
          <a:solidFill xmlns:a="http://schemas.openxmlformats.org/drawingml/2006/main">
            <a:srgbClr val="F8FAFC"/>
          </a:solidFill>
          <a:ln xmlns:a="http://schemas.openxmlformats.org/drawingml/2006/main" w="14288">
            <a:solidFill>
              <a:srgbClr val="E2E8F0"/>
            </a:solidFill>
            <a:prstDash val="solid"/>
          </a:ln>
        </p:spPr>
      </p:sp>
      <p:sp>
        <p:nvSpPr>
          <p:cNvPr id="2034787169" name="">
            <a:extLst xmlns:a="http://schemas.openxmlformats.org/drawingml/2006/main">
              <a:ext uri="{FF2B5EF4-FFF2-40B4-BE49-F238E27FC236}">
                <a16:creationId xmlns:a16="http://schemas.microsoft.com/office/drawing/2014/main" id="{086E4DAD-A9C2-4BB9-9C0C-8877BB5360A7}"/>
              </a:ext>
            </a:extLst>
          </p:cNvPr>
          <p:cNvSpPr>
            <a:spLocks xmlns:a="http://schemas.openxmlformats.org/drawingml/2006/main" noGrp="1"/>
          </p:cNvSpPr>
          <p:nvPr/>
        </p:nvSpPr>
        <p:spPr>
          <a:xfrm xmlns:a="http://schemas.openxmlformats.org/drawingml/2006/main">
            <a:off x="1905000" y="3143250"/>
            <a:ext cx="1524000" cy="666750"/>
          </a:xfrm>
          <a:prstGeom xmlns:a="http://schemas.openxmlformats.org/drawingml/2006/main" prst="roundRect">
            <a:avLst>
              <a:gd name="adj" fmla="val 17143"/>
            </a:avLst>
          </a:prstGeom>
          <a:solidFill xmlns:a="http://schemas.openxmlformats.org/drawingml/2006/main">
            <a:srgbClr val="FFFFFF"/>
          </a:solidFill>
          <a:ln xmlns:a="http://schemas.openxmlformats.org/drawingml/2006/main" w="14288">
            <a:solidFill>
              <a:srgbClr val="CBD5E1"/>
            </a:solid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0B0F19"/>
                </a:solidFill>
              </a:defRPr>
            </a:pPr>
            <a:r>
              <a:rPr sz="1650" b="1">
                <a:solidFill>
                  <a:srgbClr val="0B0F19"/>
                </a:solidFill>
              </a:rPr>
              <a:t>prompt</a:t>
            </a:r>
          </a:p>
        </p:txBody>
      </p:sp>
      <p:sp>
        <p:nvSpPr>
          <p:cNvPr id="1804858147" name="">
            <a:extLst xmlns:a="http://schemas.openxmlformats.org/drawingml/2006/main">
              <a:ext uri="{FF2B5EF4-FFF2-40B4-BE49-F238E27FC236}">
                <a16:creationId xmlns:a16="http://schemas.microsoft.com/office/drawing/2014/main" id="{5A88A1E8-03E6-4BD1-A7FD-934270AEA873}"/>
              </a:ext>
            </a:extLst>
          </p:cNvPr>
          <p:cNvSpPr>
            <a:spLocks xmlns:a="http://schemas.openxmlformats.org/drawingml/2006/main" noGrp="1"/>
          </p:cNvSpPr>
          <p:nvPr/>
        </p:nvSpPr>
        <p:spPr>
          <a:xfrm xmlns:a="http://schemas.openxmlformats.org/drawingml/2006/main">
            <a:off x="3667125" y="3276600"/>
            <a:ext cx="1190625" cy="428625"/>
          </a:xfrm>
          <a:prstGeom xmlns:a="http://schemas.openxmlformats.org/drawingml/2006/main" prst="rightArrow">
            <a:avLst>
              <a:gd name="adj1" fmla="val 50000"/>
              <a:gd name="adj2" fmla="val 50000"/>
            </a:avLst>
          </a:prstGeom>
          <a:solidFill xmlns:a="http://schemas.openxmlformats.org/drawingml/2006/main">
            <a:srgbClr val="E0F2FE"/>
          </a:solidFill>
          <a:ln xmlns:a="http://schemas.openxmlformats.org/drawingml/2006/main" w="14288">
            <a:solidFill>
              <a:srgbClr val="2563EB"/>
            </a:solidFill>
            <a:prstDash val="solid"/>
          </a:ln>
        </p:spPr>
      </p:sp>
      <p:sp>
        <p:nvSpPr>
          <p:cNvPr id="2119234795" name="">
            <a:extLst xmlns:a="http://schemas.openxmlformats.org/drawingml/2006/main">
              <a:ext uri="{FF2B5EF4-FFF2-40B4-BE49-F238E27FC236}">
                <a16:creationId xmlns:a16="http://schemas.microsoft.com/office/drawing/2014/main" id="{F5DCE429-CCFB-4EB8-916D-C3A060DBA23C}"/>
              </a:ext>
            </a:extLst>
          </p:cNvPr>
          <p:cNvSpPr>
            <a:spLocks xmlns:a="http://schemas.openxmlformats.org/drawingml/2006/main" noGrp="1"/>
          </p:cNvSpPr>
          <p:nvPr/>
        </p:nvSpPr>
        <p:spPr>
          <a:xfrm xmlns:a="http://schemas.openxmlformats.org/drawingml/2006/main">
            <a:off x="5143500" y="2857500"/>
            <a:ext cx="1905000" cy="1238250"/>
          </a:xfrm>
          <a:prstGeom xmlns:a="http://schemas.openxmlformats.org/drawingml/2006/main" prst="roundRect">
            <a:avLst>
              <a:gd name="adj" fmla="val 9231"/>
            </a:avLst>
          </a:prstGeom>
          <a:solidFill xmlns:a="http://schemas.openxmlformats.org/drawingml/2006/main">
            <a:srgbClr val="E0F2FE"/>
          </a:solidFill>
          <a:ln xmlns:a="http://schemas.openxmlformats.org/drawingml/2006/main" w="14288">
            <a:solidFill>
              <a:srgbClr val="2563EB"/>
            </a:solidFill>
            <a:prstDash val="solid"/>
          </a:ln>
        </p:spPr>
        <p:txBody>
          <a:bodyPr xmlns:a="http://schemas.openxmlformats.org/drawingml/2006/main"/>
          <a:lstStyle xmlns:a="http://schemas.openxmlformats.org/drawingml/2006/main"/>
          <a:p xmlns:a="http://schemas.openxmlformats.org/drawingml/2006/main">
            <a:pPr algn="ctr">
              <a:buNone/>
              <a:defRPr sz="2400" b="1">
                <a:solidFill>
                  <a:srgbClr val="0B0F19"/>
                </a:solidFill>
              </a:defRPr>
            </a:pPr>
            <a:r>
              <a:rPr sz="2400" b="1">
                <a:solidFill>
                  <a:srgbClr val="0B0F19"/>
                </a:solidFill>
              </a:rPr>
              <a:t>model</a:t>
            </a:r>
          </a:p>
        </p:txBody>
      </p:sp>
      <p:sp>
        <p:nvSpPr>
          <p:cNvPr id="1610655778" name="">
            <a:extLst xmlns:a="http://schemas.openxmlformats.org/drawingml/2006/main">
              <a:ext uri="{FF2B5EF4-FFF2-40B4-BE49-F238E27FC236}">
                <a16:creationId xmlns:a16="http://schemas.microsoft.com/office/drawing/2014/main" id="{EB163372-EFBB-4F03-A73E-FECC37DC64B0}"/>
              </a:ext>
            </a:extLst>
          </p:cNvPr>
          <p:cNvSpPr>
            <a:spLocks xmlns:a="http://schemas.openxmlformats.org/drawingml/2006/main" noGrp="1"/>
          </p:cNvSpPr>
          <p:nvPr/>
        </p:nvSpPr>
        <p:spPr>
          <a:xfrm xmlns:a="http://schemas.openxmlformats.org/drawingml/2006/main">
            <a:off x="7286625" y="3276600"/>
            <a:ext cx="1190625" cy="428625"/>
          </a:xfrm>
          <a:prstGeom xmlns:a="http://schemas.openxmlformats.org/drawingml/2006/main" prst="rightArrow">
            <a:avLst>
              <a:gd name="adj1" fmla="val 50000"/>
              <a:gd name="adj2" fmla="val 50000"/>
            </a:avLst>
          </a:prstGeom>
          <a:solidFill xmlns:a="http://schemas.openxmlformats.org/drawingml/2006/main">
            <a:srgbClr val="E0F2FE"/>
          </a:solidFill>
          <a:ln xmlns:a="http://schemas.openxmlformats.org/drawingml/2006/main" w="14288">
            <a:solidFill>
              <a:srgbClr val="2563EB"/>
            </a:solidFill>
            <a:prstDash val="solid"/>
          </a:ln>
        </p:spPr>
      </p:sp>
      <p:sp>
        <p:nvSpPr>
          <p:cNvPr id="67679863" name="">
            <a:extLst xmlns:a="http://schemas.openxmlformats.org/drawingml/2006/main">
              <a:ext uri="{FF2B5EF4-FFF2-40B4-BE49-F238E27FC236}">
                <a16:creationId xmlns:a16="http://schemas.microsoft.com/office/drawing/2014/main" id="{79CEB56D-A846-4DDD-B674-C59C30641F7F}"/>
              </a:ext>
            </a:extLst>
          </p:cNvPr>
          <p:cNvSpPr>
            <a:spLocks xmlns:a="http://schemas.openxmlformats.org/drawingml/2006/main" noGrp="1"/>
          </p:cNvSpPr>
          <p:nvPr/>
        </p:nvSpPr>
        <p:spPr>
          <a:xfrm xmlns:a="http://schemas.openxmlformats.org/drawingml/2006/main">
            <a:off x="8763000" y="3143250"/>
            <a:ext cx="1619250" cy="666750"/>
          </a:xfrm>
          <a:prstGeom xmlns:a="http://schemas.openxmlformats.org/drawingml/2006/main" prst="roundRect">
            <a:avLst>
              <a:gd name="adj" fmla="val 17143"/>
            </a:avLst>
          </a:prstGeom>
          <a:solidFill xmlns:a="http://schemas.openxmlformats.org/drawingml/2006/main">
            <a:srgbClr val="DCFCE7"/>
          </a:solidFill>
          <a:ln xmlns:a="http://schemas.openxmlformats.org/drawingml/2006/main" w="14288">
            <a:solidFill>
              <a:srgbClr val="10B981"/>
            </a:solid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0B0F19"/>
                </a:solidFill>
              </a:defRPr>
            </a:pPr>
            <a:r>
              <a:rPr sz="1650" b="1">
                <a:solidFill>
                  <a:srgbClr val="0B0F19"/>
                </a:solidFill>
              </a:rPr>
              <a:t>new token</a:t>
            </a:r>
          </a:p>
        </p:txBody>
      </p:sp>
      <p:sp>
        <p:nvSpPr>
          <p:cNvPr id="1129615996" name="">
            <a:extLst xmlns:a="http://schemas.openxmlformats.org/drawingml/2006/main">
              <a:ext uri="{FF2B5EF4-FFF2-40B4-BE49-F238E27FC236}">
                <a16:creationId xmlns:a16="http://schemas.microsoft.com/office/drawing/2014/main" id="{090703C6-1114-4190-92A5-D4B64F29691E}"/>
              </a:ext>
            </a:extLst>
          </p:cNvPr>
          <p:cNvSpPr>
            <a:spLocks xmlns:a="http://schemas.openxmlformats.org/drawingml/2006/main" noGrp="1"/>
          </p:cNvSpPr>
          <p:nvPr/>
        </p:nvSpPr>
        <p:spPr>
          <a:xfrm xmlns:a="http://schemas.openxmlformats.org/drawingml/2006/main">
            <a:off x="2714625" y="3857625"/>
            <a:ext cx="6858000" cy="904875"/>
          </a:xfrm>
          <a:prstGeom xmlns:a="http://schemas.openxmlformats.org/drawingml/2006/main" prst="line">
            <a:avLst/>
          </a:prstGeom>
          <a:noFill xmlns:a="http://schemas.openxmlformats.org/drawingml/2006/main"/>
          <a:ln xmlns:a="http://schemas.openxmlformats.org/drawingml/2006/main" w="38100">
            <a:solidFill>
              <a:srgbClr val="10B981"/>
            </a:solidFill>
            <a:prstDash val="solid"/>
          </a:ln>
        </p:spPr>
      </p:sp>
      <p:sp>
        <p:nvSpPr>
          <p:cNvPr id="701261000" name="">
            <a:extLst xmlns:a="http://schemas.openxmlformats.org/drawingml/2006/main">
              <a:ext uri="{FF2B5EF4-FFF2-40B4-BE49-F238E27FC236}">
                <a16:creationId xmlns:a16="http://schemas.microsoft.com/office/drawing/2014/main" id="{E9AA7DA8-BB0F-466C-B70E-EFF22498883C}"/>
              </a:ext>
            </a:extLst>
          </p:cNvPr>
          <p:cNvSpPr>
            <a:spLocks xmlns:a="http://schemas.openxmlformats.org/drawingml/2006/main" noGrp="1"/>
          </p:cNvSpPr>
          <p:nvPr/>
        </p:nvSpPr>
        <p:spPr>
          <a:xfrm xmlns:a="http://schemas.openxmlformats.org/drawingml/2006/main">
            <a:off x="4619625" y="4953000"/>
            <a:ext cx="28575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050" b="1">
                <a:solidFill>
                  <a:srgbClr val="10B981"/>
                </a:solidFill>
              </a:defRPr>
            </a:pPr>
            <a:r>
              <a:rPr sz="2050" b="1">
                <a:solidFill>
                  <a:srgbClr val="10B981"/>
                </a:solidFill>
              </a:rPr>
              <a:t>append and repeat</a:t>
            </a:r>
          </a:p>
        </p:txBody>
      </p:sp>
      <p:sp>
        <p:nvSpPr>
          <p:cNvPr id="567537239" name="">
            <a:extLst xmlns:a="http://schemas.openxmlformats.org/drawingml/2006/main">
              <a:ext uri="{FF2B5EF4-FFF2-40B4-BE49-F238E27FC236}">
                <a16:creationId xmlns:a16="http://schemas.microsoft.com/office/drawing/2014/main" id="{44C37A0E-B60D-4751-A153-101A4E90D4CD}"/>
              </a:ext>
            </a:extLst>
          </p:cNvPr>
          <p:cNvSpPr>
            <a:spLocks xmlns:a="http://schemas.openxmlformats.org/drawingml/2006/main" noGrp="1"/>
          </p:cNvSpPr>
          <p:nvPr/>
        </p:nvSpPr>
        <p:spPr>
          <a:xfrm xmlns:a="http://schemas.openxmlformats.org/drawingml/2006/main">
            <a:off x="11106150" y="628650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00" b="0">
                <a:solidFill>
                  <a:srgbClr val="667085"/>
                </a:solidFill>
              </a:defRPr>
            </a:pPr>
            <a:r>
              <a:rPr sz="1000" b="0">
                <a:solidFill>
                  <a:srgbClr val="667085"/>
                </a:solidFill>
              </a:rPr>
              <a:t>41</a:t>
            </a:r>
          </a:p>
        </p:txBody>
      </p:sp>
    </p:spTree>
    <p:extLst>
      <p:ext uri="{BB962C8B-B14F-4D97-AF65-F5344CB8AC3E}">
        <p14:creationId xmlns:p14="http://schemas.microsoft.com/office/powerpoint/2010/main" val="1444992567"/>
      </p:ext>
    </p:extLst>
  </p:cSld>
</p:sld>
</file>

<file path=ppt/slides/slide42.xml><?xml version="1.0" encoding="utf-8"?>
<p:sld xmlns:p="http://schemas.openxmlformats.org/presentationml/2006/main" showMasterSp="1">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14109764" name="">
            <a:extLst xmlns:a="http://schemas.openxmlformats.org/drawingml/2006/main">
              <a:ext uri="{FF2B5EF4-FFF2-40B4-BE49-F238E27FC236}">
                <a16:creationId xmlns:a16="http://schemas.microsoft.com/office/drawing/2014/main" id="{77AA1B8F-B194-4A68-912F-73AD8342C59A}"/>
              </a:ext>
            </a:extLst>
          </p:cNvPr>
          <p:cNvSpPr>
            <a:spLocks xmlns:a="http://schemas.openxmlformats.org/drawingml/2006/main" noGrp="1"/>
          </p:cNvSpPr>
          <p:nvPr/>
        </p:nvSpPr>
        <p:spPr>
          <a:xfrm xmlns:a="http://schemas.openxmlformats.org/drawingml/2006/main">
            <a:off x="609600" y="32385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563EB"/>
                </a:solidFill>
              </a:defRPr>
            </a:pPr>
            <a:r>
              <a:rPr sz="1200" b="1">
                <a:solidFill>
                  <a:srgbClr val="2563EB"/>
                </a:solidFill>
              </a:rPr>
              <a:t>Decoding</a:t>
            </a:r>
          </a:p>
        </p:txBody>
      </p:sp>
      <p:sp>
        <p:nvSpPr>
          <p:cNvPr id="2024296006" name="">
            <a:extLst xmlns:a="http://schemas.openxmlformats.org/drawingml/2006/main">
              <a:ext uri="{FF2B5EF4-FFF2-40B4-BE49-F238E27FC236}">
                <a16:creationId xmlns:a16="http://schemas.microsoft.com/office/drawing/2014/main" id="{F103212B-90FF-4FFF-AFA8-D08DD6E3714A}"/>
              </a:ext>
            </a:extLst>
          </p:cNvPr>
          <p:cNvSpPr>
            <a:spLocks xmlns:a="http://schemas.openxmlformats.org/drawingml/2006/main" noGrp="1"/>
          </p:cNvSpPr>
          <p:nvPr/>
        </p:nvSpPr>
        <p:spPr>
          <a:xfrm xmlns:a="http://schemas.openxmlformats.org/drawingml/2006/main">
            <a:off x="609600" y="590549"/>
            <a:ext cx="9334500" cy="5905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150" b="1">
                <a:solidFill>
                  <a:srgbClr val="0B0F19"/>
                </a:solidFill>
              </a:defRPr>
            </a:pPr>
            <a:r>
              <a:rPr sz="3150" b="1">
                <a:solidFill>
                  <a:srgbClr val="0B0F19"/>
                </a:solidFill>
              </a:rPr>
              <a:t>Sampling changes the voice</a:t>
            </a:r>
          </a:p>
        </p:txBody>
      </p:sp>
      <p:sp>
        <p:nvSpPr>
          <p:cNvPr id="520397167" name="">
            <a:extLst xmlns:a="http://schemas.openxmlformats.org/drawingml/2006/main">
              <a:ext uri="{FF2B5EF4-FFF2-40B4-BE49-F238E27FC236}">
                <a16:creationId xmlns:a16="http://schemas.microsoft.com/office/drawing/2014/main" id="{92E7AC35-01E2-481D-BDBF-682BC46223BD}"/>
              </a:ext>
            </a:extLst>
          </p:cNvPr>
          <p:cNvSpPr>
            <a:spLocks xmlns:a="http://schemas.openxmlformats.org/drawingml/2006/main" noGrp="1"/>
          </p:cNvSpPr>
          <p:nvPr/>
        </p:nvSpPr>
        <p:spPr>
          <a:xfrm xmlns:a="http://schemas.openxmlformats.org/drawingml/2006/main">
            <a:off x="609600" y="1352550"/>
            <a:ext cx="10972800" cy="4762500"/>
          </a:xfrm>
          <a:prstGeom xmlns:a="http://schemas.openxmlformats.org/drawingml/2006/main" prst="roundRect">
            <a:avLst>
              <a:gd name="adj" fmla="val 1600"/>
            </a:avLst>
          </a:prstGeom>
          <a:solidFill xmlns:a="http://schemas.openxmlformats.org/drawingml/2006/main">
            <a:srgbClr val="F8FAFC"/>
          </a:solidFill>
          <a:ln xmlns:a="http://schemas.openxmlformats.org/drawingml/2006/main" w="14288">
            <a:solidFill>
              <a:srgbClr val="E2E8F0"/>
            </a:solidFill>
            <a:prstDash val="solid"/>
          </a:ln>
        </p:spPr>
      </p:sp>
      <p:sp>
        <p:nvSpPr>
          <p:cNvPr id="1861104431" name="">
            <a:extLst xmlns:a="http://schemas.openxmlformats.org/drawingml/2006/main">
              <a:ext uri="{FF2B5EF4-FFF2-40B4-BE49-F238E27FC236}">
                <a16:creationId xmlns:a16="http://schemas.microsoft.com/office/drawing/2014/main" id="{A06CD16E-B578-4428-9DFC-C7F2B63C69A3}"/>
              </a:ext>
            </a:extLst>
          </p:cNvPr>
          <p:cNvSpPr>
            <a:spLocks xmlns:a="http://schemas.openxmlformats.org/drawingml/2006/main" noGrp="1"/>
          </p:cNvSpPr>
          <p:nvPr/>
        </p:nvSpPr>
        <p:spPr>
          <a:xfrm xmlns:a="http://schemas.openxmlformats.org/drawingml/2006/main">
            <a:off x="2190750" y="2190750"/>
            <a:ext cx="2381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900" b="1">
                <a:solidFill>
                  <a:srgbClr val="0B0F19"/>
                </a:solidFill>
              </a:defRPr>
            </a:pPr>
            <a:r>
              <a:rPr sz="1900" b="1">
                <a:solidFill>
                  <a:srgbClr val="0B0F19"/>
                </a:solidFill>
              </a:rPr>
              <a:t>low temperature</a:t>
            </a:r>
          </a:p>
        </p:txBody>
      </p:sp>
      <p:sp>
        <p:nvSpPr>
          <p:cNvPr id="1392389717" name="">
            <a:extLst xmlns:a="http://schemas.openxmlformats.org/drawingml/2006/main">
              <a:ext uri="{FF2B5EF4-FFF2-40B4-BE49-F238E27FC236}">
                <a16:creationId xmlns:a16="http://schemas.microsoft.com/office/drawing/2014/main" id="{2C9CB3EA-09B7-4030-8E84-44CE590B58A5}"/>
              </a:ext>
            </a:extLst>
          </p:cNvPr>
          <p:cNvSpPr>
            <a:spLocks xmlns:a="http://schemas.openxmlformats.org/drawingml/2006/main" noGrp="1"/>
          </p:cNvSpPr>
          <p:nvPr/>
        </p:nvSpPr>
        <p:spPr>
          <a:xfrm xmlns:a="http://schemas.openxmlformats.org/drawingml/2006/main">
            <a:off x="2571750" y="3524250"/>
            <a:ext cx="285750" cy="904875"/>
          </a:xfrm>
          <a:prstGeom xmlns:a="http://schemas.openxmlformats.org/drawingml/2006/main" prst="roundRect">
            <a:avLst>
              <a:gd name="adj" fmla="val 6667"/>
            </a:avLst>
          </a:prstGeom>
          <a:solidFill xmlns:a="http://schemas.openxmlformats.org/drawingml/2006/main">
            <a:srgbClr val="2563EB"/>
          </a:solidFill>
          <a:ln xmlns:a="http://schemas.openxmlformats.org/drawingml/2006/main" w="14288">
            <a:solidFill>
              <a:srgbClr val="2563EB"/>
            </a:solidFill>
            <a:prstDash val="solid"/>
          </a:ln>
        </p:spPr>
      </p:sp>
      <p:sp>
        <p:nvSpPr>
          <p:cNvPr id="304746230" name="">
            <a:extLst xmlns:a="http://schemas.openxmlformats.org/drawingml/2006/main">
              <a:ext uri="{FF2B5EF4-FFF2-40B4-BE49-F238E27FC236}">
                <a16:creationId xmlns:a16="http://schemas.microsoft.com/office/drawing/2014/main" id="{1FFE74E5-0305-4493-BBE4-E020D8607616}"/>
              </a:ext>
            </a:extLst>
          </p:cNvPr>
          <p:cNvSpPr>
            <a:spLocks xmlns:a="http://schemas.openxmlformats.org/drawingml/2006/main" noGrp="1"/>
          </p:cNvSpPr>
          <p:nvPr/>
        </p:nvSpPr>
        <p:spPr>
          <a:xfrm xmlns:a="http://schemas.openxmlformats.org/drawingml/2006/main">
            <a:off x="3028950" y="4191000"/>
            <a:ext cx="285750" cy="238125"/>
          </a:xfrm>
          <a:prstGeom xmlns:a="http://schemas.openxmlformats.org/drawingml/2006/main" prst="roundRect">
            <a:avLst>
              <a:gd name="adj" fmla="val 8000"/>
            </a:avLst>
          </a:prstGeom>
          <a:solidFill xmlns:a="http://schemas.openxmlformats.org/drawingml/2006/main">
            <a:srgbClr val="2563EB"/>
          </a:solidFill>
          <a:ln xmlns:a="http://schemas.openxmlformats.org/drawingml/2006/main" w="14288">
            <a:solidFill>
              <a:srgbClr val="2563EB"/>
            </a:solidFill>
            <a:prstDash val="solid"/>
          </a:ln>
        </p:spPr>
      </p:sp>
      <p:sp>
        <p:nvSpPr>
          <p:cNvPr id="1222174651" name="">
            <a:extLst xmlns:a="http://schemas.openxmlformats.org/drawingml/2006/main">
              <a:ext uri="{FF2B5EF4-FFF2-40B4-BE49-F238E27FC236}">
                <a16:creationId xmlns:a16="http://schemas.microsoft.com/office/drawing/2014/main" id="{6284B152-783B-4FE7-A393-F16492F514CD}"/>
              </a:ext>
            </a:extLst>
          </p:cNvPr>
          <p:cNvSpPr>
            <a:spLocks xmlns:a="http://schemas.openxmlformats.org/drawingml/2006/main" noGrp="1"/>
          </p:cNvSpPr>
          <p:nvPr/>
        </p:nvSpPr>
        <p:spPr>
          <a:xfrm xmlns:a="http://schemas.openxmlformats.org/drawingml/2006/main">
            <a:off x="3486150" y="4333875"/>
            <a:ext cx="285750" cy="95250"/>
          </a:xfrm>
          <a:prstGeom xmlns:a="http://schemas.openxmlformats.org/drawingml/2006/main" prst="roundRect">
            <a:avLst>
              <a:gd name="adj" fmla="val 20000"/>
            </a:avLst>
          </a:prstGeom>
          <a:solidFill xmlns:a="http://schemas.openxmlformats.org/drawingml/2006/main">
            <a:srgbClr val="2563EB"/>
          </a:solidFill>
          <a:ln xmlns:a="http://schemas.openxmlformats.org/drawingml/2006/main" w="14288">
            <a:solidFill>
              <a:srgbClr val="2563EB"/>
            </a:solidFill>
            <a:prstDash val="solid"/>
          </a:ln>
        </p:spPr>
      </p:sp>
      <p:sp>
        <p:nvSpPr>
          <p:cNvPr id="221083533" name="">
            <a:extLst xmlns:a="http://schemas.openxmlformats.org/drawingml/2006/main">
              <a:ext uri="{FF2B5EF4-FFF2-40B4-BE49-F238E27FC236}">
                <a16:creationId xmlns:a16="http://schemas.microsoft.com/office/drawing/2014/main" id="{549D0D48-67E1-4354-BF54-8E31736902EE}"/>
              </a:ext>
            </a:extLst>
          </p:cNvPr>
          <p:cNvSpPr>
            <a:spLocks xmlns:a="http://schemas.openxmlformats.org/drawingml/2006/main" noGrp="1"/>
          </p:cNvSpPr>
          <p:nvPr/>
        </p:nvSpPr>
        <p:spPr>
          <a:xfrm xmlns:a="http://schemas.openxmlformats.org/drawingml/2006/main">
            <a:off x="3943350" y="4352925"/>
            <a:ext cx="285750" cy="76200"/>
          </a:xfrm>
          <a:prstGeom xmlns:a="http://schemas.openxmlformats.org/drawingml/2006/main" prst="roundRect">
            <a:avLst>
              <a:gd name="adj" fmla="val 25000"/>
            </a:avLst>
          </a:prstGeom>
          <a:solidFill xmlns:a="http://schemas.openxmlformats.org/drawingml/2006/main">
            <a:srgbClr val="2563EB"/>
          </a:solidFill>
          <a:ln xmlns:a="http://schemas.openxmlformats.org/drawingml/2006/main" w="14288">
            <a:solidFill>
              <a:srgbClr val="2563EB"/>
            </a:solidFill>
            <a:prstDash val="solid"/>
          </a:ln>
        </p:spPr>
      </p:sp>
      <p:sp>
        <p:nvSpPr>
          <p:cNvPr id="1871169588" name="">
            <a:extLst xmlns:a="http://schemas.openxmlformats.org/drawingml/2006/main">
              <a:ext uri="{FF2B5EF4-FFF2-40B4-BE49-F238E27FC236}">
                <a16:creationId xmlns:a16="http://schemas.microsoft.com/office/drawing/2014/main" id="{900E65A1-9D25-45F1-B01F-1D19DD1DD5BD}"/>
              </a:ext>
            </a:extLst>
          </p:cNvPr>
          <p:cNvSpPr>
            <a:spLocks xmlns:a="http://schemas.openxmlformats.org/drawingml/2006/main" noGrp="1"/>
          </p:cNvSpPr>
          <p:nvPr/>
        </p:nvSpPr>
        <p:spPr>
          <a:xfrm xmlns:a="http://schemas.openxmlformats.org/drawingml/2006/main">
            <a:off x="4400550" y="4381500"/>
            <a:ext cx="285750" cy="47625"/>
          </a:xfrm>
          <a:prstGeom xmlns:a="http://schemas.openxmlformats.org/drawingml/2006/main" prst="roundRect">
            <a:avLst>
              <a:gd name="adj" fmla="val 40000"/>
            </a:avLst>
          </a:prstGeom>
          <a:solidFill xmlns:a="http://schemas.openxmlformats.org/drawingml/2006/main">
            <a:srgbClr val="2563EB"/>
          </a:solidFill>
          <a:ln xmlns:a="http://schemas.openxmlformats.org/drawingml/2006/main" w="14288">
            <a:solidFill>
              <a:srgbClr val="2563EB"/>
            </a:solidFill>
            <a:prstDash val="solid"/>
          </a:ln>
        </p:spPr>
      </p:sp>
      <p:sp>
        <p:nvSpPr>
          <p:cNvPr id="1899079275" name="">
            <a:extLst xmlns:a="http://schemas.openxmlformats.org/drawingml/2006/main">
              <a:ext uri="{FF2B5EF4-FFF2-40B4-BE49-F238E27FC236}">
                <a16:creationId xmlns:a16="http://schemas.microsoft.com/office/drawing/2014/main" id="{B2357C2E-B583-4BE2-B944-1D492268D0A8}"/>
              </a:ext>
            </a:extLst>
          </p:cNvPr>
          <p:cNvSpPr>
            <a:spLocks xmlns:a="http://schemas.openxmlformats.org/drawingml/2006/main" noGrp="1"/>
          </p:cNvSpPr>
          <p:nvPr/>
        </p:nvSpPr>
        <p:spPr>
          <a:xfrm xmlns:a="http://schemas.openxmlformats.org/drawingml/2006/main">
            <a:off x="7239000" y="2190750"/>
            <a:ext cx="257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900" b="1">
                <a:solidFill>
                  <a:srgbClr val="0B0F19"/>
                </a:solidFill>
              </a:defRPr>
            </a:pPr>
            <a:r>
              <a:rPr sz="1900" b="1">
                <a:solidFill>
                  <a:srgbClr val="0B0F19"/>
                </a:solidFill>
              </a:rPr>
              <a:t>high temperature</a:t>
            </a:r>
          </a:p>
        </p:txBody>
      </p:sp>
      <p:sp>
        <p:nvSpPr>
          <p:cNvPr id="557756632" name="">
            <a:extLst xmlns:a="http://schemas.openxmlformats.org/drawingml/2006/main">
              <a:ext uri="{FF2B5EF4-FFF2-40B4-BE49-F238E27FC236}">
                <a16:creationId xmlns:a16="http://schemas.microsoft.com/office/drawing/2014/main" id="{E0FAABCC-7227-427B-9D34-392D9CB136DC}"/>
              </a:ext>
            </a:extLst>
          </p:cNvPr>
          <p:cNvSpPr>
            <a:spLocks xmlns:a="http://schemas.openxmlformats.org/drawingml/2006/main" noGrp="1"/>
          </p:cNvSpPr>
          <p:nvPr/>
        </p:nvSpPr>
        <p:spPr>
          <a:xfrm xmlns:a="http://schemas.openxmlformats.org/drawingml/2006/main">
            <a:off x="7620000" y="3905250"/>
            <a:ext cx="285750" cy="523875"/>
          </a:xfrm>
          <a:prstGeom xmlns:a="http://schemas.openxmlformats.org/drawingml/2006/main" prst="roundRect">
            <a:avLst>
              <a:gd name="adj" fmla="val 6667"/>
            </a:avLst>
          </a:prstGeom>
          <a:solidFill xmlns:a="http://schemas.openxmlformats.org/drawingml/2006/main">
            <a:srgbClr val="F97316"/>
          </a:solidFill>
          <a:ln xmlns:a="http://schemas.openxmlformats.org/drawingml/2006/main" w="14288">
            <a:solidFill>
              <a:srgbClr val="F97316"/>
            </a:solidFill>
            <a:prstDash val="solid"/>
          </a:ln>
        </p:spPr>
      </p:sp>
      <p:sp>
        <p:nvSpPr>
          <p:cNvPr id="421477789" name="">
            <a:extLst xmlns:a="http://schemas.openxmlformats.org/drawingml/2006/main">
              <a:ext uri="{FF2B5EF4-FFF2-40B4-BE49-F238E27FC236}">
                <a16:creationId xmlns:a16="http://schemas.microsoft.com/office/drawing/2014/main" id="{AAA1AE17-DEAC-4E87-9C7F-FB5F2BD000B7}"/>
              </a:ext>
            </a:extLst>
          </p:cNvPr>
          <p:cNvSpPr>
            <a:spLocks xmlns:a="http://schemas.openxmlformats.org/drawingml/2006/main" noGrp="1"/>
          </p:cNvSpPr>
          <p:nvPr/>
        </p:nvSpPr>
        <p:spPr>
          <a:xfrm xmlns:a="http://schemas.openxmlformats.org/drawingml/2006/main">
            <a:off x="8077200" y="3971925"/>
            <a:ext cx="285750" cy="457200"/>
          </a:xfrm>
          <a:prstGeom xmlns:a="http://schemas.openxmlformats.org/drawingml/2006/main" prst="roundRect">
            <a:avLst>
              <a:gd name="adj" fmla="val 6667"/>
            </a:avLst>
          </a:prstGeom>
          <a:solidFill xmlns:a="http://schemas.openxmlformats.org/drawingml/2006/main">
            <a:srgbClr val="F97316"/>
          </a:solidFill>
          <a:ln xmlns:a="http://schemas.openxmlformats.org/drawingml/2006/main" w="14288">
            <a:solidFill>
              <a:srgbClr val="F97316"/>
            </a:solidFill>
            <a:prstDash val="solid"/>
          </a:ln>
        </p:spPr>
      </p:sp>
      <p:sp>
        <p:nvSpPr>
          <p:cNvPr id="358930619" name="">
            <a:extLst xmlns:a="http://schemas.openxmlformats.org/drawingml/2006/main">
              <a:ext uri="{FF2B5EF4-FFF2-40B4-BE49-F238E27FC236}">
                <a16:creationId xmlns:a16="http://schemas.microsoft.com/office/drawing/2014/main" id="{6FEA12A8-C099-4586-9534-4596763DD7A0}"/>
              </a:ext>
            </a:extLst>
          </p:cNvPr>
          <p:cNvSpPr>
            <a:spLocks xmlns:a="http://schemas.openxmlformats.org/drawingml/2006/main" noGrp="1"/>
          </p:cNvSpPr>
          <p:nvPr/>
        </p:nvSpPr>
        <p:spPr>
          <a:xfrm xmlns:a="http://schemas.openxmlformats.org/drawingml/2006/main">
            <a:off x="8534400" y="4019550"/>
            <a:ext cx="285750" cy="409575"/>
          </a:xfrm>
          <a:prstGeom xmlns:a="http://schemas.openxmlformats.org/drawingml/2006/main" prst="roundRect">
            <a:avLst>
              <a:gd name="adj" fmla="val 6667"/>
            </a:avLst>
          </a:prstGeom>
          <a:solidFill xmlns:a="http://schemas.openxmlformats.org/drawingml/2006/main">
            <a:srgbClr val="F97316"/>
          </a:solidFill>
          <a:ln xmlns:a="http://schemas.openxmlformats.org/drawingml/2006/main" w="14288">
            <a:solidFill>
              <a:srgbClr val="F97316"/>
            </a:solidFill>
            <a:prstDash val="solid"/>
          </a:ln>
        </p:spPr>
      </p:sp>
      <p:sp>
        <p:nvSpPr>
          <p:cNvPr id="92675594" name="">
            <a:extLst xmlns:a="http://schemas.openxmlformats.org/drawingml/2006/main">
              <a:ext uri="{FF2B5EF4-FFF2-40B4-BE49-F238E27FC236}">
                <a16:creationId xmlns:a16="http://schemas.microsoft.com/office/drawing/2014/main" id="{3B9A8683-5D1D-40FA-AF3F-80EC734C6685}"/>
              </a:ext>
            </a:extLst>
          </p:cNvPr>
          <p:cNvSpPr>
            <a:spLocks xmlns:a="http://schemas.openxmlformats.org/drawingml/2006/main" noGrp="1"/>
          </p:cNvSpPr>
          <p:nvPr/>
        </p:nvSpPr>
        <p:spPr>
          <a:xfrm xmlns:a="http://schemas.openxmlformats.org/drawingml/2006/main">
            <a:off x="8991600" y="4095750"/>
            <a:ext cx="285750" cy="333375"/>
          </a:xfrm>
          <a:prstGeom xmlns:a="http://schemas.openxmlformats.org/drawingml/2006/main" prst="roundRect">
            <a:avLst>
              <a:gd name="adj" fmla="val 6667"/>
            </a:avLst>
          </a:prstGeom>
          <a:solidFill xmlns:a="http://schemas.openxmlformats.org/drawingml/2006/main">
            <a:srgbClr val="F97316"/>
          </a:solidFill>
          <a:ln xmlns:a="http://schemas.openxmlformats.org/drawingml/2006/main" w="14288">
            <a:solidFill>
              <a:srgbClr val="F97316"/>
            </a:solidFill>
            <a:prstDash val="solid"/>
          </a:ln>
        </p:spPr>
      </p:sp>
      <p:sp>
        <p:nvSpPr>
          <p:cNvPr id="1199041678" name="">
            <a:extLst xmlns:a="http://schemas.openxmlformats.org/drawingml/2006/main">
              <a:ext uri="{FF2B5EF4-FFF2-40B4-BE49-F238E27FC236}">
                <a16:creationId xmlns:a16="http://schemas.microsoft.com/office/drawing/2014/main" id="{59F0EF3D-5FCE-4034-8D3A-E97135F2C40B}"/>
              </a:ext>
            </a:extLst>
          </p:cNvPr>
          <p:cNvSpPr>
            <a:spLocks xmlns:a="http://schemas.openxmlformats.org/drawingml/2006/main" noGrp="1"/>
          </p:cNvSpPr>
          <p:nvPr/>
        </p:nvSpPr>
        <p:spPr>
          <a:xfrm xmlns:a="http://schemas.openxmlformats.org/drawingml/2006/main">
            <a:off x="9448799" y="4143375"/>
            <a:ext cx="285750" cy="285750"/>
          </a:xfrm>
          <a:prstGeom xmlns:a="http://schemas.openxmlformats.org/drawingml/2006/main" prst="roundRect">
            <a:avLst>
              <a:gd name="adj" fmla="val 6667"/>
            </a:avLst>
          </a:prstGeom>
          <a:solidFill xmlns:a="http://schemas.openxmlformats.org/drawingml/2006/main">
            <a:srgbClr val="F97316"/>
          </a:solidFill>
          <a:ln xmlns:a="http://schemas.openxmlformats.org/drawingml/2006/main" w="14288">
            <a:solidFill>
              <a:srgbClr val="F97316"/>
            </a:solidFill>
            <a:prstDash val="solid"/>
          </a:ln>
        </p:spPr>
      </p:sp>
      <p:sp>
        <p:nvSpPr>
          <p:cNvPr id="35073006" name="">
            <a:extLst xmlns:a="http://schemas.openxmlformats.org/drawingml/2006/main">
              <a:ext uri="{FF2B5EF4-FFF2-40B4-BE49-F238E27FC236}">
                <a16:creationId xmlns:a16="http://schemas.microsoft.com/office/drawing/2014/main" id="{85EE945A-341B-4AB6-BE65-D461913D0AE6}"/>
              </a:ext>
            </a:extLst>
          </p:cNvPr>
          <p:cNvSpPr>
            <a:spLocks xmlns:a="http://schemas.openxmlformats.org/drawingml/2006/main" noGrp="1"/>
          </p:cNvSpPr>
          <p:nvPr/>
        </p:nvSpPr>
        <p:spPr>
          <a:xfrm xmlns:a="http://schemas.openxmlformats.org/drawingml/2006/main">
            <a:off x="11106150" y="628650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00" b="0">
                <a:solidFill>
                  <a:srgbClr val="667085"/>
                </a:solidFill>
              </a:defRPr>
            </a:pPr>
            <a:r>
              <a:rPr sz="1000" b="0">
                <a:solidFill>
                  <a:srgbClr val="667085"/>
                </a:solidFill>
              </a:rPr>
              <a:t>42</a:t>
            </a:r>
          </a:p>
        </p:txBody>
      </p:sp>
    </p:spTree>
    <p:extLst>
      <p:ext uri="{BB962C8B-B14F-4D97-AF65-F5344CB8AC3E}">
        <p14:creationId xmlns:p14="http://schemas.microsoft.com/office/powerpoint/2010/main" val="489948602"/>
      </p:ext>
    </p:extLst>
  </p:cSld>
</p:sld>
</file>

<file path=ppt/slides/slide43.xml><?xml version="1.0" encoding="utf-8"?>
<p:sld xmlns:p="http://schemas.openxmlformats.org/presentationml/2006/main" showMasterSp="1">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42368025" name="">
            <a:extLst xmlns:a="http://schemas.openxmlformats.org/drawingml/2006/main">
              <a:ext uri="{FF2B5EF4-FFF2-40B4-BE49-F238E27FC236}">
                <a16:creationId xmlns:a16="http://schemas.microsoft.com/office/drawing/2014/main" id="{B0A89407-7448-48F1-B113-B5E8E6F7D260}"/>
              </a:ext>
            </a:extLst>
          </p:cNvPr>
          <p:cNvSpPr>
            <a:spLocks xmlns:a="http://schemas.openxmlformats.org/drawingml/2006/main" noGrp="1"/>
          </p:cNvSpPr>
          <p:nvPr/>
        </p:nvSpPr>
        <p:spPr>
          <a:xfrm xmlns:a="http://schemas.openxmlformats.org/drawingml/2006/main">
            <a:off x="609600" y="32385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563EB"/>
                </a:solidFill>
              </a:defRPr>
            </a:pPr>
            <a:r>
              <a:rPr sz="1200" b="1">
                <a:solidFill>
                  <a:srgbClr val="2563EB"/>
                </a:solidFill>
              </a:rPr>
              <a:t>Decoding</a:t>
            </a:r>
          </a:p>
        </p:txBody>
      </p:sp>
      <p:sp>
        <p:nvSpPr>
          <p:cNvPr id="1340580573" name="">
            <a:extLst xmlns:a="http://schemas.openxmlformats.org/drawingml/2006/main">
              <a:ext uri="{FF2B5EF4-FFF2-40B4-BE49-F238E27FC236}">
                <a16:creationId xmlns:a16="http://schemas.microsoft.com/office/drawing/2014/main" id="{3B6D7CE7-5C6E-4ECE-94A7-29B9CDE9EDF4}"/>
              </a:ext>
            </a:extLst>
          </p:cNvPr>
          <p:cNvSpPr>
            <a:spLocks xmlns:a="http://schemas.openxmlformats.org/drawingml/2006/main" noGrp="1"/>
          </p:cNvSpPr>
          <p:nvPr/>
        </p:nvSpPr>
        <p:spPr>
          <a:xfrm xmlns:a="http://schemas.openxmlformats.org/drawingml/2006/main">
            <a:off x="609600" y="590549"/>
            <a:ext cx="10287000" cy="5905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000" b="1">
                <a:solidFill>
                  <a:srgbClr val="0B0F19"/>
                </a:solidFill>
              </a:defRPr>
            </a:pPr>
            <a:r>
              <a:rPr sz="3000" b="1">
                <a:solidFill>
                  <a:srgbClr val="0B0F19"/>
                </a:solidFill>
              </a:rPr>
              <a:t>Generation has adjustable controls</a:t>
            </a:r>
          </a:p>
        </p:txBody>
      </p:sp>
      <p:sp>
        <p:nvSpPr>
          <p:cNvPr id="1167098247" name="">
            <a:extLst xmlns:a="http://schemas.openxmlformats.org/drawingml/2006/main">
              <a:ext uri="{FF2B5EF4-FFF2-40B4-BE49-F238E27FC236}">
                <a16:creationId xmlns:a16="http://schemas.microsoft.com/office/drawing/2014/main" id="{C7599D89-BE1A-4087-9804-E5723E8BDA78}"/>
              </a:ext>
            </a:extLst>
          </p:cNvPr>
          <p:cNvSpPr>
            <a:spLocks xmlns:a="http://schemas.openxmlformats.org/drawingml/2006/main" noGrp="1"/>
          </p:cNvSpPr>
          <p:nvPr/>
        </p:nvSpPr>
        <p:spPr>
          <a:xfrm xmlns:a="http://schemas.openxmlformats.org/drawingml/2006/main">
            <a:off x="704850" y="1466849"/>
            <a:ext cx="10782300" cy="4514850"/>
          </a:xfrm>
          <a:prstGeom xmlns:a="http://schemas.openxmlformats.org/drawingml/2006/main" prst="roundRect">
            <a:avLst>
              <a:gd name="adj" fmla="val 2532"/>
            </a:avLst>
          </a:prstGeom>
          <a:solidFill xmlns:a="http://schemas.openxmlformats.org/drawingml/2006/main">
            <a:srgbClr val="F8FAFC"/>
          </a:solidFill>
          <a:ln xmlns:a="http://schemas.openxmlformats.org/drawingml/2006/main" w="14288">
            <a:solidFill>
              <a:srgbClr val="E2E8F0"/>
            </a:solidFill>
            <a:prstDash val="solid"/>
          </a:ln>
        </p:spPr>
      </p:sp>
      <p:sp>
        <p:nvSpPr>
          <p:cNvPr id="391850248" name="">
            <a:extLst xmlns:a="http://schemas.openxmlformats.org/drawingml/2006/main">
              <a:ext uri="{FF2B5EF4-FFF2-40B4-BE49-F238E27FC236}">
                <a16:creationId xmlns:a16="http://schemas.microsoft.com/office/drawing/2014/main" id="{1ACDFFA0-3A9D-4B81-847B-0905FB716A92}"/>
              </a:ext>
            </a:extLst>
          </p:cNvPr>
          <p:cNvSpPr>
            <a:spLocks xmlns:a="http://schemas.openxmlformats.org/drawingml/2006/main" noGrp="1"/>
          </p:cNvSpPr>
          <p:nvPr/>
        </p:nvSpPr>
        <p:spPr>
          <a:xfrm xmlns:a="http://schemas.openxmlformats.org/drawingml/2006/main">
            <a:off x="1028700" y="1943100"/>
            <a:ext cx="4762500" cy="2667000"/>
          </a:xfrm>
          <a:prstGeom xmlns:a="http://schemas.openxmlformats.org/drawingml/2006/main" prst="roundRect">
            <a:avLst>
              <a:gd name="adj" fmla="val 4286"/>
            </a:avLst>
          </a:prstGeom>
          <a:solidFill xmlns:a="http://schemas.openxmlformats.org/drawingml/2006/main">
            <a:srgbClr val="FFFFFF"/>
          </a:solidFill>
          <a:ln xmlns:a="http://schemas.openxmlformats.org/drawingml/2006/main" w="14288">
            <a:solidFill>
              <a:srgbClr val="E2E8F0"/>
            </a:solidFill>
            <a:prstDash val="solid"/>
          </a:ln>
        </p:spPr>
      </p:sp>
      <p:sp>
        <p:nvSpPr>
          <p:cNvPr id="558602477" name="">
            <a:extLst xmlns:a="http://schemas.openxmlformats.org/drawingml/2006/main">
              <a:ext uri="{FF2B5EF4-FFF2-40B4-BE49-F238E27FC236}">
                <a16:creationId xmlns:a16="http://schemas.microsoft.com/office/drawing/2014/main" id="{3FD2F9D3-D024-4914-AFF0-0997B09F409A}"/>
              </a:ext>
            </a:extLst>
          </p:cNvPr>
          <p:cNvSpPr>
            <a:spLocks xmlns:a="http://schemas.openxmlformats.org/drawingml/2006/main" noGrp="1"/>
          </p:cNvSpPr>
          <p:nvPr/>
        </p:nvSpPr>
        <p:spPr>
          <a:xfrm xmlns:a="http://schemas.openxmlformats.org/drawingml/2006/main">
            <a:off x="1352550" y="2209800"/>
            <a:ext cx="2000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050" b="1">
                <a:solidFill>
                  <a:srgbClr val="F97316"/>
                </a:solidFill>
              </a:defRPr>
            </a:pPr>
            <a:r>
              <a:rPr sz="2050" b="1">
                <a:solidFill>
                  <a:srgbClr val="F97316"/>
                </a:solidFill>
              </a:rPr>
              <a:t>temperature</a:t>
            </a:r>
          </a:p>
        </p:txBody>
      </p:sp>
      <p:sp>
        <p:nvSpPr>
          <p:cNvPr id="908481341" name="">
            <a:extLst xmlns:a="http://schemas.openxmlformats.org/drawingml/2006/main">
              <a:ext uri="{FF2B5EF4-FFF2-40B4-BE49-F238E27FC236}">
                <a16:creationId xmlns:a16="http://schemas.microsoft.com/office/drawing/2014/main" id="{7251742B-E548-480E-9088-61788C6954B8}"/>
              </a:ext>
            </a:extLst>
          </p:cNvPr>
          <p:cNvSpPr>
            <a:spLocks xmlns:a="http://schemas.openxmlformats.org/drawingml/2006/main" noGrp="1"/>
          </p:cNvSpPr>
          <p:nvPr/>
        </p:nvSpPr>
        <p:spPr>
          <a:xfrm xmlns:a="http://schemas.openxmlformats.org/drawingml/2006/main">
            <a:off x="1428750" y="4000500"/>
            <a:ext cx="1524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2563EB"/>
                </a:solidFill>
              </a:defRPr>
            </a:pPr>
            <a:r>
              <a:rPr sz="1350" b="1">
                <a:solidFill>
                  <a:srgbClr val="2563EB"/>
                </a:solidFill>
              </a:rPr>
              <a:t>low = focused</a:t>
            </a:r>
          </a:p>
        </p:txBody>
      </p:sp>
      <p:sp>
        <p:nvSpPr>
          <p:cNvPr id="803342786" name="">
            <a:extLst xmlns:a="http://schemas.openxmlformats.org/drawingml/2006/main">
              <a:ext uri="{FF2B5EF4-FFF2-40B4-BE49-F238E27FC236}">
                <a16:creationId xmlns:a16="http://schemas.microsoft.com/office/drawing/2014/main" id="{D6550586-0128-48D0-A4EF-B77382885E7A}"/>
              </a:ext>
            </a:extLst>
          </p:cNvPr>
          <p:cNvSpPr>
            <a:spLocks xmlns:a="http://schemas.openxmlformats.org/drawingml/2006/main" noGrp="1"/>
          </p:cNvSpPr>
          <p:nvPr/>
        </p:nvSpPr>
        <p:spPr>
          <a:xfrm xmlns:a="http://schemas.openxmlformats.org/drawingml/2006/main">
            <a:off x="3790949" y="4000500"/>
            <a:ext cx="1524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F97316"/>
                </a:solidFill>
              </a:defRPr>
            </a:pPr>
            <a:r>
              <a:rPr sz="1350" b="1">
                <a:solidFill>
                  <a:srgbClr val="F97316"/>
                </a:solidFill>
              </a:rPr>
              <a:t>high = varied</a:t>
            </a:r>
          </a:p>
        </p:txBody>
      </p:sp>
      <p:sp>
        <p:nvSpPr>
          <p:cNvPr id="1990101031" name="">
            <a:extLst xmlns:a="http://schemas.openxmlformats.org/drawingml/2006/main">
              <a:ext uri="{FF2B5EF4-FFF2-40B4-BE49-F238E27FC236}">
                <a16:creationId xmlns:a16="http://schemas.microsoft.com/office/drawing/2014/main" id="{A78E1466-6489-43B7-A546-D5CEFBDF8AD4}"/>
              </a:ext>
            </a:extLst>
          </p:cNvPr>
          <p:cNvSpPr>
            <a:spLocks xmlns:a="http://schemas.openxmlformats.org/drawingml/2006/main" noGrp="1"/>
          </p:cNvSpPr>
          <p:nvPr/>
        </p:nvSpPr>
        <p:spPr>
          <a:xfrm xmlns:a="http://schemas.openxmlformats.org/drawingml/2006/main">
            <a:off x="1524000" y="2609850"/>
            <a:ext cx="209550" cy="1066800"/>
          </a:xfrm>
          <a:prstGeom xmlns:a="http://schemas.openxmlformats.org/drawingml/2006/main" prst="roundRect">
            <a:avLst>
              <a:gd name="adj" fmla="val 50000"/>
            </a:avLst>
          </a:prstGeom>
          <a:solidFill xmlns:a="http://schemas.openxmlformats.org/drawingml/2006/main">
            <a:srgbClr val="2563EB"/>
          </a:solidFill>
          <a:ln xmlns:a="http://schemas.openxmlformats.org/drawingml/2006/main" w="0">
            <a:solidFill>
              <a:srgbClr val="2563EB"/>
            </a:solidFill>
            <a:prstDash val="solid"/>
          </a:ln>
        </p:spPr>
      </p:sp>
      <p:sp>
        <p:nvSpPr>
          <p:cNvPr id="1511392787" name="">
            <a:extLst xmlns:a="http://schemas.openxmlformats.org/drawingml/2006/main">
              <a:ext uri="{FF2B5EF4-FFF2-40B4-BE49-F238E27FC236}">
                <a16:creationId xmlns:a16="http://schemas.microsoft.com/office/drawing/2014/main" id="{E4CCB2FA-C457-4142-8661-5429E9F19753}"/>
              </a:ext>
            </a:extLst>
          </p:cNvPr>
          <p:cNvSpPr>
            <a:spLocks xmlns:a="http://schemas.openxmlformats.org/drawingml/2006/main" noGrp="1"/>
          </p:cNvSpPr>
          <p:nvPr/>
        </p:nvSpPr>
        <p:spPr>
          <a:xfrm xmlns:a="http://schemas.openxmlformats.org/drawingml/2006/main">
            <a:off x="1447800" y="377190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667085"/>
                </a:solidFill>
              </a:defRPr>
            </a:pPr>
            <a:r>
              <a:rPr sz="1200" b="0">
                <a:solidFill>
                  <a:srgbClr val="667085"/>
                </a:solidFill>
              </a:rPr>
              <a:t>A</a:t>
            </a:r>
          </a:p>
        </p:txBody>
      </p:sp>
      <p:sp>
        <p:nvSpPr>
          <p:cNvPr id="768585735" name="">
            <a:extLst xmlns:a="http://schemas.openxmlformats.org/drawingml/2006/main">
              <a:ext uri="{FF2B5EF4-FFF2-40B4-BE49-F238E27FC236}">
                <a16:creationId xmlns:a16="http://schemas.microsoft.com/office/drawing/2014/main" id="{3806A880-69A4-453A-804F-4053E2CB134B}"/>
              </a:ext>
            </a:extLst>
          </p:cNvPr>
          <p:cNvSpPr>
            <a:spLocks xmlns:a="http://schemas.openxmlformats.org/drawingml/2006/main" noGrp="1"/>
          </p:cNvSpPr>
          <p:nvPr/>
        </p:nvSpPr>
        <p:spPr>
          <a:xfrm xmlns:a="http://schemas.openxmlformats.org/drawingml/2006/main">
            <a:off x="1847850" y="3181350"/>
            <a:ext cx="209550" cy="495300"/>
          </a:xfrm>
          <a:prstGeom xmlns:a="http://schemas.openxmlformats.org/drawingml/2006/main" prst="roundRect">
            <a:avLst>
              <a:gd name="adj" fmla="val 50000"/>
            </a:avLst>
          </a:prstGeom>
          <a:solidFill xmlns:a="http://schemas.openxmlformats.org/drawingml/2006/main">
            <a:srgbClr val="2563EB"/>
          </a:solidFill>
          <a:ln xmlns:a="http://schemas.openxmlformats.org/drawingml/2006/main" w="0">
            <a:solidFill>
              <a:srgbClr val="2563EB"/>
            </a:solidFill>
            <a:prstDash val="solid"/>
          </a:ln>
        </p:spPr>
      </p:sp>
      <p:sp>
        <p:nvSpPr>
          <p:cNvPr id="734996420" name="">
            <a:extLst xmlns:a="http://schemas.openxmlformats.org/drawingml/2006/main">
              <a:ext uri="{FF2B5EF4-FFF2-40B4-BE49-F238E27FC236}">
                <a16:creationId xmlns:a16="http://schemas.microsoft.com/office/drawing/2014/main" id="{AF94DB6D-8BF5-4CF2-A694-1DB93AC7875A}"/>
              </a:ext>
            </a:extLst>
          </p:cNvPr>
          <p:cNvSpPr>
            <a:spLocks xmlns:a="http://schemas.openxmlformats.org/drawingml/2006/main" noGrp="1"/>
          </p:cNvSpPr>
          <p:nvPr/>
        </p:nvSpPr>
        <p:spPr>
          <a:xfrm xmlns:a="http://schemas.openxmlformats.org/drawingml/2006/main">
            <a:off x="1771650" y="377190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pPr>
          </a:p>
        </p:txBody>
      </p:sp>
      <p:sp>
        <p:nvSpPr>
          <p:cNvPr id="904396019" name="">
            <a:extLst xmlns:a="http://schemas.openxmlformats.org/drawingml/2006/main">
              <a:ext uri="{FF2B5EF4-FFF2-40B4-BE49-F238E27FC236}">
                <a16:creationId xmlns:a16="http://schemas.microsoft.com/office/drawing/2014/main" id="{E385307D-E77D-483A-9102-0954A1E712BE}"/>
              </a:ext>
            </a:extLst>
          </p:cNvPr>
          <p:cNvSpPr>
            <a:spLocks xmlns:a="http://schemas.openxmlformats.org/drawingml/2006/main" noGrp="1"/>
          </p:cNvSpPr>
          <p:nvPr/>
        </p:nvSpPr>
        <p:spPr>
          <a:xfrm xmlns:a="http://schemas.openxmlformats.org/drawingml/2006/main">
            <a:off x="2171700" y="3409950"/>
            <a:ext cx="209550" cy="266700"/>
          </a:xfrm>
          <a:prstGeom xmlns:a="http://schemas.openxmlformats.org/drawingml/2006/main" prst="roundRect">
            <a:avLst>
              <a:gd name="adj" fmla="val 50000"/>
            </a:avLst>
          </a:prstGeom>
          <a:solidFill xmlns:a="http://schemas.openxmlformats.org/drawingml/2006/main">
            <a:srgbClr val="2563EB"/>
          </a:solidFill>
          <a:ln xmlns:a="http://schemas.openxmlformats.org/drawingml/2006/main" w="0">
            <a:solidFill>
              <a:srgbClr val="2563EB"/>
            </a:solidFill>
            <a:prstDash val="solid"/>
          </a:ln>
        </p:spPr>
      </p:sp>
      <p:sp>
        <p:nvSpPr>
          <p:cNvPr id="1723400870" name="">
            <a:extLst xmlns:a="http://schemas.openxmlformats.org/drawingml/2006/main">
              <a:ext uri="{FF2B5EF4-FFF2-40B4-BE49-F238E27FC236}">
                <a16:creationId xmlns:a16="http://schemas.microsoft.com/office/drawing/2014/main" id="{1B566FA8-6A77-4C44-9F7E-67BEF63261C8}"/>
              </a:ext>
            </a:extLst>
          </p:cNvPr>
          <p:cNvSpPr>
            <a:spLocks xmlns:a="http://schemas.openxmlformats.org/drawingml/2006/main" noGrp="1"/>
          </p:cNvSpPr>
          <p:nvPr/>
        </p:nvSpPr>
        <p:spPr>
          <a:xfrm xmlns:a="http://schemas.openxmlformats.org/drawingml/2006/main">
            <a:off x="2095500" y="377190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pPr>
          </a:p>
        </p:txBody>
      </p:sp>
      <p:sp>
        <p:nvSpPr>
          <p:cNvPr id="1904735607" name="">
            <a:extLst xmlns:a="http://schemas.openxmlformats.org/drawingml/2006/main">
              <a:ext uri="{FF2B5EF4-FFF2-40B4-BE49-F238E27FC236}">
                <a16:creationId xmlns:a16="http://schemas.microsoft.com/office/drawing/2014/main" id="{D4CDD30E-06F4-4C54-B886-BD1A1CFB5574}"/>
              </a:ext>
            </a:extLst>
          </p:cNvPr>
          <p:cNvSpPr>
            <a:spLocks xmlns:a="http://schemas.openxmlformats.org/drawingml/2006/main" noGrp="1"/>
          </p:cNvSpPr>
          <p:nvPr/>
        </p:nvSpPr>
        <p:spPr>
          <a:xfrm xmlns:a="http://schemas.openxmlformats.org/drawingml/2006/main">
            <a:off x="2495550" y="3533775"/>
            <a:ext cx="209550" cy="142875"/>
          </a:xfrm>
          <a:prstGeom xmlns:a="http://schemas.openxmlformats.org/drawingml/2006/main" prst="roundRect">
            <a:avLst>
              <a:gd name="adj" fmla="val 50000"/>
            </a:avLst>
          </a:prstGeom>
          <a:solidFill xmlns:a="http://schemas.openxmlformats.org/drawingml/2006/main">
            <a:srgbClr val="2563EB"/>
          </a:solidFill>
          <a:ln xmlns:a="http://schemas.openxmlformats.org/drawingml/2006/main" w="0">
            <a:solidFill>
              <a:srgbClr val="2563EB"/>
            </a:solidFill>
            <a:prstDash val="solid"/>
          </a:ln>
        </p:spPr>
      </p:sp>
      <p:sp>
        <p:nvSpPr>
          <p:cNvPr id="1977779496" name="">
            <a:extLst xmlns:a="http://schemas.openxmlformats.org/drawingml/2006/main">
              <a:ext uri="{FF2B5EF4-FFF2-40B4-BE49-F238E27FC236}">
                <a16:creationId xmlns:a16="http://schemas.microsoft.com/office/drawing/2014/main" id="{F6ABE293-26A1-4DCF-97AD-89EBAF613408}"/>
              </a:ext>
            </a:extLst>
          </p:cNvPr>
          <p:cNvSpPr>
            <a:spLocks xmlns:a="http://schemas.openxmlformats.org/drawingml/2006/main" noGrp="1"/>
          </p:cNvSpPr>
          <p:nvPr/>
        </p:nvSpPr>
        <p:spPr>
          <a:xfrm xmlns:a="http://schemas.openxmlformats.org/drawingml/2006/main">
            <a:off x="2419350" y="377190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pPr>
          </a:p>
        </p:txBody>
      </p:sp>
      <p:sp>
        <p:nvSpPr>
          <p:cNvPr id="758909755" name="">
            <a:extLst xmlns:a="http://schemas.openxmlformats.org/drawingml/2006/main">
              <a:ext uri="{FF2B5EF4-FFF2-40B4-BE49-F238E27FC236}">
                <a16:creationId xmlns:a16="http://schemas.microsoft.com/office/drawing/2014/main" id="{C69689E4-E841-403A-8450-BA19191CA7F6}"/>
              </a:ext>
            </a:extLst>
          </p:cNvPr>
          <p:cNvSpPr>
            <a:spLocks xmlns:a="http://schemas.openxmlformats.org/drawingml/2006/main" noGrp="1"/>
          </p:cNvSpPr>
          <p:nvPr/>
        </p:nvSpPr>
        <p:spPr>
          <a:xfrm xmlns:a="http://schemas.openxmlformats.org/drawingml/2006/main">
            <a:off x="3886200" y="2971800"/>
            <a:ext cx="209550" cy="704850"/>
          </a:xfrm>
          <a:prstGeom xmlns:a="http://schemas.openxmlformats.org/drawingml/2006/main" prst="roundRect">
            <a:avLst>
              <a:gd name="adj" fmla="val 50000"/>
            </a:avLst>
          </a:prstGeom>
          <a:solidFill xmlns:a="http://schemas.openxmlformats.org/drawingml/2006/main">
            <a:srgbClr val="F97316"/>
          </a:solidFill>
          <a:ln xmlns:a="http://schemas.openxmlformats.org/drawingml/2006/main" w="0">
            <a:solidFill>
              <a:srgbClr val="F97316"/>
            </a:solidFill>
            <a:prstDash val="solid"/>
          </a:ln>
        </p:spPr>
      </p:sp>
      <p:sp>
        <p:nvSpPr>
          <p:cNvPr id="1103671469" name="">
            <a:extLst xmlns:a="http://schemas.openxmlformats.org/drawingml/2006/main">
              <a:ext uri="{FF2B5EF4-FFF2-40B4-BE49-F238E27FC236}">
                <a16:creationId xmlns:a16="http://schemas.microsoft.com/office/drawing/2014/main" id="{ED2C0297-7CC2-4ADD-888C-78548B6C5721}"/>
              </a:ext>
            </a:extLst>
          </p:cNvPr>
          <p:cNvSpPr>
            <a:spLocks xmlns:a="http://schemas.openxmlformats.org/drawingml/2006/main" noGrp="1"/>
          </p:cNvSpPr>
          <p:nvPr/>
        </p:nvSpPr>
        <p:spPr>
          <a:xfrm xmlns:a="http://schemas.openxmlformats.org/drawingml/2006/main">
            <a:off x="3810000" y="377190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667085"/>
                </a:solidFill>
              </a:defRPr>
            </a:pPr>
            <a:r>
              <a:rPr sz="1200" b="0">
                <a:solidFill>
                  <a:srgbClr val="667085"/>
                </a:solidFill>
              </a:rPr>
              <a:t>A</a:t>
            </a:r>
          </a:p>
        </p:txBody>
      </p:sp>
      <p:sp>
        <p:nvSpPr>
          <p:cNvPr id="1109785805" name="">
            <a:extLst xmlns:a="http://schemas.openxmlformats.org/drawingml/2006/main">
              <a:ext uri="{FF2B5EF4-FFF2-40B4-BE49-F238E27FC236}">
                <a16:creationId xmlns:a16="http://schemas.microsoft.com/office/drawing/2014/main" id="{185F035C-F470-4704-AB35-7BDE423E953A}"/>
              </a:ext>
            </a:extLst>
          </p:cNvPr>
          <p:cNvSpPr>
            <a:spLocks xmlns:a="http://schemas.openxmlformats.org/drawingml/2006/main" noGrp="1"/>
          </p:cNvSpPr>
          <p:nvPr/>
        </p:nvSpPr>
        <p:spPr>
          <a:xfrm xmlns:a="http://schemas.openxmlformats.org/drawingml/2006/main">
            <a:off x="4210050" y="3095625"/>
            <a:ext cx="209550" cy="581025"/>
          </a:xfrm>
          <a:prstGeom xmlns:a="http://schemas.openxmlformats.org/drawingml/2006/main" prst="roundRect">
            <a:avLst>
              <a:gd name="adj" fmla="val 50000"/>
            </a:avLst>
          </a:prstGeom>
          <a:solidFill xmlns:a="http://schemas.openxmlformats.org/drawingml/2006/main">
            <a:srgbClr val="F97316"/>
          </a:solidFill>
          <a:ln xmlns:a="http://schemas.openxmlformats.org/drawingml/2006/main" w="0">
            <a:solidFill>
              <a:srgbClr val="F97316"/>
            </a:solidFill>
            <a:prstDash val="solid"/>
          </a:ln>
        </p:spPr>
      </p:sp>
      <p:sp>
        <p:nvSpPr>
          <p:cNvPr id="87535764" name="">
            <a:extLst xmlns:a="http://schemas.openxmlformats.org/drawingml/2006/main">
              <a:ext uri="{FF2B5EF4-FFF2-40B4-BE49-F238E27FC236}">
                <a16:creationId xmlns:a16="http://schemas.microsoft.com/office/drawing/2014/main" id="{6205933C-5AFE-4BB0-A15B-668C4BF0BEAA}"/>
              </a:ext>
            </a:extLst>
          </p:cNvPr>
          <p:cNvSpPr>
            <a:spLocks xmlns:a="http://schemas.openxmlformats.org/drawingml/2006/main" noGrp="1"/>
          </p:cNvSpPr>
          <p:nvPr/>
        </p:nvSpPr>
        <p:spPr>
          <a:xfrm xmlns:a="http://schemas.openxmlformats.org/drawingml/2006/main">
            <a:off x="4133850" y="377190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pPr>
          </a:p>
        </p:txBody>
      </p:sp>
      <p:sp>
        <p:nvSpPr>
          <p:cNvPr id="395524452" name="">
            <a:extLst xmlns:a="http://schemas.openxmlformats.org/drawingml/2006/main">
              <a:ext uri="{FF2B5EF4-FFF2-40B4-BE49-F238E27FC236}">
                <a16:creationId xmlns:a16="http://schemas.microsoft.com/office/drawing/2014/main" id="{F183BF05-5071-4DA8-A1B3-83F1ACA9B030}"/>
              </a:ext>
            </a:extLst>
          </p:cNvPr>
          <p:cNvSpPr>
            <a:spLocks xmlns:a="http://schemas.openxmlformats.org/drawingml/2006/main" noGrp="1"/>
          </p:cNvSpPr>
          <p:nvPr/>
        </p:nvSpPr>
        <p:spPr>
          <a:xfrm xmlns:a="http://schemas.openxmlformats.org/drawingml/2006/main">
            <a:off x="4533900" y="3219449"/>
            <a:ext cx="209550" cy="457200"/>
          </a:xfrm>
          <a:prstGeom xmlns:a="http://schemas.openxmlformats.org/drawingml/2006/main" prst="roundRect">
            <a:avLst>
              <a:gd name="adj" fmla="val 50000"/>
            </a:avLst>
          </a:prstGeom>
          <a:solidFill xmlns:a="http://schemas.openxmlformats.org/drawingml/2006/main">
            <a:srgbClr val="F97316"/>
          </a:solidFill>
          <a:ln xmlns:a="http://schemas.openxmlformats.org/drawingml/2006/main" w="0">
            <a:solidFill>
              <a:srgbClr val="F97316"/>
            </a:solidFill>
            <a:prstDash val="solid"/>
          </a:ln>
        </p:spPr>
      </p:sp>
      <p:sp>
        <p:nvSpPr>
          <p:cNvPr id="752117889" name="">
            <a:extLst xmlns:a="http://schemas.openxmlformats.org/drawingml/2006/main">
              <a:ext uri="{FF2B5EF4-FFF2-40B4-BE49-F238E27FC236}">
                <a16:creationId xmlns:a16="http://schemas.microsoft.com/office/drawing/2014/main" id="{14A75EA9-D44C-4AE4-AD26-FB68C27E1658}"/>
              </a:ext>
            </a:extLst>
          </p:cNvPr>
          <p:cNvSpPr>
            <a:spLocks xmlns:a="http://schemas.openxmlformats.org/drawingml/2006/main" noGrp="1"/>
          </p:cNvSpPr>
          <p:nvPr/>
        </p:nvSpPr>
        <p:spPr>
          <a:xfrm xmlns:a="http://schemas.openxmlformats.org/drawingml/2006/main">
            <a:off x="4457700" y="377190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pPr>
          </a:p>
        </p:txBody>
      </p:sp>
      <p:sp>
        <p:nvSpPr>
          <p:cNvPr id="1187034515" name="">
            <a:extLst xmlns:a="http://schemas.openxmlformats.org/drawingml/2006/main">
              <a:ext uri="{FF2B5EF4-FFF2-40B4-BE49-F238E27FC236}">
                <a16:creationId xmlns:a16="http://schemas.microsoft.com/office/drawing/2014/main" id="{C3E4D051-14B4-43A8-9BE0-605B7BB21941}"/>
              </a:ext>
            </a:extLst>
          </p:cNvPr>
          <p:cNvSpPr>
            <a:spLocks xmlns:a="http://schemas.openxmlformats.org/drawingml/2006/main" noGrp="1"/>
          </p:cNvSpPr>
          <p:nvPr/>
        </p:nvSpPr>
        <p:spPr>
          <a:xfrm xmlns:a="http://schemas.openxmlformats.org/drawingml/2006/main">
            <a:off x="4857750" y="3352800"/>
            <a:ext cx="209550" cy="323850"/>
          </a:xfrm>
          <a:prstGeom xmlns:a="http://schemas.openxmlformats.org/drawingml/2006/main" prst="roundRect">
            <a:avLst>
              <a:gd name="adj" fmla="val 50000"/>
            </a:avLst>
          </a:prstGeom>
          <a:solidFill xmlns:a="http://schemas.openxmlformats.org/drawingml/2006/main">
            <a:srgbClr val="F97316"/>
          </a:solidFill>
          <a:ln xmlns:a="http://schemas.openxmlformats.org/drawingml/2006/main" w="0">
            <a:solidFill>
              <a:srgbClr val="F97316"/>
            </a:solidFill>
            <a:prstDash val="solid"/>
          </a:ln>
        </p:spPr>
      </p:sp>
      <p:sp>
        <p:nvSpPr>
          <p:cNvPr id="1239831953" name="">
            <a:extLst xmlns:a="http://schemas.openxmlformats.org/drawingml/2006/main">
              <a:ext uri="{FF2B5EF4-FFF2-40B4-BE49-F238E27FC236}">
                <a16:creationId xmlns:a16="http://schemas.microsoft.com/office/drawing/2014/main" id="{DE49D8D7-D582-4D11-B68E-95AF0516C450}"/>
              </a:ext>
            </a:extLst>
          </p:cNvPr>
          <p:cNvSpPr>
            <a:spLocks xmlns:a="http://schemas.openxmlformats.org/drawingml/2006/main" noGrp="1"/>
          </p:cNvSpPr>
          <p:nvPr/>
        </p:nvSpPr>
        <p:spPr>
          <a:xfrm xmlns:a="http://schemas.openxmlformats.org/drawingml/2006/main">
            <a:off x="4781550" y="377190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pPr>
          </a:p>
        </p:txBody>
      </p:sp>
      <p:sp>
        <p:nvSpPr>
          <p:cNvPr id="1990686704" name="">
            <a:extLst xmlns:a="http://schemas.openxmlformats.org/drawingml/2006/main">
              <a:ext uri="{FF2B5EF4-FFF2-40B4-BE49-F238E27FC236}">
                <a16:creationId xmlns:a16="http://schemas.microsoft.com/office/drawing/2014/main" id="{5E6A2362-AC3C-467C-86B9-9C1CAFC0E175}"/>
              </a:ext>
            </a:extLst>
          </p:cNvPr>
          <p:cNvSpPr>
            <a:spLocks xmlns:a="http://schemas.openxmlformats.org/drawingml/2006/main" noGrp="1"/>
          </p:cNvSpPr>
          <p:nvPr/>
        </p:nvSpPr>
        <p:spPr>
          <a:xfrm xmlns:a="http://schemas.openxmlformats.org/drawingml/2006/main">
            <a:off x="6400800" y="1943100"/>
            <a:ext cx="4762500" cy="2667000"/>
          </a:xfrm>
          <a:prstGeom xmlns:a="http://schemas.openxmlformats.org/drawingml/2006/main" prst="roundRect">
            <a:avLst>
              <a:gd name="adj" fmla="val 4286"/>
            </a:avLst>
          </a:prstGeom>
          <a:solidFill xmlns:a="http://schemas.openxmlformats.org/drawingml/2006/main">
            <a:srgbClr val="FFFFFF"/>
          </a:solidFill>
          <a:ln xmlns:a="http://schemas.openxmlformats.org/drawingml/2006/main" w="14288">
            <a:solidFill>
              <a:srgbClr val="E2E8F0"/>
            </a:solidFill>
            <a:prstDash val="solid"/>
          </a:ln>
        </p:spPr>
      </p:sp>
      <p:sp>
        <p:nvSpPr>
          <p:cNvPr id="790741739" name="">
            <a:extLst xmlns:a="http://schemas.openxmlformats.org/drawingml/2006/main">
              <a:ext uri="{FF2B5EF4-FFF2-40B4-BE49-F238E27FC236}">
                <a16:creationId xmlns:a16="http://schemas.microsoft.com/office/drawing/2014/main" id="{334B336D-0300-4A58-A3BC-84F1E12591E3}"/>
              </a:ext>
            </a:extLst>
          </p:cNvPr>
          <p:cNvSpPr>
            <a:spLocks xmlns:a="http://schemas.openxmlformats.org/drawingml/2006/main" noGrp="1"/>
          </p:cNvSpPr>
          <p:nvPr/>
        </p:nvSpPr>
        <p:spPr>
          <a:xfrm xmlns:a="http://schemas.openxmlformats.org/drawingml/2006/main">
            <a:off x="6724649" y="2209800"/>
            <a:ext cx="1333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050" b="1">
                <a:solidFill>
                  <a:srgbClr val="10B981"/>
                </a:solidFill>
              </a:defRPr>
            </a:pPr>
            <a:r>
              <a:rPr sz="2050" b="1">
                <a:solidFill>
                  <a:srgbClr val="10B981"/>
                </a:solidFill>
              </a:rPr>
              <a:t>top-p</a:t>
            </a:r>
          </a:p>
        </p:txBody>
      </p:sp>
      <p:sp>
        <p:nvSpPr>
          <p:cNvPr id="1344716698" name="">
            <a:extLst xmlns:a="http://schemas.openxmlformats.org/drawingml/2006/main">
              <a:ext uri="{FF2B5EF4-FFF2-40B4-BE49-F238E27FC236}">
                <a16:creationId xmlns:a16="http://schemas.microsoft.com/office/drawing/2014/main" id="{D014A24A-68AB-47E8-81C5-314EE00DD7DE}"/>
              </a:ext>
            </a:extLst>
          </p:cNvPr>
          <p:cNvSpPr>
            <a:spLocks xmlns:a="http://schemas.openxmlformats.org/drawingml/2006/main" noGrp="1"/>
          </p:cNvSpPr>
          <p:nvPr/>
        </p:nvSpPr>
        <p:spPr>
          <a:xfrm xmlns:a="http://schemas.openxmlformats.org/drawingml/2006/main">
            <a:off x="6724649" y="2552700"/>
            <a:ext cx="3810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00" b="0">
                <a:solidFill>
                  <a:srgbClr val="667085"/>
                </a:solidFill>
              </a:defRPr>
            </a:pPr>
            <a:r>
              <a:rPr sz="1300" b="0">
                <a:solidFill>
                  <a:srgbClr val="667085"/>
                </a:solidFill>
              </a:rPr>
              <a:t>keep the smallest set whose probability mass reaches p</a:t>
            </a:r>
          </a:p>
        </p:txBody>
      </p:sp>
      <p:sp>
        <p:nvSpPr>
          <p:cNvPr id="505587209" name="">
            <a:extLst xmlns:a="http://schemas.openxmlformats.org/drawingml/2006/main">
              <a:ext uri="{FF2B5EF4-FFF2-40B4-BE49-F238E27FC236}">
                <a16:creationId xmlns:a16="http://schemas.microsoft.com/office/drawing/2014/main" id="{62B80894-C651-4AF6-97A1-7B3BB55B4268}"/>
              </a:ext>
            </a:extLst>
          </p:cNvPr>
          <p:cNvSpPr>
            <a:spLocks xmlns:a="http://schemas.openxmlformats.org/drawingml/2006/main" noGrp="1"/>
          </p:cNvSpPr>
          <p:nvPr/>
        </p:nvSpPr>
        <p:spPr>
          <a:xfrm xmlns:a="http://schemas.openxmlformats.org/drawingml/2006/main">
            <a:off x="6953250" y="2952750"/>
            <a:ext cx="323850" cy="838200"/>
          </a:xfrm>
          <a:prstGeom xmlns:a="http://schemas.openxmlformats.org/drawingml/2006/main" prst="roundRect">
            <a:avLst>
              <a:gd name="adj" fmla="val 35294"/>
            </a:avLst>
          </a:prstGeom>
          <a:solidFill xmlns:a="http://schemas.openxmlformats.org/drawingml/2006/main">
            <a:srgbClr val="10B981"/>
          </a:solidFill>
          <a:ln xmlns:a="http://schemas.openxmlformats.org/drawingml/2006/main" w="0">
            <a:solidFill>
              <a:srgbClr val="10B981"/>
            </a:solidFill>
            <a:prstDash val="solid"/>
          </a:ln>
        </p:spPr>
      </p:sp>
      <p:sp>
        <p:nvSpPr>
          <p:cNvPr id="1817540190" name="">
            <a:extLst xmlns:a="http://schemas.openxmlformats.org/drawingml/2006/main">
              <a:ext uri="{FF2B5EF4-FFF2-40B4-BE49-F238E27FC236}">
                <a16:creationId xmlns:a16="http://schemas.microsoft.com/office/drawing/2014/main" id="{4CFF848A-FBC5-4AF5-ACF2-D0B81358E900}"/>
              </a:ext>
            </a:extLst>
          </p:cNvPr>
          <p:cNvSpPr>
            <a:spLocks xmlns:a="http://schemas.openxmlformats.org/drawingml/2006/main" noGrp="1"/>
          </p:cNvSpPr>
          <p:nvPr/>
        </p:nvSpPr>
        <p:spPr>
          <a:xfrm xmlns:a="http://schemas.openxmlformats.org/drawingml/2006/main">
            <a:off x="6877050" y="388620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667085"/>
                </a:solidFill>
              </a:defRPr>
            </a:pPr>
            <a:r>
              <a:rPr sz="1200" b="0">
                <a:solidFill>
                  <a:srgbClr val="667085"/>
                </a:solidFill>
              </a:rPr>
              <a:t>A</a:t>
            </a:r>
          </a:p>
        </p:txBody>
      </p:sp>
      <p:sp>
        <p:nvSpPr>
          <p:cNvPr id="1412774460" name="">
            <a:extLst xmlns:a="http://schemas.openxmlformats.org/drawingml/2006/main">
              <a:ext uri="{FF2B5EF4-FFF2-40B4-BE49-F238E27FC236}">
                <a16:creationId xmlns:a16="http://schemas.microsoft.com/office/drawing/2014/main" id="{BF24294C-5C73-4426-ABF0-C54DE07D6913}"/>
              </a:ext>
            </a:extLst>
          </p:cNvPr>
          <p:cNvSpPr>
            <a:spLocks xmlns:a="http://schemas.openxmlformats.org/drawingml/2006/main" noGrp="1"/>
          </p:cNvSpPr>
          <p:nvPr/>
        </p:nvSpPr>
        <p:spPr>
          <a:xfrm xmlns:a="http://schemas.openxmlformats.org/drawingml/2006/main">
            <a:off x="7477125" y="3143250"/>
            <a:ext cx="323850" cy="647700"/>
          </a:xfrm>
          <a:prstGeom xmlns:a="http://schemas.openxmlformats.org/drawingml/2006/main" prst="roundRect">
            <a:avLst>
              <a:gd name="adj" fmla="val 35294"/>
            </a:avLst>
          </a:prstGeom>
          <a:solidFill xmlns:a="http://schemas.openxmlformats.org/drawingml/2006/main">
            <a:srgbClr val="10B981"/>
          </a:solidFill>
          <a:ln xmlns:a="http://schemas.openxmlformats.org/drawingml/2006/main" w="0">
            <a:solidFill>
              <a:srgbClr val="10B981"/>
            </a:solidFill>
            <a:prstDash val="solid"/>
          </a:ln>
        </p:spPr>
      </p:sp>
      <p:sp>
        <p:nvSpPr>
          <p:cNvPr id="842999193" name="">
            <a:extLst xmlns:a="http://schemas.openxmlformats.org/drawingml/2006/main">
              <a:ext uri="{FF2B5EF4-FFF2-40B4-BE49-F238E27FC236}">
                <a16:creationId xmlns:a16="http://schemas.microsoft.com/office/drawing/2014/main" id="{EC95DCD4-2AB8-48DB-9641-E764EFCB953C}"/>
              </a:ext>
            </a:extLst>
          </p:cNvPr>
          <p:cNvSpPr>
            <a:spLocks xmlns:a="http://schemas.openxmlformats.org/drawingml/2006/main" noGrp="1"/>
          </p:cNvSpPr>
          <p:nvPr/>
        </p:nvSpPr>
        <p:spPr>
          <a:xfrm xmlns:a="http://schemas.openxmlformats.org/drawingml/2006/main">
            <a:off x="7400925" y="388620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667085"/>
                </a:solidFill>
              </a:defRPr>
            </a:pPr>
            <a:r>
              <a:rPr sz="1200" b="0">
                <a:solidFill>
                  <a:srgbClr val="667085"/>
                </a:solidFill>
              </a:rPr>
              <a:t>B</a:t>
            </a:r>
          </a:p>
        </p:txBody>
      </p:sp>
      <p:sp>
        <p:nvSpPr>
          <p:cNvPr id="1720875967" name="">
            <a:extLst xmlns:a="http://schemas.openxmlformats.org/drawingml/2006/main">
              <a:ext uri="{FF2B5EF4-FFF2-40B4-BE49-F238E27FC236}">
                <a16:creationId xmlns:a16="http://schemas.microsoft.com/office/drawing/2014/main" id="{E4914D5C-5706-4494-88DB-D81C2C92DEA9}"/>
              </a:ext>
            </a:extLst>
          </p:cNvPr>
          <p:cNvSpPr>
            <a:spLocks xmlns:a="http://schemas.openxmlformats.org/drawingml/2006/main" noGrp="1"/>
          </p:cNvSpPr>
          <p:nvPr/>
        </p:nvSpPr>
        <p:spPr>
          <a:xfrm xmlns:a="http://schemas.openxmlformats.org/drawingml/2006/main">
            <a:off x="8001000" y="3314700"/>
            <a:ext cx="323850" cy="476250"/>
          </a:xfrm>
          <a:prstGeom xmlns:a="http://schemas.openxmlformats.org/drawingml/2006/main" prst="roundRect">
            <a:avLst>
              <a:gd name="adj" fmla="val 35294"/>
            </a:avLst>
          </a:prstGeom>
          <a:solidFill xmlns:a="http://schemas.openxmlformats.org/drawingml/2006/main">
            <a:srgbClr val="10B981"/>
          </a:solidFill>
          <a:ln xmlns:a="http://schemas.openxmlformats.org/drawingml/2006/main" w="0">
            <a:solidFill>
              <a:srgbClr val="10B981"/>
            </a:solidFill>
            <a:prstDash val="solid"/>
          </a:ln>
        </p:spPr>
      </p:sp>
      <p:sp>
        <p:nvSpPr>
          <p:cNvPr id="66502240" name="">
            <a:extLst xmlns:a="http://schemas.openxmlformats.org/drawingml/2006/main">
              <a:ext uri="{FF2B5EF4-FFF2-40B4-BE49-F238E27FC236}">
                <a16:creationId xmlns:a16="http://schemas.microsoft.com/office/drawing/2014/main" id="{A2E05C75-2166-4453-82B3-D31550E0D592}"/>
              </a:ext>
            </a:extLst>
          </p:cNvPr>
          <p:cNvSpPr>
            <a:spLocks xmlns:a="http://schemas.openxmlformats.org/drawingml/2006/main" noGrp="1"/>
          </p:cNvSpPr>
          <p:nvPr/>
        </p:nvSpPr>
        <p:spPr>
          <a:xfrm xmlns:a="http://schemas.openxmlformats.org/drawingml/2006/main">
            <a:off x="7924800" y="388620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667085"/>
                </a:solidFill>
              </a:defRPr>
            </a:pPr>
            <a:r>
              <a:rPr sz="1200" b="0">
                <a:solidFill>
                  <a:srgbClr val="667085"/>
                </a:solidFill>
              </a:rPr>
              <a:t>C</a:t>
            </a:r>
          </a:p>
        </p:txBody>
      </p:sp>
      <p:sp>
        <p:nvSpPr>
          <p:cNvPr id="2118371451" name="">
            <a:extLst xmlns:a="http://schemas.openxmlformats.org/drawingml/2006/main">
              <a:ext uri="{FF2B5EF4-FFF2-40B4-BE49-F238E27FC236}">
                <a16:creationId xmlns:a16="http://schemas.microsoft.com/office/drawing/2014/main" id="{3F24AD4D-0565-4ADF-A9C7-8FA6A3B16E74}"/>
              </a:ext>
            </a:extLst>
          </p:cNvPr>
          <p:cNvSpPr>
            <a:spLocks xmlns:a="http://schemas.openxmlformats.org/drawingml/2006/main" noGrp="1"/>
          </p:cNvSpPr>
          <p:nvPr/>
        </p:nvSpPr>
        <p:spPr>
          <a:xfrm xmlns:a="http://schemas.openxmlformats.org/drawingml/2006/main">
            <a:off x="8524875" y="3486150"/>
            <a:ext cx="323850" cy="304800"/>
          </a:xfrm>
          <a:prstGeom xmlns:a="http://schemas.openxmlformats.org/drawingml/2006/main" prst="roundRect">
            <a:avLst>
              <a:gd name="adj" fmla="val 37500"/>
            </a:avLst>
          </a:prstGeom>
          <a:solidFill xmlns:a="http://schemas.openxmlformats.org/drawingml/2006/main">
            <a:srgbClr val="E5E7EB"/>
          </a:solidFill>
          <a:ln xmlns:a="http://schemas.openxmlformats.org/drawingml/2006/main" w="0">
            <a:solidFill>
              <a:srgbClr val="E5E7EB"/>
            </a:solidFill>
            <a:prstDash val="solid"/>
          </a:ln>
        </p:spPr>
      </p:sp>
      <p:sp>
        <p:nvSpPr>
          <p:cNvPr id="1265886564" name="">
            <a:extLst xmlns:a="http://schemas.openxmlformats.org/drawingml/2006/main">
              <a:ext uri="{FF2B5EF4-FFF2-40B4-BE49-F238E27FC236}">
                <a16:creationId xmlns:a16="http://schemas.microsoft.com/office/drawing/2014/main" id="{6F025E1A-396C-47B9-9FED-F8EB6F9C99DD}"/>
              </a:ext>
            </a:extLst>
          </p:cNvPr>
          <p:cNvSpPr>
            <a:spLocks xmlns:a="http://schemas.openxmlformats.org/drawingml/2006/main" noGrp="1"/>
          </p:cNvSpPr>
          <p:nvPr/>
        </p:nvSpPr>
        <p:spPr>
          <a:xfrm xmlns:a="http://schemas.openxmlformats.org/drawingml/2006/main">
            <a:off x="8448675" y="388620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667085"/>
                </a:solidFill>
              </a:defRPr>
            </a:pPr>
            <a:r>
              <a:rPr sz="1200" b="0">
                <a:solidFill>
                  <a:srgbClr val="667085"/>
                </a:solidFill>
              </a:rPr>
              <a:t>D</a:t>
            </a:r>
          </a:p>
        </p:txBody>
      </p:sp>
      <p:sp>
        <p:nvSpPr>
          <p:cNvPr id="2042608733" name="">
            <a:extLst xmlns:a="http://schemas.openxmlformats.org/drawingml/2006/main">
              <a:ext uri="{FF2B5EF4-FFF2-40B4-BE49-F238E27FC236}">
                <a16:creationId xmlns:a16="http://schemas.microsoft.com/office/drawing/2014/main" id="{FD51F73C-A55B-4459-A719-83D37953A307}"/>
              </a:ext>
            </a:extLst>
          </p:cNvPr>
          <p:cNvSpPr>
            <a:spLocks xmlns:a="http://schemas.openxmlformats.org/drawingml/2006/main" noGrp="1"/>
          </p:cNvSpPr>
          <p:nvPr/>
        </p:nvSpPr>
        <p:spPr>
          <a:xfrm xmlns:a="http://schemas.openxmlformats.org/drawingml/2006/main">
            <a:off x="9048750" y="3600450"/>
            <a:ext cx="323850" cy="190500"/>
          </a:xfrm>
          <a:prstGeom xmlns:a="http://schemas.openxmlformats.org/drawingml/2006/main" prst="roundRect">
            <a:avLst>
              <a:gd name="adj" fmla="val 50000"/>
            </a:avLst>
          </a:prstGeom>
          <a:solidFill xmlns:a="http://schemas.openxmlformats.org/drawingml/2006/main">
            <a:srgbClr val="E5E7EB"/>
          </a:solidFill>
          <a:ln xmlns:a="http://schemas.openxmlformats.org/drawingml/2006/main" w="0">
            <a:solidFill>
              <a:srgbClr val="E5E7EB"/>
            </a:solidFill>
            <a:prstDash val="solid"/>
          </a:ln>
        </p:spPr>
      </p:sp>
      <p:sp>
        <p:nvSpPr>
          <p:cNvPr id="661207097" name="">
            <a:extLst xmlns:a="http://schemas.openxmlformats.org/drawingml/2006/main">
              <a:ext uri="{FF2B5EF4-FFF2-40B4-BE49-F238E27FC236}">
                <a16:creationId xmlns:a16="http://schemas.microsoft.com/office/drawing/2014/main" id="{4F3E22C3-A44C-4DAD-87BB-8452BCACC074}"/>
              </a:ext>
            </a:extLst>
          </p:cNvPr>
          <p:cNvSpPr>
            <a:spLocks xmlns:a="http://schemas.openxmlformats.org/drawingml/2006/main" noGrp="1"/>
          </p:cNvSpPr>
          <p:nvPr/>
        </p:nvSpPr>
        <p:spPr>
          <a:xfrm xmlns:a="http://schemas.openxmlformats.org/drawingml/2006/main">
            <a:off x="8972550" y="388620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667085"/>
                </a:solidFill>
              </a:defRPr>
            </a:pPr>
            <a:r>
              <a:rPr sz="1200" b="0">
                <a:solidFill>
                  <a:srgbClr val="667085"/>
                </a:solidFill>
              </a:rPr>
              <a:t>E</a:t>
            </a:r>
          </a:p>
        </p:txBody>
      </p:sp>
      <p:sp>
        <p:nvSpPr>
          <p:cNvPr id="1098391784" name="">
            <a:extLst xmlns:a="http://schemas.openxmlformats.org/drawingml/2006/main">
              <a:ext uri="{FF2B5EF4-FFF2-40B4-BE49-F238E27FC236}">
                <a16:creationId xmlns:a16="http://schemas.microsoft.com/office/drawing/2014/main" id="{9F1A8D28-5A75-4D12-B911-56FF57DF0748}"/>
              </a:ext>
            </a:extLst>
          </p:cNvPr>
          <p:cNvSpPr>
            <a:spLocks xmlns:a="http://schemas.openxmlformats.org/drawingml/2006/main" noGrp="1"/>
          </p:cNvSpPr>
          <p:nvPr/>
        </p:nvSpPr>
        <p:spPr>
          <a:xfrm xmlns:a="http://schemas.openxmlformats.org/drawingml/2006/main">
            <a:off x="9572625" y="3676650"/>
            <a:ext cx="323850" cy="114300"/>
          </a:xfrm>
          <a:prstGeom xmlns:a="http://schemas.openxmlformats.org/drawingml/2006/main" prst="roundRect">
            <a:avLst>
              <a:gd name="adj" fmla="val 50000"/>
            </a:avLst>
          </a:prstGeom>
          <a:solidFill xmlns:a="http://schemas.openxmlformats.org/drawingml/2006/main">
            <a:srgbClr val="E5E7EB"/>
          </a:solidFill>
          <a:ln xmlns:a="http://schemas.openxmlformats.org/drawingml/2006/main" w="0">
            <a:solidFill>
              <a:srgbClr val="E5E7EB"/>
            </a:solidFill>
            <a:prstDash val="solid"/>
          </a:ln>
        </p:spPr>
      </p:sp>
      <p:sp>
        <p:nvSpPr>
          <p:cNvPr id="1867510341" name="">
            <a:extLst xmlns:a="http://schemas.openxmlformats.org/drawingml/2006/main">
              <a:ext uri="{FF2B5EF4-FFF2-40B4-BE49-F238E27FC236}">
                <a16:creationId xmlns:a16="http://schemas.microsoft.com/office/drawing/2014/main" id="{9BA89BF8-07C9-4478-8FCD-33748BCE2F60}"/>
              </a:ext>
            </a:extLst>
          </p:cNvPr>
          <p:cNvSpPr>
            <a:spLocks xmlns:a="http://schemas.openxmlformats.org/drawingml/2006/main" noGrp="1"/>
          </p:cNvSpPr>
          <p:nvPr/>
        </p:nvSpPr>
        <p:spPr>
          <a:xfrm xmlns:a="http://schemas.openxmlformats.org/drawingml/2006/main">
            <a:off x="9496425" y="388620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667085"/>
                </a:solidFill>
              </a:defRPr>
            </a:pPr>
            <a:r>
              <a:rPr sz="1200" b="0">
                <a:solidFill>
                  <a:srgbClr val="667085"/>
                </a:solidFill>
              </a:rPr>
              <a:t>F</a:t>
            </a:r>
          </a:p>
        </p:txBody>
      </p:sp>
      <p:sp>
        <p:nvSpPr>
          <p:cNvPr id="610821017" name="">
            <a:extLst xmlns:a="http://schemas.openxmlformats.org/drawingml/2006/main">
              <a:ext uri="{FF2B5EF4-FFF2-40B4-BE49-F238E27FC236}">
                <a16:creationId xmlns:a16="http://schemas.microsoft.com/office/drawing/2014/main" id="{8778E9B6-BAA0-4C4D-AD7B-50CBB2BECCF1}"/>
              </a:ext>
            </a:extLst>
          </p:cNvPr>
          <p:cNvSpPr>
            <a:spLocks xmlns:a="http://schemas.openxmlformats.org/drawingml/2006/main" noGrp="1"/>
          </p:cNvSpPr>
          <p:nvPr/>
        </p:nvSpPr>
        <p:spPr>
          <a:xfrm xmlns:a="http://schemas.openxmlformats.org/drawingml/2006/main">
            <a:off x="7239000" y="4095750"/>
            <a:ext cx="2667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10B981"/>
                </a:solidFill>
              </a:defRPr>
            </a:pPr>
            <a:r>
              <a:rPr sz="1350" b="1">
                <a:solidFill>
                  <a:srgbClr val="10B981"/>
                </a:solidFill>
              </a:rPr>
              <a:t>sample only inside nucleus</a:t>
            </a:r>
          </a:p>
        </p:txBody>
      </p:sp>
      <p:sp>
        <p:nvSpPr>
          <p:cNvPr id="1846748794" name="">
            <a:extLst xmlns:a="http://schemas.openxmlformats.org/drawingml/2006/main">
              <a:ext uri="{FF2B5EF4-FFF2-40B4-BE49-F238E27FC236}">
                <a16:creationId xmlns:a16="http://schemas.microsoft.com/office/drawing/2014/main" id="{237B3604-B378-4C52-ABD8-6B216FCC5F18}"/>
              </a:ext>
            </a:extLst>
          </p:cNvPr>
          <p:cNvSpPr>
            <a:spLocks xmlns:a="http://schemas.openxmlformats.org/drawingml/2006/main" noGrp="1"/>
          </p:cNvSpPr>
          <p:nvPr/>
        </p:nvSpPr>
        <p:spPr>
          <a:xfrm xmlns:a="http://schemas.openxmlformats.org/drawingml/2006/main">
            <a:off x="1600200" y="4953000"/>
            <a:ext cx="2286000" cy="552450"/>
          </a:xfrm>
          <a:prstGeom xmlns:a="http://schemas.openxmlformats.org/drawingml/2006/main" prst="roundRect">
            <a:avLst>
              <a:gd name="adj" fmla="val 20690"/>
            </a:avLst>
          </a:prstGeom>
          <a:solidFill xmlns:a="http://schemas.openxmlformats.org/drawingml/2006/main">
            <a:srgbClr val="FFFFFF"/>
          </a:solidFill>
          <a:ln xmlns:a="http://schemas.openxmlformats.org/drawingml/2006/main" w="19050">
            <a:solidFill>
              <a:srgbClr val="2563EB"/>
            </a:solid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2563EB"/>
                </a:solidFill>
              </a:defRPr>
            </a:pPr>
            <a:r>
              <a:rPr sz="1650" b="1">
                <a:solidFill>
                  <a:srgbClr val="2563EB"/>
                </a:solidFill>
              </a:rPr>
              <a:t>max tokens</a:t>
            </a:r>
          </a:p>
        </p:txBody>
      </p:sp>
      <p:sp>
        <p:nvSpPr>
          <p:cNvPr id="569626176" name="">
            <a:extLst xmlns:a="http://schemas.openxmlformats.org/drawingml/2006/main">
              <a:ext uri="{FF2B5EF4-FFF2-40B4-BE49-F238E27FC236}">
                <a16:creationId xmlns:a16="http://schemas.microsoft.com/office/drawing/2014/main" id="{5718A3A4-6B0F-4D47-90ED-AC8BEF534806}"/>
              </a:ext>
            </a:extLst>
          </p:cNvPr>
          <p:cNvSpPr>
            <a:spLocks xmlns:a="http://schemas.openxmlformats.org/drawingml/2006/main" noGrp="1"/>
          </p:cNvSpPr>
          <p:nvPr/>
        </p:nvSpPr>
        <p:spPr>
          <a:xfrm xmlns:a="http://schemas.openxmlformats.org/drawingml/2006/main">
            <a:off x="1600200" y="5581649"/>
            <a:ext cx="228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667085"/>
                </a:solidFill>
              </a:defRPr>
            </a:pPr>
            <a:r>
              <a:rPr sz="1200" b="0">
                <a:solidFill>
                  <a:srgbClr val="667085"/>
                </a:solidFill>
              </a:rPr>
              <a:t>how long to continue</a:t>
            </a:r>
          </a:p>
        </p:txBody>
      </p:sp>
      <p:sp>
        <p:nvSpPr>
          <p:cNvPr id="43298066" name="">
            <a:extLst xmlns:a="http://schemas.openxmlformats.org/drawingml/2006/main">
              <a:ext uri="{FF2B5EF4-FFF2-40B4-BE49-F238E27FC236}">
                <a16:creationId xmlns:a16="http://schemas.microsoft.com/office/drawing/2014/main" id="{AB194AF7-A69A-4A6F-BB06-E933D1A12C3D}"/>
              </a:ext>
            </a:extLst>
          </p:cNvPr>
          <p:cNvSpPr>
            <a:spLocks xmlns:a="http://schemas.openxmlformats.org/drawingml/2006/main" noGrp="1"/>
          </p:cNvSpPr>
          <p:nvPr/>
        </p:nvSpPr>
        <p:spPr>
          <a:xfrm xmlns:a="http://schemas.openxmlformats.org/drawingml/2006/main">
            <a:off x="4953000" y="4953000"/>
            <a:ext cx="2286000" cy="552450"/>
          </a:xfrm>
          <a:prstGeom xmlns:a="http://schemas.openxmlformats.org/drawingml/2006/main" prst="roundRect">
            <a:avLst>
              <a:gd name="adj" fmla="val 20690"/>
            </a:avLst>
          </a:prstGeom>
          <a:solidFill xmlns:a="http://schemas.openxmlformats.org/drawingml/2006/main">
            <a:srgbClr val="FFFFFF"/>
          </a:solidFill>
          <a:ln xmlns:a="http://schemas.openxmlformats.org/drawingml/2006/main" w="19050">
            <a:solidFill>
              <a:srgbClr val="7C3AED"/>
            </a:solid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7C3AED"/>
                </a:solidFill>
              </a:defRPr>
            </a:pPr>
            <a:r>
              <a:rPr sz="1650" b="1">
                <a:solidFill>
                  <a:srgbClr val="7C3AED"/>
                </a:solidFill>
              </a:rPr>
              <a:t>penalties</a:t>
            </a:r>
          </a:p>
        </p:txBody>
      </p:sp>
      <p:sp>
        <p:nvSpPr>
          <p:cNvPr id="114239355" name="">
            <a:extLst xmlns:a="http://schemas.openxmlformats.org/drawingml/2006/main">
              <a:ext uri="{FF2B5EF4-FFF2-40B4-BE49-F238E27FC236}">
                <a16:creationId xmlns:a16="http://schemas.microsoft.com/office/drawing/2014/main" id="{44424C92-2F64-42AB-B98A-37CD28F1F6ED}"/>
              </a:ext>
            </a:extLst>
          </p:cNvPr>
          <p:cNvSpPr>
            <a:spLocks xmlns:a="http://schemas.openxmlformats.org/drawingml/2006/main" noGrp="1"/>
          </p:cNvSpPr>
          <p:nvPr/>
        </p:nvSpPr>
        <p:spPr>
          <a:xfrm xmlns:a="http://schemas.openxmlformats.org/drawingml/2006/main">
            <a:off x="4953000" y="5581649"/>
            <a:ext cx="228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667085"/>
                </a:solidFill>
              </a:defRPr>
            </a:pPr>
            <a:r>
              <a:rPr sz="1200" b="0">
                <a:solidFill>
                  <a:srgbClr val="667085"/>
                </a:solidFill>
              </a:rPr>
              <a:t>reduce repetition</a:t>
            </a:r>
          </a:p>
        </p:txBody>
      </p:sp>
      <p:sp>
        <p:nvSpPr>
          <p:cNvPr id="1589723465" name="">
            <a:extLst xmlns:a="http://schemas.openxmlformats.org/drawingml/2006/main">
              <a:ext uri="{FF2B5EF4-FFF2-40B4-BE49-F238E27FC236}">
                <a16:creationId xmlns:a16="http://schemas.microsoft.com/office/drawing/2014/main" id="{922B77DF-FD5A-4C8A-8C50-38FE5630F0FD}"/>
              </a:ext>
            </a:extLst>
          </p:cNvPr>
          <p:cNvSpPr>
            <a:spLocks xmlns:a="http://schemas.openxmlformats.org/drawingml/2006/main" noGrp="1"/>
          </p:cNvSpPr>
          <p:nvPr/>
        </p:nvSpPr>
        <p:spPr>
          <a:xfrm xmlns:a="http://schemas.openxmlformats.org/drawingml/2006/main">
            <a:off x="8305800" y="4953000"/>
            <a:ext cx="2286000" cy="552450"/>
          </a:xfrm>
          <a:prstGeom xmlns:a="http://schemas.openxmlformats.org/drawingml/2006/main" prst="roundRect">
            <a:avLst>
              <a:gd name="adj" fmla="val 20690"/>
            </a:avLst>
          </a:prstGeom>
          <a:solidFill xmlns:a="http://schemas.openxmlformats.org/drawingml/2006/main">
            <a:srgbClr val="FFFFFF"/>
          </a:solidFill>
          <a:ln xmlns:a="http://schemas.openxmlformats.org/drawingml/2006/main" w="19050">
            <a:solidFill>
              <a:srgbClr val="EF4444"/>
            </a:solid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EF4444"/>
                </a:solidFill>
              </a:defRPr>
            </a:pPr>
            <a:r>
              <a:rPr sz="1650" b="1">
                <a:solidFill>
                  <a:srgbClr val="EF4444"/>
                </a:solidFill>
              </a:rPr>
              <a:t>stop</a:t>
            </a:r>
          </a:p>
        </p:txBody>
      </p:sp>
      <p:sp>
        <p:nvSpPr>
          <p:cNvPr id="127230099" name="">
            <a:extLst xmlns:a="http://schemas.openxmlformats.org/drawingml/2006/main">
              <a:ext uri="{FF2B5EF4-FFF2-40B4-BE49-F238E27FC236}">
                <a16:creationId xmlns:a16="http://schemas.microsoft.com/office/drawing/2014/main" id="{598EDFF3-22D6-4D18-939B-A4410C05542B}"/>
              </a:ext>
            </a:extLst>
          </p:cNvPr>
          <p:cNvSpPr>
            <a:spLocks xmlns:a="http://schemas.openxmlformats.org/drawingml/2006/main" noGrp="1"/>
          </p:cNvSpPr>
          <p:nvPr/>
        </p:nvSpPr>
        <p:spPr>
          <a:xfrm xmlns:a="http://schemas.openxmlformats.org/drawingml/2006/main">
            <a:off x="8305800" y="5581649"/>
            <a:ext cx="228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667085"/>
                </a:solidFill>
              </a:defRPr>
            </a:pPr>
            <a:r>
              <a:rPr sz="1200" b="0">
                <a:solidFill>
                  <a:srgbClr val="667085"/>
                </a:solidFill>
              </a:rPr>
              <a:t>where to end</a:t>
            </a:r>
          </a:p>
        </p:txBody>
      </p:sp>
      <p:sp>
        <p:nvSpPr>
          <p:cNvPr id="760303361" name="">
            <a:extLst xmlns:a="http://schemas.openxmlformats.org/drawingml/2006/main">
              <a:ext uri="{FF2B5EF4-FFF2-40B4-BE49-F238E27FC236}">
                <a16:creationId xmlns:a16="http://schemas.microsoft.com/office/drawing/2014/main" id="{4CEBEC40-4DF4-4E64-9D01-AF8042B6B4D3}"/>
              </a:ext>
            </a:extLst>
          </p:cNvPr>
          <p:cNvSpPr>
            <a:spLocks xmlns:a="http://schemas.openxmlformats.org/drawingml/2006/main" noGrp="1"/>
          </p:cNvSpPr>
          <p:nvPr/>
        </p:nvSpPr>
        <p:spPr>
          <a:xfrm xmlns:a="http://schemas.openxmlformats.org/drawingml/2006/main">
            <a:off x="11106150" y="628650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00" b="0">
                <a:solidFill>
                  <a:srgbClr val="667085"/>
                </a:solidFill>
              </a:defRPr>
            </a:pPr>
            <a:r>
              <a:rPr sz="1000" b="0">
                <a:solidFill>
                  <a:srgbClr val="667085"/>
                </a:solidFill>
              </a:rPr>
              <a:t>43</a:t>
            </a:r>
          </a:p>
        </p:txBody>
      </p:sp>
      <p:pic>
        <p:nvPicPr>
          <p:cNvPr id="2118371499" name=""/>
          <p:cNvPicPr>
            <a:picLocks xmlns:a="http://schemas.openxmlformats.org/drawingml/2006/main" noChangeAspect="1"/>
          </p:cNvPicPr>
          <p:nvPr/>
        </p:nvPicPr>
        <p:blipFill>
          <a:blip xmlns:r="http://schemas.openxmlformats.org/officeDocument/2006/relationships" xmlns:a="http://schemas.openxmlformats.org/drawingml/2006/main" r:embed="R40bbdd0809b44a2b">
            <a:extLst>
              <a:ext uri="{96DAC541-7B7A-43D3-8B79-37D633B846F1}">
                <asvg:svgBlip xmlns:asvg="http://schemas.microsoft.com/office/drawing/2016/SVG/main" r:embed="R7ca45b8d8c704e1b"/>
              </a:ext>
            </a:extLst>
          </a:blip>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403772464"/>
      </p:ext>
    </p:extLst>
  </p:cSld>
</p:sld>
</file>

<file path=ppt/slides/slide44.xml><?xml version="1.0" encoding="utf-8"?>
<p:sld xmlns:p="http://schemas.openxmlformats.org/presentationml/2006/main" showMasterSp="1">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09576544" name="">
            <a:extLst xmlns:a="http://schemas.openxmlformats.org/drawingml/2006/main">
              <a:ext uri="{FF2B5EF4-FFF2-40B4-BE49-F238E27FC236}">
                <a16:creationId xmlns:a16="http://schemas.microsoft.com/office/drawing/2014/main" id="{24E5CCD9-D8E0-44E1-BD23-65EB9DF5E825}"/>
              </a:ext>
            </a:extLst>
          </p:cNvPr>
          <p:cNvSpPr>
            <a:spLocks xmlns:a="http://schemas.openxmlformats.org/drawingml/2006/main" noGrp="1"/>
          </p:cNvSpPr>
          <p:nvPr/>
        </p:nvSpPr>
        <p:spPr>
          <a:xfrm xmlns:a="http://schemas.openxmlformats.org/drawingml/2006/main">
            <a:off x="609600" y="32385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563EB"/>
                </a:solidFill>
              </a:defRPr>
            </a:pPr>
            <a:r>
              <a:rPr sz="1200" b="1">
                <a:solidFill>
                  <a:srgbClr val="2563EB"/>
                </a:solidFill>
              </a:rPr>
              <a:t>Recap</a:t>
            </a:r>
          </a:p>
        </p:txBody>
      </p:sp>
      <p:sp>
        <p:nvSpPr>
          <p:cNvPr id="165357683" name="">
            <a:extLst xmlns:a="http://schemas.openxmlformats.org/drawingml/2006/main">
              <a:ext uri="{FF2B5EF4-FFF2-40B4-BE49-F238E27FC236}">
                <a16:creationId xmlns:a16="http://schemas.microsoft.com/office/drawing/2014/main" id="{2CBC81FC-CD4C-42D4-B467-2543EE98015C}"/>
              </a:ext>
            </a:extLst>
          </p:cNvPr>
          <p:cNvSpPr>
            <a:spLocks xmlns:a="http://schemas.openxmlformats.org/drawingml/2006/main" noGrp="1"/>
          </p:cNvSpPr>
          <p:nvPr/>
        </p:nvSpPr>
        <p:spPr>
          <a:xfrm xmlns:a="http://schemas.openxmlformats.org/drawingml/2006/main">
            <a:off x="609600" y="590549"/>
            <a:ext cx="9334500" cy="5905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150" b="1">
                <a:solidFill>
                  <a:srgbClr val="0B0F19"/>
                </a:solidFill>
              </a:defRPr>
            </a:pPr>
            <a:r>
              <a:rPr sz="3150" b="1">
                <a:solidFill>
                  <a:srgbClr val="0B0F19"/>
                </a:solidFill>
              </a:rPr>
              <a:t>The whole path is one learning story</a:t>
            </a:r>
          </a:p>
        </p:txBody>
      </p:sp>
      <p:sp>
        <p:nvSpPr>
          <p:cNvPr id="1373434996" name="">
            <a:extLst xmlns:a="http://schemas.openxmlformats.org/drawingml/2006/main">
              <a:ext uri="{FF2B5EF4-FFF2-40B4-BE49-F238E27FC236}">
                <a16:creationId xmlns:a16="http://schemas.microsoft.com/office/drawing/2014/main" id="{A1BDAE8F-9025-4282-979E-66DE527DD3E1}"/>
              </a:ext>
            </a:extLst>
          </p:cNvPr>
          <p:cNvSpPr>
            <a:spLocks xmlns:a="http://schemas.openxmlformats.org/drawingml/2006/main" noGrp="1"/>
          </p:cNvSpPr>
          <p:nvPr/>
        </p:nvSpPr>
        <p:spPr>
          <a:xfrm xmlns:a="http://schemas.openxmlformats.org/drawingml/2006/main">
            <a:off x="609600" y="1352550"/>
            <a:ext cx="10972800" cy="4762500"/>
          </a:xfrm>
          <a:prstGeom xmlns:a="http://schemas.openxmlformats.org/drawingml/2006/main" prst="roundRect">
            <a:avLst>
              <a:gd name="adj" fmla="val 1600"/>
            </a:avLst>
          </a:prstGeom>
          <a:solidFill xmlns:a="http://schemas.openxmlformats.org/drawingml/2006/main">
            <a:srgbClr val="F8FAFC"/>
          </a:solidFill>
          <a:ln xmlns:a="http://schemas.openxmlformats.org/drawingml/2006/main" w="14288">
            <a:solidFill>
              <a:srgbClr val="E2E8F0"/>
            </a:solidFill>
            <a:prstDash val="solid"/>
          </a:ln>
        </p:spPr>
      </p:sp>
      <p:sp>
        <p:nvSpPr>
          <p:cNvPr id="247695514" name="">
            <a:extLst xmlns:a="http://schemas.openxmlformats.org/drawingml/2006/main">
              <a:ext uri="{FF2B5EF4-FFF2-40B4-BE49-F238E27FC236}">
                <a16:creationId xmlns:a16="http://schemas.microsoft.com/office/drawing/2014/main" id="{BDB5FEDF-39E1-4D66-B9C4-17D1D70C889A}"/>
              </a:ext>
            </a:extLst>
          </p:cNvPr>
          <p:cNvSpPr>
            <a:spLocks xmlns:a="http://schemas.openxmlformats.org/drawingml/2006/main" noGrp="1"/>
          </p:cNvSpPr>
          <p:nvPr/>
        </p:nvSpPr>
        <p:spPr>
          <a:xfrm xmlns:a="http://schemas.openxmlformats.org/drawingml/2006/main">
            <a:off x="1428750" y="3619500"/>
            <a:ext cx="8858250" cy="9525"/>
          </a:xfrm>
          <a:prstGeom xmlns:a="http://schemas.openxmlformats.org/drawingml/2006/main" prst="line">
            <a:avLst/>
          </a:prstGeom>
          <a:noFill xmlns:a="http://schemas.openxmlformats.org/drawingml/2006/main"/>
          <a:ln xmlns:a="http://schemas.openxmlformats.org/drawingml/2006/main" w="38100">
            <a:solidFill>
              <a:srgbClr val="CBD5E1"/>
            </a:solidFill>
            <a:prstDash val="solid"/>
          </a:ln>
        </p:spPr>
      </p:sp>
      <p:sp>
        <p:nvSpPr>
          <p:cNvPr id="628746850" name="">
            <a:extLst xmlns:a="http://schemas.openxmlformats.org/drawingml/2006/main">
              <a:ext uri="{FF2B5EF4-FFF2-40B4-BE49-F238E27FC236}">
                <a16:creationId xmlns:a16="http://schemas.microsoft.com/office/drawing/2014/main" id="{4796A9F9-8222-482C-9866-9AA2DD986D32}"/>
              </a:ext>
            </a:extLst>
          </p:cNvPr>
          <p:cNvSpPr>
            <a:spLocks xmlns:a="http://schemas.openxmlformats.org/drawingml/2006/main" noGrp="1"/>
          </p:cNvSpPr>
          <p:nvPr/>
        </p:nvSpPr>
        <p:spPr>
          <a:xfrm xmlns:a="http://schemas.openxmlformats.org/drawingml/2006/main">
            <a:off x="1285875" y="3286125"/>
            <a:ext cx="666750" cy="666750"/>
          </a:xfrm>
          <a:prstGeom xmlns:a="http://schemas.openxmlformats.org/drawingml/2006/main" prst="ellipse">
            <a:avLst/>
          </a:prstGeom>
          <a:solidFill xmlns:a="http://schemas.openxmlformats.org/drawingml/2006/main">
            <a:srgbClr val="FFFFFF"/>
          </a:solidFill>
          <a:ln xmlns:a="http://schemas.openxmlformats.org/drawingml/2006/main" w="19050">
            <a:solidFill>
              <a:srgbClr val="2563EB"/>
            </a:solidFill>
            <a:prstDash val="solid"/>
          </a:ln>
        </p:spPr>
        <p:txBody>
          <a:bodyPr xmlns:a="http://schemas.openxmlformats.org/drawingml/2006/main"/>
          <a:lstStyle xmlns:a="http://schemas.openxmlformats.org/drawingml/2006/main"/>
          <a:p xmlns:a="http://schemas.openxmlformats.org/drawingml/2006/main">
            <a:pPr algn="ctr">
              <a:buNone/>
              <a:defRPr sz="1500" b="1">
                <a:solidFill>
                  <a:srgbClr val="0B0F19"/>
                </a:solidFill>
              </a:defRPr>
            </a:pPr>
            <a:r>
              <a:rPr sz="1500" b="1">
                <a:solidFill>
                  <a:srgbClr val="0B0F19"/>
                </a:solidFill>
              </a:rPr>
              <a:t>1</a:t>
            </a:r>
          </a:p>
        </p:txBody>
      </p:sp>
      <p:sp>
        <p:nvSpPr>
          <p:cNvPr id="1898660203" name="">
            <a:extLst xmlns:a="http://schemas.openxmlformats.org/drawingml/2006/main">
              <a:ext uri="{FF2B5EF4-FFF2-40B4-BE49-F238E27FC236}">
                <a16:creationId xmlns:a16="http://schemas.microsoft.com/office/drawing/2014/main" id="{F493813A-E07C-44E9-A037-7D43C53A368D}"/>
              </a:ext>
            </a:extLst>
          </p:cNvPr>
          <p:cNvSpPr>
            <a:spLocks xmlns:a="http://schemas.openxmlformats.org/drawingml/2006/main" noGrp="1"/>
          </p:cNvSpPr>
          <p:nvPr/>
        </p:nvSpPr>
        <p:spPr>
          <a:xfrm xmlns:a="http://schemas.openxmlformats.org/drawingml/2006/main">
            <a:off x="904875" y="4238625"/>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00" b="1">
                <a:solidFill>
                  <a:srgbClr val="0B0F19"/>
                </a:solidFill>
              </a:defRPr>
            </a:pPr>
            <a:r>
              <a:rPr sz="1600" b="1">
                <a:solidFill>
                  <a:srgbClr val="0B0F19"/>
                </a:solidFill>
              </a:rPr>
              <a:t>line</a:t>
            </a:r>
          </a:p>
        </p:txBody>
      </p:sp>
      <p:sp>
        <p:nvSpPr>
          <p:cNvPr id="901053969" name="">
            <a:extLst xmlns:a="http://schemas.openxmlformats.org/drawingml/2006/main">
              <a:ext uri="{FF2B5EF4-FFF2-40B4-BE49-F238E27FC236}">
                <a16:creationId xmlns:a16="http://schemas.microsoft.com/office/drawing/2014/main" id="{0A278A2E-05C2-4B7A-9D22-372F0FC4F9BD}"/>
              </a:ext>
            </a:extLst>
          </p:cNvPr>
          <p:cNvSpPr>
            <a:spLocks xmlns:a="http://schemas.openxmlformats.org/drawingml/2006/main" noGrp="1"/>
          </p:cNvSpPr>
          <p:nvPr/>
        </p:nvSpPr>
        <p:spPr>
          <a:xfrm xmlns:a="http://schemas.openxmlformats.org/drawingml/2006/main">
            <a:off x="2809875" y="3286125"/>
            <a:ext cx="666750" cy="666750"/>
          </a:xfrm>
          <a:prstGeom xmlns:a="http://schemas.openxmlformats.org/drawingml/2006/main" prst="ellipse">
            <a:avLst/>
          </a:prstGeom>
          <a:solidFill xmlns:a="http://schemas.openxmlformats.org/drawingml/2006/main">
            <a:srgbClr val="FFFFFF"/>
          </a:solidFill>
          <a:ln xmlns:a="http://schemas.openxmlformats.org/drawingml/2006/main" w="19050">
            <a:solidFill>
              <a:srgbClr val="2563EB"/>
            </a:solidFill>
            <a:prstDash val="solid"/>
          </a:ln>
        </p:spPr>
        <p:txBody>
          <a:bodyPr xmlns:a="http://schemas.openxmlformats.org/drawingml/2006/main"/>
          <a:lstStyle xmlns:a="http://schemas.openxmlformats.org/drawingml/2006/main"/>
          <a:p xmlns:a="http://schemas.openxmlformats.org/drawingml/2006/main">
            <a:pPr algn="ctr">
              <a:buNone/>
              <a:defRPr sz="1500" b="1">
                <a:solidFill>
                  <a:srgbClr val="0B0F19"/>
                </a:solidFill>
              </a:defRPr>
            </a:pPr>
            <a:r>
              <a:rPr sz="1500" b="1">
                <a:solidFill>
                  <a:srgbClr val="0B0F19"/>
                </a:solidFill>
              </a:rPr>
              <a:t>2</a:t>
            </a:r>
          </a:p>
        </p:txBody>
      </p:sp>
      <p:sp>
        <p:nvSpPr>
          <p:cNvPr id="2049675484" name="">
            <a:extLst xmlns:a="http://schemas.openxmlformats.org/drawingml/2006/main">
              <a:ext uri="{FF2B5EF4-FFF2-40B4-BE49-F238E27FC236}">
                <a16:creationId xmlns:a16="http://schemas.microsoft.com/office/drawing/2014/main" id="{B09F8C19-6BFA-4D3E-A12B-51364CFBB2DD}"/>
              </a:ext>
            </a:extLst>
          </p:cNvPr>
          <p:cNvSpPr>
            <a:spLocks xmlns:a="http://schemas.openxmlformats.org/drawingml/2006/main" noGrp="1"/>
          </p:cNvSpPr>
          <p:nvPr/>
        </p:nvSpPr>
        <p:spPr>
          <a:xfrm xmlns:a="http://schemas.openxmlformats.org/drawingml/2006/main">
            <a:off x="2428875" y="4238625"/>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00" b="1">
                <a:solidFill>
                  <a:srgbClr val="0B0F19"/>
                </a:solidFill>
              </a:defRPr>
            </a:pPr>
            <a:r>
              <a:rPr sz="1600" b="1">
                <a:solidFill>
                  <a:srgbClr val="0B0F19"/>
                </a:solidFill>
              </a:rPr>
              <a:t>network</a:t>
            </a:r>
          </a:p>
        </p:txBody>
      </p:sp>
      <p:sp>
        <p:nvSpPr>
          <p:cNvPr id="80204407" name="">
            <a:extLst xmlns:a="http://schemas.openxmlformats.org/drawingml/2006/main">
              <a:ext uri="{FF2B5EF4-FFF2-40B4-BE49-F238E27FC236}">
                <a16:creationId xmlns:a16="http://schemas.microsoft.com/office/drawing/2014/main" id="{01842FAE-BC9A-4C99-893F-4534007863AA}"/>
              </a:ext>
            </a:extLst>
          </p:cNvPr>
          <p:cNvSpPr>
            <a:spLocks xmlns:a="http://schemas.openxmlformats.org/drawingml/2006/main" noGrp="1"/>
          </p:cNvSpPr>
          <p:nvPr/>
        </p:nvSpPr>
        <p:spPr>
          <a:xfrm xmlns:a="http://schemas.openxmlformats.org/drawingml/2006/main">
            <a:off x="4429125" y="3286125"/>
            <a:ext cx="666750" cy="666750"/>
          </a:xfrm>
          <a:prstGeom xmlns:a="http://schemas.openxmlformats.org/drawingml/2006/main" prst="ellipse">
            <a:avLst/>
          </a:prstGeom>
          <a:solidFill xmlns:a="http://schemas.openxmlformats.org/drawingml/2006/main">
            <a:srgbClr val="FFFFFF"/>
          </a:solidFill>
          <a:ln xmlns:a="http://schemas.openxmlformats.org/drawingml/2006/main" w="19050">
            <a:solidFill>
              <a:srgbClr val="2563EB"/>
            </a:solidFill>
            <a:prstDash val="solid"/>
          </a:ln>
        </p:spPr>
        <p:txBody>
          <a:bodyPr xmlns:a="http://schemas.openxmlformats.org/drawingml/2006/main"/>
          <a:lstStyle xmlns:a="http://schemas.openxmlformats.org/drawingml/2006/main"/>
          <a:p xmlns:a="http://schemas.openxmlformats.org/drawingml/2006/main">
            <a:pPr algn="ctr">
              <a:buNone/>
              <a:defRPr sz="1500" b="1">
                <a:solidFill>
                  <a:srgbClr val="0B0F19"/>
                </a:solidFill>
              </a:defRPr>
            </a:pPr>
            <a:r>
              <a:rPr sz="1500" b="1">
                <a:solidFill>
                  <a:srgbClr val="0B0F19"/>
                </a:solidFill>
              </a:rPr>
              <a:t>3</a:t>
            </a:r>
          </a:p>
        </p:txBody>
      </p:sp>
      <p:sp>
        <p:nvSpPr>
          <p:cNvPr id="1419699717" name="">
            <a:extLst xmlns:a="http://schemas.openxmlformats.org/drawingml/2006/main">
              <a:ext uri="{FF2B5EF4-FFF2-40B4-BE49-F238E27FC236}">
                <a16:creationId xmlns:a16="http://schemas.microsoft.com/office/drawing/2014/main" id="{5C87F5DE-139F-4262-A681-9DEBE24AD8C2}"/>
              </a:ext>
            </a:extLst>
          </p:cNvPr>
          <p:cNvSpPr>
            <a:spLocks xmlns:a="http://schemas.openxmlformats.org/drawingml/2006/main" noGrp="1"/>
          </p:cNvSpPr>
          <p:nvPr/>
        </p:nvSpPr>
        <p:spPr>
          <a:xfrm xmlns:a="http://schemas.openxmlformats.org/drawingml/2006/main">
            <a:off x="4048125" y="4238625"/>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00" b="1">
                <a:solidFill>
                  <a:srgbClr val="0B0F19"/>
                </a:solidFill>
              </a:defRPr>
            </a:pPr>
            <a:r>
              <a:rPr sz="1600" b="1">
                <a:solidFill>
                  <a:srgbClr val="0B0F19"/>
                </a:solidFill>
              </a:rPr>
              <a:t>backprop</a:t>
            </a:r>
          </a:p>
        </p:txBody>
      </p:sp>
      <p:sp>
        <p:nvSpPr>
          <p:cNvPr id="1824188965" name="">
            <a:extLst xmlns:a="http://schemas.openxmlformats.org/drawingml/2006/main">
              <a:ext uri="{FF2B5EF4-FFF2-40B4-BE49-F238E27FC236}">
                <a16:creationId xmlns:a16="http://schemas.microsoft.com/office/drawing/2014/main" id="{D94D6749-BF2B-46A9-B53C-B4F38596E0A3}"/>
              </a:ext>
            </a:extLst>
          </p:cNvPr>
          <p:cNvSpPr>
            <a:spLocks xmlns:a="http://schemas.openxmlformats.org/drawingml/2006/main" noGrp="1"/>
          </p:cNvSpPr>
          <p:nvPr/>
        </p:nvSpPr>
        <p:spPr>
          <a:xfrm xmlns:a="http://schemas.openxmlformats.org/drawingml/2006/main">
            <a:off x="6238875" y="3286125"/>
            <a:ext cx="666750" cy="666750"/>
          </a:xfrm>
          <a:prstGeom xmlns:a="http://schemas.openxmlformats.org/drawingml/2006/main" prst="ellipse">
            <a:avLst/>
          </a:prstGeom>
          <a:solidFill xmlns:a="http://schemas.openxmlformats.org/drawingml/2006/main">
            <a:srgbClr val="E0F2FE"/>
          </a:solidFill>
          <a:ln xmlns:a="http://schemas.openxmlformats.org/drawingml/2006/main" w="19050">
            <a:solidFill>
              <a:srgbClr val="2563EB"/>
            </a:solidFill>
            <a:prstDash val="solid"/>
          </a:ln>
        </p:spPr>
        <p:txBody>
          <a:bodyPr xmlns:a="http://schemas.openxmlformats.org/drawingml/2006/main"/>
          <a:lstStyle xmlns:a="http://schemas.openxmlformats.org/drawingml/2006/main"/>
          <a:p xmlns:a="http://schemas.openxmlformats.org/drawingml/2006/main">
            <a:pPr algn="ctr">
              <a:buNone/>
              <a:defRPr sz="1500" b="1">
                <a:solidFill>
                  <a:srgbClr val="0B0F19"/>
                </a:solidFill>
              </a:defRPr>
            </a:pPr>
            <a:r>
              <a:rPr sz="1500" b="1">
                <a:solidFill>
                  <a:srgbClr val="0B0F19"/>
                </a:solidFill>
              </a:rPr>
              <a:t>4</a:t>
            </a:r>
          </a:p>
        </p:txBody>
      </p:sp>
      <p:sp>
        <p:nvSpPr>
          <p:cNvPr id="1161191517" name="">
            <a:extLst xmlns:a="http://schemas.openxmlformats.org/drawingml/2006/main">
              <a:ext uri="{FF2B5EF4-FFF2-40B4-BE49-F238E27FC236}">
                <a16:creationId xmlns:a16="http://schemas.microsoft.com/office/drawing/2014/main" id="{0CA2A2C0-68F4-4377-9970-B6E38C3623AE}"/>
              </a:ext>
            </a:extLst>
          </p:cNvPr>
          <p:cNvSpPr>
            <a:spLocks xmlns:a="http://schemas.openxmlformats.org/drawingml/2006/main" noGrp="1"/>
          </p:cNvSpPr>
          <p:nvPr/>
        </p:nvSpPr>
        <p:spPr>
          <a:xfrm xmlns:a="http://schemas.openxmlformats.org/drawingml/2006/main">
            <a:off x="5857875" y="4238625"/>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00" b="1">
                <a:solidFill>
                  <a:srgbClr val="0B0F19"/>
                </a:solidFill>
              </a:defRPr>
            </a:pPr>
            <a:r>
              <a:rPr sz="1600" b="1">
                <a:solidFill>
                  <a:srgbClr val="0B0F19"/>
                </a:solidFill>
              </a:rPr>
              <a:t>attention</a:t>
            </a:r>
          </a:p>
        </p:txBody>
      </p:sp>
      <p:sp>
        <p:nvSpPr>
          <p:cNvPr id="506955709" name="">
            <a:extLst xmlns:a="http://schemas.openxmlformats.org/drawingml/2006/main">
              <a:ext uri="{FF2B5EF4-FFF2-40B4-BE49-F238E27FC236}">
                <a16:creationId xmlns:a16="http://schemas.microsoft.com/office/drawing/2014/main" id="{D70B9327-A4AC-4773-B85B-F0DD1866E570}"/>
              </a:ext>
            </a:extLst>
          </p:cNvPr>
          <p:cNvSpPr>
            <a:spLocks xmlns:a="http://schemas.openxmlformats.org/drawingml/2006/main" noGrp="1"/>
          </p:cNvSpPr>
          <p:nvPr/>
        </p:nvSpPr>
        <p:spPr>
          <a:xfrm xmlns:a="http://schemas.openxmlformats.org/drawingml/2006/main">
            <a:off x="8143875" y="3286125"/>
            <a:ext cx="666750" cy="666750"/>
          </a:xfrm>
          <a:prstGeom xmlns:a="http://schemas.openxmlformats.org/drawingml/2006/main" prst="ellipse">
            <a:avLst/>
          </a:prstGeom>
          <a:solidFill xmlns:a="http://schemas.openxmlformats.org/drawingml/2006/main">
            <a:srgbClr val="E0F2FE"/>
          </a:solidFill>
          <a:ln xmlns:a="http://schemas.openxmlformats.org/drawingml/2006/main" w="19050">
            <a:solidFill>
              <a:srgbClr val="2563EB"/>
            </a:solidFill>
            <a:prstDash val="solid"/>
          </a:ln>
        </p:spPr>
        <p:txBody>
          <a:bodyPr xmlns:a="http://schemas.openxmlformats.org/drawingml/2006/main"/>
          <a:lstStyle xmlns:a="http://schemas.openxmlformats.org/drawingml/2006/main"/>
          <a:p xmlns:a="http://schemas.openxmlformats.org/drawingml/2006/main">
            <a:pPr algn="ctr">
              <a:buNone/>
              <a:defRPr sz="1500" b="1">
                <a:solidFill>
                  <a:srgbClr val="0B0F19"/>
                </a:solidFill>
              </a:defRPr>
            </a:pPr>
            <a:r>
              <a:rPr sz="1500" b="1">
                <a:solidFill>
                  <a:srgbClr val="0B0F19"/>
                </a:solidFill>
              </a:rPr>
              <a:t>5</a:t>
            </a:r>
          </a:p>
        </p:txBody>
      </p:sp>
      <p:sp>
        <p:nvSpPr>
          <p:cNvPr id="1606354812" name="">
            <a:extLst xmlns:a="http://schemas.openxmlformats.org/drawingml/2006/main">
              <a:ext uri="{FF2B5EF4-FFF2-40B4-BE49-F238E27FC236}">
                <a16:creationId xmlns:a16="http://schemas.microsoft.com/office/drawing/2014/main" id="{75EACF89-BEF5-4CB9-8179-F692693C3275}"/>
              </a:ext>
            </a:extLst>
          </p:cNvPr>
          <p:cNvSpPr>
            <a:spLocks xmlns:a="http://schemas.openxmlformats.org/drawingml/2006/main" noGrp="1"/>
          </p:cNvSpPr>
          <p:nvPr/>
        </p:nvSpPr>
        <p:spPr>
          <a:xfrm xmlns:a="http://schemas.openxmlformats.org/drawingml/2006/main">
            <a:off x="7762875" y="4238625"/>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00" b="1">
                <a:solidFill>
                  <a:srgbClr val="0B0F19"/>
                </a:solidFill>
              </a:defRPr>
            </a:pPr>
            <a:r>
              <a:rPr sz="1600" b="1">
                <a:solidFill>
                  <a:srgbClr val="0B0F19"/>
                </a:solidFill>
              </a:rPr>
              <a:t>Transformer</a:t>
            </a:r>
          </a:p>
        </p:txBody>
      </p:sp>
      <p:sp>
        <p:nvSpPr>
          <p:cNvPr id="759270823" name="">
            <a:extLst xmlns:a="http://schemas.openxmlformats.org/drawingml/2006/main">
              <a:ext uri="{FF2B5EF4-FFF2-40B4-BE49-F238E27FC236}">
                <a16:creationId xmlns:a16="http://schemas.microsoft.com/office/drawing/2014/main" id="{71C1147E-F696-4C4A-8919-C3D077D50740}"/>
              </a:ext>
            </a:extLst>
          </p:cNvPr>
          <p:cNvSpPr>
            <a:spLocks xmlns:a="http://schemas.openxmlformats.org/drawingml/2006/main" noGrp="1"/>
          </p:cNvSpPr>
          <p:nvPr/>
        </p:nvSpPr>
        <p:spPr>
          <a:xfrm xmlns:a="http://schemas.openxmlformats.org/drawingml/2006/main">
            <a:off x="9763125" y="3286125"/>
            <a:ext cx="666750" cy="666750"/>
          </a:xfrm>
          <a:prstGeom xmlns:a="http://schemas.openxmlformats.org/drawingml/2006/main" prst="ellipse">
            <a:avLst/>
          </a:prstGeom>
          <a:solidFill xmlns:a="http://schemas.openxmlformats.org/drawingml/2006/main">
            <a:srgbClr val="E0F2FE"/>
          </a:solidFill>
          <a:ln xmlns:a="http://schemas.openxmlformats.org/drawingml/2006/main" w="19050">
            <a:solidFill>
              <a:srgbClr val="10B981"/>
            </a:solidFill>
            <a:prstDash val="solid"/>
          </a:ln>
        </p:spPr>
        <p:txBody>
          <a:bodyPr xmlns:a="http://schemas.openxmlformats.org/drawingml/2006/main"/>
          <a:lstStyle xmlns:a="http://schemas.openxmlformats.org/drawingml/2006/main"/>
          <a:p xmlns:a="http://schemas.openxmlformats.org/drawingml/2006/main">
            <a:pPr algn="ctr">
              <a:buNone/>
              <a:defRPr sz="1500" b="1">
                <a:solidFill>
                  <a:srgbClr val="0B0F19"/>
                </a:solidFill>
              </a:defRPr>
            </a:pPr>
            <a:r>
              <a:rPr sz="1500" b="1">
                <a:solidFill>
                  <a:srgbClr val="0B0F19"/>
                </a:solidFill>
              </a:rPr>
              <a:t>6</a:t>
            </a:r>
          </a:p>
        </p:txBody>
      </p:sp>
      <p:sp>
        <p:nvSpPr>
          <p:cNvPr id="2044500736" name="">
            <a:extLst xmlns:a="http://schemas.openxmlformats.org/drawingml/2006/main">
              <a:ext uri="{FF2B5EF4-FFF2-40B4-BE49-F238E27FC236}">
                <a16:creationId xmlns:a16="http://schemas.microsoft.com/office/drawing/2014/main" id="{010F27DD-3932-4260-BDBA-AD69869481D9}"/>
              </a:ext>
            </a:extLst>
          </p:cNvPr>
          <p:cNvSpPr>
            <a:spLocks xmlns:a="http://schemas.openxmlformats.org/drawingml/2006/main" noGrp="1"/>
          </p:cNvSpPr>
          <p:nvPr/>
        </p:nvSpPr>
        <p:spPr>
          <a:xfrm xmlns:a="http://schemas.openxmlformats.org/drawingml/2006/main">
            <a:off x="9382125" y="4238625"/>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00" b="1">
                <a:solidFill>
                  <a:srgbClr val="0B0F19"/>
                </a:solidFill>
              </a:defRPr>
            </a:pPr>
            <a:r>
              <a:rPr sz="1600" b="1">
                <a:solidFill>
                  <a:srgbClr val="0B0F19"/>
                </a:solidFill>
              </a:rPr>
              <a:t>GPT</a:t>
            </a:r>
          </a:p>
        </p:txBody>
      </p:sp>
      <p:sp>
        <p:nvSpPr>
          <p:cNvPr id="421878985" name="">
            <a:extLst xmlns:a="http://schemas.openxmlformats.org/drawingml/2006/main">
              <a:ext uri="{FF2B5EF4-FFF2-40B4-BE49-F238E27FC236}">
                <a16:creationId xmlns:a16="http://schemas.microsoft.com/office/drawing/2014/main" id="{9CF81AB6-3373-437E-8F0A-9FB1F14DA5DA}"/>
              </a:ext>
            </a:extLst>
          </p:cNvPr>
          <p:cNvSpPr>
            <a:spLocks xmlns:a="http://schemas.openxmlformats.org/drawingml/2006/main" noGrp="1"/>
          </p:cNvSpPr>
          <p:nvPr/>
        </p:nvSpPr>
        <p:spPr>
          <a:xfrm xmlns:a="http://schemas.openxmlformats.org/drawingml/2006/main">
            <a:off x="2047875" y="2333625"/>
            <a:ext cx="8096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400" b="1">
                <a:solidFill>
                  <a:srgbClr val="2563EB"/>
                </a:solidFill>
              </a:defRPr>
            </a:pPr>
            <a:r>
              <a:rPr sz="2400" b="1">
                <a:solidFill>
                  <a:srgbClr val="2563EB"/>
                </a:solidFill>
              </a:rPr>
              <a:t>learn from error -&gt; compare tokens -&gt; predict the next token</a:t>
            </a:r>
          </a:p>
        </p:txBody>
      </p:sp>
      <p:sp>
        <p:nvSpPr>
          <p:cNvPr id="865122752" name="">
            <a:extLst xmlns:a="http://schemas.openxmlformats.org/drawingml/2006/main">
              <a:ext uri="{FF2B5EF4-FFF2-40B4-BE49-F238E27FC236}">
                <a16:creationId xmlns:a16="http://schemas.microsoft.com/office/drawing/2014/main" id="{8BE55E22-B702-436E-8BF3-92B37F57DBD0}"/>
              </a:ext>
            </a:extLst>
          </p:cNvPr>
          <p:cNvSpPr>
            <a:spLocks xmlns:a="http://schemas.openxmlformats.org/drawingml/2006/main" noGrp="1"/>
          </p:cNvSpPr>
          <p:nvPr/>
        </p:nvSpPr>
        <p:spPr>
          <a:xfrm xmlns:a="http://schemas.openxmlformats.org/drawingml/2006/main">
            <a:off x="11106150" y="628650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00" b="0">
                <a:solidFill>
                  <a:srgbClr val="667085"/>
                </a:solidFill>
              </a:defRPr>
            </a:pPr>
            <a:r>
              <a:rPr sz="1000" b="0">
                <a:solidFill>
                  <a:srgbClr val="667085"/>
                </a:solidFill>
              </a:rPr>
              <a:t>44</a:t>
            </a:r>
          </a:p>
        </p:txBody>
      </p:sp>
    </p:spTree>
    <p:extLst>
      <p:ext uri="{BB962C8B-B14F-4D97-AF65-F5344CB8AC3E}">
        <p14:creationId xmlns:p14="http://schemas.microsoft.com/office/powerpoint/2010/main" val="813735675"/>
      </p:ext>
    </p:extLst>
  </p:cSld>
</p:sld>
</file>

<file path=ppt/slides/slide45.xml><?xml version="1.0" encoding="utf-8"?>
<p:sld xmlns:p="http://schemas.openxmlformats.org/presentationml/2006/main" showMasterSp="1">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20144412" name="">
            <a:extLst xmlns:a="http://schemas.openxmlformats.org/drawingml/2006/main">
              <a:ext uri="{FF2B5EF4-FFF2-40B4-BE49-F238E27FC236}">
                <a16:creationId xmlns:a16="http://schemas.microsoft.com/office/drawing/2014/main" id="{4CB26F53-E0B1-4DB6-9565-92133ECBC83C}"/>
              </a:ext>
            </a:extLst>
          </p:cNvPr>
          <p:cNvSpPr>
            <a:spLocks xmlns:a="http://schemas.openxmlformats.org/drawingml/2006/main" noGrp="1"/>
          </p:cNvSpPr>
          <p:nvPr/>
        </p:nvSpPr>
        <p:spPr>
          <a:xfrm xmlns:a="http://schemas.openxmlformats.org/drawingml/2006/main">
            <a:off x="609600" y="32385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563EB"/>
                </a:solidFill>
              </a:defRPr>
            </a:pPr>
            <a:r>
              <a:rPr sz="1200" b="1">
                <a:solidFill>
                  <a:srgbClr val="2563EB"/>
                </a:solidFill>
              </a:rPr>
              <a:t>GPT</a:t>
            </a:r>
          </a:p>
        </p:txBody>
      </p:sp>
      <p:sp>
        <p:nvSpPr>
          <p:cNvPr id="1225833153" name="">
            <a:extLst xmlns:a="http://schemas.openxmlformats.org/drawingml/2006/main">
              <a:ext uri="{FF2B5EF4-FFF2-40B4-BE49-F238E27FC236}">
                <a16:creationId xmlns:a16="http://schemas.microsoft.com/office/drawing/2014/main" id="{E170960C-0C15-44AB-A8F6-34D7B7241C9A}"/>
              </a:ext>
            </a:extLst>
          </p:cNvPr>
          <p:cNvSpPr>
            <a:spLocks xmlns:a="http://schemas.openxmlformats.org/drawingml/2006/main" noGrp="1"/>
          </p:cNvSpPr>
          <p:nvPr/>
        </p:nvSpPr>
        <p:spPr>
          <a:xfrm xmlns:a="http://schemas.openxmlformats.org/drawingml/2006/main">
            <a:off x="609600" y="590549"/>
            <a:ext cx="9525000" cy="5905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150" b="1">
                <a:solidFill>
                  <a:srgbClr val="0B0F19"/>
                </a:solidFill>
              </a:defRPr>
            </a:pPr>
            <a:r>
              <a:rPr sz="3150" b="1">
                <a:solidFill>
                  <a:srgbClr val="0B0F19"/>
                </a:solidFill>
              </a:rPr>
              <a:t>Special tokens can change behavior</a:t>
            </a:r>
          </a:p>
        </p:txBody>
      </p:sp>
      <p:sp>
        <p:nvSpPr>
          <p:cNvPr id="259784901" name="">
            <a:extLst xmlns:a="http://schemas.openxmlformats.org/drawingml/2006/main">
              <a:ext uri="{FF2B5EF4-FFF2-40B4-BE49-F238E27FC236}">
                <a16:creationId xmlns:a16="http://schemas.microsoft.com/office/drawing/2014/main" id="{069EEC81-9F03-42B3-AFD9-1DBF3D86A400}"/>
              </a:ext>
            </a:extLst>
          </p:cNvPr>
          <p:cNvSpPr>
            <a:spLocks xmlns:a="http://schemas.openxmlformats.org/drawingml/2006/main" noGrp="1"/>
          </p:cNvSpPr>
          <p:nvPr/>
        </p:nvSpPr>
        <p:spPr>
          <a:xfrm xmlns:a="http://schemas.openxmlformats.org/drawingml/2006/main">
            <a:off x="609600" y="1352550"/>
            <a:ext cx="10972800" cy="4762500"/>
          </a:xfrm>
          <a:prstGeom xmlns:a="http://schemas.openxmlformats.org/drawingml/2006/main" prst="roundRect">
            <a:avLst>
              <a:gd name="adj" fmla="val 1600"/>
            </a:avLst>
          </a:prstGeom>
          <a:solidFill xmlns:a="http://schemas.openxmlformats.org/drawingml/2006/main">
            <a:srgbClr val="F8FAFC"/>
          </a:solidFill>
          <a:ln xmlns:a="http://schemas.openxmlformats.org/drawingml/2006/main" w="14288">
            <a:solidFill>
              <a:srgbClr val="E2E8F0"/>
            </a:solidFill>
            <a:prstDash val="solid"/>
          </a:ln>
        </p:spPr>
      </p:sp>
      <p:sp>
        <p:nvSpPr>
          <p:cNvPr id="590363605" name="">
            <a:extLst xmlns:a="http://schemas.openxmlformats.org/drawingml/2006/main">
              <a:ext uri="{FF2B5EF4-FFF2-40B4-BE49-F238E27FC236}">
                <a16:creationId xmlns:a16="http://schemas.microsoft.com/office/drawing/2014/main" id="{DF1957E6-30CA-4949-B293-A7D349E48CA8}"/>
              </a:ext>
            </a:extLst>
          </p:cNvPr>
          <p:cNvSpPr>
            <a:spLocks xmlns:a="http://schemas.openxmlformats.org/drawingml/2006/main" noGrp="1"/>
          </p:cNvSpPr>
          <p:nvPr/>
        </p:nvSpPr>
        <p:spPr>
          <a:xfrm xmlns:a="http://schemas.openxmlformats.org/drawingml/2006/main">
            <a:off x="1285875" y="2905125"/>
            <a:ext cx="1381125" cy="685800"/>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14288">
            <a:solidFill>
              <a:srgbClr val="CBD5E1"/>
            </a:solid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0B0F19"/>
                </a:solidFill>
              </a:defRPr>
            </a:pPr>
            <a:r>
              <a:rPr sz="1650" b="1">
                <a:solidFill>
                  <a:srgbClr val="0B0F19"/>
                </a:solidFill>
              </a:rPr>
              <a:t>The</a:t>
            </a:r>
          </a:p>
        </p:txBody>
      </p:sp>
      <p:sp>
        <p:nvSpPr>
          <p:cNvPr id="646256514" name="">
            <a:extLst xmlns:a="http://schemas.openxmlformats.org/drawingml/2006/main">
              <a:ext uri="{FF2B5EF4-FFF2-40B4-BE49-F238E27FC236}">
                <a16:creationId xmlns:a16="http://schemas.microsoft.com/office/drawing/2014/main" id="{9A5BF91C-C905-49D0-AAB7-89456F6156BA}"/>
              </a:ext>
            </a:extLst>
          </p:cNvPr>
          <p:cNvSpPr>
            <a:spLocks xmlns:a="http://schemas.openxmlformats.org/drawingml/2006/main" noGrp="1"/>
          </p:cNvSpPr>
          <p:nvPr/>
        </p:nvSpPr>
        <p:spPr>
          <a:xfrm xmlns:a="http://schemas.openxmlformats.org/drawingml/2006/main">
            <a:off x="3238500" y="2905125"/>
            <a:ext cx="1381125" cy="685800"/>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14288">
            <a:solidFill>
              <a:srgbClr val="CBD5E1"/>
            </a:solid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0B0F19"/>
                </a:solidFill>
              </a:defRPr>
            </a:pPr>
            <a:r>
              <a:rPr sz="1650" b="1">
                <a:solidFill>
                  <a:srgbClr val="0B0F19"/>
                </a:solidFill>
              </a:rPr>
              <a:t>answer</a:t>
            </a:r>
          </a:p>
        </p:txBody>
      </p:sp>
      <p:sp>
        <p:nvSpPr>
          <p:cNvPr id="904291873" name="">
            <a:extLst xmlns:a="http://schemas.openxmlformats.org/drawingml/2006/main">
              <a:ext uri="{FF2B5EF4-FFF2-40B4-BE49-F238E27FC236}">
                <a16:creationId xmlns:a16="http://schemas.microsoft.com/office/drawing/2014/main" id="{BA7BBF8D-3CC9-4BB2-AC6A-9AE1B9456EA5}"/>
              </a:ext>
            </a:extLst>
          </p:cNvPr>
          <p:cNvSpPr>
            <a:spLocks xmlns:a="http://schemas.openxmlformats.org/drawingml/2006/main" noGrp="1"/>
          </p:cNvSpPr>
          <p:nvPr/>
        </p:nvSpPr>
        <p:spPr>
          <a:xfrm xmlns:a="http://schemas.openxmlformats.org/drawingml/2006/main">
            <a:off x="5191125" y="2905125"/>
            <a:ext cx="1381125" cy="685800"/>
          </a:xfrm>
          <a:prstGeom xmlns:a="http://schemas.openxmlformats.org/drawingml/2006/main" prst="roundRect">
            <a:avLst>
              <a:gd name="adj" fmla="val 16667"/>
            </a:avLst>
          </a:prstGeom>
          <a:solidFill xmlns:a="http://schemas.openxmlformats.org/drawingml/2006/main">
            <a:srgbClr val="FEF3C7"/>
          </a:solidFill>
          <a:ln xmlns:a="http://schemas.openxmlformats.org/drawingml/2006/main" w="14288">
            <a:solidFill>
              <a:srgbClr val="F97316"/>
            </a:solidFill>
            <a:prstDash val="solid"/>
          </a:ln>
        </p:spPr>
        <p:txBody>
          <a:bodyPr xmlns:a="http://schemas.openxmlformats.org/drawingml/2006/main"/>
          <a:lstStyle xmlns:a="http://schemas.openxmlformats.org/drawingml/2006/main"/>
          <a:p xmlns:a="http://schemas.openxmlformats.org/drawingml/2006/main">
            <a:pPr algn="ctr">
              <a:buNone/>
              <a:defRPr sz="1800" b="1">
                <a:solidFill>
                  <a:srgbClr val="F97316"/>
                </a:solidFill>
              </a:defRPr>
            </a:pPr>
            <a:r>
              <a:rPr sz="1800" b="1">
                <a:solidFill>
                  <a:srgbClr val="F97316"/>
                </a:solidFill>
              </a:rPr>
              <a:t>&lt;end&gt;</a:t>
            </a:r>
          </a:p>
        </p:txBody>
      </p:sp>
      <p:sp>
        <p:nvSpPr>
          <p:cNvPr id="1609756685" name="">
            <a:extLst xmlns:a="http://schemas.openxmlformats.org/drawingml/2006/main">
              <a:ext uri="{FF2B5EF4-FFF2-40B4-BE49-F238E27FC236}">
                <a16:creationId xmlns:a16="http://schemas.microsoft.com/office/drawing/2014/main" id="{9A3598B3-000E-448B-9433-F1EF608C5FC5}"/>
              </a:ext>
            </a:extLst>
          </p:cNvPr>
          <p:cNvSpPr>
            <a:spLocks xmlns:a="http://schemas.openxmlformats.org/drawingml/2006/main" noGrp="1"/>
          </p:cNvSpPr>
          <p:nvPr/>
        </p:nvSpPr>
        <p:spPr>
          <a:xfrm xmlns:a="http://schemas.openxmlformats.org/drawingml/2006/main">
            <a:off x="7143750" y="2905125"/>
            <a:ext cx="1381125" cy="685800"/>
          </a:xfrm>
          <a:prstGeom xmlns:a="http://schemas.openxmlformats.org/drawingml/2006/main" prst="roundRect">
            <a:avLst>
              <a:gd name="adj" fmla="val 16667"/>
            </a:avLst>
          </a:prstGeom>
          <a:solidFill xmlns:a="http://schemas.openxmlformats.org/drawingml/2006/main">
            <a:srgbClr val="FEF3C7"/>
          </a:solidFill>
          <a:ln xmlns:a="http://schemas.openxmlformats.org/drawingml/2006/main" w="14288">
            <a:solidFill>
              <a:srgbClr val="F97316"/>
            </a:solidFill>
            <a:prstDash val="solid"/>
          </a:ln>
        </p:spPr>
        <p:txBody>
          <a:bodyPr xmlns:a="http://schemas.openxmlformats.org/drawingml/2006/main"/>
          <a:lstStyle xmlns:a="http://schemas.openxmlformats.org/drawingml/2006/main"/>
          <a:p xmlns:a="http://schemas.openxmlformats.org/drawingml/2006/main">
            <a:pPr algn="ctr">
              <a:buNone/>
              <a:defRPr sz="1800" b="1">
                <a:solidFill>
                  <a:srgbClr val="F97316"/>
                </a:solidFill>
              </a:defRPr>
            </a:pPr>
            <a:r>
              <a:rPr sz="1800" b="1">
                <a:solidFill>
                  <a:srgbClr val="F97316"/>
                </a:solidFill>
              </a:rPr>
              <a:t>&lt;tool_call&gt;</a:t>
            </a:r>
          </a:p>
        </p:txBody>
      </p:sp>
      <p:sp>
        <p:nvSpPr>
          <p:cNvPr id="855592259" name="">
            <a:extLst xmlns:a="http://schemas.openxmlformats.org/drawingml/2006/main">
              <a:ext uri="{FF2B5EF4-FFF2-40B4-BE49-F238E27FC236}">
                <a16:creationId xmlns:a16="http://schemas.microsoft.com/office/drawing/2014/main" id="{66B686C1-B0D2-4DED-A8E3-421F744FA009}"/>
              </a:ext>
            </a:extLst>
          </p:cNvPr>
          <p:cNvSpPr>
            <a:spLocks xmlns:a="http://schemas.openxmlformats.org/drawingml/2006/main" noGrp="1"/>
          </p:cNvSpPr>
          <p:nvPr/>
        </p:nvSpPr>
        <p:spPr>
          <a:xfrm xmlns:a="http://schemas.openxmlformats.org/drawingml/2006/main">
            <a:off x="9096375" y="2905125"/>
            <a:ext cx="1381125" cy="685800"/>
          </a:xfrm>
          <a:prstGeom xmlns:a="http://schemas.openxmlformats.org/drawingml/2006/main" prst="roundRect">
            <a:avLst>
              <a:gd name="adj" fmla="val 16667"/>
            </a:avLst>
          </a:prstGeom>
          <a:solidFill xmlns:a="http://schemas.openxmlformats.org/drawingml/2006/main">
            <a:srgbClr val="FEF3C7"/>
          </a:solidFill>
          <a:ln xmlns:a="http://schemas.openxmlformats.org/drawingml/2006/main" w="14288">
            <a:solidFill>
              <a:srgbClr val="F97316"/>
            </a:solidFill>
            <a:prstDash val="solid"/>
          </a:ln>
        </p:spPr>
        <p:txBody>
          <a:bodyPr xmlns:a="http://schemas.openxmlformats.org/drawingml/2006/main"/>
          <a:lstStyle xmlns:a="http://schemas.openxmlformats.org/drawingml/2006/main"/>
          <a:p xmlns:a="http://schemas.openxmlformats.org/drawingml/2006/main">
            <a:pPr algn="ctr">
              <a:buNone/>
              <a:defRPr sz="1800" b="1">
                <a:solidFill>
                  <a:srgbClr val="F97316"/>
                </a:solidFill>
              </a:defRPr>
            </a:pPr>
            <a:r>
              <a:rPr sz="1800" b="1">
                <a:solidFill>
                  <a:srgbClr val="F97316"/>
                </a:solidFill>
              </a:rPr>
              <a:t>&lt;image&gt;</a:t>
            </a:r>
          </a:p>
        </p:txBody>
      </p:sp>
      <p:sp>
        <p:nvSpPr>
          <p:cNvPr id="607889826" name="">
            <a:extLst xmlns:a="http://schemas.openxmlformats.org/drawingml/2006/main">
              <a:ext uri="{FF2B5EF4-FFF2-40B4-BE49-F238E27FC236}">
                <a16:creationId xmlns:a16="http://schemas.microsoft.com/office/drawing/2014/main" id="{9D399B2F-5BFF-45B6-86D5-D344BD03DE39}"/>
              </a:ext>
            </a:extLst>
          </p:cNvPr>
          <p:cNvSpPr>
            <a:spLocks xmlns:a="http://schemas.openxmlformats.org/drawingml/2006/main" noGrp="1"/>
          </p:cNvSpPr>
          <p:nvPr/>
        </p:nvSpPr>
        <p:spPr>
          <a:xfrm xmlns:a="http://schemas.openxmlformats.org/drawingml/2006/main">
            <a:off x="1428750" y="4143375"/>
            <a:ext cx="8858250" cy="9525"/>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1601584251" name="">
            <a:extLst xmlns:a="http://schemas.openxmlformats.org/drawingml/2006/main">
              <a:ext uri="{FF2B5EF4-FFF2-40B4-BE49-F238E27FC236}">
                <a16:creationId xmlns:a16="http://schemas.microsoft.com/office/drawing/2014/main" id="{10DD68EE-9182-4FBF-A93F-ED417A492B53}"/>
              </a:ext>
            </a:extLst>
          </p:cNvPr>
          <p:cNvSpPr>
            <a:spLocks xmlns:a="http://schemas.openxmlformats.org/drawingml/2006/main" noGrp="1"/>
          </p:cNvSpPr>
          <p:nvPr/>
        </p:nvSpPr>
        <p:spPr>
          <a:xfrm xmlns:a="http://schemas.openxmlformats.org/drawingml/2006/main">
            <a:off x="1143000" y="4333875"/>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800" b="1">
                <a:solidFill>
                  <a:srgbClr val="667085"/>
                </a:solidFill>
              </a:defRPr>
            </a:pPr>
            <a:r>
              <a:rPr sz="1800" b="1">
                <a:solidFill>
                  <a:srgbClr val="667085"/>
                </a:solidFill>
              </a:rPr>
              <a:t>normal text tokens</a:t>
            </a:r>
          </a:p>
        </p:txBody>
      </p:sp>
      <p:sp>
        <p:nvSpPr>
          <p:cNvPr id="734795485" name="">
            <a:extLst xmlns:a="http://schemas.openxmlformats.org/drawingml/2006/main">
              <a:ext uri="{FF2B5EF4-FFF2-40B4-BE49-F238E27FC236}">
                <a16:creationId xmlns:a16="http://schemas.microsoft.com/office/drawing/2014/main" id="{3D85D92F-40BE-4D83-8764-FBD8A90EBC96}"/>
              </a:ext>
            </a:extLst>
          </p:cNvPr>
          <p:cNvSpPr>
            <a:spLocks xmlns:a="http://schemas.openxmlformats.org/drawingml/2006/main" noGrp="1"/>
          </p:cNvSpPr>
          <p:nvPr/>
        </p:nvSpPr>
        <p:spPr>
          <a:xfrm xmlns:a="http://schemas.openxmlformats.org/drawingml/2006/main">
            <a:off x="5905500" y="4333875"/>
            <a:ext cx="4095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800" b="1">
                <a:solidFill>
                  <a:srgbClr val="F97316"/>
                </a:solidFill>
              </a:defRPr>
            </a:pPr>
            <a:r>
              <a:rPr sz="1800" b="1">
                <a:solidFill>
                  <a:srgbClr val="F97316"/>
                </a:solidFill>
              </a:rPr>
              <a:t>control tokens</a:t>
            </a:r>
          </a:p>
        </p:txBody>
      </p:sp>
      <p:sp>
        <p:nvSpPr>
          <p:cNvPr id="28239209" name="">
            <a:extLst xmlns:a="http://schemas.openxmlformats.org/drawingml/2006/main">
              <a:ext uri="{FF2B5EF4-FFF2-40B4-BE49-F238E27FC236}">
                <a16:creationId xmlns:a16="http://schemas.microsoft.com/office/drawing/2014/main" id="{44E0F810-2B30-4C53-AE03-7B62C9C4156B}"/>
              </a:ext>
            </a:extLst>
          </p:cNvPr>
          <p:cNvSpPr>
            <a:spLocks xmlns:a="http://schemas.openxmlformats.org/drawingml/2006/main" noGrp="1"/>
          </p:cNvSpPr>
          <p:nvPr/>
        </p:nvSpPr>
        <p:spPr>
          <a:xfrm xmlns:a="http://schemas.openxmlformats.org/drawingml/2006/main">
            <a:off x="1809750" y="5143500"/>
            <a:ext cx="8572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050" b="1">
                <a:solidFill>
                  <a:srgbClr val="2563EB"/>
                </a:solidFill>
              </a:defRPr>
            </a:pPr>
            <a:r>
              <a:rPr sz="2050" b="1">
                <a:solidFill>
                  <a:srgbClr val="2563EB"/>
                </a:solidFill>
              </a:rPr>
              <a:t>Some tokens are instructions to the system, not words for the user.</a:t>
            </a:r>
          </a:p>
        </p:txBody>
      </p:sp>
      <p:sp>
        <p:nvSpPr>
          <p:cNvPr id="1250386904" name="">
            <a:extLst xmlns:a="http://schemas.openxmlformats.org/drawingml/2006/main">
              <a:ext uri="{FF2B5EF4-FFF2-40B4-BE49-F238E27FC236}">
                <a16:creationId xmlns:a16="http://schemas.microsoft.com/office/drawing/2014/main" id="{95664514-E30F-4AB7-B185-033925999DBD}"/>
              </a:ext>
            </a:extLst>
          </p:cNvPr>
          <p:cNvSpPr>
            <a:spLocks xmlns:a="http://schemas.openxmlformats.org/drawingml/2006/main" noGrp="1"/>
          </p:cNvSpPr>
          <p:nvPr/>
        </p:nvSpPr>
        <p:spPr>
          <a:xfrm xmlns:a="http://schemas.openxmlformats.org/drawingml/2006/main">
            <a:off x="11106150" y="628650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00" b="0">
                <a:solidFill>
                  <a:srgbClr val="667085"/>
                </a:solidFill>
              </a:defRPr>
            </a:pPr>
            <a:r>
              <a:rPr sz="1000" b="0">
                <a:solidFill>
                  <a:srgbClr val="667085"/>
                </a:solidFill>
              </a:rPr>
              <a:t>45</a:t>
            </a:r>
          </a:p>
        </p:txBody>
      </p:sp>
    </p:spTree>
    <p:extLst>
      <p:ext uri="{BB962C8B-B14F-4D97-AF65-F5344CB8AC3E}">
        <p14:creationId xmlns:p14="http://schemas.microsoft.com/office/powerpoint/2010/main" val="884948398"/>
      </p:ext>
    </p:extLst>
  </p:cSld>
</p:sld>
</file>

<file path=ppt/slides/slide46.xml><?xml version="1.0" encoding="utf-8"?>
<p:sld xmlns:p="http://schemas.openxmlformats.org/presentationml/2006/main" showMasterSp="1">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67135522" name="">
            <a:extLst xmlns:a="http://schemas.openxmlformats.org/drawingml/2006/main">
              <a:ext uri="{FF2B5EF4-FFF2-40B4-BE49-F238E27FC236}">
                <a16:creationId xmlns:a16="http://schemas.microsoft.com/office/drawing/2014/main" id="{AF1FE26F-D4FF-448C-9C68-7066AC43E8B5}"/>
              </a:ext>
            </a:extLst>
          </p:cNvPr>
          <p:cNvSpPr>
            <a:spLocks xmlns:a="http://schemas.openxmlformats.org/drawingml/2006/main" noGrp="1"/>
          </p:cNvSpPr>
          <p:nvPr/>
        </p:nvSpPr>
        <p:spPr>
          <a:xfrm xmlns:a="http://schemas.openxmlformats.org/drawingml/2006/main">
            <a:off x="609600" y="32385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563EB"/>
                </a:solidFill>
              </a:defRPr>
            </a:pPr>
            <a:r>
              <a:rPr sz="1200" b="1">
                <a:solidFill>
                  <a:srgbClr val="2563EB"/>
                </a:solidFill>
              </a:rPr>
              <a:t>GPT</a:t>
            </a:r>
          </a:p>
        </p:txBody>
      </p:sp>
      <p:sp>
        <p:nvSpPr>
          <p:cNvPr id="753528190" name="">
            <a:extLst xmlns:a="http://schemas.openxmlformats.org/drawingml/2006/main">
              <a:ext uri="{FF2B5EF4-FFF2-40B4-BE49-F238E27FC236}">
                <a16:creationId xmlns:a16="http://schemas.microsoft.com/office/drawing/2014/main" id="{55CDCE00-3253-4D8C-86A5-A3E7F7677CBE}"/>
              </a:ext>
            </a:extLst>
          </p:cNvPr>
          <p:cNvSpPr>
            <a:spLocks xmlns:a="http://schemas.openxmlformats.org/drawingml/2006/main" noGrp="1"/>
          </p:cNvSpPr>
          <p:nvPr/>
        </p:nvSpPr>
        <p:spPr>
          <a:xfrm xmlns:a="http://schemas.openxmlformats.org/drawingml/2006/main">
            <a:off x="609600" y="590549"/>
            <a:ext cx="9525000" cy="5905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150" b="1">
                <a:solidFill>
                  <a:srgbClr val="0B0F19"/>
                </a:solidFill>
              </a:defRPr>
            </a:pPr>
            <a:r>
              <a:rPr sz="3150" b="1">
                <a:solidFill>
                  <a:srgbClr val="0B0F19"/>
                </a:solidFill>
              </a:rPr>
              <a:t>A special token can trigger an external tool</a:t>
            </a:r>
          </a:p>
        </p:txBody>
      </p:sp>
      <p:sp>
        <p:nvSpPr>
          <p:cNvPr id="870951438" name="">
            <a:extLst xmlns:a="http://schemas.openxmlformats.org/drawingml/2006/main">
              <a:ext uri="{FF2B5EF4-FFF2-40B4-BE49-F238E27FC236}">
                <a16:creationId xmlns:a16="http://schemas.microsoft.com/office/drawing/2014/main" id="{1473051E-0DB9-4879-983E-7FF33E56D248}"/>
              </a:ext>
            </a:extLst>
          </p:cNvPr>
          <p:cNvSpPr>
            <a:spLocks xmlns:a="http://schemas.openxmlformats.org/drawingml/2006/main" noGrp="1"/>
          </p:cNvSpPr>
          <p:nvPr/>
        </p:nvSpPr>
        <p:spPr>
          <a:xfrm xmlns:a="http://schemas.openxmlformats.org/drawingml/2006/main">
            <a:off x="609600" y="1352550"/>
            <a:ext cx="10972800" cy="4762500"/>
          </a:xfrm>
          <a:prstGeom xmlns:a="http://schemas.openxmlformats.org/drawingml/2006/main" prst="roundRect">
            <a:avLst>
              <a:gd name="adj" fmla="val 1600"/>
            </a:avLst>
          </a:prstGeom>
          <a:solidFill xmlns:a="http://schemas.openxmlformats.org/drawingml/2006/main">
            <a:srgbClr val="F8FAFC"/>
          </a:solidFill>
          <a:ln xmlns:a="http://schemas.openxmlformats.org/drawingml/2006/main" w="14288">
            <a:solidFill>
              <a:srgbClr val="E2E8F0"/>
            </a:solidFill>
            <a:prstDash val="solid"/>
          </a:ln>
        </p:spPr>
      </p:sp>
      <p:sp>
        <p:nvSpPr>
          <p:cNvPr id="1803074335" name="">
            <a:extLst xmlns:a="http://schemas.openxmlformats.org/drawingml/2006/main">
              <a:ext uri="{FF2B5EF4-FFF2-40B4-BE49-F238E27FC236}">
                <a16:creationId xmlns:a16="http://schemas.microsoft.com/office/drawing/2014/main" id="{5746D735-CD86-48AC-BAD8-7469803961E9}"/>
              </a:ext>
            </a:extLst>
          </p:cNvPr>
          <p:cNvSpPr>
            <a:spLocks xmlns:a="http://schemas.openxmlformats.org/drawingml/2006/main" noGrp="1"/>
          </p:cNvSpPr>
          <p:nvPr/>
        </p:nvSpPr>
        <p:spPr>
          <a:xfrm xmlns:a="http://schemas.openxmlformats.org/drawingml/2006/main">
            <a:off x="1190625" y="3143250"/>
            <a:ext cx="1381125" cy="666750"/>
          </a:xfrm>
          <a:prstGeom xmlns:a="http://schemas.openxmlformats.org/drawingml/2006/main" prst="roundRect">
            <a:avLst>
              <a:gd name="adj" fmla="val 17143"/>
            </a:avLst>
          </a:prstGeom>
          <a:solidFill xmlns:a="http://schemas.openxmlformats.org/drawingml/2006/main">
            <a:srgbClr val="FFFFFF"/>
          </a:solidFill>
          <a:ln xmlns:a="http://schemas.openxmlformats.org/drawingml/2006/main" w="14288">
            <a:solidFill>
              <a:srgbClr val="CBD5E1"/>
            </a:solidFill>
            <a:prstDash val="solid"/>
          </a:ln>
        </p:spPr>
        <p:txBody>
          <a:bodyPr xmlns:a="http://schemas.openxmlformats.org/drawingml/2006/main"/>
          <a:lstStyle xmlns:a="http://schemas.openxmlformats.org/drawingml/2006/main"/>
          <a:p xmlns:a="http://schemas.openxmlformats.org/drawingml/2006/main">
            <a:pPr algn="ctr">
              <a:buNone/>
              <a:defRPr sz="1800" b="1">
                <a:solidFill>
                  <a:srgbClr val="0B0F19"/>
                </a:solidFill>
              </a:defRPr>
            </a:pPr>
            <a:r>
              <a:rPr sz="1800" b="1">
                <a:solidFill>
                  <a:srgbClr val="0B0F19"/>
                </a:solidFill>
              </a:rPr>
              <a:t>prompt</a:t>
            </a:r>
          </a:p>
        </p:txBody>
      </p:sp>
      <p:sp>
        <p:nvSpPr>
          <p:cNvPr id="2018184416" name="">
            <a:extLst xmlns:a="http://schemas.openxmlformats.org/drawingml/2006/main">
              <a:ext uri="{FF2B5EF4-FFF2-40B4-BE49-F238E27FC236}">
                <a16:creationId xmlns:a16="http://schemas.microsoft.com/office/drawing/2014/main" id="{74E044AA-417A-4BE7-9210-924A3FF128AE}"/>
              </a:ext>
            </a:extLst>
          </p:cNvPr>
          <p:cNvSpPr>
            <a:spLocks xmlns:a="http://schemas.openxmlformats.org/drawingml/2006/main" noGrp="1"/>
          </p:cNvSpPr>
          <p:nvPr/>
        </p:nvSpPr>
        <p:spPr>
          <a:xfrm xmlns:a="http://schemas.openxmlformats.org/drawingml/2006/main">
            <a:off x="2809875" y="3286125"/>
            <a:ext cx="1000125" cy="400050"/>
          </a:xfrm>
          <a:prstGeom xmlns:a="http://schemas.openxmlformats.org/drawingml/2006/main" prst="rightArrow">
            <a:avLst>
              <a:gd name="adj1" fmla="val 50000"/>
              <a:gd name="adj2" fmla="val 50000"/>
            </a:avLst>
          </a:prstGeom>
          <a:solidFill xmlns:a="http://schemas.openxmlformats.org/drawingml/2006/main">
            <a:srgbClr val="E0F2FE"/>
          </a:solidFill>
          <a:ln xmlns:a="http://schemas.openxmlformats.org/drawingml/2006/main" w="14288">
            <a:solidFill>
              <a:srgbClr val="2563EB"/>
            </a:solidFill>
            <a:prstDash val="solid"/>
          </a:ln>
        </p:spPr>
      </p:sp>
      <p:sp>
        <p:nvSpPr>
          <p:cNvPr id="850855696" name="">
            <a:extLst xmlns:a="http://schemas.openxmlformats.org/drawingml/2006/main">
              <a:ext uri="{FF2B5EF4-FFF2-40B4-BE49-F238E27FC236}">
                <a16:creationId xmlns:a16="http://schemas.microsoft.com/office/drawing/2014/main" id="{4F6BD3FA-EF6F-42C2-8C7D-DBBC3C45C433}"/>
              </a:ext>
            </a:extLst>
          </p:cNvPr>
          <p:cNvSpPr>
            <a:spLocks xmlns:a="http://schemas.openxmlformats.org/drawingml/2006/main" noGrp="1"/>
          </p:cNvSpPr>
          <p:nvPr/>
        </p:nvSpPr>
        <p:spPr>
          <a:xfrm xmlns:a="http://schemas.openxmlformats.org/drawingml/2006/main">
            <a:off x="4095750" y="2857500"/>
            <a:ext cx="1619250" cy="1238250"/>
          </a:xfrm>
          <a:prstGeom xmlns:a="http://schemas.openxmlformats.org/drawingml/2006/main" prst="roundRect">
            <a:avLst>
              <a:gd name="adj" fmla="val 9231"/>
            </a:avLst>
          </a:prstGeom>
          <a:solidFill xmlns:a="http://schemas.openxmlformats.org/drawingml/2006/main">
            <a:srgbClr val="E0F2FE"/>
          </a:solidFill>
          <a:ln xmlns:a="http://schemas.openxmlformats.org/drawingml/2006/main" w="14288">
            <a:solidFill>
              <a:srgbClr val="2563EB"/>
            </a:solidFill>
            <a:prstDash val="solid"/>
          </a:ln>
        </p:spPr>
        <p:txBody>
          <a:bodyPr xmlns:a="http://schemas.openxmlformats.org/drawingml/2006/main"/>
          <a:lstStyle xmlns:a="http://schemas.openxmlformats.org/drawingml/2006/main"/>
          <a:p xmlns:a="http://schemas.openxmlformats.org/drawingml/2006/main">
            <a:pPr algn="ctr">
              <a:buNone/>
              <a:defRPr sz="2250" b="1">
                <a:solidFill>
                  <a:srgbClr val="2563EB"/>
                </a:solidFill>
              </a:defRPr>
            </a:pPr>
            <a:r>
              <a:rPr sz="2250" b="1">
                <a:solidFill>
                  <a:srgbClr val="2563EB"/>
                </a:solidFill>
              </a:rPr>
              <a:t>model</a:t>
            </a:r>
          </a:p>
        </p:txBody>
      </p:sp>
      <p:sp>
        <p:nvSpPr>
          <p:cNvPr id="1111035309" name="">
            <a:extLst xmlns:a="http://schemas.openxmlformats.org/drawingml/2006/main">
              <a:ext uri="{FF2B5EF4-FFF2-40B4-BE49-F238E27FC236}">
                <a16:creationId xmlns:a16="http://schemas.microsoft.com/office/drawing/2014/main" id="{9F7FE58D-849B-4452-9E24-70A36DF1DDCC}"/>
              </a:ext>
            </a:extLst>
          </p:cNvPr>
          <p:cNvSpPr>
            <a:spLocks xmlns:a="http://schemas.openxmlformats.org/drawingml/2006/main" noGrp="1"/>
          </p:cNvSpPr>
          <p:nvPr/>
        </p:nvSpPr>
        <p:spPr>
          <a:xfrm xmlns:a="http://schemas.openxmlformats.org/drawingml/2006/main">
            <a:off x="6000750" y="3286125"/>
            <a:ext cx="1095375" cy="400050"/>
          </a:xfrm>
          <a:prstGeom xmlns:a="http://schemas.openxmlformats.org/drawingml/2006/main" prst="rightArrow">
            <a:avLst>
              <a:gd name="adj1" fmla="val 50000"/>
              <a:gd name="adj2" fmla="val 50000"/>
            </a:avLst>
          </a:prstGeom>
          <a:solidFill xmlns:a="http://schemas.openxmlformats.org/drawingml/2006/main">
            <a:srgbClr val="E0F2FE"/>
          </a:solidFill>
          <a:ln xmlns:a="http://schemas.openxmlformats.org/drawingml/2006/main" w="14288">
            <a:solidFill>
              <a:srgbClr val="2563EB"/>
            </a:solidFill>
            <a:prstDash val="solid"/>
          </a:ln>
        </p:spPr>
      </p:sp>
      <p:sp>
        <p:nvSpPr>
          <p:cNvPr id="360549356" name="">
            <a:extLst xmlns:a="http://schemas.openxmlformats.org/drawingml/2006/main">
              <a:ext uri="{FF2B5EF4-FFF2-40B4-BE49-F238E27FC236}">
                <a16:creationId xmlns:a16="http://schemas.microsoft.com/office/drawing/2014/main" id="{0086722D-FF6A-4DBD-AF54-D4AE3A57568A}"/>
              </a:ext>
            </a:extLst>
          </p:cNvPr>
          <p:cNvSpPr>
            <a:spLocks xmlns:a="http://schemas.openxmlformats.org/drawingml/2006/main" noGrp="1"/>
          </p:cNvSpPr>
          <p:nvPr/>
        </p:nvSpPr>
        <p:spPr>
          <a:xfrm xmlns:a="http://schemas.openxmlformats.org/drawingml/2006/main">
            <a:off x="7381875" y="3048000"/>
            <a:ext cx="1619250" cy="838200"/>
          </a:xfrm>
          <a:prstGeom xmlns:a="http://schemas.openxmlformats.org/drawingml/2006/main" prst="roundRect">
            <a:avLst>
              <a:gd name="adj" fmla="val 13636"/>
            </a:avLst>
          </a:prstGeom>
          <a:solidFill xmlns:a="http://schemas.openxmlformats.org/drawingml/2006/main">
            <a:srgbClr val="FEF3C7"/>
          </a:solidFill>
          <a:ln xmlns:a="http://schemas.openxmlformats.org/drawingml/2006/main" w="14288">
            <a:solidFill>
              <a:srgbClr val="F97316"/>
            </a:solidFill>
            <a:prstDash val="solid"/>
          </a:ln>
        </p:spPr>
        <p:txBody>
          <a:bodyPr xmlns:a="http://schemas.openxmlformats.org/drawingml/2006/main"/>
          <a:lstStyle xmlns:a="http://schemas.openxmlformats.org/drawingml/2006/main"/>
          <a:p xmlns:a="http://schemas.openxmlformats.org/drawingml/2006/main">
            <a:pPr algn="ctr">
              <a:buNone/>
              <a:defRPr sz="1900" b="1">
                <a:solidFill>
                  <a:srgbClr val="F97316"/>
                </a:solidFill>
              </a:defRPr>
            </a:pPr>
            <a:r>
              <a:rPr sz="1900" b="1">
                <a:solidFill>
                  <a:srgbClr val="F97316"/>
                </a:solidFill>
              </a:rPr>
              <a:t>&lt;tool_call&gt;</a:t>
            </a:r>
          </a:p>
        </p:txBody>
      </p:sp>
      <p:sp>
        <p:nvSpPr>
          <p:cNvPr id="1294665979" name="">
            <a:extLst xmlns:a="http://schemas.openxmlformats.org/drawingml/2006/main">
              <a:ext uri="{FF2B5EF4-FFF2-40B4-BE49-F238E27FC236}">
                <a16:creationId xmlns:a16="http://schemas.microsoft.com/office/drawing/2014/main" id="{FB32B669-E2F0-4245-BCE5-011448BE10AD}"/>
              </a:ext>
            </a:extLst>
          </p:cNvPr>
          <p:cNvSpPr>
            <a:spLocks xmlns:a="http://schemas.openxmlformats.org/drawingml/2006/main" noGrp="1"/>
          </p:cNvSpPr>
          <p:nvPr/>
        </p:nvSpPr>
        <p:spPr>
          <a:xfrm xmlns:a="http://schemas.openxmlformats.org/drawingml/2006/main">
            <a:off x="9239250" y="3286125"/>
            <a:ext cx="1000125" cy="400050"/>
          </a:xfrm>
          <a:prstGeom xmlns:a="http://schemas.openxmlformats.org/drawingml/2006/main" prst="rightArrow">
            <a:avLst>
              <a:gd name="adj1" fmla="val 50000"/>
              <a:gd name="adj2" fmla="val 50000"/>
            </a:avLst>
          </a:prstGeom>
          <a:solidFill xmlns:a="http://schemas.openxmlformats.org/drawingml/2006/main">
            <a:srgbClr val="E0F2FE"/>
          </a:solidFill>
          <a:ln xmlns:a="http://schemas.openxmlformats.org/drawingml/2006/main" w="14288">
            <a:solidFill>
              <a:srgbClr val="2563EB"/>
            </a:solidFill>
            <a:prstDash val="solid"/>
          </a:ln>
        </p:spPr>
      </p:sp>
      <p:sp>
        <p:nvSpPr>
          <p:cNvPr id="1581615349" name="">
            <a:extLst xmlns:a="http://schemas.openxmlformats.org/drawingml/2006/main">
              <a:ext uri="{FF2B5EF4-FFF2-40B4-BE49-F238E27FC236}">
                <a16:creationId xmlns:a16="http://schemas.microsoft.com/office/drawing/2014/main" id="{50C480BA-C6D3-40C0-95C5-C4E548C9DA6B}"/>
              </a:ext>
            </a:extLst>
          </p:cNvPr>
          <p:cNvSpPr>
            <a:spLocks xmlns:a="http://schemas.openxmlformats.org/drawingml/2006/main" noGrp="1"/>
          </p:cNvSpPr>
          <p:nvPr/>
        </p:nvSpPr>
        <p:spPr>
          <a:xfrm xmlns:a="http://schemas.openxmlformats.org/drawingml/2006/main">
            <a:off x="10477500" y="3143250"/>
            <a:ext cx="857250" cy="666750"/>
          </a:xfrm>
          <a:prstGeom xmlns:a="http://schemas.openxmlformats.org/drawingml/2006/main" prst="roundRect">
            <a:avLst>
              <a:gd name="adj" fmla="val 17143"/>
            </a:avLst>
          </a:prstGeom>
          <a:solidFill xmlns:a="http://schemas.openxmlformats.org/drawingml/2006/main">
            <a:srgbClr val="DCFCE7"/>
          </a:solidFill>
          <a:ln xmlns:a="http://schemas.openxmlformats.org/drawingml/2006/main" w="14288">
            <a:solidFill>
              <a:srgbClr val="10B981"/>
            </a:solidFill>
            <a:prstDash val="solid"/>
          </a:ln>
        </p:spPr>
        <p:txBody>
          <a:bodyPr xmlns:a="http://schemas.openxmlformats.org/drawingml/2006/main"/>
          <a:lstStyle xmlns:a="http://schemas.openxmlformats.org/drawingml/2006/main"/>
          <a:p xmlns:a="http://schemas.openxmlformats.org/drawingml/2006/main">
            <a:pPr algn="ctr">
              <a:buNone/>
              <a:defRPr sz="1800" b="1">
                <a:solidFill>
                  <a:srgbClr val="10B981"/>
                </a:solidFill>
              </a:defRPr>
            </a:pPr>
            <a:r>
              <a:rPr sz="1800" b="1">
                <a:solidFill>
                  <a:srgbClr val="10B981"/>
                </a:solidFill>
              </a:rPr>
              <a:t>tool</a:t>
            </a:r>
          </a:p>
        </p:txBody>
      </p:sp>
      <p:sp>
        <p:nvSpPr>
          <p:cNvPr id="143885394" name="">
            <a:extLst xmlns:a="http://schemas.openxmlformats.org/drawingml/2006/main">
              <a:ext uri="{FF2B5EF4-FFF2-40B4-BE49-F238E27FC236}">
                <a16:creationId xmlns:a16="http://schemas.microsoft.com/office/drawing/2014/main" id="{3BF38889-3CDC-4DE4-8810-40582A9DDF8C}"/>
              </a:ext>
            </a:extLst>
          </p:cNvPr>
          <p:cNvSpPr>
            <a:spLocks xmlns:a="http://schemas.openxmlformats.org/drawingml/2006/main" noGrp="1"/>
          </p:cNvSpPr>
          <p:nvPr/>
        </p:nvSpPr>
        <p:spPr>
          <a:xfrm xmlns:a="http://schemas.openxmlformats.org/drawingml/2006/main">
            <a:off x="4762500" y="4810125"/>
            <a:ext cx="1381125" cy="590549"/>
          </a:xfrm>
          <a:prstGeom xmlns:a="http://schemas.openxmlformats.org/drawingml/2006/main" prst="roundRect">
            <a:avLst>
              <a:gd name="adj" fmla="val 19355"/>
            </a:avLst>
          </a:prstGeom>
          <a:solidFill xmlns:a="http://schemas.openxmlformats.org/drawingml/2006/main">
            <a:srgbClr val="FEF2F2"/>
          </a:solidFill>
          <a:ln xmlns:a="http://schemas.openxmlformats.org/drawingml/2006/main" w="14288">
            <a:solidFill>
              <a:srgbClr val="EF4444"/>
            </a:solidFill>
            <a:prstDash val="solid"/>
          </a:ln>
        </p:spPr>
        <p:txBody>
          <a:bodyPr xmlns:a="http://schemas.openxmlformats.org/drawingml/2006/main"/>
          <a:lstStyle xmlns:a="http://schemas.openxmlformats.org/drawingml/2006/main"/>
          <a:p xmlns:a="http://schemas.openxmlformats.org/drawingml/2006/main">
            <a:pPr algn="ctr">
              <a:buNone/>
              <a:defRPr sz="1950" b="1">
                <a:solidFill>
                  <a:srgbClr val="EF4444"/>
                </a:solidFill>
              </a:defRPr>
            </a:pPr>
            <a:r>
              <a:rPr sz="1950" b="1">
                <a:solidFill>
                  <a:srgbClr val="EF4444"/>
                </a:solidFill>
              </a:rPr>
              <a:t>&lt;end&gt;</a:t>
            </a:r>
          </a:p>
        </p:txBody>
      </p:sp>
      <p:sp>
        <p:nvSpPr>
          <p:cNvPr id="310012484" name="">
            <a:extLst xmlns:a="http://schemas.openxmlformats.org/drawingml/2006/main">
              <a:ext uri="{FF2B5EF4-FFF2-40B4-BE49-F238E27FC236}">
                <a16:creationId xmlns:a16="http://schemas.microsoft.com/office/drawing/2014/main" id="{723853B6-42A1-4E9F-9230-853DB75142D6}"/>
              </a:ext>
            </a:extLst>
          </p:cNvPr>
          <p:cNvSpPr>
            <a:spLocks xmlns:a="http://schemas.openxmlformats.org/drawingml/2006/main" noGrp="1"/>
          </p:cNvSpPr>
          <p:nvPr/>
        </p:nvSpPr>
        <p:spPr>
          <a:xfrm xmlns:a="http://schemas.openxmlformats.org/drawingml/2006/main">
            <a:off x="6381750" y="4953000"/>
            <a:ext cx="228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950" b="1">
                <a:solidFill>
                  <a:srgbClr val="EF4444"/>
                </a:solidFill>
              </a:defRPr>
            </a:pPr>
            <a:r>
              <a:rPr sz="1950" b="1">
                <a:solidFill>
                  <a:srgbClr val="EF4444"/>
                </a:solidFill>
              </a:rPr>
              <a:t>stop generation</a:t>
            </a:r>
          </a:p>
        </p:txBody>
      </p:sp>
      <p:sp>
        <p:nvSpPr>
          <p:cNvPr id="131870987" name="">
            <a:extLst xmlns:a="http://schemas.openxmlformats.org/drawingml/2006/main">
              <a:ext uri="{FF2B5EF4-FFF2-40B4-BE49-F238E27FC236}">
                <a16:creationId xmlns:a16="http://schemas.microsoft.com/office/drawing/2014/main" id="{496475A3-1473-4564-B0B3-6AB2F3CFEAF7}"/>
              </a:ext>
            </a:extLst>
          </p:cNvPr>
          <p:cNvSpPr>
            <a:spLocks xmlns:a="http://schemas.openxmlformats.org/drawingml/2006/main" noGrp="1"/>
          </p:cNvSpPr>
          <p:nvPr/>
        </p:nvSpPr>
        <p:spPr>
          <a:xfrm xmlns:a="http://schemas.openxmlformats.org/drawingml/2006/main">
            <a:off x="1952625" y="1857375"/>
            <a:ext cx="8096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050" b="1">
                <a:solidFill>
                  <a:srgbClr val="2563EB"/>
                </a:solidFill>
              </a:defRPr>
            </a:pPr>
            <a:r>
              <a:rPr sz="2050" b="1">
                <a:solidFill>
                  <a:srgbClr val="2563EB"/>
                </a:solidFill>
              </a:rPr>
              <a:t>The model may emit a control token instead of ordinary text.</a:t>
            </a:r>
          </a:p>
        </p:txBody>
      </p:sp>
      <p:sp>
        <p:nvSpPr>
          <p:cNvPr id="2042090533" name="">
            <a:extLst xmlns:a="http://schemas.openxmlformats.org/drawingml/2006/main">
              <a:ext uri="{FF2B5EF4-FFF2-40B4-BE49-F238E27FC236}">
                <a16:creationId xmlns:a16="http://schemas.microsoft.com/office/drawing/2014/main" id="{28FF078E-DB70-4AA3-9D03-DF7CD0880BE4}"/>
              </a:ext>
            </a:extLst>
          </p:cNvPr>
          <p:cNvSpPr>
            <a:spLocks xmlns:a="http://schemas.openxmlformats.org/drawingml/2006/main" noGrp="1"/>
          </p:cNvSpPr>
          <p:nvPr/>
        </p:nvSpPr>
        <p:spPr>
          <a:xfrm xmlns:a="http://schemas.openxmlformats.org/drawingml/2006/main">
            <a:off x="11106150" y="628650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00" b="0">
                <a:solidFill>
                  <a:srgbClr val="667085"/>
                </a:solidFill>
              </a:defRPr>
            </a:pPr>
            <a:r>
              <a:rPr sz="1000" b="0">
                <a:solidFill>
                  <a:srgbClr val="667085"/>
                </a:solidFill>
              </a:rPr>
              <a:t>46</a:t>
            </a:r>
          </a:p>
        </p:txBody>
      </p:sp>
    </p:spTree>
    <p:extLst>
      <p:ext uri="{BB962C8B-B14F-4D97-AF65-F5344CB8AC3E}">
        <p14:creationId xmlns:p14="http://schemas.microsoft.com/office/powerpoint/2010/main" val="686667865"/>
      </p:ext>
    </p:extLst>
  </p:cSld>
</p:sld>
</file>

<file path=ppt/slides/slide47.xml><?xml version="1.0" encoding="utf-8"?>
<p:sld xmlns:p="http://schemas.openxmlformats.org/presentationml/2006/main" showMasterSp="1">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47625472" name="">
            <a:extLst xmlns:a="http://schemas.openxmlformats.org/drawingml/2006/main">
              <a:ext uri="{FF2B5EF4-FFF2-40B4-BE49-F238E27FC236}">
                <a16:creationId xmlns:a16="http://schemas.microsoft.com/office/drawing/2014/main" id="{DD617C82-404D-4E81-8C41-658B50097F17}"/>
              </a:ext>
            </a:extLst>
          </p:cNvPr>
          <p:cNvSpPr>
            <a:spLocks xmlns:a="http://schemas.openxmlformats.org/drawingml/2006/main" noGrp="1"/>
          </p:cNvSpPr>
          <p:nvPr/>
        </p:nvSpPr>
        <p:spPr>
          <a:xfrm xmlns:a="http://schemas.openxmlformats.org/drawingml/2006/main">
            <a:off x="609600" y="32385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563EB"/>
                </a:solidFill>
              </a:defRPr>
            </a:pPr>
            <a:r>
              <a:rPr sz="1200" b="1">
                <a:solidFill>
                  <a:srgbClr val="2563EB"/>
                </a:solidFill>
              </a:rPr>
              <a:t>Transformer</a:t>
            </a:r>
          </a:p>
        </p:txBody>
      </p:sp>
      <p:sp>
        <p:nvSpPr>
          <p:cNvPr id="1692741900" name="">
            <a:extLst xmlns:a="http://schemas.openxmlformats.org/drawingml/2006/main">
              <a:ext uri="{FF2B5EF4-FFF2-40B4-BE49-F238E27FC236}">
                <a16:creationId xmlns:a16="http://schemas.microsoft.com/office/drawing/2014/main" id="{F2DE9CFE-4A8A-466B-8718-E480AA58E07A}"/>
              </a:ext>
            </a:extLst>
          </p:cNvPr>
          <p:cNvSpPr>
            <a:spLocks xmlns:a="http://schemas.openxmlformats.org/drawingml/2006/main" noGrp="1"/>
          </p:cNvSpPr>
          <p:nvPr/>
        </p:nvSpPr>
        <p:spPr>
          <a:xfrm xmlns:a="http://schemas.openxmlformats.org/drawingml/2006/main">
            <a:off x="609600" y="590549"/>
            <a:ext cx="9906000" cy="5905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150" b="1">
                <a:solidFill>
                  <a:srgbClr val="0B0F19"/>
                </a:solidFill>
              </a:defRPr>
            </a:pPr>
            <a:r>
              <a:rPr sz="3150" b="1">
                <a:solidFill>
                  <a:srgbClr val="0B0F19"/>
                </a:solidFill>
              </a:rPr>
              <a:t>FFN helps, but the full reason is not settled</a:t>
            </a:r>
          </a:p>
        </p:txBody>
      </p:sp>
      <p:sp>
        <p:nvSpPr>
          <p:cNvPr id="258575893" name="">
            <a:extLst xmlns:a="http://schemas.openxmlformats.org/drawingml/2006/main">
              <a:ext uri="{FF2B5EF4-FFF2-40B4-BE49-F238E27FC236}">
                <a16:creationId xmlns:a16="http://schemas.microsoft.com/office/drawing/2014/main" id="{987FD46A-99DD-40EE-91C1-8B82FA23758C}"/>
              </a:ext>
            </a:extLst>
          </p:cNvPr>
          <p:cNvSpPr>
            <a:spLocks xmlns:a="http://schemas.openxmlformats.org/drawingml/2006/main" noGrp="1"/>
          </p:cNvSpPr>
          <p:nvPr/>
        </p:nvSpPr>
        <p:spPr>
          <a:xfrm xmlns:a="http://schemas.openxmlformats.org/drawingml/2006/main">
            <a:off x="609600" y="1352550"/>
            <a:ext cx="10972800" cy="4762500"/>
          </a:xfrm>
          <a:prstGeom xmlns:a="http://schemas.openxmlformats.org/drawingml/2006/main" prst="roundRect">
            <a:avLst>
              <a:gd name="adj" fmla="val 2400"/>
            </a:avLst>
          </a:prstGeom>
          <a:solidFill xmlns:a="http://schemas.openxmlformats.org/drawingml/2006/main">
            <a:srgbClr val="F8FAFC"/>
          </a:solidFill>
          <a:ln xmlns:a="http://schemas.openxmlformats.org/drawingml/2006/main" w="14288">
            <a:solidFill>
              <a:srgbClr val="E2E8F0"/>
            </a:solidFill>
            <a:prstDash val="solid"/>
          </a:ln>
        </p:spPr>
      </p:sp>
      <p:sp>
        <p:nvSpPr>
          <p:cNvPr id="566835795" name="">
            <a:extLst xmlns:a="http://schemas.openxmlformats.org/drawingml/2006/main">
              <a:ext uri="{FF2B5EF4-FFF2-40B4-BE49-F238E27FC236}">
                <a16:creationId xmlns:a16="http://schemas.microsoft.com/office/drawing/2014/main" id="{853BEDB9-649B-4EEE-AC6A-7D3315115E8F}"/>
              </a:ext>
            </a:extLst>
          </p:cNvPr>
          <p:cNvSpPr>
            <a:spLocks xmlns:a="http://schemas.openxmlformats.org/drawingml/2006/main" noGrp="1"/>
          </p:cNvSpPr>
          <p:nvPr/>
        </p:nvSpPr>
        <p:spPr>
          <a:xfrm xmlns:a="http://schemas.openxmlformats.org/drawingml/2006/main">
            <a:off x="1285875" y="2952750"/>
            <a:ext cx="1619250" cy="742950"/>
          </a:xfrm>
          <a:prstGeom xmlns:a="http://schemas.openxmlformats.org/drawingml/2006/main" prst="roundRect">
            <a:avLst>
              <a:gd name="adj" fmla="val 15385"/>
            </a:avLst>
          </a:prstGeom>
          <a:solidFill xmlns:a="http://schemas.openxmlformats.org/drawingml/2006/main">
            <a:srgbClr val="E0F2FE"/>
          </a:solidFill>
          <a:ln xmlns:a="http://schemas.openxmlformats.org/drawingml/2006/main" w="14288">
            <a:solidFill>
              <a:srgbClr val="2563EB"/>
            </a:solidFill>
            <a:prstDash val="solid"/>
          </a:ln>
        </p:spPr>
        <p:txBody>
          <a:bodyPr xmlns:a="http://schemas.openxmlformats.org/drawingml/2006/main"/>
          <a:lstStyle xmlns:a="http://schemas.openxmlformats.org/drawingml/2006/main"/>
          <a:p xmlns:a="http://schemas.openxmlformats.org/drawingml/2006/main">
            <a:pPr algn="ctr">
              <a:buNone/>
              <a:defRPr sz="1950" b="1">
                <a:solidFill>
                  <a:srgbClr val="2563EB"/>
                </a:solidFill>
              </a:defRPr>
            </a:pPr>
            <a:r>
              <a:rPr sz="1950" b="1">
                <a:solidFill>
                  <a:srgbClr val="2563EB"/>
                </a:solidFill>
              </a:rPr>
              <a:t>attention</a:t>
            </a:r>
          </a:p>
        </p:txBody>
      </p:sp>
      <p:sp>
        <p:nvSpPr>
          <p:cNvPr id="1735354039" name="">
            <a:extLst xmlns:a="http://schemas.openxmlformats.org/drawingml/2006/main">
              <a:ext uri="{FF2B5EF4-FFF2-40B4-BE49-F238E27FC236}">
                <a16:creationId xmlns:a16="http://schemas.microsoft.com/office/drawing/2014/main" id="{0724D511-6FF3-4674-961A-181F34B88D3F}"/>
              </a:ext>
            </a:extLst>
          </p:cNvPr>
          <p:cNvSpPr>
            <a:spLocks xmlns:a="http://schemas.openxmlformats.org/drawingml/2006/main" noGrp="1"/>
          </p:cNvSpPr>
          <p:nvPr/>
        </p:nvSpPr>
        <p:spPr>
          <a:xfrm xmlns:a="http://schemas.openxmlformats.org/drawingml/2006/main">
            <a:off x="3143250" y="3124200"/>
            <a:ext cx="1047750" cy="400050"/>
          </a:xfrm>
          <a:prstGeom xmlns:a="http://schemas.openxmlformats.org/drawingml/2006/main" prst="rightArrow">
            <a:avLst>
              <a:gd name="adj1" fmla="val 50000"/>
              <a:gd name="adj2" fmla="val 50000"/>
            </a:avLst>
          </a:prstGeom>
          <a:solidFill xmlns:a="http://schemas.openxmlformats.org/drawingml/2006/main">
            <a:srgbClr val="E0F2FE"/>
          </a:solidFill>
          <a:ln xmlns:a="http://schemas.openxmlformats.org/drawingml/2006/main" w="14288">
            <a:solidFill>
              <a:srgbClr val="2563EB"/>
            </a:solid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0B0F19"/>
                </a:solidFill>
              </a:defRPr>
            </a:pPr>
            <a:r>
              <a:rPr sz="1350" b="1">
                <a:solidFill>
                  <a:srgbClr val="0B0F19"/>
                </a:solidFill>
              </a:rPr>
              <a:t>mix</a:t>
            </a:r>
          </a:p>
        </p:txBody>
      </p:sp>
      <p:sp>
        <p:nvSpPr>
          <p:cNvPr id="2066902203" name="">
            <a:extLst xmlns:a="http://schemas.openxmlformats.org/drawingml/2006/main">
              <a:ext uri="{FF2B5EF4-FFF2-40B4-BE49-F238E27FC236}">
                <a16:creationId xmlns:a16="http://schemas.microsoft.com/office/drawing/2014/main" id="{A12C777B-F7D9-4F25-AAC9-D225AB64F317}"/>
              </a:ext>
            </a:extLst>
          </p:cNvPr>
          <p:cNvSpPr>
            <a:spLocks xmlns:a="http://schemas.openxmlformats.org/drawingml/2006/main" noGrp="1"/>
          </p:cNvSpPr>
          <p:nvPr/>
        </p:nvSpPr>
        <p:spPr>
          <a:xfrm xmlns:a="http://schemas.openxmlformats.org/drawingml/2006/main">
            <a:off x="4429125" y="2714625"/>
            <a:ext cx="1809750" cy="1219200"/>
          </a:xfrm>
          <a:prstGeom xmlns:a="http://schemas.openxmlformats.org/drawingml/2006/main" prst="roundRect">
            <a:avLst>
              <a:gd name="adj" fmla="val 9375"/>
            </a:avLst>
          </a:prstGeom>
          <a:solidFill xmlns:a="http://schemas.openxmlformats.org/drawingml/2006/main">
            <a:srgbClr val="FEF3C7"/>
          </a:solidFill>
          <a:ln xmlns:a="http://schemas.openxmlformats.org/drawingml/2006/main" w="14288">
            <a:solidFill>
              <a:srgbClr val="F97316"/>
            </a:solidFill>
            <a:prstDash val="solid"/>
          </a:ln>
        </p:spPr>
        <p:txBody>
          <a:bodyPr xmlns:a="http://schemas.openxmlformats.org/drawingml/2006/main"/>
          <a:lstStyle xmlns:a="http://schemas.openxmlformats.org/drawingml/2006/main"/>
          <a:p xmlns:a="http://schemas.openxmlformats.org/drawingml/2006/main">
            <a:pPr algn="ctr">
              <a:buNone/>
              <a:defRPr sz="2850" b="1">
                <a:solidFill>
                  <a:srgbClr val="F97316"/>
                </a:solidFill>
              </a:defRPr>
            </a:pPr>
            <a:r>
              <a:rPr sz="2850" b="1">
                <a:solidFill>
                  <a:srgbClr val="F97316"/>
                </a:solidFill>
              </a:rPr>
              <a:t>FFN</a:t>
            </a:r>
          </a:p>
        </p:txBody>
      </p:sp>
      <p:sp>
        <p:nvSpPr>
          <p:cNvPr id="1680256151" name="">
            <a:extLst xmlns:a="http://schemas.openxmlformats.org/drawingml/2006/main">
              <a:ext uri="{FF2B5EF4-FFF2-40B4-BE49-F238E27FC236}">
                <a16:creationId xmlns:a16="http://schemas.microsoft.com/office/drawing/2014/main" id="{B93AE542-8BE4-4016-8C82-124F3714E319}"/>
              </a:ext>
            </a:extLst>
          </p:cNvPr>
          <p:cNvSpPr>
            <a:spLocks xmlns:a="http://schemas.openxmlformats.org/drawingml/2006/main" noGrp="1"/>
          </p:cNvSpPr>
          <p:nvPr/>
        </p:nvSpPr>
        <p:spPr>
          <a:xfrm xmlns:a="http://schemas.openxmlformats.org/drawingml/2006/main">
            <a:off x="6477000" y="3124200"/>
            <a:ext cx="1047750" cy="400050"/>
          </a:xfrm>
          <a:prstGeom xmlns:a="http://schemas.openxmlformats.org/drawingml/2006/main" prst="rightArrow">
            <a:avLst>
              <a:gd name="adj1" fmla="val 50000"/>
              <a:gd name="adj2" fmla="val 50000"/>
            </a:avLst>
          </a:prstGeom>
          <a:solidFill xmlns:a="http://schemas.openxmlformats.org/drawingml/2006/main">
            <a:srgbClr val="E0F2FE"/>
          </a:solidFill>
          <a:ln xmlns:a="http://schemas.openxmlformats.org/drawingml/2006/main" w="14288">
            <a:solidFill>
              <a:srgbClr val="2563EB"/>
            </a:solid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0B0F19"/>
                </a:solidFill>
              </a:defRPr>
            </a:pPr>
            <a:r>
              <a:rPr sz="1350" b="1">
                <a:solidFill>
                  <a:srgbClr val="0B0F19"/>
                </a:solidFill>
              </a:rPr>
              <a:t>transform</a:t>
            </a:r>
          </a:p>
        </p:txBody>
      </p:sp>
      <p:sp>
        <p:nvSpPr>
          <p:cNvPr id="1012692986" name="">
            <a:extLst xmlns:a="http://schemas.openxmlformats.org/drawingml/2006/main">
              <a:ext uri="{FF2B5EF4-FFF2-40B4-BE49-F238E27FC236}">
                <a16:creationId xmlns:a16="http://schemas.microsoft.com/office/drawing/2014/main" id="{C1CCEA06-6E90-4F61-9E23-12E5CA23ECA0}"/>
              </a:ext>
            </a:extLst>
          </p:cNvPr>
          <p:cNvSpPr>
            <a:spLocks xmlns:a="http://schemas.openxmlformats.org/drawingml/2006/main" noGrp="1"/>
          </p:cNvSpPr>
          <p:nvPr/>
        </p:nvSpPr>
        <p:spPr>
          <a:xfrm xmlns:a="http://schemas.openxmlformats.org/drawingml/2006/main">
            <a:off x="7762875" y="2952750"/>
            <a:ext cx="1619250" cy="742950"/>
          </a:xfrm>
          <a:prstGeom xmlns:a="http://schemas.openxmlformats.org/drawingml/2006/main" prst="roundRect">
            <a:avLst>
              <a:gd name="adj" fmla="val 15385"/>
            </a:avLst>
          </a:prstGeom>
          <a:solidFill xmlns:a="http://schemas.openxmlformats.org/drawingml/2006/main">
            <a:srgbClr val="DCFCE7"/>
          </a:solidFill>
          <a:ln xmlns:a="http://schemas.openxmlformats.org/drawingml/2006/main" w="14288">
            <a:solidFill>
              <a:srgbClr val="10B981"/>
            </a:solidFill>
            <a:prstDash val="solid"/>
          </a:ln>
        </p:spPr>
        <p:txBody>
          <a:bodyPr xmlns:a="http://schemas.openxmlformats.org/drawingml/2006/main"/>
          <a:lstStyle xmlns:a="http://schemas.openxmlformats.org/drawingml/2006/main"/>
          <a:p xmlns:a="http://schemas.openxmlformats.org/drawingml/2006/main">
            <a:pPr algn="ctr">
              <a:buNone/>
              <a:defRPr sz="1950" b="1">
                <a:solidFill>
                  <a:srgbClr val="10B981"/>
                </a:solidFill>
              </a:defRPr>
            </a:pPr>
            <a:r>
              <a:rPr sz="1950" b="1">
                <a:solidFill>
                  <a:srgbClr val="10B981"/>
                </a:solidFill>
              </a:rPr>
              <a:t>features</a:t>
            </a:r>
          </a:p>
        </p:txBody>
      </p:sp>
      <p:sp>
        <p:nvSpPr>
          <p:cNvPr id="1069258197" name="">
            <a:extLst xmlns:a="http://schemas.openxmlformats.org/drawingml/2006/main">
              <a:ext uri="{FF2B5EF4-FFF2-40B4-BE49-F238E27FC236}">
                <a16:creationId xmlns:a16="http://schemas.microsoft.com/office/drawing/2014/main" id="{F0717379-6F5F-4B2A-BC90-8EE10EC882A7}"/>
              </a:ext>
            </a:extLst>
          </p:cNvPr>
          <p:cNvSpPr>
            <a:spLocks xmlns:a="http://schemas.openxmlformats.org/drawingml/2006/main" noGrp="1"/>
          </p:cNvSpPr>
          <p:nvPr/>
        </p:nvSpPr>
        <p:spPr>
          <a:xfrm xmlns:a="http://schemas.openxmlformats.org/drawingml/2006/main">
            <a:off x="1666875" y="4476750"/>
            <a:ext cx="2619375" cy="647700"/>
          </a:xfrm>
          <a:prstGeom xmlns:a="http://schemas.openxmlformats.org/drawingml/2006/main" prst="roundRect">
            <a:avLst>
              <a:gd name="adj" fmla="val 17647"/>
            </a:avLst>
          </a:prstGeom>
          <a:solidFill xmlns:a="http://schemas.openxmlformats.org/drawingml/2006/main">
            <a:srgbClr val="FFFFFF"/>
          </a:solidFill>
          <a:ln xmlns:a="http://schemas.openxmlformats.org/drawingml/2006/main" w="14288">
            <a:solidFill>
              <a:srgbClr val="CBD5E1"/>
            </a:solid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0B0F19"/>
                </a:solidFill>
              </a:defRPr>
            </a:pPr>
            <a:r>
              <a:rPr sz="1650" b="1">
                <a:solidFill>
                  <a:srgbClr val="0B0F19"/>
                </a:solidFill>
              </a:rPr>
              <a:t>nonlinear feature transform</a:t>
            </a:r>
          </a:p>
        </p:txBody>
      </p:sp>
      <p:sp>
        <p:nvSpPr>
          <p:cNvPr id="1837153770" name="">
            <a:extLst xmlns:a="http://schemas.openxmlformats.org/drawingml/2006/main">
              <a:ext uri="{FF2B5EF4-FFF2-40B4-BE49-F238E27FC236}">
                <a16:creationId xmlns:a16="http://schemas.microsoft.com/office/drawing/2014/main" id="{1BE0588C-FAC7-4FF9-9662-722D98E98F07}"/>
              </a:ext>
            </a:extLst>
          </p:cNvPr>
          <p:cNvSpPr>
            <a:spLocks xmlns:a="http://schemas.openxmlformats.org/drawingml/2006/main" noGrp="1"/>
          </p:cNvSpPr>
          <p:nvPr/>
        </p:nvSpPr>
        <p:spPr>
          <a:xfrm xmlns:a="http://schemas.openxmlformats.org/drawingml/2006/main">
            <a:off x="4810125" y="4476750"/>
            <a:ext cx="2619375" cy="647700"/>
          </a:xfrm>
          <a:prstGeom xmlns:a="http://schemas.openxmlformats.org/drawingml/2006/main" prst="roundRect">
            <a:avLst>
              <a:gd name="adj" fmla="val 17647"/>
            </a:avLst>
          </a:prstGeom>
          <a:solidFill xmlns:a="http://schemas.openxmlformats.org/drawingml/2006/main">
            <a:srgbClr val="FFFFFF"/>
          </a:solidFill>
          <a:ln xmlns:a="http://schemas.openxmlformats.org/drawingml/2006/main" w="14288">
            <a:solidFill>
              <a:srgbClr val="CBD5E1"/>
            </a:solid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0B0F19"/>
                </a:solidFill>
              </a:defRPr>
            </a:pPr>
            <a:r>
              <a:rPr sz="1650" b="1">
                <a:solidFill>
                  <a:srgbClr val="0B0F19"/>
                </a:solidFill>
              </a:rPr>
              <a:t>key-value memory evidence</a:t>
            </a:r>
          </a:p>
        </p:txBody>
      </p:sp>
      <p:sp>
        <p:nvSpPr>
          <p:cNvPr id="744058579" name="">
            <a:extLst xmlns:a="http://schemas.openxmlformats.org/drawingml/2006/main">
              <a:ext uri="{FF2B5EF4-FFF2-40B4-BE49-F238E27FC236}">
                <a16:creationId xmlns:a16="http://schemas.microsoft.com/office/drawing/2014/main" id="{198958E2-7F80-4BFF-87F8-A5528D3CCF48}"/>
              </a:ext>
            </a:extLst>
          </p:cNvPr>
          <p:cNvSpPr>
            <a:spLocks xmlns:a="http://schemas.openxmlformats.org/drawingml/2006/main" noGrp="1"/>
          </p:cNvSpPr>
          <p:nvPr/>
        </p:nvSpPr>
        <p:spPr>
          <a:xfrm xmlns:a="http://schemas.openxmlformats.org/drawingml/2006/main">
            <a:off x="7953375" y="4476750"/>
            <a:ext cx="2619375" cy="647700"/>
          </a:xfrm>
          <a:prstGeom xmlns:a="http://schemas.openxmlformats.org/drawingml/2006/main" prst="roundRect">
            <a:avLst>
              <a:gd name="adj" fmla="val 17647"/>
            </a:avLst>
          </a:prstGeom>
          <a:solidFill xmlns:a="http://schemas.openxmlformats.org/drawingml/2006/main">
            <a:srgbClr val="FEF2F2"/>
          </a:solidFill>
          <a:ln xmlns:a="http://schemas.openxmlformats.org/drawingml/2006/main" w="14288">
            <a:solidFill>
              <a:srgbClr val="EF4444"/>
            </a:solid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EF4444"/>
                </a:solidFill>
              </a:defRPr>
            </a:pPr>
            <a:r>
              <a:rPr sz="1650" b="1">
                <a:solidFill>
                  <a:srgbClr val="EF4444"/>
                </a:solidFill>
              </a:rPr>
              <a:t>not a single settled cause</a:t>
            </a:r>
          </a:p>
        </p:txBody>
      </p:sp>
      <p:sp>
        <p:nvSpPr>
          <p:cNvPr id="1294874813" name="">
            <a:extLst xmlns:a="http://schemas.openxmlformats.org/drawingml/2006/main">
              <a:ext uri="{FF2B5EF4-FFF2-40B4-BE49-F238E27FC236}">
                <a16:creationId xmlns:a16="http://schemas.microsoft.com/office/drawing/2014/main" id="{89B1DAF1-19B8-4CE3-85E7-CABCD0FDFE80}"/>
              </a:ext>
            </a:extLst>
          </p:cNvPr>
          <p:cNvSpPr>
            <a:spLocks xmlns:a="http://schemas.openxmlformats.org/drawingml/2006/main" noGrp="1"/>
          </p:cNvSpPr>
          <p:nvPr/>
        </p:nvSpPr>
        <p:spPr>
          <a:xfrm xmlns:a="http://schemas.openxmlformats.org/drawingml/2006/main">
            <a:off x="2095500" y="1809750"/>
            <a:ext cx="8001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050" b="1">
                <a:solidFill>
                  <a:srgbClr val="2563EB"/>
                </a:solidFill>
              </a:defRPr>
            </a:pPr>
            <a:r>
              <a:rPr sz="2050" b="1">
                <a:solidFill>
                  <a:srgbClr val="2563EB"/>
                </a:solidFill>
              </a:rPr>
              <a:t>Known: FFNs store and combine useful patterns.</a:t>
            </a:r>
          </a:p>
        </p:txBody>
      </p:sp>
      <p:sp>
        <p:nvSpPr>
          <p:cNvPr id="1106276677" name="">
            <a:extLst xmlns:a="http://schemas.openxmlformats.org/drawingml/2006/main">
              <a:ext uri="{FF2B5EF4-FFF2-40B4-BE49-F238E27FC236}">
                <a16:creationId xmlns:a16="http://schemas.microsoft.com/office/drawing/2014/main" id="{A5033B69-447D-4E4E-8526-77A9BB03B11F}"/>
              </a:ext>
            </a:extLst>
          </p:cNvPr>
          <p:cNvSpPr>
            <a:spLocks xmlns:a="http://schemas.openxmlformats.org/drawingml/2006/main" noGrp="1"/>
          </p:cNvSpPr>
          <p:nvPr/>
        </p:nvSpPr>
        <p:spPr>
          <a:xfrm xmlns:a="http://schemas.openxmlformats.org/drawingml/2006/main">
            <a:off x="1619250" y="5524500"/>
            <a:ext cx="895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900" b="1">
                <a:solidFill>
                  <a:srgbClr val="EF4444"/>
                </a:solidFill>
              </a:defRPr>
            </a:pPr>
            <a:r>
              <a:rPr sz="1900" b="1">
                <a:solidFill>
                  <a:srgbClr val="EF4444"/>
                </a:solidFill>
              </a:rPr>
              <a:t>Open question: how much is form, capacity, or compute efficiency?</a:t>
            </a:r>
          </a:p>
        </p:txBody>
      </p:sp>
      <p:sp>
        <p:nvSpPr>
          <p:cNvPr id="1479918334" name="">
            <a:extLst xmlns:a="http://schemas.openxmlformats.org/drawingml/2006/main">
              <a:ext uri="{FF2B5EF4-FFF2-40B4-BE49-F238E27FC236}">
                <a16:creationId xmlns:a16="http://schemas.microsoft.com/office/drawing/2014/main" id="{373EF69B-C37F-4490-8FB4-8BB117C03DA5}"/>
              </a:ext>
            </a:extLst>
          </p:cNvPr>
          <p:cNvSpPr>
            <a:spLocks xmlns:a="http://schemas.openxmlformats.org/drawingml/2006/main" noGrp="1"/>
          </p:cNvSpPr>
          <p:nvPr/>
        </p:nvSpPr>
        <p:spPr>
          <a:xfrm xmlns:a="http://schemas.openxmlformats.org/drawingml/2006/main">
            <a:off x="11106150" y="628650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00" b="0">
                <a:solidFill>
                  <a:srgbClr val="667085"/>
                </a:solidFill>
              </a:defRPr>
            </a:pPr>
            <a:r>
              <a:rPr sz="1000" b="0">
                <a:solidFill>
                  <a:srgbClr val="667085"/>
                </a:solidFill>
              </a:rPr>
              <a:t>47</a:t>
            </a:r>
          </a:p>
        </p:txBody>
      </p:sp>
    </p:spTree>
    <p:extLst>
      <p:ext uri="{BB962C8B-B14F-4D97-AF65-F5344CB8AC3E}">
        <p14:creationId xmlns:p14="http://schemas.microsoft.com/office/powerpoint/2010/main" val="1017838657"/>
      </p:ext>
    </p:extLst>
  </p:cSld>
</p:sld>
</file>

<file path=ppt/slides/slide48.xml><?xml version="1.0" encoding="utf-8"?>
<p:sld xmlns:p="http://schemas.openxmlformats.org/presentationml/2006/main" showMasterSp="1">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50399602" name="">
            <a:extLst xmlns:a="http://schemas.openxmlformats.org/drawingml/2006/main">
              <a:ext uri="{FF2B5EF4-FFF2-40B4-BE49-F238E27FC236}">
                <a16:creationId xmlns:a16="http://schemas.microsoft.com/office/drawing/2014/main" id="{3E969378-83E7-41BB-B3FB-7D73BA85BB79}"/>
              </a:ext>
            </a:extLst>
          </p:cNvPr>
          <p:cNvSpPr>
            <a:spLocks xmlns:a="http://schemas.openxmlformats.org/drawingml/2006/main" noGrp="1"/>
          </p:cNvSpPr>
          <p:nvPr/>
        </p:nvSpPr>
        <p:spPr>
          <a:xfrm xmlns:a="http://schemas.openxmlformats.org/drawingml/2006/main">
            <a:off x="609600" y="32385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563EB"/>
                </a:solidFill>
              </a:defRPr>
            </a:pPr>
            <a:r>
              <a:rPr sz="1200" b="1">
                <a:solidFill>
                  <a:srgbClr val="2563EB"/>
                </a:solidFill>
              </a:rPr>
              <a:t>Alternative generation</a:t>
            </a:r>
          </a:p>
        </p:txBody>
      </p:sp>
      <p:sp>
        <p:nvSpPr>
          <p:cNvPr id="882538347" name="">
            <a:extLst xmlns:a="http://schemas.openxmlformats.org/drawingml/2006/main">
              <a:ext uri="{FF2B5EF4-FFF2-40B4-BE49-F238E27FC236}">
                <a16:creationId xmlns:a16="http://schemas.microsoft.com/office/drawing/2014/main" id="{4A7E1E5B-E09F-41AE-9A82-E08F080955A6}"/>
              </a:ext>
            </a:extLst>
          </p:cNvPr>
          <p:cNvSpPr>
            <a:spLocks xmlns:a="http://schemas.openxmlformats.org/drawingml/2006/main" noGrp="1"/>
          </p:cNvSpPr>
          <p:nvPr/>
        </p:nvSpPr>
        <p:spPr>
          <a:xfrm xmlns:a="http://schemas.openxmlformats.org/drawingml/2006/main">
            <a:off x="609600" y="590549"/>
            <a:ext cx="10287000" cy="5905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000" b="1">
                <a:solidFill>
                  <a:srgbClr val="0B0F19"/>
                </a:solidFill>
              </a:defRPr>
            </a:pPr>
            <a:r>
              <a:rPr sz="3000" b="1">
                <a:solidFill>
                  <a:srgbClr val="0B0F19"/>
                </a:solidFill>
              </a:rPr>
              <a:t>Diffusion language models (dLLMs) denoise tokens</a:t>
            </a:r>
          </a:p>
        </p:txBody>
      </p:sp>
      <p:sp>
        <p:nvSpPr>
          <p:cNvPr id="1990867236" name="">
            <a:extLst xmlns:a="http://schemas.openxmlformats.org/drawingml/2006/main">
              <a:ext uri="{FF2B5EF4-FFF2-40B4-BE49-F238E27FC236}">
                <a16:creationId xmlns:a16="http://schemas.microsoft.com/office/drawing/2014/main" id="{8C0AA695-3108-40C0-AD93-91F8310752C3}"/>
              </a:ext>
            </a:extLst>
          </p:cNvPr>
          <p:cNvSpPr>
            <a:spLocks xmlns:a="http://schemas.openxmlformats.org/drawingml/2006/main" noGrp="1"/>
          </p:cNvSpPr>
          <p:nvPr/>
        </p:nvSpPr>
        <p:spPr>
          <a:xfrm xmlns:a="http://schemas.openxmlformats.org/drawingml/2006/main">
            <a:off x="704850" y="1466849"/>
            <a:ext cx="10782300" cy="4514850"/>
          </a:xfrm>
          <a:prstGeom xmlns:a="http://schemas.openxmlformats.org/drawingml/2006/main" prst="roundRect">
            <a:avLst>
              <a:gd name="adj" fmla="val 2532"/>
            </a:avLst>
          </a:prstGeom>
          <a:solidFill xmlns:a="http://schemas.openxmlformats.org/drawingml/2006/main">
            <a:srgbClr val="F8FAFC"/>
          </a:solidFill>
          <a:ln xmlns:a="http://schemas.openxmlformats.org/drawingml/2006/main" w="14288">
            <a:solidFill>
              <a:srgbClr val="E2E8F0"/>
            </a:solidFill>
            <a:prstDash val="solid"/>
          </a:ln>
        </p:spPr>
      </p:sp>
      <p:sp>
        <p:nvSpPr>
          <p:cNvPr id="9623161" name="">
            <a:extLst xmlns:a="http://schemas.openxmlformats.org/drawingml/2006/main">
              <a:ext uri="{FF2B5EF4-FFF2-40B4-BE49-F238E27FC236}">
                <a16:creationId xmlns:a16="http://schemas.microsoft.com/office/drawing/2014/main" id="{92D39BD8-96E5-435A-97BF-6D64B3957EF4}"/>
              </a:ext>
            </a:extLst>
          </p:cNvPr>
          <p:cNvSpPr>
            <a:spLocks xmlns:a="http://schemas.openxmlformats.org/drawingml/2006/main" noGrp="1"/>
          </p:cNvSpPr>
          <p:nvPr/>
        </p:nvSpPr>
        <p:spPr>
          <a:xfrm xmlns:a="http://schemas.openxmlformats.org/drawingml/2006/main">
            <a:off x="1123950" y="228600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650" b="1">
                <a:solidFill>
                  <a:srgbClr val="667085"/>
                </a:solidFill>
              </a:defRPr>
            </a:pPr>
            <a:r>
              <a:rPr sz="1650" b="1">
                <a:solidFill>
                  <a:srgbClr val="667085"/>
                </a:solidFill>
              </a:rPr>
              <a:t>noise</a:t>
            </a:r>
          </a:p>
        </p:txBody>
      </p:sp>
      <p:sp>
        <p:nvSpPr>
          <p:cNvPr id="114855873" name="">
            <a:extLst xmlns:a="http://schemas.openxmlformats.org/drawingml/2006/main">
              <a:ext uri="{FF2B5EF4-FFF2-40B4-BE49-F238E27FC236}">
                <a16:creationId xmlns:a16="http://schemas.microsoft.com/office/drawing/2014/main" id="{620D4FDF-EDA8-4B12-A015-301AC069E7AA}"/>
              </a:ext>
            </a:extLst>
          </p:cNvPr>
          <p:cNvSpPr>
            <a:spLocks xmlns:a="http://schemas.openxmlformats.org/drawingml/2006/main" noGrp="1"/>
          </p:cNvSpPr>
          <p:nvPr/>
        </p:nvSpPr>
        <p:spPr>
          <a:xfrm xmlns:a="http://schemas.openxmlformats.org/drawingml/2006/main">
            <a:off x="2619375" y="2190750"/>
            <a:ext cx="819150" cy="514350"/>
          </a:xfrm>
          <a:prstGeom xmlns:a="http://schemas.openxmlformats.org/drawingml/2006/main" prst="roundRect">
            <a:avLst>
              <a:gd name="adj" fmla="val 22222"/>
            </a:avLst>
          </a:prstGeom>
          <a:solidFill xmlns:a="http://schemas.openxmlformats.org/drawingml/2006/main">
            <a:srgbClr val="EEF2F7"/>
          </a:solidFill>
          <a:ln xmlns:a="http://schemas.openxmlformats.org/drawingml/2006/main" w="14288">
            <a:solidFill>
              <a:srgbClr val="CBD5E1"/>
            </a:solid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667085"/>
                </a:solidFill>
              </a:defRPr>
            </a:pPr>
            <a:r>
              <a:rPr sz="1200" b="1">
                <a:solidFill>
                  <a:srgbClr val="667085"/>
                </a:solidFill>
              </a:rPr>
              <a:t>[MASK]</a:t>
            </a:r>
          </a:p>
        </p:txBody>
      </p:sp>
      <p:sp>
        <p:nvSpPr>
          <p:cNvPr id="734158914" name="">
            <a:extLst xmlns:a="http://schemas.openxmlformats.org/drawingml/2006/main">
              <a:ext uri="{FF2B5EF4-FFF2-40B4-BE49-F238E27FC236}">
                <a16:creationId xmlns:a16="http://schemas.microsoft.com/office/drawing/2014/main" id="{07559B4F-BC19-4018-BDD3-626C328652F2}"/>
              </a:ext>
            </a:extLst>
          </p:cNvPr>
          <p:cNvSpPr>
            <a:spLocks xmlns:a="http://schemas.openxmlformats.org/drawingml/2006/main" noGrp="1"/>
          </p:cNvSpPr>
          <p:nvPr/>
        </p:nvSpPr>
        <p:spPr>
          <a:xfrm xmlns:a="http://schemas.openxmlformats.org/drawingml/2006/main">
            <a:off x="3619500" y="2190750"/>
            <a:ext cx="819150" cy="514350"/>
          </a:xfrm>
          <a:prstGeom xmlns:a="http://schemas.openxmlformats.org/drawingml/2006/main" prst="roundRect">
            <a:avLst>
              <a:gd name="adj" fmla="val 22222"/>
            </a:avLst>
          </a:prstGeom>
          <a:solidFill xmlns:a="http://schemas.openxmlformats.org/drawingml/2006/main">
            <a:srgbClr val="EEF2F7"/>
          </a:solidFill>
          <a:ln xmlns:a="http://schemas.openxmlformats.org/drawingml/2006/main" w="14288">
            <a:solidFill>
              <a:srgbClr val="CBD5E1"/>
            </a:solid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667085"/>
                </a:solidFill>
              </a:defRPr>
            </a:pPr>
            <a:r>
              <a:rPr sz="1200" b="1">
                <a:solidFill>
                  <a:srgbClr val="667085"/>
                </a:solidFill>
              </a:rPr>
              <a:t>[MASK]</a:t>
            </a:r>
          </a:p>
        </p:txBody>
      </p:sp>
      <p:sp>
        <p:nvSpPr>
          <p:cNvPr id="1596678257" name="">
            <a:extLst xmlns:a="http://schemas.openxmlformats.org/drawingml/2006/main">
              <a:ext uri="{FF2B5EF4-FFF2-40B4-BE49-F238E27FC236}">
                <a16:creationId xmlns:a16="http://schemas.microsoft.com/office/drawing/2014/main" id="{514D9FD5-F8F8-44A1-90D1-9E927BF70CA4}"/>
              </a:ext>
            </a:extLst>
          </p:cNvPr>
          <p:cNvSpPr>
            <a:spLocks xmlns:a="http://schemas.openxmlformats.org/drawingml/2006/main" noGrp="1"/>
          </p:cNvSpPr>
          <p:nvPr/>
        </p:nvSpPr>
        <p:spPr>
          <a:xfrm xmlns:a="http://schemas.openxmlformats.org/drawingml/2006/main">
            <a:off x="4619625" y="2190750"/>
            <a:ext cx="819150" cy="514350"/>
          </a:xfrm>
          <a:prstGeom xmlns:a="http://schemas.openxmlformats.org/drawingml/2006/main" prst="roundRect">
            <a:avLst>
              <a:gd name="adj" fmla="val 22222"/>
            </a:avLst>
          </a:prstGeom>
          <a:solidFill xmlns:a="http://schemas.openxmlformats.org/drawingml/2006/main">
            <a:srgbClr val="EEF2F7"/>
          </a:solidFill>
          <a:ln xmlns:a="http://schemas.openxmlformats.org/drawingml/2006/main" w="14288">
            <a:solidFill>
              <a:srgbClr val="CBD5E1"/>
            </a:solid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667085"/>
                </a:solidFill>
              </a:defRPr>
            </a:pPr>
            <a:r>
              <a:rPr sz="1200" b="1">
                <a:solidFill>
                  <a:srgbClr val="667085"/>
                </a:solidFill>
              </a:rPr>
              <a:t>[MASK]</a:t>
            </a:r>
          </a:p>
        </p:txBody>
      </p:sp>
      <p:sp>
        <p:nvSpPr>
          <p:cNvPr id="2059288132" name="">
            <a:extLst xmlns:a="http://schemas.openxmlformats.org/drawingml/2006/main">
              <a:ext uri="{FF2B5EF4-FFF2-40B4-BE49-F238E27FC236}">
                <a16:creationId xmlns:a16="http://schemas.microsoft.com/office/drawing/2014/main" id="{1BBA7B1E-9DC1-4783-B80C-D1BB582F2864}"/>
              </a:ext>
            </a:extLst>
          </p:cNvPr>
          <p:cNvSpPr>
            <a:spLocks xmlns:a="http://schemas.openxmlformats.org/drawingml/2006/main" noGrp="1"/>
          </p:cNvSpPr>
          <p:nvPr/>
        </p:nvSpPr>
        <p:spPr>
          <a:xfrm xmlns:a="http://schemas.openxmlformats.org/drawingml/2006/main">
            <a:off x="5619750" y="2190750"/>
            <a:ext cx="819150" cy="514350"/>
          </a:xfrm>
          <a:prstGeom xmlns:a="http://schemas.openxmlformats.org/drawingml/2006/main" prst="roundRect">
            <a:avLst>
              <a:gd name="adj" fmla="val 22222"/>
            </a:avLst>
          </a:prstGeom>
          <a:solidFill xmlns:a="http://schemas.openxmlformats.org/drawingml/2006/main">
            <a:srgbClr val="EEF2F7"/>
          </a:solidFill>
          <a:ln xmlns:a="http://schemas.openxmlformats.org/drawingml/2006/main" w="14288">
            <a:solidFill>
              <a:srgbClr val="CBD5E1"/>
            </a:solid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667085"/>
                </a:solidFill>
              </a:defRPr>
            </a:pPr>
            <a:r>
              <a:rPr sz="1200" b="1">
                <a:solidFill>
                  <a:srgbClr val="667085"/>
                </a:solidFill>
              </a:rPr>
              <a:t>[MASK]</a:t>
            </a:r>
          </a:p>
        </p:txBody>
      </p:sp>
      <p:sp>
        <p:nvSpPr>
          <p:cNvPr id="1010991303" name="">
            <a:extLst xmlns:a="http://schemas.openxmlformats.org/drawingml/2006/main">
              <a:ext uri="{FF2B5EF4-FFF2-40B4-BE49-F238E27FC236}">
                <a16:creationId xmlns:a16="http://schemas.microsoft.com/office/drawing/2014/main" id="{D8985F2E-8086-4005-9F32-5AEAA1C8B239}"/>
              </a:ext>
            </a:extLst>
          </p:cNvPr>
          <p:cNvSpPr>
            <a:spLocks xmlns:a="http://schemas.openxmlformats.org/drawingml/2006/main" noGrp="1"/>
          </p:cNvSpPr>
          <p:nvPr/>
        </p:nvSpPr>
        <p:spPr>
          <a:xfrm xmlns:a="http://schemas.openxmlformats.org/drawingml/2006/main">
            <a:off x="6619875" y="2190750"/>
            <a:ext cx="819150" cy="514350"/>
          </a:xfrm>
          <a:prstGeom xmlns:a="http://schemas.openxmlformats.org/drawingml/2006/main" prst="roundRect">
            <a:avLst>
              <a:gd name="adj" fmla="val 22222"/>
            </a:avLst>
          </a:prstGeom>
          <a:solidFill xmlns:a="http://schemas.openxmlformats.org/drawingml/2006/main">
            <a:srgbClr val="EEF2F7"/>
          </a:solidFill>
          <a:ln xmlns:a="http://schemas.openxmlformats.org/drawingml/2006/main" w="14288">
            <a:solidFill>
              <a:srgbClr val="CBD5E1"/>
            </a:solid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667085"/>
                </a:solidFill>
              </a:defRPr>
            </a:pPr>
            <a:r>
              <a:rPr sz="1200" b="1">
                <a:solidFill>
                  <a:srgbClr val="667085"/>
                </a:solidFill>
              </a:rPr>
              <a:t>[MASK]</a:t>
            </a:r>
          </a:p>
        </p:txBody>
      </p:sp>
      <p:sp>
        <p:nvSpPr>
          <p:cNvPr id="1730168993" name="">
            <a:extLst xmlns:a="http://schemas.openxmlformats.org/drawingml/2006/main">
              <a:ext uri="{FF2B5EF4-FFF2-40B4-BE49-F238E27FC236}">
                <a16:creationId xmlns:a16="http://schemas.microsoft.com/office/drawing/2014/main" id="{CBB8F00D-917B-475A-9CE5-715C753391A4}"/>
              </a:ext>
            </a:extLst>
          </p:cNvPr>
          <p:cNvSpPr>
            <a:spLocks xmlns:a="http://schemas.openxmlformats.org/drawingml/2006/main" noGrp="1"/>
          </p:cNvSpPr>
          <p:nvPr/>
        </p:nvSpPr>
        <p:spPr>
          <a:xfrm xmlns:a="http://schemas.openxmlformats.org/drawingml/2006/main">
            <a:off x="7620000" y="2190750"/>
            <a:ext cx="819150" cy="514350"/>
          </a:xfrm>
          <a:prstGeom xmlns:a="http://schemas.openxmlformats.org/drawingml/2006/main" prst="roundRect">
            <a:avLst>
              <a:gd name="adj" fmla="val 22222"/>
            </a:avLst>
          </a:prstGeom>
          <a:solidFill xmlns:a="http://schemas.openxmlformats.org/drawingml/2006/main">
            <a:srgbClr val="EEF2F7"/>
          </a:solidFill>
          <a:ln xmlns:a="http://schemas.openxmlformats.org/drawingml/2006/main" w="14288">
            <a:solidFill>
              <a:srgbClr val="CBD5E1"/>
            </a:solid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667085"/>
                </a:solidFill>
              </a:defRPr>
            </a:pPr>
            <a:r>
              <a:rPr sz="1200" b="1">
                <a:solidFill>
                  <a:srgbClr val="667085"/>
                </a:solidFill>
              </a:rPr>
              <a:t>[MASK]</a:t>
            </a:r>
          </a:p>
        </p:txBody>
      </p:sp>
      <p:sp>
        <p:nvSpPr>
          <p:cNvPr id="427538638" name="">
            <a:extLst xmlns:a="http://schemas.openxmlformats.org/drawingml/2006/main">
              <a:ext uri="{FF2B5EF4-FFF2-40B4-BE49-F238E27FC236}">
                <a16:creationId xmlns:a16="http://schemas.microsoft.com/office/drawing/2014/main" id="{7181FEC5-713F-4A5C-B475-CA78A9B6DA8E}"/>
              </a:ext>
            </a:extLst>
          </p:cNvPr>
          <p:cNvSpPr>
            <a:spLocks xmlns:a="http://schemas.openxmlformats.org/drawingml/2006/main" noGrp="1"/>
          </p:cNvSpPr>
          <p:nvPr/>
        </p:nvSpPr>
        <p:spPr>
          <a:xfrm xmlns:a="http://schemas.openxmlformats.org/drawingml/2006/main">
            <a:off x="5524500" y="2819400"/>
            <a:ext cx="9525" cy="285750"/>
          </a:xfrm>
          <a:prstGeom xmlns:a="http://schemas.openxmlformats.org/drawingml/2006/main" prst="line">
            <a:avLst/>
          </a:prstGeom>
          <a:noFill xmlns:a="http://schemas.openxmlformats.org/drawingml/2006/main"/>
          <a:ln xmlns:a="http://schemas.openxmlformats.org/drawingml/2006/main" w="23813">
            <a:solidFill>
              <a:srgbClr val="CBD5E1"/>
            </a:solidFill>
            <a:prstDash val="solid"/>
          </a:ln>
        </p:spPr>
      </p:sp>
      <p:sp>
        <p:nvSpPr>
          <p:cNvPr id="317775177" name="">
            <a:extLst xmlns:a="http://schemas.openxmlformats.org/drawingml/2006/main">
              <a:ext uri="{FF2B5EF4-FFF2-40B4-BE49-F238E27FC236}">
                <a16:creationId xmlns:a16="http://schemas.microsoft.com/office/drawing/2014/main" id="{057C16F3-C890-474E-BA08-C78F682331B5}"/>
              </a:ext>
            </a:extLst>
          </p:cNvPr>
          <p:cNvSpPr>
            <a:spLocks xmlns:a="http://schemas.openxmlformats.org/drawingml/2006/main" noGrp="1"/>
          </p:cNvSpPr>
          <p:nvPr/>
        </p:nvSpPr>
        <p:spPr>
          <a:xfrm xmlns:a="http://schemas.openxmlformats.org/drawingml/2006/main">
            <a:off x="1123950" y="331470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650" b="1">
                <a:solidFill>
                  <a:srgbClr val="F97316"/>
                </a:solidFill>
              </a:defRPr>
            </a:pPr>
            <a:r>
              <a:rPr sz="1650" b="1">
                <a:solidFill>
                  <a:srgbClr val="F97316"/>
                </a:solidFill>
              </a:rPr>
              <a:t>step 1</a:t>
            </a:r>
          </a:p>
        </p:txBody>
      </p:sp>
      <p:sp>
        <p:nvSpPr>
          <p:cNvPr id="947755656" name="">
            <a:extLst xmlns:a="http://schemas.openxmlformats.org/drawingml/2006/main">
              <a:ext uri="{FF2B5EF4-FFF2-40B4-BE49-F238E27FC236}">
                <a16:creationId xmlns:a16="http://schemas.microsoft.com/office/drawing/2014/main" id="{F1F734A9-1EA6-4049-BB7E-2702F3B3FB74}"/>
              </a:ext>
            </a:extLst>
          </p:cNvPr>
          <p:cNvSpPr>
            <a:spLocks xmlns:a="http://schemas.openxmlformats.org/drawingml/2006/main" noGrp="1"/>
          </p:cNvSpPr>
          <p:nvPr/>
        </p:nvSpPr>
        <p:spPr>
          <a:xfrm xmlns:a="http://schemas.openxmlformats.org/drawingml/2006/main">
            <a:off x="2619375" y="3219449"/>
            <a:ext cx="819150" cy="514350"/>
          </a:xfrm>
          <a:prstGeom xmlns:a="http://schemas.openxmlformats.org/drawingml/2006/main" prst="roundRect">
            <a:avLst>
              <a:gd name="adj" fmla="val 22222"/>
            </a:avLst>
          </a:prstGeom>
          <a:solidFill xmlns:a="http://schemas.openxmlformats.org/drawingml/2006/main">
            <a:srgbClr val="FFFFFF"/>
          </a:solidFill>
          <a:ln xmlns:a="http://schemas.openxmlformats.org/drawingml/2006/main" w="14288">
            <a:solidFill>
              <a:srgbClr val="F97316"/>
            </a:solidFill>
            <a:prstDash val="solid"/>
          </a:ln>
        </p:spPr>
        <p:txBody>
          <a:bodyPr xmlns:a="http://schemas.openxmlformats.org/drawingml/2006/main"/>
          <a:lstStyle xmlns:a="http://schemas.openxmlformats.org/drawingml/2006/main"/>
          <a:p xmlns:a="http://schemas.openxmlformats.org/drawingml/2006/main">
            <a:pPr algn="ctr">
              <a:buNone/>
              <a:defRPr sz="1500" b="1">
                <a:solidFill>
                  <a:srgbClr val="0B0F19"/>
                </a:solidFill>
              </a:defRPr>
            </a:pPr>
            <a:r>
              <a:rPr sz="1500" b="1">
                <a:solidFill>
                  <a:srgbClr val="0B0F19"/>
                </a:solidFill>
              </a:rPr>
              <a:t>The</a:t>
            </a:r>
          </a:p>
        </p:txBody>
      </p:sp>
      <p:sp>
        <p:nvSpPr>
          <p:cNvPr id="1310797680" name="">
            <a:extLst xmlns:a="http://schemas.openxmlformats.org/drawingml/2006/main">
              <a:ext uri="{FF2B5EF4-FFF2-40B4-BE49-F238E27FC236}">
                <a16:creationId xmlns:a16="http://schemas.microsoft.com/office/drawing/2014/main" id="{C9491E58-3697-4403-A2E3-DC22804E3490}"/>
              </a:ext>
            </a:extLst>
          </p:cNvPr>
          <p:cNvSpPr>
            <a:spLocks xmlns:a="http://schemas.openxmlformats.org/drawingml/2006/main" noGrp="1"/>
          </p:cNvSpPr>
          <p:nvPr/>
        </p:nvSpPr>
        <p:spPr>
          <a:xfrm xmlns:a="http://schemas.openxmlformats.org/drawingml/2006/main">
            <a:off x="3619500" y="3219449"/>
            <a:ext cx="819150" cy="514350"/>
          </a:xfrm>
          <a:prstGeom xmlns:a="http://schemas.openxmlformats.org/drawingml/2006/main" prst="roundRect">
            <a:avLst>
              <a:gd name="adj" fmla="val 22222"/>
            </a:avLst>
          </a:prstGeom>
          <a:solidFill xmlns:a="http://schemas.openxmlformats.org/drawingml/2006/main">
            <a:srgbClr val="EEF2F7"/>
          </a:solidFill>
          <a:ln xmlns:a="http://schemas.openxmlformats.org/drawingml/2006/main" w="14288">
            <a:solidFill>
              <a:srgbClr val="CBD5E1"/>
            </a:solid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667085"/>
                </a:solidFill>
              </a:defRPr>
            </a:pPr>
            <a:r>
              <a:rPr sz="1200" b="1">
                <a:solidFill>
                  <a:srgbClr val="667085"/>
                </a:solidFill>
              </a:rPr>
              <a:t>[MASK]</a:t>
            </a:r>
          </a:p>
        </p:txBody>
      </p:sp>
      <p:sp>
        <p:nvSpPr>
          <p:cNvPr id="1996140324" name="">
            <a:extLst xmlns:a="http://schemas.openxmlformats.org/drawingml/2006/main">
              <a:ext uri="{FF2B5EF4-FFF2-40B4-BE49-F238E27FC236}">
                <a16:creationId xmlns:a16="http://schemas.microsoft.com/office/drawing/2014/main" id="{EE83BB8F-0715-420D-BDF1-48FA0A863811}"/>
              </a:ext>
            </a:extLst>
          </p:cNvPr>
          <p:cNvSpPr>
            <a:spLocks xmlns:a="http://schemas.openxmlformats.org/drawingml/2006/main" noGrp="1"/>
          </p:cNvSpPr>
          <p:nvPr/>
        </p:nvSpPr>
        <p:spPr>
          <a:xfrm xmlns:a="http://schemas.openxmlformats.org/drawingml/2006/main">
            <a:off x="4619625" y="3219449"/>
            <a:ext cx="819150" cy="514350"/>
          </a:xfrm>
          <a:prstGeom xmlns:a="http://schemas.openxmlformats.org/drawingml/2006/main" prst="roundRect">
            <a:avLst>
              <a:gd name="adj" fmla="val 22222"/>
            </a:avLst>
          </a:prstGeom>
          <a:solidFill xmlns:a="http://schemas.openxmlformats.org/drawingml/2006/main">
            <a:srgbClr val="FFFFFF"/>
          </a:solidFill>
          <a:ln xmlns:a="http://schemas.openxmlformats.org/drawingml/2006/main" w="14288">
            <a:solidFill>
              <a:srgbClr val="F97316"/>
            </a:solidFill>
            <a:prstDash val="solid"/>
          </a:ln>
        </p:spPr>
        <p:txBody>
          <a:bodyPr xmlns:a="http://schemas.openxmlformats.org/drawingml/2006/main"/>
          <a:lstStyle xmlns:a="http://schemas.openxmlformats.org/drawingml/2006/main"/>
          <a:p xmlns:a="http://schemas.openxmlformats.org/drawingml/2006/main">
            <a:pPr algn="ctr">
              <a:buNone/>
              <a:defRPr sz="1500" b="1">
                <a:solidFill>
                  <a:srgbClr val="0B0F19"/>
                </a:solidFill>
              </a:defRPr>
            </a:pPr>
            <a:r>
              <a:rPr sz="1500" b="1">
                <a:solidFill>
                  <a:srgbClr val="0B0F19"/>
                </a:solidFill>
              </a:rPr>
              <a:t>learns</a:t>
            </a:r>
          </a:p>
        </p:txBody>
      </p:sp>
      <p:sp>
        <p:nvSpPr>
          <p:cNvPr id="242163071" name="">
            <a:extLst xmlns:a="http://schemas.openxmlformats.org/drawingml/2006/main">
              <a:ext uri="{FF2B5EF4-FFF2-40B4-BE49-F238E27FC236}">
                <a16:creationId xmlns:a16="http://schemas.microsoft.com/office/drawing/2014/main" id="{FC0D985F-781D-43AB-A4AE-AB48329B58DD}"/>
              </a:ext>
            </a:extLst>
          </p:cNvPr>
          <p:cNvSpPr>
            <a:spLocks xmlns:a="http://schemas.openxmlformats.org/drawingml/2006/main" noGrp="1"/>
          </p:cNvSpPr>
          <p:nvPr/>
        </p:nvSpPr>
        <p:spPr>
          <a:xfrm xmlns:a="http://schemas.openxmlformats.org/drawingml/2006/main">
            <a:off x="5619750" y="3219449"/>
            <a:ext cx="819150" cy="514350"/>
          </a:xfrm>
          <a:prstGeom xmlns:a="http://schemas.openxmlformats.org/drawingml/2006/main" prst="roundRect">
            <a:avLst>
              <a:gd name="adj" fmla="val 22222"/>
            </a:avLst>
          </a:prstGeom>
          <a:solidFill xmlns:a="http://schemas.openxmlformats.org/drawingml/2006/main">
            <a:srgbClr val="EEF2F7"/>
          </a:solidFill>
          <a:ln xmlns:a="http://schemas.openxmlformats.org/drawingml/2006/main" w="14288">
            <a:solidFill>
              <a:srgbClr val="CBD5E1"/>
            </a:solid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667085"/>
                </a:solidFill>
              </a:defRPr>
            </a:pPr>
            <a:r>
              <a:rPr sz="1200" b="1">
                <a:solidFill>
                  <a:srgbClr val="667085"/>
                </a:solidFill>
              </a:rPr>
              <a:t>[MASK]</a:t>
            </a:r>
          </a:p>
        </p:txBody>
      </p:sp>
      <p:sp>
        <p:nvSpPr>
          <p:cNvPr id="787924440" name="">
            <a:extLst xmlns:a="http://schemas.openxmlformats.org/drawingml/2006/main">
              <a:ext uri="{FF2B5EF4-FFF2-40B4-BE49-F238E27FC236}">
                <a16:creationId xmlns:a16="http://schemas.microsoft.com/office/drawing/2014/main" id="{9101B335-6C73-4EED-A262-3EC5F1A6722E}"/>
              </a:ext>
            </a:extLst>
          </p:cNvPr>
          <p:cNvSpPr>
            <a:spLocks xmlns:a="http://schemas.openxmlformats.org/drawingml/2006/main" noGrp="1"/>
          </p:cNvSpPr>
          <p:nvPr/>
        </p:nvSpPr>
        <p:spPr>
          <a:xfrm xmlns:a="http://schemas.openxmlformats.org/drawingml/2006/main">
            <a:off x="6619875" y="3219449"/>
            <a:ext cx="819150" cy="514350"/>
          </a:xfrm>
          <a:prstGeom xmlns:a="http://schemas.openxmlformats.org/drawingml/2006/main" prst="roundRect">
            <a:avLst>
              <a:gd name="adj" fmla="val 22222"/>
            </a:avLst>
          </a:prstGeom>
          <a:solidFill xmlns:a="http://schemas.openxmlformats.org/drawingml/2006/main">
            <a:srgbClr val="EEF2F7"/>
          </a:solidFill>
          <a:ln xmlns:a="http://schemas.openxmlformats.org/drawingml/2006/main" w="14288">
            <a:solidFill>
              <a:srgbClr val="CBD5E1"/>
            </a:solid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667085"/>
                </a:solidFill>
              </a:defRPr>
            </a:pPr>
            <a:r>
              <a:rPr sz="1200" b="1">
                <a:solidFill>
                  <a:srgbClr val="667085"/>
                </a:solidFill>
              </a:rPr>
              <a:t>[MASK]</a:t>
            </a:r>
          </a:p>
        </p:txBody>
      </p:sp>
      <p:sp>
        <p:nvSpPr>
          <p:cNvPr id="2036973234" name="">
            <a:extLst xmlns:a="http://schemas.openxmlformats.org/drawingml/2006/main">
              <a:ext uri="{FF2B5EF4-FFF2-40B4-BE49-F238E27FC236}">
                <a16:creationId xmlns:a16="http://schemas.microsoft.com/office/drawing/2014/main" id="{0F9A4B43-79DB-49A4-87E2-036BC49E736F}"/>
              </a:ext>
            </a:extLst>
          </p:cNvPr>
          <p:cNvSpPr>
            <a:spLocks xmlns:a="http://schemas.openxmlformats.org/drawingml/2006/main" noGrp="1"/>
          </p:cNvSpPr>
          <p:nvPr/>
        </p:nvSpPr>
        <p:spPr>
          <a:xfrm xmlns:a="http://schemas.openxmlformats.org/drawingml/2006/main">
            <a:off x="7620000" y="3219449"/>
            <a:ext cx="819150" cy="514350"/>
          </a:xfrm>
          <a:prstGeom xmlns:a="http://schemas.openxmlformats.org/drawingml/2006/main" prst="roundRect">
            <a:avLst>
              <a:gd name="adj" fmla="val 22222"/>
            </a:avLst>
          </a:prstGeom>
          <a:solidFill xmlns:a="http://schemas.openxmlformats.org/drawingml/2006/main">
            <a:srgbClr val="FFFFFF"/>
          </a:solidFill>
          <a:ln xmlns:a="http://schemas.openxmlformats.org/drawingml/2006/main" w="14288">
            <a:solidFill>
              <a:srgbClr val="F97316"/>
            </a:solidFill>
            <a:prstDash val="solid"/>
          </a:ln>
        </p:spPr>
        <p:txBody>
          <a:bodyPr xmlns:a="http://schemas.openxmlformats.org/drawingml/2006/main"/>
          <a:lstStyle xmlns:a="http://schemas.openxmlformats.org/drawingml/2006/main"/>
          <a:p xmlns:a="http://schemas.openxmlformats.org/drawingml/2006/main">
            <a:pPr algn="ctr">
              <a:buNone/>
              <a:defRPr sz="1500" b="1">
                <a:solidFill>
                  <a:srgbClr val="0B0F19"/>
                </a:solidFill>
              </a:defRPr>
            </a:pPr>
            <a:r>
              <a:rPr sz="1500" b="1">
                <a:solidFill>
                  <a:srgbClr val="0B0F19"/>
                </a:solidFill>
              </a:rPr>
              <a:t>.</a:t>
            </a:r>
          </a:p>
        </p:txBody>
      </p:sp>
      <p:sp>
        <p:nvSpPr>
          <p:cNvPr id="2017847099" name="">
            <a:extLst xmlns:a="http://schemas.openxmlformats.org/drawingml/2006/main">
              <a:ext uri="{FF2B5EF4-FFF2-40B4-BE49-F238E27FC236}">
                <a16:creationId xmlns:a16="http://schemas.microsoft.com/office/drawing/2014/main" id="{155BF193-0A2D-4BEB-95C1-CB72A9147FA1}"/>
              </a:ext>
            </a:extLst>
          </p:cNvPr>
          <p:cNvSpPr>
            <a:spLocks xmlns:a="http://schemas.openxmlformats.org/drawingml/2006/main" noGrp="1"/>
          </p:cNvSpPr>
          <p:nvPr/>
        </p:nvSpPr>
        <p:spPr>
          <a:xfrm xmlns:a="http://schemas.openxmlformats.org/drawingml/2006/main">
            <a:off x="5524500" y="3848100"/>
            <a:ext cx="9525" cy="285750"/>
          </a:xfrm>
          <a:prstGeom xmlns:a="http://schemas.openxmlformats.org/drawingml/2006/main" prst="line">
            <a:avLst/>
          </a:prstGeom>
          <a:noFill xmlns:a="http://schemas.openxmlformats.org/drawingml/2006/main"/>
          <a:ln xmlns:a="http://schemas.openxmlformats.org/drawingml/2006/main" w="23813">
            <a:solidFill>
              <a:srgbClr val="CBD5E1"/>
            </a:solidFill>
            <a:prstDash val="solid"/>
          </a:ln>
        </p:spPr>
      </p:sp>
      <p:sp>
        <p:nvSpPr>
          <p:cNvPr id="420069149" name="">
            <a:extLst xmlns:a="http://schemas.openxmlformats.org/drawingml/2006/main">
              <a:ext uri="{FF2B5EF4-FFF2-40B4-BE49-F238E27FC236}">
                <a16:creationId xmlns:a16="http://schemas.microsoft.com/office/drawing/2014/main" id="{79C99421-6CB7-409F-B7F5-6E2409F7ED1A}"/>
              </a:ext>
            </a:extLst>
          </p:cNvPr>
          <p:cNvSpPr>
            <a:spLocks xmlns:a="http://schemas.openxmlformats.org/drawingml/2006/main" noGrp="1"/>
          </p:cNvSpPr>
          <p:nvPr/>
        </p:nvSpPr>
        <p:spPr>
          <a:xfrm xmlns:a="http://schemas.openxmlformats.org/drawingml/2006/main">
            <a:off x="1123950" y="434340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650" b="1">
                <a:solidFill>
                  <a:srgbClr val="10B981"/>
                </a:solidFill>
              </a:defRPr>
            </a:pPr>
            <a:r>
              <a:rPr sz="1650" b="1">
                <a:solidFill>
                  <a:srgbClr val="10B981"/>
                </a:solidFill>
              </a:rPr>
              <a:t>step 2</a:t>
            </a:r>
          </a:p>
        </p:txBody>
      </p:sp>
      <p:sp>
        <p:nvSpPr>
          <p:cNvPr id="1532010384" name="">
            <a:extLst xmlns:a="http://schemas.openxmlformats.org/drawingml/2006/main">
              <a:ext uri="{FF2B5EF4-FFF2-40B4-BE49-F238E27FC236}">
                <a16:creationId xmlns:a16="http://schemas.microsoft.com/office/drawing/2014/main" id="{F89982A1-0F50-41CF-81C4-A9B03F2FA45C}"/>
              </a:ext>
            </a:extLst>
          </p:cNvPr>
          <p:cNvSpPr>
            <a:spLocks xmlns:a="http://schemas.openxmlformats.org/drawingml/2006/main" noGrp="1"/>
          </p:cNvSpPr>
          <p:nvPr/>
        </p:nvSpPr>
        <p:spPr>
          <a:xfrm xmlns:a="http://schemas.openxmlformats.org/drawingml/2006/main">
            <a:off x="2619375" y="4248150"/>
            <a:ext cx="819150" cy="514350"/>
          </a:xfrm>
          <a:prstGeom xmlns:a="http://schemas.openxmlformats.org/drawingml/2006/main" prst="roundRect">
            <a:avLst>
              <a:gd name="adj" fmla="val 22222"/>
            </a:avLst>
          </a:prstGeom>
          <a:solidFill xmlns:a="http://schemas.openxmlformats.org/drawingml/2006/main">
            <a:srgbClr val="FFFFFF"/>
          </a:solidFill>
          <a:ln xmlns:a="http://schemas.openxmlformats.org/drawingml/2006/main" w="14288">
            <a:solidFill>
              <a:srgbClr val="10B981"/>
            </a:solidFill>
            <a:prstDash val="solid"/>
          </a:ln>
        </p:spPr>
        <p:txBody>
          <a:bodyPr xmlns:a="http://schemas.openxmlformats.org/drawingml/2006/main"/>
          <a:lstStyle xmlns:a="http://schemas.openxmlformats.org/drawingml/2006/main"/>
          <a:p xmlns:a="http://schemas.openxmlformats.org/drawingml/2006/main">
            <a:pPr algn="ctr">
              <a:buNone/>
              <a:defRPr sz="1500" b="1">
                <a:solidFill>
                  <a:srgbClr val="0B0F19"/>
                </a:solidFill>
              </a:defRPr>
            </a:pPr>
            <a:r>
              <a:rPr sz="1500" b="1">
                <a:solidFill>
                  <a:srgbClr val="0B0F19"/>
                </a:solidFill>
              </a:rPr>
              <a:t>The</a:t>
            </a:r>
          </a:p>
        </p:txBody>
      </p:sp>
      <p:sp>
        <p:nvSpPr>
          <p:cNvPr id="1983276118" name="">
            <a:extLst xmlns:a="http://schemas.openxmlformats.org/drawingml/2006/main">
              <a:ext uri="{FF2B5EF4-FFF2-40B4-BE49-F238E27FC236}">
                <a16:creationId xmlns:a16="http://schemas.microsoft.com/office/drawing/2014/main" id="{DBB2BAC2-511D-4821-942C-7AB9E6F06D2E}"/>
              </a:ext>
            </a:extLst>
          </p:cNvPr>
          <p:cNvSpPr>
            <a:spLocks xmlns:a="http://schemas.openxmlformats.org/drawingml/2006/main" noGrp="1"/>
          </p:cNvSpPr>
          <p:nvPr/>
        </p:nvSpPr>
        <p:spPr>
          <a:xfrm xmlns:a="http://schemas.openxmlformats.org/drawingml/2006/main">
            <a:off x="3619500" y="4248150"/>
            <a:ext cx="819150" cy="514350"/>
          </a:xfrm>
          <a:prstGeom xmlns:a="http://schemas.openxmlformats.org/drawingml/2006/main" prst="roundRect">
            <a:avLst>
              <a:gd name="adj" fmla="val 22222"/>
            </a:avLst>
          </a:prstGeom>
          <a:solidFill xmlns:a="http://schemas.openxmlformats.org/drawingml/2006/main">
            <a:srgbClr val="FFFFFF"/>
          </a:solidFill>
          <a:ln xmlns:a="http://schemas.openxmlformats.org/drawingml/2006/main" w="14288">
            <a:solidFill>
              <a:srgbClr val="10B981"/>
            </a:solidFill>
            <a:prstDash val="solid"/>
          </a:ln>
        </p:spPr>
        <p:txBody>
          <a:bodyPr xmlns:a="http://schemas.openxmlformats.org/drawingml/2006/main"/>
          <a:lstStyle xmlns:a="http://schemas.openxmlformats.org/drawingml/2006/main"/>
          <a:p xmlns:a="http://schemas.openxmlformats.org/drawingml/2006/main">
            <a:pPr algn="ctr">
              <a:buNone/>
              <a:defRPr sz="1500" b="1">
                <a:solidFill>
                  <a:srgbClr val="0B0F19"/>
                </a:solidFill>
              </a:defRPr>
            </a:pPr>
            <a:r>
              <a:rPr sz="1500" b="1">
                <a:solidFill>
                  <a:srgbClr val="0B0F19"/>
                </a:solidFill>
              </a:rPr>
              <a:t>model</a:t>
            </a:r>
          </a:p>
        </p:txBody>
      </p:sp>
      <p:sp>
        <p:nvSpPr>
          <p:cNvPr id="1047163947" name="">
            <a:extLst xmlns:a="http://schemas.openxmlformats.org/drawingml/2006/main">
              <a:ext uri="{FF2B5EF4-FFF2-40B4-BE49-F238E27FC236}">
                <a16:creationId xmlns:a16="http://schemas.microsoft.com/office/drawing/2014/main" id="{2A4897EF-45D0-4786-8EB8-488622925F69}"/>
              </a:ext>
            </a:extLst>
          </p:cNvPr>
          <p:cNvSpPr>
            <a:spLocks xmlns:a="http://schemas.openxmlformats.org/drawingml/2006/main" noGrp="1"/>
          </p:cNvSpPr>
          <p:nvPr/>
        </p:nvSpPr>
        <p:spPr>
          <a:xfrm xmlns:a="http://schemas.openxmlformats.org/drawingml/2006/main">
            <a:off x="4619625" y="4248150"/>
            <a:ext cx="819150" cy="514350"/>
          </a:xfrm>
          <a:prstGeom xmlns:a="http://schemas.openxmlformats.org/drawingml/2006/main" prst="roundRect">
            <a:avLst>
              <a:gd name="adj" fmla="val 22222"/>
            </a:avLst>
          </a:prstGeom>
          <a:solidFill xmlns:a="http://schemas.openxmlformats.org/drawingml/2006/main">
            <a:srgbClr val="FFFFFF"/>
          </a:solidFill>
          <a:ln xmlns:a="http://schemas.openxmlformats.org/drawingml/2006/main" w="14288">
            <a:solidFill>
              <a:srgbClr val="10B981"/>
            </a:solidFill>
            <a:prstDash val="solid"/>
          </a:ln>
        </p:spPr>
        <p:txBody>
          <a:bodyPr xmlns:a="http://schemas.openxmlformats.org/drawingml/2006/main"/>
          <a:lstStyle xmlns:a="http://schemas.openxmlformats.org/drawingml/2006/main"/>
          <a:p xmlns:a="http://schemas.openxmlformats.org/drawingml/2006/main">
            <a:pPr algn="ctr">
              <a:buNone/>
              <a:defRPr sz="1500" b="1">
                <a:solidFill>
                  <a:srgbClr val="0B0F19"/>
                </a:solidFill>
              </a:defRPr>
            </a:pPr>
            <a:r>
              <a:rPr sz="1500" b="1">
                <a:solidFill>
                  <a:srgbClr val="0B0F19"/>
                </a:solidFill>
              </a:rPr>
              <a:t>learns</a:t>
            </a:r>
          </a:p>
        </p:txBody>
      </p:sp>
      <p:sp>
        <p:nvSpPr>
          <p:cNvPr id="523171808" name="">
            <a:extLst xmlns:a="http://schemas.openxmlformats.org/drawingml/2006/main">
              <a:ext uri="{FF2B5EF4-FFF2-40B4-BE49-F238E27FC236}">
                <a16:creationId xmlns:a16="http://schemas.microsoft.com/office/drawing/2014/main" id="{072A419A-D012-4F3C-BB51-E3F6344ABFE8}"/>
              </a:ext>
            </a:extLst>
          </p:cNvPr>
          <p:cNvSpPr>
            <a:spLocks xmlns:a="http://schemas.openxmlformats.org/drawingml/2006/main" noGrp="1"/>
          </p:cNvSpPr>
          <p:nvPr/>
        </p:nvSpPr>
        <p:spPr>
          <a:xfrm xmlns:a="http://schemas.openxmlformats.org/drawingml/2006/main">
            <a:off x="5619750" y="4248150"/>
            <a:ext cx="819150" cy="514350"/>
          </a:xfrm>
          <a:prstGeom xmlns:a="http://schemas.openxmlformats.org/drawingml/2006/main" prst="roundRect">
            <a:avLst>
              <a:gd name="adj" fmla="val 22222"/>
            </a:avLst>
          </a:prstGeom>
          <a:solidFill xmlns:a="http://schemas.openxmlformats.org/drawingml/2006/main">
            <a:srgbClr val="FFFFFF"/>
          </a:solidFill>
          <a:ln xmlns:a="http://schemas.openxmlformats.org/drawingml/2006/main" w="14288">
            <a:solidFill>
              <a:srgbClr val="10B981"/>
            </a:solidFill>
            <a:prstDash val="solid"/>
          </a:ln>
        </p:spPr>
        <p:txBody>
          <a:bodyPr xmlns:a="http://schemas.openxmlformats.org/drawingml/2006/main"/>
          <a:lstStyle xmlns:a="http://schemas.openxmlformats.org/drawingml/2006/main"/>
          <a:p xmlns:a="http://schemas.openxmlformats.org/drawingml/2006/main">
            <a:pPr algn="ctr">
              <a:buNone/>
              <a:defRPr sz="1500" b="1">
                <a:solidFill>
                  <a:srgbClr val="0B0F19"/>
                </a:solidFill>
              </a:defRPr>
            </a:pPr>
            <a:r>
              <a:rPr sz="1500" b="1">
                <a:solidFill>
                  <a:srgbClr val="0B0F19"/>
                </a:solidFill>
              </a:rPr>
              <a:t>from</a:t>
            </a:r>
          </a:p>
        </p:txBody>
      </p:sp>
      <p:sp>
        <p:nvSpPr>
          <p:cNvPr id="752356457" name="">
            <a:extLst xmlns:a="http://schemas.openxmlformats.org/drawingml/2006/main">
              <a:ext uri="{FF2B5EF4-FFF2-40B4-BE49-F238E27FC236}">
                <a16:creationId xmlns:a16="http://schemas.microsoft.com/office/drawing/2014/main" id="{2F240921-E0CC-4147-A347-C1320A2A4558}"/>
              </a:ext>
            </a:extLst>
          </p:cNvPr>
          <p:cNvSpPr>
            <a:spLocks xmlns:a="http://schemas.openxmlformats.org/drawingml/2006/main" noGrp="1"/>
          </p:cNvSpPr>
          <p:nvPr/>
        </p:nvSpPr>
        <p:spPr>
          <a:xfrm xmlns:a="http://schemas.openxmlformats.org/drawingml/2006/main">
            <a:off x="6619875" y="4248150"/>
            <a:ext cx="819150" cy="514350"/>
          </a:xfrm>
          <a:prstGeom xmlns:a="http://schemas.openxmlformats.org/drawingml/2006/main" prst="roundRect">
            <a:avLst>
              <a:gd name="adj" fmla="val 22222"/>
            </a:avLst>
          </a:prstGeom>
          <a:solidFill xmlns:a="http://schemas.openxmlformats.org/drawingml/2006/main">
            <a:srgbClr val="EEF2F7"/>
          </a:solidFill>
          <a:ln xmlns:a="http://schemas.openxmlformats.org/drawingml/2006/main" w="14288">
            <a:solidFill>
              <a:srgbClr val="CBD5E1"/>
            </a:solid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667085"/>
                </a:solidFill>
              </a:defRPr>
            </a:pPr>
            <a:r>
              <a:rPr sz="1200" b="1">
                <a:solidFill>
                  <a:srgbClr val="667085"/>
                </a:solidFill>
              </a:rPr>
              <a:t>[MASK]</a:t>
            </a:r>
          </a:p>
        </p:txBody>
      </p:sp>
      <p:sp>
        <p:nvSpPr>
          <p:cNvPr id="816374806" name="">
            <a:extLst xmlns:a="http://schemas.openxmlformats.org/drawingml/2006/main">
              <a:ext uri="{FF2B5EF4-FFF2-40B4-BE49-F238E27FC236}">
                <a16:creationId xmlns:a16="http://schemas.microsoft.com/office/drawing/2014/main" id="{D6DCB055-FD74-4C4B-980B-203737A17A0F}"/>
              </a:ext>
            </a:extLst>
          </p:cNvPr>
          <p:cNvSpPr>
            <a:spLocks xmlns:a="http://schemas.openxmlformats.org/drawingml/2006/main" noGrp="1"/>
          </p:cNvSpPr>
          <p:nvPr/>
        </p:nvSpPr>
        <p:spPr>
          <a:xfrm xmlns:a="http://schemas.openxmlformats.org/drawingml/2006/main">
            <a:off x="7620000" y="4248150"/>
            <a:ext cx="819150" cy="514350"/>
          </a:xfrm>
          <a:prstGeom xmlns:a="http://schemas.openxmlformats.org/drawingml/2006/main" prst="roundRect">
            <a:avLst>
              <a:gd name="adj" fmla="val 22222"/>
            </a:avLst>
          </a:prstGeom>
          <a:solidFill xmlns:a="http://schemas.openxmlformats.org/drawingml/2006/main">
            <a:srgbClr val="FFFFFF"/>
          </a:solidFill>
          <a:ln xmlns:a="http://schemas.openxmlformats.org/drawingml/2006/main" w="14288">
            <a:solidFill>
              <a:srgbClr val="10B981"/>
            </a:solidFill>
            <a:prstDash val="solid"/>
          </a:ln>
        </p:spPr>
        <p:txBody>
          <a:bodyPr xmlns:a="http://schemas.openxmlformats.org/drawingml/2006/main"/>
          <a:lstStyle xmlns:a="http://schemas.openxmlformats.org/drawingml/2006/main"/>
          <a:p xmlns:a="http://schemas.openxmlformats.org/drawingml/2006/main">
            <a:pPr algn="ctr">
              <a:buNone/>
              <a:defRPr sz="1500" b="1">
                <a:solidFill>
                  <a:srgbClr val="0B0F19"/>
                </a:solidFill>
              </a:defRPr>
            </a:pPr>
            <a:r>
              <a:rPr sz="1500" b="1">
                <a:solidFill>
                  <a:srgbClr val="0B0F19"/>
                </a:solidFill>
              </a:rPr>
              <a:t>.</a:t>
            </a:r>
          </a:p>
        </p:txBody>
      </p:sp>
      <p:sp>
        <p:nvSpPr>
          <p:cNvPr id="1386166302" name="">
            <a:extLst xmlns:a="http://schemas.openxmlformats.org/drawingml/2006/main">
              <a:ext uri="{FF2B5EF4-FFF2-40B4-BE49-F238E27FC236}">
                <a16:creationId xmlns:a16="http://schemas.microsoft.com/office/drawing/2014/main" id="{61447591-4C90-4785-82A5-9BFD6648AB25}"/>
              </a:ext>
            </a:extLst>
          </p:cNvPr>
          <p:cNvSpPr>
            <a:spLocks xmlns:a="http://schemas.openxmlformats.org/drawingml/2006/main" noGrp="1"/>
          </p:cNvSpPr>
          <p:nvPr/>
        </p:nvSpPr>
        <p:spPr>
          <a:xfrm xmlns:a="http://schemas.openxmlformats.org/drawingml/2006/main">
            <a:off x="5524500" y="4876800"/>
            <a:ext cx="9525" cy="285750"/>
          </a:xfrm>
          <a:prstGeom xmlns:a="http://schemas.openxmlformats.org/drawingml/2006/main" prst="line">
            <a:avLst/>
          </a:prstGeom>
          <a:noFill xmlns:a="http://schemas.openxmlformats.org/drawingml/2006/main"/>
          <a:ln xmlns:a="http://schemas.openxmlformats.org/drawingml/2006/main" w="23813">
            <a:solidFill>
              <a:srgbClr val="CBD5E1"/>
            </a:solidFill>
            <a:prstDash val="solid"/>
          </a:ln>
        </p:spPr>
      </p:sp>
      <p:sp>
        <p:nvSpPr>
          <p:cNvPr id="1180679313" name="">
            <a:extLst xmlns:a="http://schemas.openxmlformats.org/drawingml/2006/main">
              <a:ext uri="{FF2B5EF4-FFF2-40B4-BE49-F238E27FC236}">
                <a16:creationId xmlns:a16="http://schemas.microsoft.com/office/drawing/2014/main" id="{7EF39845-E383-4B34-96BE-61A32F64D4C6}"/>
              </a:ext>
            </a:extLst>
          </p:cNvPr>
          <p:cNvSpPr>
            <a:spLocks xmlns:a="http://schemas.openxmlformats.org/drawingml/2006/main" noGrp="1"/>
          </p:cNvSpPr>
          <p:nvPr/>
        </p:nvSpPr>
        <p:spPr>
          <a:xfrm xmlns:a="http://schemas.openxmlformats.org/drawingml/2006/main">
            <a:off x="1123950" y="537210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650" b="1">
                <a:solidFill>
                  <a:srgbClr val="2563EB"/>
                </a:solidFill>
              </a:defRPr>
            </a:pPr>
            <a:r>
              <a:rPr sz="1650" b="1">
                <a:solidFill>
                  <a:srgbClr val="2563EB"/>
                </a:solidFill>
              </a:rPr>
              <a:t>text</a:t>
            </a:r>
          </a:p>
        </p:txBody>
      </p:sp>
      <p:sp>
        <p:nvSpPr>
          <p:cNvPr id="1119801346" name="">
            <a:extLst xmlns:a="http://schemas.openxmlformats.org/drawingml/2006/main">
              <a:ext uri="{FF2B5EF4-FFF2-40B4-BE49-F238E27FC236}">
                <a16:creationId xmlns:a16="http://schemas.microsoft.com/office/drawing/2014/main" id="{FB70FD25-247D-42A6-B71D-F070221FC564}"/>
              </a:ext>
            </a:extLst>
          </p:cNvPr>
          <p:cNvSpPr>
            <a:spLocks xmlns:a="http://schemas.openxmlformats.org/drawingml/2006/main" noGrp="1"/>
          </p:cNvSpPr>
          <p:nvPr/>
        </p:nvSpPr>
        <p:spPr>
          <a:xfrm xmlns:a="http://schemas.openxmlformats.org/drawingml/2006/main">
            <a:off x="2619375" y="5276850"/>
            <a:ext cx="819150" cy="514350"/>
          </a:xfrm>
          <a:prstGeom xmlns:a="http://schemas.openxmlformats.org/drawingml/2006/main" prst="roundRect">
            <a:avLst>
              <a:gd name="adj" fmla="val 22222"/>
            </a:avLst>
          </a:prstGeom>
          <a:solidFill xmlns:a="http://schemas.openxmlformats.org/drawingml/2006/main">
            <a:srgbClr val="FFFFFF"/>
          </a:solidFill>
          <a:ln xmlns:a="http://schemas.openxmlformats.org/drawingml/2006/main" w="14288">
            <a:solidFill>
              <a:srgbClr val="2563EB"/>
            </a:solidFill>
            <a:prstDash val="solid"/>
          </a:ln>
        </p:spPr>
        <p:txBody>
          <a:bodyPr xmlns:a="http://schemas.openxmlformats.org/drawingml/2006/main"/>
          <a:lstStyle xmlns:a="http://schemas.openxmlformats.org/drawingml/2006/main"/>
          <a:p xmlns:a="http://schemas.openxmlformats.org/drawingml/2006/main">
            <a:pPr algn="ctr">
              <a:buNone/>
              <a:defRPr sz="1500" b="1">
                <a:solidFill>
                  <a:srgbClr val="0B0F19"/>
                </a:solidFill>
              </a:defRPr>
            </a:pPr>
            <a:r>
              <a:rPr sz="1500" b="1">
                <a:solidFill>
                  <a:srgbClr val="0B0F19"/>
                </a:solidFill>
              </a:rPr>
              <a:t>The</a:t>
            </a:r>
          </a:p>
        </p:txBody>
      </p:sp>
      <p:sp>
        <p:nvSpPr>
          <p:cNvPr id="563472099" name="">
            <a:extLst xmlns:a="http://schemas.openxmlformats.org/drawingml/2006/main">
              <a:ext uri="{FF2B5EF4-FFF2-40B4-BE49-F238E27FC236}">
                <a16:creationId xmlns:a16="http://schemas.microsoft.com/office/drawing/2014/main" id="{5C8EDD43-0CA9-4212-BA0A-DB7EEB4A95E4}"/>
              </a:ext>
            </a:extLst>
          </p:cNvPr>
          <p:cNvSpPr>
            <a:spLocks xmlns:a="http://schemas.openxmlformats.org/drawingml/2006/main" noGrp="1"/>
          </p:cNvSpPr>
          <p:nvPr/>
        </p:nvSpPr>
        <p:spPr>
          <a:xfrm xmlns:a="http://schemas.openxmlformats.org/drawingml/2006/main">
            <a:off x="3619500" y="5276850"/>
            <a:ext cx="819150" cy="514350"/>
          </a:xfrm>
          <a:prstGeom xmlns:a="http://schemas.openxmlformats.org/drawingml/2006/main" prst="roundRect">
            <a:avLst>
              <a:gd name="adj" fmla="val 22222"/>
            </a:avLst>
          </a:prstGeom>
          <a:solidFill xmlns:a="http://schemas.openxmlformats.org/drawingml/2006/main">
            <a:srgbClr val="FFFFFF"/>
          </a:solidFill>
          <a:ln xmlns:a="http://schemas.openxmlformats.org/drawingml/2006/main" w="14288">
            <a:solidFill>
              <a:srgbClr val="2563EB"/>
            </a:solidFill>
            <a:prstDash val="solid"/>
          </a:ln>
        </p:spPr>
        <p:txBody>
          <a:bodyPr xmlns:a="http://schemas.openxmlformats.org/drawingml/2006/main"/>
          <a:lstStyle xmlns:a="http://schemas.openxmlformats.org/drawingml/2006/main"/>
          <a:p xmlns:a="http://schemas.openxmlformats.org/drawingml/2006/main">
            <a:pPr algn="ctr">
              <a:buNone/>
              <a:defRPr sz="1500" b="1">
                <a:solidFill>
                  <a:srgbClr val="0B0F19"/>
                </a:solidFill>
              </a:defRPr>
            </a:pPr>
            <a:r>
              <a:rPr sz="1500" b="1">
                <a:solidFill>
                  <a:srgbClr val="0B0F19"/>
                </a:solidFill>
              </a:rPr>
              <a:t>model</a:t>
            </a:r>
          </a:p>
        </p:txBody>
      </p:sp>
      <p:sp>
        <p:nvSpPr>
          <p:cNvPr id="1869507791" name="">
            <a:extLst xmlns:a="http://schemas.openxmlformats.org/drawingml/2006/main">
              <a:ext uri="{FF2B5EF4-FFF2-40B4-BE49-F238E27FC236}">
                <a16:creationId xmlns:a16="http://schemas.microsoft.com/office/drawing/2014/main" id="{AF54A50E-ED83-4628-8032-7F01DC05B296}"/>
              </a:ext>
            </a:extLst>
          </p:cNvPr>
          <p:cNvSpPr>
            <a:spLocks xmlns:a="http://schemas.openxmlformats.org/drawingml/2006/main" noGrp="1"/>
          </p:cNvSpPr>
          <p:nvPr/>
        </p:nvSpPr>
        <p:spPr>
          <a:xfrm xmlns:a="http://schemas.openxmlformats.org/drawingml/2006/main">
            <a:off x="4619625" y="5276850"/>
            <a:ext cx="819150" cy="514350"/>
          </a:xfrm>
          <a:prstGeom xmlns:a="http://schemas.openxmlformats.org/drawingml/2006/main" prst="roundRect">
            <a:avLst>
              <a:gd name="adj" fmla="val 22222"/>
            </a:avLst>
          </a:prstGeom>
          <a:solidFill xmlns:a="http://schemas.openxmlformats.org/drawingml/2006/main">
            <a:srgbClr val="FFFFFF"/>
          </a:solidFill>
          <a:ln xmlns:a="http://schemas.openxmlformats.org/drawingml/2006/main" w="14288">
            <a:solidFill>
              <a:srgbClr val="2563EB"/>
            </a:solidFill>
            <a:prstDash val="solid"/>
          </a:ln>
        </p:spPr>
        <p:txBody>
          <a:bodyPr xmlns:a="http://schemas.openxmlformats.org/drawingml/2006/main"/>
          <a:lstStyle xmlns:a="http://schemas.openxmlformats.org/drawingml/2006/main"/>
          <a:p xmlns:a="http://schemas.openxmlformats.org/drawingml/2006/main">
            <a:pPr algn="ctr">
              <a:buNone/>
              <a:defRPr sz="1500" b="1">
                <a:solidFill>
                  <a:srgbClr val="0B0F19"/>
                </a:solidFill>
              </a:defRPr>
            </a:pPr>
            <a:r>
              <a:rPr sz="1500" b="1">
                <a:solidFill>
                  <a:srgbClr val="0B0F19"/>
                </a:solidFill>
              </a:rPr>
              <a:t>learns</a:t>
            </a:r>
          </a:p>
        </p:txBody>
      </p:sp>
      <p:sp>
        <p:nvSpPr>
          <p:cNvPr id="2113559939" name="">
            <a:extLst xmlns:a="http://schemas.openxmlformats.org/drawingml/2006/main">
              <a:ext uri="{FF2B5EF4-FFF2-40B4-BE49-F238E27FC236}">
                <a16:creationId xmlns:a16="http://schemas.microsoft.com/office/drawing/2014/main" id="{8D4E9537-DC44-4B33-B509-BDF1CFCF64FB}"/>
              </a:ext>
            </a:extLst>
          </p:cNvPr>
          <p:cNvSpPr>
            <a:spLocks xmlns:a="http://schemas.openxmlformats.org/drawingml/2006/main" noGrp="1"/>
          </p:cNvSpPr>
          <p:nvPr/>
        </p:nvSpPr>
        <p:spPr>
          <a:xfrm xmlns:a="http://schemas.openxmlformats.org/drawingml/2006/main">
            <a:off x="5619750" y="5276850"/>
            <a:ext cx="819150" cy="514350"/>
          </a:xfrm>
          <a:prstGeom xmlns:a="http://schemas.openxmlformats.org/drawingml/2006/main" prst="roundRect">
            <a:avLst>
              <a:gd name="adj" fmla="val 22222"/>
            </a:avLst>
          </a:prstGeom>
          <a:solidFill xmlns:a="http://schemas.openxmlformats.org/drawingml/2006/main">
            <a:srgbClr val="FFFFFF"/>
          </a:solidFill>
          <a:ln xmlns:a="http://schemas.openxmlformats.org/drawingml/2006/main" w="14288">
            <a:solidFill>
              <a:srgbClr val="2563EB"/>
            </a:solidFill>
            <a:prstDash val="solid"/>
          </a:ln>
        </p:spPr>
        <p:txBody>
          <a:bodyPr xmlns:a="http://schemas.openxmlformats.org/drawingml/2006/main"/>
          <a:lstStyle xmlns:a="http://schemas.openxmlformats.org/drawingml/2006/main"/>
          <a:p xmlns:a="http://schemas.openxmlformats.org/drawingml/2006/main">
            <a:pPr algn="ctr">
              <a:buNone/>
              <a:defRPr sz="1500" b="1">
                <a:solidFill>
                  <a:srgbClr val="0B0F19"/>
                </a:solidFill>
              </a:defRPr>
            </a:pPr>
            <a:r>
              <a:rPr sz="1500" b="1">
                <a:solidFill>
                  <a:srgbClr val="0B0F19"/>
                </a:solidFill>
              </a:rPr>
              <a:t>from</a:t>
            </a:r>
          </a:p>
        </p:txBody>
      </p:sp>
      <p:sp>
        <p:nvSpPr>
          <p:cNvPr id="274418514" name="">
            <a:extLst xmlns:a="http://schemas.openxmlformats.org/drawingml/2006/main">
              <a:ext uri="{FF2B5EF4-FFF2-40B4-BE49-F238E27FC236}">
                <a16:creationId xmlns:a16="http://schemas.microsoft.com/office/drawing/2014/main" id="{68AFF6F4-D780-4675-BE1D-7602EDF3800C}"/>
              </a:ext>
            </a:extLst>
          </p:cNvPr>
          <p:cNvSpPr>
            <a:spLocks xmlns:a="http://schemas.openxmlformats.org/drawingml/2006/main" noGrp="1"/>
          </p:cNvSpPr>
          <p:nvPr/>
        </p:nvSpPr>
        <p:spPr>
          <a:xfrm xmlns:a="http://schemas.openxmlformats.org/drawingml/2006/main">
            <a:off x="6619875" y="5276850"/>
            <a:ext cx="819150" cy="514350"/>
          </a:xfrm>
          <a:prstGeom xmlns:a="http://schemas.openxmlformats.org/drawingml/2006/main" prst="roundRect">
            <a:avLst>
              <a:gd name="adj" fmla="val 22222"/>
            </a:avLst>
          </a:prstGeom>
          <a:solidFill xmlns:a="http://schemas.openxmlformats.org/drawingml/2006/main">
            <a:srgbClr val="FFFFFF"/>
          </a:solidFill>
          <a:ln xmlns:a="http://schemas.openxmlformats.org/drawingml/2006/main" w="14288">
            <a:solidFill>
              <a:srgbClr val="2563EB"/>
            </a:solidFill>
            <a:prstDash val="solid"/>
          </a:ln>
        </p:spPr>
        <p:txBody>
          <a:bodyPr xmlns:a="http://schemas.openxmlformats.org/drawingml/2006/main"/>
          <a:lstStyle xmlns:a="http://schemas.openxmlformats.org/drawingml/2006/main"/>
          <a:p xmlns:a="http://schemas.openxmlformats.org/drawingml/2006/main">
            <a:pPr algn="ctr">
              <a:buNone/>
              <a:defRPr sz="1500" b="1">
                <a:solidFill>
                  <a:srgbClr val="0B0F19"/>
                </a:solidFill>
              </a:defRPr>
            </a:pPr>
            <a:r>
              <a:rPr sz="1500" b="1">
                <a:solidFill>
                  <a:srgbClr val="0B0F19"/>
                </a:solidFill>
              </a:rPr>
              <a:t>data</a:t>
            </a:r>
          </a:p>
        </p:txBody>
      </p:sp>
      <p:sp>
        <p:nvSpPr>
          <p:cNvPr id="1941550637" name="">
            <a:extLst xmlns:a="http://schemas.openxmlformats.org/drawingml/2006/main">
              <a:ext uri="{FF2B5EF4-FFF2-40B4-BE49-F238E27FC236}">
                <a16:creationId xmlns:a16="http://schemas.microsoft.com/office/drawing/2014/main" id="{2570304E-54AC-4F13-98C4-2AB382B0E375}"/>
              </a:ext>
            </a:extLst>
          </p:cNvPr>
          <p:cNvSpPr>
            <a:spLocks xmlns:a="http://schemas.openxmlformats.org/drawingml/2006/main" noGrp="1"/>
          </p:cNvSpPr>
          <p:nvPr/>
        </p:nvSpPr>
        <p:spPr>
          <a:xfrm xmlns:a="http://schemas.openxmlformats.org/drawingml/2006/main">
            <a:off x="7620000" y="5276850"/>
            <a:ext cx="819150" cy="514350"/>
          </a:xfrm>
          <a:prstGeom xmlns:a="http://schemas.openxmlformats.org/drawingml/2006/main" prst="roundRect">
            <a:avLst>
              <a:gd name="adj" fmla="val 22222"/>
            </a:avLst>
          </a:prstGeom>
          <a:solidFill xmlns:a="http://schemas.openxmlformats.org/drawingml/2006/main">
            <a:srgbClr val="FFFFFF"/>
          </a:solidFill>
          <a:ln xmlns:a="http://schemas.openxmlformats.org/drawingml/2006/main" w="14288">
            <a:solidFill>
              <a:srgbClr val="2563EB"/>
            </a:solidFill>
            <a:prstDash val="solid"/>
          </a:ln>
        </p:spPr>
        <p:txBody>
          <a:bodyPr xmlns:a="http://schemas.openxmlformats.org/drawingml/2006/main"/>
          <a:lstStyle xmlns:a="http://schemas.openxmlformats.org/drawingml/2006/main"/>
          <a:p xmlns:a="http://schemas.openxmlformats.org/drawingml/2006/main">
            <a:pPr algn="ctr">
              <a:buNone/>
              <a:defRPr sz="1500" b="1">
                <a:solidFill>
                  <a:srgbClr val="0B0F19"/>
                </a:solidFill>
              </a:defRPr>
            </a:pPr>
            <a:r>
              <a:rPr sz="1500" b="1">
                <a:solidFill>
                  <a:srgbClr val="0B0F19"/>
                </a:solidFill>
              </a:rPr>
              <a:t>.</a:t>
            </a:r>
          </a:p>
        </p:txBody>
      </p:sp>
      <p:sp>
        <p:nvSpPr>
          <p:cNvPr id="1798355040" name="">
            <a:extLst xmlns:a="http://schemas.openxmlformats.org/drawingml/2006/main">
              <a:ext uri="{FF2B5EF4-FFF2-40B4-BE49-F238E27FC236}">
                <a16:creationId xmlns:a16="http://schemas.microsoft.com/office/drawing/2014/main" id="{16B8E096-BC5D-4319-91F2-C784A8587DE6}"/>
              </a:ext>
            </a:extLst>
          </p:cNvPr>
          <p:cNvSpPr>
            <a:spLocks xmlns:a="http://schemas.openxmlformats.org/drawingml/2006/main" noGrp="1"/>
          </p:cNvSpPr>
          <p:nvPr/>
        </p:nvSpPr>
        <p:spPr>
          <a:xfrm xmlns:a="http://schemas.openxmlformats.org/drawingml/2006/main">
            <a:off x="7562850" y="1704975"/>
            <a:ext cx="285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800" b="1">
                <a:solidFill>
                  <a:srgbClr val="7C3AED"/>
                </a:solidFill>
              </a:defRPr>
            </a:pPr>
            <a:r>
              <a:rPr sz="1800" b="1">
                <a:solidFill>
                  <a:srgbClr val="7C3AED"/>
                </a:solidFill>
              </a:rPr>
              <a:t>not always left-to-right</a:t>
            </a:r>
          </a:p>
        </p:txBody>
      </p:sp>
      <p:sp>
        <p:nvSpPr>
          <p:cNvPr id="1161886987" name="">
            <a:extLst xmlns:a="http://schemas.openxmlformats.org/drawingml/2006/main">
              <a:ext uri="{FF2B5EF4-FFF2-40B4-BE49-F238E27FC236}">
                <a16:creationId xmlns:a16="http://schemas.microsoft.com/office/drawing/2014/main" id="{C01420D3-B5F9-4C9C-AEAF-3AC7C347D38F}"/>
              </a:ext>
            </a:extLst>
          </p:cNvPr>
          <p:cNvSpPr>
            <a:spLocks xmlns:a="http://schemas.openxmlformats.org/drawingml/2006/main" noGrp="1"/>
          </p:cNvSpPr>
          <p:nvPr/>
        </p:nvSpPr>
        <p:spPr>
          <a:xfrm xmlns:a="http://schemas.openxmlformats.org/drawingml/2006/main">
            <a:off x="11106150" y="628650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00" b="0">
                <a:solidFill>
                  <a:srgbClr val="667085"/>
                </a:solidFill>
              </a:defRPr>
            </a:pPr>
            <a:r>
              <a:rPr sz="1000" b="0">
                <a:solidFill>
                  <a:srgbClr val="667085"/>
                </a:solidFill>
              </a:rPr>
              <a:t>48</a:t>
            </a:r>
          </a:p>
        </p:txBody>
      </p:sp>
    </p:spTree>
    <p:extLst>
      <p:ext uri="{BB962C8B-B14F-4D97-AF65-F5344CB8AC3E}">
        <p14:creationId xmlns:p14="http://schemas.microsoft.com/office/powerpoint/2010/main" val="389812742"/>
      </p:ext>
    </p:extLst>
  </p:cSld>
</p:sld>
</file>

<file path=ppt/slides/slide49.xml><?xml version="1.0" encoding="utf-8"?>
<p:sld xmlns:p="http://schemas.openxmlformats.org/presentationml/2006/main" showMasterSp="1">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87198539" name="">
            <a:extLst xmlns:a="http://schemas.openxmlformats.org/drawingml/2006/main">
              <a:ext uri="{FF2B5EF4-FFF2-40B4-BE49-F238E27FC236}">
                <a16:creationId xmlns:a16="http://schemas.microsoft.com/office/drawing/2014/main" id="{195D7311-75C5-4FCD-951F-10ADFCF78E72}"/>
              </a:ext>
            </a:extLst>
          </p:cNvPr>
          <p:cNvSpPr>
            <a:spLocks xmlns:a="http://schemas.openxmlformats.org/drawingml/2006/main" noGrp="1"/>
          </p:cNvSpPr>
          <p:nvPr/>
        </p:nvSpPr>
        <p:spPr>
          <a:xfrm xmlns:a="http://schemas.openxmlformats.org/drawingml/2006/main">
            <a:off x="609600" y="32385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563EB"/>
                </a:solidFill>
              </a:defRPr>
            </a:pPr>
            <a:r>
              <a:rPr sz="1200" b="1">
                <a:solidFill>
                  <a:srgbClr val="2563EB"/>
                </a:solidFill>
              </a:rPr>
              <a:t>Faster inference</a:t>
            </a:r>
          </a:p>
        </p:txBody>
      </p:sp>
      <p:sp>
        <p:nvSpPr>
          <p:cNvPr id="1518038748" name="">
            <a:extLst xmlns:a="http://schemas.openxmlformats.org/drawingml/2006/main">
              <a:ext uri="{FF2B5EF4-FFF2-40B4-BE49-F238E27FC236}">
                <a16:creationId xmlns:a16="http://schemas.microsoft.com/office/drawing/2014/main" id="{659C9D25-79DC-4B42-AC18-A0BC6062DAD9}"/>
              </a:ext>
            </a:extLst>
          </p:cNvPr>
          <p:cNvSpPr>
            <a:spLocks xmlns:a="http://schemas.openxmlformats.org/drawingml/2006/main" noGrp="1"/>
          </p:cNvSpPr>
          <p:nvPr/>
        </p:nvSpPr>
        <p:spPr>
          <a:xfrm xmlns:a="http://schemas.openxmlformats.org/drawingml/2006/main">
            <a:off x="609600" y="590549"/>
            <a:ext cx="10287000" cy="5905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000" b="1">
                <a:solidFill>
                  <a:srgbClr val="0B0F19"/>
                </a:solidFill>
              </a:defRPr>
            </a:pPr>
            <a:r>
              <a:rPr sz="3000" b="1">
                <a:solidFill>
                  <a:srgbClr val="0B0F19"/>
                </a:solidFill>
              </a:rPr>
              <a:t>Speculative decoding drafts, then verifies</a:t>
            </a:r>
          </a:p>
        </p:txBody>
      </p:sp>
      <p:sp>
        <p:nvSpPr>
          <p:cNvPr id="1531743004" name="">
            <a:extLst xmlns:a="http://schemas.openxmlformats.org/drawingml/2006/main">
              <a:ext uri="{FF2B5EF4-FFF2-40B4-BE49-F238E27FC236}">
                <a16:creationId xmlns:a16="http://schemas.microsoft.com/office/drawing/2014/main" id="{024BAD24-DCAA-49B2-AF64-197073660808}"/>
              </a:ext>
            </a:extLst>
          </p:cNvPr>
          <p:cNvSpPr>
            <a:spLocks xmlns:a="http://schemas.openxmlformats.org/drawingml/2006/main" noGrp="1"/>
          </p:cNvSpPr>
          <p:nvPr/>
        </p:nvSpPr>
        <p:spPr>
          <a:xfrm xmlns:a="http://schemas.openxmlformats.org/drawingml/2006/main">
            <a:off x="704850" y="1466849"/>
            <a:ext cx="10782300" cy="4514850"/>
          </a:xfrm>
          <a:prstGeom xmlns:a="http://schemas.openxmlformats.org/drawingml/2006/main" prst="roundRect">
            <a:avLst>
              <a:gd name="adj" fmla="val 2532"/>
            </a:avLst>
          </a:prstGeom>
          <a:solidFill xmlns:a="http://schemas.openxmlformats.org/drawingml/2006/main">
            <a:srgbClr val="F8FAFC"/>
          </a:solidFill>
          <a:ln xmlns:a="http://schemas.openxmlformats.org/drawingml/2006/main" w="14288">
            <a:solidFill>
              <a:srgbClr val="E2E8F0"/>
            </a:solidFill>
            <a:prstDash val="solid"/>
          </a:ln>
        </p:spPr>
      </p:sp>
      <p:sp>
        <p:nvSpPr>
          <p:cNvPr id="369702882" name="">
            <a:extLst xmlns:a="http://schemas.openxmlformats.org/drawingml/2006/main">
              <a:ext uri="{FF2B5EF4-FFF2-40B4-BE49-F238E27FC236}">
                <a16:creationId xmlns:a16="http://schemas.microsoft.com/office/drawing/2014/main" id="{913E1F04-0D28-426F-B5D7-20A9D546E157}"/>
              </a:ext>
            </a:extLst>
          </p:cNvPr>
          <p:cNvSpPr>
            <a:spLocks xmlns:a="http://schemas.openxmlformats.org/drawingml/2006/main" noGrp="1"/>
          </p:cNvSpPr>
          <p:nvPr/>
        </p:nvSpPr>
        <p:spPr>
          <a:xfrm xmlns:a="http://schemas.openxmlformats.org/drawingml/2006/main">
            <a:off x="1162050" y="2133600"/>
            <a:ext cx="2381250" cy="819150"/>
          </a:xfrm>
          <a:prstGeom xmlns:a="http://schemas.openxmlformats.org/drawingml/2006/main" prst="roundRect">
            <a:avLst>
              <a:gd name="adj" fmla="val 13953"/>
            </a:avLst>
          </a:prstGeom>
          <a:solidFill xmlns:a="http://schemas.openxmlformats.org/drawingml/2006/main">
            <a:srgbClr val="FFFFFF"/>
          </a:solidFill>
          <a:ln xmlns:a="http://schemas.openxmlformats.org/drawingml/2006/main" w="20955">
            <a:solidFill>
              <a:srgbClr val="10B981"/>
            </a:solidFill>
            <a:prstDash val="solid"/>
          </a:ln>
        </p:spPr>
        <p:txBody>
          <a:bodyPr xmlns:a="http://schemas.openxmlformats.org/drawingml/2006/main"/>
          <a:lstStyle xmlns:a="http://schemas.openxmlformats.org/drawingml/2006/main"/>
          <a:p xmlns:a="http://schemas.openxmlformats.org/drawingml/2006/main">
            <a:pPr algn="ctr">
              <a:buNone/>
              <a:defRPr sz="1900" b="1">
                <a:solidFill>
                  <a:srgbClr val="10B981"/>
                </a:solidFill>
              </a:defRPr>
            </a:pPr>
            <a:r>
              <a:rPr sz="1900" b="1">
                <a:solidFill>
                  <a:srgbClr val="10B981"/>
                </a:solidFill>
              </a:rPr>
              <a:t>small draft model</a:t>
            </a:r>
          </a:p>
        </p:txBody>
      </p:sp>
      <p:sp>
        <p:nvSpPr>
          <p:cNvPr id="1197178351" name="">
            <a:extLst xmlns:a="http://schemas.openxmlformats.org/drawingml/2006/main">
              <a:ext uri="{FF2B5EF4-FFF2-40B4-BE49-F238E27FC236}">
                <a16:creationId xmlns:a16="http://schemas.microsoft.com/office/drawing/2014/main" id="{BF6CEE0E-6101-4F44-A12E-089B3EC07400}"/>
              </a:ext>
            </a:extLst>
          </p:cNvPr>
          <p:cNvSpPr>
            <a:spLocks xmlns:a="http://schemas.openxmlformats.org/drawingml/2006/main" noGrp="1"/>
          </p:cNvSpPr>
          <p:nvPr/>
        </p:nvSpPr>
        <p:spPr>
          <a:xfrm xmlns:a="http://schemas.openxmlformats.org/drawingml/2006/main">
            <a:off x="1162050" y="302895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0">
                <a:solidFill>
                  <a:srgbClr val="667085"/>
                </a:solidFill>
              </a:defRPr>
            </a:pPr>
            <a:r>
              <a:rPr sz="1350" b="0">
                <a:solidFill>
                  <a:srgbClr val="667085"/>
                </a:solidFill>
              </a:rPr>
              <a:t>cheap guesses</a:t>
            </a:r>
          </a:p>
        </p:txBody>
      </p:sp>
      <p:sp>
        <p:nvSpPr>
          <p:cNvPr id="1914676261" name="">
            <a:extLst xmlns:a="http://schemas.openxmlformats.org/drawingml/2006/main">
              <a:ext uri="{FF2B5EF4-FFF2-40B4-BE49-F238E27FC236}">
                <a16:creationId xmlns:a16="http://schemas.microsoft.com/office/drawing/2014/main" id="{F22BBD24-8FA8-456F-A5B8-7FE191258108}"/>
              </a:ext>
            </a:extLst>
          </p:cNvPr>
          <p:cNvSpPr>
            <a:spLocks xmlns:a="http://schemas.openxmlformats.org/drawingml/2006/main" noGrp="1"/>
          </p:cNvSpPr>
          <p:nvPr/>
        </p:nvSpPr>
        <p:spPr>
          <a:xfrm xmlns:a="http://schemas.openxmlformats.org/drawingml/2006/main">
            <a:off x="4400550" y="2286000"/>
            <a:ext cx="819150" cy="514350"/>
          </a:xfrm>
          <a:prstGeom xmlns:a="http://schemas.openxmlformats.org/drawingml/2006/main" prst="roundRect">
            <a:avLst>
              <a:gd name="adj" fmla="val 22222"/>
            </a:avLst>
          </a:prstGeom>
          <a:solidFill xmlns:a="http://schemas.openxmlformats.org/drawingml/2006/main">
            <a:srgbClr val="FFFFFF"/>
          </a:solidFill>
          <a:ln xmlns:a="http://schemas.openxmlformats.org/drawingml/2006/main" w="14288">
            <a:solidFill>
              <a:srgbClr val="10B981"/>
            </a:solidFill>
            <a:prstDash val="solid"/>
          </a:ln>
        </p:spPr>
        <p:txBody>
          <a:bodyPr xmlns:a="http://schemas.openxmlformats.org/drawingml/2006/main"/>
          <a:lstStyle xmlns:a="http://schemas.openxmlformats.org/drawingml/2006/main"/>
          <a:p xmlns:a="http://schemas.openxmlformats.org/drawingml/2006/main">
            <a:pPr algn="ctr">
              <a:buNone/>
              <a:defRPr sz="1500" b="1">
                <a:solidFill>
                  <a:srgbClr val="0B0F19"/>
                </a:solidFill>
              </a:defRPr>
            </a:pPr>
            <a:r>
              <a:rPr sz="1500" b="1">
                <a:solidFill>
                  <a:srgbClr val="0B0F19"/>
                </a:solidFill>
              </a:rPr>
              <a:t>The</a:t>
            </a:r>
          </a:p>
        </p:txBody>
      </p:sp>
      <p:sp>
        <p:nvSpPr>
          <p:cNvPr id="58582832" name="">
            <a:extLst xmlns:a="http://schemas.openxmlformats.org/drawingml/2006/main">
              <a:ext uri="{FF2B5EF4-FFF2-40B4-BE49-F238E27FC236}">
                <a16:creationId xmlns:a16="http://schemas.microsoft.com/office/drawing/2014/main" id="{CF19B286-9FED-4D15-8E37-D1A2185288CE}"/>
              </a:ext>
            </a:extLst>
          </p:cNvPr>
          <p:cNvSpPr>
            <a:spLocks xmlns:a="http://schemas.openxmlformats.org/drawingml/2006/main" noGrp="1"/>
          </p:cNvSpPr>
          <p:nvPr/>
        </p:nvSpPr>
        <p:spPr>
          <a:xfrm xmlns:a="http://schemas.openxmlformats.org/drawingml/2006/main">
            <a:off x="5286375" y="2286000"/>
            <a:ext cx="819150" cy="514350"/>
          </a:xfrm>
          <a:prstGeom xmlns:a="http://schemas.openxmlformats.org/drawingml/2006/main" prst="roundRect">
            <a:avLst>
              <a:gd name="adj" fmla="val 22222"/>
            </a:avLst>
          </a:prstGeom>
          <a:solidFill xmlns:a="http://schemas.openxmlformats.org/drawingml/2006/main">
            <a:srgbClr val="FFFFFF"/>
          </a:solidFill>
          <a:ln xmlns:a="http://schemas.openxmlformats.org/drawingml/2006/main" w="14288">
            <a:solidFill>
              <a:srgbClr val="10B981"/>
            </a:solidFill>
            <a:prstDash val="solid"/>
          </a:ln>
        </p:spPr>
        <p:txBody>
          <a:bodyPr xmlns:a="http://schemas.openxmlformats.org/drawingml/2006/main"/>
          <a:lstStyle xmlns:a="http://schemas.openxmlformats.org/drawingml/2006/main"/>
          <a:p xmlns:a="http://schemas.openxmlformats.org/drawingml/2006/main">
            <a:pPr algn="ctr">
              <a:buNone/>
              <a:defRPr sz="1500" b="1">
                <a:solidFill>
                  <a:srgbClr val="0B0F19"/>
                </a:solidFill>
              </a:defRPr>
            </a:pPr>
            <a:r>
              <a:rPr sz="1500" b="1">
                <a:solidFill>
                  <a:srgbClr val="0B0F19"/>
                </a:solidFill>
              </a:rPr>
              <a:t>cat</a:t>
            </a:r>
          </a:p>
        </p:txBody>
      </p:sp>
      <p:sp>
        <p:nvSpPr>
          <p:cNvPr id="1580617482" name="">
            <a:extLst xmlns:a="http://schemas.openxmlformats.org/drawingml/2006/main">
              <a:ext uri="{FF2B5EF4-FFF2-40B4-BE49-F238E27FC236}">
                <a16:creationId xmlns:a16="http://schemas.microsoft.com/office/drawing/2014/main" id="{090E88F4-65B8-486F-9B8C-14E34D9C7D3D}"/>
              </a:ext>
            </a:extLst>
          </p:cNvPr>
          <p:cNvSpPr>
            <a:spLocks xmlns:a="http://schemas.openxmlformats.org/drawingml/2006/main" noGrp="1"/>
          </p:cNvSpPr>
          <p:nvPr/>
        </p:nvSpPr>
        <p:spPr>
          <a:xfrm xmlns:a="http://schemas.openxmlformats.org/drawingml/2006/main">
            <a:off x="6172200" y="2286000"/>
            <a:ext cx="819150" cy="514350"/>
          </a:xfrm>
          <a:prstGeom xmlns:a="http://schemas.openxmlformats.org/drawingml/2006/main" prst="roundRect">
            <a:avLst>
              <a:gd name="adj" fmla="val 22222"/>
            </a:avLst>
          </a:prstGeom>
          <a:solidFill xmlns:a="http://schemas.openxmlformats.org/drawingml/2006/main">
            <a:srgbClr val="FFFFFF"/>
          </a:solidFill>
          <a:ln xmlns:a="http://schemas.openxmlformats.org/drawingml/2006/main" w="14288">
            <a:solidFill>
              <a:srgbClr val="10B981"/>
            </a:solidFill>
            <a:prstDash val="solid"/>
          </a:ln>
        </p:spPr>
        <p:txBody>
          <a:bodyPr xmlns:a="http://schemas.openxmlformats.org/drawingml/2006/main"/>
          <a:lstStyle xmlns:a="http://schemas.openxmlformats.org/drawingml/2006/main"/>
          <a:p xmlns:a="http://schemas.openxmlformats.org/drawingml/2006/main">
            <a:pPr algn="ctr">
              <a:buNone/>
              <a:defRPr sz="1500" b="1">
                <a:solidFill>
                  <a:srgbClr val="0B0F19"/>
                </a:solidFill>
              </a:defRPr>
            </a:pPr>
            <a:r>
              <a:rPr sz="1500" b="1">
                <a:solidFill>
                  <a:srgbClr val="0B0F19"/>
                </a:solidFill>
              </a:rPr>
              <a:t>sat</a:t>
            </a:r>
          </a:p>
        </p:txBody>
      </p:sp>
      <p:sp>
        <p:nvSpPr>
          <p:cNvPr id="1783142645" name="">
            <a:extLst xmlns:a="http://schemas.openxmlformats.org/drawingml/2006/main">
              <a:ext uri="{FF2B5EF4-FFF2-40B4-BE49-F238E27FC236}">
                <a16:creationId xmlns:a16="http://schemas.microsoft.com/office/drawing/2014/main" id="{A35FB30A-D043-423F-8202-D34DFF28495C}"/>
              </a:ext>
            </a:extLst>
          </p:cNvPr>
          <p:cNvSpPr>
            <a:spLocks xmlns:a="http://schemas.openxmlformats.org/drawingml/2006/main" noGrp="1"/>
          </p:cNvSpPr>
          <p:nvPr/>
        </p:nvSpPr>
        <p:spPr>
          <a:xfrm xmlns:a="http://schemas.openxmlformats.org/drawingml/2006/main">
            <a:off x="7058025" y="2286000"/>
            <a:ext cx="819150" cy="514350"/>
          </a:xfrm>
          <a:prstGeom xmlns:a="http://schemas.openxmlformats.org/drawingml/2006/main" prst="roundRect">
            <a:avLst>
              <a:gd name="adj" fmla="val 22222"/>
            </a:avLst>
          </a:prstGeom>
          <a:solidFill xmlns:a="http://schemas.openxmlformats.org/drawingml/2006/main">
            <a:srgbClr val="FFFFFF"/>
          </a:solidFill>
          <a:ln xmlns:a="http://schemas.openxmlformats.org/drawingml/2006/main" w="14288">
            <a:solidFill>
              <a:srgbClr val="10B981"/>
            </a:solidFill>
            <a:prstDash val="solid"/>
          </a:ln>
        </p:spPr>
        <p:txBody>
          <a:bodyPr xmlns:a="http://schemas.openxmlformats.org/drawingml/2006/main"/>
          <a:lstStyle xmlns:a="http://schemas.openxmlformats.org/drawingml/2006/main"/>
          <a:p xmlns:a="http://schemas.openxmlformats.org/drawingml/2006/main">
            <a:pPr algn="ctr">
              <a:buNone/>
              <a:defRPr sz="1500" b="1">
                <a:solidFill>
                  <a:srgbClr val="0B0F19"/>
                </a:solidFill>
              </a:defRPr>
            </a:pPr>
            <a:r>
              <a:rPr sz="1500" b="1">
                <a:solidFill>
                  <a:srgbClr val="0B0F19"/>
                </a:solidFill>
              </a:rPr>
              <a:t>on</a:t>
            </a:r>
          </a:p>
        </p:txBody>
      </p:sp>
      <p:sp>
        <p:nvSpPr>
          <p:cNvPr id="1697788860" name="">
            <a:extLst xmlns:a="http://schemas.openxmlformats.org/drawingml/2006/main">
              <a:ext uri="{FF2B5EF4-FFF2-40B4-BE49-F238E27FC236}">
                <a16:creationId xmlns:a16="http://schemas.microsoft.com/office/drawing/2014/main" id="{CB00F029-837D-4699-926C-6CBDA5FB2477}"/>
              </a:ext>
            </a:extLst>
          </p:cNvPr>
          <p:cNvSpPr>
            <a:spLocks xmlns:a="http://schemas.openxmlformats.org/drawingml/2006/main" noGrp="1"/>
          </p:cNvSpPr>
          <p:nvPr/>
        </p:nvSpPr>
        <p:spPr>
          <a:xfrm xmlns:a="http://schemas.openxmlformats.org/drawingml/2006/main">
            <a:off x="4686300" y="3028950"/>
            <a:ext cx="2952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0">
                <a:solidFill>
                  <a:srgbClr val="667085"/>
                </a:solidFill>
              </a:defRPr>
            </a:pPr>
            <a:r>
              <a:rPr sz="1350" b="0">
                <a:solidFill>
                  <a:srgbClr val="667085"/>
                </a:solidFill>
              </a:rPr>
              <a:t>candidate tokens</a:t>
            </a:r>
          </a:p>
        </p:txBody>
      </p:sp>
      <p:sp>
        <p:nvSpPr>
          <p:cNvPr id="1686198038" name="">
            <a:extLst xmlns:a="http://schemas.openxmlformats.org/drawingml/2006/main">
              <a:ext uri="{FF2B5EF4-FFF2-40B4-BE49-F238E27FC236}">
                <a16:creationId xmlns:a16="http://schemas.microsoft.com/office/drawing/2014/main" id="{A56D9A78-C6B9-4E07-AA38-B23F136B2A36}"/>
              </a:ext>
            </a:extLst>
          </p:cNvPr>
          <p:cNvSpPr>
            <a:spLocks xmlns:a="http://schemas.openxmlformats.org/drawingml/2006/main" noGrp="1"/>
          </p:cNvSpPr>
          <p:nvPr/>
        </p:nvSpPr>
        <p:spPr>
          <a:xfrm xmlns:a="http://schemas.openxmlformats.org/drawingml/2006/main">
            <a:off x="8429625" y="2133600"/>
            <a:ext cx="2381250" cy="819150"/>
          </a:xfrm>
          <a:prstGeom xmlns:a="http://schemas.openxmlformats.org/drawingml/2006/main" prst="roundRect">
            <a:avLst>
              <a:gd name="adj" fmla="val 13953"/>
            </a:avLst>
          </a:prstGeom>
          <a:solidFill xmlns:a="http://schemas.openxmlformats.org/drawingml/2006/main">
            <a:srgbClr val="FFFFFF"/>
          </a:solidFill>
          <a:ln xmlns:a="http://schemas.openxmlformats.org/drawingml/2006/main" w="20955">
            <a:solidFill>
              <a:srgbClr val="2563EB"/>
            </a:solidFill>
            <a:prstDash val="solid"/>
          </a:ln>
        </p:spPr>
        <p:txBody>
          <a:bodyPr xmlns:a="http://schemas.openxmlformats.org/drawingml/2006/main"/>
          <a:lstStyle xmlns:a="http://schemas.openxmlformats.org/drawingml/2006/main"/>
          <a:p xmlns:a="http://schemas.openxmlformats.org/drawingml/2006/main">
            <a:pPr algn="ctr">
              <a:buNone/>
              <a:defRPr sz="1900" b="1">
                <a:solidFill>
                  <a:srgbClr val="2563EB"/>
                </a:solidFill>
              </a:defRPr>
            </a:pPr>
            <a:r>
              <a:rPr sz="1900" b="1">
                <a:solidFill>
                  <a:srgbClr val="2563EB"/>
                </a:solidFill>
              </a:rPr>
              <a:t>large target model</a:t>
            </a:r>
          </a:p>
        </p:txBody>
      </p:sp>
      <p:sp>
        <p:nvSpPr>
          <p:cNvPr id="1556928440" name="">
            <a:extLst xmlns:a="http://schemas.openxmlformats.org/drawingml/2006/main">
              <a:ext uri="{FF2B5EF4-FFF2-40B4-BE49-F238E27FC236}">
                <a16:creationId xmlns:a16="http://schemas.microsoft.com/office/drawing/2014/main" id="{F65247C8-048F-4267-9D4E-9E6D8F524362}"/>
              </a:ext>
            </a:extLst>
          </p:cNvPr>
          <p:cNvSpPr>
            <a:spLocks xmlns:a="http://schemas.openxmlformats.org/drawingml/2006/main" noGrp="1"/>
          </p:cNvSpPr>
          <p:nvPr/>
        </p:nvSpPr>
        <p:spPr>
          <a:xfrm xmlns:a="http://schemas.openxmlformats.org/drawingml/2006/main">
            <a:off x="8429625" y="302895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0">
                <a:solidFill>
                  <a:srgbClr val="667085"/>
                </a:solidFill>
              </a:defRPr>
            </a:pPr>
            <a:r>
              <a:rPr sz="1350" b="0">
                <a:solidFill>
                  <a:srgbClr val="667085"/>
                </a:solidFill>
              </a:rPr>
              <a:t>parallel check</a:t>
            </a:r>
          </a:p>
        </p:txBody>
      </p:sp>
      <p:sp>
        <p:nvSpPr>
          <p:cNvPr id="170693199" name="">
            <a:extLst xmlns:a="http://schemas.openxmlformats.org/drawingml/2006/main">
              <a:ext uri="{FF2B5EF4-FFF2-40B4-BE49-F238E27FC236}">
                <a16:creationId xmlns:a16="http://schemas.microsoft.com/office/drawing/2014/main" id="{E0AE6AC9-A7F2-41A3-86FF-9471FBF82571}"/>
              </a:ext>
            </a:extLst>
          </p:cNvPr>
          <p:cNvSpPr>
            <a:spLocks xmlns:a="http://schemas.openxmlformats.org/drawingml/2006/main" noGrp="1"/>
          </p:cNvSpPr>
          <p:nvPr/>
        </p:nvSpPr>
        <p:spPr>
          <a:xfrm xmlns:a="http://schemas.openxmlformats.org/drawingml/2006/main">
            <a:off x="3714750" y="2543175"/>
            <a:ext cx="495300" cy="9525"/>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2021615089" name="">
            <a:extLst xmlns:a="http://schemas.openxmlformats.org/drawingml/2006/main">
              <a:ext uri="{FF2B5EF4-FFF2-40B4-BE49-F238E27FC236}">
                <a16:creationId xmlns:a16="http://schemas.microsoft.com/office/drawing/2014/main" id="{1789D3BC-70F2-4555-95EE-DDDCC5E2C4BC}"/>
              </a:ext>
            </a:extLst>
          </p:cNvPr>
          <p:cNvSpPr>
            <a:spLocks xmlns:a="http://schemas.openxmlformats.org/drawingml/2006/main" noGrp="1"/>
          </p:cNvSpPr>
          <p:nvPr/>
        </p:nvSpPr>
        <p:spPr>
          <a:xfrm xmlns:a="http://schemas.openxmlformats.org/drawingml/2006/main">
            <a:off x="8001000" y="2543175"/>
            <a:ext cx="400050" cy="9525"/>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1396476379" name="">
            <a:extLst xmlns:a="http://schemas.openxmlformats.org/drawingml/2006/main">
              <a:ext uri="{FF2B5EF4-FFF2-40B4-BE49-F238E27FC236}">
                <a16:creationId xmlns:a16="http://schemas.microsoft.com/office/drawing/2014/main" id="{F00EDFB0-84C6-4D18-81F8-F2B0312272E5}"/>
              </a:ext>
            </a:extLst>
          </p:cNvPr>
          <p:cNvSpPr>
            <a:spLocks xmlns:a="http://schemas.openxmlformats.org/drawingml/2006/main" noGrp="1"/>
          </p:cNvSpPr>
          <p:nvPr/>
        </p:nvSpPr>
        <p:spPr>
          <a:xfrm xmlns:a="http://schemas.openxmlformats.org/drawingml/2006/main">
            <a:off x="2038349" y="36576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800" b="1">
                <a:solidFill>
                  <a:srgbClr val="10B981"/>
                </a:solidFill>
              </a:defRPr>
            </a:pPr>
            <a:r>
              <a:rPr sz="1800" b="1">
                <a:solidFill>
                  <a:srgbClr val="10B981"/>
                </a:solidFill>
              </a:rPr>
              <a:t>accept prefix</a:t>
            </a:r>
          </a:p>
        </p:txBody>
      </p:sp>
      <p:sp>
        <p:nvSpPr>
          <p:cNvPr id="910307425" name="">
            <a:extLst xmlns:a="http://schemas.openxmlformats.org/drawingml/2006/main">
              <a:ext uri="{FF2B5EF4-FFF2-40B4-BE49-F238E27FC236}">
                <a16:creationId xmlns:a16="http://schemas.microsoft.com/office/drawing/2014/main" id="{4B0A1DD3-0BFB-47BB-A2D8-FE97C9926CBE}"/>
              </a:ext>
            </a:extLst>
          </p:cNvPr>
          <p:cNvSpPr>
            <a:spLocks xmlns:a="http://schemas.openxmlformats.org/drawingml/2006/main" noGrp="1"/>
          </p:cNvSpPr>
          <p:nvPr/>
        </p:nvSpPr>
        <p:spPr>
          <a:xfrm xmlns:a="http://schemas.openxmlformats.org/drawingml/2006/main">
            <a:off x="2095500" y="4191000"/>
            <a:ext cx="819150" cy="514350"/>
          </a:xfrm>
          <a:prstGeom xmlns:a="http://schemas.openxmlformats.org/drawingml/2006/main" prst="roundRect">
            <a:avLst>
              <a:gd name="adj" fmla="val 22222"/>
            </a:avLst>
          </a:prstGeom>
          <a:solidFill xmlns:a="http://schemas.openxmlformats.org/drawingml/2006/main">
            <a:srgbClr val="FFFFFF"/>
          </a:solidFill>
          <a:ln xmlns:a="http://schemas.openxmlformats.org/drawingml/2006/main" w="14288">
            <a:solidFill>
              <a:srgbClr val="10B981"/>
            </a:solidFill>
            <a:prstDash val="solid"/>
          </a:ln>
        </p:spPr>
        <p:txBody>
          <a:bodyPr xmlns:a="http://schemas.openxmlformats.org/drawingml/2006/main"/>
          <a:lstStyle xmlns:a="http://schemas.openxmlformats.org/drawingml/2006/main"/>
          <a:p xmlns:a="http://schemas.openxmlformats.org/drawingml/2006/main">
            <a:pPr algn="ctr">
              <a:buNone/>
              <a:defRPr sz="1500" b="1">
                <a:solidFill>
                  <a:srgbClr val="0B0F19"/>
                </a:solidFill>
              </a:defRPr>
            </a:pPr>
            <a:r>
              <a:rPr sz="1500" b="1">
                <a:solidFill>
                  <a:srgbClr val="0B0F19"/>
                </a:solidFill>
              </a:rPr>
              <a:t>The</a:t>
            </a:r>
          </a:p>
        </p:txBody>
      </p:sp>
      <p:sp>
        <p:nvSpPr>
          <p:cNvPr id="760188916" name="">
            <a:extLst xmlns:a="http://schemas.openxmlformats.org/drawingml/2006/main">
              <a:ext uri="{FF2B5EF4-FFF2-40B4-BE49-F238E27FC236}">
                <a16:creationId xmlns:a16="http://schemas.microsoft.com/office/drawing/2014/main" id="{B4608611-3F6E-42C5-B2C9-FBE2A3E8668E}"/>
              </a:ext>
            </a:extLst>
          </p:cNvPr>
          <p:cNvSpPr>
            <a:spLocks xmlns:a="http://schemas.openxmlformats.org/drawingml/2006/main" noGrp="1"/>
          </p:cNvSpPr>
          <p:nvPr/>
        </p:nvSpPr>
        <p:spPr>
          <a:xfrm xmlns:a="http://schemas.openxmlformats.org/drawingml/2006/main">
            <a:off x="2981325" y="4191000"/>
            <a:ext cx="819150" cy="514350"/>
          </a:xfrm>
          <a:prstGeom xmlns:a="http://schemas.openxmlformats.org/drawingml/2006/main" prst="roundRect">
            <a:avLst>
              <a:gd name="adj" fmla="val 22222"/>
            </a:avLst>
          </a:prstGeom>
          <a:solidFill xmlns:a="http://schemas.openxmlformats.org/drawingml/2006/main">
            <a:srgbClr val="FFFFFF"/>
          </a:solidFill>
          <a:ln xmlns:a="http://schemas.openxmlformats.org/drawingml/2006/main" w="14288">
            <a:solidFill>
              <a:srgbClr val="10B981"/>
            </a:solidFill>
            <a:prstDash val="solid"/>
          </a:ln>
        </p:spPr>
        <p:txBody>
          <a:bodyPr xmlns:a="http://schemas.openxmlformats.org/drawingml/2006/main"/>
          <a:lstStyle xmlns:a="http://schemas.openxmlformats.org/drawingml/2006/main"/>
          <a:p xmlns:a="http://schemas.openxmlformats.org/drawingml/2006/main">
            <a:pPr algn="ctr">
              <a:buNone/>
              <a:defRPr sz="1500" b="1">
                <a:solidFill>
                  <a:srgbClr val="0B0F19"/>
                </a:solidFill>
              </a:defRPr>
            </a:pPr>
            <a:r>
              <a:rPr sz="1500" b="1">
                <a:solidFill>
                  <a:srgbClr val="0B0F19"/>
                </a:solidFill>
              </a:rPr>
              <a:t>cat</a:t>
            </a:r>
          </a:p>
        </p:txBody>
      </p:sp>
      <p:sp>
        <p:nvSpPr>
          <p:cNvPr id="1604029255" name="">
            <a:extLst xmlns:a="http://schemas.openxmlformats.org/drawingml/2006/main">
              <a:ext uri="{FF2B5EF4-FFF2-40B4-BE49-F238E27FC236}">
                <a16:creationId xmlns:a16="http://schemas.microsoft.com/office/drawing/2014/main" id="{6FDCC488-FF9B-43FC-93EF-5029B787EDAF}"/>
              </a:ext>
            </a:extLst>
          </p:cNvPr>
          <p:cNvSpPr>
            <a:spLocks xmlns:a="http://schemas.openxmlformats.org/drawingml/2006/main" noGrp="1"/>
          </p:cNvSpPr>
          <p:nvPr/>
        </p:nvSpPr>
        <p:spPr>
          <a:xfrm xmlns:a="http://schemas.openxmlformats.org/drawingml/2006/main">
            <a:off x="3867150" y="4191000"/>
            <a:ext cx="819150" cy="514350"/>
          </a:xfrm>
          <a:prstGeom xmlns:a="http://schemas.openxmlformats.org/drawingml/2006/main" prst="roundRect">
            <a:avLst>
              <a:gd name="adj" fmla="val 22222"/>
            </a:avLst>
          </a:prstGeom>
          <a:solidFill xmlns:a="http://schemas.openxmlformats.org/drawingml/2006/main">
            <a:srgbClr val="FFFFFF"/>
          </a:solidFill>
          <a:ln xmlns:a="http://schemas.openxmlformats.org/drawingml/2006/main" w="14288">
            <a:solidFill>
              <a:srgbClr val="10B981"/>
            </a:solidFill>
            <a:prstDash val="solid"/>
          </a:ln>
        </p:spPr>
        <p:txBody>
          <a:bodyPr xmlns:a="http://schemas.openxmlformats.org/drawingml/2006/main"/>
          <a:lstStyle xmlns:a="http://schemas.openxmlformats.org/drawingml/2006/main"/>
          <a:p xmlns:a="http://schemas.openxmlformats.org/drawingml/2006/main">
            <a:pPr algn="ctr">
              <a:buNone/>
              <a:defRPr sz="1500" b="1">
                <a:solidFill>
                  <a:srgbClr val="0B0F19"/>
                </a:solidFill>
              </a:defRPr>
            </a:pPr>
            <a:r>
              <a:rPr sz="1500" b="1">
                <a:solidFill>
                  <a:srgbClr val="0B0F19"/>
                </a:solidFill>
              </a:rPr>
              <a:t>sat</a:t>
            </a:r>
          </a:p>
        </p:txBody>
      </p:sp>
      <p:sp>
        <p:nvSpPr>
          <p:cNvPr id="583346848" name="">
            <a:extLst xmlns:a="http://schemas.openxmlformats.org/drawingml/2006/main">
              <a:ext uri="{FF2B5EF4-FFF2-40B4-BE49-F238E27FC236}">
                <a16:creationId xmlns:a16="http://schemas.microsoft.com/office/drawing/2014/main" id="{B4350E8A-43DF-4543-90F8-444710EFDC13}"/>
              </a:ext>
            </a:extLst>
          </p:cNvPr>
          <p:cNvSpPr>
            <a:spLocks xmlns:a="http://schemas.openxmlformats.org/drawingml/2006/main" noGrp="1"/>
          </p:cNvSpPr>
          <p:nvPr/>
        </p:nvSpPr>
        <p:spPr>
          <a:xfrm xmlns:a="http://schemas.openxmlformats.org/drawingml/2006/main">
            <a:off x="6610350" y="365760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800" b="1">
                <a:solidFill>
                  <a:srgbClr val="F97316"/>
                </a:solidFill>
              </a:defRPr>
            </a:pPr>
            <a:r>
              <a:rPr sz="1800" b="1">
                <a:solidFill>
                  <a:srgbClr val="F97316"/>
                </a:solidFill>
              </a:rPr>
              <a:t>reject / resample</a:t>
            </a:r>
          </a:p>
        </p:txBody>
      </p:sp>
      <p:sp>
        <p:nvSpPr>
          <p:cNvPr id="5957981" name="">
            <a:extLst xmlns:a="http://schemas.openxmlformats.org/drawingml/2006/main">
              <a:ext uri="{FF2B5EF4-FFF2-40B4-BE49-F238E27FC236}">
                <a16:creationId xmlns:a16="http://schemas.microsoft.com/office/drawing/2014/main" id="{6719C6A0-ACA0-4241-8F5C-C0B20EBF2558}"/>
              </a:ext>
            </a:extLst>
          </p:cNvPr>
          <p:cNvSpPr>
            <a:spLocks xmlns:a="http://schemas.openxmlformats.org/drawingml/2006/main" noGrp="1"/>
          </p:cNvSpPr>
          <p:nvPr/>
        </p:nvSpPr>
        <p:spPr>
          <a:xfrm xmlns:a="http://schemas.openxmlformats.org/drawingml/2006/main">
            <a:off x="7277100" y="4191000"/>
            <a:ext cx="819150" cy="514350"/>
          </a:xfrm>
          <a:prstGeom xmlns:a="http://schemas.openxmlformats.org/drawingml/2006/main" prst="roundRect">
            <a:avLst>
              <a:gd name="adj" fmla="val 22222"/>
            </a:avLst>
          </a:prstGeom>
          <a:solidFill xmlns:a="http://schemas.openxmlformats.org/drawingml/2006/main">
            <a:srgbClr val="FFFFFF"/>
          </a:solidFill>
          <a:ln xmlns:a="http://schemas.openxmlformats.org/drawingml/2006/main" w="14288">
            <a:solidFill>
              <a:srgbClr val="F97316"/>
            </a:solidFill>
            <a:prstDash val="solid"/>
          </a:ln>
        </p:spPr>
        <p:txBody>
          <a:bodyPr xmlns:a="http://schemas.openxmlformats.org/drawingml/2006/main"/>
          <a:lstStyle xmlns:a="http://schemas.openxmlformats.org/drawingml/2006/main"/>
          <a:p xmlns:a="http://schemas.openxmlformats.org/drawingml/2006/main">
            <a:pPr algn="ctr">
              <a:buNone/>
              <a:defRPr sz="1500" b="1">
                <a:solidFill>
                  <a:srgbClr val="0B0F19"/>
                </a:solidFill>
              </a:defRPr>
            </a:pPr>
            <a:r>
              <a:rPr sz="1500" b="1">
                <a:solidFill>
                  <a:srgbClr val="0B0F19"/>
                </a:solidFill>
              </a:rPr>
              <a:t>on</a:t>
            </a:r>
          </a:p>
        </p:txBody>
      </p:sp>
      <p:sp>
        <p:nvSpPr>
          <p:cNvPr id="410294817" name="">
            <a:extLst xmlns:a="http://schemas.openxmlformats.org/drawingml/2006/main">
              <a:ext uri="{FF2B5EF4-FFF2-40B4-BE49-F238E27FC236}">
                <a16:creationId xmlns:a16="http://schemas.microsoft.com/office/drawing/2014/main" id="{8AE7C2E7-3EFC-4261-97B4-B7F9C17891B8}"/>
              </a:ext>
            </a:extLst>
          </p:cNvPr>
          <p:cNvSpPr>
            <a:spLocks xmlns:a="http://schemas.openxmlformats.org/drawingml/2006/main" noGrp="1"/>
          </p:cNvSpPr>
          <p:nvPr/>
        </p:nvSpPr>
        <p:spPr>
          <a:xfrm xmlns:a="http://schemas.openxmlformats.org/drawingml/2006/main">
            <a:off x="8162925" y="4191000"/>
            <a:ext cx="819150" cy="514350"/>
          </a:xfrm>
          <a:prstGeom xmlns:a="http://schemas.openxmlformats.org/drawingml/2006/main" prst="roundRect">
            <a:avLst>
              <a:gd name="adj" fmla="val 22222"/>
            </a:avLst>
          </a:prstGeom>
          <a:solidFill xmlns:a="http://schemas.openxmlformats.org/drawingml/2006/main">
            <a:srgbClr val="FFFFFF"/>
          </a:solidFill>
          <a:ln xmlns:a="http://schemas.openxmlformats.org/drawingml/2006/main" w="14288">
            <a:solidFill>
              <a:srgbClr val="2563EB"/>
            </a:solidFill>
            <a:prstDash val="solid"/>
          </a:ln>
        </p:spPr>
        <p:txBody>
          <a:bodyPr xmlns:a="http://schemas.openxmlformats.org/drawingml/2006/main"/>
          <a:lstStyle xmlns:a="http://schemas.openxmlformats.org/drawingml/2006/main"/>
          <a:p xmlns:a="http://schemas.openxmlformats.org/drawingml/2006/main">
            <a:pPr algn="ctr">
              <a:buNone/>
              <a:defRPr sz="1500" b="1">
                <a:solidFill>
                  <a:srgbClr val="0B0F19"/>
                </a:solidFill>
              </a:defRPr>
            </a:pPr>
            <a:r>
              <a:rPr sz="1500" b="1">
                <a:solidFill>
                  <a:srgbClr val="0B0F19"/>
                </a:solidFill>
              </a:rPr>
              <a:t>mat</a:t>
            </a:r>
          </a:p>
        </p:txBody>
      </p:sp>
      <p:sp>
        <p:nvSpPr>
          <p:cNvPr id="1668590988" name="">
            <a:extLst xmlns:a="http://schemas.openxmlformats.org/drawingml/2006/main">
              <a:ext uri="{FF2B5EF4-FFF2-40B4-BE49-F238E27FC236}">
                <a16:creationId xmlns:a16="http://schemas.microsoft.com/office/drawing/2014/main" id="{B0FAA814-E450-4B30-B9EF-E6B977428B39}"/>
              </a:ext>
            </a:extLst>
          </p:cNvPr>
          <p:cNvSpPr>
            <a:spLocks xmlns:a="http://schemas.openxmlformats.org/drawingml/2006/main" noGrp="1"/>
          </p:cNvSpPr>
          <p:nvPr/>
        </p:nvSpPr>
        <p:spPr>
          <a:xfrm xmlns:a="http://schemas.openxmlformats.org/drawingml/2006/main">
            <a:off x="7981950" y="4448175"/>
            <a:ext cx="133350" cy="9525"/>
          </a:xfrm>
          <a:prstGeom xmlns:a="http://schemas.openxmlformats.org/drawingml/2006/main" prst="line">
            <a:avLst/>
          </a:prstGeom>
          <a:noFill xmlns:a="http://schemas.openxmlformats.org/drawingml/2006/main"/>
          <a:ln xmlns:a="http://schemas.openxmlformats.org/drawingml/2006/main" w="23813">
            <a:solidFill>
              <a:srgbClr val="F97316"/>
            </a:solidFill>
            <a:prstDash val="solid"/>
          </a:ln>
        </p:spPr>
      </p:sp>
      <p:sp>
        <p:nvSpPr>
          <p:cNvPr id="1956440406" name="">
            <a:extLst xmlns:a="http://schemas.openxmlformats.org/drawingml/2006/main">
              <a:ext uri="{FF2B5EF4-FFF2-40B4-BE49-F238E27FC236}">
                <a16:creationId xmlns:a16="http://schemas.microsoft.com/office/drawing/2014/main" id="{C769A2A3-A013-43A3-9964-85B7447634E4}"/>
              </a:ext>
            </a:extLst>
          </p:cNvPr>
          <p:cNvSpPr>
            <a:spLocks xmlns:a="http://schemas.openxmlformats.org/drawingml/2006/main" noGrp="1"/>
          </p:cNvSpPr>
          <p:nvPr/>
        </p:nvSpPr>
        <p:spPr>
          <a:xfrm xmlns:a="http://schemas.openxmlformats.org/drawingml/2006/main">
            <a:off x="3562350" y="5429250"/>
            <a:ext cx="504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900" b="1">
                <a:solidFill>
                  <a:srgbClr val="0B0F19"/>
                </a:solidFill>
              </a:defRPr>
            </a:pPr>
            <a:r>
              <a:rPr sz="1900" b="1">
                <a:solidFill>
                  <a:srgbClr val="0B0F19"/>
                </a:solidFill>
              </a:rPr>
              <a:t>same target behavior, fewer serial waits</a:t>
            </a:r>
          </a:p>
        </p:txBody>
      </p:sp>
      <p:sp>
        <p:nvSpPr>
          <p:cNvPr id="918919993" name="">
            <a:extLst xmlns:a="http://schemas.openxmlformats.org/drawingml/2006/main">
              <a:ext uri="{FF2B5EF4-FFF2-40B4-BE49-F238E27FC236}">
                <a16:creationId xmlns:a16="http://schemas.microsoft.com/office/drawing/2014/main" id="{54E1F59D-DB64-45E9-8AED-1244CCC77CFE}"/>
              </a:ext>
            </a:extLst>
          </p:cNvPr>
          <p:cNvSpPr>
            <a:spLocks xmlns:a="http://schemas.openxmlformats.org/drawingml/2006/main" noGrp="1"/>
          </p:cNvSpPr>
          <p:nvPr/>
        </p:nvSpPr>
        <p:spPr>
          <a:xfrm xmlns:a="http://schemas.openxmlformats.org/drawingml/2006/main">
            <a:off x="11106150" y="628650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00" b="0">
                <a:solidFill>
                  <a:srgbClr val="667085"/>
                </a:solidFill>
              </a:defRPr>
            </a:pPr>
            <a:r>
              <a:rPr sz="1000" b="0">
                <a:solidFill>
                  <a:srgbClr val="667085"/>
                </a:solidFill>
              </a:rPr>
              <a:t>49</a:t>
            </a:r>
          </a:p>
        </p:txBody>
      </p:sp>
    </p:spTree>
    <p:extLst>
      <p:ext uri="{BB962C8B-B14F-4D97-AF65-F5344CB8AC3E}">
        <p14:creationId xmlns:p14="http://schemas.microsoft.com/office/powerpoint/2010/main" val="715632642"/>
      </p:ext>
    </p:extLst>
  </p:cSld>
</p:sld>
</file>

<file path=ppt/slides/slide50.xml><?xml version="1.0" encoding="utf-8"?>
<p:sld xmlns:p="http://schemas.openxmlformats.org/presentationml/2006/main" showMasterSp="1">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82307420" name="">
            <a:extLst xmlns:a="http://schemas.openxmlformats.org/drawingml/2006/main">
              <a:ext uri="{FF2B5EF4-FFF2-40B4-BE49-F238E27FC236}">
                <a16:creationId xmlns:a16="http://schemas.microsoft.com/office/drawing/2014/main" id="{4B832975-C44B-4F7D-A2B2-43872A6DC109}"/>
              </a:ext>
            </a:extLst>
          </p:cNvPr>
          <p:cNvSpPr>
            <a:spLocks xmlns:a="http://schemas.openxmlformats.org/drawingml/2006/main" noGrp="1"/>
          </p:cNvSpPr>
          <p:nvPr/>
        </p:nvSpPr>
        <p:spPr>
          <a:xfrm xmlns:a="http://schemas.openxmlformats.org/drawingml/2006/main">
            <a:off x="609600" y="32385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563EB"/>
                </a:solidFill>
              </a:defRPr>
            </a:pPr>
            <a:r>
              <a:rPr sz="1200" b="1">
                <a:solidFill>
                  <a:srgbClr val="2563EB"/>
                </a:solidFill>
              </a:rPr>
              <a:t>Scaling trend</a:t>
            </a:r>
          </a:p>
        </p:txBody>
      </p:sp>
      <p:sp>
        <p:nvSpPr>
          <p:cNvPr id="1048423223" name="">
            <a:extLst xmlns:a="http://schemas.openxmlformats.org/drawingml/2006/main">
              <a:ext uri="{FF2B5EF4-FFF2-40B4-BE49-F238E27FC236}">
                <a16:creationId xmlns:a16="http://schemas.microsoft.com/office/drawing/2014/main" id="{800D93E1-7A96-4634-A132-A79AB98E5968}"/>
              </a:ext>
            </a:extLst>
          </p:cNvPr>
          <p:cNvSpPr>
            <a:spLocks xmlns:a="http://schemas.openxmlformats.org/drawingml/2006/main" noGrp="1"/>
          </p:cNvSpPr>
          <p:nvPr/>
        </p:nvSpPr>
        <p:spPr>
          <a:xfrm xmlns:a="http://schemas.openxmlformats.org/drawingml/2006/main">
            <a:off x="609600" y="590549"/>
            <a:ext cx="10287000" cy="5905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000" b="1">
                <a:solidFill>
                  <a:srgbClr val="0B0F19"/>
                </a:solidFill>
              </a:defRPr>
            </a:pPr>
            <a:r>
              <a:rPr sz="3000" b="1">
                <a:solidFill>
                  <a:srgbClr val="0B0F19"/>
                </a:solidFill>
              </a:rPr>
              <a:t>Frontier models scale total compute</a:t>
            </a:r>
          </a:p>
        </p:txBody>
      </p:sp>
      <p:sp>
        <p:nvSpPr>
          <p:cNvPr id="1821451501" name="">
            <a:extLst xmlns:a="http://schemas.openxmlformats.org/drawingml/2006/main">
              <a:ext uri="{FF2B5EF4-FFF2-40B4-BE49-F238E27FC236}">
                <a16:creationId xmlns:a16="http://schemas.microsoft.com/office/drawing/2014/main" id="{38DF187D-6025-459E-B0AD-3B0566BDC260}"/>
              </a:ext>
            </a:extLst>
          </p:cNvPr>
          <p:cNvSpPr>
            <a:spLocks xmlns:a="http://schemas.openxmlformats.org/drawingml/2006/main" noGrp="1"/>
          </p:cNvSpPr>
          <p:nvPr/>
        </p:nvSpPr>
        <p:spPr>
          <a:xfrm xmlns:a="http://schemas.openxmlformats.org/drawingml/2006/main">
            <a:off x="7829550" y="1028700"/>
            <a:ext cx="2952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750" b="1">
                <a:solidFill>
                  <a:srgbClr val="EF4444"/>
                </a:solidFill>
              </a:defRPr>
            </a:pPr>
            <a:r>
              <a:rPr sz="1750" b="1">
                <a:solidFill>
                  <a:srgbClr val="EF4444"/>
                </a:solidFill>
              </a:rPr>
              <a:t>not just parameter count</a:t>
            </a:r>
          </a:p>
        </p:txBody>
      </p:sp>
      <p:sp>
        <p:nvSpPr>
          <p:cNvPr id="1912787709" name="">
            <a:extLst xmlns:a="http://schemas.openxmlformats.org/drawingml/2006/main">
              <a:ext uri="{FF2B5EF4-FFF2-40B4-BE49-F238E27FC236}">
                <a16:creationId xmlns:a16="http://schemas.microsoft.com/office/drawing/2014/main" id="{F46082FD-CA15-4F12-939C-9427D44EAE25}"/>
              </a:ext>
            </a:extLst>
          </p:cNvPr>
          <p:cNvSpPr>
            <a:spLocks xmlns:a="http://schemas.openxmlformats.org/drawingml/2006/main" noGrp="1"/>
          </p:cNvSpPr>
          <p:nvPr/>
        </p:nvSpPr>
        <p:spPr>
          <a:xfrm xmlns:a="http://schemas.openxmlformats.org/drawingml/2006/main">
            <a:off x="704850" y="1562100"/>
            <a:ext cx="10782300" cy="4343400"/>
          </a:xfrm>
          <a:prstGeom xmlns:a="http://schemas.openxmlformats.org/drawingml/2006/main" prst="roundRect">
            <a:avLst>
              <a:gd name="adj" fmla="val 2632"/>
            </a:avLst>
          </a:prstGeom>
          <a:solidFill xmlns:a="http://schemas.openxmlformats.org/drawingml/2006/main">
            <a:srgbClr val="F8FAFC"/>
          </a:solidFill>
          <a:ln xmlns:a="http://schemas.openxmlformats.org/drawingml/2006/main" w="14288">
            <a:solidFill>
              <a:srgbClr val="E2E8F0"/>
            </a:solidFill>
            <a:prstDash val="solid"/>
          </a:ln>
        </p:spPr>
      </p:sp>
      <p:sp>
        <p:nvSpPr>
          <p:cNvPr id="698160900" name="">
            <a:extLst xmlns:a="http://schemas.openxmlformats.org/drawingml/2006/main">
              <a:ext uri="{FF2B5EF4-FFF2-40B4-BE49-F238E27FC236}">
                <a16:creationId xmlns:a16="http://schemas.microsoft.com/office/drawing/2014/main" id="{EF155B7D-9A86-4B44-BB4E-CDD5FD239324}"/>
              </a:ext>
            </a:extLst>
          </p:cNvPr>
          <p:cNvSpPr>
            <a:spLocks xmlns:a="http://schemas.openxmlformats.org/drawingml/2006/main" noGrp="1"/>
          </p:cNvSpPr>
          <p:nvPr/>
        </p:nvSpPr>
        <p:spPr>
          <a:xfrm xmlns:a="http://schemas.openxmlformats.org/drawingml/2006/main">
            <a:off x="3771900" y="1752599"/>
            <a:ext cx="46482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050" b="1">
                <a:solidFill>
                  <a:srgbClr val="0B0F19"/>
                </a:solidFill>
              </a:defRPr>
            </a:pPr>
            <a:r>
              <a:rPr sz="2050" b="1">
                <a:solidFill>
                  <a:srgbClr val="0B0F19"/>
                </a:solidFill>
              </a:rPr>
              <a:t>more useful computation</a:t>
            </a:r>
          </a:p>
        </p:txBody>
      </p:sp>
      <p:sp>
        <p:nvSpPr>
          <p:cNvPr id="820052220" name="">
            <a:extLst xmlns:a="http://schemas.openxmlformats.org/drawingml/2006/main">
              <a:ext uri="{FF2B5EF4-FFF2-40B4-BE49-F238E27FC236}">
                <a16:creationId xmlns:a16="http://schemas.microsoft.com/office/drawing/2014/main" id="{FA4A3FC5-837C-422E-B07B-7456E617F9CC}"/>
              </a:ext>
            </a:extLst>
          </p:cNvPr>
          <p:cNvSpPr>
            <a:spLocks xmlns:a="http://schemas.openxmlformats.org/drawingml/2006/main" noGrp="1"/>
          </p:cNvSpPr>
          <p:nvPr/>
        </p:nvSpPr>
        <p:spPr>
          <a:xfrm xmlns:a="http://schemas.openxmlformats.org/drawingml/2006/main">
            <a:off x="2609850" y="2152650"/>
            <a:ext cx="6972300" cy="9525"/>
          </a:xfrm>
          <a:prstGeom xmlns:a="http://schemas.openxmlformats.org/drawingml/2006/main" prst="line">
            <a:avLst/>
          </a:prstGeom>
          <a:noFill xmlns:a="http://schemas.openxmlformats.org/drawingml/2006/main"/>
          <a:ln xmlns:a="http://schemas.openxmlformats.org/drawingml/2006/main" w="38100">
            <a:solidFill>
              <a:srgbClr val="CBD5E1"/>
            </a:solidFill>
            <a:prstDash val="solid"/>
          </a:ln>
        </p:spPr>
      </p:sp>
      <p:sp>
        <p:nvSpPr>
          <p:cNvPr id="1977383085" name="">
            <a:extLst xmlns:a="http://schemas.openxmlformats.org/drawingml/2006/main">
              <a:ext uri="{FF2B5EF4-FFF2-40B4-BE49-F238E27FC236}">
                <a16:creationId xmlns:a16="http://schemas.microsoft.com/office/drawing/2014/main" id="{11A8B835-6F00-48FD-A5DB-85940590A88A}"/>
              </a:ext>
            </a:extLst>
          </p:cNvPr>
          <p:cNvSpPr>
            <a:spLocks xmlns:a="http://schemas.openxmlformats.org/drawingml/2006/main" noGrp="1"/>
          </p:cNvSpPr>
          <p:nvPr/>
        </p:nvSpPr>
        <p:spPr>
          <a:xfrm xmlns:a="http://schemas.openxmlformats.org/drawingml/2006/main">
            <a:off x="1066800" y="2400300"/>
            <a:ext cx="2333625" cy="2819400"/>
          </a:xfrm>
          <a:prstGeom xmlns:a="http://schemas.openxmlformats.org/drawingml/2006/main" prst="roundRect">
            <a:avLst>
              <a:gd name="adj" fmla="val 4898"/>
            </a:avLst>
          </a:prstGeom>
          <a:solidFill xmlns:a="http://schemas.openxmlformats.org/drawingml/2006/main">
            <a:srgbClr val="FFFFFF"/>
          </a:solidFill>
          <a:ln xmlns:a="http://schemas.openxmlformats.org/drawingml/2006/main" w="14288">
            <a:solidFill>
              <a:srgbClr val="E2E8F0"/>
            </a:solidFill>
            <a:prstDash val="solid"/>
          </a:ln>
        </p:spPr>
      </p:sp>
      <p:sp>
        <p:nvSpPr>
          <p:cNvPr id="1598161199" name="">
            <a:extLst xmlns:a="http://schemas.openxmlformats.org/drawingml/2006/main">
              <a:ext uri="{FF2B5EF4-FFF2-40B4-BE49-F238E27FC236}">
                <a16:creationId xmlns:a16="http://schemas.microsoft.com/office/drawing/2014/main" id="{00EBD1E7-11A9-4BCD-AC4E-9D32B8AB15D1}"/>
              </a:ext>
            </a:extLst>
          </p:cNvPr>
          <p:cNvSpPr>
            <a:spLocks xmlns:a="http://schemas.openxmlformats.org/drawingml/2006/main" noGrp="1"/>
          </p:cNvSpPr>
          <p:nvPr/>
        </p:nvSpPr>
        <p:spPr>
          <a:xfrm xmlns:a="http://schemas.openxmlformats.org/drawingml/2006/main">
            <a:off x="1714500" y="3105150"/>
            <a:ext cx="114300" cy="171450"/>
          </a:xfrm>
          <a:prstGeom xmlns:a="http://schemas.openxmlformats.org/drawingml/2006/main" prst="roundRect">
            <a:avLst>
              <a:gd name="adj" fmla="val 50000"/>
            </a:avLst>
          </a:prstGeom>
          <a:solidFill xmlns:a="http://schemas.openxmlformats.org/drawingml/2006/main">
            <a:srgbClr val="2563EB"/>
          </a:solidFill>
          <a:ln xmlns:a="http://schemas.openxmlformats.org/drawingml/2006/main" w="0">
            <a:solidFill>
              <a:srgbClr val="2563EB"/>
            </a:solidFill>
            <a:prstDash val="solid"/>
          </a:ln>
        </p:spPr>
      </p:sp>
      <p:sp>
        <p:nvSpPr>
          <p:cNvPr id="1558195881" name="">
            <a:extLst xmlns:a="http://schemas.openxmlformats.org/drawingml/2006/main">
              <a:ext uri="{FF2B5EF4-FFF2-40B4-BE49-F238E27FC236}">
                <a16:creationId xmlns:a16="http://schemas.microsoft.com/office/drawing/2014/main" id="{B05BD62D-CE74-41B6-A2CE-C19563C6B156}"/>
              </a:ext>
            </a:extLst>
          </p:cNvPr>
          <p:cNvSpPr>
            <a:spLocks xmlns:a="http://schemas.openxmlformats.org/drawingml/2006/main" noGrp="1"/>
          </p:cNvSpPr>
          <p:nvPr/>
        </p:nvSpPr>
        <p:spPr>
          <a:xfrm xmlns:a="http://schemas.openxmlformats.org/drawingml/2006/main">
            <a:off x="1885950" y="2990850"/>
            <a:ext cx="114300" cy="285750"/>
          </a:xfrm>
          <a:prstGeom xmlns:a="http://schemas.openxmlformats.org/drawingml/2006/main" prst="roundRect">
            <a:avLst>
              <a:gd name="adj" fmla="val 50000"/>
            </a:avLst>
          </a:prstGeom>
          <a:solidFill xmlns:a="http://schemas.openxmlformats.org/drawingml/2006/main">
            <a:srgbClr val="2563EB"/>
          </a:solidFill>
          <a:ln xmlns:a="http://schemas.openxmlformats.org/drawingml/2006/main" w="0">
            <a:solidFill>
              <a:srgbClr val="2563EB"/>
            </a:solidFill>
            <a:prstDash val="solid"/>
          </a:ln>
        </p:spPr>
      </p:sp>
      <p:sp>
        <p:nvSpPr>
          <p:cNvPr id="521701980" name="">
            <a:extLst xmlns:a="http://schemas.openxmlformats.org/drawingml/2006/main">
              <a:ext uri="{FF2B5EF4-FFF2-40B4-BE49-F238E27FC236}">
                <a16:creationId xmlns:a16="http://schemas.microsoft.com/office/drawing/2014/main" id="{78F792FF-DE29-4AD9-BF36-57262870954B}"/>
              </a:ext>
            </a:extLst>
          </p:cNvPr>
          <p:cNvSpPr>
            <a:spLocks xmlns:a="http://schemas.openxmlformats.org/drawingml/2006/main" noGrp="1"/>
          </p:cNvSpPr>
          <p:nvPr/>
        </p:nvSpPr>
        <p:spPr>
          <a:xfrm xmlns:a="http://schemas.openxmlformats.org/drawingml/2006/main">
            <a:off x="2057400" y="2876550"/>
            <a:ext cx="114300" cy="400050"/>
          </a:xfrm>
          <a:prstGeom xmlns:a="http://schemas.openxmlformats.org/drawingml/2006/main" prst="roundRect">
            <a:avLst>
              <a:gd name="adj" fmla="val 50000"/>
            </a:avLst>
          </a:prstGeom>
          <a:solidFill xmlns:a="http://schemas.openxmlformats.org/drawingml/2006/main">
            <a:srgbClr val="2563EB"/>
          </a:solidFill>
          <a:ln xmlns:a="http://schemas.openxmlformats.org/drawingml/2006/main" w="0">
            <a:solidFill>
              <a:srgbClr val="2563EB"/>
            </a:solidFill>
            <a:prstDash val="solid"/>
          </a:ln>
        </p:spPr>
      </p:sp>
      <p:sp>
        <p:nvSpPr>
          <p:cNvPr id="1995606133" name="">
            <a:extLst xmlns:a="http://schemas.openxmlformats.org/drawingml/2006/main">
              <a:ext uri="{FF2B5EF4-FFF2-40B4-BE49-F238E27FC236}">
                <a16:creationId xmlns:a16="http://schemas.microsoft.com/office/drawing/2014/main" id="{9D7BC33A-BD5B-4AA7-B8F9-86F7D653A872}"/>
              </a:ext>
            </a:extLst>
          </p:cNvPr>
          <p:cNvSpPr>
            <a:spLocks xmlns:a="http://schemas.openxmlformats.org/drawingml/2006/main" noGrp="1"/>
          </p:cNvSpPr>
          <p:nvPr/>
        </p:nvSpPr>
        <p:spPr>
          <a:xfrm xmlns:a="http://schemas.openxmlformats.org/drawingml/2006/main">
            <a:off x="2228850" y="2762250"/>
            <a:ext cx="114300" cy="514350"/>
          </a:xfrm>
          <a:prstGeom xmlns:a="http://schemas.openxmlformats.org/drawingml/2006/main" prst="roundRect">
            <a:avLst>
              <a:gd name="adj" fmla="val 50000"/>
            </a:avLst>
          </a:prstGeom>
          <a:solidFill xmlns:a="http://schemas.openxmlformats.org/drawingml/2006/main">
            <a:srgbClr val="2563EB"/>
          </a:solidFill>
          <a:ln xmlns:a="http://schemas.openxmlformats.org/drawingml/2006/main" w="0">
            <a:solidFill>
              <a:srgbClr val="2563EB"/>
            </a:solidFill>
            <a:prstDash val="solid"/>
          </a:ln>
        </p:spPr>
      </p:sp>
      <p:sp>
        <p:nvSpPr>
          <p:cNvPr id="1524836488" name="">
            <a:extLst xmlns:a="http://schemas.openxmlformats.org/drawingml/2006/main">
              <a:ext uri="{FF2B5EF4-FFF2-40B4-BE49-F238E27FC236}">
                <a16:creationId xmlns:a16="http://schemas.microsoft.com/office/drawing/2014/main" id="{C35FA0F5-4818-4192-8435-D37CFFAF7655}"/>
              </a:ext>
            </a:extLst>
          </p:cNvPr>
          <p:cNvSpPr>
            <a:spLocks xmlns:a="http://schemas.openxmlformats.org/drawingml/2006/main" noGrp="1"/>
          </p:cNvSpPr>
          <p:nvPr/>
        </p:nvSpPr>
        <p:spPr>
          <a:xfrm xmlns:a="http://schemas.openxmlformats.org/drawingml/2006/main">
            <a:off x="1257300" y="3600450"/>
            <a:ext cx="1952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900" b="1">
                <a:solidFill>
                  <a:srgbClr val="2563EB"/>
                </a:solidFill>
              </a:defRPr>
            </a:pPr>
            <a:r>
              <a:rPr sz="1900" b="1">
                <a:solidFill>
                  <a:srgbClr val="2563EB"/>
                </a:solidFill>
              </a:rPr>
              <a:t>pretraining</a:t>
            </a:r>
          </a:p>
        </p:txBody>
      </p:sp>
      <p:sp>
        <p:nvSpPr>
          <p:cNvPr id="2124862658" name="">
            <a:extLst xmlns:a="http://schemas.openxmlformats.org/drawingml/2006/main">
              <a:ext uri="{FF2B5EF4-FFF2-40B4-BE49-F238E27FC236}">
                <a16:creationId xmlns:a16="http://schemas.microsoft.com/office/drawing/2014/main" id="{531E7AC5-6EEE-4742-BF51-07CB06519AF1}"/>
              </a:ext>
            </a:extLst>
          </p:cNvPr>
          <p:cNvSpPr>
            <a:spLocks xmlns:a="http://schemas.openxmlformats.org/drawingml/2006/main" noGrp="1"/>
          </p:cNvSpPr>
          <p:nvPr/>
        </p:nvSpPr>
        <p:spPr>
          <a:xfrm xmlns:a="http://schemas.openxmlformats.org/drawingml/2006/main">
            <a:off x="1276350" y="4019550"/>
            <a:ext cx="1914525"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450" b="0">
                <a:solidFill>
                  <a:srgbClr val="0B0F19"/>
                </a:solidFill>
              </a:defRPr>
            </a:pPr>
            <a:r>
              <a:rPr sz="1450" b="0">
                <a:solidFill>
                  <a:srgbClr val="0B0F19"/>
                </a:solidFill>
              </a:rPr>
              <a:t>bigger models</a:t>
            </a:r>
          </a:p>
          <a:p xmlns:a="http://schemas.openxmlformats.org/drawingml/2006/main">
            <a:pPr algn="ctr">
              <a:buNone/>
              <a:defRPr sz="1450" b="0">
                <a:solidFill>
                  <a:srgbClr val="0B0F19"/>
                </a:solidFill>
              </a:defRPr>
            </a:pPr>
            <a:r>
              <a:rPr sz="1450" b="0">
                <a:solidFill>
                  <a:srgbClr val="0B0F19"/>
                </a:solidFill>
              </a:rPr>
              <a:t>more data</a:t>
            </a:r>
          </a:p>
        </p:txBody>
      </p:sp>
      <p:sp>
        <p:nvSpPr>
          <p:cNvPr id="8219972" name="">
            <a:extLst xmlns:a="http://schemas.openxmlformats.org/drawingml/2006/main">
              <a:ext uri="{FF2B5EF4-FFF2-40B4-BE49-F238E27FC236}">
                <a16:creationId xmlns:a16="http://schemas.microsoft.com/office/drawing/2014/main" id="{80005CAC-2E6C-4E99-BC50-AC2DE8A8D4E2}"/>
              </a:ext>
            </a:extLst>
          </p:cNvPr>
          <p:cNvSpPr>
            <a:spLocks xmlns:a="http://schemas.openxmlformats.org/drawingml/2006/main" noGrp="1"/>
          </p:cNvSpPr>
          <p:nvPr/>
        </p:nvSpPr>
        <p:spPr>
          <a:xfrm xmlns:a="http://schemas.openxmlformats.org/drawingml/2006/main">
            <a:off x="1276350" y="4705350"/>
            <a:ext cx="19145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00" b="0">
                <a:solidFill>
                  <a:srgbClr val="667085"/>
                </a:solidFill>
              </a:defRPr>
            </a:pPr>
            <a:r>
              <a:rPr sz="1300" b="0">
                <a:solidFill>
                  <a:srgbClr val="667085"/>
                </a:solidFill>
              </a:rPr>
              <a:t>train-time compute</a:t>
            </a:r>
          </a:p>
        </p:txBody>
      </p:sp>
      <p:sp>
        <p:nvSpPr>
          <p:cNvPr id="1401385987" name="">
            <a:extLst xmlns:a="http://schemas.openxmlformats.org/drawingml/2006/main">
              <a:ext uri="{FF2B5EF4-FFF2-40B4-BE49-F238E27FC236}">
                <a16:creationId xmlns:a16="http://schemas.microsoft.com/office/drawing/2014/main" id="{22C250BF-FCDC-4507-B5F1-A3D5BA0D9F7D}"/>
              </a:ext>
            </a:extLst>
          </p:cNvPr>
          <p:cNvSpPr>
            <a:spLocks xmlns:a="http://schemas.openxmlformats.org/drawingml/2006/main" noGrp="1"/>
          </p:cNvSpPr>
          <p:nvPr/>
        </p:nvSpPr>
        <p:spPr>
          <a:xfrm xmlns:a="http://schemas.openxmlformats.org/drawingml/2006/main">
            <a:off x="3676650" y="2400300"/>
            <a:ext cx="2333625" cy="2819400"/>
          </a:xfrm>
          <a:prstGeom xmlns:a="http://schemas.openxmlformats.org/drawingml/2006/main" prst="roundRect">
            <a:avLst>
              <a:gd name="adj" fmla="val 4898"/>
            </a:avLst>
          </a:prstGeom>
          <a:solidFill xmlns:a="http://schemas.openxmlformats.org/drawingml/2006/main">
            <a:srgbClr val="FFFFFF"/>
          </a:solidFill>
          <a:ln xmlns:a="http://schemas.openxmlformats.org/drawingml/2006/main" w="14288">
            <a:solidFill>
              <a:srgbClr val="E2E8F0"/>
            </a:solidFill>
            <a:prstDash val="solid"/>
          </a:ln>
        </p:spPr>
      </p:sp>
      <p:sp>
        <p:nvSpPr>
          <p:cNvPr id="2082712541" name="">
            <a:extLst xmlns:a="http://schemas.openxmlformats.org/drawingml/2006/main">
              <a:ext uri="{FF2B5EF4-FFF2-40B4-BE49-F238E27FC236}">
                <a16:creationId xmlns:a16="http://schemas.microsoft.com/office/drawing/2014/main" id="{FD865CD1-A490-49F4-A55D-D5D8BC08ED25}"/>
              </a:ext>
            </a:extLst>
          </p:cNvPr>
          <p:cNvSpPr>
            <a:spLocks xmlns:a="http://schemas.openxmlformats.org/drawingml/2006/main" noGrp="1"/>
          </p:cNvSpPr>
          <p:nvPr/>
        </p:nvSpPr>
        <p:spPr>
          <a:xfrm xmlns:a="http://schemas.openxmlformats.org/drawingml/2006/main">
            <a:off x="4619625" y="2876550"/>
            <a:ext cx="266700" cy="266700"/>
          </a:xfrm>
          <a:prstGeom xmlns:a="http://schemas.openxmlformats.org/drawingml/2006/main" prst="ellipse">
            <a:avLst/>
          </a:prstGeom>
          <a:solidFill xmlns:a="http://schemas.openxmlformats.org/drawingml/2006/main">
            <a:srgbClr val="7C3AED"/>
          </a:solidFill>
          <a:ln xmlns:a="http://schemas.openxmlformats.org/drawingml/2006/main" w="14288">
            <a:solidFill>
              <a:srgbClr val="7C3AED"/>
            </a:solidFill>
            <a:prstDash val="solid"/>
          </a:ln>
        </p:spPr>
      </p:sp>
      <p:sp>
        <p:nvSpPr>
          <p:cNvPr id="1800286296" name="">
            <a:extLst xmlns:a="http://schemas.openxmlformats.org/drawingml/2006/main">
              <a:ext uri="{FF2B5EF4-FFF2-40B4-BE49-F238E27FC236}">
                <a16:creationId xmlns:a16="http://schemas.microsoft.com/office/drawing/2014/main" id="{696C8EBD-35D0-4D80-A4D8-70C352061845}"/>
              </a:ext>
            </a:extLst>
          </p:cNvPr>
          <p:cNvSpPr>
            <a:spLocks xmlns:a="http://schemas.openxmlformats.org/drawingml/2006/main" noGrp="1"/>
          </p:cNvSpPr>
          <p:nvPr/>
        </p:nvSpPr>
        <p:spPr>
          <a:xfrm xmlns:a="http://schemas.openxmlformats.org/drawingml/2006/main">
            <a:off x="5067300" y="2905125"/>
            <a:ext cx="209550" cy="209550"/>
          </a:xfrm>
          <a:prstGeom xmlns:a="http://schemas.openxmlformats.org/drawingml/2006/main" prst="ellipse">
            <a:avLst/>
          </a:prstGeom>
          <a:solidFill xmlns:a="http://schemas.openxmlformats.org/drawingml/2006/main">
            <a:srgbClr val="10B981"/>
          </a:solidFill>
          <a:ln xmlns:a="http://schemas.openxmlformats.org/drawingml/2006/main" w="14288">
            <a:solidFill>
              <a:srgbClr val="10B981"/>
            </a:solidFill>
            <a:prstDash val="solid"/>
          </a:ln>
        </p:spPr>
      </p:sp>
      <p:sp>
        <p:nvSpPr>
          <p:cNvPr id="1377652962" name="">
            <a:extLst xmlns:a="http://schemas.openxmlformats.org/drawingml/2006/main">
              <a:ext uri="{FF2B5EF4-FFF2-40B4-BE49-F238E27FC236}">
                <a16:creationId xmlns:a16="http://schemas.microsoft.com/office/drawing/2014/main" id="{43AA288A-B995-4E24-947A-B3E2E05C3C8A}"/>
              </a:ext>
            </a:extLst>
          </p:cNvPr>
          <p:cNvSpPr>
            <a:spLocks xmlns:a="http://schemas.openxmlformats.org/drawingml/2006/main" noGrp="1"/>
          </p:cNvSpPr>
          <p:nvPr/>
        </p:nvSpPr>
        <p:spPr>
          <a:xfrm xmlns:a="http://schemas.openxmlformats.org/drawingml/2006/main">
            <a:off x="4752975" y="3009900"/>
            <a:ext cx="419100" cy="9525"/>
          </a:xfrm>
          <a:prstGeom xmlns:a="http://schemas.openxmlformats.org/drawingml/2006/main" prst="line">
            <a:avLst/>
          </a:prstGeom>
          <a:noFill xmlns:a="http://schemas.openxmlformats.org/drawingml/2006/main"/>
          <a:ln xmlns:a="http://schemas.openxmlformats.org/drawingml/2006/main" w="19050">
            <a:solidFill>
              <a:srgbClr val="10B981"/>
            </a:solidFill>
            <a:prstDash val="solid"/>
          </a:ln>
        </p:spPr>
      </p:sp>
      <p:sp>
        <p:nvSpPr>
          <p:cNvPr id="1129487083" name="">
            <a:extLst xmlns:a="http://schemas.openxmlformats.org/drawingml/2006/main">
              <a:ext uri="{FF2B5EF4-FFF2-40B4-BE49-F238E27FC236}">
                <a16:creationId xmlns:a16="http://schemas.microsoft.com/office/drawing/2014/main" id="{0345B5A2-74BC-4664-98A8-2836F3F4A64C}"/>
              </a:ext>
            </a:extLst>
          </p:cNvPr>
          <p:cNvSpPr>
            <a:spLocks xmlns:a="http://schemas.openxmlformats.org/drawingml/2006/main" noGrp="1"/>
          </p:cNvSpPr>
          <p:nvPr/>
        </p:nvSpPr>
        <p:spPr>
          <a:xfrm xmlns:a="http://schemas.openxmlformats.org/drawingml/2006/main">
            <a:off x="4857750" y="3185587"/>
            <a:ext cx="209550" cy="209550"/>
          </a:xfrm>
          <a:prstGeom xmlns:a="http://schemas.openxmlformats.org/drawingml/2006/main" prst="ellipse">
            <a:avLst/>
          </a:prstGeom>
          <a:solidFill xmlns:a="http://schemas.openxmlformats.org/drawingml/2006/main">
            <a:srgbClr val="10B981"/>
          </a:solidFill>
          <a:ln xmlns:a="http://schemas.openxmlformats.org/drawingml/2006/main" w="14288">
            <a:solidFill>
              <a:srgbClr val="10B981"/>
            </a:solidFill>
            <a:prstDash val="solid"/>
          </a:ln>
        </p:spPr>
      </p:sp>
      <p:sp>
        <p:nvSpPr>
          <p:cNvPr id="1835573148" name="">
            <a:extLst xmlns:a="http://schemas.openxmlformats.org/drawingml/2006/main">
              <a:ext uri="{FF2B5EF4-FFF2-40B4-BE49-F238E27FC236}">
                <a16:creationId xmlns:a16="http://schemas.microsoft.com/office/drawing/2014/main" id="{98BF5C74-40E4-4E6B-AF94-4A5E016FC98E}"/>
              </a:ext>
            </a:extLst>
          </p:cNvPr>
          <p:cNvSpPr>
            <a:spLocks xmlns:a="http://schemas.openxmlformats.org/drawingml/2006/main" noGrp="1"/>
          </p:cNvSpPr>
          <p:nvPr/>
        </p:nvSpPr>
        <p:spPr>
          <a:xfrm xmlns:a="http://schemas.openxmlformats.org/drawingml/2006/main">
            <a:off x="4752975" y="3009900"/>
            <a:ext cx="209550" cy="280462"/>
          </a:xfrm>
          <a:prstGeom xmlns:a="http://schemas.openxmlformats.org/drawingml/2006/main" prst="line">
            <a:avLst/>
          </a:prstGeom>
          <a:noFill xmlns:a="http://schemas.openxmlformats.org/drawingml/2006/main"/>
          <a:ln xmlns:a="http://schemas.openxmlformats.org/drawingml/2006/main" w="19050">
            <a:solidFill>
              <a:srgbClr val="10B981"/>
            </a:solidFill>
            <a:prstDash val="solid"/>
          </a:ln>
        </p:spPr>
      </p:sp>
      <p:sp>
        <p:nvSpPr>
          <p:cNvPr id="1354002712" name="">
            <a:extLst xmlns:a="http://schemas.openxmlformats.org/drawingml/2006/main">
              <a:ext uri="{FF2B5EF4-FFF2-40B4-BE49-F238E27FC236}">
                <a16:creationId xmlns:a16="http://schemas.microsoft.com/office/drawing/2014/main" id="{237F3646-F598-4AA1-B4F3-EC08133899D2}"/>
              </a:ext>
            </a:extLst>
          </p:cNvPr>
          <p:cNvSpPr>
            <a:spLocks xmlns:a="http://schemas.openxmlformats.org/drawingml/2006/main" noGrp="1"/>
          </p:cNvSpPr>
          <p:nvPr/>
        </p:nvSpPr>
        <p:spPr>
          <a:xfrm xmlns:a="http://schemas.openxmlformats.org/drawingml/2006/main">
            <a:off x="4438650" y="3185587"/>
            <a:ext cx="209550" cy="209550"/>
          </a:xfrm>
          <a:prstGeom xmlns:a="http://schemas.openxmlformats.org/drawingml/2006/main" prst="ellipse">
            <a:avLst/>
          </a:prstGeom>
          <a:solidFill xmlns:a="http://schemas.openxmlformats.org/drawingml/2006/main">
            <a:srgbClr val="E5E7EB"/>
          </a:solidFill>
          <a:ln xmlns:a="http://schemas.openxmlformats.org/drawingml/2006/main" w="14288">
            <a:solidFill>
              <a:srgbClr val="CBD5E1"/>
            </a:solidFill>
            <a:prstDash val="solid"/>
          </a:ln>
        </p:spPr>
      </p:sp>
      <p:sp>
        <p:nvSpPr>
          <p:cNvPr id="1642711495" name="">
            <a:extLst xmlns:a="http://schemas.openxmlformats.org/drawingml/2006/main">
              <a:ext uri="{FF2B5EF4-FFF2-40B4-BE49-F238E27FC236}">
                <a16:creationId xmlns:a16="http://schemas.microsoft.com/office/drawing/2014/main" id="{B9A7C6BB-FD13-442E-B342-B30E4C109A0B}"/>
              </a:ext>
            </a:extLst>
          </p:cNvPr>
          <p:cNvSpPr>
            <a:spLocks xmlns:a="http://schemas.openxmlformats.org/drawingml/2006/main" noGrp="1"/>
          </p:cNvSpPr>
          <p:nvPr/>
        </p:nvSpPr>
        <p:spPr>
          <a:xfrm xmlns:a="http://schemas.openxmlformats.org/drawingml/2006/main">
            <a:off x="4543425" y="3009900"/>
            <a:ext cx="209550" cy="280462"/>
          </a:xfrm>
          <a:prstGeom xmlns:a="http://schemas.openxmlformats.org/drawingml/2006/main" prst="line">
            <a:avLst/>
          </a:prstGeom>
          <a:noFill xmlns:a="http://schemas.openxmlformats.org/drawingml/2006/main"/>
          <a:ln xmlns:a="http://schemas.openxmlformats.org/drawingml/2006/main" w="9525">
            <a:solidFill>
              <a:srgbClr val="D8DEE8"/>
            </a:solidFill>
            <a:prstDash val="solid"/>
          </a:ln>
        </p:spPr>
      </p:sp>
      <p:sp>
        <p:nvSpPr>
          <p:cNvPr id="1162477816" name="">
            <a:extLst xmlns:a="http://schemas.openxmlformats.org/drawingml/2006/main">
              <a:ext uri="{FF2B5EF4-FFF2-40B4-BE49-F238E27FC236}">
                <a16:creationId xmlns:a16="http://schemas.microsoft.com/office/drawing/2014/main" id="{4D67359A-A159-4CD7-B66E-DB31D813EAA6}"/>
              </a:ext>
            </a:extLst>
          </p:cNvPr>
          <p:cNvSpPr>
            <a:spLocks xmlns:a="http://schemas.openxmlformats.org/drawingml/2006/main" noGrp="1"/>
          </p:cNvSpPr>
          <p:nvPr/>
        </p:nvSpPr>
        <p:spPr>
          <a:xfrm xmlns:a="http://schemas.openxmlformats.org/drawingml/2006/main">
            <a:off x="4229100" y="2905125"/>
            <a:ext cx="209550" cy="209550"/>
          </a:xfrm>
          <a:prstGeom xmlns:a="http://schemas.openxmlformats.org/drawingml/2006/main" prst="ellipse">
            <a:avLst/>
          </a:prstGeom>
          <a:solidFill xmlns:a="http://schemas.openxmlformats.org/drawingml/2006/main">
            <a:srgbClr val="E5E7EB"/>
          </a:solidFill>
          <a:ln xmlns:a="http://schemas.openxmlformats.org/drawingml/2006/main" w="14288">
            <a:solidFill>
              <a:srgbClr val="CBD5E1"/>
            </a:solidFill>
            <a:prstDash val="solid"/>
          </a:ln>
        </p:spPr>
      </p:sp>
      <p:sp>
        <p:nvSpPr>
          <p:cNvPr id="754093468" name="">
            <a:extLst xmlns:a="http://schemas.openxmlformats.org/drawingml/2006/main">
              <a:ext uri="{FF2B5EF4-FFF2-40B4-BE49-F238E27FC236}">
                <a16:creationId xmlns:a16="http://schemas.microsoft.com/office/drawing/2014/main" id="{8DFF5D8C-9EFF-4124-8010-10311E41FCA6}"/>
              </a:ext>
            </a:extLst>
          </p:cNvPr>
          <p:cNvSpPr>
            <a:spLocks xmlns:a="http://schemas.openxmlformats.org/drawingml/2006/main" noGrp="1"/>
          </p:cNvSpPr>
          <p:nvPr/>
        </p:nvSpPr>
        <p:spPr>
          <a:xfrm xmlns:a="http://schemas.openxmlformats.org/drawingml/2006/main">
            <a:off x="4333875" y="3009900"/>
            <a:ext cx="419100" cy="9525"/>
          </a:xfrm>
          <a:prstGeom xmlns:a="http://schemas.openxmlformats.org/drawingml/2006/main" prst="line">
            <a:avLst/>
          </a:prstGeom>
          <a:noFill xmlns:a="http://schemas.openxmlformats.org/drawingml/2006/main"/>
          <a:ln xmlns:a="http://schemas.openxmlformats.org/drawingml/2006/main" w="9525">
            <a:solidFill>
              <a:srgbClr val="D8DEE8"/>
            </a:solidFill>
            <a:prstDash val="solid"/>
          </a:ln>
        </p:spPr>
      </p:sp>
      <p:sp>
        <p:nvSpPr>
          <p:cNvPr id="926903495" name="">
            <a:extLst xmlns:a="http://schemas.openxmlformats.org/drawingml/2006/main">
              <a:ext uri="{FF2B5EF4-FFF2-40B4-BE49-F238E27FC236}">
                <a16:creationId xmlns:a16="http://schemas.microsoft.com/office/drawing/2014/main" id="{67F9A971-C902-472B-819C-14B4CFBC61A5}"/>
              </a:ext>
            </a:extLst>
          </p:cNvPr>
          <p:cNvSpPr>
            <a:spLocks xmlns:a="http://schemas.openxmlformats.org/drawingml/2006/main" noGrp="1"/>
          </p:cNvSpPr>
          <p:nvPr/>
        </p:nvSpPr>
        <p:spPr>
          <a:xfrm xmlns:a="http://schemas.openxmlformats.org/drawingml/2006/main">
            <a:off x="4438650" y="2624663"/>
            <a:ext cx="209550" cy="209550"/>
          </a:xfrm>
          <a:prstGeom xmlns:a="http://schemas.openxmlformats.org/drawingml/2006/main" prst="ellipse">
            <a:avLst/>
          </a:prstGeom>
          <a:solidFill xmlns:a="http://schemas.openxmlformats.org/drawingml/2006/main">
            <a:srgbClr val="E5E7EB"/>
          </a:solidFill>
          <a:ln xmlns:a="http://schemas.openxmlformats.org/drawingml/2006/main" w="14288">
            <a:solidFill>
              <a:srgbClr val="CBD5E1"/>
            </a:solidFill>
            <a:prstDash val="solid"/>
          </a:ln>
        </p:spPr>
      </p:sp>
      <p:sp>
        <p:nvSpPr>
          <p:cNvPr id="1314704657" name="">
            <a:extLst xmlns:a="http://schemas.openxmlformats.org/drawingml/2006/main">
              <a:ext uri="{FF2B5EF4-FFF2-40B4-BE49-F238E27FC236}">
                <a16:creationId xmlns:a16="http://schemas.microsoft.com/office/drawing/2014/main" id="{B414FE39-9C0F-4948-B16B-2ADD672DF15E}"/>
              </a:ext>
            </a:extLst>
          </p:cNvPr>
          <p:cNvSpPr>
            <a:spLocks xmlns:a="http://schemas.openxmlformats.org/drawingml/2006/main" noGrp="1"/>
          </p:cNvSpPr>
          <p:nvPr/>
        </p:nvSpPr>
        <p:spPr>
          <a:xfrm xmlns:a="http://schemas.openxmlformats.org/drawingml/2006/main">
            <a:off x="4543425" y="2729437"/>
            <a:ext cx="209550" cy="280462"/>
          </a:xfrm>
          <a:prstGeom xmlns:a="http://schemas.openxmlformats.org/drawingml/2006/main" prst="line">
            <a:avLst/>
          </a:prstGeom>
          <a:noFill xmlns:a="http://schemas.openxmlformats.org/drawingml/2006/main"/>
          <a:ln xmlns:a="http://schemas.openxmlformats.org/drawingml/2006/main" w="9525">
            <a:solidFill>
              <a:srgbClr val="D8DEE8"/>
            </a:solidFill>
            <a:prstDash val="solid"/>
          </a:ln>
        </p:spPr>
      </p:sp>
      <p:sp>
        <p:nvSpPr>
          <p:cNvPr id="297993690" name="">
            <a:extLst xmlns:a="http://schemas.openxmlformats.org/drawingml/2006/main">
              <a:ext uri="{FF2B5EF4-FFF2-40B4-BE49-F238E27FC236}">
                <a16:creationId xmlns:a16="http://schemas.microsoft.com/office/drawing/2014/main" id="{124D5CC9-08D9-44E8-A91F-D80102FCB012}"/>
              </a:ext>
            </a:extLst>
          </p:cNvPr>
          <p:cNvSpPr>
            <a:spLocks xmlns:a="http://schemas.openxmlformats.org/drawingml/2006/main" noGrp="1"/>
          </p:cNvSpPr>
          <p:nvPr/>
        </p:nvSpPr>
        <p:spPr>
          <a:xfrm xmlns:a="http://schemas.openxmlformats.org/drawingml/2006/main">
            <a:off x="4857750" y="2624663"/>
            <a:ext cx="209550" cy="209550"/>
          </a:xfrm>
          <a:prstGeom xmlns:a="http://schemas.openxmlformats.org/drawingml/2006/main" prst="ellipse">
            <a:avLst/>
          </a:prstGeom>
          <a:solidFill xmlns:a="http://schemas.openxmlformats.org/drawingml/2006/main">
            <a:srgbClr val="E5E7EB"/>
          </a:solidFill>
          <a:ln xmlns:a="http://schemas.openxmlformats.org/drawingml/2006/main" w="14288">
            <a:solidFill>
              <a:srgbClr val="CBD5E1"/>
            </a:solidFill>
            <a:prstDash val="solid"/>
          </a:ln>
        </p:spPr>
      </p:sp>
      <p:sp>
        <p:nvSpPr>
          <p:cNvPr id="1869335125" name="">
            <a:extLst xmlns:a="http://schemas.openxmlformats.org/drawingml/2006/main">
              <a:ext uri="{FF2B5EF4-FFF2-40B4-BE49-F238E27FC236}">
                <a16:creationId xmlns:a16="http://schemas.microsoft.com/office/drawing/2014/main" id="{C0941027-40D4-467E-B121-36A602005D44}"/>
              </a:ext>
            </a:extLst>
          </p:cNvPr>
          <p:cNvSpPr>
            <a:spLocks xmlns:a="http://schemas.openxmlformats.org/drawingml/2006/main" noGrp="1"/>
          </p:cNvSpPr>
          <p:nvPr/>
        </p:nvSpPr>
        <p:spPr>
          <a:xfrm xmlns:a="http://schemas.openxmlformats.org/drawingml/2006/main">
            <a:off x="4752975" y="2729437"/>
            <a:ext cx="209550" cy="280462"/>
          </a:xfrm>
          <a:prstGeom xmlns:a="http://schemas.openxmlformats.org/drawingml/2006/main" prst="line">
            <a:avLst/>
          </a:prstGeom>
          <a:noFill xmlns:a="http://schemas.openxmlformats.org/drawingml/2006/main"/>
          <a:ln xmlns:a="http://schemas.openxmlformats.org/drawingml/2006/main" w="9525">
            <a:solidFill>
              <a:srgbClr val="D8DEE8"/>
            </a:solidFill>
            <a:prstDash val="solid"/>
          </a:ln>
        </p:spPr>
      </p:sp>
      <p:sp>
        <p:nvSpPr>
          <p:cNvPr id="1902597771" name="">
            <a:extLst xmlns:a="http://schemas.openxmlformats.org/drawingml/2006/main">
              <a:ext uri="{FF2B5EF4-FFF2-40B4-BE49-F238E27FC236}">
                <a16:creationId xmlns:a16="http://schemas.microsoft.com/office/drawing/2014/main" id="{A83A11B3-A9E4-4E4E-BB2C-0B2F8E67281F}"/>
              </a:ext>
            </a:extLst>
          </p:cNvPr>
          <p:cNvSpPr>
            <a:spLocks xmlns:a="http://schemas.openxmlformats.org/drawingml/2006/main" noGrp="1"/>
          </p:cNvSpPr>
          <p:nvPr/>
        </p:nvSpPr>
        <p:spPr>
          <a:xfrm xmlns:a="http://schemas.openxmlformats.org/drawingml/2006/main">
            <a:off x="3867150" y="3600450"/>
            <a:ext cx="1952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900" b="1">
                <a:solidFill>
                  <a:srgbClr val="10B981"/>
                </a:solidFill>
              </a:defRPr>
            </a:pPr>
            <a:r>
              <a:rPr sz="1900" b="1">
                <a:solidFill>
                  <a:srgbClr val="10B981"/>
                </a:solidFill>
              </a:rPr>
              <a:t>MoE</a:t>
            </a:r>
          </a:p>
        </p:txBody>
      </p:sp>
      <p:sp>
        <p:nvSpPr>
          <p:cNvPr id="1200483565" name="">
            <a:extLst xmlns:a="http://schemas.openxmlformats.org/drawingml/2006/main">
              <a:ext uri="{FF2B5EF4-FFF2-40B4-BE49-F238E27FC236}">
                <a16:creationId xmlns:a16="http://schemas.microsoft.com/office/drawing/2014/main" id="{579A842C-119C-4BF4-9328-F6B6272A21DF}"/>
              </a:ext>
            </a:extLst>
          </p:cNvPr>
          <p:cNvSpPr>
            <a:spLocks xmlns:a="http://schemas.openxmlformats.org/drawingml/2006/main" noGrp="1"/>
          </p:cNvSpPr>
          <p:nvPr/>
        </p:nvSpPr>
        <p:spPr>
          <a:xfrm xmlns:a="http://schemas.openxmlformats.org/drawingml/2006/main">
            <a:off x="3886200" y="4019550"/>
            <a:ext cx="1914525"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450" b="0">
                <a:solidFill>
                  <a:srgbClr val="0B0F19"/>
                </a:solidFill>
              </a:defRPr>
            </a:pPr>
            <a:r>
              <a:rPr sz="1450" b="0">
                <a:solidFill>
                  <a:srgbClr val="0B0F19"/>
                </a:solidFill>
              </a:rPr>
              <a:t>many params</a:t>
            </a:r>
          </a:p>
          <a:p xmlns:a="http://schemas.openxmlformats.org/drawingml/2006/main">
            <a:pPr algn="ctr">
              <a:buNone/>
              <a:defRPr sz="1450" b="0">
                <a:solidFill>
                  <a:srgbClr val="0B0F19"/>
                </a:solidFill>
              </a:defRPr>
            </a:pPr>
            <a:r>
              <a:rPr sz="1450" b="0">
                <a:solidFill>
                  <a:srgbClr val="0B0F19"/>
                </a:solidFill>
              </a:rPr>
              <a:t>few active</a:t>
            </a:r>
          </a:p>
        </p:txBody>
      </p:sp>
      <p:sp>
        <p:nvSpPr>
          <p:cNvPr id="713949087" name="">
            <a:extLst xmlns:a="http://schemas.openxmlformats.org/drawingml/2006/main">
              <a:ext uri="{FF2B5EF4-FFF2-40B4-BE49-F238E27FC236}">
                <a16:creationId xmlns:a16="http://schemas.microsoft.com/office/drawing/2014/main" id="{7E42EB4B-3A11-4CEC-836B-8B529E88C2DC}"/>
              </a:ext>
            </a:extLst>
          </p:cNvPr>
          <p:cNvSpPr>
            <a:spLocks xmlns:a="http://schemas.openxmlformats.org/drawingml/2006/main" noGrp="1"/>
          </p:cNvSpPr>
          <p:nvPr/>
        </p:nvSpPr>
        <p:spPr>
          <a:xfrm xmlns:a="http://schemas.openxmlformats.org/drawingml/2006/main">
            <a:off x="3886200" y="4705350"/>
            <a:ext cx="19145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00" b="0">
                <a:solidFill>
                  <a:srgbClr val="667085"/>
                </a:solidFill>
              </a:defRPr>
            </a:pPr>
            <a:r>
              <a:rPr sz="1300" b="0">
                <a:solidFill>
                  <a:srgbClr val="667085"/>
                </a:solidFill>
              </a:rPr>
              <a:t>sparse compute</a:t>
            </a:r>
          </a:p>
        </p:txBody>
      </p:sp>
      <p:sp>
        <p:nvSpPr>
          <p:cNvPr id="731916212" name="">
            <a:extLst xmlns:a="http://schemas.openxmlformats.org/drawingml/2006/main">
              <a:ext uri="{FF2B5EF4-FFF2-40B4-BE49-F238E27FC236}">
                <a16:creationId xmlns:a16="http://schemas.microsoft.com/office/drawing/2014/main" id="{EBE61B73-7ABB-4636-BE4D-A12E7AC43832}"/>
              </a:ext>
            </a:extLst>
          </p:cNvPr>
          <p:cNvSpPr>
            <a:spLocks xmlns:a="http://schemas.openxmlformats.org/drawingml/2006/main" noGrp="1"/>
          </p:cNvSpPr>
          <p:nvPr/>
        </p:nvSpPr>
        <p:spPr>
          <a:xfrm xmlns:a="http://schemas.openxmlformats.org/drawingml/2006/main">
            <a:off x="6286500" y="2400300"/>
            <a:ext cx="2333625" cy="2819400"/>
          </a:xfrm>
          <a:prstGeom xmlns:a="http://schemas.openxmlformats.org/drawingml/2006/main" prst="roundRect">
            <a:avLst>
              <a:gd name="adj" fmla="val 4898"/>
            </a:avLst>
          </a:prstGeom>
          <a:solidFill xmlns:a="http://schemas.openxmlformats.org/drawingml/2006/main">
            <a:srgbClr val="FFFFFF"/>
          </a:solidFill>
          <a:ln xmlns:a="http://schemas.openxmlformats.org/drawingml/2006/main" w="14288">
            <a:solidFill>
              <a:srgbClr val="E2E8F0"/>
            </a:solidFill>
            <a:prstDash val="solid"/>
          </a:ln>
        </p:spPr>
      </p:sp>
      <p:sp>
        <p:nvSpPr>
          <p:cNvPr id="1174154411" name="">
            <a:extLst xmlns:a="http://schemas.openxmlformats.org/drawingml/2006/main">
              <a:ext uri="{FF2B5EF4-FFF2-40B4-BE49-F238E27FC236}">
                <a16:creationId xmlns:a16="http://schemas.microsoft.com/office/drawing/2014/main" id="{EC7E7BF0-EE33-48B6-846E-629FFA2A0C76}"/>
              </a:ext>
            </a:extLst>
          </p:cNvPr>
          <p:cNvSpPr>
            <a:spLocks xmlns:a="http://schemas.openxmlformats.org/drawingml/2006/main" noGrp="1"/>
          </p:cNvSpPr>
          <p:nvPr/>
        </p:nvSpPr>
        <p:spPr>
          <a:xfrm xmlns:a="http://schemas.openxmlformats.org/drawingml/2006/main">
            <a:off x="6991350" y="2971800"/>
            <a:ext cx="228600" cy="228600"/>
          </a:xfrm>
          <a:prstGeom xmlns:a="http://schemas.openxmlformats.org/drawingml/2006/main" prst="ellipse">
            <a:avLst/>
          </a:prstGeom>
          <a:solidFill xmlns:a="http://schemas.openxmlformats.org/drawingml/2006/main">
            <a:srgbClr val="F97316"/>
          </a:solidFill>
          <a:ln xmlns:a="http://schemas.openxmlformats.org/drawingml/2006/main" w="14288">
            <a:solidFill>
              <a:srgbClr val="F97316"/>
            </a:solidFill>
            <a:prstDash val="solid"/>
          </a:ln>
        </p:spPr>
      </p:sp>
      <p:sp>
        <p:nvSpPr>
          <p:cNvPr id="125293163" name="">
            <a:extLst xmlns:a="http://schemas.openxmlformats.org/drawingml/2006/main">
              <a:ext uri="{FF2B5EF4-FFF2-40B4-BE49-F238E27FC236}">
                <a16:creationId xmlns:a16="http://schemas.microsoft.com/office/drawing/2014/main" id="{65F907A0-EC96-49CC-9686-281F2D16613E}"/>
              </a:ext>
            </a:extLst>
          </p:cNvPr>
          <p:cNvSpPr>
            <a:spLocks xmlns:a="http://schemas.openxmlformats.org/drawingml/2006/main" noGrp="1"/>
          </p:cNvSpPr>
          <p:nvPr/>
        </p:nvSpPr>
        <p:spPr>
          <a:xfrm xmlns:a="http://schemas.openxmlformats.org/drawingml/2006/main">
            <a:off x="7343775" y="2838450"/>
            <a:ext cx="228600" cy="228600"/>
          </a:xfrm>
          <a:prstGeom xmlns:a="http://schemas.openxmlformats.org/drawingml/2006/main" prst="ellipse">
            <a:avLst/>
          </a:prstGeom>
          <a:solidFill xmlns:a="http://schemas.openxmlformats.org/drawingml/2006/main">
            <a:srgbClr val="F97316"/>
          </a:solidFill>
          <a:ln xmlns:a="http://schemas.openxmlformats.org/drawingml/2006/main" w="14288">
            <a:solidFill>
              <a:srgbClr val="F97316"/>
            </a:solidFill>
            <a:prstDash val="solid"/>
          </a:ln>
        </p:spPr>
      </p:sp>
      <p:sp>
        <p:nvSpPr>
          <p:cNvPr id="1712601376" name="">
            <a:extLst xmlns:a="http://schemas.openxmlformats.org/drawingml/2006/main">
              <a:ext uri="{FF2B5EF4-FFF2-40B4-BE49-F238E27FC236}">
                <a16:creationId xmlns:a16="http://schemas.microsoft.com/office/drawing/2014/main" id="{85591147-DA9F-4CA7-9485-0A25A9906FE6}"/>
              </a:ext>
            </a:extLst>
          </p:cNvPr>
          <p:cNvSpPr>
            <a:spLocks xmlns:a="http://schemas.openxmlformats.org/drawingml/2006/main" noGrp="1"/>
          </p:cNvSpPr>
          <p:nvPr/>
        </p:nvSpPr>
        <p:spPr>
          <a:xfrm xmlns:a="http://schemas.openxmlformats.org/drawingml/2006/main">
            <a:off x="7696200" y="2971800"/>
            <a:ext cx="228600" cy="228600"/>
          </a:xfrm>
          <a:prstGeom xmlns:a="http://schemas.openxmlformats.org/drawingml/2006/main" prst="ellipse">
            <a:avLst/>
          </a:prstGeom>
          <a:solidFill xmlns:a="http://schemas.openxmlformats.org/drawingml/2006/main">
            <a:srgbClr val="F97316"/>
          </a:solidFill>
          <a:ln xmlns:a="http://schemas.openxmlformats.org/drawingml/2006/main" w="14288">
            <a:solidFill>
              <a:srgbClr val="F97316"/>
            </a:solidFill>
            <a:prstDash val="solid"/>
          </a:ln>
        </p:spPr>
      </p:sp>
      <p:sp>
        <p:nvSpPr>
          <p:cNvPr id="361292722" name="">
            <a:extLst xmlns:a="http://schemas.openxmlformats.org/drawingml/2006/main">
              <a:ext uri="{FF2B5EF4-FFF2-40B4-BE49-F238E27FC236}">
                <a16:creationId xmlns:a16="http://schemas.microsoft.com/office/drawing/2014/main" id="{F790AF1B-F80F-4CBE-8B19-50D72E5DBEDD}"/>
              </a:ext>
            </a:extLst>
          </p:cNvPr>
          <p:cNvSpPr>
            <a:spLocks xmlns:a="http://schemas.openxmlformats.org/drawingml/2006/main" noGrp="1"/>
          </p:cNvSpPr>
          <p:nvPr/>
        </p:nvSpPr>
        <p:spPr>
          <a:xfrm xmlns:a="http://schemas.openxmlformats.org/drawingml/2006/main">
            <a:off x="7200900" y="2981325"/>
            <a:ext cx="161925" cy="66675"/>
          </a:xfrm>
          <a:prstGeom xmlns:a="http://schemas.openxmlformats.org/drawingml/2006/main" prst="line">
            <a:avLst/>
          </a:prstGeom>
          <a:noFill xmlns:a="http://schemas.openxmlformats.org/drawingml/2006/main"/>
          <a:ln xmlns:a="http://schemas.openxmlformats.org/drawingml/2006/main" w="19050">
            <a:solidFill>
              <a:srgbClr val="F97316"/>
            </a:solidFill>
            <a:prstDash val="solid"/>
          </a:ln>
        </p:spPr>
      </p:sp>
      <p:sp>
        <p:nvSpPr>
          <p:cNvPr id="1216392230" name="">
            <a:extLst xmlns:a="http://schemas.openxmlformats.org/drawingml/2006/main">
              <a:ext uri="{FF2B5EF4-FFF2-40B4-BE49-F238E27FC236}">
                <a16:creationId xmlns:a16="http://schemas.microsoft.com/office/drawing/2014/main" id="{2A625CBA-4560-47D8-8A7E-291CCF6CB69B}"/>
              </a:ext>
            </a:extLst>
          </p:cNvPr>
          <p:cNvSpPr>
            <a:spLocks xmlns:a="http://schemas.openxmlformats.org/drawingml/2006/main" noGrp="1"/>
          </p:cNvSpPr>
          <p:nvPr/>
        </p:nvSpPr>
        <p:spPr>
          <a:xfrm xmlns:a="http://schemas.openxmlformats.org/drawingml/2006/main">
            <a:off x="7553325" y="2981325"/>
            <a:ext cx="161925" cy="66675"/>
          </a:xfrm>
          <a:prstGeom xmlns:a="http://schemas.openxmlformats.org/drawingml/2006/main" prst="line">
            <a:avLst/>
          </a:prstGeom>
          <a:noFill xmlns:a="http://schemas.openxmlformats.org/drawingml/2006/main"/>
          <a:ln xmlns:a="http://schemas.openxmlformats.org/drawingml/2006/main" w="19050">
            <a:solidFill>
              <a:srgbClr val="F97316"/>
            </a:solidFill>
            <a:prstDash val="solid"/>
          </a:ln>
        </p:spPr>
      </p:sp>
      <p:sp>
        <p:nvSpPr>
          <p:cNvPr id="1760216902" name="">
            <a:extLst xmlns:a="http://schemas.openxmlformats.org/drawingml/2006/main">
              <a:ext uri="{FF2B5EF4-FFF2-40B4-BE49-F238E27FC236}">
                <a16:creationId xmlns:a16="http://schemas.microsoft.com/office/drawing/2014/main" id="{45973575-967E-4D36-9217-11D656FD2364}"/>
              </a:ext>
            </a:extLst>
          </p:cNvPr>
          <p:cNvSpPr>
            <a:spLocks xmlns:a="http://schemas.openxmlformats.org/drawingml/2006/main" noGrp="1"/>
          </p:cNvSpPr>
          <p:nvPr/>
        </p:nvSpPr>
        <p:spPr>
          <a:xfrm xmlns:a="http://schemas.openxmlformats.org/drawingml/2006/main">
            <a:off x="6477000" y="3600450"/>
            <a:ext cx="1952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900" b="1">
                <a:solidFill>
                  <a:srgbClr val="F97316"/>
                </a:solidFill>
              </a:defRPr>
            </a:pPr>
            <a:r>
              <a:rPr sz="1900" b="1">
                <a:solidFill>
                  <a:srgbClr val="F97316"/>
                </a:solidFill>
              </a:rPr>
              <a:t>post-training</a:t>
            </a:r>
          </a:p>
        </p:txBody>
      </p:sp>
      <p:sp>
        <p:nvSpPr>
          <p:cNvPr id="1432423855" name="">
            <a:extLst xmlns:a="http://schemas.openxmlformats.org/drawingml/2006/main">
              <a:ext uri="{FF2B5EF4-FFF2-40B4-BE49-F238E27FC236}">
                <a16:creationId xmlns:a16="http://schemas.microsoft.com/office/drawing/2014/main" id="{AA94D216-DB67-4AE1-8E5A-C8B5A4562FD0}"/>
              </a:ext>
            </a:extLst>
          </p:cNvPr>
          <p:cNvSpPr>
            <a:spLocks xmlns:a="http://schemas.openxmlformats.org/drawingml/2006/main" noGrp="1"/>
          </p:cNvSpPr>
          <p:nvPr/>
        </p:nvSpPr>
        <p:spPr>
          <a:xfrm xmlns:a="http://schemas.openxmlformats.org/drawingml/2006/main">
            <a:off x="6496050" y="4019550"/>
            <a:ext cx="1914525"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450" b="0">
                <a:solidFill>
                  <a:srgbClr val="0B0F19"/>
                </a:solidFill>
              </a:defRPr>
            </a:pPr>
            <a:r>
              <a:rPr sz="1450" b="0">
                <a:solidFill>
                  <a:srgbClr val="0B0F19"/>
                </a:solidFill>
              </a:rPr>
              <a:t>SFT + RL</a:t>
            </a:r>
          </a:p>
          <a:p xmlns:a="http://schemas.openxmlformats.org/drawingml/2006/main">
            <a:pPr algn="ctr">
              <a:buNone/>
              <a:defRPr sz="1450" b="0">
                <a:solidFill>
                  <a:srgbClr val="0B0F19"/>
                </a:solidFill>
              </a:defRPr>
            </a:pPr>
            <a:r>
              <a:rPr sz="1450" b="0">
                <a:solidFill>
                  <a:srgbClr val="0B0F19"/>
                </a:solidFill>
              </a:rPr>
              <a:t>feedback loops</a:t>
            </a:r>
          </a:p>
        </p:txBody>
      </p:sp>
      <p:sp>
        <p:nvSpPr>
          <p:cNvPr id="1426602611" name="">
            <a:extLst xmlns:a="http://schemas.openxmlformats.org/drawingml/2006/main">
              <a:ext uri="{FF2B5EF4-FFF2-40B4-BE49-F238E27FC236}">
                <a16:creationId xmlns:a16="http://schemas.microsoft.com/office/drawing/2014/main" id="{48550525-F028-4C28-B0D5-246F4CA12FBB}"/>
              </a:ext>
            </a:extLst>
          </p:cNvPr>
          <p:cNvSpPr>
            <a:spLocks xmlns:a="http://schemas.openxmlformats.org/drawingml/2006/main" noGrp="1"/>
          </p:cNvSpPr>
          <p:nvPr/>
        </p:nvSpPr>
        <p:spPr>
          <a:xfrm xmlns:a="http://schemas.openxmlformats.org/drawingml/2006/main">
            <a:off x="6496050" y="4705350"/>
            <a:ext cx="19145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00" b="0">
                <a:solidFill>
                  <a:srgbClr val="667085"/>
                </a:solidFill>
              </a:defRPr>
            </a:pPr>
            <a:r>
              <a:rPr sz="1300" b="0">
                <a:solidFill>
                  <a:srgbClr val="667085"/>
                </a:solidFill>
              </a:rPr>
              <a:t>alignment compute</a:t>
            </a:r>
          </a:p>
        </p:txBody>
      </p:sp>
      <p:sp>
        <p:nvSpPr>
          <p:cNvPr id="1132936320" name="">
            <a:extLst xmlns:a="http://schemas.openxmlformats.org/drawingml/2006/main">
              <a:ext uri="{FF2B5EF4-FFF2-40B4-BE49-F238E27FC236}">
                <a16:creationId xmlns:a16="http://schemas.microsoft.com/office/drawing/2014/main" id="{E4016EDA-BC22-405F-9378-D6E4C4A4AFF9}"/>
              </a:ext>
            </a:extLst>
          </p:cNvPr>
          <p:cNvSpPr>
            <a:spLocks xmlns:a="http://schemas.openxmlformats.org/drawingml/2006/main" noGrp="1"/>
          </p:cNvSpPr>
          <p:nvPr/>
        </p:nvSpPr>
        <p:spPr>
          <a:xfrm xmlns:a="http://schemas.openxmlformats.org/drawingml/2006/main">
            <a:off x="8896350" y="2400300"/>
            <a:ext cx="2333625" cy="2819400"/>
          </a:xfrm>
          <a:prstGeom xmlns:a="http://schemas.openxmlformats.org/drawingml/2006/main" prst="roundRect">
            <a:avLst>
              <a:gd name="adj" fmla="val 4898"/>
            </a:avLst>
          </a:prstGeom>
          <a:solidFill xmlns:a="http://schemas.openxmlformats.org/drawingml/2006/main">
            <a:srgbClr val="FFFFFF"/>
          </a:solidFill>
          <a:ln xmlns:a="http://schemas.openxmlformats.org/drawingml/2006/main" w="14288">
            <a:solidFill>
              <a:srgbClr val="E2E8F0"/>
            </a:solidFill>
            <a:prstDash val="solid"/>
          </a:ln>
        </p:spPr>
      </p:sp>
      <p:sp>
        <p:nvSpPr>
          <p:cNvPr id="848102303" name="">
            <a:extLst xmlns:a="http://schemas.openxmlformats.org/drawingml/2006/main">
              <a:ext uri="{FF2B5EF4-FFF2-40B4-BE49-F238E27FC236}">
                <a16:creationId xmlns:a16="http://schemas.microsoft.com/office/drawing/2014/main" id="{678BB1DA-7AA4-4F4C-B515-1E7C14E2C170}"/>
              </a:ext>
            </a:extLst>
          </p:cNvPr>
          <p:cNvSpPr>
            <a:spLocks xmlns:a="http://schemas.openxmlformats.org/drawingml/2006/main" noGrp="1"/>
          </p:cNvSpPr>
          <p:nvPr/>
        </p:nvSpPr>
        <p:spPr>
          <a:xfrm xmlns:a="http://schemas.openxmlformats.org/drawingml/2006/main">
            <a:off x="9639300" y="2705100"/>
            <a:ext cx="723900" cy="723900"/>
          </a:xfrm>
          <a:prstGeom xmlns:a="http://schemas.openxmlformats.org/drawingml/2006/main" prst="ellipse">
            <a:avLst/>
          </a:prstGeom>
          <a:solidFill xmlns:a="http://schemas.openxmlformats.org/drawingml/2006/main">
            <a:srgbClr val="FFFFFF"/>
          </a:solidFill>
          <a:ln xmlns:a="http://schemas.openxmlformats.org/drawingml/2006/main" w="14288">
            <a:solidFill>
              <a:srgbClr val="2563EB"/>
            </a:solidFill>
            <a:prstDash val="solid"/>
          </a:ln>
        </p:spPr>
      </p:sp>
      <p:sp>
        <p:nvSpPr>
          <p:cNvPr id="2140277387" name="">
            <a:extLst xmlns:a="http://schemas.openxmlformats.org/drawingml/2006/main">
              <a:ext uri="{FF2B5EF4-FFF2-40B4-BE49-F238E27FC236}">
                <a16:creationId xmlns:a16="http://schemas.microsoft.com/office/drawing/2014/main" id="{A1368D1E-4894-44B9-A942-2F63F89B53EC}"/>
              </a:ext>
            </a:extLst>
          </p:cNvPr>
          <p:cNvSpPr>
            <a:spLocks xmlns:a="http://schemas.openxmlformats.org/drawingml/2006/main" noGrp="1"/>
          </p:cNvSpPr>
          <p:nvPr/>
        </p:nvSpPr>
        <p:spPr>
          <a:xfrm xmlns:a="http://schemas.openxmlformats.org/drawingml/2006/main">
            <a:off x="10001250" y="2857500"/>
            <a:ext cx="9525" cy="209550"/>
          </a:xfrm>
          <a:prstGeom xmlns:a="http://schemas.openxmlformats.org/drawingml/2006/main" prst="line">
            <a:avLst/>
          </a:prstGeom>
          <a:noFill xmlns:a="http://schemas.openxmlformats.org/drawingml/2006/main"/>
          <a:ln xmlns:a="http://schemas.openxmlformats.org/drawingml/2006/main" w="28575">
            <a:solidFill>
              <a:srgbClr val="2563EB"/>
            </a:solidFill>
            <a:prstDash val="solid"/>
          </a:ln>
        </p:spPr>
      </p:sp>
      <p:sp>
        <p:nvSpPr>
          <p:cNvPr id="546058831" name="">
            <a:extLst xmlns:a="http://schemas.openxmlformats.org/drawingml/2006/main">
              <a:ext uri="{FF2B5EF4-FFF2-40B4-BE49-F238E27FC236}">
                <a16:creationId xmlns:a16="http://schemas.microsoft.com/office/drawing/2014/main" id="{FA29E7E0-DFA1-4EDA-ADD8-FD168B3B5B2B}"/>
              </a:ext>
            </a:extLst>
          </p:cNvPr>
          <p:cNvSpPr>
            <a:spLocks xmlns:a="http://schemas.openxmlformats.org/drawingml/2006/main" noGrp="1"/>
          </p:cNvSpPr>
          <p:nvPr/>
        </p:nvSpPr>
        <p:spPr>
          <a:xfrm xmlns:a="http://schemas.openxmlformats.org/drawingml/2006/main">
            <a:off x="10001250" y="3067050"/>
            <a:ext cx="200025" cy="57150"/>
          </a:xfrm>
          <a:prstGeom xmlns:a="http://schemas.openxmlformats.org/drawingml/2006/main" prst="line">
            <a:avLst/>
          </a:prstGeom>
          <a:noFill xmlns:a="http://schemas.openxmlformats.org/drawingml/2006/main"/>
          <a:ln xmlns:a="http://schemas.openxmlformats.org/drawingml/2006/main" w="28575">
            <a:solidFill>
              <a:srgbClr val="2563EB"/>
            </a:solidFill>
            <a:prstDash val="solid"/>
          </a:ln>
        </p:spPr>
      </p:sp>
      <p:sp>
        <p:nvSpPr>
          <p:cNvPr id="634911422" name="">
            <a:extLst xmlns:a="http://schemas.openxmlformats.org/drawingml/2006/main">
              <a:ext uri="{FF2B5EF4-FFF2-40B4-BE49-F238E27FC236}">
                <a16:creationId xmlns:a16="http://schemas.microsoft.com/office/drawing/2014/main" id="{407D30C9-18CF-4746-BAB5-E778008900AD}"/>
              </a:ext>
            </a:extLst>
          </p:cNvPr>
          <p:cNvSpPr>
            <a:spLocks xmlns:a="http://schemas.openxmlformats.org/drawingml/2006/main" noGrp="1"/>
          </p:cNvSpPr>
          <p:nvPr/>
        </p:nvSpPr>
        <p:spPr>
          <a:xfrm xmlns:a="http://schemas.openxmlformats.org/drawingml/2006/main">
            <a:off x="10382250" y="3067050"/>
            <a:ext cx="266700" cy="9525"/>
          </a:xfrm>
          <a:prstGeom xmlns:a="http://schemas.openxmlformats.org/drawingml/2006/main" prst="line">
            <a:avLst/>
          </a:prstGeom>
          <a:noFill xmlns:a="http://schemas.openxmlformats.org/drawingml/2006/main"/>
          <a:ln xmlns:a="http://schemas.openxmlformats.org/drawingml/2006/main" w="23813">
            <a:solidFill>
              <a:srgbClr val="2563EB"/>
            </a:solidFill>
            <a:prstDash val="solid"/>
          </a:ln>
        </p:spPr>
      </p:sp>
      <p:sp>
        <p:nvSpPr>
          <p:cNvPr id="253059331" name="">
            <a:extLst xmlns:a="http://schemas.openxmlformats.org/drawingml/2006/main">
              <a:ext uri="{FF2B5EF4-FFF2-40B4-BE49-F238E27FC236}">
                <a16:creationId xmlns:a16="http://schemas.microsoft.com/office/drawing/2014/main" id="{02EB1F15-B9B2-40D8-9A2A-DADAD5F2E081}"/>
              </a:ext>
            </a:extLst>
          </p:cNvPr>
          <p:cNvSpPr>
            <a:spLocks xmlns:a="http://schemas.openxmlformats.org/drawingml/2006/main" noGrp="1"/>
          </p:cNvSpPr>
          <p:nvPr/>
        </p:nvSpPr>
        <p:spPr>
          <a:xfrm xmlns:a="http://schemas.openxmlformats.org/drawingml/2006/main">
            <a:off x="9086850" y="3600450"/>
            <a:ext cx="1952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900" b="1">
                <a:solidFill>
                  <a:srgbClr val="7C3AED"/>
                </a:solidFill>
              </a:defRPr>
            </a:pPr>
            <a:r>
              <a:rPr sz="1900" b="1">
                <a:solidFill>
                  <a:srgbClr val="7C3AED"/>
                </a:solidFill>
              </a:rPr>
              <a:t>test-time</a:t>
            </a:r>
          </a:p>
        </p:txBody>
      </p:sp>
      <p:sp>
        <p:nvSpPr>
          <p:cNvPr id="1961211259" name="">
            <a:extLst xmlns:a="http://schemas.openxmlformats.org/drawingml/2006/main">
              <a:ext uri="{FF2B5EF4-FFF2-40B4-BE49-F238E27FC236}">
                <a16:creationId xmlns:a16="http://schemas.microsoft.com/office/drawing/2014/main" id="{62DE4CBE-2538-429D-A998-18FFBE23BA04}"/>
              </a:ext>
            </a:extLst>
          </p:cNvPr>
          <p:cNvSpPr>
            <a:spLocks xmlns:a="http://schemas.openxmlformats.org/drawingml/2006/main" noGrp="1"/>
          </p:cNvSpPr>
          <p:nvPr/>
        </p:nvSpPr>
        <p:spPr>
          <a:xfrm xmlns:a="http://schemas.openxmlformats.org/drawingml/2006/main">
            <a:off x="9105900" y="4019550"/>
            <a:ext cx="1914525"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450" b="0">
                <a:solidFill>
                  <a:srgbClr val="0B0F19"/>
                </a:solidFill>
              </a:defRPr>
            </a:pPr>
            <a:r>
              <a:rPr sz="1450" b="0">
                <a:solidFill>
                  <a:srgbClr val="0B0F19"/>
                </a:solidFill>
              </a:rPr>
              <a:t>think longer</a:t>
            </a:r>
          </a:p>
          <a:p xmlns:a="http://schemas.openxmlformats.org/drawingml/2006/main">
            <a:pPr algn="ctr">
              <a:buNone/>
              <a:defRPr sz="1450" b="0">
                <a:solidFill>
                  <a:srgbClr val="0B0F19"/>
                </a:solidFill>
              </a:defRPr>
            </a:pPr>
            <a:r>
              <a:rPr sz="1450" b="0">
                <a:solidFill>
                  <a:srgbClr val="0B0F19"/>
                </a:solidFill>
              </a:rPr>
              <a:t>before answer</a:t>
            </a:r>
          </a:p>
        </p:txBody>
      </p:sp>
      <p:sp>
        <p:nvSpPr>
          <p:cNvPr id="902052221" name="">
            <a:extLst xmlns:a="http://schemas.openxmlformats.org/drawingml/2006/main">
              <a:ext uri="{FF2B5EF4-FFF2-40B4-BE49-F238E27FC236}">
                <a16:creationId xmlns:a16="http://schemas.microsoft.com/office/drawing/2014/main" id="{32952142-F938-46B4-828B-707881CBAAE8}"/>
              </a:ext>
            </a:extLst>
          </p:cNvPr>
          <p:cNvSpPr>
            <a:spLocks xmlns:a="http://schemas.openxmlformats.org/drawingml/2006/main" noGrp="1"/>
          </p:cNvSpPr>
          <p:nvPr/>
        </p:nvSpPr>
        <p:spPr>
          <a:xfrm xmlns:a="http://schemas.openxmlformats.org/drawingml/2006/main">
            <a:off x="9105900" y="4705350"/>
            <a:ext cx="19145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00" b="0">
                <a:solidFill>
                  <a:srgbClr val="667085"/>
                </a:solidFill>
              </a:defRPr>
            </a:pPr>
            <a:r>
              <a:rPr sz="1300" b="0">
                <a:solidFill>
                  <a:srgbClr val="667085"/>
                </a:solidFill>
              </a:rPr>
              <a:t>inference compute</a:t>
            </a:r>
          </a:p>
        </p:txBody>
      </p:sp>
      <p:sp>
        <p:nvSpPr>
          <p:cNvPr id="110604860" name="">
            <a:extLst xmlns:a="http://schemas.openxmlformats.org/drawingml/2006/main">
              <a:ext uri="{FF2B5EF4-FFF2-40B4-BE49-F238E27FC236}">
                <a16:creationId xmlns:a16="http://schemas.microsoft.com/office/drawing/2014/main" id="{5015C03E-AAB8-4232-8038-FBFEDF5B0CCA}"/>
              </a:ext>
            </a:extLst>
          </p:cNvPr>
          <p:cNvSpPr>
            <a:spLocks xmlns:a="http://schemas.openxmlformats.org/drawingml/2006/main" noGrp="1"/>
          </p:cNvSpPr>
          <p:nvPr/>
        </p:nvSpPr>
        <p:spPr>
          <a:xfrm xmlns:a="http://schemas.openxmlformats.org/drawingml/2006/main">
            <a:off x="3048000" y="5448300"/>
            <a:ext cx="609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050" b="1">
                <a:solidFill>
                  <a:srgbClr val="0B0F19"/>
                </a:solidFill>
              </a:defRPr>
            </a:pPr>
            <a:r>
              <a:rPr sz="2050" b="1">
                <a:solidFill>
                  <a:srgbClr val="0B0F19"/>
                </a:solidFill>
              </a:rPr>
              <a:t>Trend: scale the whole compute budget</a:t>
            </a:r>
          </a:p>
        </p:txBody>
      </p:sp>
      <p:sp>
        <p:nvSpPr>
          <p:cNvPr id="1570659083" name="">
            <a:extLst xmlns:a="http://schemas.openxmlformats.org/drawingml/2006/main">
              <a:ext uri="{FF2B5EF4-FFF2-40B4-BE49-F238E27FC236}">
                <a16:creationId xmlns:a16="http://schemas.microsoft.com/office/drawing/2014/main" id="{9B0C9F86-D927-4ACE-9C13-5364784F480B}"/>
              </a:ext>
            </a:extLst>
          </p:cNvPr>
          <p:cNvSpPr>
            <a:spLocks xmlns:a="http://schemas.openxmlformats.org/drawingml/2006/main" noGrp="1"/>
          </p:cNvSpPr>
          <p:nvPr/>
        </p:nvSpPr>
        <p:spPr>
          <a:xfrm xmlns:a="http://schemas.openxmlformats.org/drawingml/2006/main">
            <a:off x="11106150" y="628650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00" b="0">
                <a:solidFill>
                  <a:srgbClr val="667085"/>
                </a:solidFill>
              </a:defRPr>
            </a:pPr>
            <a:r>
              <a:rPr sz="1000" b="0">
                <a:solidFill>
                  <a:srgbClr val="667085"/>
                </a:solidFill>
              </a:rPr>
              <a:t>50</a:t>
            </a:r>
          </a:p>
        </p:txBody>
      </p:sp>
    </p:spTree>
    <p:extLst>
      <p:ext uri="{BB962C8B-B14F-4D97-AF65-F5344CB8AC3E}">
        <p14:creationId xmlns:p14="http://schemas.microsoft.com/office/powerpoint/2010/main" val="2093280641"/>
      </p:ext>
    </p:extLst>
  </p:cSld>
</p:sld>
</file>

<file path=ppt/slides/slide51.xml><?xml version="1.0" encoding="utf-8"?>
<p:sld xmlns:p="http://schemas.openxmlformats.org/presentationml/2006/main" showMasterSp="1">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48329788" name="">
            <a:extLst xmlns:a="http://schemas.openxmlformats.org/drawingml/2006/main">
              <a:ext uri="{FF2B5EF4-FFF2-40B4-BE49-F238E27FC236}">
                <a16:creationId xmlns:a16="http://schemas.microsoft.com/office/drawing/2014/main" id="{AE6B0F58-F2CC-46A5-99F1-C66BE40820FE}"/>
              </a:ext>
            </a:extLst>
          </p:cNvPr>
          <p:cNvSpPr>
            <a:spLocks xmlns:a="http://schemas.openxmlformats.org/drawingml/2006/main" noGrp="1"/>
          </p:cNvSpPr>
          <p:nvPr/>
        </p:nvSpPr>
        <p:spPr>
          <a:xfrm xmlns:a="http://schemas.openxmlformats.org/drawingml/2006/main">
            <a:off x="609600" y="32385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563EB"/>
                </a:solidFill>
              </a:defRPr>
            </a:pPr>
            <a:r>
              <a:rPr sz="1200" b="1">
                <a:solidFill>
                  <a:srgbClr val="2563EB"/>
                </a:solidFill>
              </a:rPr>
              <a:t>Compression</a:t>
            </a:r>
          </a:p>
        </p:txBody>
      </p:sp>
      <p:sp>
        <p:nvSpPr>
          <p:cNvPr id="1611343532" name="">
            <a:extLst xmlns:a="http://schemas.openxmlformats.org/drawingml/2006/main">
              <a:ext uri="{FF2B5EF4-FFF2-40B4-BE49-F238E27FC236}">
                <a16:creationId xmlns:a16="http://schemas.microsoft.com/office/drawing/2014/main" id="{F8CC6C14-1605-457B-9309-F6EC24489000}"/>
              </a:ext>
            </a:extLst>
          </p:cNvPr>
          <p:cNvSpPr>
            <a:spLocks xmlns:a="http://schemas.openxmlformats.org/drawingml/2006/main" noGrp="1"/>
          </p:cNvSpPr>
          <p:nvPr/>
        </p:nvSpPr>
        <p:spPr>
          <a:xfrm xmlns:a="http://schemas.openxmlformats.org/drawingml/2006/main">
            <a:off x="609600" y="590549"/>
            <a:ext cx="10287000" cy="5905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000" b="1">
                <a:solidFill>
                  <a:srgbClr val="0B0F19"/>
                </a:solidFill>
              </a:defRPr>
            </a:pPr>
            <a:r>
              <a:rPr sz="3000" b="1">
                <a:solidFill>
                  <a:srgbClr val="0B0F19"/>
                </a:solidFill>
              </a:rPr>
              <a:t>Teacher-student distillation transfers behavior</a:t>
            </a:r>
          </a:p>
        </p:txBody>
      </p:sp>
      <p:sp>
        <p:nvSpPr>
          <p:cNvPr id="1015940867" name="">
            <a:extLst xmlns:a="http://schemas.openxmlformats.org/drawingml/2006/main">
              <a:ext uri="{FF2B5EF4-FFF2-40B4-BE49-F238E27FC236}">
                <a16:creationId xmlns:a16="http://schemas.microsoft.com/office/drawing/2014/main" id="{13D0FAC1-6CCC-4DD9-A3BF-94B6FAF7859F}"/>
              </a:ext>
            </a:extLst>
          </p:cNvPr>
          <p:cNvSpPr>
            <a:spLocks xmlns:a="http://schemas.openxmlformats.org/drawingml/2006/main" noGrp="1"/>
          </p:cNvSpPr>
          <p:nvPr/>
        </p:nvSpPr>
        <p:spPr>
          <a:xfrm xmlns:a="http://schemas.openxmlformats.org/drawingml/2006/main">
            <a:off x="704850" y="1466849"/>
            <a:ext cx="10782300" cy="4514850"/>
          </a:xfrm>
          <a:prstGeom xmlns:a="http://schemas.openxmlformats.org/drawingml/2006/main" prst="roundRect">
            <a:avLst>
              <a:gd name="adj" fmla="val 2532"/>
            </a:avLst>
          </a:prstGeom>
          <a:solidFill xmlns:a="http://schemas.openxmlformats.org/drawingml/2006/main">
            <a:srgbClr val="F8FAFC"/>
          </a:solidFill>
          <a:ln xmlns:a="http://schemas.openxmlformats.org/drawingml/2006/main" w="14288">
            <a:solidFill>
              <a:srgbClr val="E2E8F0"/>
            </a:solidFill>
            <a:prstDash val="solid"/>
          </a:ln>
        </p:spPr>
      </p:sp>
      <p:sp>
        <p:nvSpPr>
          <p:cNvPr id="1808652944" name="">
            <a:extLst xmlns:a="http://schemas.openxmlformats.org/drawingml/2006/main">
              <a:ext uri="{FF2B5EF4-FFF2-40B4-BE49-F238E27FC236}">
                <a16:creationId xmlns:a16="http://schemas.microsoft.com/office/drawing/2014/main" id="{5FE92358-587B-4345-B566-F56A54A5B28A}"/>
              </a:ext>
            </a:extLst>
          </p:cNvPr>
          <p:cNvSpPr>
            <a:spLocks xmlns:a="http://schemas.openxmlformats.org/drawingml/2006/main" noGrp="1"/>
          </p:cNvSpPr>
          <p:nvPr/>
        </p:nvSpPr>
        <p:spPr>
          <a:xfrm xmlns:a="http://schemas.openxmlformats.org/drawingml/2006/main">
            <a:off x="1390650" y="2571750"/>
            <a:ext cx="1562100" cy="533400"/>
          </a:xfrm>
          <a:prstGeom xmlns:a="http://schemas.openxmlformats.org/drawingml/2006/main" prst="roundRect">
            <a:avLst>
              <a:gd name="adj" fmla="val 21429"/>
            </a:avLst>
          </a:prstGeom>
          <a:solidFill xmlns:a="http://schemas.openxmlformats.org/drawingml/2006/main">
            <a:srgbClr val="EEF2F7"/>
          </a:solidFill>
          <a:ln xmlns:a="http://schemas.openxmlformats.org/drawingml/2006/main" w="11430">
            <a:solidFill>
              <a:srgbClr val="CBD5E1"/>
            </a:solidFill>
            <a:prstDash val="solid"/>
          </a:ln>
        </p:spPr>
      </p:sp>
      <p:sp>
        <p:nvSpPr>
          <p:cNvPr id="1081078090" name="">
            <a:extLst xmlns:a="http://schemas.openxmlformats.org/drawingml/2006/main">
              <a:ext uri="{FF2B5EF4-FFF2-40B4-BE49-F238E27FC236}">
                <a16:creationId xmlns:a16="http://schemas.microsoft.com/office/drawing/2014/main" id="{1BF0A632-6CA4-4AA9-BDA4-1F4C20820E1B}"/>
              </a:ext>
            </a:extLst>
          </p:cNvPr>
          <p:cNvSpPr>
            <a:spLocks xmlns:a="http://schemas.openxmlformats.org/drawingml/2006/main" noGrp="1"/>
          </p:cNvSpPr>
          <p:nvPr/>
        </p:nvSpPr>
        <p:spPr>
          <a:xfrm xmlns:a="http://schemas.openxmlformats.org/drawingml/2006/main">
            <a:off x="1485900" y="2447925"/>
            <a:ext cx="1562100" cy="533400"/>
          </a:xfrm>
          <a:prstGeom xmlns:a="http://schemas.openxmlformats.org/drawingml/2006/main" prst="roundRect">
            <a:avLst>
              <a:gd name="adj" fmla="val 21429"/>
            </a:avLst>
          </a:prstGeom>
          <a:solidFill xmlns:a="http://schemas.openxmlformats.org/drawingml/2006/main">
            <a:srgbClr val="EEF2F7"/>
          </a:solidFill>
          <a:ln xmlns:a="http://schemas.openxmlformats.org/drawingml/2006/main" w="11430">
            <a:solidFill>
              <a:srgbClr val="CBD5E1"/>
            </a:solidFill>
            <a:prstDash val="solid"/>
          </a:ln>
        </p:spPr>
      </p:sp>
      <p:sp>
        <p:nvSpPr>
          <p:cNvPr id="492680345" name="">
            <a:extLst xmlns:a="http://schemas.openxmlformats.org/drawingml/2006/main">
              <a:ext uri="{FF2B5EF4-FFF2-40B4-BE49-F238E27FC236}">
                <a16:creationId xmlns:a16="http://schemas.microsoft.com/office/drawing/2014/main" id="{9E909BA0-9E6D-4091-A0EA-B860E1BA0A09}"/>
              </a:ext>
            </a:extLst>
          </p:cNvPr>
          <p:cNvSpPr>
            <a:spLocks xmlns:a="http://schemas.openxmlformats.org/drawingml/2006/main" noGrp="1"/>
          </p:cNvSpPr>
          <p:nvPr/>
        </p:nvSpPr>
        <p:spPr>
          <a:xfrm xmlns:a="http://schemas.openxmlformats.org/drawingml/2006/main">
            <a:off x="1581150" y="2324100"/>
            <a:ext cx="1562100" cy="533400"/>
          </a:xfrm>
          <a:prstGeom xmlns:a="http://schemas.openxmlformats.org/drawingml/2006/main" prst="roundRect">
            <a:avLst>
              <a:gd name="adj" fmla="val 21429"/>
            </a:avLst>
          </a:prstGeom>
          <a:solidFill xmlns:a="http://schemas.openxmlformats.org/drawingml/2006/main">
            <a:srgbClr val="EEF2F7"/>
          </a:solidFill>
          <a:ln xmlns:a="http://schemas.openxmlformats.org/drawingml/2006/main" w="11430">
            <a:solidFill>
              <a:srgbClr val="CBD5E1"/>
            </a:solidFill>
            <a:prstDash val="solid"/>
          </a:ln>
        </p:spPr>
      </p:sp>
      <p:sp>
        <p:nvSpPr>
          <p:cNvPr id="1482722515" name="">
            <a:extLst xmlns:a="http://schemas.openxmlformats.org/drawingml/2006/main">
              <a:ext uri="{FF2B5EF4-FFF2-40B4-BE49-F238E27FC236}">
                <a16:creationId xmlns:a16="http://schemas.microsoft.com/office/drawing/2014/main" id="{16B83816-8E03-4E35-9034-704D09E9195B}"/>
              </a:ext>
            </a:extLst>
          </p:cNvPr>
          <p:cNvSpPr>
            <a:spLocks xmlns:a="http://schemas.openxmlformats.org/drawingml/2006/main" noGrp="1"/>
          </p:cNvSpPr>
          <p:nvPr/>
        </p:nvSpPr>
        <p:spPr>
          <a:xfrm xmlns:a="http://schemas.openxmlformats.org/drawingml/2006/main">
            <a:off x="1676400" y="2200275"/>
            <a:ext cx="1562100" cy="533400"/>
          </a:xfrm>
          <a:prstGeom xmlns:a="http://schemas.openxmlformats.org/drawingml/2006/main" prst="roundRect">
            <a:avLst>
              <a:gd name="adj" fmla="val 21429"/>
            </a:avLst>
          </a:prstGeom>
          <a:solidFill xmlns:a="http://schemas.openxmlformats.org/drawingml/2006/main">
            <a:srgbClr val="EEF2F7"/>
          </a:solidFill>
          <a:ln xmlns:a="http://schemas.openxmlformats.org/drawingml/2006/main" w="11430">
            <a:solidFill>
              <a:srgbClr val="CBD5E1"/>
            </a:solidFill>
            <a:prstDash val="solid"/>
          </a:ln>
        </p:spPr>
      </p:sp>
      <p:sp>
        <p:nvSpPr>
          <p:cNvPr id="121026447" name="">
            <a:extLst xmlns:a="http://schemas.openxmlformats.org/drawingml/2006/main">
              <a:ext uri="{FF2B5EF4-FFF2-40B4-BE49-F238E27FC236}">
                <a16:creationId xmlns:a16="http://schemas.microsoft.com/office/drawing/2014/main" id="{5E6F2C0C-A836-4CCD-855D-0CB9E889000F}"/>
              </a:ext>
            </a:extLst>
          </p:cNvPr>
          <p:cNvSpPr>
            <a:spLocks xmlns:a="http://schemas.openxmlformats.org/drawingml/2006/main" noGrp="1"/>
          </p:cNvSpPr>
          <p:nvPr/>
        </p:nvSpPr>
        <p:spPr>
          <a:xfrm xmlns:a="http://schemas.openxmlformats.org/drawingml/2006/main">
            <a:off x="1771650" y="2076450"/>
            <a:ext cx="1562100" cy="533400"/>
          </a:xfrm>
          <a:prstGeom xmlns:a="http://schemas.openxmlformats.org/drawingml/2006/main" prst="roundRect">
            <a:avLst>
              <a:gd name="adj" fmla="val 21429"/>
            </a:avLst>
          </a:prstGeom>
          <a:solidFill xmlns:a="http://schemas.openxmlformats.org/drawingml/2006/main">
            <a:srgbClr val="FFFFFF"/>
          </a:solidFill>
          <a:ln xmlns:a="http://schemas.openxmlformats.org/drawingml/2006/main" w="20955">
            <a:solidFill>
              <a:srgbClr val="7C3AED"/>
            </a:solidFill>
            <a:prstDash val="solid"/>
          </a:ln>
        </p:spPr>
      </p:sp>
      <p:sp>
        <p:nvSpPr>
          <p:cNvPr id="163980104" name="">
            <a:extLst xmlns:a="http://schemas.openxmlformats.org/drawingml/2006/main">
              <a:ext uri="{FF2B5EF4-FFF2-40B4-BE49-F238E27FC236}">
                <a16:creationId xmlns:a16="http://schemas.microsoft.com/office/drawing/2014/main" id="{B478EF64-8621-4598-B83F-CA7B9C677E85}"/>
              </a:ext>
            </a:extLst>
          </p:cNvPr>
          <p:cNvSpPr>
            <a:spLocks xmlns:a="http://schemas.openxmlformats.org/drawingml/2006/main" noGrp="1"/>
          </p:cNvSpPr>
          <p:nvPr/>
        </p:nvSpPr>
        <p:spPr>
          <a:xfrm xmlns:a="http://schemas.openxmlformats.org/drawingml/2006/main">
            <a:off x="1181099" y="3467100"/>
            <a:ext cx="2286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050" b="1">
                <a:solidFill>
                  <a:srgbClr val="7C3AED"/>
                </a:solidFill>
              </a:defRPr>
            </a:pPr>
            <a:r>
              <a:rPr sz="2050" b="1">
                <a:solidFill>
                  <a:srgbClr val="7C3AED"/>
                </a:solidFill>
              </a:rPr>
              <a:t>teacher</a:t>
            </a:r>
          </a:p>
        </p:txBody>
      </p:sp>
      <p:sp>
        <p:nvSpPr>
          <p:cNvPr id="693850307" name="">
            <a:extLst xmlns:a="http://schemas.openxmlformats.org/drawingml/2006/main">
              <a:ext uri="{FF2B5EF4-FFF2-40B4-BE49-F238E27FC236}">
                <a16:creationId xmlns:a16="http://schemas.microsoft.com/office/drawing/2014/main" id="{21A6A108-9848-40B8-A12F-F732C0BAA33D}"/>
              </a:ext>
            </a:extLst>
          </p:cNvPr>
          <p:cNvSpPr>
            <a:spLocks xmlns:a="http://schemas.openxmlformats.org/drawingml/2006/main" noGrp="1"/>
          </p:cNvSpPr>
          <p:nvPr/>
        </p:nvSpPr>
        <p:spPr>
          <a:xfrm xmlns:a="http://schemas.openxmlformats.org/drawingml/2006/main">
            <a:off x="1181099" y="3848100"/>
            <a:ext cx="2286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0">
                <a:solidFill>
                  <a:srgbClr val="667085"/>
                </a:solidFill>
              </a:defRPr>
            </a:pPr>
            <a:r>
              <a:rPr sz="1350" b="0">
                <a:solidFill>
                  <a:srgbClr val="667085"/>
                </a:solidFill>
              </a:rPr>
              <a:t>large, expensive</a:t>
            </a:r>
          </a:p>
        </p:txBody>
      </p:sp>
      <p:sp>
        <p:nvSpPr>
          <p:cNvPr id="1622472843" name="">
            <a:extLst xmlns:a="http://schemas.openxmlformats.org/drawingml/2006/main">
              <a:ext uri="{FF2B5EF4-FFF2-40B4-BE49-F238E27FC236}">
                <a16:creationId xmlns:a16="http://schemas.microsoft.com/office/drawing/2014/main" id="{DD875EB5-3E04-4F05-A237-AFB5545AECCE}"/>
              </a:ext>
            </a:extLst>
          </p:cNvPr>
          <p:cNvSpPr>
            <a:spLocks xmlns:a="http://schemas.openxmlformats.org/drawingml/2006/main" noGrp="1"/>
          </p:cNvSpPr>
          <p:nvPr/>
        </p:nvSpPr>
        <p:spPr>
          <a:xfrm xmlns:a="http://schemas.openxmlformats.org/drawingml/2006/main">
            <a:off x="3429000" y="2838450"/>
            <a:ext cx="1047750" cy="9525"/>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1311020405" name="">
            <a:extLst xmlns:a="http://schemas.openxmlformats.org/drawingml/2006/main">
              <a:ext uri="{FF2B5EF4-FFF2-40B4-BE49-F238E27FC236}">
                <a16:creationId xmlns:a16="http://schemas.microsoft.com/office/drawing/2014/main" id="{D5D787D9-96CB-47A6-AE08-EEC86331001B}"/>
              </a:ext>
            </a:extLst>
          </p:cNvPr>
          <p:cNvSpPr>
            <a:spLocks xmlns:a="http://schemas.openxmlformats.org/drawingml/2006/main" noGrp="1"/>
          </p:cNvSpPr>
          <p:nvPr/>
        </p:nvSpPr>
        <p:spPr>
          <a:xfrm xmlns:a="http://schemas.openxmlformats.org/drawingml/2006/main">
            <a:off x="4629150" y="2000250"/>
            <a:ext cx="2705100" cy="666750"/>
          </a:xfrm>
          <a:prstGeom xmlns:a="http://schemas.openxmlformats.org/drawingml/2006/main" prst="roundRect">
            <a:avLst>
              <a:gd name="adj" fmla="val 17143"/>
            </a:avLst>
          </a:prstGeom>
          <a:solidFill xmlns:a="http://schemas.openxmlformats.org/drawingml/2006/main">
            <a:srgbClr val="FFFFFF"/>
          </a:solidFill>
          <a:ln xmlns:a="http://schemas.openxmlformats.org/drawingml/2006/main" w="20955">
            <a:solidFill>
              <a:srgbClr val="F97316"/>
            </a:solidFill>
            <a:prstDash val="solid"/>
          </a:ln>
        </p:spPr>
        <p:txBody>
          <a:bodyPr xmlns:a="http://schemas.openxmlformats.org/drawingml/2006/main"/>
          <a:lstStyle xmlns:a="http://schemas.openxmlformats.org/drawingml/2006/main"/>
          <a:p xmlns:a="http://schemas.openxmlformats.org/drawingml/2006/main">
            <a:pPr algn="ctr">
              <a:buNone/>
              <a:defRPr sz="1900" b="1">
                <a:solidFill>
                  <a:srgbClr val="F97316"/>
                </a:solidFill>
              </a:defRPr>
            </a:pPr>
            <a:r>
              <a:rPr sz="1900" b="1">
                <a:solidFill>
                  <a:srgbClr val="F97316"/>
                </a:solidFill>
              </a:rPr>
              <a:t>soft targets</a:t>
            </a:r>
          </a:p>
        </p:txBody>
      </p:sp>
      <p:sp>
        <p:nvSpPr>
          <p:cNvPr id="481459381" name="">
            <a:extLst xmlns:a="http://schemas.openxmlformats.org/drawingml/2006/main">
              <a:ext uri="{FF2B5EF4-FFF2-40B4-BE49-F238E27FC236}">
                <a16:creationId xmlns:a16="http://schemas.microsoft.com/office/drawing/2014/main" id="{DFADFBC5-D049-42F4-8635-F5C4E46977A8}"/>
              </a:ext>
            </a:extLst>
          </p:cNvPr>
          <p:cNvSpPr>
            <a:spLocks xmlns:a="http://schemas.openxmlformats.org/drawingml/2006/main" noGrp="1"/>
          </p:cNvSpPr>
          <p:nvPr/>
        </p:nvSpPr>
        <p:spPr>
          <a:xfrm xmlns:a="http://schemas.openxmlformats.org/drawingml/2006/main">
            <a:off x="4362450" y="2781300"/>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0">
                <a:solidFill>
                  <a:srgbClr val="667085"/>
                </a:solidFill>
              </a:defRPr>
            </a:pPr>
            <a:r>
              <a:rPr sz="1350" b="0">
                <a:solidFill>
                  <a:srgbClr val="667085"/>
                </a:solidFill>
              </a:rPr>
              <a:t>probabilities carry extra signal</a:t>
            </a:r>
          </a:p>
        </p:txBody>
      </p:sp>
      <p:sp>
        <p:nvSpPr>
          <p:cNvPr id="1942037178" name="">
            <a:extLst xmlns:a="http://schemas.openxmlformats.org/drawingml/2006/main">
              <a:ext uri="{FF2B5EF4-FFF2-40B4-BE49-F238E27FC236}">
                <a16:creationId xmlns:a16="http://schemas.microsoft.com/office/drawing/2014/main" id="{A52B7ECB-B2CC-4147-A8AC-9C3BF04B976A}"/>
              </a:ext>
            </a:extLst>
          </p:cNvPr>
          <p:cNvSpPr>
            <a:spLocks xmlns:a="http://schemas.openxmlformats.org/drawingml/2006/main" noGrp="1"/>
          </p:cNvSpPr>
          <p:nvPr/>
        </p:nvSpPr>
        <p:spPr>
          <a:xfrm xmlns:a="http://schemas.openxmlformats.org/drawingml/2006/main">
            <a:off x="4191000" y="3476625"/>
            <a:ext cx="876299" cy="495300"/>
          </a:xfrm>
          <a:prstGeom xmlns:a="http://schemas.openxmlformats.org/drawingml/2006/main" prst="roundRect">
            <a:avLst>
              <a:gd name="adj" fmla="val 23077"/>
            </a:avLst>
          </a:prstGeom>
          <a:solidFill xmlns:a="http://schemas.openxmlformats.org/drawingml/2006/main">
            <a:srgbClr val="FFFFFF"/>
          </a:solidFill>
          <a:ln xmlns:a="http://schemas.openxmlformats.org/drawingml/2006/main" w="17145">
            <a:solidFill>
              <a:srgbClr val="F97316"/>
            </a:solidFill>
            <a:prstDash val="solid"/>
          </a:ln>
        </p:spPr>
        <p:txBody>
          <a:bodyPr xmlns:a="http://schemas.openxmlformats.org/drawingml/2006/main"/>
          <a:lstStyle xmlns:a="http://schemas.openxmlformats.org/drawingml/2006/main"/>
          <a:p xmlns:a="http://schemas.openxmlformats.org/drawingml/2006/main">
            <a:pPr algn="ctr">
              <a:buNone/>
              <a:defRPr sz="1450" b="1">
                <a:solidFill>
                  <a:srgbClr val="0B0F19"/>
                </a:solidFill>
              </a:defRPr>
            </a:pPr>
            <a:r>
              <a:rPr sz="1450" b="1">
                <a:solidFill>
                  <a:srgbClr val="0B0F19"/>
                </a:solidFill>
              </a:rPr>
              <a:t>cat .62</a:t>
            </a:r>
          </a:p>
        </p:txBody>
      </p:sp>
      <p:sp>
        <p:nvSpPr>
          <p:cNvPr id="75602191" name="">
            <a:extLst xmlns:a="http://schemas.openxmlformats.org/drawingml/2006/main">
              <a:ext uri="{FF2B5EF4-FFF2-40B4-BE49-F238E27FC236}">
                <a16:creationId xmlns:a16="http://schemas.microsoft.com/office/drawing/2014/main" id="{8889DB8A-1105-46C3-A817-04C1029663B9}"/>
              </a:ext>
            </a:extLst>
          </p:cNvPr>
          <p:cNvSpPr>
            <a:spLocks xmlns:a="http://schemas.openxmlformats.org/drawingml/2006/main" noGrp="1"/>
          </p:cNvSpPr>
          <p:nvPr/>
        </p:nvSpPr>
        <p:spPr>
          <a:xfrm xmlns:a="http://schemas.openxmlformats.org/drawingml/2006/main">
            <a:off x="5219700" y="3476625"/>
            <a:ext cx="876299" cy="495300"/>
          </a:xfrm>
          <a:prstGeom xmlns:a="http://schemas.openxmlformats.org/drawingml/2006/main" prst="roundRect">
            <a:avLst>
              <a:gd name="adj" fmla="val 23077"/>
            </a:avLst>
          </a:prstGeom>
          <a:solidFill xmlns:a="http://schemas.openxmlformats.org/drawingml/2006/main">
            <a:srgbClr val="FFFFFF"/>
          </a:solidFill>
          <a:ln xmlns:a="http://schemas.openxmlformats.org/drawingml/2006/main" w="17145">
            <a:solidFill>
              <a:srgbClr val="F97316"/>
            </a:solidFill>
            <a:prstDash val="solid"/>
          </a:ln>
        </p:spPr>
        <p:txBody>
          <a:bodyPr xmlns:a="http://schemas.openxmlformats.org/drawingml/2006/main"/>
          <a:lstStyle xmlns:a="http://schemas.openxmlformats.org/drawingml/2006/main"/>
          <a:p xmlns:a="http://schemas.openxmlformats.org/drawingml/2006/main">
            <a:pPr algn="ctr">
              <a:buNone/>
              <a:defRPr sz="1450" b="1">
                <a:solidFill>
                  <a:srgbClr val="0B0F19"/>
                </a:solidFill>
              </a:defRPr>
            </a:pPr>
            <a:r>
              <a:rPr sz="1450" b="1">
                <a:solidFill>
                  <a:srgbClr val="0B0F19"/>
                </a:solidFill>
              </a:rPr>
              <a:t>dog .21</a:t>
            </a:r>
          </a:p>
        </p:txBody>
      </p:sp>
      <p:sp>
        <p:nvSpPr>
          <p:cNvPr id="1789658255" name="">
            <a:extLst xmlns:a="http://schemas.openxmlformats.org/drawingml/2006/main">
              <a:ext uri="{FF2B5EF4-FFF2-40B4-BE49-F238E27FC236}">
                <a16:creationId xmlns:a16="http://schemas.microsoft.com/office/drawing/2014/main" id="{E31CEF53-5F64-4BB3-B665-1624FBECF9D8}"/>
              </a:ext>
            </a:extLst>
          </p:cNvPr>
          <p:cNvSpPr>
            <a:spLocks xmlns:a="http://schemas.openxmlformats.org/drawingml/2006/main" noGrp="1"/>
          </p:cNvSpPr>
          <p:nvPr/>
        </p:nvSpPr>
        <p:spPr>
          <a:xfrm xmlns:a="http://schemas.openxmlformats.org/drawingml/2006/main">
            <a:off x="6248400" y="3476625"/>
            <a:ext cx="876299" cy="495300"/>
          </a:xfrm>
          <a:prstGeom xmlns:a="http://schemas.openxmlformats.org/drawingml/2006/main" prst="roundRect">
            <a:avLst>
              <a:gd name="adj" fmla="val 23077"/>
            </a:avLst>
          </a:prstGeom>
          <a:solidFill xmlns:a="http://schemas.openxmlformats.org/drawingml/2006/main">
            <a:srgbClr val="FFFFFF"/>
          </a:solidFill>
          <a:ln xmlns:a="http://schemas.openxmlformats.org/drawingml/2006/main" w="17145">
            <a:solidFill>
              <a:srgbClr val="F97316"/>
            </a:solidFill>
            <a:prstDash val="solid"/>
          </a:ln>
        </p:spPr>
        <p:txBody>
          <a:bodyPr xmlns:a="http://schemas.openxmlformats.org/drawingml/2006/main"/>
          <a:lstStyle xmlns:a="http://schemas.openxmlformats.org/drawingml/2006/main"/>
          <a:p xmlns:a="http://schemas.openxmlformats.org/drawingml/2006/main">
            <a:pPr algn="ctr">
              <a:buNone/>
              <a:defRPr sz="1450" b="1">
                <a:solidFill>
                  <a:srgbClr val="0B0F19"/>
                </a:solidFill>
              </a:defRPr>
            </a:pPr>
            <a:r>
              <a:rPr sz="1450" b="1">
                <a:solidFill>
                  <a:srgbClr val="0B0F19"/>
                </a:solidFill>
              </a:rPr>
              <a:t>fox .09</a:t>
            </a:r>
          </a:p>
        </p:txBody>
      </p:sp>
      <p:sp>
        <p:nvSpPr>
          <p:cNvPr id="1953288477" name="">
            <a:extLst xmlns:a="http://schemas.openxmlformats.org/drawingml/2006/main">
              <a:ext uri="{FF2B5EF4-FFF2-40B4-BE49-F238E27FC236}">
                <a16:creationId xmlns:a16="http://schemas.microsoft.com/office/drawing/2014/main" id="{29C8E0B1-BD8B-436C-9DF5-07083EB51945}"/>
              </a:ext>
            </a:extLst>
          </p:cNvPr>
          <p:cNvSpPr>
            <a:spLocks xmlns:a="http://schemas.openxmlformats.org/drawingml/2006/main" noGrp="1"/>
          </p:cNvSpPr>
          <p:nvPr/>
        </p:nvSpPr>
        <p:spPr>
          <a:xfrm xmlns:a="http://schemas.openxmlformats.org/drawingml/2006/main">
            <a:off x="7277100" y="3476625"/>
            <a:ext cx="876299" cy="495300"/>
          </a:xfrm>
          <a:prstGeom xmlns:a="http://schemas.openxmlformats.org/drawingml/2006/main" prst="roundRect">
            <a:avLst>
              <a:gd name="adj" fmla="val 23077"/>
            </a:avLst>
          </a:prstGeom>
          <a:solidFill xmlns:a="http://schemas.openxmlformats.org/drawingml/2006/main">
            <a:srgbClr val="FFFFFF"/>
          </a:solidFill>
          <a:ln xmlns:a="http://schemas.openxmlformats.org/drawingml/2006/main" w="17145">
            <a:solidFill>
              <a:srgbClr val="F97316"/>
            </a:solidFill>
            <a:prstDash val="solid"/>
          </a:ln>
        </p:spPr>
        <p:txBody>
          <a:bodyPr xmlns:a="http://schemas.openxmlformats.org/drawingml/2006/main"/>
          <a:lstStyle xmlns:a="http://schemas.openxmlformats.org/drawingml/2006/main"/>
          <a:p xmlns:a="http://schemas.openxmlformats.org/drawingml/2006/main">
            <a:pPr algn="ctr">
              <a:buNone/>
              <a:defRPr sz="1450" b="1">
                <a:solidFill>
                  <a:srgbClr val="0B0F19"/>
                </a:solidFill>
              </a:defRPr>
            </a:pPr>
            <a:r>
              <a:rPr sz="1450" b="1">
                <a:solidFill>
                  <a:srgbClr val="0B0F19"/>
                </a:solidFill>
              </a:rPr>
              <a:t>...</a:t>
            </a:r>
          </a:p>
        </p:txBody>
      </p:sp>
      <p:sp>
        <p:nvSpPr>
          <p:cNvPr id="319643797" name="">
            <a:extLst xmlns:a="http://schemas.openxmlformats.org/drawingml/2006/main">
              <a:ext uri="{FF2B5EF4-FFF2-40B4-BE49-F238E27FC236}">
                <a16:creationId xmlns:a16="http://schemas.microsoft.com/office/drawing/2014/main" id="{954875EC-6F58-4C12-9342-823D43D51E39}"/>
              </a:ext>
            </a:extLst>
          </p:cNvPr>
          <p:cNvSpPr>
            <a:spLocks xmlns:a="http://schemas.openxmlformats.org/drawingml/2006/main" noGrp="1"/>
          </p:cNvSpPr>
          <p:nvPr/>
        </p:nvSpPr>
        <p:spPr>
          <a:xfrm xmlns:a="http://schemas.openxmlformats.org/drawingml/2006/main">
            <a:off x="7848600" y="2838450"/>
            <a:ext cx="895350" cy="9525"/>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647942514" name="">
            <a:extLst xmlns:a="http://schemas.openxmlformats.org/drawingml/2006/main">
              <a:ext uri="{FF2B5EF4-FFF2-40B4-BE49-F238E27FC236}">
                <a16:creationId xmlns:a16="http://schemas.microsoft.com/office/drawing/2014/main" id="{3E5305BA-7EC6-4AEE-9D8E-6703349BA879}"/>
              </a:ext>
            </a:extLst>
          </p:cNvPr>
          <p:cNvSpPr>
            <a:spLocks xmlns:a="http://schemas.openxmlformats.org/drawingml/2006/main" noGrp="1"/>
          </p:cNvSpPr>
          <p:nvPr/>
        </p:nvSpPr>
        <p:spPr>
          <a:xfrm xmlns:a="http://schemas.openxmlformats.org/drawingml/2006/main">
            <a:off x="8972550" y="2819400"/>
            <a:ext cx="1562100" cy="533400"/>
          </a:xfrm>
          <a:prstGeom xmlns:a="http://schemas.openxmlformats.org/drawingml/2006/main" prst="roundRect">
            <a:avLst>
              <a:gd name="adj" fmla="val 21429"/>
            </a:avLst>
          </a:prstGeom>
          <a:solidFill xmlns:a="http://schemas.openxmlformats.org/drawingml/2006/main">
            <a:srgbClr val="EEF2F7"/>
          </a:solidFill>
          <a:ln xmlns:a="http://schemas.openxmlformats.org/drawingml/2006/main" w="11430">
            <a:solidFill>
              <a:srgbClr val="CBD5E1"/>
            </a:solidFill>
            <a:prstDash val="solid"/>
          </a:ln>
        </p:spPr>
      </p:sp>
      <p:sp>
        <p:nvSpPr>
          <p:cNvPr id="636131649" name="">
            <a:extLst xmlns:a="http://schemas.openxmlformats.org/drawingml/2006/main">
              <a:ext uri="{FF2B5EF4-FFF2-40B4-BE49-F238E27FC236}">
                <a16:creationId xmlns:a16="http://schemas.microsoft.com/office/drawing/2014/main" id="{883132B8-375F-407D-BEA4-FE0513AB0F35}"/>
              </a:ext>
            </a:extLst>
          </p:cNvPr>
          <p:cNvSpPr>
            <a:spLocks xmlns:a="http://schemas.openxmlformats.org/drawingml/2006/main" noGrp="1"/>
          </p:cNvSpPr>
          <p:nvPr/>
        </p:nvSpPr>
        <p:spPr>
          <a:xfrm xmlns:a="http://schemas.openxmlformats.org/drawingml/2006/main">
            <a:off x="9067800" y="2695575"/>
            <a:ext cx="1562100" cy="533400"/>
          </a:xfrm>
          <a:prstGeom xmlns:a="http://schemas.openxmlformats.org/drawingml/2006/main" prst="roundRect">
            <a:avLst>
              <a:gd name="adj" fmla="val 21429"/>
            </a:avLst>
          </a:prstGeom>
          <a:solidFill xmlns:a="http://schemas.openxmlformats.org/drawingml/2006/main">
            <a:srgbClr val="EEF2F7"/>
          </a:solidFill>
          <a:ln xmlns:a="http://schemas.openxmlformats.org/drawingml/2006/main" w="11430">
            <a:solidFill>
              <a:srgbClr val="CBD5E1"/>
            </a:solidFill>
            <a:prstDash val="solid"/>
          </a:ln>
        </p:spPr>
      </p:sp>
      <p:sp>
        <p:nvSpPr>
          <p:cNvPr id="261513706" name="">
            <a:extLst xmlns:a="http://schemas.openxmlformats.org/drawingml/2006/main">
              <a:ext uri="{FF2B5EF4-FFF2-40B4-BE49-F238E27FC236}">
                <a16:creationId xmlns:a16="http://schemas.microsoft.com/office/drawing/2014/main" id="{5E134699-02C2-47F1-88E5-425A0248F093}"/>
              </a:ext>
            </a:extLst>
          </p:cNvPr>
          <p:cNvSpPr>
            <a:spLocks xmlns:a="http://schemas.openxmlformats.org/drawingml/2006/main" noGrp="1"/>
          </p:cNvSpPr>
          <p:nvPr/>
        </p:nvSpPr>
        <p:spPr>
          <a:xfrm xmlns:a="http://schemas.openxmlformats.org/drawingml/2006/main">
            <a:off x="9163050" y="2571750"/>
            <a:ext cx="1562100" cy="533400"/>
          </a:xfrm>
          <a:prstGeom xmlns:a="http://schemas.openxmlformats.org/drawingml/2006/main" prst="roundRect">
            <a:avLst>
              <a:gd name="adj" fmla="val 21429"/>
            </a:avLst>
          </a:prstGeom>
          <a:solidFill xmlns:a="http://schemas.openxmlformats.org/drawingml/2006/main">
            <a:srgbClr val="FFFFFF"/>
          </a:solidFill>
          <a:ln xmlns:a="http://schemas.openxmlformats.org/drawingml/2006/main" w="20955">
            <a:solidFill>
              <a:srgbClr val="10B981"/>
            </a:solidFill>
            <a:prstDash val="solid"/>
          </a:ln>
        </p:spPr>
      </p:sp>
      <p:sp>
        <p:nvSpPr>
          <p:cNvPr id="1466779703" name="">
            <a:extLst xmlns:a="http://schemas.openxmlformats.org/drawingml/2006/main">
              <a:ext uri="{FF2B5EF4-FFF2-40B4-BE49-F238E27FC236}">
                <a16:creationId xmlns:a16="http://schemas.microsoft.com/office/drawing/2014/main" id="{7CC3B92A-4672-4D61-A01C-E8B51DF3C9E2}"/>
              </a:ext>
            </a:extLst>
          </p:cNvPr>
          <p:cNvSpPr>
            <a:spLocks xmlns:a="http://schemas.openxmlformats.org/drawingml/2006/main" noGrp="1"/>
          </p:cNvSpPr>
          <p:nvPr/>
        </p:nvSpPr>
        <p:spPr>
          <a:xfrm xmlns:a="http://schemas.openxmlformats.org/drawingml/2006/main">
            <a:off x="8763000" y="3714750"/>
            <a:ext cx="2286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050" b="1">
                <a:solidFill>
                  <a:srgbClr val="10B981"/>
                </a:solidFill>
              </a:defRPr>
            </a:pPr>
            <a:r>
              <a:rPr sz="2050" b="1">
                <a:solidFill>
                  <a:srgbClr val="10B981"/>
                </a:solidFill>
              </a:rPr>
              <a:t>student</a:t>
            </a:r>
          </a:p>
        </p:txBody>
      </p:sp>
      <p:sp>
        <p:nvSpPr>
          <p:cNvPr id="2140567319" name="">
            <a:extLst xmlns:a="http://schemas.openxmlformats.org/drawingml/2006/main">
              <a:ext uri="{FF2B5EF4-FFF2-40B4-BE49-F238E27FC236}">
                <a16:creationId xmlns:a16="http://schemas.microsoft.com/office/drawing/2014/main" id="{D786D0F5-A3A0-408A-8E4F-FBC71005B594}"/>
              </a:ext>
            </a:extLst>
          </p:cNvPr>
          <p:cNvSpPr>
            <a:spLocks xmlns:a="http://schemas.openxmlformats.org/drawingml/2006/main" noGrp="1"/>
          </p:cNvSpPr>
          <p:nvPr/>
        </p:nvSpPr>
        <p:spPr>
          <a:xfrm xmlns:a="http://schemas.openxmlformats.org/drawingml/2006/main">
            <a:off x="8763000" y="4095750"/>
            <a:ext cx="2286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0">
                <a:solidFill>
                  <a:srgbClr val="667085"/>
                </a:solidFill>
              </a:defRPr>
            </a:pPr>
            <a:r>
              <a:rPr sz="1350" b="0">
                <a:solidFill>
                  <a:srgbClr val="667085"/>
                </a:solidFill>
              </a:rPr>
              <a:t>smaller, faster</a:t>
            </a:r>
          </a:p>
        </p:txBody>
      </p:sp>
      <p:sp>
        <p:nvSpPr>
          <p:cNvPr id="800090933" name="">
            <a:extLst xmlns:a="http://schemas.openxmlformats.org/drawingml/2006/main">
              <a:ext uri="{FF2B5EF4-FFF2-40B4-BE49-F238E27FC236}">
                <a16:creationId xmlns:a16="http://schemas.microsoft.com/office/drawing/2014/main" id="{4968EA90-FC89-49FD-8CD8-7D4EE2B8D6FE}"/>
              </a:ext>
            </a:extLst>
          </p:cNvPr>
          <p:cNvSpPr>
            <a:spLocks xmlns:a="http://schemas.openxmlformats.org/drawingml/2006/main" noGrp="1"/>
          </p:cNvSpPr>
          <p:nvPr/>
        </p:nvSpPr>
        <p:spPr>
          <a:xfrm xmlns:a="http://schemas.openxmlformats.org/drawingml/2006/main">
            <a:off x="3295650" y="4876800"/>
            <a:ext cx="561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050" b="1">
                <a:solidFill>
                  <a:srgbClr val="0B0F19"/>
                </a:solidFill>
              </a:defRPr>
            </a:pPr>
            <a:r>
              <a:rPr sz="2050" b="1">
                <a:solidFill>
                  <a:srgbClr val="0B0F19"/>
                </a:solidFill>
              </a:rPr>
              <a:t>learn the teacher's output distribution</a:t>
            </a:r>
          </a:p>
        </p:txBody>
      </p:sp>
      <p:sp>
        <p:nvSpPr>
          <p:cNvPr id="663275865" name="">
            <a:extLst xmlns:a="http://schemas.openxmlformats.org/drawingml/2006/main">
              <a:ext uri="{FF2B5EF4-FFF2-40B4-BE49-F238E27FC236}">
                <a16:creationId xmlns:a16="http://schemas.microsoft.com/office/drawing/2014/main" id="{E38C89DE-D07F-43AE-BF1D-1654802AAD3F}"/>
              </a:ext>
            </a:extLst>
          </p:cNvPr>
          <p:cNvSpPr>
            <a:spLocks xmlns:a="http://schemas.openxmlformats.org/drawingml/2006/main" noGrp="1"/>
          </p:cNvSpPr>
          <p:nvPr/>
        </p:nvSpPr>
        <p:spPr>
          <a:xfrm xmlns:a="http://schemas.openxmlformats.org/drawingml/2006/main">
            <a:off x="9534525" y="2038349"/>
            <a:ext cx="171450" cy="171450"/>
          </a:xfrm>
          <a:prstGeom xmlns:a="http://schemas.openxmlformats.org/drawingml/2006/main" prst="ellipse">
            <a:avLst/>
          </a:prstGeom>
          <a:solidFill xmlns:a="http://schemas.openxmlformats.org/drawingml/2006/main">
            <a:srgbClr val="10B981"/>
          </a:solidFill>
          <a:ln xmlns:a="http://schemas.openxmlformats.org/drawingml/2006/main" w="13335">
            <a:solidFill>
              <a:srgbClr val="10B981"/>
            </a:solidFill>
            <a:prstDash val="solid"/>
          </a:ln>
        </p:spPr>
      </p:sp>
      <p:sp>
        <p:nvSpPr>
          <p:cNvPr id="302896656" name="">
            <a:extLst xmlns:a="http://schemas.openxmlformats.org/drawingml/2006/main">
              <a:ext uri="{FF2B5EF4-FFF2-40B4-BE49-F238E27FC236}">
                <a16:creationId xmlns:a16="http://schemas.microsoft.com/office/drawing/2014/main" id="{36CA10C7-2749-44E9-886A-F6E077C51831}"/>
              </a:ext>
            </a:extLst>
          </p:cNvPr>
          <p:cNvSpPr>
            <a:spLocks xmlns:a="http://schemas.openxmlformats.org/drawingml/2006/main" noGrp="1"/>
          </p:cNvSpPr>
          <p:nvPr/>
        </p:nvSpPr>
        <p:spPr>
          <a:xfrm xmlns:a="http://schemas.openxmlformats.org/drawingml/2006/main">
            <a:off x="9820275" y="2038349"/>
            <a:ext cx="171450" cy="171450"/>
          </a:xfrm>
          <a:prstGeom xmlns:a="http://schemas.openxmlformats.org/drawingml/2006/main" prst="ellipse">
            <a:avLst/>
          </a:prstGeom>
          <a:solidFill xmlns:a="http://schemas.openxmlformats.org/drawingml/2006/main">
            <a:srgbClr val="10B981"/>
          </a:solidFill>
          <a:ln xmlns:a="http://schemas.openxmlformats.org/drawingml/2006/main" w="13335">
            <a:solidFill>
              <a:srgbClr val="10B981"/>
            </a:solidFill>
            <a:prstDash val="solid"/>
          </a:ln>
        </p:spPr>
      </p:sp>
      <p:sp>
        <p:nvSpPr>
          <p:cNvPr id="1173073259" name="">
            <a:extLst xmlns:a="http://schemas.openxmlformats.org/drawingml/2006/main">
              <a:ext uri="{FF2B5EF4-FFF2-40B4-BE49-F238E27FC236}">
                <a16:creationId xmlns:a16="http://schemas.microsoft.com/office/drawing/2014/main" id="{17097DBC-7B89-49D3-BD89-290549EB8A32}"/>
              </a:ext>
            </a:extLst>
          </p:cNvPr>
          <p:cNvSpPr>
            <a:spLocks xmlns:a="http://schemas.openxmlformats.org/drawingml/2006/main" noGrp="1"/>
          </p:cNvSpPr>
          <p:nvPr/>
        </p:nvSpPr>
        <p:spPr>
          <a:xfrm xmlns:a="http://schemas.openxmlformats.org/drawingml/2006/main">
            <a:off x="10106025" y="2038349"/>
            <a:ext cx="171450" cy="171450"/>
          </a:xfrm>
          <a:prstGeom xmlns:a="http://schemas.openxmlformats.org/drawingml/2006/main" prst="ellipse">
            <a:avLst/>
          </a:prstGeom>
          <a:solidFill xmlns:a="http://schemas.openxmlformats.org/drawingml/2006/main">
            <a:srgbClr val="10B981"/>
          </a:solidFill>
          <a:ln xmlns:a="http://schemas.openxmlformats.org/drawingml/2006/main" w="13335">
            <a:solidFill>
              <a:srgbClr val="10B981"/>
            </a:solidFill>
            <a:prstDash val="solid"/>
          </a:ln>
        </p:spPr>
      </p:sp>
      <p:sp>
        <p:nvSpPr>
          <p:cNvPr id="1351287708" name="">
            <a:extLst xmlns:a="http://schemas.openxmlformats.org/drawingml/2006/main">
              <a:ext uri="{FF2B5EF4-FFF2-40B4-BE49-F238E27FC236}">
                <a16:creationId xmlns:a16="http://schemas.microsoft.com/office/drawing/2014/main" id="{840EDDFA-357A-44E1-BA23-ED98893FA0C8}"/>
              </a:ext>
            </a:extLst>
          </p:cNvPr>
          <p:cNvSpPr>
            <a:spLocks xmlns:a="http://schemas.openxmlformats.org/drawingml/2006/main" noGrp="1"/>
          </p:cNvSpPr>
          <p:nvPr/>
        </p:nvSpPr>
        <p:spPr>
          <a:xfrm xmlns:a="http://schemas.openxmlformats.org/drawingml/2006/main">
            <a:off x="9029700" y="1809750"/>
            <a:ext cx="1809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0">
                <a:solidFill>
                  <a:srgbClr val="667085"/>
                </a:solidFill>
              </a:defRPr>
            </a:pPr>
            <a:r>
              <a:rPr sz="1350" b="0">
                <a:solidFill>
                  <a:srgbClr val="667085"/>
                </a:solidFill>
              </a:rPr>
              <a:t>deployment</a:t>
            </a:r>
          </a:p>
        </p:txBody>
      </p:sp>
      <p:sp>
        <p:nvSpPr>
          <p:cNvPr id="1523385387" name="">
            <a:extLst xmlns:a="http://schemas.openxmlformats.org/drawingml/2006/main">
              <a:ext uri="{FF2B5EF4-FFF2-40B4-BE49-F238E27FC236}">
                <a16:creationId xmlns:a16="http://schemas.microsoft.com/office/drawing/2014/main" id="{8C936F88-D10E-439D-B9EB-C3A182C45C7F}"/>
              </a:ext>
            </a:extLst>
          </p:cNvPr>
          <p:cNvSpPr>
            <a:spLocks xmlns:a="http://schemas.openxmlformats.org/drawingml/2006/main" noGrp="1"/>
          </p:cNvSpPr>
          <p:nvPr/>
        </p:nvSpPr>
        <p:spPr>
          <a:xfrm xmlns:a="http://schemas.openxmlformats.org/drawingml/2006/main">
            <a:off x="11106150" y="628650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00" b="0">
                <a:solidFill>
                  <a:srgbClr val="667085"/>
                </a:solidFill>
              </a:defRPr>
            </a:pPr>
            <a:r>
              <a:rPr sz="1000" b="0">
                <a:solidFill>
                  <a:srgbClr val="667085"/>
                </a:solidFill>
              </a:rPr>
              <a:t>51</a:t>
            </a:r>
          </a:p>
        </p:txBody>
      </p:sp>
    </p:spTree>
    <p:extLst>
      <p:ext uri="{BB962C8B-B14F-4D97-AF65-F5344CB8AC3E}">
        <p14:creationId xmlns:p14="http://schemas.microsoft.com/office/powerpoint/2010/main" val="199525024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2026-07-26T16:11:44.0250000Z</dcterms:created>
  <dcterms:modified xsi:type="dcterms:W3CDTF">2026-07-26T16:11:44.0250000Z</dcterms:modified>
</coreProperties>
</file>