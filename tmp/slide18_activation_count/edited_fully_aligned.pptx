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14a749cb224edb" /><Relationship Type="http://schemas.openxmlformats.org/officeDocument/2006/relationships/extended-properties" Target="/docProps/app.xml" Id="R4cb74a4c9b164639" /><Relationship Type="http://schemas.openxmlformats.org/officeDocument/2006/relationships/officeDocument" Target="/ppt/presentation.xml" Id="R7b611ffe6abc459f" /></Relationships>
</file>

<file path=ppt/presentation.xml><?xml version="1.0" encoding="utf-8"?>
<p:presentation xmlns:p="http://schemas.openxmlformats.org/presentationml/2006/main">
  <p:sldMasterIdLst>
    <p:sldMasterId xmlns:r="http://schemas.openxmlformats.org/officeDocument/2006/relationships" id="2147483648" r:id="R48f5ef7d8edf46bd"/>
  </p:sldMasterIdLst>
  <p:notesMasterIdLst>
    <p:notesMasterId xmlns:r="http://schemas.openxmlformats.org/officeDocument/2006/relationships" r:id="Rae4e288d21ce42ad"/>
  </p:notesMasterIdLst>
  <p:sldIdLst>
    <p:sldId xmlns:r="http://schemas.openxmlformats.org/officeDocument/2006/relationships" id="256" r:id="R63ce9cbc95454f10"/>
    <p:sldId xmlns:r="http://schemas.openxmlformats.org/officeDocument/2006/relationships" id="257" r:id="R647063458d1e40c4"/>
    <p:sldId xmlns:r="http://schemas.openxmlformats.org/officeDocument/2006/relationships" id="258" r:id="R1bf52e52ca424c9a"/>
    <p:sldId xmlns:r="http://schemas.openxmlformats.org/officeDocument/2006/relationships" id="259" r:id="R329b51e06ac0428f"/>
    <p:sldId xmlns:r="http://schemas.openxmlformats.org/officeDocument/2006/relationships" id="260" r:id="R46e7174e943348f2"/>
    <p:sldId xmlns:r="http://schemas.openxmlformats.org/officeDocument/2006/relationships" id="261" r:id="R50214de9dc4849c8"/>
    <p:sldId xmlns:r="http://schemas.openxmlformats.org/officeDocument/2006/relationships" id="262" r:id="R4367b757a6764fd8"/>
    <p:sldId xmlns:r="http://schemas.openxmlformats.org/officeDocument/2006/relationships" id="263" r:id="R361f1391151943cb"/>
    <p:sldId xmlns:r="http://schemas.openxmlformats.org/officeDocument/2006/relationships" id="264" r:id="Rea94f3708f974e87"/>
    <p:sldId xmlns:r="http://schemas.openxmlformats.org/officeDocument/2006/relationships" id="265" r:id="R2b1439856d004b48"/>
    <p:sldId xmlns:r="http://schemas.openxmlformats.org/officeDocument/2006/relationships" id="266" r:id="R0775848e117c443b"/>
    <p:sldId xmlns:r="http://schemas.openxmlformats.org/officeDocument/2006/relationships" id="267" r:id="R0df2913aefe54781"/>
    <p:sldId xmlns:r="http://schemas.openxmlformats.org/officeDocument/2006/relationships" id="268" r:id="R6e7263dbbf494767"/>
    <p:sldId xmlns:r="http://schemas.openxmlformats.org/officeDocument/2006/relationships" id="269" r:id="R26d49d21c92e46b7"/>
    <p:sldId xmlns:r="http://schemas.openxmlformats.org/officeDocument/2006/relationships" id="270" r:id="Rf96979b802ab4e71"/>
    <p:sldId xmlns:r="http://schemas.openxmlformats.org/officeDocument/2006/relationships" id="271" r:id="R4aef4ce9d7b44ffd"/>
    <p:sldId xmlns:r="http://schemas.openxmlformats.org/officeDocument/2006/relationships" id="272" r:id="R292617ff2f844202"/>
    <p:sldId xmlns:r="http://schemas.openxmlformats.org/officeDocument/2006/relationships" id="273" r:id="Re33d1952af494e9f"/>
    <p:sldId xmlns:r="http://schemas.openxmlformats.org/officeDocument/2006/relationships" id="274" r:id="Rc33ff87885714c14"/>
    <p:sldId xmlns:r="http://schemas.openxmlformats.org/officeDocument/2006/relationships" id="275" r:id="Rf1b3a73482af4a81"/>
    <p:sldId xmlns:r="http://schemas.openxmlformats.org/officeDocument/2006/relationships" id="276" r:id="R89607038e0b044f9"/>
    <p:sldId xmlns:r="http://schemas.openxmlformats.org/officeDocument/2006/relationships" id="277" r:id="R32f5637bac6c4412"/>
    <p:sldId xmlns:r="http://schemas.openxmlformats.org/officeDocument/2006/relationships" id="278" r:id="R438815d15a494617"/>
    <p:sldId xmlns:r="http://schemas.openxmlformats.org/officeDocument/2006/relationships" id="279" r:id="R7bcddff18bf84886"/>
    <p:sldId xmlns:r="http://schemas.openxmlformats.org/officeDocument/2006/relationships" id="280" r:id="R47616f0ad52b40f6"/>
    <p:sldId xmlns:r="http://schemas.openxmlformats.org/officeDocument/2006/relationships" id="281" r:id="R885f9500aaf24978"/>
    <p:sldId xmlns:r="http://schemas.openxmlformats.org/officeDocument/2006/relationships" id="282" r:id="R46de42fc48ea4f41"/>
    <p:sldId xmlns:r="http://schemas.openxmlformats.org/officeDocument/2006/relationships" id="283" r:id="R5c88b595b6384391"/>
    <p:sldId xmlns:r="http://schemas.openxmlformats.org/officeDocument/2006/relationships" id="284" r:id="R3dee9e7871dc4ad6"/>
    <p:sldId xmlns:r="http://schemas.openxmlformats.org/officeDocument/2006/relationships" id="285" r:id="Rfcc8a4843d214e0e"/>
    <p:sldId xmlns:r="http://schemas.openxmlformats.org/officeDocument/2006/relationships" id="286" r:id="R0d6a1314e5cd47fe"/>
    <p:sldId xmlns:r="http://schemas.openxmlformats.org/officeDocument/2006/relationships" id="287" r:id="R371b57926db34fe7"/>
    <p:sldId xmlns:r="http://schemas.openxmlformats.org/officeDocument/2006/relationships" id="288" r:id="R29a52eecae8340ee"/>
    <p:sldId xmlns:r="http://schemas.openxmlformats.org/officeDocument/2006/relationships" id="289" r:id="Rf114b88f39d84e8c"/>
    <p:sldId xmlns:r="http://schemas.openxmlformats.org/officeDocument/2006/relationships" id="290" r:id="Rdbf92540e18949da"/>
    <p:sldId xmlns:r="http://schemas.openxmlformats.org/officeDocument/2006/relationships" id="291" r:id="R02ede1817a7e49eb"/>
    <p:sldId xmlns:r="http://schemas.openxmlformats.org/officeDocument/2006/relationships" id="292" r:id="R98978fab6c454907"/>
    <p:sldId xmlns:r="http://schemas.openxmlformats.org/officeDocument/2006/relationships" id="293" r:id="R852f141ec90c45b9"/>
    <p:sldId xmlns:r="http://schemas.openxmlformats.org/officeDocument/2006/relationships" id="294" r:id="Ree0dd0e9974348c6"/>
    <p:sldId xmlns:r="http://schemas.openxmlformats.org/officeDocument/2006/relationships" id="295" r:id="R27ceaa9e43cc4f92"/>
    <p:sldId xmlns:r="http://schemas.openxmlformats.org/officeDocument/2006/relationships" id="296" r:id="R9176fe4b70db4955"/>
    <p:sldId xmlns:r="http://schemas.openxmlformats.org/officeDocument/2006/relationships" id="297" r:id="Ra961e949880745c1"/>
    <p:sldId xmlns:r="http://schemas.openxmlformats.org/officeDocument/2006/relationships" id="298" r:id="R9a4110078fb94cac"/>
    <p:sldId xmlns:r="http://schemas.openxmlformats.org/officeDocument/2006/relationships" id="299" r:id="R679b0936aab649ee"/>
    <p:sldId xmlns:r="http://schemas.openxmlformats.org/officeDocument/2006/relationships" id="300" r:id="R6a445c41013747b6"/>
    <p:sldId xmlns:r="http://schemas.openxmlformats.org/officeDocument/2006/relationships" id="301" r:id="R4cd0c9eecca7412d"/>
    <p:sldId xmlns:r="http://schemas.openxmlformats.org/officeDocument/2006/relationships" id="302" r:id="R7430ab0517a44cc8"/>
    <p:sldId xmlns:r="http://schemas.openxmlformats.org/officeDocument/2006/relationships" id="303" r:id="R2876874df8ed47da"/>
    <p:sldId xmlns:r="http://schemas.openxmlformats.org/officeDocument/2006/relationships" id="304" r:id="R6a8d97c07596427b"/>
    <p:sldId xmlns:r="http://schemas.openxmlformats.org/officeDocument/2006/relationships" id="305" r:id="Rfd3ae557b316400b"/>
    <p:sldId xmlns:r="http://schemas.openxmlformats.org/officeDocument/2006/relationships" id="306" r:id="Re4591bd06fa44d80"/>
    <p:sldId xmlns:r="http://schemas.openxmlformats.org/officeDocument/2006/relationships" id="307" r:id="Rc9a4b1bf9ff24c1f"/>
    <p:sldId xmlns:r="http://schemas.openxmlformats.org/officeDocument/2006/relationships" id="308" r:id="R69de699c0e0a4e72"/>
    <p:sldId xmlns:r="http://schemas.openxmlformats.org/officeDocument/2006/relationships" id="309" r:id="R2c02a3cf56e54cf7"/>
    <p:sldId xmlns:r="http://schemas.openxmlformats.org/officeDocument/2006/relationships" id="310" r:id="R3fbca6d4e1864fd4"/>
    <p:sldId xmlns:r="http://schemas.openxmlformats.org/officeDocument/2006/relationships" id="311" r:id="R83a230832e6b47d5"/>
    <p:sldId xmlns:r="http://schemas.openxmlformats.org/officeDocument/2006/relationships" id="312" r:id="R100c7212a7a84b88"/>
    <p:sldId xmlns:r="http://schemas.openxmlformats.org/officeDocument/2006/relationships" id="313" r:id="Rffe42accedb64cbe"/>
    <p:sldId xmlns:r="http://schemas.openxmlformats.org/officeDocument/2006/relationships" id="314" r:id="R571ad271b0a04803"/>
    <p:sldId xmlns:r="http://schemas.openxmlformats.org/officeDocument/2006/relationships" id="315" r:id="R972ce8816a294a04"/>
    <p:sldId xmlns:r="http://schemas.openxmlformats.org/officeDocument/2006/relationships" id="316" r:id="Re8e310b55ab74eaa"/>
    <p:sldId xmlns:r="http://schemas.openxmlformats.org/officeDocument/2006/relationships" id="317" r:id="Rd7b38036d5fd4d11"/>
    <p:sldId xmlns:r="http://schemas.openxmlformats.org/officeDocument/2006/relationships" id="318" r:id="R0a029bdaecc64177"/>
    <p:sldId xmlns:r="http://schemas.openxmlformats.org/officeDocument/2006/relationships" id="319" r:id="R11ded439ba1343f0"/>
    <p:sldId xmlns:r="http://schemas.openxmlformats.org/officeDocument/2006/relationships" id="320" r:id="Rd3c3c7c446a943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6f2b84a4c4d4824" /><Relationship Type="http://schemas.openxmlformats.org/officeDocument/2006/relationships/slideMaster" Target="/ppt/slideMasters/slideMaster1.xml" Id="R48f5ef7d8edf46bd" /><Relationship Type="http://schemas.openxmlformats.org/officeDocument/2006/relationships/notesMaster" Target="/ppt/notesMasters/notesMaster1.xml" Id="Rae4e288d21ce42ad" /><Relationship Type="http://schemas.openxmlformats.org/officeDocument/2006/relationships/presProps" Target="/ppt/presProps.xml" Id="R30a2ca4648ae4a56" /><Relationship Type="http://schemas.openxmlformats.org/officeDocument/2006/relationships/viewProps" Target="/ppt/viewProps.xml" Id="R21c7a06052c140d0" /><Relationship Type="http://schemas.openxmlformats.org/officeDocument/2006/relationships/tableStyles" Target="/ppt/tableStyles.xml" Id="R150cf9a527fa45cc" /><Relationship Type="http://schemas.openxmlformats.org/officeDocument/2006/relationships/slide" Target="/ppt/slides/slide1.xml" Id="R63ce9cbc95454f10" /><Relationship Type="http://schemas.openxmlformats.org/officeDocument/2006/relationships/slide" Target="/ppt/slides/slide2.xml" Id="R647063458d1e40c4" /><Relationship Type="http://schemas.openxmlformats.org/officeDocument/2006/relationships/slide" Target="/ppt/slides/slide3.xml" Id="R1bf52e52ca424c9a" /><Relationship Type="http://schemas.openxmlformats.org/officeDocument/2006/relationships/slide" Target="/ppt/slides/slide4.xml" Id="R329b51e06ac0428f" /><Relationship Type="http://schemas.openxmlformats.org/officeDocument/2006/relationships/slide" Target="/ppt/slides/slide5.xml" Id="R46e7174e943348f2" /><Relationship Type="http://schemas.openxmlformats.org/officeDocument/2006/relationships/slide" Target="/ppt/slides/slide6.xml" Id="R50214de9dc4849c8" /><Relationship Type="http://schemas.openxmlformats.org/officeDocument/2006/relationships/slide" Target="/ppt/slides/slide7.xml" Id="R4367b757a6764fd8" /><Relationship Type="http://schemas.openxmlformats.org/officeDocument/2006/relationships/slide" Target="/ppt/slides/slide8.xml" Id="R361f1391151943cb" /><Relationship Type="http://schemas.openxmlformats.org/officeDocument/2006/relationships/slide" Target="/ppt/slides/slide9.xml" Id="Rea94f3708f974e87" /><Relationship Type="http://schemas.openxmlformats.org/officeDocument/2006/relationships/slide" Target="/ppt/slides/slide10.xml" Id="R2b1439856d004b48" /><Relationship Type="http://schemas.openxmlformats.org/officeDocument/2006/relationships/slide" Target="/ppt/slides/slide11.xml" Id="R0775848e117c443b" /><Relationship Type="http://schemas.openxmlformats.org/officeDocument/2006/relationships/slide" Target="/ppt/slides/slide12.xml" Id="R0df2913aefe54781" /><Relationship Type="http://schemas.openxmlformats.org/officeDocument/2006/relationships/slide" Target="/ppt/slides/slide13.xml" Id="R6e7263dbbf494767" /><Relationship Type="http://schemas.openxmlformats.org/officeDocument/2006/relationships/slide" Target="/ppt/slides/slide14.xml" Id="R26d49d21c92e46b7" /><Relationship Type="http://schemas.openxmlformats.org/officeDocument/2006/relationships/slide" Target="/ppt/slides/slide15.xml" Id="Rf96979b802ab4e71" /><Relationship Type="http://schemas.openxmlformats.org/officeDocument/2006/relationships/slide" Target="/ppt/slides/slide16.xml" Id="R4aef4ce9d7b44ffd" /><Relationship Type="http://schemas.openxmlformats.org/officeDocument/2006/relationships/slide" Target="/ppt/slides/slide17.xml" Id="R292617ff2f844202" /><Relationship Type="http://schemas.openxmlformats.org/officeDocument/2006/relationships/slide" Target="/ppt/slides/slide18.xml" Id="Re33d1952af494e9f" /><Relationship Type="http://schemas.openxmlformats.org/officeDocument/2006/relationships/slide" Target="/ppt/slides/slide19.xml" Id="Rc33ff87885714c14" /><Relationship Type="http://schemas.openxmlformats.org/officeDocument/2006/relationships/slide" Target="/ppt/slides/slide20.xml" Id="Rf1b3a73482af4a81" /><Relationship Type="http://schemas.openxmlformats.org/officeDocument/2006/relationships/slide" Target="/ppt/slides/slide21.xml" Id="R89607038e0b044f9" /><Relationship Type="http://schemas.openxmlformats.org/officeDocument/2006/relationships/slide" Target="/ppt/slides/slide22.xml" Id="R32f5637bac6c4412" /><Relationship Type="http://schemas.openxmlformats.org/officeDocument/2006/relationships/slide" Target="/ppt/slides/slide23.xml" Id="R438815d15a494617" /><Relationship Type="http://schemas.openxmlformats.org/officeDocument/2006/relationships/slide" Target="/ppt/slides/slide24.xml" Id="R7bcddff18bf84886" /><Relationship Type="http://schemas.openxmlformats.org/officeDocument/2006/relationships/slide" Target="/ppt/slides/slide25.xml" Id="R47616f0ad52b40f6" /><Relationship Type="http://schemas.openxmlformats.org/officeDocument/2006/relationships/slide" Target="/ppt/slides/slide26.xml" Id="R885f9500aaf24978" /><Relationship Type="http://schemas.openxmlformats.org/officeDocument/2006/relationships/slide" Target="/ppt/slides/slide27.xml" Id="R46de42fc48ea4f41" /><Relationship Type="http://schemas.openxmlformats.org/officeDocument/2006/relationships/slide" Target="/ppt/slides/slide28.xml" Id="R5c88b595b6384391" /><Relationship Type="http://schemas.openxmlformats.org/officeDocument/2006/relationships/slide" Target="/ppt/slides/slide29.xml" Id="R3dee9e7871dc4ad6" /><Relationship Type="http://schemas.openxmlformats.org/officeDocument/2006/relationships/slide" Target="/ppt/slides/slide30.xml" Id="Rfcc8a4843d214e0e" /><Relationship Type="http://schemas.openxmlformats.org/officeDocument/2006/relationships/slide" Target="/ppt/slides/slide31.xml" Id="R0d6a1314e5cd47fe" /><Relationship Type="http://schemas.openxmlformats.org/officeDocument/2006/relationships/slide" Target="/ppt/slides/slide32.xml" Id="R371b57926db34fe7" /><Relationship Type="http://schemas.openxmlformats.org/officeDocument/2006/relationships/slide" Target="/ppt/slides/slide33.xml" Id="R29a52eecae8340ee" /><Relationship Type="http://schemas.openxmlformats.org/officeDocument/2006/relationships/slide" Target="/ppt/slides/slide34.xml" Id="Rf114b88f39d84e8c" /><Relationship Type="http://schemas.openxmlformats.org/officeDocument/2006/relationships/slide" Target="/ppt/slides/slide35.xml" Id="Rdbf92540e18949da" /><Relationship Type="http://schemas.openxmlformats.org/officeDocument/2006/relationships/slide" Target="/ppt/slides/slide36.xml" Id="R02ede1817a7e49eb" /><Relationship Type="http://schemas.openxmlformats.org/officeDocument/2006/relationships/slide" Target="/ppt/slides/slide37.xml" Id="R98978fab6c454907" /><Relationship Type="http://schemas.openxmlformats.org/officeDocument/2006/relationships/slide" Target="/ppt/slides/slide38.xml" Id="R852f141ec90c45b9" /><Relationship Type="http://schemas.openxmlformats.org/officeDocument/2006/relationships/slide" Target="/ppt/slides/slide39.xml" Id="Ree0dd0e9974348c6" /><Relationship Type="http://schemas.openxmlformats.org/officeDocument/2006/relationships/slide" Target="/ppt/slides/slide40.xml" Id="R27ceaa9e43cc4f92" /><Relationship Type="http://schemas.openxmlformats.org/officeDocument/2006/relationships/slide" Target="/ppt/slides/slide41.xml" Id="R9176fe4b70db4955" /><Relationship Type="http://schemas.openxmlformats.org/officeDocument/2006/relationships/slide" Target="/ppt/slides/slide42.xml" Id="Ra961e949880745c1" /><Relationship Type="http://schemas.openxmlformats.org/officeDocument/2006/relationships/slide" Target="/ppt/slides/slide43.xml" Id="R9a4110078fb94cac" /><Relationship Type="http://schemas.openxmlformats.org/officeDocument/2006/relationships/slide" Target="/ppt/slides/slide44.xml" Id="R679b0936aab649ee" /><Relationship Type="http://schemas.openxmlformats.org/officeDocument/2006/relationships/slide" Target="/ppt/slides/slide45.xml" Id="R6a445c41013747b6" /><Relationship Type="http://schemas.openxmlformats.org/officeDocument/2006/relationships/slide" Target="/ppt/slides/slide46.xml" Id="R4cd0c9eecca7412d" /><Relationship Type="http://schemas.openxmlformats.org/officeDocument/2006/relationships/slide" Target="/ppt/slides/slide47.xml" Id="R7430ab0517a44cc8" /><Relationship Type="http://schemas.openxmlformats.org/officeDocument/2006/relationships/slide" Target="/ppt/slides/slide48.xml" Id="R2876874df8ed47da" /><Relationship Type="http://schemas.openxmlformats.org/officeDocument/2006/relationships/slide" Target="/ppt/slides/slide49.xml" Id="R6a8d97c07596427b" /><Relationship Type="http://schemas.openxmlformats.org/officeDocument/2006/relationships/slide" Target="/ppt/slides/slide50.xml" Id="Rfd3ae557b316400b" /><Relationship Type="http://schemas.openxmlformats.org/officeDocument/2006/relationships/slide" Target="/ppt/slides/slide51.xml" Id="Re4591bd06fa44d80" /><Relationship Type="http://schemas.openxmlformats.org/officeDocument/2006/relationships/slide" Target="/ppt/slides/slide52.xml" Id="Rc9a4b1bf9ff24c1f" /><Relationship Type="http://schemas.openxmlformats.org/officeDocument/2006/relationships/slide" Target="/ppt/slides/slide53.xml" Id="R69de699c0e0a4e72" /><Relationship Type="http://schemas.openxmlformats.org/officeDocument/2006/relationships/slide" Target="/ppt/slides/slide54.xml" Id="R2c02a3cf56e54cf7" /><Relationship Type="http://schemas.openxmlformats.org/officeDocument/2006/relationships/slide" Target="/ppt/slides/slide55.xml" Id="R3fbca6d4e1864fd4" /><Relationship Type="http://schemas.openxmlformats.org/officeDocument/2006/relationships/slide" Target="/ppt/slides/slide56.xml" Id="R83a230832e6b47d5" /><Relationship Type="http://schemas.openxmlformats.org/officeDocument/2006/relationships/slide" Target="/ppt/slides/slide57.xml" Id="R100c7212a7a84b88" /><Relationship Type="http://schemas.openxmlformats.org/officeDocument/2006/relationships/slide" Target="/ppt/slides/slide58.xml" Id="Rffe42accedb64cbe" /><Relationship Type="http://schemas.openxmlformats.org/officeDocument/2006/relationships/slide" Target="/ppt/slides/slide59.xml" Id="R571ad271b0a04803" /><Relationship Type="http://schemas.openxmlformats.org/officeDocument/2006/relationships/slide" Target="/ppt/slides/slide60.xml" Id="R972ce8816a294a04" /><Relationship Type="http://schemas.openxmlformats.org/officeDocument/2006/relationships/slide" Target="/ppt/slides/slide61.xml" Id="Re8e310b55ab74eaa" /><Relationship Type="http://schemas.openxmlformats.org/officeDocument/2006/relationships/slide" Target="/ppt/slides/slide62.xml" Id="Rd7b38036d5fd4d11" /><Relationship Type="http://schemas.openxmlformats.org/officeDocument/2006/relationships/slide" Target="/ppt/slides/slide63.xml" Id="R0a029bdaecc64177" /><Relationship Type="http://schemas.openxmlformats.org/officeDocument/2006/relationships/slide" Target="/ppt/slides/slide64.xml" Id="R11ded439ba1343f0" /><Relationship Type="http://schemas.openxmlformats.org/officeDocument/2006/relationships/slide" Target="/ppt/slides/slide65.xml" Id="Rd3c3c7c446a943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6068b9f1e24f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fd86f4991c460b" /><Relationship Type="http://schemas.openxmlformats.org/officeDocument/2006/relationships/notesMaster" Target="/ppt/notesMasters/notesMaster1.xml" Id="Rb8a6735b572542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bb6683a8e541eb" /><Relationship Type="http://schemas.openxmlformats.org/officeDocument/2006/relationships/notesMaster" Target="/ppt/notesMasters/notesMaster1.xml" Id="R274201923a6748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052c7c56e64904" /><Relationship Type="http://schemas.openxmlformats.org/officeDocument/2006/relationships/notesMaster" Target="/ppt/notesMasters/notesMaster1.xml" Id="R60850055925b46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32ee29ecb84080" /><Relationship Type="http://schemas.openxmlformats.org/officeDocument/2006/relationships/notesMaster" Target="/ppt/notesMasters/notesMaster1.xml" Id="Rdff9a76a3be444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60500258dc4678" /><Relationship Type="http://schemas.openxmlformats.org/officeDocument/2006/relationships/notesMaster" Target="/ppt/notesMasters/notesMaster1.xml" Id="R70cabdaf018947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e0f7428d4e4eb9" /><Relationship Type="http://schemas.openxmlformats.org/officeDocument/2006/relationships/notesMaster" Target="/ppt/notesMasters/notesMaster1.xml" Id="R9c2821007d2b49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01c15965ff4a81" /><Relationship Type="http://schemas.openxmlformats.org/officeDocument/2006/relationships/notesMaster" Target="/ppt/notesMasters/notesMaster1.xml" Id="R1f974f31ad8a4e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998543b8d2417a" /><Relationship Type="http://schemas.openxmlformats.org/officeDocument/2006/relationships/notesMaster" Target="/ppt/notesMasters/notesMaster1.xml" Id="Rd820ae6b05a444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165d8a42cf487c" /><Relationship Type="http://schemas.openxmlformats.org/officeDocument/2006/relationships/notesMaster" Target="/ppt/notesMasters/notesMaster1.xml" Id="Rfaed11acf6fb40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af432216cd4772" /><Relationship Type="http://schemas.openxmlformats.org/officeDocument/2006/relationships/notesMaster" Target="/ppt/notesMasters/notesMaster1.xml" Id="Rb888af9dd1d64f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1897e507bb4f21" /><Relationship Type="http://schemas.openxmlformats.org/officeDocument/2006/relationships/notesMaster" Target="/ppt/notesMasters/notesMaster1.xml" Id="R0e07255deaa54e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5d8a20b3424f2d" /><Relationship Type="http://schemas.openxmlformats.org/officeDocument/2006/relationships/notesMaster" Target="/ppt/notesMasters/notesMaster1.xml" Id="R7bff6229f1324e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5330c240c141cd" /><Relationship Type="http://schemas.openxmlformats.org/officeDocument/2006/relationships/notesMaster" Target="/ppt/notesMasters/notesMaster1.xml" Id="R7957652718a64b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e754dd67eb4662" /><Relationship Type="http://schemas.openxmlformats.org/officeDocument/2006/relationships/notesMaster" Target="/ppt/notesMasters/notesMaster1.xml" Id="Ra2abfa62a10349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08f7b961a44d65" /><Relationship Type="http://schemas.openxmlformats.org/officeDocument/2006/relationships/notesMaster" Target="/ppt/notesMasters/notesMaster1.xml" Id="R280163973a594e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42ce3f06c6407b" /><Relationship Type="http://schemas.openxmlformats.org/officeDocument/2006/relationships/notesMaster" Target="/ppt/notesMasters/notesMaster1.xml" Id="Rf50d9e5ecbb341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9d928f5e244e57" /><Relationship Type="http://schemas.openxmlformats.org/officeDocument/2006/relationships/notesMaster" Target="/ppt/notesMasters/notesMaster1.xml" Id="R65bb46694e1a40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838b75e6a64e4a" /><Relationship Type="http://schemas.openxmlformats.org/officeDocument/2006/relationships/notesMaster" Target="/ppt/notesMasters/notesMaster1.xml" Id="Rbd5950f26a0d44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b2fdcf042e4704" /><Relationship Type="http://schemas.openxmlformats.org/officeDocument/2006/relationships/notesMaster" Target="/ppt/notesMasters/notesMaster1.xml" Id="R86e8d069b1d540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11ab488edc4e5e" /><Relationship Type="http://schemas.openxmlformats.org/officeDocument/2006/relationships/notesMaster" Target="/ppt/notesMasters/notesMaster1.xml" Id="Raa77e91f73d446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4ebc60e48449fb" /><Relationship Type="http://schemas.openxmlformats.org/officeDocument/2006/relationships/notesMaster" Target="/ppt/notesMasters/notesMaster1.xml" Id="R17c4ee92c8e64e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0adca7f834b4c65" /><Relationship Type="http://schemas.openxmlformats.org/officeDocument/2006/relationships/notesMaster" Target="/ppt/notesMasters/notesMaster1.xml" Id="R52b92c98d54d49d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20fdfd503444470" /><Relationship Type="http://schemas.openxmlformats.org/officeDocument/2006/relationships/notesMaster" Target="/ppt/notesMasters/notesMaster1.xml" Id="R414884fd812a466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9afe4947f0141d9" /><Relationship Type="http://schemas.openxmlformats.org/officeDocument/2006/relationships/notesMaster" Target="/ppt/notesMasters/notesMaster1.xml" Id="Rda5052dc2e5b40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79aac595ce44a5c" /><Relationship Type="http://schemas.openxmlformats.org/officeDocument/2006/relationships/notesMaster" Target="/ppt/notesMasters/notesMaster1.xml" Id="Rc9f7aacce7e84e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b0dcb092d54863" /><Relationship Type="http://schemas.openxmlformats.org/officeDocument/2006/relationships/notesMaster" Target="/ppt/notesMasters/notesMaster1.xml" Id="R26855d4d6efc4a0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ceac0549cc4232" /><Relationship Type="http://schemas.openxmlformats.org/officeDocument/2006/relationships/notesMaster" Target="/ppt/notesMasters/notesMaster1.xml" Id="R35a0bc868b244ca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cae21450166494b" /><Relationship Type="http://schemas.openxmlformats.org/officeDocument/2006/relationships/notesMaster" Target="/ppt/notesMasters/notesMaster1.xml" Id="R0af902f38218478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97c38898d94ddb" /><Relationship Type="http://schemas.openxmlformats.org/officeDocument/2006/relationships/notesMaster" Target="/ppt/notesMasters/notesMaster1.xml" Id="Rf73cf1f959ac435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69321aa87a54a4d" /><Relationship Type="http://schemas.openxmlformats.org/officeDocument/2006/relationships/notesMaster" Target="/ppt/notesMasters/notesMaster1.xml" Id="Rca66f72bf84d499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a8d10bccb4248eb" /><Relationship Type="http://schemas.openxmlformats.org/officeDocument/2006/relationships/notesMaster" Target="/ppt/notesMasters/notesMaster1.xml" Id="Rb8fb6dfd33cc461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04721572e2a4b5b" /><Relationship Type="http://schemas.openxmlformats.org/officeDocument/2006/relationships/notesMaster" Target="/ppt/notesMasters/notesMaster1.xml" Id="Rd40bd23dbdf148b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14277f702a14f49" /><Relationship Type="http://schemas.openxmlformats.org/officeDocument/2006/relationships/notesMaster" Target="/ppt/notesMasters/notesMaster1.xml" Id="Rad3913ce5e054e0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0ee0b0100c84782" /><Relationship Type="http://schemas.openxmlformats.org/officeDocument/2006/relationships/notesMaster" Target="/ppt/notesMasters/notesMaster1.xml" Id="Rf99d5473ea8c4cd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e35f1a2df9b4a5b" /><Relationship Type="http://schemas.openxmlformats.org/officeDocument/2006/relationships/notesMaster" Target="/ppt/notesMasters/notesMaster1.xml" Id="R9a0173bae0b24a2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96a9daa27e64fbb" /><Relationship Type="http://schemas.openxmlformats.org/officeDocument/2006/relationships/notesMaster" Target="/ppt/notesMasters/notesMaster1.xml" Id="Rab4ef6b1eff6415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47d3c4d40514c69" /><Relationship Type="http://schemas.openxmlformats.org/officeDocument/2006/relationships/notesMaster" Target="/ppt/notesMasters/notesMaster1.xml" Id="R702558b86e84439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e09862fbaf1419b" /><Relationship Type="http://schemas.openxmlformats.org/officeDocument/2006/relationships/notesMaster" Target="/ppt/notesMasters/notesMaster1.xml" Id="Rfacbd783600a4ea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e1b3e63b3e34388" /><Relationship Type="http://schemas.openxmlformats.org/officeDocument/2006/relationships/notesMaster" Target="/ppt/notesMasters/notesMaster1.xml" Id="R9d2334366d974f9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e5023b6c0fc40b7" /><Relationship Type="http://schemas.openxmlformats.org/officeDocument/2006/relationships/notesMaster" Target="/ppt/notesMasters/notesMaster1.xml" Id="R3fb5cd16da0947a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e1d33285f4143cc" /><Relationship Type="http://schemas.openxmlformats.org/officeDocument/2006/relationships/notesMaster" Target="/ppt/notesMasters/notesMaster1.xml" Id="R171b70a3c1e2498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0a86d79f7fc4ac4" /><Relationship Type="http://schemas.openxmlformats.org/officeDocument/2006/relationships/notesMaster" Target="/ppt/notesMasters/notesMaster1.xml" Id="R3518ca5a5f2a4a2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1bc0b7e789748ea" /><Relationship Type="http://schemas.openxmlformats.org/officeDocument/2006/relationships/notesMaster" Target="/ppt/notesMasters/notesMaster1.xml" Id="R15c7d8349fbc4e6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e23fa960d0d4b55" /><Relationship Type="http://schemas.openxmlformats.org/officeDocument/2006/relationships/notesMaster" Target="/ppt/notesMasters/notesMaster1.xml" Id="R7bd20f989e0148c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77a77463d7b477a" /><Relationship Type="http://schemas.openxmlformats.org/officeDocument/2006/relationships/notesMaster" Target="/ppt/notesMasters/notesMaster1.xml" Id="Ra729cac580604af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6dd193823e34cd7" /><Relationship Type="http://schemas.openxmlformats.org/officeDocument/2006/relationships/notesMaster" Target="/ppt/notesMasters/notesMaster1.xml" Id="Re88c1755a5de4ee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80c08ba74b04443" /><Relationship Type="http://schemas.openxmlformats.org/officeDocument/2006/relationships/notesMaster" Target="/ppt/notesMasters/notesMaster1.xml" Id="Rec365e248cfa446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f8f4aa3b0144f37" /><Relationship Type="http://schemas.openxmlformats.org/officeDocument/2006/relationships/notesMaster" Target="/ppt/notesMasters/notesMaster1.xml" Id="Rce2d9227ace2431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1e06adee321415a" /><Relationship Type="http://schemas.openxmlformats.org/officeDocument/2006/relationships/notesMaster" Target="/ppt/notesMasters/notesMaster1.xml" Id="R7f2082bb7246457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7e5bb68f53f4f78" /><Relationship Type="http://schemas.openxmlformats.org/officeDocument/2006/relationships/notesMaster" Target="/ppt/notesMasters/notesMaster1.xml" Id="Rc25bc8d51e78439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68d5dc088e544d0" /><Relationship Type="http://schemas.openxmlformats.org/officeDocument/2006/relationships/notesMaster" Target="/ppt/notesMasters/notesMaster1.xml" Id="Rb43346114f0a4d8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69618f000024203" /><Relationship Type="http://schemas.openxmlformats.org/officeDocument/2006/relationships/notesMaster" Target="/ppt/notesMasters/notesMaster1.xml" Id="Ra4dba53a6a384fb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1fafb6cb16446fe" /><Relationship Type="http://schemas.openxmlformats.org/officeDocument/2006/relationships/notesMaster" Target="/ppt/notesMasters/notesMaster1.xml" Id="Rbded9a8323924f1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5bd79ac518e4a53" /><Relationship Type="http://schemas.openxmlformats.org/officeDocument/2006/relationships/notesMaster" Target="/ppt/notesMasters/notesMaster1.xml" Id="R3892c8a0894b40d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113aec3336c46b7" /><Relationship Type="http://schemas.openxmlformats.org/officeDocument/2006/relationships/notesMaster" Target="/ppt/notesMasters/notesMaster1.xml" Id="R8edeefffced745d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ec9d0bdc4ce4f07" /><Relationship Type="http://schemas.openxmlformats.org/officeDocument/2006/relationships/notesMaster" Target="/ppt/notesMasters/notesMaster1.xml" Id="R5c4c6d65017a48c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e445ea8a6b746b2" /><Relationship Type="http://schemas.openxmlformats.org/officeDocument/2006/relationships/notesMaster" Target="/ppt/notesMasters/notesMaster1.xml" Id="R819105358871470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acc9c103b674f8b" /><Relationship Type="http://schemas.openxmlformats.org/officeDocument/2006/relationships/notesMaster" Target="/ppt/notesMasters/notesMaster1.xml" Id="Rc6c014b30219414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81db44a169c475a" /><Relationship Type="http://schemas.openxmlformats.org/officeDocument/2006/relationships/notesMaster" Target="/ppt/notesMasters/notesMaster1.xml" Id="Re0fbc1f60abe4ab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cdc505b62fd4256" /><Relationship Type="http://schemas.openxmlformats.org/officeDocument/2006/relationships/notesMaster" Target="/ppt/notesMasters/notesMaster1.xml" Id="Rac2b0775f05649f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3929231bda1f4ea3" /><Relationship Type="http://schemas.openxmlformats.org/officeDocument/2006/relationships/notesMaster" Target="/ppt/notesMasters/notesMaster1.xml" Id="Ree1b0f76655a418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32bf323b29e417a" /><Relationship Type="http://schemas.openxmlformats.org/officeDocument/2006/relationships/notesMaster" Target="/ppt/notesMasters/notesMaster1.xml" Id="R8587f4218b984e4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1d8216216f94627" /><Relationship Type="http://schemas.openxmlformats.org/officeDocument/2006/relationships/notesMaster" Target="/ppt/notesMasters/notesMaster1.xml" Id="Rb4f41927315840a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be1802244964e4c" /><Relationship Type="http://schemas.openxmlformats.org/officeDocument/2006/relationships/notesMaster" Target="/ppt/notesMasters/notesMaster1.xml" Id="Rddf3c58c56724e4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361182d74a04443" /><Relationship Type="http://schemas.openxmlformats.org/officeDocument/2006/relationships/notesMaster" Target="/ppt/notesMasters/notesMaster1.xml" Id="R60089dd65fb445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output-layer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7f1536065f4237" /><Relationship Type="http://schemas.openxmlformats.org/officeDocument/2006/relationships/image" Target="/ppt/media/image.png" Id="Re17d64aabcaf44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7822514c364e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a7661a8e804e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8858e9510f41b9" /><Relationship Type="http://schemas.openxmlformats.org/officeDocument/2006/relationships/image" Target="/ppt/media/image.png" Id="R2c6bbb0b24704c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a1255f693c4d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b355133777482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f9c2bc90fcc4a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e22dc79435c481b" /><Relationship Type="http://schemas.openxmlformats.org/officeDocument/2006/relationships/image" Target="/ppt/media/image.png" Id="R8646cfe2ec35466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027a42e2fc14c6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c6e77c8f2f84ce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2d70b7210664a8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4cb7b4e6cc174d1f"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e17d64aabcaf44c6">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2c6bbb0b24704ce5">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8646cfe2ec354662">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4944de60714b5f" /><Relationship Type="http://schemas.openxmlformats.org/officeDocument/2006/relationships/slideLayout" Target="/ppt/slideLayouts/slideLayout1.xml" Id="R0813a7a27a2c4400" /><Relationship Type="http://schemas.openxmlformats.org/officeDocument/2006/relationships/slideLayout" Target="/ppt/slideLayouts/slideLayout2.xml" Id="Rb71f331d51f342e1" /><Relationship Type="http://schemas.openxmlformats.org/officeDocument/2006/relationships/slideLayout" Target="/ppt/slideLayouts/slideLayout3.xml" Id="Rde918cfdb3704767" /><Relationship Type="http://schemas.openxmlformats.org/officeDocument/2006/relationships/slideLayout" Target="/ppt/slideLayouts/slideLayout4.xml" Id="Rddf9ca88687744c8" /><Relationship Type="http://schemas.openxmlformats.org/officeDocument/2006/relationships/slideLayout" Target="/ppt/slideLayouts/slideLayout5.xml" Id="Re8539edb1e1e4dfe" /><Relationship Type="http://schemas.openxmlformats.org/officeDocument/2006/relationships/slideLayout" Target="/ppt/slideLayouts/slideLayout6.xml" Id="Rfb4f620590214252" /><Relationship Type="http://schemas.openxmlformats.org/officeDocument/2006/relationships/slideLayout" Target="/ppt/slideLayouts/slideLayout7.xml" Id="R34f0665cfdf04e3b" /><Relationship Type="http://schemas.openxmlformats.org/officeDocument/2006/relationships/slideLayout" Target="/ppt/slideLayouts/slideLayout8.xml" Id="Rbb6435f1c9b04a6a" /><Relationship Type="http://schemas.openxmlformats.org/officeDocument/2006/relationships/slideLayout" Target="/ppt/slideLayouts/slideLayout9.xml" Id="Rb091f91de2624090" /><Relationship Type="http://schemas.openxmlformats.org/officeDocument/2006/relationships/slideLayout" Target="/ppt/slideLayouts/slideLayout10.xml" Id="R81dd9e07e3f844a5" /><Relationship Type="http://schemas.openxmlformats.org/officeDocument/2006/relationships/slideLayout" Target="/ppt/slideLayouts/slideLayout11.xml" Id="R5f9999756f5d4bb6" /><Relationship Type="http://schemas.openxmlformats.org/officeDocument/2006/relationships/slideLayout" Target="/ppt/slideLayouts/slideLayout12.xml" Id="R768f71dd4a3a48bf"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13a7a27a2c4400"/>
    <p:sldLayoutId xmlns:r="http://schemas.openxmlformats.org/officeDocument/2006/relationships" id="2147483650" r:id="Rb71f331d51f342e1"/>
    <p:sldLayoutId xmlns:r="http://schemas.openxmlformats.org/officeDocument/2006/relationships" id="2147483651" r:id="Rde918cfdb3704767"/>
    <p:sldLayoutId xmlns:r="http://schemas.openxmlformats.org/officeDocument/2006/relationships" id="2147483652" r:id="Rddf9ca88687744c8"/>
    <p:sldLayoutId xmlns:r="http://schemas.openxmlformats.org/officeDocument/2006/relationships" id="2147483653" r:id="Re8539edb1e1e4dfe"/>
    <p:sldLayoutId xmlns:r="http://schemas.openxmlformats.org/officeDocument/2006/relationships" id="2147483654" r:id="Rfb4f620590214252"/>
    <p:sldLayoutId xmlns:r="http://schemas.openxmlformats.org/officeDocument/2006/relationships" id="2147483655" r:id="R34f0665cfdf04e3b"/>
    <p:sldLayoutId xmlns:r="http://schemas.openxmlformats.org/officeDocument/2006/relationships" id="2147483656" r:id="Rbb6435f1c9b04a6a"/>
    <p:sldLayoutId xmlns:r="http://schemas.openxmlformats.org/officeDocument/2006/relationships" id="2147483657" r:id="Rb091f91de2624090"/>
    <p:sldLayoutId xmlns:r="http://schemas.openxmlformats.org/officeDocument/2006/relationships" id="2147483658" r:id="R81dd9e07e3f844a5"/>
    <p:sldLayoutId xmlns:r="http://schemas.openxmlformats.org/officeDocument/2006/relationships" id="2147483659" r:id="R5f9999756f5d4bb6"/>
    <p:sldLayoutId xmlns:r="http://schemas.openxmlformats.org/officeDocument/2006/relationships" id="2147483660" r:id="R768f71dd4a3a48bf"/>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be0fb478af4284" /><Relationship Type="http://schemas.openxmlformats.org/officeDocument/2006/relationships/notesSlide" Target="/ppt/notesSlides/notesSlide1.xml" Id="R4faf14a0860447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1121dcd0434e39" /><Relationship Type="http://schemas.openxmlformats.org/officeDocument/2006/relationships/image" Target="/ppt/media/image.jpeg" Id="Rfad207657aa549af" /><Relationship Type="http://schemas.openxmlformats.org/officeDocument/2006/relationships/notesSlide" Target="/ppt/notesSlides/notesSlide2.xml" Id="Rb69e6a8801724b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870636d9ac4b94" /><Relationship Type="http://schemas.openxmlformats.org/officeDocument/2006/relationships/image" Target="/ppt/media/image2.png" Id="R9a0bfbb3868c4d00" /><Relationship Type="http://schemas.openxmlformats.org/officeDocument/2006/relationships/notesSlide" Target="/ppt/notesSlides/notesSlide3.xml" Id="R9e0f001e822342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76d52e7e874057" /><Relationship Type="http://schemas.openxmlformats.org/officeDocument/2006/relationships/image" Target="/ppt/media/image2.png" Id="R1f633357a58c42fc" /><Relationship Type="http://schemas.openxmlformats.org/officeDocument/2006/relationships/notesSlide" Target="/ppt/notesSlides/notesSlide4.xml" Id="R19885006e29e41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dc0ed8d7a04ff5" /><Relationship Type="http://schemas.openxmlformats.org/officeDocument/2006/relationships/image" Target="/ppt/media/image2.png" Id="R2e7c8e675b274c45" /><Relationship Type="http://schemas.openxmlformats.org/officeDocument/2006/relationships/notesSlide" Target="/ppt/notesSlides/notesSlide5.xml" Id="R6c1d38f01e6e4a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09ad8b50074d08" /><Relationship Type="http://schemas.openxmlformats.org/officeDocument/2006/relationships/notesSlide" Target="/ppt/notesSlides/notesSlide6.xml" Id="R2e10b100d1e84d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263324dbb84ff7" /><Relationship Type="http://schemas.openxmlformats.org/officeDocument/2006/relationships/image" Target="/ppt/media/image.svg" Id="Rf4b145b67773434c" /><Relationship Type="http://schemas.openxmlformats.org/officeDocument/2006/relationships/image" Target="/ppt/media/image.jpeg" Id="R9068828968fc4997" /><Relationship Type="http://schemas.openxmlformats.org/officeDocument/2006/relationships/notesSlide" Target="/ppt/notesSlides/notesSlide7.xml" Id="Rc73baa4aefd947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9d6fc64e384903" /><Relationship Type="http://schemas.openxmlformats.org/officeDocument/2006/relationships/image" Target="/ppt/media/image2.jpeg" Id="R866b05a49aae48d2" /><Relationship Type="http://schemas.openxmlformats.org/officeDocument/2006/relationships/image" Target="/ppt/media/image2.svg" Id="R4054651439394d53" /><Relationship Type="http://schemas.openxmlformats.org/officeDocument/2006/relationships/notesSlide" Target="/ppt/notesSlides/notesSlide8.xml" Id="Rd5c9096059af48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2cce9305554f23" /><Relationship Type="http://schemas.openxmlformats.org/officeDocument/2006/relationships/notesSlide" Target="/ppt/notesSlides/notesSlide9.xml" Id="R39ed7f3f5af440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c7de110c65493a" /><Relationship Type="http://schemas.openxmlformats.org/officeDocument/2006/relationships/image" Target="/ppt/media/image3.png" Id="R4e97058ac03f4476" /><Relationship Type="http://schemas.openxmlformats.org/officeDocument/2006/relationships/image" Target="/ppt/media/image3.svg" Id="Rcbcd319d9aaa4f08" /><Relationship Type="http://schemas.openxmlformats.org/officeDocument/2006/relationships/notesSlide" Target="/ppt/notesSlides/notesSlide10.xml" Id="R11561c55a59140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5876f8f51643a7" /><Relationship Type="http://schemas.openxmlformats.org/officeDocument/2006/relationships/image" Target="/ppt/media/image4.png" Id="R98701c63e0f64770" /><Relationship Type="http://schemas.openxmlformats.org/officeDocument/2006/relationships/notesSlide" Target="/ppt/notesSlides/notesSlide11.xml" Id="R7ea30bd8c76345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36dc762685474f" /><Relationship Type="http://schemas.openxmlformats.org/officeDocument/2006/relationships/image" Target="/ppt/media/image5.png" Id="Re964d8dc6b6c459c" /><Relationship Type="http://schemas.openxmlformats.org/officeDocument/2006/relationships/image" Target="/ppt/media/image4.svg" Id="R63a58de57441459f" /><Relationship Type="http://schemas.openxmlformats.org/officeDocument/2006/relationships/image" Target="/ppt/media/image4.png" Id="R37026c9bacba4326" /><Relationship Type="http://schemas.openxmlformats.org/officeDocument/2006/relationships/notesSlide" Target="/ppt/notesSlides/notesSlide12.xml" Id="R71ff6f82886a40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4302fd36334964" /><Relationship Type="http://schemas.openxmlformats.org/officeDocument/2006/relationships/image" Target="/ppt/media/image6.png" Id="R26d2496b96214dd6" /><Relationship Type="http://schemas.openxmlformats.org/officeDocument/2006/relationships/notesSlide" Target="/ppt/notesSlides/notesSlide13.xml" Id="R93c4b9f9758a4d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e7deb566b64bae" /><Relationship Type="http://schemas.openxmlformats.org/officeDocument/2006/relationships/image" Target="/ppt/media/image7.png" Id="R03c9e2c8da6e4bca" /><Relationship Type="http://schemas.openxmlformats.org/officeDocument/2006/relationships/notesSlide" Target="/ppt/notesSlides/notesSlide14.xml" Id="R7eda3542693c49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14587f6ea04867" /><Relationship Type="http://schemas.openxmlformats.org/officeDocument/2006/relationships/image" Target="/ppt/media/image8.png" Id="R6d79aede025049f1" /><Relationship Type="http://schemas.openxmlformats.org/officeDocument/2006/relationships/image" Target="/ppt/media/image5.svg" Id="R48c4ab0d76c7465a" /><Relationship Type="http://schemas.openxmlformats.org/officeDocument/2006/relationships/image" Target="/ppt/media/image5.png" Id="R1365aafdbde94410" /><Relationship Type="http://schemas.openxmlformats.org/officeDocument/2006/relationships/notesSlide" Target="/ppt/notesSlides/notesSlide15.xml" Id="Rd51f009f39cc44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09bd6b04f0646b8" /><Relationship Type="http://schemas.openxmlformats.org/officeDocument/2006/relationships/notesSlide" Target="/ppt/notesSlides/notesSlide16.xml" Id="R21ee3c7b6e624c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22b027d2cc64b65" /><Relationship Type="http://schemas.openxmlformats.org/officeDocument/2006/relationships/notesSlide" Target="/ppt/notesSlides/notesSlide17.xml" Id="R2cec78b8144f45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4b70ab7f4447d0" /><Relationship Type="http://schemas.openxmlformats.org/officeDocument/2006/relationships/notesSlide" Target="/ppt/notesSlides/notesSlide18.xml" Id="R717a05aed9124a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4943fa5e0af4454" /><Relationship Type="http://schemas.openxmlformats.org/officeDocument/2006/relationships/image" Target="/ppt/media/image9.png" Id="Rb0b659154c9441c4" /><Relationship Type="http://schemas.openxmlformats.org/officeDocument/2006/relationships/notesSlide" Target="/ppt/notesSlides/notesSlide19.xml" Id="R291ece02ae494f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b9441f53ce14eba" /><Relationship Type="http://schemas.openxmlformats.org/officeDocument/2006/relationships/notesSlide" Target="/ppt/notesSlides/notesSlide20.xml" Id="Re8f55bc33bfb426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8f15eaba2a64e3e" /><Relationship Type="http://schemas.openxmlformats.org/officeDocument/2006/relationships/image" Target="/ppt/media/image6.svg" Id="R352de5dc52524b09" /><Relationship Type="http://schemas.openxmlformats.org/officeDocument/2006/relationships/image" Target="/ppt/media/image6.png" Id="R39678b839d6541b8" /><Relationship Type="http://schemas.openxmlformats.org/officeDocument/2006/relationships/notesSlide" Target="/ppt/notesSlides/notesSlide21.xml" Id="Rb4142dc42b1942b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715b76117264516" /><Relationship Type="http://schemas.openxmlformats.org/officeDocument/2006/relationships/notesSlide" Target="/ppt/notesSlides/notesSlide22.xml" Id="Rc039ec13ab624bf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a1439ba96f242f8" /><Relationship Type="http://schemas.openxmlformats.org/officeDocument/2006/relationships/notesSlide" Target="/ppt/notesSlides/notesSlide23.xml" Id="R6be46a55457c410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a8098db5ed94827" /><Relationship Type="http://schemas.openxmlformats.org/officeDocument/2006/relationships/notesSlide" Target="/ppt/notesSlides/notesSlide24.xml" Id="Rdf940531caeb452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232d9abb49c47e6" /><Relationship Type="http://schemas.openxmlformats.org/officeDocument/2006/relationships/notesSlide" Target="/ppt/notesSlides/notesSlide25.xml" Id="R93b910ce9ca14e2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50edcb90c664a37" /><Relationship Type="http://schemas.openxmlformats.org/officeDocument/2006/relationships/image" Target="/ppt/media/image10.png" Id="Rad781f93227443b0" /><Relationship Type="http://schemas.openxmlformats.org/officeDocument/2006/relationships/notesSlide" Target="/ppt/notesSlides/notesSlide26.xml" Id="Rab4fec20b1a8462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983042ff2e94382" /><Relationship Type="http://schemas.openxmlformats.org/officeDocument/2006/relationships/notesSlide" Target="/ppt/notesSlides/notesSlide27.xml" Id="Rf58a32f4f5254cd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f10979702444aaa" /><Relationship Type="http://schemas.openxmlformats.org/officeDocument/2006/relationships/notesSlide" Target="/ppt/notesSlides/notesSlide28.xml" Id="R95cbea1ac958499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1c0ad8243894537" /><Relationship Type="http://schemas.openxmlformats.org/officeDocument/2006/relationships/notesSlide" Target="/ppt/notesSlides/notesSlide29.xml" Id="Rfb81405881a24de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42f33773e714645" /><Relationship Type="http://schemas.openxmlformats.org/officeDocument/2006/relationships/notesSlide" Target="/ppt/notesSlides/notesSlide30.xml" Id="Redc0f7ea8964456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eeb0e7cd74f46bf" /><Relationship Type="http://schemas.openxmlformats.org/officeDocument/2006/relationships/notesSlide" Target="/ppt/notesSlides/notesSlide31.xml" Id="R25d1744df73f459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a0872b76fbb414e" /><Relationship Type="http://schemas.openxmlformats.org/officeDocument/2006/relationships/notesSlide" Target="/ppt/notesSlides/notesSlide32.xml" Id="R94d388a043bc43f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d74fcebca1e4d28" /><Relationship Type="http://schemas.openxmlformats.org/officeDocument/2006/relationships/notesSlide" Target="/ppt/notesSlides/notesSlide33.xml" Id="R372f8539e5824c0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dbaddb665354266" /><Relationship Type="http://schemas.openxmlformats.org/officeDocument/2006/relationships/image" Target="/ppt/media/image11.png" Id="R27d20072c95140ec" /><Relationship Type="http://schemas.openxmlformats.org/officeDocument/2006/relationships/notesSlide" Target="/ppt/notesSlides/notesSlide34.xml" Id="Rcc935a064051416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2dae9fc579e45e6" /><Relationship Type="http://schemas.openxmlformats.org/officeDocument/2006/relationships/image" Target="/ppt/media/image12.png" Id="Rd6384ca665894e75" /><Relationship Type="http://schemas.openxmlformats.org/officeDocument/2006/relationships/notesSlide" Target="/ppt/notesSlides/notesSlide35.xml" Id="R81cb4778ac6a4a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5713be50efb47e7" /><Relationship Type="http://schemas.openxmlformats.org/officeDocument/2006/relationships/notesSlide" Target="/ppt/notesSlides/notesSlide36.xml" Id="Ref0c299ce100418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c23131097984a28" /><Relationship Type="http://schemas.openxmlformats.org/officeDocument/2006/relationships/notesSlide" Target="/ppt/notesSlides/notesSlide37.xml" Id="Re433711e447f49e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1f9391b28bc4a71" /><Relationship Type="http://schemas.openxmlformats.org/officeDocument/2006/relationships/notesSlide" Target="/ppt/notesSlides/notesSlide38.xml" Id="R6926700350ce447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3cbec7b48434e2d" /><Relationship Type="http://schemas.openxmlformats.org/officeDocument/2006/relationships/notesSlide" Target="/ppt/notesSlides/notesSlide39.xml" Id="Ref71510b45f541f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7f6765ca92147e0" /><Relationship Type="http://schemas.openxmlformats.org/officeDocument/2006/relationships/notesSlide" Target="/ppt/notesSlides/notesSlide40.xml" Id="Ra1e7c743fe034aa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8d5bce836b34a2f" /><Relationship Type="http://schemas.openxmlformats.org/officeDocument/2006/relationships/notesSlide" Target="/ppt/notesSlides/notesSlide41.xml" Id="R603d93f1d3a2415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a91e26b27634287" /><Relationship Type="http://schemas.openxmlformats.org/officeDocument/2006/relationships/notesSlide" Target="/ppt/notesSlides/notesSlide42.xml" Id="R1a09d682345e4a1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aa870a7c1674ae5" /><Relationship Type="http://schemas.openxmlformats.org/officeDocument/2006/relationships/notesSlide" Target="/ppt/notesSlides/notesSlide43.xml" Id="Rec2a6a207c8e414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10eb2e1d10b458d" /><Relationship Type="http://schemas.openxmlformats.org/officeDocument/2006/relationships/image" Target="/ppt/media/image13.png" Id="Re983640c3fd64829" /><Relationship Type="http://schemas.openxmlformats.org/officeDocument/2006/relationships/notesSlide" Target="/ppt/notesSlides/notesSlide44.xml" Id="R41c37c11a94f45a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34dce0211b747e4" /><Relationship Type="http://schemas.openxmlformats.org/officeDocument/2006/relationships/notesSlide" Target="/ppt/notesSlides/notesSlide45.xml" Id="R7ac90cf155e3488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d052dc36c2d4c85" /><Relationship Type="http://schemas.openxmlformats.org/officeDocument/2006/relationships/notesSlide" Target="/ppt/notesSlides/notesSlide46.xml" Id="Rc0d9e038404a437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1fe3cdb558d4c2d" /><Relationship Type="http://schemas.openxmlformats.org/officeDocument/2006/relationships/notesSlide" Target="/ppt/notesSlides/notesSlide47.xml" Id="Rafaa7d3371564c4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78be4d87ff542ce" /><Relationship Type="http://schemas.openxmlformats.org/officeDocument/2006/relationships/notesSlide" Target="/ppt/notesSlides/notesSlide48.xml" Id="R00e858d0d06e458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7553a401ae8458e" /><Relationship Type="http://schemas.openxmlformats.org/officeDocument/2006/relationships/image" Target="/ppt/media/image2.jpeg" Id="Rf4a182cb8e6d4175" /><Relationship Type="http://schemas.openxmlformats.org/officeDocument/2006/relationships/notesSlide" Target="/ppt/notesSlides/notesSlide49.xml" Id="Rd572c7261235412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a7c4f68aa3514127" /><Relationship Type="http://schemas.openxmlformats.org/officeDocument/2006/relationships/notesSlide" Target="/ppt/notesSlides/notesSlide50.xml" Id="Reb91b902bf184c3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9eff71cd0324ba3" /><Relationship Type="http://schemas.openxmlformats.org/officeDocument/2006/relationships/notesSlide" Target="/ppt/notesSlides/notesSlide51.xml" Id="R8ab5358a1fac458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3ac9adb278f4a51" /><Relationship Type="http://schemas.openxmlformats.org/officeDocument/2006/relationships/notesSlide" Target="/ppt/notesSlides/notesSlide52.xml" Id="Rc5e2b610522d4f7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cc7ba5aaabf4458" /><Relationship Type="http://schemas.openxmlformats.org/officeDocument/2006/relationships/notesSlide" Target="/ppt/notesSlides/notesSlide53.xml" Id="R68d821c905e9405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4b4d6dfd40f54e82" /><Relationship Type="http://schemas.openxmlformats.org/officeDocument/2006/relationships/notesSlide" Target="/ppt/notesSlides/notesSlide54.xml" Id="R3be45f14a530417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3a31e785301c45a0" /><Relationship Type="http://schemas.openxmlformats.org/officeDocument/2006/relationships/notesSlide" Target="/ppt/notesSlides/notesSlide55.xml" Id="Rdf81cb27e63f482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f74c27b9d0a4867" /><Relationship Type="http://schemas.openxmlformats.org/officeDocument/2006/relationships/image" Target="/ppt/media/image7.svg" Id="R6dc6af87b4534ae7" /><Relationship Type="http://schemas.openxmlformats.org/officeDocument/2006/relationships/image" Target="/ppt/media/image7.png" Id="Rfc17a05581af413a" /><Relationship Type="http://schemas.openxmlformats.org/officeDocument/2006/relationships/notesSlide" Target="/ppt/notesSlides/notesSlide56.xml" Id="Rfe34f49f613c46e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53ec2bcb5e742a0" /><Relationship Type="http://schemas.openxmlformats.org/officeDocument/2006/relationships/notesSlide" Target="/ppt/notesSlides/notesSlide57.xml" Id="R89cb0ba4efef4df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13f9a54aa994b8c" /><Relationship Type="http://schemas.openxmlformats.org/officeDocument/2006/relationships/notesSlide" Target="/ppt/notesSlides/notesSlide58.xml" Id="R1a7dafe9e5c3489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10e17839efd4fee" /><Relationship Type="http://schemas.openxmlformats.org/officeDocument/2006/relationships/notesSlide" Target="/ppt/notesSlides/notesSlide59.xml" Id="Rb5f7ba3269314d7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829948992a914add" /><Relationship Type="http://schemas.openxmlformats.org/officeDocument/2006/relationships/image" Target="/ppt/media/image14.png" Id="Rcd622b03859c4f1f" /><Relationship Type="http://schemas.openxmlformats.org/officeDocument/2006/relationships/notesSlide" Target="/ppt/notesSlides/notesSlide60.xml" Id="R66b1614e4ad94e7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a76079138d654de9" /><Relationship Type="http://schemas.openxmlformats.org/officeDocument/2006/relationships/image" Target="/ppt/media/image15.png" Id="Rfb76d37fcb044ef9" /><Relationship Type="http://schemas.openxmlformats.org/officeDocument/2006/relationships/notesSlide" Target="/ppt/notesSlides/notesSlide61.xml" Id="Rcc1ddba3e7ae480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fcc3f3920ed348d1" /><Relationship Type="http://schemas.openxmlformats.org/officeDocument/2006/relationships/hyperlink" Target="https://www.inceptionlabs.ai/blog/introducing-mercury-2" TargetMode="External" Id="R8009fbdf29cc4733" /><Relationship Type="http://schemas.openxmlformats.org/officeDocument/2006/relationships/notesSlide" Target="/ppt/notesSlides/notesSlide62.xml" Id="Rd5e1f21fb932482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f894e93d26341a9" /><Relationship Type="http://schemas.openxmlformats.org/officeDocument/2006/relationships/notesSlide" Target="/ppt/notesSlides/notesSlide63.xml" Id="Rf8472b5318774b2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c246e1bbb424f66" /><Relationship Type="http://schemas.openxmlformats.org/officeDocument/2006/relationships/notesSlide" Target="/ppt/notesSlides/notesSlide64.xml" Id="R587dd1535aa44d0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dd2dcd1aaa4e46a6" /><Relationship Type="http://schemas.openxmlformats.org/officeDocument/2006/relationships/notesSlide" Target="/ppt/notesSlides/notesSlide65.xml" Id="R2742a87521c0495e"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fad207657aa549af"/>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9a0bfbb3868c4d0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1f633357a58c42f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2e7c8e675b274c45"/>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9068828968fc4997">
            <a:extLst>
              <a:ext uri="{96DAC541-7B7A-43D3-8B79-37D633B846F1}">
                <asvg:svgBlip xmlns:asvg="http://schemas.microsoft.com/office/drawing/2016/SVG/main" r:embed="Rf4b145b67773434c"/>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866b05a49aae48d2">
            <a:extLst>
              <a:ext uri="{96DAC541-7B7A-43D3-8B79-37D633B846F1}">
                <asvg:svgBlip xmlns:asvg="http://schemas.microsoft.com/office/drawing/2016/SVG/main" r:embed="R4054651439394d5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4e97058ac03f4476">
            <a:extLst>
              <a:ext uri="{96DAC541-7B7A-43D3-8B79-37D633B846F1}">
                <asvg:svgBlip xmlns:asvg="http://schemas.microsoft.com/office/drawing/2016/SVG/main" r:embed="Rcbcd319d9aaa4f0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98701c63e0f64770"/>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e964d8dc6b6c459c"/>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37026c9bacba4326">
            <a:extLst>
              <a:ext uri="{96DAC541-7B7A-43D3-8B79-37D633B846F1}">
                <asvg:svgBlip xmlns:asvg="http://schemas.microsoft.com/office/drawing/2016/SVG/main" r:embed="R63a58de57441459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26d2496b96214dd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03c9e2c8da6e4bca"/>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6d79aede025049f1"/>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1365aafdbde94410">
            <a:extLst>
              <a:ext uri="{96DAC541-7B7A-43D3-8B79-37D633B846F1}">
                <asvg:svgBlip xmlns:asvg="http://schemas.microsoft.com/office/drawing/2016/SVG/main" r:embed="R48c4ab0d76c7465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6508371"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72"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73"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74"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75"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76"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77"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78"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79"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0"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1"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2"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3"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4"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5"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6"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7"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8"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89"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0"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1"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2"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3"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4"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5"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6"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7"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8"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99"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0"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1"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2"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3"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4"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5"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6"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7"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8"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09"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0"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1"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2"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3"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4"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5"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6"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7"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8"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19"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20"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24FC31-1305-4606-BC10-B1F3943303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A5D394-10C7-47AA-A419-96B4DA6077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3" name="">
            <a:extLst xmlns:a="http://schemas.openxmlformats.org/drawingml/2006/main">
              <a:ext uri="{FF2B5EF4-FFF2-40B4-BE49-F238E27FC236}">
                <a16:creationId xmlns:a16="http://schemas.microsoft.com/office/drawing/2014/main" id="{DC1D4A00-36DF-451B-B8AF-D56990A9130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4" name="">
            <a:extLst xmlns:a="http://schemas.openxmlformats.org/drawingml/2006/main">
              <a:ext uri="{FF2B5EF4-FFF2-40B4-BE49-F238E27FC236}">
                <a16:creationId xmlns:a16="http://schemas.microsoft.com/office/drawing/2014/main" id="{8994DF5C-B034-4738-8AFE-7861ED7BD7F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7879EB01-01AC-43C1-A86E-23A545F91073}"/>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Linear layers only</a:t>
            </a:r>
          </a:p>
        </p:txBody>
      </p:sp>
      <p:sp>
        <p:nvSpPr>
          <p:cNvPr id="6" name="">
            <a:extLst xmlns:a="http://schemas.openxmlformats.org/drawingml/2006/main">
              <a:ext uri="{FF2B5EF4-FFF2-40B4-BE49-F238E27FC236}">
                <a16:creationId xmlns:a16="http://schemas.microsoft.com/office/drawing/2014/main" id="{A9F088BF-19E8-42A9-BC21-EE8225945A9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Activation between layers</a:t>
            </a:r>
          </a:p>
        </p:txBody>
      </p:sp>
      <p:sp>
        <p:nvSpPr>
          <p:cNvPr id="7" name="">
            <a:extLst xmlns:a="http://schemas.openxmlformats.org/drawingml/2006/main">
              <a:ext uri="{FF2B5EF4-FFF2-40B4-BE49-F238E27FC236}">
                <a16:creationId xmlns:a16="http://schemas.microsoft.com/office/drawing/2014/main" id="{1A20DCBF-89EA-4B36-9358-F689B3BCD43A}"/>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0B0F19"/>
                </a:solidFill>
                <a:latin typeface="Calibri"/>
                <a:ea typeface="Calibri"/>
                <a:cs typeface="Calibri"/>
              </a:defRPr>
            </a:pPr>
            <a:r>
              <a:rPr sz="1125" b="1">
                <a:solidFill>
                  <a:srgbClr val="0B0F19"/>
                </a:solidFill>
                <a:latin typeface="Calibri"/>
                <a:ea typeface="Calibri"/>
                <a:cs typeface="Calibri"/>
              </a:rPr>
              <a:t>z₁ = w₁x + b₁</a:t>
            </a:r>
          </a:p>
        </p:txBody>
      </p:sp>
      <p:sp>
        <p:nvSpPr>
          <p:cNvPr id="8" name="">
            <a:extLst xmlns:a="http://schemas.openxmlformats.org/drawingml/2006/main">
              <a:ext uri="{FF2B5EF4-FFF2-40B4-BE49-F238E27FC236}">
                <a16:creationId xmlns:a16="http://schemas.microsoft.com/office/drawing/2014/main" id="{90442193-A753-4680-8D9F-9F56947D3D0E}"/>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9" name="">
            <a:extLst xmlns:a="http://schemas.openxmlformats.org/drawingml/2006/main">
              <a:ext uri="{FF2B5EF4-FFF2-40B4-BE49-F238E27FC236}">
                <a16:creationId xmlns:a16="http://schemas.microsoft.com/office/drawing/2014/main" id="{3CA9871F-55FD-408B-8BA8-B2B0B638BF21}"/>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0B0F19"/>
                </a:solidFill>
                <a:latin typeface="Calibri"/>
                <a:ea typeface="Calibri"/>
                <a:cs typeface="Calibri"/>
              </a:defRPr>
            </a:pPr>
            <a:r>
              <a:rPr sz="1125" b="1">
                <a:solidFill>
                  <a:srgbClr val="0B0F19"/>
                </a:solidFill>
                <a:latin typeface="Calibri"/>
                <a:ea typeface="Calibri"/>
                <a:cs typeface="Calibri"/>
              </a:rPr>
              <a:t>z₂ = w₂z₁ + b₂</a:t>
            </a:r>
          </a:p>
        </p:txBody>
      </p:sp>
      <p:sp>
        <p:nvSpPr>
          <p:cNvPr id="10" name="">
            <a:extLst xmlns:a="http://schemas.openxmlformats.org/drawingml/2006/main">
              <a:ext uri="{FF2B5EF4-FFF2-40B4-BE49-F238E27FC236}">
                <a16:creationId xmlns:a16="http://schemas.microsoft.com/office/drawing/2014/main" id="{B25F2C66-4453-4096-899A-BCEBE39A762B}"/>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11" name="">
            <a:extLst xmlns:a="http://schemas.openxmlformats.org/drawingml/2006/main">
              <a:ext uri="{FF2B5EF4-FFF2-40B4-BE49-F238E27FC236}">
                <a16:creationId xmlns:a16="http://schemas.microsoft.com/office/drawing/2014/main" id="{240115C3-1624-4C43-9C88-DF788E4C4710}"/>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EF4444"/>
                </a:solidFill>
                <a:latin typeface="Calibri"/>
                <a:ea typeface="Calibri"/>
                <a:cs typeface="Calibri"/>
              </a:defRPr>
            </a:pPr>
            <a:r>
              <a:rPr sz="1125" b="1">
                <a:solidFill>
                  <a:srgbClr val="EF4444"/>
                </a:solidFill>
                <a:latin typeface="Calibri"/>
                <a:ea typeface="Calibri"/>
                <a:cs typeface="Calibri"/>
              </a:rPr>
              <a:t>ŷ = w₃z₂ + b₃</a:t>
            </a:r>
          </a:p>
        </p:txBody>
      </p:sp>
      <p:sp>
        <p:nvSpPr>
          <p:cNvPr id="12" name="">
            <a:extLst xmlns:a="http://schemas.openxmlformats.org/drawingml/2006/main">
              <a:ext uri="{FF2B5EF4-FFF2-40B4-BE49-F238E27FC236}">
                <a16:creationId xmlns:a16="http://schemas.microsoft.com/office/drawing/2014/main" id="{15612FBE-FCA8-4A08-A276-E0EE6848BD72}"/>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h₁ = σ(w₁x + b₁)</a:t>
            </a:r>
          </a:p>
        </p:txBody>
      </p:sp>
      <p:sp>
        <p:nvSpPr>
          <p:cNvPr id="13" name="">
            <a:extLst xmlns:a="http://schemas.openxmlformats.org/drawingml/2006/main">
              <a:ext uri="{FF2B5EF4-FFF2-40B4-BE49-F238E27FC236}">
                <a16:creationId xmlns:a16="http://schemas.microsoft.com/office/drawing/2014/main" id="{9EFF6D3D-1196-488C-BE51-3588D03250F9}"/>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4" name="">
            <a:extLst xmlns:a="http://schemas.openxmlformats.org/drawingml/2006/main">
              <a:ext uri="{FF2B5EF4-FFF2-40B4-BE49-F238E27FC236}">
                <a16:creationId xmlns:a16="http://schemas.microsoft.com/office/drawing/2014/main" id="{F66CF031-9724-4726-9B31-A61C20A58BC9}"/>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h₂ = σ(w₂h₁ + b₂)</a:t>
            </a:r>
          </a:p>
        </p:txBody>
      </p:sp>
      <p:sp>
        <p:nvSpPr>
          <p:cNvPr id="15" name="">
            <a:extLst xmlns:a="http://schemas.openxmlformats.org/drawingml/2006/main">
              <a:ext uri="{FF2B5EF4-FFF2-40B4-BE49-F238E27FC236}">
                <a16:creationId xmlns:a16="http://schemas.microsoft.com/office/drawing/2014/main" id="{37581BCA-E838-4402-82AB-9D2D2601A6DE}"/>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6" name="">
            <a:extLst xmlns:a="http://schemas.openxmlformats.org/drawingml/2006/main">
              <a:ext uri="{FF2B5EF4-FFF2-40B4-BE49-F238E27FC236}">
                <a16:creationId xmlns:a16="http://schemas.microsoft.com/office/drawing/2014/main" id="{42344E84-A6E1-473E-A719-2A83F38ED5A4}"/>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ŷ = w₃h₂ + b₃</a:t>
            </a:r>
          </a:p>
        </p:txBody>
      </p:sp>
      <p:sp>
        <p:nvSpPr>
          <p:cNvPr id="17" name="">
            <a:extLst xmlns:a="http://schemas.openxmlformats.org/drawingml/2006/main">
              <a:ext uri="{FF2B5EF4-FFF2-40B4-BE49-F238E27FC236}">
                <a16:creationId xmlns:a16="http://schemas.microsoft.com/office/drawing/2014/main" id="{B6B79B9C-9F99-4DCB-87AE-5FAB5DB71757}"/>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EF4444"/>
                </a:solidFill>
                <a:latin typeface="Calibri"/>
                <a:ea typeface="Calibri"/>
                <a:cs typeface="Calibri"/>
              </a:defRPr>
            </a:pPr>
            <a:r>
              <a:rPr sz="1425" b="1">
                <a:solidFill>
                  <a:srgbClr val="EF4444"/>
                </a:solidFill>
                <a:latin typeface="Calibri"/>
                <a:ea typeface="Calibri"/>
                <a:cs typeface="Calibri"/>
              </a:rPr>
              <a:t>ŷ = w₃(w₂(w₁x + b₁) + b₂) + b₃
= ax + c  (one linear mapping)</a:t>
            </a:r>
          </a:p>
        </p:txBody>
      </p:sp>
      <p:sp>
        <p:nvSpPr>
          <p:cNvPr id="18" name="">
            <a:extLst xmlns:a="http://schemas.openxmlformats.org/drawingml/2006/main">
              <a:ext uri="{FF2B5EF4-FFF2-40B4-BE49-F238E27FC236}">
                <a16:creationId xmlns:a16="http://schemas.microsoft.com/office/drawing/2014/main" id="{902EAB0F-9A72-446E-9215-172D66350910}"/>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0B981"/>
                </a:solidFill>
                <a:latin typeface="Calibri"/>
                <a:ea typeface="Calibri"/>
                <a:cs typeface="Calibri"/>
              </a:defRPr>
            </a:pPr>
            <a:r>
              <a:rPr sz="1575" b="1">
                <a:solidFill>
                  <a:srgbClr val="10B981"/>
                </a:solidFill>
                <a:latin typeface="Calibri"/>
                <a:ea typeface="Calibri"/>
                <a:cs typeface="Calibri"/>
              </a:rPr>
              <a:t>σ keeps the first two hidden layers nonlinear</a:t>
            </a:r>
          </a:p>
        </p:txBody>
      </p:sp>
      <p:sp>
        <p:nvSpPr>
          <p:cNvPr id="19" name="">
            <a:extLst xmlns:a="http://schemas.openxmlformats.org/drawingml/2006/main">
              <a:ext uri="{FF2B5EF4-FFF2-40B4-BE49-F238E27FC236}">
                <a16:creationId xmlns:a16="http://schemas.microsoft.com/office/drawing/2014/main" id="{FFBAEBD2-3E49-430D-9E58-A0C42EE32293}"/>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20" name="">
            <a:extLst xmlns:a="http://schemas.openxmlformats.org/drawingml/2006/main">
              <a:ext uri="{FF2B5EF4-FFF2-40B4-BE49-F238E27FC236}">
                <a16:creationId xmlns:a16="http://schemas.microsoft.com/office/drawing/2014/main" id="{555C8084-B6D9-4B25-9AD9-8982C826139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Without σ, extra depth remains only a longer linear function.</a:t>
            </a:r>
          </a:p>
        </p:txBody>
      </p:sp>
      <p:sp>
        <p:nvSpPr>
          <p:cNvPr id="21" name="">
            <a:extLst xmlns:a="http://schemas.openxmlformats.org/drawingml/2006/main">
              <a:ext uri="{FF2B5EF4-FFF2-40B4-BE49-F238E27FC236}">
                <a16:creationId xmlns:a16="http://schemas.microsoft.com/office/drawing/2014/main" id="{FE4139F1-E175-492E-89BC-6523330687E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b0b659154c9441c4"/>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E831C8-FFF9-4AF4-B613-482D0B570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31B75-DE61-4128-9D10-E051A30E7F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Output layer</a:t>
            </a:r>
          </a:p>
        </p:txBody>
      </p:sp>
      <p:sp>
        <p:nvSpPr>
          <p:cNvPr id="3" name="">
            <a:extLst xmlns:a="http://schemas.openxmlformats.org/drawingml/2006/main">
              <a:ext uri="{FF2B5EF4-FFF2-40B4-BE49-F238E27FC236}">
                <a16:creationId xmlns:a16="http://schemas.microsoft.com/office/drawing/2014/main" id="{25BA7DEB-3BC2-457A-B6C8-B4A84384D24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a:solidFill>
                  <a:srgbClr val="0B0F19"/>
                </a:solidFill>
                <a:latin typeface="Calibri"/>
                <a:ea typeface="Calibri"/>
                <a:cs typeface="Calibri"/>
              </a:defRPr>
            </a:pPr>
            <a:r>
              <a:rPr sz="2925" b="1">
                <a:solidFill>
                  <a:srgbClr val="0B0F19"/>
                </a:solidFill>
                <a:latin typeface="Calibri"/>
                <a:ea typeface="Calibri"/>
                <a:cs typeface="Calibri"/>
              </a:rPr>
              <a:t>Why this regression output has no activation</a:t>
            </a:r>
          </a:p>
        </p:txBody>
      </p:sp>
      <p:sp>
        <p:nvSpPr>
          <p:cNvPr id="4" name="">
            <a:extLst xmlns:a="http://schemas.openxmlformats.org/drawingml/2006/main">
              <a:ext uri="{FF2B5EF4-FFF2-40B4-BE49-F238E27FC236}">
                <a16:creationId xmlns:a16="http://schemas.microsoft.com/office/drawing/2014/main" id="{510BB30E-7A44-4CBC-B839-42DD4630B3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12CE5C20-3FB0-4ABB-8D1C-1D3E8F574D69}"/>
              </a:ext>
            </a:extLst>
          </p:cNvPr>
          <p:cNvSpPr>
            <a:spLocks xmlns:a="http://schemas.openxmlformats.org/drawingml/2006/main" noGrp="1"/>
          </p:cNvSpPr>
          <p:nvPr/>
        </p:nvSpPr>
        <p:spPr>
          <a:xfrm xmlns:a="http://schemas.openxmlformats.org/drawingml/2006/main">
            <a:off x="1476375" y="1638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Hidden layers use σ; the output layer is chosen for the task.</a:t>
            </a:r>
          </a:p>
        </p:txBody>
      </p:sp>
      <p:sp>
        <p:nvSpPr>
          <p:cNvPr id="6" name="">
            <a:extLst xmlns:a="http://schemas.openxmlformats.org/drawingml/2006/main">
              <a:ext uri="{FF2B5EF4-FFF2-40B4-BE49-F238E27FC236}">
                <a16:creationId xmlns:a16="http://schemas.microsoft.com/office/drawing/2014/main" id="{E5D4347C-23CA-43A7-88DF-D68C4DA90708}"/>
              </a:ext>
            </a:extLst>
          </p:cNvPr>
          <p:cNvSpPr>
            <a:spLocks xmlns:a="http://schemas.openxmlformats.org/drawingml/2006/main" noGrp="1"/>
          </p:cNvSpPr>
          <p:nvPr/>
        </p:nvSpPr>
        <p:spPr>
          <a:xfrm xmlns:a="http://schemas.openxmlformats.org/drawingml/2006/main">
            <a:off x="1762125" y="2381250"/>
            <a:ext cx="952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x</a:t>
            </a:r>
          </a:p>
        </p:txBody>
      </p:sp>
      <p:sp>
        <p:nvSpPr>
          <p:cNvPr id="7" name="">
            <a:extLst xmlns:a="http://schemas.openxmlformats.org/drawingml/2006/main">
              <a:ext uri="{FF2B5EF4-FFF2-40B4-BE49-F238E27FC236}">
                <a16:creationId xmlns:a16="http://schemas.microsoft.com/office/drawing/2014/main" id="{0C8DE544-6B46-45B0-9706-3AF17EF1BA19}"/>
              </a:ext>
            </a:extLst>
          </p:cNvPr>
          <p:cNvSpPr>
            <a:spLocks xmlns:a="http://schemas.openxmlformats.org/drawingml/2006/main" noGrp="1"/>
          </p:cNvSpPr>
          <p:nvPr/>
        </p:nvSpPr>
        <p:spPr>
          <a:xfrm xmlns:a="http://schemas.openxmlformats.org/drawingml/2006/main">
            <a:off x="2857500"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8" name="">
            <a:extLst xmlns:a="http://schemas.openxmlformats.org/drawingml/2006/main">
              <a:ext uri="{FF2B5EF4-FFF2-40B4-BE49-F238E27FC236}">
                <a16:creationId xmlns:a16="http://schemas.microsoft.com/office/drawing/2014/main" id="{FBA88D77-D4BB-4C53-9759-29A73451A2B5}"/>
              </a:ext>
            </a:extLst>
          </p:cNvPr>
          <p:cNvSpPr>
            <a:spLocks xmlns:a="http://schemas.openxmlformats.org/drawingml/2006/main" noGrp="1"/>
          </p:cNvSpPr>
          <p:nvPr/>
        </p:nvSpPr>
        <p:spPr>
          <a:xfrm xmlns:a="http://schemas.openxmlformats.org/drawingml/2006/main">
            <a:off x="3714750" y="2381250"/>
            <a:ext cx="1428750" cy="552450"/>
          </a:xfrm>
          <a:prstGeom xmlns:a="http://schemas.openxmlformats.org/drawingml/2006/main" prst="roundRect">
            <a:avLst>
              <a:gd name="adj" fmla="val 2069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latin typeface="Calibri"/>
                <a:ea typeface="Calibri"/>
                <a:cs typeface="Calibri"/>
              </a:defRPr>
            </a:pPr>
            <a:r>
              <a:rPr sz="1650" b="1">
                <a:solidFill>
                  <a:srgbClr val="2563EB"/>
                </a:solidFill>
                <a:latin typeface="Calibri"/>
                <a:ea typeface="Calibri"/>
                <a:cs typeface="Calibri"/>
              </a:rPr>
              <a:t>h₁ = σ(·)</a:t>
            </a:r>
          </a:p>
        </p:txBody>
      </p:sp>
      <p:sp>
        <p:nvSpPr>
          <p:cNvPr id="9" name="">
            <a:extLst xmlns:a="http://schemas.openxmlformats.org/drawingml/2006/main">
              <a:ext uri="{FF2B5EF4-FFF2-40B4-BE49-F238E27FC236}">
                <a16:creationId xmlns:a16="http://schemas.microsoft.com/office/drawing/2014/main" id="{88090587-6DDA-4E3D-8BB7-26D70E52ECBA}"/>
              </a:ext>
            </a:extLst>
          </p:cNvPr>
          <p:cNvSpPr>
            <a:spLocks xmlns:a="http://schemas.openxmlformats.org/drawingml/2006/main" noGrp="1"/>
          </p:cNvSpPr>
          <p:nvPr/>
        </p:nvSpPr>
        <p:spPr>
          <a:xfrm xmlns:a="http://schemas.openxmlformats.org/drawingml/2006/main">
            <a:off x="5286375"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0" name="">
            <a:extLst xmlns:a="http://schemas.openxmlformats.org/drawingml/2006/main">
              <a:ext uri="{FF2B5EF4-FFF2-40B4-BE49-F238E27FC236}">
                <a16:creationId xmlns:a16="http://schemas.microsoft.com/office/drawing/2014/main" id="{86235E75-B579-4535-B2D0-7DC070080025}"/>
              </a:ext>
            </a:extLst>
          </p:cNvPr>
          <p:cNvSpPr>
            <a:spLocks xmlns:a="http://schemas.openxmlformats.org/drawingml/2006/main" noGrp="1"/>
          </p:cNvSpPr>
          <p:nvPr/>
        </p:nvSpPr>
        <p:spPr>
          <a:xfrm xmlns:a="http://schemas.openxmlformats.org/drawingml/2006/main">
            <a:off x="6143625" y="2381250"/>
            <a:ext cx="14287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h₂ = σ(·)</a:t>
            </a:r>
          </a:p>
        </p:txBody>
      </p:sp>
      <p:sp>
        <p:nvSpPr>
          <p:cNvPr id="11" name="">
            <a:extLst xmlns:a="http://schemas.openxmlformats.org/drawingml/2006/main">
              <a:ext uri="{FF2B5EF4-FFF2-40B4-BE49-F238E27FC236}">
                <a16:creationId xmlns:a16="http://schemas.microsoft.com/office/drawing/2014/main" id="{5D60B316-82DB-4B29-AE62-120157976596}"/>
              </a:ext>
            </a:extLst>
          </p:cNvPr>
          <p:cNvSpPr>
            <a:spLocks xmlns:a="http://schemas.openxmlformats.org/drawingml/2006/main" noGrp="1"/>
          </p:cNvSpPr>
          <p:nvPr/>
        </p:nvSpPr>
        <p:spPr>
          <a:xfrm xmlns:a="http://schemas.openxmlformats.org/drawingml/2006/main">
            <a:off x="1238250" y="3476625"/>
            <a:ext cx="2714625" cy="523875"/>
          </a:xfrm>
          <a:prstGeom xmlns:a="http://schemas.openxmlformats.org/drawingml/2006/main" prst="roundRect">
            <a:avLst>
              <a:gd name="adj" fmla="val 21818"/>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F97316"/>
                </a:solidFill>
                <a:latin typeface="Calibri"/>
                <a:ea typeface="Calibri"/>
                <a:cs typeface="Calibri"/>
              </a:defRPr>
            </a:pPr>
            <a:r>
              <a:rPr sz="1725" b="1">
                <a:solidFill>
                  <a:srgbClr val="F97316"/>
                </a:solidFill>
                <a:latin typeface="Calibri"/>
                <a:ea typeface="Calibri"/>
                <a:cs typeface="Calibri"/>
              </a:rPr>
              <a:t>Regression</a:t>
            </a:r>
          </a:p>
        </p:txBody>
      </p:sp>
      <p:sp>
        <p:nvSpPr>
          <p:cNvPr id="12" name="">
            <a:extLst xmlns:a="http://schemas.openxmlformats.org/drawingml/2006/main">
              <a:ext uri="{FF2B5EF4-FFF2-40B4-BE49-F238E27FC236}">
                <a16:creationId xmlns:a16="http://schemas.microsoft.com/office/drawing/2014/main" id="{18667907-BF24-4E49-9B68-B33E9C291229}"/>
              </a:ext>
            </a:extLst>
          </p:cNvPr>
          <p:cNvSpPr>
            <a:spLocks xmlns:a="http://schemas.openxmlformats.org/drawingml/2006/main" noGrp="1"/>
          </p:cNvSpPr>
          <p:nvPr/>
        </p:nvSpPr>
        <p:spPr>
          <a:xfrm xmlns:a="http://schemas.openxmlformats.org/drawingml/2006/main">
            <a:off x="1238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ŷ = w₃h₂ + b₃</a:t>
            </a:r>
          </a:p>
        </p:txBody>
      </p:sp>
      <p:sp>
        <p:nvSpPr>
          <p:cNvPr id="13" name="">
            <a:extLst xmlns:a="http://schemas.openxmlformats.org/drawingml/2006/main">
              <a:ext uri="{FF2B5EF4-FFF2-40B4-BE49-F238E27FC236}">
                <a16:creationId xmlns:a16="http://schemas.microsoft.com/office/drawing/2014/main" id="{1E576C9E-2519-4FC6-8C4B-DE23566E5BBB}"/>
              </a:ext>
            </a:extLst>
          </p:cNvPr>
          <p:cNvSpPr>
            <a:spLocks xmlns:a="http://schemas.openxmlformats.org/drawingml/2006/main" noGrp="1"/>
          </p:cNvSpPr>
          <p:nvPr/>
        </p:nvSpPr>
        <p:spPr>
          <a:xfrm xmlns:a="http://schemas.openxmlformats.org/drawingml/2006/main">
            <a:off x="1238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linear output</a:t>
            </a:r>
          </a:p>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any real value</a:t>
            </a:r>
          </a:p>
        </p:txBody>
      </p:sp>
      <p:sp>
        <p:nvSpPr>
          <p:cNvPr id="14" name="">
            <a:extLst xmlns:a="http://schemas.openxmlformats.org/drawingml/2006/main">
              <a:ext uri="{FF2B5EF4-FFF2-40B4-BE49-F238E27FC236}">
                <a16:creationId xmlns:a16="http://schemas.microsoft.com/office/drawing/2014/main" id="{13DC163B-D59B-4D50-88FA-405C7033BC0C}"/>
              </a:ext>
            </a:extLst>
          </p:cNvPr>
          <p:cNvSpPr>
            <a:spLocks xmlns:a="http://schemas.openxmlformats.org/drawingml/2006/main" noGrp="1"/>
          </p:cNvSpPr>
          <p:nvPr/>
        </p:nvSpPr>
        <p:spPr>
          <a:xfrm xmlns:a="http://schemas.openxmlformats.org/drawingml/2006/main">
            <a:off x="4476750" y="3476625"/>
            <a:ext cx="2714625" cy="523875"/>
          </a:xfrm>
          <a:prstGeom xmlns:a="http://schemas.openxmlformats.org/drawingml/2006/main" prst="roundRect">
            <a:avLst>
              <a:gd name="adj" fmla="val 21818"/>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Binary classification</a:t>
            </a:r>
          </a:p>
        </p:txBody>
      </p:sp>
      <p:sp>
        <p:nvSpPr>
          <p:cNvPr id="15" name="">
            <a:extLst xmlns:a="http://schemas.openxmlformats.org/drawingml/2006/main">
              <a:ext uri="{FF2B5EF4-FFF2-40B4-BE49-F238E27FC236}">
                <a16:creationId xmlns:a16="http://schemas.microsoft.com/office/drawing/2014/main" id="{6CA98ECE-660F-40F4-AE32-9C3E1C8C0A29}"/>
              </a:ext>
            </a:extLst>
          </p:cNvPr>
          <p:cNvSpPr>
            <a:spLocks xmlns:a="http://schemas.openxmlformats.org/drawingml/2006/main" noGrp="1"/>
          </p:cNvSpPr>
          <p:nvPr/>
        </p:nvSpPr>
        <p:spPr>
          <a:xfrm xmlns:a="http://schemas.openxmlformats.org/drawingml/2006/main">
            <a:off x="44767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sigmoid(z)</a:t>
            </a:r>
          </a:p>
        </p:txBody>
      </p:sp>
      <p:sp>
        <p:nvSpPr>
          <p:cNvPr id="16" name="">
            <a:extLst xmlns:a="http://schemas.openxmlformats.org/drawingml/2006/main">
              <a:ext uri="{FF2B5EF4-FFF2-40B4-BE49-F238E27FC236}">
                <a16:creationId xmlns:a16="http://schemas.microsoft.com/office/drawing/2014/main" id="{FE6AE03F-1DBC-4523-AF52-6A0721A24E61}"/>
              </a:ext>
            </a:extLst>
          </p:cNvPr>
          <p:cNvSpPr>
            <a:spLocks xmlns:a="http://schemas.openxmlformats.org/drawingml/2006/main" noGrp="1"/>
          </p:cNvSpPr>
          <p:nvPr/>
        </p:nvSpPr>
        <p:spPr>
          <a:xfrm xmlns:a="http://schemas.openxmlformats.org/drawingml/2006/main">
            <a:off x="44767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0 to 1</a:t>
            </a:r>
          </a:p>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probability</a:t>
            </a:r>
          </a:p>
        </p:txBody>
      </p:sp>
      <p:sp>
        <p:nvSpPr>
          <p:cNvPr id="17" name="">
            <a:extLst xmlns:a="http://schemas.openxmlformats.org/drawingml/2006/main">
              <a:ext uri="{FF2B5EF4-FFF2-40B4-BE49-F238E27FC236}">
                <a16:creationId xmlns:a16="http://schemas.microsoft.com/office/drawing/2014/main" id="{FCFD62D1-0779-441A-B9BE-D77C87951EE1}"/>
              </a:ext>
            </a:extLst>
          </p:cNvPr>
          <p:cNvSpPr>
            <a:spLocks xmlns:a="http://schemas.openxmlformats.org/drawingml/2006/main" noGrp="1"/>
          </p:cNvSpPr>
          <p:nvPr/>
        </p:nvSpPr>
        <p:spPr>
          <a:xfrm xmlns:a="http://schemas.openxmlformats.org/drawingml/2006/main">
            <a:off x="7715250" y="3476625"/>
            <a:ext cx="2714625" cy="523875"/>
          </a:xfrm>
          <a:prstGeom xmlns:a="http://schemas.openxmlformats.org/drawingml/2006/main" prst="roundRect">
            <a:avLst>
              <a:gd name="adj" fmla="val 21818"/>
            </a:avLst>
          </a:prstGeom>
          <a:solidFill xmlns:a="http://schemas.openxmlformats.org/drawingml/2006/main">
            <a:srgbClr val="F5F3FF"/>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7C3AED"/>
                </a:solidFill>
                <a:latin typeface="Calibri"/>
                <a:ea typeface="Calibri"/>
                <a:cs typeface="Calibri"/>
              </a:defRPr>
            </a:pPr>
            <a:r>
              <a:rPr sz="1725" b="1">
                <a:solidFill>
                  <a:srgbClr val="7C3AED"/>
                </a:solidFill>
                <a:latin typeface="Calibri"/>
                <a:ea typeface="Calibri"/>
                <a:cs typeface="Calibri"/>
              </a:rPr>
              <a:t>Multiclass / GPT</a:t>
            </a:r>
          </a:p>
        </p:txBody>
      </p:sp>
      <p:sp>
        <p:nvSpPr>
          <p:cNvPr id="18" name="">
            <a:extLst xmlns:a="http://schemas.openxmlformats.org/drawingml/2006/main">
              <a:ext uri="{FF2B5EF4-FFF2-40B4-BE49-F238E27FC236}">
                <a16:creationId xmlns:a16="http://schemas.microsoft.com/office/drawing/2014/main" id="{E9A943CA-8A5F-4F9C-BE15-9B88B430477C}"/>
              </a:ext>
            </a:extLst>
          </p:cNvPr>
          <p:cNvSpPr>
            <a:spLocks xmlns:a="http://schemas.openxmlformats.org/drawingml/2006/main" noGrp="1"/>
          </p:cNvSpPr>
          <p:nvPr/>
        </p:nvSpPr>
        <p:spPr>
          <a:xfrm xmlns:a="http://schemas.openxmlformats.org/drawingml/2006/main">
            <a:off x="7715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softmax(z)</a:t>
            </a:r>
          </a:p>
        </p:txBody>
      </p:sp>
      <p:sp>
        <p:nvSpPr>
          <p:cNvPr id="19" name="">
            <a:extLst xmlns:a="http://schemas.openxmlformats.org/drawingml/2006/main">
              <a:ext uri="{FF2B5EF4-FFF2-40B4-BE49-F238E27FC236}">
                <a16:creationId xmlns:a16="http://schemas.microsoft.com/office/drawing/2014/main" id="{EFD210FF-E09A-40A9-A8D7-AB9482E36FFF}"/>
              </a:ext>
            </a:extLst>
          </p:cNvPr>
          <p:cNvSpPr>
            <a:spLocks xmlns:a="http://schemas.openxmlformats.org/drawingml/2006/main" noGrp="1"/>
          </p:cNvSpPr>
          <p:nvPr/>
        </p:nvSpPr>
        <p:spPr>
          <a:xfrm xmlns:a="http://schemas.openxmlformats.org/drawingml/2006/main">
            <a:off x="7715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probabilities</a:t>
            </a:r>
          </a:p>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sum to 1</a:t>
            </a:r>
          </a:p>
        </p:txBody>
      </p:sp>
      <p:sp>
        <p:nvSpPr>
          <p:cNvPr id="20" name="">
            <a:extLst xmlns:a="http://schemas.openxmlformats.org/drawingml/2006/main">
              <a:ext uri="{FF2B5EF4-FFF2-40B4-BE49-F238E27FC236}">
                <a16:creationId xmlns:a16="http://schemas.microsoft.com/office/drawing/2014/main" id="{60C9767F-289C-429D-83F4-D8B9E8784537}"/>
              </a:ext>
            </a:extLst>
          </p:cNvPr>
          <p:cNvSpPr>
            <a:spLocks xmlns:a="http://schemas.openxmlformats.org/drawingml/2006/main" noGrp="1"/>
          </p:cNvSpPr>
          <p:nvPr/>
        </p:nvSpPr>
        <p:spPr>
          <a:xfrm xmlns:a="http://schemas.openxmlformats.org/drawingml/2006/main">
            <a:off x="1428750" y="5476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B0F19"/>
                </a:solidFill>
                <a:latin typeface="Calibri"/>
                <a:ea typeface="Calibri"/>
                <a:cs typeface="Calibri"/>
              </a:defRPr>
            </a:pPr>
            <a:r>
              <a:rPr sz="1575" b="1">
                <a:solidFill>
                  <a:srgbClr val="0B0F19"/>
                </a:solidFill>
                <a:latin typeface="Calibri"/>
                <a:ea typeface="Calibri"/>
                <a:cs typeface="Calibri"/>
              </a:rPr>
              <a:t>Here we are predicting an unrestricted numeric value, so the final layer stays linear.</a:t>
            </a:r>
          </a:p>
        </p:txBody>
      </p:sp>
      <p:sp>
        <p:nvSpPr>
          <p:cNvPr id="21" name="">
            <a:extLst xmlns:a="http://schemas.openxmlformats.org/drawingml/2006/main">
              <a:ext uri="{FF2B5EF4-FFF2-40B4-BE49-F238E27FC236}">
                <a16:creationId xmlns:a16="http://schemas.microsoft.com/office/drawing/2014/main" id="{4A82F89A-8D32-45B1-9F4C-49C9AB0D9A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39678b839d6541b8">
            <a:extLst>
              <a:ext uri="{96DAC541-7B7A-43D3-8B79-37D633B846F1}">
                <asvg:svgBlip xmlns:asvg="http://schemas.microsoft.com/office/drawing/2016/SVG/main" r:embed="R352de5dc52524b09"/>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D06F61-2FAA-4096-9E75-2C5A72F90F1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D59F7B85-1990-49D1-9C18-C3D6B84FC3F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The chain rule follows a path</a:t>
            </a:r>
          </a:p>
        </p:txBody>
      </p:sp>
      <p:sp>
        <p:nvSpPr>
          <p:cNvPr id="3" name="">
            <a:extLst xmlns:a="http://schemas.openxmlformats.org/drawingml/2006/main">
              <a:ext uri="{FF2B5EF4-FFF2-40B4-BE49-F238E27FC236}">
                <a16:creationId xmlns:a16="http://schemas.microsoft.com/office/drawing/2014/main" id="{CB620AE7-B830-47D3-914F-134EE838EBA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3B7E1D2B-C368-4317-B612-006E489A44C6}"/>
              </a:ext>
            </a:extLst>
          </p:cNvPr>
          <p:cNvSpPr>
            <a:spLocks xmlns:a="http://schemas.openxmlformats.org/drawingml/2006/main" noGrp="1"/>
          </p:cNvSpPr>
          <p:nvPr/>
        </p:nvSpPr>
        <p:spPr>
          <a:xfrm xmlns:a="http://schemas.openxmlformats.org/drawingml/2006/main">
            <a:off x="1809750" y="17621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 change in w reaches L through u</a:t>
            </a:r>
          </a:p>
        </p:txBody>
      </p:sp>
      <p:sp>
        <p:nvSpPr>
          <p:cNvPr id="5" name="">
            <a:extLst xmlns:a="http://schemas.openxmlformats.org/drawingml/2006/main">
              <a:ext uri="{FF2B5EF4-FFF2-40B4-BE49-F238E27FC236}">
                <a16:creationId xmlns:a16="http://schemas.microsoft.com/office/drawing/2014/main" id="{2753840B-3755-4812-9697-C2D89CF15149}"/>
              </a:ext>
            </a:extLst>
          </p:cNvPr>
          <p:cNvSpPr>
            <a:spLocks xmlns:a="http://schemas.openxmlformats.org/drawingml/2006/main" noGrp="1"/>
          </p:cNvSpPr>
          <p:nvPr/>
        </p:nvSpPr>
        <p:spPr>
          <a:xfrm xmlns:a="http://schemas.openxmlformats.org/drawingml/2006/main">
            <a:off x="1809750" y="3000375"/>
            <a:ext cx="142875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9C790C36-8B7C-4A46-8271-444F8B78AA30}"/>
              </a:ext>
            </a:extLst>
          </p:cNvPr>
          <p:cNvSpPr>
            <a:spLocks xmlns:a="http://schemas.openxmlformats.org/drawingml/2006/main" noGrp="1"/>
          </p:cNvSpPr>
          <p:nvPr/>
        </p:nvSpPr>
        <p:spPr>
          <a:xfrm xmlns:a="http://schemas.openxmlformats.org/drawingml/2006/main">
            <a:off x="3476625"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u = 3w + 1</a:t>
            </a:r>
          </a:p>
        </p:txBody>
      </p:sp>
      <p:sp>
        <p:nvSpPr>
          <p:cNvPr id="7" name="">
            <a:extLst xmlns:a="http://schemas.openxmlformats.org/drawingml/2006/main">
              <a:ext uri="{FF2B5EF4-FFF2-40B4-BE49-F238E27FC236}">
                <a16:creationId xmlns:a16="http://schemas.microsoft.com/office/drawing/2014/main" id="{351F9281-7942-4E2A-9CFA-BDA4233CFA36}"/>
              </a:ext>
            </a:extLst>
          </p:cNvPr>
          <p:cNvSpPr>
            <a:spLocks xmlns:a="http://schemas.openxmlformats.org/drawingml/2006/main" noGrp="1"/>
          </p:cNvSpPr>
          <p:nvPr/>
        </p:nvSpPr>
        <p:spPr>
          <a:xfrm xmlns:a="http://schemas.openxmlformats.org/drawingml/2006/main">
            <a:off x="4810125" y="3000375"/>
            <a:ext cx="1428750" cy="762000"/>
          </a:xfrm>
          <a:prstGeom xmlns:a="http://schemas.openxmlformats.org/drawingml/2006/main" prst="roundRect">
            <a:avLst>
              <a:gd name="adj" fmla="val 15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latin typeface="Calibri"/>
                <a:ea typeface="Calibri"/>
                <a:cs typeface="Calibri"/>
              </a:defRPr>
            </a:pPr>
            <a:r>
              <a:rPr sz="2250" b="1">
                <a:solidFill>
                  <a:srgbClr val="2563EB"/>
                </a:solidFill>
                <a:latin typeface="Calibri"/>
                <a:ea typeface="Calibri"/>
                <a:cs typeface="Calibri"/>
              </a:rPr>
              <a:t>u</a:t>
            </a:r>
          </a:p>
        </p:txBody>
      </p:sp>
      <p:sp>
        <p:nvSpPr>
          <p:cNvPr id="8" name="">
            <a:extLst xmlns:a="http://schemas.openxmlformats.org/drawingml/2006/main">
              <a:ext uri="{FF2B5EF4-FFF2-40B4-BE49-F238E27FC236}">
                <a16:creationId xmlns:a16="http://schemas.microsoft.com/office/drawing/2014/main" id="{E296D04E-0CDD-401E-90DE-246FE14DD69C}"/>
              </a:ext>
            </a:extLst>
          </p:cNvPr>
          <p:cNvSpPr>
            <a:spLocks xmlns:a="http://schemas.openxmlformats.org/drawingml/2006/main" noGrp="1"/>
          </p:cNvSpPr>
          <p:nvPr/>
        </p:nvSpPr>
        <p:spPr>
          <a:xfrm xmlns:a="http://schemas.openxmlformats.org/drawingml/2006/main">
            <a:off x="6477000"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L = u²</a:t>
            </a:r>
          </a:p>
        </p:txBody>
      </p:sp>
      <p:sp>
        <p:nvSpPr>
          <p:cNvPr id="9" name="">
            <a:extLst xmlns:a="http://schemas.openxmlformats.org/drawingml/2006/main">
              <a:ext uri="{FF2B5EF4-FFF2-40B4-BE49-F238E27FC236}">
                <a16:creationId xmlns:a16="http://schemas.microsoft.com/office/drawing/2014/main" id="{4637761C-06CD-4BA7-A432-D2EB0E7A3AF0}"/>
              </a:ext>
            </a:extLst>
          </p:cNvPr>
          <p:cNvSpPr>
            <a:spLocks xmlns:a="http://schemas.openxmlformats.org/drawingml/2006/main" noGrp="1"/>
          </p:cNvSpPr>
          <p:nvPr/>
        </p:nvSpPr>
        <p:spPr>
          <a:xfrm xmlns:a="http://schemas.openxmlformats.org/drawingml/2006/main">
            <a:off x="7810500" y="3000375"/>
            <a:ext cx="1428750" cy="762000"/>
          </a:xfrm>
          <a:prstGeom xmlns:a="http://schemas.openxmlformats.org/drawingml/2006/main" prst="roundRect">
            <a:avLst>
              <a:gd name="adj" fmla="val 1500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latin typeface="Calibri"/>
                <a:ea typeface="Calibri"/>
                <a:cs typeface="Calibri"/>
              </a:defRPr>
            </a:pPr>
            <a:r>
              <a:rPr sz="2250" b="1">
                <a:solidFill>
                  <a:srgbClr val="EF4444"/>
                </a:solidFill>
                <a:latin typeface="Calibri"/>
                <a:ea typeface="Calibri"/>
                <a:cs typeface="Calibri"/>
              </a:rPr>
              <a:t>L</a:t>
            </a:r>
          </a:p>
        </p:txBody>
      </p:sp>
      <p:sp>
        <p:nvSpPr>
          <p:cNvPr id="10" name="">
            <a:extLst xmlns:a="http://schemas.openxmlformats.org/drawingml/2006/main">
              <a:ext uri="{FF2B5EF4-FFF2-40B4-BE49-F238E27FC236}">
                <a16:creationId xmlns:a16="http://schemas.microsoft.com/office/drawing/2014/main" id="{DFF18DC2-F9CA-405E-BC11-91D8A4A3A565}"/>
              </a:ext>
            </a:extLst>
          </p:cNvPr>
          <p:cNvSpPr>
            <a:spLocks xmlns:a="http://schemas.openxmlformats.org/drawingml/2006/main" noGrp="1"/>
          </p:cNvSpPr>
          <p:nvPr/>
        </p:nvSpPr>
        <p:spPr>
          <a:xfrm xmlns:a="http://schemas.openxmlformats.org/drawingml/2006/main">
            <a:off x="2619375" y="45243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latin typeface="Calibri"/>
                <a:ea typeface="Calibri"/>
                <a:cs typeface="Calibri"/>
              </a:defRPr>
            </a:pPr>
            <a:r>
              <a:rPr sz="2550" b="1">
                <a:solidFill>
                  <a:srgbClr val="0B0F19"/>
                </a:solidFill>
                <a:latin typeface="Calibri"/>
                <a:ea typeface="Calibri"/>
                <a:cs typeface="Calibri"/>
              </a:rPr>
              <a:t>dL/dw = dL/du  ·  du/dw</a:t>
            </a:r>
          </a:p>
        </p:txBody>
      </p:sp>
      <p:sp>
        <p:nvSpPr>
          <p:cNvPr id="11" name="">
            <a:extLst xmlns:a="http://schemas.openxmlformats.org/drawingml/2006/main">
              <a:ext uri="{FF2B5EF4-FFF2-40B4-BE49-F238E27FC236}">
                <a16:creationId xmlns:a16="http://schemas.microsoft.com/office/drawing/2014/main" id="{526C0076-1A75-4C1E-9A12-F34B624EBE94}"/>
              </a:ext>
            </a:extLst>
          </p:cNvPr>
          <p:cNvSpPr>
            <a:spLocks xmlns:a="http://schemas.openxmlformats.org/drawingml/2006/main" noGrp="1"/>
          </p:cNvSpPr>
          <p:nvPr/>
        </p:nvSpPr>
        <p:spPr>
          <a:xfrm xmlns:a="http://schemas.openxmlformats.org/drawingml/2006/main">
            <a:off x="1952625" y="52387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Multiply the local sensitivities along the dependency path.</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F6AEB-165F-4715-85AD-68B9E33BE12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F706A76F-1DB4-4632-813F-0211B749F00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One neuron produces a gradient</a:t>
            </a:r>
          </a:p>
        </p:txBody>
      </p:sp>
      <p:sp>
        <p:nvSpPr>
          <p:cNvPr id="3" name="">
            <a:extLst xmlns:a="http://schemas.openxmlformats.org/drawingml/2006/main">
              <a:ext uri="{FF2B5EF4-FFF2-40B4-BE49-F238E27FC236}">
                <a16:creationId xmlns:a16="http://schemas.microsoft.com/office/drawing/2014/main" id="{9D2B7A66-5DCE-478E-9D61-B5D59551B2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1A702E3A-5D80-4B33-9531-B8B0C2368DD1}"/>
              </a:ext>
            </a:extLst>
          </p:cNvPr>
          <p:cNvSpPr>
            <a:spLocks xmlns:a="http://schemas.openxmlformats.org/drawingml/2006/main" noGrp="1"/>
          </p:cNvSpPr>
          <p:nvPr/>
        </p:nvSpPr>
        <p:spPr>
          <a:xfrm xmlns:a="http://schemas.openxmlformats.org/drawingml/2006/main">
            <a:off x="1809750" y="17145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Apply the same idea to one neuron</a:t>
            </a:r>
          </a:p>
        </p:txBody>
      </p:sp>
      <p:sp>
        <p:nvSpPr>
          <p:cNvPr id="5" name="">
            <a:extLst xmlns:a="http://schemas.openxmlformats.org/drawingml/2006/main">
              <a:ext uri="{FF2B5EF4-FFF2-40B4-BE49-F238E27FC236}">
                <a16:creationId xmlns:a16="http://schemas.microsoft.com/office/drawing/2014/main" id="{93C06945-4439-4D5A-B366-0CB9136390C8}"/>
              </a:ext>
            </a:extLst>
          </p:cNvPr>
          <p:cNvSpPr>
            <a:spLocks xmlns:a="http://schemas.openxmlformats.org/drawingml/2006/main" noGrp="1"/>
          </p:cNvSpPr>
          <p:nvPr/>
        </p:nvSpPr>
        <p:spPr>
          <a:xfrm xmlns:a="http://schemas.openxmlformats.org/drawingml/2006/main">
            <a:off x="1476375"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D100387B-2158-4509-BA1F-F3F4C27FE34B}"/>
              </a:ext>
            </a:extLst>
          </p:cNvPr>
          <p:cNvSpPr>
            <a:spLocks xmlns:a="http://schemas.openxmlformats.org/drawingml/2006/main" noGrp="1"/>
          </p:cNvSpPr>
          <p:nvPr/>
        </p:nvSpPr>
        <p:spPr>
          <a:xfrm xmlns:a="http://schemas.openxmlformats.org/drawingml/2006/main">
            <a:off x="247650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3EB432BF-7C2D-4A49-9F3A-B5E8339C2843}"/>
              </a:ext>
            </a:extLst>
          </p:cNvPr>
          <p:cNvSpPr>
            <a:spLocks xmlns:a="http://schemas.openxmlformats.org/drawingml/2006/main" noGrp="1"/>
          </p:cNvSpPr>
          <p:nvPr/>
        </p:nvSpPr>
        <p:spPr>
          <a:xfrm xmlns:a="http://schemas.openxmlformats.org/drawingml/2006/main">
            <a:off x="3714750" y="2857500"/>
            <a:ext cx="1619250" cy="781050"/>
          </a:xfrm>
          <a:prstGeom xmlns:a="http://schemas.openxmlformats.org/drawingml/2006/main" prst="roundRect">
            <a:avLst>
              <a:gd name="adj" fmla="val 14634"/>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563EB"/>
                </a:solidFill>
                <a:latin typeface="Calibri"/>
                <a:ea typeface="Calibri"/>
                <a:cs typeface="Calibri"/>
              </a:defRPr>
            </a:pPr>
            <a:r>
              <a:rPr sz="1575" b="1">
                <a:solidFill>
                  <a:srgbClr val="2563EB"/>
                </a:solidFill>
                <a:latin typeface="Calibri"/>
                <a:ea typeface="Calibri"/>
                <a:cs typeface="Calibri"/>
              </a:rPr>
              <a:t>z = wx + b</a:t>
            </a:r>
          </a:p>
        </p:txBody>
      </p:sp>
      <p:sp>
        <p:nvSpPr>
          <p:cNvPr id="8" name="">
            <a:extLst xmlns:a="http://schemas.openxmlformats.org/drawingml/2006/main">
              <a:ext uri="{FF2B5EF4-FFF2-40B4-BE49-F238E27FC236}">
                <a16:creationId xmlns:a16="http://schemas.microsoft.com/office/drawing/2014/main" id="{D6D658CC-FB17-4880-A84D-210B88154046}"/>
              </a:ext>
            </a:extLst>
          </p:cNvPr>
          <p:cNvSpPr>
            <a:spLocks xmlns:a="http://schemas.openxmlformats.org/drawingml/2006/main" noGrp="1"/>
          </p:cNvSpPr>
          <p:nvPr/>
        </p:nvSpPr>
        <p:spPr>
          <a:xfrm xmlns:a="http://schemas.openxmlformats.org/drawingml/2006/main">
            <a:off x="54292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91876813-7377-4130-B3E4-D340B719A4AE}"/>
              </a:ext>
            </a:extLst>
          </p:cNvPr>
          <p:cNvSpPr>
            <a:spLocks xmlns:a="http://schemas.openxmlformats.org/drawingml/2006/main" noGrp="1"/>
          </p:cNvSpPr>
          <p:nvPr/>
        </p:nvSpPr>
        <p:spPr>
          <a:xfrm xmlns:a="http://schemas.openxmlformats.org/drawingml/2006/main">
            <a:off x="6000750" y="2857500"/>
            <a:ext cx="1428750"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 = σ(z)</a:t>
            </a:r>
          </a:p>
        </p:txBody>
      </p:sp>
      <p:sp>
        <p:nvSpPr>
          <p:cNvPr id="10" name="">
            <a:extLst xmlns:a="http://schemas.openxmlformats.org/drawingml/2006/main">
              <a:ext uri="{FF2B5EF4-FFF2-40B4-BE49-F238E27FC236}">
                <a16:creationId xmlns:a16="http://schemas.microsoft.com/office/drawing/2014/main" id="{115BC7B9-554C-4045-9C81-D35E0A4C994B}"/>
              </a:ext>
            </a:extLst>
          </p:cNvPr>
          <p:cNvSpPr>
            <a:spLocks xmlns:a="http://schemas.openxmlformats.org/drawingml/2006/main" noGrp="1"/>
          </p:cNvSpPr>
          <p:nvPr/>
        </p:nvSpPr>
        <p:spPr>
          <a:xfrm xmlns:a="http://schemas.openxmlformats.org/drawingml/2006/main">
            <a:off x="75247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16E1EB5C-CB30-413A-9F23-48E0E451EA68}"/>
              </a:ext>
            </a:extLst>
          </p:cNvPr>
          <p:cNvSpPr>
            <a:spLocks xmlns:a="http://schemas.openxmlformats.org/drawingml/2006/main" noGrp="1"/>
          </p:cNvSpPr>
          <p:nvPr/>
        </p:nvSpPr>
        <p:spPr>
          <a:xfrm xmlns:a="http://schemas.openxmlformats.org/drawingml/2006/main">
            <a:off x="8286750"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ŷ</a:t>
            </a:r>
          </a:p>
        </p:txBody>
      </p:sp>
      <p:sp>
        <p:nvSpPr>
          <p:cNvPr id="12" name="">
            <a:extLst xmlns:a="http://schemas.openxmlformats.org/drawingml/2006/main">
              <a:ext uri="{FF2B5EF4-FFF2-40B4-BE49-F238E27FC236}">
                <a16:creationId xmlns:a16="http://schemas.microsoft.com/office/drawing/2014/main" id="{7AEBA565-A5ED-4AC1-AA73-C3B2F5FE5F52}"/>
              </a:ext>
            </a:extLst>
          </p:cNvPr>
          <p:cNvSpPr>
            <a:spLocks xmlns:a="http://schemas.openxmlformats.org/drawingml/2006/main" noGrp="1"/>
          </p:cNvSpPr>
          <p:nvPr/>
        </p:nvSpPr>
        <p:spPr>
          <a:xfrm xmlns:a="http://schemas.openxmlformats.org/drawingml/2006/main">
            <a:off x="9286875"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387105FB-4A67-4005-8AF8-8E2ECD7A22E9}"/>
              </a:ext>
            </a:extLst>
          </p:cNvPr>
          <p:cNvSpPr>
            <a:spLocks xmlns:a="http://schemas.openxmlformats.org/drawingml/2006/main" noGrp="1"/>
          </p:cNvSpPr>
          <p:nvPr/>
        </p:nvSpPr>
        <p:spPr>
          <a:xfrm xmlns:a="http://schemas.openxmlformats.org/drawingml/2006/main">
            <a:off x="10287000" y="2857500"/>
            <a:ext cx="857250" cy="781050"/>
          </a:xfrm>
          <a:prstGeom xmlns:a="http://schemas.openxmlformats.org/drawingml/2006/main" prst="roundRect">
            <a:avLst>
              <a:gd name="adj" fmla="val 14634"/>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a:t>
            </a:r>
          </a:p>
        </p:txBody>
      </p:sp>
      <p:sp>
        <p:nvSpPr>
          <p:cNvPr id="14" name="">
            <a:extLst xmlns:a="http://schemas.openxmlformats.org/drawingml/2006/main">
              <a:ext uri="{FF2B5EF4-FFF2-40B4-BE49-F238E27FC236}">
                <a16:creationId xmlns:a16="http://schemas.microsoft.com/office/drawing/2014/main" id="{48B90AC9-D19A-4372-ABEF-111790D0E507}"/>
              </a:ext>
            </a:extLst>
          </p:cNvPr>
          <p:cNvSpPr>
            <a:spLocks xmlns:a="http://schemas.openxmlformats.org/drawingml/2006/main" noGrp="1"/>
          </p:cNvSpPr>
          <p:nvPr/>
        </p:nvSpPr>
        <p:spPr>
          <a:xfrm xmlns:a="http://schemas.openxmlformats.org/drawingml/2006/main">
            <a:off x="1524000" y="4429125"/>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∂L/∂w = ∂L/∂ŷ  ·  ∂ŷ/∂a  ·  ∂a/∂z  ·  ∂z/∂w</a:t>
            </a:r>
          </a:p>
        </p:txBody>
      </p:sp>
      <p:sp>
        <p:nvSpPr>
          <p:cNvPr id="15" name="">
            <a:extLst xmlns:a="http://schemas.openxmlformats.org/drawingml/2006/main">
              <a:ext uri="{FF2B5EF4-FFF2-40B4-BE49-F238E27FC236}">
                <a16:creationId xmlns:a16="http://schemas.microsoft.com/office/drawing/2014/main" id="{2C1D8E2D-BA40-465A-8576-CCCF6090F53D}"/>
              </a:ext>
            </a:extLst>
          </p:cNvPr>
          <p:cNvSpPr>
            <a:spLocks xmlns:a="http://schemas.openxmlformats.org/drawingml/2006/main" noGrp="1"/>
          </p:cNvSpPr>
          <p:nvPr/>
        </p:nvSpPr>
        <p:spPr>
          <a:xfrm xmlns:a="http://schemas.openxmlformats.org/drawingml/2006/main">
            <a:off x="1428750" y="5238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Each factor answers: “how much does this local step affect the next one?”</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15D4C5-D159-46EB-B371-2F26F77C3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Backpropagation</a:t>
            </a:r>
          </a:p>
        </p:txBody>
      </p:sp>
      <p:sp>
        <p:nvSpPr>
          <p:cNvPr id="2" name="">
            <a:extLst xmlns:a="http://schemas.openxmlformats.org/drawingml/2006/main">
              <a:ext uri="{FF2B5EF4-FFF2-40B4-BE49-F238E27FC236}">
                <a16:creationId xmlns:a16="http://schemas.microsoft.com/office/drawing/2014/main" id="{B471E800-54B8-47E3-BA96-F93C672C3B0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Backpropagation reuses the chain rule</a:t>
            </a:r>
          </a:p>
        </p:txBody>
      </p:sp>
      <p:sp>
        <p:nvSpPr>
          <p:cNvPr id="3" name="">
            <a:extLst xmlns:a="http://schemas.openxmlformats.org/drawingml/2006/main">
              <a:ext uri="{FF2B5EF4-FFF2-40B4-BE49-F238E27FC236}">
                <a16:creationId xmlns:a16="http://schemas.microsoft.com/office/drawing/2014/main" id="{1E3BAD98-0BDD-4A26-9535-39162B00EC4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E5F96D3-636A-48B3-983C-5CA8BB0D6F33}"/>
              </a:ext>
            </a:extLst>
          </p:cNvPr>
          <p:cNvSpPr>
            <a:spLocks xmlns:a="http://schemas.openxmlformats.org/drawingml/2006/main" noGrp="1"/>
          </p:cNvSpPr>
          <p:nvPr/>
        </p:nvSpPr>
        <p:spPr>
          <a:xfrm xmlns:a="http://schemas.openxmlformats.org/drawingml/2006/main">
            <a:off x="1333500" y="17145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Forward computes values; backward computes gradients</a:t>
            </a:r>
          </a:p>
        </p:txBody>
      </p:sp>
      <p:sp>
        <p:nvSpPr>
          <p:cNvPr id="5" name="">
            <a:extLst xmlns:a="http://schemas.openxmlformats.org/drawingml/2006/main">
              <a:ext uri="{FF2B5EF4-FFF2-40B4-BE49-F238E27FC236}">
                <a16:creationId xmlns:a16="http://schemas.microsoft.com/office/drawing/2014/main" id="{1901D557-9EE2-47CA-B187-CCA8E09F0A0D}"/>
              </a:ext>
            </a:extLst>
          </p:cNvPr>
          <p:cNvSpPr>
            <a:spLocks xmlns:a="http://schemas.openxmlformats.org/drawingml/2006/main" noGrp="1"/>
          </p:cNvSpPr>
          <p:nvPr/>
        </p:nvSpPr>
        <p:spPr>
          <a:xfrm xmlns:a="http://schemas.openxmlformats.org/drawingml/2006/main">
            <a:off x="166687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input</a:t>
            </a:r>
          </a:p>
        </p:txBody>
      </p:sp>
      <p:sp>
        <p:nvSpPr>
          <p:cNvPr id="6" name="">
            <a:extLst xmlns:a="http://schemas.openxmlformats.org/drawingml/2006/main">
              <a:ext uri="{FF2B5EF4-FFF2-40B4-BE49-F238E27FC236}">
                <a16:creationId xmlns:a16="http://schemas.microsoft.com/office/drawing/2014/main" id="{59FF92FF-9356-4263-B201-E1BE06088928}"/>
              </a:ext>
            </a:extLst>
          </p:cNvPr>
          <p:cNvSpPr>
            <a:spLocks xmlns:a="http://schemas.openxmlformats.org/drawingml/2006/main" noGrp="1"/>
          </p:cNvSpPr>
          <p:nvPr/>
        </p:nvSpPr>
        <p:spPr>
          <a:xfrm xmlns:a="http://schemas.openxmlformats.org/drawingml/2006/main">
            <a:off x="304800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95D25B15-9D17-4212-A6F6-D6848D08A6F8}"/>
              </a:ext>
            </a:extLst>
          </p:cNvPr>
          <p:cNvSpPr>
            <a:spLocks xmlns:a="http://schemas.openxmlformats.org/drawingml/2006/main" noGrp="1"/>
          </p:cNvSpPr>
          <p:nvPr/>
        </p:nvSpPr>
        <p:spPr>
          <a:xfrm xmlns:a="http://schemas.openxmlformats.org/drawingml/2006/main">
            <a:off x="371475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1</a:t>
            </a:r>
          </a:p>
        </p:txBody>
      </p:sp>
      <p:sp>
        <p:nvSpPr>
          <p:cNvPr id="8" name="">
            <a:extLst xmlns:a="http://schemas.openxmlformats.org/drawingml/2006/main">
              <a:ext uri="{FF2B5EF4-FFF2-40B4-BE49-F238E27FC236}">
                <a16:creationId xmlns:a16="http://schemas.microsoft.com/office/drawing/2014/main" id="{B01D033E-9422-4E79-BD54-9440ED89F771}"/>
              </a:ext>
            </a:extLst>
          </p:cNvPr>
          <p:cNvSpPr>
            <a:spLocks xmlns:a="http://schemas.openxmlformats.org/drawingml/2006/main" noGrp="1"/>
          </p:cNvSpPr>
          <p:nvPr/>
        </p:nvSpPr>
        <p:spPr>
          <a:xfrm xmlns:a="http://schemas.openxmlformats.org/drawingml/2006/main">
            <a:off x="509587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0692F139-E44F-4233-881B-F1FDFD8CBCF2}"/>
              </a:ext>
            </a:extLst>
          </p:cNvPr>
          <p:cNvSpPr>
            <a:spLocks xmlns:a="http://schemas.openxmlformats.org/drawingml/2006/main" noGrp="1"/>
          </p:cNvSpPr>
          <p:nvPr/>
        </p:nvSpPr>
        <p:spPr>
          <a:xfrm xmlns:a="http://schemas.openxmlformats.org/drawingml/2006/main">
            <a:off x="576262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2</a:t>
            </a:r>
          </a:p>
        </p:txBody>
      </p:sp>
      <p:sp>
        <p:nvSpPr>
          <p:cNvPr id="10" name="">
            <a:extLst xmlns:a="http://schemas.openxmlformats.org/drawingml/2006/main">
              <a:ext uri="{FF2B5EF4-FFF2-40B4-BE49-F238E27FC236}">
                <a16:creationId xmlns:a16="http://schemas.microsoft.com/office/drawing/2014/main" id="{8E1C6960-7B72-45EC-83D7-9C127E6D1835}"/>
              </a:ext>
            </a:extLst>
          </p:cNvPr>
          <p:cNvSpPr>
            <a:spLocks xmlns:a="http://schemas.openxmlformats.org/drawingml/2006/main" noGrp="1"/>
          </p:cNvSpPr>
          <p:nvPr/>
        </p:nvSpPr>
        <p:spPr>
          <a:xfrm xmlns:a="http://schemas.openxmlformats.org/drawingml/2006/main">
            <a:off x="714375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DA141D27-0750-44AB-AF10-65FCC641D583}"/>
              </a:ext>
            </a:extLst>
          </p:cNvPr>
          <p:cNvSpPr>
            <a:spLocks xmlns:a="http://schemas.openxmlformats.org/drawingml/2006/main" noGrp="1"/>
          </p:cNvSpPr>
          <p:nvPr/>
        </p:nvSpPr>
        <p:spPr>
          <a:xfrm xmlns:a="http://schemas.openxmlformats.org/drawingml/2006/main">
            <a:off x="781050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output</a:t>
            </a:r>
          </a:p>
        </p:txBody>
      </p:sp>
      <p:sp>
        <p:nvSpPr>
          <p:cNvPr id="12" name="">
            <a:extLst xmlns:a="http://schemas.openxmlformats.org/drawingml/2006/main">
              <a:ext uri="{FF2B5EF4-FFF2-40B4-BE49-F238E27FC236}">
                <a16:creationId xmlns:a16="http://schemas.microsoft.com/office/drawing/2014/main" id="{82F2D29C-7968-46FF-8E46-91A62D8A500B}"/>
              </a:ext>
            </a:extLst>
          </p:cNvPr>
          <p:cNvSpPr>
            <a:spLocks xmlns:a="http://schemas.openxmlformats.org/drawingml/2006/main" noGrp="1"/>
          </p:cNvSpPr>
          <p:nvPr/>
        </p:nvSpPr>
        <p:spPr>
          <a:xfrm xmlns:a="http://schemas.openxmlformats.org/drawingml/2006/main">
            <a:off x="919162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798D9C80-1F3E-4FC2-BE04-95F9E60D0A65}"/>
              </a:ext>
            </a:extLst>
          </p:cNvPr>
          <p:cNvSpPr>
            <a:spLocks xmlns:a="http://schemas.openxmlformats.org/drawingml/2006/main" noGrp="1"/>
          </p:cNvSpPr>
          <p:nvPr/>
        </p:nvSpPr>
        <p:spPr>
          <a:xfrm xmlns:a="http://schemas.openxmlformats.org/drawingml/2006/main">
            <a:off x="9858375" y="2762250"/>
            <a:ext cx="1333500"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latin typeface="Calibri"/>
                <a:ea typeface="Calibri"/>
                <a:cs typeface="Calibri"/>
              </a:defRPr>
            </a:pPr>
            <a:r>
              <a:rPr sz="1650" b="1">
                <a:solidFill>
                  <a:srgbClr val="EF4444"/>
                </a:solidFill>
                <a:latin typeface="Calibri"/>
                <a:ea typeface="Calibri"/>
                <a:cs typeface="Calibri"/>
              </a:rPr>
              <a:t>loss</a:t>
            </a:r>
          </a:p>
        </p:txBody>
      </p:sp>
      <p:sp>
        <p:nvSpPr>
          <p:cNvPr id="14" name="">
            <a:extLst xmlns:a="http://schemas.openxmlformats.org/drawingml/2006/main">
              <a:ext uri="{FF2B5EF4-FFF2-40B4-BE49-F238E27FC236}">
                <a16:creationId xmlns:a16="http://schemas.microsoft.com/office/drawing/2014/main" id="{E2EA8B6B-F375-4ABF-9AC3-C3093CA06779}"/>
              </a:ext>
            </a:extLst>
          </p:cNvPr>
          <p:cNvSpPr>
            <a:spLocks xmlns:a="http://schemas.openxmlformats.org/drawingml/2006/main" noGrp="1"/>
          </p:cNvSpPr>
          <p:nvPr/>
        </p:nvSpPr>
        <p:spPr>
          <a:xfrm xmlns:a="http://schemas.openxmlformats.org/drawingml/2006/main">
            <a:off x="4810125" y="2333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63EB"/>
                </a:solidFill>
                <a:latin typeface="Calibri"/>
                <a:ea typeface="Calibri"/>
                <a:cs typeface="Calibri"/>
              </a:defRPr>
            </a:pPr>
            <a:r>
              <a:rPr sz="1725" b="1">
                <a:solidFill>
                  <a:srgbClr val="2563EB"/>
                </a:solidFill>
                <a:latin typeface="Calibri"/>
                <a:ea typeface="Calibri"/>
                <a:cs typeface="Calibri"/>
              </a:rPr>
              <a:t>forward pass</a:t>
            </a:r>
          </a:p>
        </p:txBody>
      </p:sp>
      <p:sp>
        <p:nvSpPr>
          <p:cNvPr id="15" name="">
            <a:extLst xmlns:a="http://schemas.openxmlformats.org/drawingml/2006/main">
              <a:ext uri="{FF2B5EF4-FFF2-40B4-BE49-F238E27FC236}">
                <a16:creationId xmlns:a16="http://schemas.microsoft.com/office/drawing/2014/main" id="{4043A011-53CE-4883-96D4-0313E2D16006}"/>
              </a:ext>
            </a:extLst>
          </p:cNvPr>
          <p:cNvSpPr>
            <a:spLocks xmlns:a="http://schemas.openxmlformats.org/drawingml/2006/main" noGrp="1"/>
          </p:cNvSpPr>
          <p:nvPr/>
        </p:nvSpPr>
        <p:spPr>
          <a:xfrm xmlns:a="http://schemas.openxmlformats.org/drawingml/2006/main">
            <a:off x="795337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6" name="">
            <a:extLst xmlns:a="http://schemas.openxmlformats.org/drawingml/2006/main">
              <a:ext uri="{FF2B5EF4-FFF2-40B4-BE49-F238E27FC236}">
                <a16:creationId xmlns:a16="http://schemas.microsoft.com/office/drawing/2014/main" id="{C7A4699E-6EAD-42E7-95E6-F42CBEAF79AD}"/>
              </a:ext>
            </a:extLst>
          </p:cNvPr>
          <p:cNvSpPr>
            <a:spLocks xmlns:a="http://schemas.openxmlformats.org/drawingml/2006/main" noGrp="1"/>
          </p:cNvSpPr>
          <p:nvPr/>
        </p:nvSpPr>
        <p:spPr>
          <a:xfrm xmlns:a="http://schemas.openxmlformats.org/drawingml/2006/main">
            <a:off x="590550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7" name="">
            <a:extLst xmlns:a="http://schemas.openxmlformats.org/drawingml/2006/main">
              <a:ext uri="{FF2B5EF4-FFF2-40B4-BE49-F238E27FC236}">
                <a16:creationId xmlns:a16="http://schemas.microsoft.com/office/drawing/2014/main" id="{16ED7F5B-9BAA-4C5B-A2FF-2A6929D7FBC7}"/>
              </a:ext>
            </a:extLst>
          </p:cNvPr>
          <p:cNvSpPr>
            <a:spLocks xmlns:a="http://schemas.openxmlformats.org/drawingml/2006/main" noGrp="1"/>
          </p:cNvSpPr>
          <p:nvPr/>
        </p:nvSpPr>
        <p:spPr>
          <a:xfrm xmlns:a="http://schemas.openxmlformats.org/drawingml/2006/main">
            <a:off x="385762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8" name="">
            <a:extLst xmlns:a="http://schemas.openxmlformats.org/drawingml/2006/main">
              <a:ext uri="{FF2B5EF4-FFF2-40B4-BE49-F238E27FC236}">
                <a16:creationId xmlns:a16="http://schemas.microsoft.com/office/drawing/2014/main" id="{10D746E8-CD99-49C6-907D-3D6EF9FF3D2E}"/>
              </a:ext>
            </a:extLst>
          </p:cNvPr>
          <p:cNvSpPr>
            <a:spLocks xmlns:a="http://schemas.openxmlformats.org/drawingml/2006/main" noGrp="1"/>
          </p:cNvSpPr>
          <p:nvPr/>
        </p:nvSpPr>
        <p:spPr>
          <a:xfrm xmlns:a="http://schemas.openxmlformats.org/drawingml/2006/main">
            <a:off x="180975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9" name="">
            <a:extLst xmlns:a="http://schemas.openxmlformats.org/drawingml/2006/main">
              <a:ext uri="{FF2B5EF4-FFF2-40B4-BE49-F238E27FC236}">
                <a16:creationId xmlns:a16="http://schemas.microsoft.com/office/drawing/2014/main" id="{2D6FEF38-0695-4434-9018-0BFA9BD06EB0}"/>
              </a:ext>
            </a:extLst>
          </p:cNvPr>
          <p:cNvSpPr>
            <a:spLocks xmlns:a="http://schemas.openxmlformats.org/drawingml/2006/main" noGrp="1"/>
          </p:cNvSpPr>
          <p:nvPr/>
        </p:nvSpPr>
        <p:spPr>
          <a:xfrm xmlns:a="http://schemas.openxmlformats.org/drawingml/2006/main">
            <a:off x="2476500" y="4476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backward pass: upstream gradient × local derivative</a:t>
            </a:r>
          </a:p>
        </p:txBody>
      </p:sp>
      <p:sp>
        <p:nvSpPr>
          <p:cNvPr id="20" name="">
            <a:extLst xmlns:a="http://schemas.openxmlformats.org/drawingml/2006/main">
              <a:ext uri="{FF2B5EF4-FFF2-40B4-BE49-F238E27FC236}">
                <a16:creationId xmlns:a16="http://schemas.microsoft.com/office/drawing/2014/main" id="{D85F8D7A-7C48-4E85-A294-764BE7815D2C}"/>
              </a:ext>
            </a:extLst>
          </p:cNvPr>
          <p:cNvSpPr>
            <a:spLocks xmlns:a="http://schemas.openxmlformats.org/drawingml/2006/main" noGrp="1"/>
          </p:cNvSpPr>
          <p:nvPr/>
        </p:nvSpPr>
        <p:spPr>
          <a:xfrm xmlns:a="http://schemas.openxmlformats.org/drawingml/2006/main">
            <a:off x="3286125" y="5095875"/>
            <a:ext cx="56197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97316"/>
                </a:solidFill>
                <a:latin typeface="Calibri"/>
                <a:ea typeface="Calibri"/>
                <a:cs typeface="Calibri"/>
              </a:defRPr>
            </a:pPr>
            <a:r>
              <a:rPr sz="1875" b="1">
                <a:solidFill>
                  <a:srgbClr val="F97316"/>
                </a:solidFill>
                <a:latin typeface="Calibri"/>
                <a:ea typeface="Calibri"/>
                <a:cs typeface="Calibri"/>
              </a:rPr>
              <a:t>update:  w ← w − η · ∂L/∂w</a:t>
            </a:r>
          </a:p>
        </p:txBody>
      </p:sp>
    </p:spTree>
    <p:extLst>
      <p:ext uri="{BB962C8B-B14F-4D97-AF65-F5344CB8AC3E}">
        <p14:creationId xmlns:p14="http://schemas.microsoft.com/office/powerpoint/2010/main" val="51518506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5769141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ABE96-CF9D-4497-897C-9A05EB0E57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10FB9-4938-42E4-848B-B0BAD06E53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3" name="">
            <a:extLst xmlns:a="http://schemas.openxmlformats.org/drawingml/2006/main">
              <a:ext uri="{FF2B5EF4-FFF2-40B4-BE49-F238E27FC236}">
                <a16:creationId xmlns:a16="http://schemas.microsoft.com/office/drawing/2014/main" id="{9F0A4A16-6B46-4E62-8EFD-554A59032502}"/>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d781f93227443b0"/>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69B00D-A004-49B8-AD4B-A12FB27FB7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05621926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43612358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71234880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09108492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27038821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76258903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3733853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40832069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27d20072c95140ec"/>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d6384ca665894e75"/>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43566647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45873292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65526260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4059100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54595976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49077405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e983640c3fd64829"/>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28599304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8514897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0766035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581387420"/>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f4a182cb8e6d4175"/>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5196107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356232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757648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6374422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91703006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fc17a05581af413a">
            <a:extLst>
              <a:ext uri="{96DAC541-7B7A-43D3-8B79-37D633B846F1}">
                <asvg:svgBlip xmlns:asvg="http://schemas.microsoft.com/office/drawing/2016/SVG/main" r:embed="R6dc6af87b4534ae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8590779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9451297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92122378"/>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cd622b03859c4f1f"/>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fb76d37fcb044ef9"/>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8009fbdf29cc4733"/>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878734957"/>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03670165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2026-07-27T14:23:15.6910000Z</dcterms:created>
  <dcterms:modified xsi:type="dcterms:W3CDTF">2026-07-27T14:23:15.6910000Z</dcterms:modified>
</coreProperties>
</file>