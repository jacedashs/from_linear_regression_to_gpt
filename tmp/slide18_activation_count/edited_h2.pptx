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859fee386094612" /><Relationship Type="http://schemas.openxmlformats.org/officeDocument/2006/relationships/extended-properties" Target="/docProps/app.xml" Id="R8aa14bbc1af5406f" /><Relationship Type="http://schemas.openxmlformats.org/officeDocument/2006/relationships/officeDocument" Target="/ppt/presentation.xml" Id="R5dd638674d1e45b9" /></Relationships>
</file>

<file path=ppt/presentation.xml><?xml version="1.0" encoding="utf-8"?>
<p:presentation xmlns:p="http://schemas.openxmlformats.org/presentationml/2006/main">
  <p:sldMasterIdLst>
    <p:sldMasterId xmlns:r="http://schemas.openxmlformats.org/officeDocument/2006/relationships" id="2147483648" r:id="Reb905a106cef4268"/>
  </p:sldMasterIdLst>
  <p:notesMasterIdLst>
    <p:notesMasterId xmlns:r="http://schemas.openxmlformats.org/officeDocument/2006/relationships" r:id="R36cd7d1720c1408a"/>
  </p:notesMasterIdLst>
  <p:sldIdLst>
    <p:sldId xmlns:r="http://schemas.openxmlformats.org/officeDocument/2006/relationships" id="256" r:id="R5c6eb1bdb31f4bb5"/>
    <p:sldId xmlns:r="http://schemas.openxmlformats.org/officeDocument/2006/relationships" id="257" r:id="Rf75b524620d542fd"/>
    <p:sldId xmlns:r="http://schemas.openxmlformats.org/officeDocument/2006/relationships" id="258" r:id="Rd36069e9af21482c"/>
    <p:sldId xmlns:r="http://schemas.openxmlformats.org/officeDocument/2006/relationships" id="259" r:id="R8b9e7127908141f7"/>
    <p:sldId xmlns:r="http://schemas.openxmlformats.org/officeDocument/2006/relationships" id="260" r:id="R0a563468cb9d4ebd"/>
    <p:sldId xmlns:r="http://schemas.openxmlformats.org/officeDocument/2006/relationships" id="261" r:id="R738ca1a04bee4187"/>
    <p:sldId xmlns:r="http://schemas.openxmlformats.org/officeDocument/2006/relationships" id="262" r:id="R9734dbc4ecca4aaf"/>
    <p:sldId xmlns:r="http://schemas.openxmlformats.org/officeDocument/2006/relationships" id="263" r:id="Re88120c717974a3d"/>
    <p:sldId xmlns:r="http://schemas.openxmlformats.org/officeDocument/2006/relationships" id="264" r:id="Rec379765a72c495d"/>
    <p:sldId xmlns:r="http://schemas.openxmlformats.org/officeDocument/2006/relationships" id="265" r:id="Rdc031fb0d5c94782"/>
    <p:sldId xmlns:r="http://schemas.openxmlformats.org/officeDocument/2006/relationships" id="266" r:id="R76f6e043da814ffd"/>
    <p:sldId xmlns:r="http://schemas.openxmlformats.org/officeDocument/2006/relationships" id="267" r:id="Rb4b842eaebec47f4"/>
    <p:sldId xmlns:r="http://schemas.openxmlformats.org/officeDocument/2006/relationships" id="268" r:id="R1bf0120948304ddc"/>
    <p:sldId xmlns:r="http://schemas.openxmlformats.org/officeDocument/2006/relationships" id="269" r:id="R4c7ab766ed464e8f"/>
    <p:sldId xmlns:r="http://schemas.openxmlformats.org/officeDocument/2006/relationships" id="270" r:id="Rbea5009e08b34d79"/>
    <p:sldId xmlns:r="http://schemas.openxmlformats.org/officeDocument/2006/relationships" id="271" r:id="Rdeadf68a5ccb412d"/>
    <p:sldId xmlns:r="http://schemas.openxmlformats.org/officeDocument/2006/relationships" id="272" r:id="R0214e124565646b5"/>
    <p:sldId xmlns:r="http://schemas.openxmlformats.org/officeDocument/2006/relationships" id="273" r:id="R44a2ccec46fa4b75"/>
    <p:sldId xmlns:r="http://schemas.openxmlformats.org/officeDocument/2006/relationships" id="274" r:id="R0db4d44cf3c54047"/>
    <p:sldId xmlns:r="http://schemas.openxmlformats.org/officeDocument/2006/relationships" id="275" r:id="R5506b9d7536e4c6b"/>
    <p:sldId xmlns:r="http://schemas.openxmlformats.org/officeDocument/2006/relationships" id="276" r:id="R1b57bc1252804e9a"/>
    <p:sldId xmlns:r="http://schemas.openxmlformats.org/officeDocument/2006/relationships" id="277" r:id="R1869d7e3cb8a406a"/>
    <p:sldId xmlns:r="http://schemas.openxmlformats.org/officeDocument/2006/relationships" id="278" r:id="R5536803ee0e3457c"/>
    <p:sldId xmlns:r="http://schemas.openxmlformats.org/officeDocument/2006/relationships" id="279" r:id="R49efc6e243744f0f"/>
    <p:sldId xmlns:r="http://schemas.openxmlformats.org/officeDocument/2006/relationships" id="280" r:id="R5973fa893ef34171"/>
    <p:sldId xmlns:r="http://schemas.openxmlformats.org/officeDocument/2006/relationships" id="281" r:id="R398987262d874de4"/>
    <p:sldId xmlns:r="http://schemas.openxmlformats.org/officeDocument/2006/relationships" id="282" r:id="Rcc6a43b71daa4ad9"/>
    <p:sldId xmlns:r="http://schemas.openxmlformats.org/officeDocument/2006/relationships" id="283" r:id="R2113044737b14a42"/>
    <p:sldId xmlns:r="http://schemas.openxmlformats.org/officeDocument/2006/relationships" id="284" r:id="R033cfd7ad807480e"/>
    <p:sldId xmlns:r="http://schemas.openxmlformats.org/officeDocument/2006/relationships" id="285" r:id="R78b0a8c0a03c4a50"/>
    <p:sldId xmlns:r="http://schemas.openxmlformats.org/officeDocument/2006/relationships" id="286" r:id="R05e34de6aee4475c"/>
    <p:sldId xmlns:r="http://schemas.openxmlformats.org/officeDocument/2006/relationships" id="287" r:id="R37c2916696a14954"/>
    <p:sldId xmlns:r="http://schemas.openxmlformats.org/officeDocument/2006/relationships" id="288" r:id="R46b76e6686e943a7"/>
    <p:sldId xmlns:r="http://schemas.openxmlformats.org/officeDocument/2006/relationships" id="289" r:id="R35bff2d265584af4"/>
    <p:sldId xmlns:r="http://schemas.openxmlformats.org/officeDocument/2006/relationships" id="290" r:id="R5fe49ca7c5c34ae9"/>
    <p:sldId xmlns:r="http://schemas.openxmlformats.org/officeDocument/2006/relationships" id="291" r:id="R6f5ecc745a714fb9"/>
    <p:sldId xmlns:r="http://schemas.openxmlformats.org/officeDocument/2006/relationships" id="292" r:id="R180bc2a8bffa497a"/>
    <p:sldId xmlns:r="http://schemas.openxmlformats.org/officeDocument/2006/relationships" id="293" r:id="R5a75e97f5b7441c4"/>
    <p:sldId xmlns:r="http://schemas.openxmlformats.org/officeDocument/2006/relationships" id="294" r:id="Rad4861ca08324735"/>
    <p:sldId xmlns:r="http://schemas.openxmlformats.org/officeDocument/2006/relationships" id="295" r:id="Racfd0d5408144a62"/>
    <p:sldId xmlns:r="http://schemas.openxmlformats.org/officeDocument/2006/relationships" id="296" r:id="R05fbd80bc1604d56"/>
    <p:sldId xmlns:r="http://schemas.openxmlformats.org/officeDocument/2006/relationships" id="297" r:id="R1b283e826e2b4997"/>
    <p:sldId xmlns:r="http://schemas.openxmlformats.org/officeDocument/2006/relationships" id="298" r:id="R8eb4e330a310441b"/>
    <p:sldId xmlns:r="http://schemas.openxmlformats.org/officeDocument/2006/relationships" id="299" r:id="R30e63f9b3cea4aea"/>
    <p:sldId xmlns:r="http://schemas.openxmlformats.org/officeDocument/2006/relationships" id="300" r:id="Rfa6a6c83949c4f4b"/>
    <p:sldId xmlns:r="http://schemas.openxmlformats.org/officeDocument/2006/relationships" id="301" r:id="R7cff42fbc3f44f8a"/>
    <p:sldId xmlns:r="http://schemas.openxmlformats.org/officeDocument/2006/relationships" id="302" r:id="R92b0700280ce4147"/>
    <p:sldId xmlns:r="http://schemas.openxmlformats.org/officeDocument/2006/relationships" id="303" r:id="R672b779a90b04621"/>
    <p:sldId xmlns:r="http://schemas.openxmlformats.org/officeDocument/2006/relationships" id="304" r:id="R6b43de14e55f450a"/>
    <p:sldId xmlns:r="http://schemas.openxmlformats.org/officeDocument/2006/relationships" id="305" r:id="R1b77751811eb4f03"/>
    <p:sldId xmlns:r="http://schemas.openxmlformats.org/officeDocument/2006/relationships" id="306" r:id="R1a545593cce44cac"/>
    <p:sldId xmlns:r="http://schemas.openxmlformats.org/officeDocument/2006/relationships" id="307" r:id="Rd46294a029d541e4"/>
    <p:sldId xmlns:r="http://schemas.openxmlformats.org/officeDocument/2006/relationships" id="308" r:id="Rafcb402c251f4240"/>
    <p:sldId xmlns:r="http://schemas.openxmlformats.org/officeDocument/2006/relationships" id="309" r:id="R3be9f8a9667640e8"/>
    <p:sldId xmlns:r="http://schemas.openxmlformats.org/officeDocument/2006/relationships" id="310" r:id="Rab1b6f37ff504dc3"/>
    <p:sldId xmlns:r="http://schemas.openxmlformats.org/officeDocument/2006/relationships" id="311" r:id="R9d005a93cfd4406c"/>
    <p:sldId xmlns:r="http://schemas.openxmlformats.org/officeDocument/2006/relationships" id="312" r:id="R123294e80f764e2e"/>
    <p:sldId xmlns:r="http://schemas.openxmlformats.org/officeDocument/2006/relationships" id="313" r:id="R02c90db0c74649d4"/>
    <p:sldId xmlns:r="http://schemas.openxmlformats.org/officeDocument/2006/relationships" id="314" r:id="R10bcf00a1f1742b2"/>
    <p:sldId xmlns:r="http://schemas.openxmlformats.org/officeDocument/2006/relationships" id="315" r:id="R499c8f5cc3014255"/>
    <p:sldId xmlns:r="http://schemas.openxmlformats.org/officeDocument/2006/relationships" id="316" r:id="R578605ca47334289"/>
    <p:sldId xmlns:r="http://schemas.openxmlformats.org/officeDocument/2006/relationships" id="317" r:id="R6721ae8779924495"/>
    <p:sldId xmlns:r="http://schemas.openxmlformats.org/officeDocument/2006/relationships" id="318" r:id="Rac81a83a09d04fbd"/>
    <p:sldId xmlns:r="http://schemas.openxmlformats.org/officeDocument/2006/relationships" id="319" r:id="R8695c5c073384b7a"/>
    <p:sldId xmlns:r="http://schemas.openxmlformats.org/officeDocument/2006/relationships" id="320" r:id="Rab57a7df30694ce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6af0001259094176" /><Relationship Type="http://schemas.openxmlformats.org/officeDocument/2006/relationships/slideMaster" Target="/ppt/slideMasters/slideMaster1.xml" Id="Reb905a106cef4268" /><Relationship Type="http://schemas.openxmlformats.org/officeDocument/2006/relationships/notesMaster" Target="/ppt/notesMasters/notesMaster1.xml" Id="R36cd7d1720c1408a" /><Relationship Type="http://schemas.openxmlformats.org/officeDocument/2006/relationships/presProps" Target="/ppt/presProps.xml" Id="Rd35d55acb7b94e11" /><Relationship Type="http://schemas.openxmlformats.org/officeDocument/2006/relationships/viewProps" Target="/ppt/viewProps.xml" Id="R871df3372d69430c" /><Relationship Type="http://schemas.openxmlformats.org/officeDocument/2006/relationships/tableStyles" Target="/ppt/tableStyles.xml" Id="R34fc2d951ba345b1" /><Relationship Type="http://schemas.openxmlformats.org/officeDocument/2006/relationships/slide" Target="/ppt/slides/slide1.xml" Id="R5c6eb1bdb31f4bb5" /><Relationship Type="http://schemas.openxmlformats.org/officeDocument/2006/relationships/slide" Target="/ppt/slides/slide2.xml" Id="Rf75b524620d542fd" /><Relationship Type="http://schemas.openxmlformats.org/officeDocument/2006/relationships/slide" Target="/ppt/slides/slide3.xml" Id="Rd36069e9af21482c" /><Relationship Type="http://schemas.openxmlformats.org/officeDocument/2006/relationships/slide" Target="/ppt/slides/slide4.xml" Id="R8b9e7127908141f7" /><Relationship Type="http://schemas.openxmlformats.org/officeDocument/2006/relationships/slide" Target="/ppt/slides/slide5.xml" Id="R0a563468cb9d4ebd" /><Relationship Type="http://schemas.openxmlformats.org/officeDocument/2006/relationships/slide" Target="/ppt/slides/slide6.xml" Id="R738ca1a04bee4187" /><Relationship Type="http://schemas.openxmlformats.org/officeDocument/2006/relationships/slide" Target="/ppt/slides/slide7.xml" Id="R9734dbc4ecca4aaf" /><Relationship Type="http://schemas.openxmlformats.org/officeDocument/2006/relationships/slide" Target="/ppt/slides/slide8.xml" Id="Re88120c717974a3d" /><Relationship Type="http://schemas.openxmlformats.org/officeDocument/2006/relationships/slide" Target="/ppt/slides/slide9.xml" Id="Rec379765a72c495d" /><Relationship Type="http://schemas.openxmlformats.org/officeDocument/2006/relationships/slide" Target="/ppt/slides/slide10.xml" Id="Rdc031fb0d5c94782" /><Relationship Type="http://schemas.openxmlformats.org/officeDocument/2006/relationships/slide" Target="/ppt/slides/slide11.xml" Id="R76f6e043da814ffd" /><Relationship Type="http://schemas.openxmlformats.org/officeDocument/2006/relationships/slide" Target="/ppt/slides/slide12.xml" Id="Rb4b842eaebec47f4" /><Relationship Type="http://schemas.openxmlformats.org/officeDocument/2006/relationships/slide" Target="/ppt/slides/slide13.xml" Id="R1bf0120948304ddc" /><Relationship Type="http://schemas.openxmlformats.org/officeDocument/2006/relationships/slide" Target="/ppt/slides/slide14.xml" Id="R4c7ab766ed464e8f" /><Relationship Type="http://schemas.openxmlformats.org/officeDocument/2006/relationships/slide" Target="/ppt/slides/slide15.xml" Id="Rbea5009e08b34d79" /><Relationship Type="http://schemas.openxmlformats.org/officeDocument/2006/relationships/slide" Target="/ppt/slides/slide16.xml" Id="Rdeadf68a5ccb412d" /><Relationship Type="http://schemas.openxmlformats.org/officeDocument/2006/relationships/slide" Target="/ppt/slides/slide17.xml" Id="R0214e124565646b5" /><Relationship Type="http://schemas.openxmlformats.org/officeDocument/2006/relationships/slide" Target="/ppt/slides/slide18.xml" Id="R44a2ccec46fa4b75" /><Relationship Type="http://schemas.openxmlformats.org/officeDocument/2006/relationships/slide" Target="/ppt/slides/slide19.xml" Id="R0db4d44cf3c54047" /><Relationship Type="http://schemas.openxmlformats.org/officeDocument/2006/relationships/slide" Target="/ppt/slides/slide20.xml" Id="R5506b9d7536e4c6b" /><Relationship Type="http://schemas.openxmlformats.org/officeDocument/2006/relationships/slide" Target="/ppt/slides/slide21.xml" Id="R1b57bc1252804e9a" /><Relationship Type="http://schemas.openxmlformats.org/officeDocument/2006/relationships/slide" Target="/ppt/slides/slide22.xml" Id="R1869d7e3cb8a406a" /><Relationship Type="http://schemas.openxmlformats.org/officeDocument/2006/relationships/slide" Target="/ppt/slides/slide23.xml" Id="R5536803ee0e3457c" /><Relationship Type="http://schemas.openxmlformats.org/officeDocument/2006/relationships/slide" Target="/ppt/slides/slide24.xml" Id="R49efc6e243744f0f" /><Relationship Type="http://schemas.openxmlformats.org/officeDocument/2006/relationships/slide" Target="/ppt/slides/slide25.xml" Id="R5973fa893ef34171" /><Relationship Type="http://schemas.openxmlformats.org/officeDocument/2006/relationships/slide" Target="/ppt/slides/slide26.xml" Id="R398987262d874de4" /><Relationship Type="http://schemas.openxmlformats.org/officeDocument/2006/relationships/slide" Target="/ppt/slides/slide27.xml" Id="Rcc6a43b71daa4ad9" /><Relationship Type="http://schemas.openxmlformats.org/officeDocument/2006/relationships/slide" Target="/ppt/slides/slide28.xml" Id="R2113044737b14a42" /><Relationship Type="http://schemas.openxmlformats.org/officeDocument/2006/relationships/slide" Target="/ppt/slides/slide29.xml" Id="R033cfd7ad807480e" /><Relationship Type="http://schemas.openxmlformats.org/officeDocument/2006/relationships/slide" Target="/ppt/slides/slide30.xml" Id="R78b0a8c0a03c4a50" /><Relationship Type="http://schemas.openxmlformats.org/officeDocument/2006/relationships/slide" Target="/ppt/slides/slide31.xml" Id="R05e34de6aee4475c" /><Relationship Type="http://schemas.openxmlformats.org/officeDocument/2006/relationships/slide" Target="/ppt/slides/slide32.xml" Id="R37c2916696a14954" /><Relationship Type="http://schemas.openxmlformats.org/officeDocument/2006/relationships/slide" Target="/ppt/slides/slide33.xml" Id="R46b76e6686e943a7" /><Relationship Type="http://schemas.openxmlformats.org/officeDocument/2006/relationships/slide" Target="/ppt/slides/slide34.xml" Id="R35bff2d265584af4" /><Relationship Type="http://schemas.openxmlformats.org/officeDocument/2006/relationships/slide" Target="/ppt/slides/slide35.xml" Id="R5fe49ca7c5c34ae9" /><Relationship Type="http://schemas.openxmlformats.org/officeDocument/2006/relationships/slide" Target="/ppt/slides/slide36.xml" Id="R6f5ecc745a714fb9" /><Relationship Type="http://schemas.openxmlformats.org/officeDocument/2006/relationships/slide" Target="/ppt/slides/slide37.xml" Id="R180bc2a8bffa497a" /><Relationship Type="http://schemas.openxmlformats.org/officeDocument/2006/relationships/slide" Target="/ppt/slides/slide38.xml" Id="R5a75e97f5b7441c4" /><Relationship Type="http://schemas.openxmlformats.org/officeDocument/2006/relationships/slide" Target="/ppt/slides/slide39.xml" Id="Rad4861ca08324735" /><Relationship Type="http://schemas.openxmlformats.org/officeDocument/2006/relationships/slide" Target="/ppt/slides/slide40.xml" Id="Racfd0d5408144a62" /><Relationship Type="http://schemas.openxmlformats.org/officeDocument/2006/relationships/slide" Target="/ppt/slides/slide41.xml" Id="R05fbd80bc1604d56" /><Relationship Type="http://schemas.openxmlformats.org/officeDocument/2006/relationships/slide" Target="/ppt/slides/slide42.xml" Id="R1b283e826e2b4997" /><Relationship Type="http://schemas.openxmlformats.org/officeDocument/2006/relationships/slide" Target="/ppt/slides/slide43.xml" Id="R8eb4e330a310441b" /><Relationship Type="http://schemas.openxmlformats.org/officeDocument/2006/relationships/slide" Target="/ppt/slides/slide44.xml" Id="R30e63f9b3cea4aea" /><Relationship Type="http://schemas.openxmlformats.org/officeDocument/2006/relationships/slide" Target="/ppt/slides/slide45.xml" Id="Rfa6a6c83949c4f4b" /><Relationship Type="http://schemas.openxmlformats.org/officeDocument/2006/relationships/slide" Target="/ppt/slides/slide46.xml" Id="R7cff42fbc3f44f8a" /><Relationship Type="http://schemas.openxmlformats.org/officeDocument/2006/relationships/slide" Target="/ppt/slides/slide47.xml" Id="R92b0700280ce4147" /><Relationship Type="http://schemas.openxmlformats.org/officeDocument/2006/relationships/slide" Target="/ppt/slides/slide48.xml" Id="R672b779a90b04621" /><Relationship Type="http://schemas.openxmlformats.org/officeDocument/2006/relationships/slide" Target="/ppt/slides/slide49.xml" Id="R6b43de14e55f450a" /><Relationship Type="http://schemas.openxmlformats.org/officeDocument/2006/relationships/slide" Target="/ppt/slides/slide50.xml" Id="R1b77751811eb4f03" /><Relationship Type="http://schemas.openxmlformats.org/officeDocument/2006/relationships/slide" Target="/ppt/slides/slide51.xml" Id="R1a545593cce44cac" /><Relationship Type="http://schemas.openxmlformats.org/officeDocument/2006/relationships/slide" Target="/ppt/slides/slide52.xml" Id="Rd46294a029d541e4" /><Relationship Type="http://schemas.openxmlformats.org/officeDocument/2006/relationships/slide" Target="/ppt/slides/slide53.xml" Id="Rafcb402c251f4240" /><Relationship Type="http://schemas.openxmlformats.org/officeDocument/2006/relationships/slide" Target="/ppt/slides/slide54.xml" Id="R3be9f8a9667640e8" /><Relationship Type="http://schemas.openxmlformats.org/officeDocument/2006/relationships/slide" Target="/ppt/slides/slide55.xml" Id="Rab1b6f37ff504dc3" /><Relationship Type="http://schemas.openxmlformats.org/officeDocument/2006/relationships/slide" Target="/ppt/slides/slide56.xml" Id="R9d005a93cfd4406c" /><Relationship Type="http://schemas.openxmlformats.org/officeDocument/2006/relationships/slide" Target="/ppt/slides/slide57.xml" Id="R123294e80f764e2e" /><Relationship Type="http://schemas.openxmlformats.org/officeDocument/2006/relationships/slide" Target="/ppt/slides/slide58.xml" Id="R02c90db0c74649d4" /><Relationship Type="http://schemas.openxmlformats.org/officeDocument/2006/relationships/slide" Target="/ppt/slides/slide59.xml" Id="R10bcf00a1f1742b2" /><Relationship Type="http://schemas.openxmlformats.org/officeDocument/2006/relationships/slide" Target="/ppt/slides/slide60.xml" Id="R499c8f5cc3014255" /><Relationship Type="http://schemas.openxmlformats.org/officeDocument/2006/relationships/slide" Target="/ppt/slides/slide61.xml" Id="R578605ca47334289" /><Relationship Type="http://schemas.openxmlformats.org/officeDocument/2006/relationships/slide" Target="/ppt/slides/slide62.xml" Id="R6721ae8779924495" /><Relationship Type="http://schemas.openxmlformats.org/officeDocument/2006/relationships/slide" Target="/ppt/slides/slide63.xml" Id="Rac81a83a09d04fbd" /><Relationship Type="http://schemas.openxmlformats.org/officeDocument/2006/relationships/slide" Target="/ppt/slides/slide64.xml" Id="R8695c5c073384b7a" /><Relationship Type="http://schemas.openxmlformats.org/officeDocument/2006/relationships/slide" Target="/ppt/slides/slide65.xml" Id="Rab57a7df30694ce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bba5db0a2ca47b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Thesis">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Times New Roman"/>
        <a:ea typeface="SimSun"/>
        <a:cs typeface="Times New Roman"/>
      </a:majorFont>
      <a:minorFont>
        <a:latin typeface="Times New Roman"/>
        <a:ea typeface="SimSun"/>
        <a:cs typeface="Times New Roman"/>
      </a:minorFont>
    </a:fontScheme>
    <a:fmtScheme name="New Offi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b88d1b622e149b6" /><Relationship Type="http://schemas.openxmlformats.org/officeDocument/2006/relationships/notesMaster" Target="/ppt/notesMasters/notesMaster1.xml" Id="R12a6168f19f145f8" /></Relationships>
</file>

<file path=ppt/notesSlides/_rels/notesSlide2.xml.rels>&#65279;<?xml version="1.0" encoding="utf-8"?><Relationships xmlns="http://schemas.openxmlformats.org/package/2006/relationships"><Relationship Type="http://schemas.openxmlformats.org/officeDocument/2006/relationships/slide" Target="/ppt/slides/slide2.xml" Id="R9957d74d5c7843eb" /><Relationship Type="http://schemas.openxmlformats.org/officeDocument/2006/relationships/notesMaster" Target="/ppt/notesMasters/notesMaster1.xml" Id="R3dd6c1e96324430d" /></Relationships>
</file>

<file path=ppt/notesSlides/_rels/notesSlide3.xml.rels>&#65279;<?xml version="1.0" encoding="utf-8"?><Relationships xmlns="http://schemas.openxmlformats.org/package/2006/relationships"><Relationship Type="http://schemas.openxmlformats.org/officeDocument/2006/relationships/slide" Target="/ppt/slides/slide3.xml" Id="Rdcdbdcf9a3b94e07" /><Relationship Type="http://schemas.openxmlformats.org/officeDocument/2006/relationships/notesMaster" Target="/ppt/notesMasters/notesMaster1.xml" Id="R23d09ce6e2764900" /></Relationships>
</file>

<file path=ppt/notesSlides/_rels/notesSlide4.xml.rels>&#65279;<?xml version="1.0" encoding="utf-8"?><Relationships xmlns="http://schemas.openxmlformats.org/package/2006/relationships"><Relationship Type="http://schemas.openxmlformats.org/officeDocument/2006/relationships/slide" Target="/ppt/slides/slide4.xml" Id="R8d969e0b5d5044d7" /><Relationship Type="http://schemas.openxmlformats.org/officeDocument/2006/relationships/notesMaster" Target="/ppt/notesMasters/notesMaster1.xml" Id="Rfd0bc5f4e3c447eb" /></Relationships>
</file>

<file path=ppt/notesSlides/_rels/notesSlide5.xml.rels>&#65279;<?xml version="1.0" encoding="utf-8"?><Relationships xmlns="http://schemas.openxmlformats.org/package/2006/relationships"><Relationship Type="http://schemas.openxmlformats.org/officeDocument/2006/relationships/slide" Target="/ppt/slides/slide5.xml" Id="R35720766d58c4b07" /><Relationship Type="http://schemas.openxmlformats.org/officeDocument/2006/relationships/notesMaster" Target="/ppt/notesMasters/notesMaster1.xml" Id="R20f959dfef41479c" /></Relationships>
</file>

<file path=ppt/notesSlides/_rels/notesSlide6.xml.rels>&#65279;<?xml version="1.0" encoding="utf-8"?><Relationships xmlns="http://schemas.openxmlformats.org/package/2006/relationships"><Relationship Type="http://schemas.openxmlformats.org/officeDocument/2006/relationships/slide" Target="/ppt/slides/slide6.xml" Id="Rcc7e939347bd4581" /><Relationship Type="http://schemas.openxmlformats.org/officeDocument/2006/relationships/notesMaster" Target="/ppt/notesMasters/notesMaster1.xml" Id="Rd0ef2f74b0754cb3" /></Relationships>
</file>

<file path=ppt/notesSlides/_rels/notesSlide7.xml.rels>&#65279;<?xml version="1.0" encoding="utf-8"?><Relationships xmlns="http://schemas.openxmlformats.org/package/2006/relationships"><Relationship Type="http://schemas.openxmlformats.org/officeDocument/2006/relationships/slide" Target="/ppt/slides/slide7.xml" Id="Rf5863430368d4c0b" /><Relationship Type="http://schemas.openxmlformats.org/officeDocument/2006/relationships/notesMaster" Target="/ppt/notesMasters/notesMaster1.xml" Id="R1899b07733904716" /></Relationships>
</file>

<file path=ppt/notesSlides/_rels/notesSlide8.xml.rels>&#65279;<?xml version="1.0" encoding="utf-8"?><Relationships xmlns="http://schemas.openxmlformats.org/package/2006/relationships"><Relationship Type="http://schemas.openxmlformats.org/officeDocument/2006/relationships/slide" Target="/ppt/slides/slide8.xml" Id="R85d42d2a056d4f3f" /><Relationship Type="http://schemas.openxmlformats.org/officeDocument/2006/relationships/notesMaster" Target="/ppt/notesMasters/notesMaster1.xml" Id="R52d800e6a8274dee" /></Relationships>
</file>

<file path=ppt/notesSlides/_rels/notesSlide9.xml.rels>&#65279;<?xml version="1.0" encoding="utf-8"?><Relationships xmlns="http://schemas.openxmlformats.org/package/2006/relationships"><Relationship Type="http://schemas.openxmlformats.org/officeDocument/2006/relationships/slide" Target="/ppt/slides/slide9.xml" Id="Rb6b3d50e7f854a06" /><Relationship Type="http://schemas.openxmlformats.org/officeDocument/2006/relationships/notesMaster" Target="/ppt/notesMasters/notesMaster1.xml" Id="R57a8116e36d14e0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e5776d94caf45a5" /><Relationship Type="http://schemas.openxmlformats.org/officeDocument/2006/relationships/notesMaster" Target="/ppt/notesMasters/notesMaster1.xml" Id="R5daa5fd3e5004cf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18df599a0c7435e" /><Relationship Type="http://schemas.openxmlformats.org/officeDocument/2006/relationships/notesMaster" Target="/ppt/notesMasters/notesMaster1.xml" Id="R26cd55865a0d416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2619844fe244048" /><Relationship Type="http://schemas.openxmlformats.org/officeDocument/2006/relationships/notesMaster" Target="/ppt/notesMasters/notesMaster1.xml" Id="R14aa96d5c4ff43c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5bc4f9966e44931" /><Relationship Type="http://schemas.openxmlformats.org/officeDocument/2006/relationships/notesMaster" Target="/ppt/notesMasters/notesMaster1.xml" Id="Rb78bddfa67ef470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e8b750f24a84ed7" /><Relationship Type="http://schemas.openxmlformats.org/officeDocument/2006/relationships/notesMaster" Target="/ppt/notesMasters/notesMaster1.xml" Id="Raa67f9a4b8db4c7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d8ecca54dbc41eb" /><Relationship Type="http://schemas.openxmlformats.org/officeDocument/2006/relationships/notesMaster" Target="/ppt/notesMasters/notesMaster1.xml" Id="R9e7a5cf127f5406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8a91f2b1b014486" /><Relationship Type="http://schemas.openxmlformats.org/officeDocument/2006/relationships/notesMaster" Target="/ppt/notesMasters/notesMaster1.xml" Id="R9f45d4b44823467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e919643423b4886" /><Relationship Type="http://schemas.openxmlformats.org/officeDocument/2006/relationships/notesMaster" Target="/ppt/notesMasters/notesMaster1.xml" Id="R15dbff3bf33d4ca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a3d75f9e6a74af6" /><Relationship Type="http://schemas.openxmlformats.org/officeDocument/2006/relationships/notesMaster" Target="/ppt/notesMasters/notesMaster1.xml" Id="Rb069035ba3b7425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a7fa9702da946de" /><Relationship Type="http://schemas.openxmlformats.org/officeDocument/2006/relationships/notesMaster" Target="/ppt/notesMasters/notesMaster1.xml" Id="R06bbcc359ceb41b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816a91f075a4a8a" /><Relationship Type="http://schemas.openxmlformats.org/officeDocument/2006/relationships/notesMaster" Target="/ppt/notesMasters/notesMaster1.xml" Id="R098edb681d714c4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022a1f3bd4c4562" /><Relationship Type="http://schemas.openxmlformats.org/officeDocument/2006/relationships/notesMaster" Target="/ppt/notesMasters/notesMaster1.xml" Id="R8619f3bb28a34a3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59a3695217b4054" /><Relationship Type="http://schemas.openxmlformats.org/officeDocument/2006/relationships/notesMaster" Target="/ppt/notesMasters/notesMaster1.xml" Id="R335a35825891401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300b1f99276849ab" /><Relationship Type="http://schemas.openxmlformats.org/officeDocument/2006/relationships/notesMaster" Target="/ppt/notesMasters/notesMaster1.xml" Id="R9209dc74e37c4c1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fc7dd7b78db54393" /><Relationship Type="http://schemas.openxmlformats.org/officeDocument/2006/relationships/notesMaster" Target="/ppt/notesMasters/notesMaster1.xml" Id="R5664fc715a17463a"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904e25a10a9a428e" /><Relationship Type="http://schemas.openxmlformats.org/officeDocument/2006/relationships/notesMaster" Target="/ppt/notesMasters/notesMaster1.xml" Id="Rb7cd657aa461443d"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ead528a7beb34b58" /><Relationship Type="http://schemas.openxmlformats.org/officeDocument/2006/relationships/notesMaster" Target="/ppt/notesMasters/notesMaster1.xml" Id="Rd1a3712d269944d9"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72423a09e9c24eda" /><Relationship Type="http://schemas.openxmlformats.org/officeDocument/2006/relationships/notesMaster" Target="/ppt/notesMasters/notesMaster1.xml" Id="R122adc55f07e4085"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2bbbc98441904d6d" /><Relationship Type="http://schemas.openxmlformats.org/officeDocument/2006/relationships/notesMaster" Target="/ppt/notesMasters/notesMaster1.xml" Id="Rac0a7d3ea4034ae7"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ed34267cfd6247b0" /><Relationship Type="http://schemas.openxmlformats.org/officeDocument/2006/relationships/notesMaster" Target="/ppt/notesMasters/notesMaster1.xml" Id="R78a870b18bdd46a0"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ab6e03b6af9642eb" /><Relationship Type="http://schemas.openxmlformats.org/officeDocument/2006/relationships/notesMaster" Target="/ppt/notesMasters/notesMaster1.xml" Id="Rcb60e6a7c9724d76"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cce04ce9ccbc41f2" /><Relationship Type="http://schemas.openxmlformats.org/officeDocument/2006/relationships/notesMaster" Target="/ppt/notesMasters/notesMaster1.xml" Id="R5696dcf2ef584e5f"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bb859c92e2364753" /><Relationship Type="http://schemas.openxmlformats.org/officeDocument/2006/relationships/notesMaster" Target="/ppt/notesMasters/notesMaster1.xml" Id="Rc0ec17e5088c4dbc"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4188aac1834344eb" /><Relationship Type="http://schemas.openxmlformats.org/officeDocument/2006/relationships/notesMaster" Target="/ppt/notesMasters/notesMaster1.xml" Id="R7f01e3e57d5d445e"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b3ae4e766842423a" /><Relationship Type="http://schemas.openxmlformats.org/officeDocument/2006/relationships/notesMaster" Target="/ppt/notesMasters/notesMaster1.xml" Id="Rdca242a79577474a"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0853f60d87894ad7" /><Relationship Type="http://schemas.openxmlformats.org/officeDocument/2006/relationships/notesMaster" Target="/ppt/notesMasters/notesMaster1.xml" Id="Rcf27c7df405a4813"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1f2f64f15fea495c" /><Relationship Type="http://schemas.openxmlformats.org/officeDocument/2006/relationships/notesMaster" Target="/ppt/notesMasters/notesMaster1.xml" Id="R174fedd8b0334247"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9930754fa62f423e" /><Relationship Type="http://schemas.openxmlformats.org/officeDocument/2006/relationships/notesMaster" Target="/ppt/notesMasters/notesMaster1.xml" Id="Rda6c18b71c0c423e"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ace2400b39ac4280" /><Relationship Type="http://schemas.openxmlformats.org/officeDocument/2006/relationships/notesMaster" Target="/ppt/notesMasters/notesMaster1.xml" Id="R604fe368db884a43"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b709825c66ad41f4" /><Relationship Type="http://schemas.openxmlformats.org/officeDocument/2006/relationships/notesMaster" Target="/ppt/notesMasters/notesMaster1.xml" Id="R154c505ba27643ec"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e9e4205f022541f9" /><Relationship Type="http://schemas.openxmlformats.org/officeDocument/2006/relationships/notesMaster" Target="/ppt/notesMasters/notesMaster1.xml" Id="R3c2879f217904600"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66fdcb228b8a44cd" /><Relationship Type="http://schemas.openxmlformats.org/officeDocument/2006/relationships/notesMaster" Target="/ppt/notesMasters/notesMaster1.xml" Id="R76425ca91f6c4186"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ba162b39813c4f7c" /><Relationship Type="http://schemas.openxmlformats.org/officeDocument/2006/relationships/notesMaster" Target="/ppt/notesMasters/notesMaster1.xml" Id="R1aeab9cc17c34a18"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695d9d45a00d4ddb" /><Relationship Type="http://schemas.openxmlformats.org/officeDocument/2006/relationships/notesMaster" Target="/ppt/notesMasters/notesMaster1.xml" Id="Ra6fcb74e273a40c8"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d77edc18b0014820" /><Relationship Type="http://schemas.openxmlformats.org/officeDocument/2006/relationships/notesMaster" Target="/ppt/notesMasters/notesMaster1.xml" Id="R94960f46bfe746fa"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b383680106e64d2a" /><Relationship Type="http://schemas.openxmlformats.org/officeDocument/2006/relationships/notesMaster" Target="/ppt/notesMasters/notesMaster1.xml" Id="Rd7bd92ce51284fce"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283365b585ed4fcd" /><Relationship Type="http://schemas.openxmlformats.org/officeDocument/2006/relationships/notesMaster" Target="/ppt/notesMasters/notesMaster1.xml" Id="Raf2d51c3366c43f2"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f5390dd1548c433d" /><Relationship Type="http://schemas.openxmlformats.org/officeDocument/2006/relationships/notesMaster" Target="/ppt/notesMasters/notesMaster1.xml" Id="R2ae6c2f3ac3941f0"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21b70d3315cf4df5" /><Relationship Type="http://schemas.openxmlformats.org/officeDocument/2006/relationships/notesMaster" Target="/ppt/notesMasters/notesMaster1.xml" Id="Ref385d891e62405a"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f273f8aaade14e2b" /><Relationship Type="http://schemas.openxmlformats.org/officeDocument/2006/relationships/notesMaster" Target="/ppt/notesMasters/notesMaster1.xml" Id="R817e6a525046450f"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eb86575ace454d0d" /><Relationship Type="http://schemas.openxmlformats.org/officeDocument/2006/relationships/notesMaster" Target="/ppt/notesMasters/notesMaster1.xml" Id="Rbc68e5ba486a4d64"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3bc8bae3da6f4d83" /><Relationship Type="http://schemas.openxmlformats.org/officeDocument/2006/relationships/notesMaster" Target="/ppt/notesMasters/notesMaster1.xml" Id="Rbdb60e0d111f46ea"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c9eed59524354f99" /><Relationship Type="http://schemas.openxmlformats.org/officeDocument/2006/relationships/notesMaster" Target="/ppt/notesMasters/notesMaster1.xml" Id="R0f2a0aa3e0b74236"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04b40bc6224348f9" /><Relationship Type="http://schemas.openxmlformats.org/officeDocument/2006/relationships/notesMaster" Target="/ppt/notesMasters/notesMaster1.xml" Id="R3a4682329842431d"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0a873138d3724002" /><Relationship Type="http://schemas.openxmlformats.org/officeDocument/2006/relationships/notesMaster" Target="/ppt/notesMasters/notesMaster1.xml" Id="R35764ce3bc69430a"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3af2bfcae14940ba" /><Relationship Type="http://schemas.openxmlformats.org/officeDocument/2006/relationships/notesMaster" Target="/ppt/notesMasters/notesMaster1.xml" Id="R74541f0c3283406e"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b183b20122704276" /><Relationship Type="http://schemas.openxmlformats.org/officeDocument/2006/relationships/notesMaster" Target="/ppt/notesMasters/notesMaster1.xml" Id="Rdc0ebc768b554e70"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10ef0f99eafe4199" /><Relationship Type="http://schemas.openxmlformats.org/officeDocument/2006/relationships/notesMaster" Target="/ppt/notesMasters/notesMaster1.xml" Id="R01dea00d0e274c40"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dabc1a24504c49fb" /><Relationship Type="http://schemas.openxmlformats.org/officeDocument/2006/relationships/notesMaster" Target="/ppt/notesMasters/notesMaster1.xml" Id="R2b0758ffee264105"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77b592438e5247ad" /><Relationship Type="http://schemas.openxmlformats.org/officeDocument/2006/relationships/notesMaster" Target="/ppt/notesMasters/notesMaster1.xml" Id="R2e0c183ce7fa4e98"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8854722c4a2b4784" /><Relationship Type="http://schemas.openxmlformats.org/officeDocument/2006/relationships/notesMaster" Target="/ppt/notesMasters/notesMaster1.xml" Id="R57af42ecc4354baa"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0504286dc1204277" /><Relationship Type="http://schemas.openxmlformats.org/officeDocument/2006/relationships/notesMaster" Target="/ppt/notesMasters/notesMaster1.xml" Id="R5bdb1e80b4c949c8"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6de8c844b9834e54" /><Relationship Type="http://schemas.openxmlformats.org/officeDocument/2006/relationships/notesMaster" Target="/ppt/notesMasters/notesMaster1.xml" Id="R8de735d4257542b3"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50b4b09d5ca74bb4" /><Relationship Type="http://schemas.openxmlformats.org/officeDocument/2006/relationships/notesMaster" Target="/ppt/notesMasters/notesMaster1.xml" Id="R2775ae99da3e4cdd"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1f245d3e2d6f46d1" /><Relationship Type="http://schemas.openxmlformats.org/officeDocument/2006/relationships/notesMaster" Target="/ppt/notesMasters/notesMaster1.xml" Id="Rb8d7846bd8194751"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92d5843cf17747e1" /><Relationship Type="http://schemas.openxmlformats.org/officeDocument/2006/relationships/notesMaster" Target="/ppt/notesMasters/notesMaster1.xml" Id="R0e51cea66f9b40c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This slide now functions as the table of contents: foundations, language representation, attention, Transformer, and GPT.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AI landscape image supplied by the user: https://media.licdn.com/dms/image/v2/D4D22AQEwD7fMcLTAdQ/feedshare-shrink_800/B4DZd9bUoRG8Ag-/0/1750156005031?e=2147483647&amp;v=beta&amp;t=dCR6tdHvBihBUouwX60e8hqjI_j5cD386Zc8Bszzw_M</a:t>
            </a:r>
          </a:p>
          <a:p xmlns:a="http://schemas.openxmlformats.org/drawingml/2006/main">
            <a:pPr>
              <a:buNone/>
            </a:pPr>
            <a:r>
              <a:t>The image is presented as an orientation graphic; labels are reproduced from the supplied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train/validation/test model evaluation practice.</a:t>
            </a:r>
          </a:p>
          <a:p xmlns:a="http://schemas.openxmlformats.org/drawingml/2006/main">
            <a:pPr>
              <a:buNone/>
            </a:pPr>
            <a:r>
              <a:t>Train data is used to fit parameters. Validation data is used for model selection and hyperparameter tuning, so it can influence the development process. Test data is held out until the end to estimate final generalization.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train/validation/test evaluation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a:p xmlns:a="http://schemas.openxmlformats.org/drawingml/2006/main">
            <a:pPr>
              <a:buNone/>
            </a:pPr>
          </a:p>
          <a:p xmlns:a="http://schemas.openxmlformats.org/drawingml/2006/main">
            <a:pPr>
              <a:buNone/>
            </a:pPr>
            <a:r>
              <a:rPr sz="1200"/>
              <a:t>Backtracking line search shrinks bad steps</a:t>
            </a:r>
            <a:r>
              <a:t>는 다음 의미입니다.</a:t>
            </a:r>
          </a:p>
          <a:p xmlns:a="http://schemas.openxmlformats.org/drawingml/2006/main">
            <a:pPr>
              <a:buNone/>
            </a:pPr>
            <a:r>
              <a:t>경사하강법은 우선 비교적 큰 학습률 \(\alpha\)로 이동을 시도합니다.</a:t>
            </a:r>
          </a:p>
          <a:p xmlns:a="http://schemas.openxmlformats.org/drawingml/2006/main">
            <a:pPr>
              <a:buNone/>
            </a:pPr>
            <a:r>
              <a:t>\[ \theta_{\text{new}}=\theta-\alpha\nabla L(\theta) \]</a:t>
            </a:r>
          </a:p>
          <a:p xmlns:a="http://schemas.openxmlformats.org/drawingml/2006/main">
            <a:pPr>
              <a:buNone/>
            </a:pPr>
            <a:r>
              <a:t>이동한 뒤 손실 \(L\)이 충분히 감소했는지 확인합니다.</a:t>
            </a:r>
          </a:p>
          <a:p xmlns:a="http://schemas.openxmlformats.org/drawingml/2006/main">
            <a:pPr>
              <a:buNone/>
            </a:pPr>
            <a:r>
              <a:t>손실이 충분히 감소하면 해당 이동을 </a:t>
            </a:r>
            <a:r>
              <a:rPr sz="1200"/>
              <a:t>accept</a:t>
            </a:r>
          </a:p>
          <a:p xmlns:a="http://schemas.openxmlformats.org/drawingml/2006/main">
            <a:pPr>
              <a:buNone/>
            </a:pPr>
            <a:r>
              <a:t>감소하지 않거나 오히려 증가하면 </a:t>
            </a:r>
            <a:r>
              <a:rPr sz="1200"/>
              <a:t>reject</a:t>
            </a:r>
          </a:p>
          <a:p xmlns:a="http://schemas.openxmlformats.org/drawingml/2006/main">
            <a:pPr>
              <a:buNone/>
            </a:pPr>
            <a:r>
              <a:t>거부되면 학습률을 줄여 다시 시도</a:t>
            </a:r>
          </a:p>
          <a:p xmlns:a="http://schemas.openxmlformats.org/drawingml/2006/main">
            <a:pPr>
              <a:buNone/>
            </a:pPr>
            <a:r>
              <a:t>\[ \alpha \leftarrow \rho\alpha,\qquad 0&lt;\rho&lt;1 \]</a:t>
            </a:r>
          </a:p>
          <a:p xmlns:a="http://schemas.openxmlformats.org/drawingml/2006/main">
            <a:pPr>
              <a:buNone/>
            </a:pPr>
            <a:r>
              <a:t>일반적으로 \(\rho=0.5\)라면 다음처럼 진행됩니다.</a:t>
            </a:r>
          </a:p>
          <a:p xmlns:a="http://schemas.openxmlformats.org/drawingml/2006/main">
            <a:pPr>
              <a:buNone/>
            </a:pPr>
            <a:r>
              <a:t>\[ \alpha,\quad \frac{\alpha}{2},\quad \frac{\alpha}{4},\quad \frac{\alpha}{8},\dots \]</a:t>
            </a:r>
          </a:p>
          <a:p xmlns:a="http://schemas.openxmlformats.org/drawingml/2006/main">
            <a:pPr>
              <a:buNone/>
            </a:pPr>
            <a:r>
              <a:t>예를 들면:</a:t>
            </a:r>
          </a:p>
          <a:p xmlns:a="http://schemas.openxmlformats.org/drawingml/2006/main">
            <a:pPr>
              <a:buNone/>
            </a:pPr>
            <a:r>
              <a:t>\(\alpha=1.0\)으로 이동 → 손실 증가 → reject</a:t>
            </a:r>
          </a:p>
          <a:p xmlns:a="http://schemas.openxmlformats.org/drawingml/2006/main">
            <a:pPr>
              <a:buNone/>
            </a:pPr>
            <a:r>
              <a:t>\(\alpha=0.5\)로 다시 이동 → 감소량 부족 → reject</a:t>
            </a:r>
          </a:p>
          <a:p xmlns:a="http://schemas.openxmlformats.org/drawingml/2006/main">
            <a:pPr>
              <a:buNone/>
            </a:pPr>
            <a:r>
              <a:t>\(\alpha=0.25\)로 이동 → 손실 충분히 감소 → accept</a:t>
            </a:r>
          </a:p>
          <a:p xmlns:a="http://schemas.openxmlformats.org/drawingml/2006/main">
            <a:pPr>
              <a:buNone/>
            </a:pPr>
            <a:r>
              <a:t>즉, 제목은 “너무 큰 보폭으로 잘못 이동하려 하면, 보폭을 계속 줄여 안전하게 내려간다”는 뜻입니다. 15번 그림에는 </a:t>
            </a:r>
            <a:r>
              <a:rPr sz="1200"/>
              <a:t>현재 위치 → 큰 α 이동은 reject → α/2 이동은 accept</a:t>
            </a:r>
            <a:r>
              <a:t>가 표시되어야 의미가 더 분명해집니다.</a:t>
            </a:r>
          </a:p>
          <a:p xmlns:a="http://schemas.openxmlformats.org/drawingml/2006/main">
            <a:pPr>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3D loss landscape image provided by user: https://miro.medium.com/v2/resize:fit:1400/1*_SYK3prTMdNrTW98Uic4Pg.jpeg</a:t>
            </a:r>
          </a:p>
          <a:p xmlns:a="http://schemas.openxmlformats.org/drawingml/2006/main">
            <a:pPr>
              <a:buNone/>
            </a:pPr>
            <a:r>
              <a:t>Educational synthesis based on simulated annealing and learning-rate scheduling concepts.</a:t>
            </a:r>
          </a:p>
          <a:p xmlns:a="http://schemas.openxmlformats.org/drawingml/2006/main">
            <a:pPr>
              <a:buNone/>
            </a:pPr>
          </a:p>
          <a:p xmlns:a="http://schemas.openxmlformats.org/drawingml/2006/main">
            <a:pPr>
              <a:buNone/>
            </a:pPr>
            <a:r>
              <a:rPr sz="1200" b="0" i="0" u="none">
                <a:solidFill>
                  <a:srgbClr val="000000"/>
                </a:solidFill>
                <a:latin typeface="Times New Roman"/>
                <a:ea typeface="Times New Roman"/>
                <a:cs typeface="Times New Roman"/>
              </a:rPr>
              <a:t>어닐링 그래프는 “처음에는 크게 탐색하고, 시간이 갈수록 조심스럽게 수렴한다”는 뜻입니다.</a:t>
            </a:r>
          </a:p>
          <a:p xmlns:a="http://schemas.openxmlformats.org/drawingml/2006/main">
            <a:pPr>
              <a:buNone/>
            </a:pPr>
            <a:r>
              <a:rPr sz="1200" b="0" i="0" u="none">
                <a:solidFill>
                  <a:srgbClr val="000000"/>
                </a:solidFill>
                <a:latin typeface="Times New Roman"/>
                <a:ea typeface="Times New Roman"/>
                <a:cs typeface="Times New Roman"/>
              </a:rPr>
              <a:t>가로축 </a:t>
            </a:r>
            <a:r>
              <a:rPr sz="1000" b="0" i="0" u="none">
                <a:solidFill>
                  <a:srgbClr val="000000"/>
                </a:solidFill>
                <a:latin typeface="Courier New"/>
                <a:ea typeface="Courier New"/>
                <a:cs typeface="Courier New"/>
              </a:rPr>
              <a:t>time</a:t>
            </a:r>
            <a:r>
              <a:rPr sz="1200" b="0" i="0" u="none">
                <a:solidFill>
                  <a:srgbClr val="000000"/>
                </a:solidFill>
                <a:latin typeface="Times New Roman"/>
                <a:ea typeface="Times New Roman"/>
                <a:cs typeface="Times New Roman"/>
              </a:rPr>
              <a:t>: 학습이 진행되는 시간 또는 step</a:t>
            </a:r>
            <a:br/>
            <a:r>
              <a:rPr sz="1200" b="0" i="0" u="none">
                <a:solidFill>
                  <a:srgbClr val="000000"/>
                </a:solidFill>
                <a:latin typeface="Times New Roman"/>
                <a:ea typeface="Times New Roman"/>
                <a:cs typeface="Times New Roman"/>
              </a:rPr>
              <a:t>세로축 </a:t>
            </a:r>
            <a:r>
              <a:rPr sz="1000" b="0" i="0" u="none">
                <a:solidFill>
                  <a:srgbClr val="000000"/>
                </a:solidFill>
                <a:latin typeface="Courier New"/>
                <a:ea typeface="Courier New"/>
                <a:cs typeface="Courier New"/>
              </a:rPr>
              <a:t>temperature / learning rate</a:t>
            </a:r>
            <a:r>
              <a:rPr sz="1200" b="0" i="0" u="none">
                <a:solidFill>
                  <a:srgbClr val="000000"/>
                </a:solidFill>
                <a:latin typeface="Times New Roman"/>
                <a:ea typeface="Times New Roman"/>
                <a:cs typeface="Times New Roman"/>
              </a:rPr>
              <a:t>: 움직임의 크기 또는 랜덤성</a:t>
            </a:r>
          </a:p>
          <a:p xmlns:a="http://schemas.openxmlformats.org/drawingml/2006/main">
            <a:pPr>
              <a:buNone/>
            </a:pPr>
            <a:r>
              <a:rPr sz="1200" b="0" i="0" u="none">
                <a:solidFill>
                  <a:srgbClr val="000000"/>
                </a:solidFill>
                <a:latin typeface="Times New Roman"/>
                <a:ea typeface="Times New Roman"/>
                <a:cs typeface="Times New Roman"/>
              </a:rPr>
              <a:t>처음, 주황색 </a:t>
            </a:r>
            <a:r>
              <a:rPr sz="1000" b="0" i="0" u="none">
                <a:solidFill>
                  <a:srgbClr val="000000"/>
                </a:solidFill>
                <a:latin typeface="Courier New"/>
                <a:ea typeface="Courier New"/>
                <a:cs typeface="Courier New"/>
              </a:rPr>
              <a:t>explore</a:t>
            </a:r>
            <a:r>
              <a:rPr sz="1200" b="0" i="0" u="none">
                <a:solidFill>
                  <a:srgbClr val="000000"/>
                </a:solidFill>
                <a:latin typeface="Times New Roman"/>
                <a:ea typeface="Times New Roman"/>
                <a:cs typeface="Times New Roman"/>
              </a:rPr>
              <a:t> 구간에서는 값이 높습니다. 그래서 모델이 크게 움직이거나 더 랜덤하게 탐색합니다. 이때는 좋은 방향을 넓게 찾는 단계입니다.</a:t>
            </a:r>
          </a:p>
          <a:p xmlns:a="http://schemas.openxmlformats.org/drawingml/2006/main">
            <a:pPr>
              <a:buNone/>
            </a:pPr>
            <a:r>
              <a:rPr sz="1200" b="0" i="0" u="none">
                <a:solidFill>
                  <a:srgbClr val="000000"/>
                </a:solidFill>
                <a:latin typeface="Times New Roman"/>
                <a:ea typeface="Times New Roman"/>
                <a:cs typeface="Times New Roman"/>
              </a:rPr>
              <a:t>시간이 지나면 파란 곡선이 내려갑니다. 즉 learning rate나 temperature를 줄입니다. 그러면 업데이트 폭이 작아지고, 모델이 더 안정적으로 움직입니다.</a:t>
            </a:r>
          </a:p>
          <a:p xmlns:a="http://schemas.openxmlformats.org/drawingml/2006/main">
            <a:pPr>
              <a:buNone/>
            </a:pPr>
            <a:r>
              <a:rPr sz="1200" b="0" i="0" u="none">
                <a:solidFill>
                  <a:srgbClr val="000000"/>
                </a:solidFill>
                <a:latin typeface="Times New Roman"/>
                <a:ea typeface="Times New Roman"/>
                <a:cs typeface="Times New Roman"/>
              </a:rPr>
              <a:t>마지막, 초록색 </a:t>
            </a:r>
            <a:r>
              <a:rPr sz="1000" b="0" i="0" u="none">
                <a:solidFill>
                  <a:srgbClr val="000000"/>
                </a:solidFill>
                <a:latin typeface="Courier New"/>
                <a:ea typeface="Courier New"/>
                <a:cs typeface="Courier New"/>
              </a:rPr>
              <a:t>settle</a:t>
            </a:r>
            <a:r>
              <a:rPr sz="1200" b="0" i="0" u="none">
                <a:solidFill>
                  <a:srgbClr val="000000"/>
                </a:solidFill>
                <a:latin typeface="Times New Roman"/>
                <a:ea typeface="Times New Roman"/>
                <a:cs typeface="Times New Roman"/>
              </a:rPr>
              <a:t> 구간에서는 값이 낮습니다. 이미 찾은 좋은 해 근처에서 미세 조정하는 단계입니다.</a:t>
            </a:r>
          </a:p>
          <a:p xmlns:a="http://schemas.openxmlformats.org/drawingml/2006/main">
            <a:pPr>
              <a:buNone/>
            </a:pPr>
            <a:r>
              <a:rPr sz="1200" b="0" i="0" u="none">
                <a:solidFill>
                  <a:srgbClr val="000000"/>
                </a:solidFill>
                <a:latin typeface="Times New Roman"/>
                <a:ea typeface="Times New Roman"/>
                <a:cs typeface="Times New Roman"/>
              </a:rPr>
              <a:t>요약하면:</a:t>
            </a:r>
          </a:p>
          <a:p xmlns:a="http://schemas.openxmlformats.org/drawingml/2006/main">
            <a:pPr>
              <a:buNone/>
            </a:pPr>
            <a:r>
              <a:rPr sz="1000" b="0" i="0" u="none">
                <a:solidFill>
                  <a:srgbClr val="000000"/>
                </a:solidFill>
                <a:latin typeface="Courier New"/>
                <a:ea typeface="Courier New"/>
                <a:cs typeface="Courier New"/>
              </a:rPr>
              <a:t>high randomness / large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wide search</a:t>
            </a:r>
            <a:br/>
            <a:r>
              <a:rPr sz="1000" b="0" i="0" u="none">
                <a:solidFill>
                  <a:srgbClr val="000000"/>
                </a:solidFill>
                <a:latin typeface="Courier New"/>
                <a:ea typeface="Courier New"/>
                <a:cs typeface="Courier New"/>
              </a:rPr>
              <a:t>low randomness / small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stable convergence</a:t>
            </a:r>
          </a:p>
          <a:p xmlns:a="http://schemas.openxmlformats.org/drawingml/2006/main">
            <a:pPr>
              <a:buNone/>
            </a:pPr>
            <a:r>
              <a:rPr sz="1200" b="0" i="0" u="none">
                <a:solidFill>
                  <a:srgbClr val="000000"/>
                </a:solidFill>
                <a:latin typeface="Times New Roman"/>
                <a:ea typeface="Times New Roman"/>
                <a:cs typeface="Times New Roman"/>
              </a:rPr>
              <a:t>그래서 슬라이드 문장인 “early search is wide; later updates become stable”은 어닐링의 핵심을 말하는 겁니다.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neural-network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neural-network activation-function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Activation-function figure supplied by the user: https://www.researchgate.net/profile/Aaron-Stebner-2/publication/341310767/figure/fig7/AS:890211844255749@1589254451431/Common-activation-functions-in-artificial-neural-networks-NNs-that-introduce.ppm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neural-network output-layer conventions.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Educational synthesis based on standard calculus and backpropagation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Educational synthesis based on standard calculus and backpropagation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Educational synthesis based on standard calculus and backpropagation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CNN overview and claims about local connectivity, feature maps, pooling, and parameter sharing: https://developersbreach.com/convolution-neural-network-deep-learning/</a:t>
            </a:r>
          </a:p>
          <a:p xmlns:a="http://schemas.openxmlformats.org/drawingml/2006/main">
            <a:pPr>
              <a:buNone/>
            </a:pPr>
            <a:r>
              <a:t>CNN architecture image supplied by the user: https://i0.wp.com/developersbreach.com/wp-content/uploads/2020/08/cnn_banner.png?fit=1200%2C564&amp;ssl=1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RNN, LSTM, and GRU comparison image supplied by the user: https://media.licdn.com/dms/image/v2/D5612AQGC0XlthYQKjg/article-cover_image-shrink_600_2000/article-cover_image-shrink_600_2000/0/1710956751324?e=2147483647&amp;v=beta&amp;t=cwk4Mpnc9zFtGX-fM1mnDOrDxBociQdD0iY3m-ILPEY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Seq2Seq encoder-decoder image supplied by the user: https://blog.octopt.com/wp-content/uploads/2020/04/Seq2Seq.png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Transformer architecture image supplied by the user: https://qiita-user-contents.imgix.net/https%3A%2F%2Fqiita-image-store.s3.ap-northeast-1.amazonaws.com%2F0%2F146659%2F90f26267-2445-f2dc-b0c6-80f384054ae0.png?ixlib=rb-4.0.0&amp;auto=format&amp;gif-q=60&amp;q=75&amp;s=17811178f02900b58011bbcc4220f974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GPT architecture image supplied by the user: https://img.sbbit.jp/article/image/114721/l_bit202308301441497020.jpg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Hugging Face Transformers, Loading models: https://huggingface.co/docs/transformers/en/models</a:t>
            </a:r>
          </a:p>
          <a:p xmlns:a="http://schemas.openxmlformats.org/drawingml/2006/main">
            <a:pPr>
              <a:buNone/>
            </a:pPr>
            <a:r>
              <a:t>Hugging Face Transformers, Auto Classes: https://huggingface.co/docs/transformers/model_doc/auto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OpenAI API Reference, Responses create parameters: https://platform.openai.com/docs/api-reference/responses/create</a:t>
            </a:r>
          </a:p>
          <a:p xmlns:a="http://schemas.openxmlformats.org/drawingml/2006/main">
            <a:pPr>
              <a:buNone/>
            </a:pPr>
            <a:r>
              <a:t>OpenAI API Reference, Chat create parameters: https://platform.openai.com/docs/api-reference/chat/create</a:t>
            </a:r>
          </a:p>
          <a:p xmlns:a="http://schemas.openxmlformats.org/drawingml/2006/main">
            <a:pPr>
              <a:buNone/>
            </a:pPr>
            <a:r>
              <a:t>Temperature changes distribution sharpness. Top-p nucleus sampling limits sampling to a cumulative probability mass.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special tokens in language-model systems.</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tool-call and end-of-generation control behavior.</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User-supplied FFN / knowledge-neuron figure: https://i0.wp.com/syncedreview.com/wp-content/uploads/2021/04/image-114.png?resize=652%2C863&amp;ssl=1</a:t>
            </a:r>
          </a:p>
          <a:p xmlns:a="http://schemas.openxmlformats.org/drawingml/2006/main">
            <a:pPr>
              <a:buNone/>
            </a:pPr>
            <a:r>
              <a:t>Dai et al., 2022, 'Knowledge Neurons in Pretrained Transformers': https://aclanthology.org/2022.acl-long.581/</a:t>
            </a:r>
          </a:p>
          <a:p xmlns:a="http://schemas.openxmlformats.org/drawingml/2006/main">
            <a:pPr>
              <a:buNone/>
            </a:pPr>
            <a:r>
              <a:t>Smithline and Mascioli, 2026, 'Sparsity Moves Computation: How FFN Architecture Reshapes Attention in Small Transformers': https://arxiv.org/abs/2605.09403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User-supplied diffusion image: https://miro.medium.com/v2/resize:fit:1400/1*yvClU5LgylulNWLPNpOCfA.png</a:t>
            </a:r>
          </a:p>
          <a:p xmlns:a="http://schemas.openxmlformats.org/drawingml/2006/main">
            <a:pPr>
              <a:buNone/>
            </a:pPr>
            <a:r>
              <a:t>Ho et al., 2020, 'Denoising Diffusion Probabilistic Models': https://arxiv.org/abs/2006.11239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Inception, Introducing Mercury 2: https://www.inceptionlabs.ai/blog/introducing-mercury-2</a:t>
            </a:r>
          </a:p>
          <a:p xmlns:a="http://schemas.openxmlformats.org/drawingml/2006/main">
            <a:pPr>
              <a:buNone/>
            </a:pPr>
            <a:r>
              <a:t>Khanna et al., 2025, 'Mercury: Ultra-Fast Language Models Based on Diffusion': https://arxiv.org/abs/2506.17298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Leviathan, Kalman, and Matias, 2023, 'Fast Inference from Transformers via Speculative Decoding': https://arxiv.org/abs/2211.17192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Scaling Laws for Neural Language Models: https://arxiv.org/abs/2001.08361</a:t>
            </a:r>
          </a:p>
          <a:p xmlns:a="http://schemas.openxmlformats.org/drawingml/2006/main">
            <a:pPr>
              <a:buNone/>
            </a:pPr>
            <a:r>
              <a:t>Training Compute-Optimal Large Language Models: https://arxiv.org/abs/2203.15556</a:t>
            </a:r>
          </a:p>
          <a:p xmlns:a="http://schemas.openxmlformats.org/drawingml/2006/main">
            <a:pPr>
              <a:buNone/>
            </a:pPr>
            <a:r>
              <a:t>Mixtral of Experts: https://arxiv.org/abs/2401.04088</a:t>
            </a:r>
          </a:p>
          <a:p xmlns:a="http://schemas.openxmlformats.org/drawingml/2006/main">
            <a:pPr>
              <a:buNone/>
            </a:pPr>
            <a:r>
              <a:t>DeepSeek-V3 Technical Report: https://arxiv.org/abs/2412.19437</a:t>
            </a:r>
          </a:p>
          <a:p xmlns:a="http://schemas.openxmlformats.org/drawingml/2006/main">
            <a:pPr>
              <a:buNone/>
            </a:pPr>
            <a:r>
              <a:t>OpenAI, Learning to reason with LLMs: https://openai.com/index/learning-to-reason-with-llms/</a:t>
            </a:r>
          </a:p>
          <a:p xmlns:a="http://schemas.openxmlformats.org/drawingml/2006/main">
            <a:pPr>
              <a:buNone/>
            </a:pPr>
            <a:r>
              <a:t>DeepSeek-R1: https://arxiv.org/abs/2501.12948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Distilling the Knowledge in a Neural Network: https://arxiv.org/abs/1503.02531</a:t>
            </a:r>
          </a:p>
          <a:p xmlns:a="http://schemas.openxmlformats.org/drawingml/2006/main">
            <a:pPr>
              <a:buNone/>
            </a:pPr>
            <a:r>
              <a:t>DistilBERT, a distilled version of BERT: https://arxiv.org/abs/1910.01108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b07a880d0894ae2" /><Relationship Type="http://schemas.openxmlformats.org/officeDocument/2006/relationships/image" Target="/ppt/media/image.png" Id="Rdb018af3f504404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8c49da1482747a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9e3b6cbeb894d4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88c79d1c84c4f1d" /><Relationship Type="http://schemas.openxmlformats.org/officeDocument/2006/relationships/image" Target="/ppt/media/image.png" Id="R527ed6dcd0d64fd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4b9212c5bdd46e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3663d0487854bc5"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084da3e36bcb4c0b"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92b0e2cf83e34c50" /><Relationship Type="http://schemas.openxmlformats.org/officeDocument/2006/relationships/image" Target="/ppt/media/image.png" Id="Rff37331e236b478f"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97dbc6cb9ddc450e"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303d510da32c4b94"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15c13aca30c44eb7"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e093dd434b4c4e56" /></Relationships>
</file>

<file path=ppt/slideLayouts/slideLayout1.xml><?xml version="1.0" encoding="utf-8"?>
<p:sldLayout xmlns:p="http://schemas.openxmlformats.org/presentationml/2006/main" showMasterSp="1" showMasterPhAnim="0" matchingName="" type="title" preserve="1" userDrawn="1">
  <p:cSld name="Title Slide">
    <p:bg>
      <p:bgPr>
        <a:gradFill xmlns:a="http://schemas.openxmlformats.org/drawingml/2006/main">
          <a:gsLst>
            <a:gs pos="14000">
              <a:schemeClr val="tx2"/>
            </a:gs>
            <a:gs pos="100000">
              <a:schemeClr val="tx2">
                <a:lumMod val="75000"/>
              </a:schemeClr>
            </a:gs>
          </a:gsLst>
          <a:path path="circle"/>
        </a:gradFill>
      </p:bgPr>
    </p:bg>
    <p:spTree>
      <p:nvGrpSpPr>
        <p:cNvPr id="1" name=""/>
        <p:cNvGrpSpPr/>
        <p:nvPr/>
      </p:nvGrpSpPr>
      <p:grpSpPr>
        <a:xfrm xmlns:a="http://schemas.openxmlformats.org/drawingml/2006/main"/>
      </p:grpSpPr>
      <p:pic>
        <p:nvPicPr>
          <p:cNvPr id="1496526309" name=""/>
          <p:cNvPicPr>
            <a:picLocks xmlns:a="http://schemas.openxmlformats.org/drawingml/2006/main" noChangeAspect="1"/>
          </p:cNvPicPr>
          <p:nvPr/>
        </p:nvPicPr>
        <p:blipFill rotWithShape="1">
          <a:blip xmlns:r="http://schemas.openxmlformats.org/officeDocument/2006/relationships" xmlns:a="http://schemas.openxmlformats.org/drawingml/2006/main" r:embed="Rdb018af3f5044045">
            <a:alphaModFix amt="30000"/>
          </a:blip>
          <a:stretch xmlns:a="http://schemas.openxmlformats.org/drawingml/2006/main"/>
        </p:blipFill>
        <p:spPr>
          <a:xfrm xmlns:a="http://schemas.openxmlformats.org/drawingml/2006/main" rot="0" flipH="0" flipV="0">
            <a:off x="-3046" y="9144"/>
            <a:ext cx="12198094" cy="6848854"/>
          </a:xfrm>
          <a:prstGeom xmlns:a="http://schemas.openxmlformats.org/drawingml/2006/main" prst="rect">
            <a:avLst/>
          </a:prstGeom>
        </p:spPr>
      </p:pic>
      <p:sp>
        <p:nvSpPr>
          <p:cNvPr id="819585494" name="">
            <a:extLst xmlns:a="http://schemas.openxmlformats.org/drawingml/2006/main">
              <a:ext uri="{FF2B5EF4-FFF2-40B4-BE49-F238E27FC236}">
                <a16:creationId xmlns:a16="http://schemas.microsoft.com/office/drawing/2014/main" id="{85DBF846-2E4A-4721-A71A-8DE823CA3148}"/>
              </a:ext>
            </a:extLst>
          </p:cNvPr>
          <p:cNvSpPr>
            <a:spLocks xmlns:a="http://schemas.openxmlformats.org/drawingml/2006/main" noGrp="1"/>
          </p:cNvSpPr>
          <p:nvPr/>
        </p:nvSpPr>
        <p:spPr>
          <a:xfrm xmlns:a="http://schemas.openxmlformats.org/drawingml/2006/main" rot="0" flipH="0" flipV="0">
            <a:off x="6079" y="4051"/>
            <a:ext cx="12179837" cy="6849891"/>
          </a:xfrm>
          <a:prstGeom xmlns:a="http://schemas.openxmlformats.org/drawingml/2006/main" prst="rect">
            <a:avLst/>
          </a:prstGeom>
          <a:gradFill xmlns:a="http://schemas.openxmlformats.org/drawingml/2006/main">
            <a:gsLst>
              <a:gs pos="1000">
                <a:schemeClr val="tx2">
                  <a:alpha val="23000"/>
                </a:schemeClr>
              </a:gs>
              <a:gs pos="75000">
                <a:schemeClr val="tx2">
                  <a:lumMod val="50000"/>
                  <a:alpha val="23000"/>
                </a:schemeClr>
              </a:gs>
            </a:gsLst>
            <a:path path="circle"/>
          </a:gra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5010143" name="Title 1">
            <a:extLst xmlns:a="http://schemas.openxmlformats.org/drawingml/2006/main">
              <a:ext uri="{FF2B5EF4-FFF2-40B4-BE49-F238E27FC236}">
                <a16:creationId xmlns:a16="http://schemas.microsoft.com/office/drawing/2014/main" id="{170D8E64-B75C-444C-9BE1-3752F6A646FE}"/>
              </a:ext>
            </a:extLst>
          </p:cNvPr>
          <p:cNvSpPr>
            <a:spLocks xmlns:a="http://schemas.openxmlformats.org/drawingml/2006/main" noGrp="1"/>
          </p:cNvSpPr>
          <p:nvPr>
            <p:ph type="ctrTitle" idx="0"/>
          </p:nvPr>
        </p:nvSpPr>
        <p:spPr>
          <a:xfrm xmlns:a="http://schemas.openxmlformats.org/drawingml/2006/main">
            <a:off x="1523999" y="1122363"/>
            <a:ext cx="9144000" cy="2387599"/>
          </a:xfrm>
        </p:spPr>
        <p:txBody>
          <a:bodyPr xmlns:a="http://schemas.openxmlformats.org/drawingml/2006/main" anchor="b"/>
          <a:lstStyle xmlns:a="http://schemas.openxmlformats.org/drawingml/2006/main">
            <a:lvl1pPr algn="ctr">
              <a:buNone/>
              <a:defRPr sz="6000">
                <a:solidFill>
                  <a:schemeClr val="bg1"/>
                </a:solidFill>
              </a:defRPr>
            </a:lvl1pPr>
          </a:lstStyle>
          <a:p xmlns:a="http://schemas.openxmlformats.org/drawingml/2006/main">
            <a:pPr>
              <a:buNone/>
            </a:pPr>
            <a:r>
              <a:t>Click to edit Master title style</a:t>
            </a:r>
          </a:p>
        </p:txBody>
      </p:sp>
      <p:sp>
        <p:nvSpPr>
          <p:cNvPr id="1262108319" name="Subtitle 2">
            <a:extLst xmlns:a="http://schemas.openxmlformats.org/drawingml/2006/main">
              <a:ext uri="{FF2B5EF4-FFF2-40B4-BE49-F238E27FC236}">
                <a16:creationId xmlns:a16="http://schemas.microsoft.com/office/drawing/2014/main" id="{FD162932-294A-4F28-AA89-77554FBCBE33}"/>
              </a:ext>
            </a:extLst>
          </p:cNvPr>
          <p:cNvSpPr>
            <a:spLocks xmlns:a="http://schemas.openxmlformats.org/drawingml/2006/main" noGrp="1"/>
          </p:cNvSpPr>
          <p:nvPr>
            <p:ph type="subTitle" idx="1"/>
          </p:nvPr>
        </p:nvSpPr>
        <p:spPr>
          <a:xfrm xmlns:a="http://schemas.openxmlformats.org/drawingml/2006/main" rot="0" flipH="0" flipV="0">
            <a:off x="1527048" y="3602734"/>
            <a:ext cx="9144000" cy="1655760"/>
          </a:xfrm>
        </p:spPr>
        <p:txBody>
          <a:bodyPr xmlns:a="http://schemas.openxmlformats.org/drawingml/2006/main" vert="horz" wrap="square" lIns="91440" tIns="274318" rIns="91440" bIns="45720" anchor="t">
            <a:normAutofit/>
          </a:bodyPr>
          <a:lstStyle xmlns:a="http://schemas.openxmlformats.org/drawingml/2006/main">
            <a:lvl1pPr marL="0" indent="0" algn="ctr">
              <a:buNone/>
              <a:defRPr sz="2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pPr>
              <a:buNone/>
            </a:pPr>
            <a:r>
              <a:t>Click to edit Master subtitle style</a:t>
            </a:r>
          </a:p>
        </p:txBody>
      </p:sp>
      <p:sp>
        <p:nvSpPr>
          <p:cNvPr id="1107660295" name="Date Placeholder 3">
            <a:extLst xmlns:a="http://schemas.openxmlformats.org/drawingml/2006/main">
              <a:ext uri="{FF2B5EF4-FFF2-40B4-BE49-F238E27FC236}">
                <a16:creationId xmlns:a16="http://schemas.microsoft.com/office/drawing/2014/main" id="{9BA19907-F1EA-47E9-AF9D-27165710331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442067390" name="Footer Placeholder 4">
            <a:extLst xmlns:a="http://schemas.openxmlformats.org/drawingml/2006/main">
              <a:ext uri="{FF2B5EF4-FFF2-40B4-BE49-F238E27FC236}">
                <a16:creationId xmlns:a16="http://schemas.microsoft.com/office/drawing/2014/main" id="{A096AC91-8149-4583-AFE4-DD181B40D6A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496526307" name="Slide Number Placeholder 5">
            <a:extLst xmlns:a="http://schemas.openxmlformats.org/drawingml/2006/main">
              <a:ext uri="{FF2B5EF4-FFF2-40B4-BE49-F238E27FC236}">
                <a16:creationId xmlns:a16="http://schemas.microsoft.com/office/drawing/2014/main" id="{04D0AC8D-0F89-4CE3-A830-9A1B581967F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1133711237" name="Rectangle 640957806">
            <a:extLst xmlns:a="http://schemas.openxmlformats.org/drawingml/2006/main">
              <a:ext uri="{FF2B5EF4-FFF2-40B4-BE49-F238E27FC236}">
                <a16:creationId xmlns:a16="http://schemas.microsoft.com/office/drawing/2014/main" id="{C4D4AD5E-75ED-4A61-8989-CA1C6A7C7BE3}"/>
              </a:ext>
            </a:extLst>
          </p:cNvPr>
          <p:cNvSpPr>
            <a:spLocks xmlns:a="http://schemas.openxmlformats.org/drawingml/2006/main" noGrp="1"/>
          </p:cNvSpPr>
          <p:nvPr/>
        </p:nvSpPr>
        <p:spPr>
          <a:xfrm xmlns:a="http://schemas.openxmlformats.org/drawingml/2006/main" rot="0" flipH="0" flipV="0">
            <a:off x="3570597" y="3530036"/>
            <a:ext cx="5040000"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2.xml><?xml version="1.0" encoding="utf-8"?>
<p:sldLayout xmlns:p="http://schemas.openxmlformats.org/presentationml/2006/main" showMasterSp="1" showMasterPhAnim="0" matchingName="" type="obj" preserve="1" userDrawn="1">
  <p:cSld name="Title and Content">
    <p:bg>
      <p:bgPr>
        <a:gradFill xmlns:a="http://schemas.openxmlformats.org/drawingml/2006/main">
          <a:gsLst>
            <a:gs pos="0">
              <a:schemeClr val="tx2">
                <a:lumMod val="20000"/>
                <a:lumOff val="80000"/>
              </a:schemeClr>
            </a:gs>
            <a:gs pos="100000">
              <a:schemeClr val="bg1"/>
            </a:gs>
          </a:gsLst>
          <a:path path="circle"/>
        </a:gradFill>
      </p:bgPr>
    </p:bg>
    <p:spTree>
      <p:nvGrpSpPr>
        <p:cNvPr id="1" name=""/>
        <p:cNvGrpSpPr/>
        <p:nvPr/>
      </p:nvGrpSpPr>
      <p:grpSpPr>
        <a:xfrm xmlns:a="http://schemas.openxmlformats.org/drawingml/2006/main"/>
      </p:grpSpPr>
      <p:sp>
        <p:nvSpPr>
          <p:cNvPr id="1550653777" name="Title 1">
            <a:extLst xmlns:a="http://schemas.openxmlformats.org/drawingml/2006/main">
              <a:ext uri="{FF2B5EF4-FFF2-40B4-BE49-F238E27FC236}">
                <a16:creationId xmlns:a16="http://schemas.microsoft.com/office/drawing/2014/main" id="{FBCE2A4E-8C26-44BB-B454-538D894BB076}"/>
              </a:ext>
            </a:extLst>
          </p:cNvPr>
          <p:cNvSpPr>
            <a:spLocks xmlns:a="http://schemas.openxmlformats.org/drawingml/2006/main" noGrp="1"/>
          </p:cNvSpPr>
          <p:nvPr>
            <p:ph type="title" idx="0"/>
          </p:nvPr>
        </p:nvSpPr>
        <p:spPr>
          <a:xfrm xmlns:a="http://schemas.openxmlformats.org/drawingml/2006/main" flipH="0" flipV="0">
            <a:off x="838197" y="365123"/>
            <a:ext cx="10515600" cy="1121577"/>
          </a:xfrm>
        </p:spPr>
        <p:txBody>
          <a:bodyPr xmlns:a="http://schemas.openxmlformats.org/drawingml/2006/main" vert="horz" wrap="square" lIns="91440" tIns="45720" rIns="91440" bIns="45720" anchor="b">
            <a:normAutofit/>
          </a:bodyPr>
          <a:lstStyle xmlns:a="http://schemas.openxmlformats.org/drawingml/2006/main">
            <a:lvl1pPr algn="ctr">
              <a:buNone/>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18056577" name="Content Placeholder 2">
            <a:extLst xmlns:a="http://schemas.openxmlformats.org/drawingml/2006/main">
              <a:ext uri="{FF2B5EF4-FFF2-40B4-BE49-F238E27FC236}">
                <a16:creationId xmlns:a16="http://schemas.microsoft.com/office/drawing/2014/main" id="{A1A48B8A-3383-49E8-B76D-70787F12949B}"/>
              </a:ext>
            </a:extLst>
          </p:cNvPr>
          <p:cNvSpPr>
            <a:spLocks xmlns:a="http://schemas.openxmlformats.org/drawingml/2006/main" noGrp="1"/>
          </p:cNvSpPr>
          <p:nvPr>
            <p:ph idx="1"/>
          </p:nvPr>
        </p:nvSpPr>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667299846" name="Date Placeholder 3">
            <a:extLst xmlns:a="http://schemas.openxmlformats.org/drawingml/2006/main">
              <a:ext uri="{FF2B5EF4-FFF2-40B4-BE49-F238E27FC236}">
                <a16:creationId xmlns:a16="http://schemas.microsoft.com/office/drawing/2014/main" id="{1708D83E-985C-408D-A6A7-E7D9579BB0B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29715417" name="Footer Placeholder 4">
            <a:extLst xmlns:a="http://schemas.openxmlformats.org/drawingml/2006/main">
              <a:ext uri="{FF2B5EF4-FFF2-40B4-BE49-F238E27FC236}">
                <a16:creationId xmlns:a16="http://schemas.microsoft.com/office/drawing/2014/main" id="{FBF2AEB1-9CB1-469D-9F0F-9964731863E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407691593" name="Slide Number Placeholder 5">
            <a:extLst xmlns:a="http://schemas.openxmlformats.org/drawingml/2006/main">
              <a:ext uri="{FF2B5EF4-FFF2-40B4-BE49-F238E27FC236}">
                <a16:creationId xmlns:a16="http://schemas.microsoft.com/office/drawing/2014/main" id="{8B71FC1F-98BD-487A-900A-BC1D2B68579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285519832" name="Rectangle 640957806">
            <a:extLst xmlns:a="http://schemas.openxmlformats.org/drawingml/2006/main">
              <a:ext uri="{FF2B5EF4-FFF2-40B4-BE49-F238E27FC236}">
                <a16:creationId xmlns:a16="http://schemas.microsoft.com/office/drawing/2014/main" id="{B527FF26-961E-404C-8A8B-939B3CD09E4C}"/>
              </a:ext>
            </a:extLst>
          </p:cNvPr>
          <p:cNvSpPr>
            <a:spLocks xmlns:a="http://schemas.openxmlformats.org/drawingml/2006/main" noGrp="1"/>
          </p:cNvSpPr>
          <p:nvPr/>
        </p:nvSpPr>
        <p:spPr>
          <a:xfrm xmlns:a="http://schemas.openxmlformats.org/drawingml/2006/main" rot="0" flipH="0" flipV="0">
            <a:off x="4703774" y="1486702"/>
            <a:ext cx="2776433" cy="73152"/>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3.xml><?xml version="1.0" encoding="utf-8"?>
<p:sldLayout xmlns:p="http://schemas.openxmlformats.org/presentationml/2006/main" showMasterSp="1" showMasterPhAnim="0" matchingName="" type="obj" preserve="1" userDrawn="1">
  <p:cSld name="Title and Content">
    <p:bg>
      <p:bgPr>
        <a:solidFill xmlns:a="http://schemas.openxmlformats.org/drawingml/2006/main">
          <a:schemeClr val="accent2">
            <a:alpha val="60000"/>
          </a:schemeClr>
        </a:solidFill>
      </p:bgPr>
    </p:bg>
    <p:spTree>
      <p:nvGrpSpPr>
        <p:cNvPr id="1" name=""/>
        <p:cNvGrpSpPr/>
        <p:nvPr/>
      </p:nvGrpSpPr>
      <p:grpSpPr>
        <a:xfrm xmlns:a="http://schemas.openxmlformats.org/drawingml/2006/main"/>
      </p:grpSpPr>
      <p:sp>
        <p:nvSpPr>
          <p:cNvPr id="168174067" name="Title 1">
            <a:extLst xmlns:a="http://schemas.openxmlformats.org/drawingml/2006/main">
              <a:ext uri="{FF2B5EF4-FFF2-40B4-BE49-F238E27FC236}">
                <a16:creationId xmlns:a16="http://schemas.microsoft.com/office/drawing/2014/main" id="{12ED5888-0A14-455A-A816-D735C401B8BC}"/>
              </a:ext>
            </a:extLst>
          </p:cNvPr>
          <p:cNvSpPr>
            <a:spLocks xmlns:a="http://schemas.openxmlformats.org/drawingml/2006/main" noGrp="1"/>
          </p:cNvSpPr>
          <p:nvPr>
            <p:ph type="title" idx="0"/>
          </p:nvPr>
        </p:nvSpPr>
        <p:spPr>
          <a:xfrm xmlns:a="http://schemas.openxmlformats.org/drawingml/2006/main" flipH="0" flipV="0">
            <a:off x="838197" y="365123"/>
            <a:ext cx="10515600" cy="1121577"/>
          </a:xfrm>
        </p:spPr>
        <p:txBody>
          <a:bodyPr xmlns:a="http://schemas.openxmlformats.org/drawingml/2006/main" vert="horz" wrap="square" lIns="91440" tIns="45720" rIns="91440" bIns="45720" anchor="b">
            <a:normAutofit/>
          </a:bodyPr>
          <a:lstStyle xmlns:a="http://schemas.openxmlformats.org/drawingml/2006/main">
            <a:lvl1pPr algn="l">
              <a:buNone/>
              <a:defRPr/>
            </a:lvl1pPr>
            <a:lvl2pPr algn="l">
              <a:buNone/>
              <a:defRPr/>
            </a:lvl2pPr>
            <a:lvl3pPr algn="l">
              <a:buNone/>
              <a:defRPr/>
            </a:lvl3pPr>
            <a:lvl4pPr algn="l">
              <a:buNone/>
              <a:defRPr/>
            </a:lvl4pPr>
            <a:lvl5pPr algn="l">
              <a:buNone/>
              <a:defRPr/>
            </a:lvl5pPr>
            <a:lvl6pPr algn="l">
              <a:buNone/>
              <a:defRPr/>
            </a:lvl6pPr>
            <a:lvl7pPr algn="l">
              <a:buNone/>
              <a:defRPr/>
            </a:lvl7pPr>
            <a:lvl8pPr algn="l">
              <a:buNone/>
              <a:defRPr/>
            </a:lvl8pPr>
            <a:lvl9pPr algn="l">
              <a:buNone/>
              <a:defRPr/>
            </a:lvl9pPr>
          </a:lstStyle>
          <a:p xmlns:a="http://schemas.openxmlformats.org/drawingml/2006/main">
            <a:pPr>
              <a:buNone/>
            </a:pPr>
            <a:r>
              <a:t>Click to edit Master title style</a:t>
            </a:r>
          </a:p>
        </p:txBody>
      </p:sp>
      <p:sp>
        <p:nvSpPr>
          <p:cNvPr id="723533699" name="Content Placeholder 2">
            <a:extLst xmlns:a="http://schemas.openxmlformats.org/drawingml/2006/main">
              <a:ext uri="{FF2B5EF4-FFF2-40B4-BE49-F238E27FC236}">
                <a16:creationId xmlns:a16="http://schemas.microsoft.com/office/drawing/2014/main" id="{F2996A81-561B-4FB8-A194-71810CD576BB}"/>
              </a:ext>
            </a:extLst>
          </p:cNvPr>
          <p:cNvSpPr>
            <a:spLocks xmlns:a="http://schemas.openxmlformats.org/drawingml/2006/main" noGrp="1"/>
          </p:cNvSpPr>
          <p:nvPr>
            <p:ph idx="1"/>
          </p:nvPr>
        </p:nvSpPr>
        <p:spPr>
          <a:prstGeom xmlns:a="http://schemas.openxmlformats.org/drawingml/2006/main" prst="rect">
            <a:avLst/>
          </a:prstGeom>
          <a:solidFill xmlns:a="http://schemas.openxmlformats.org/drawingml/2006/main">
            <a:schemeClr val="bg1"/>
          </a:solidFill>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389656206" name="Date Placeholder 3">
            <a:extLst xmlns:a="http://schemas.openxmlformats.org/drawingml/2006/main">
              <a:ext uri="{FF2B5EF4-FFF2-40B4-BE49-F238E27FC236}">
                <a16:creationId xmlns:a16="http://schemas.microsoft.com/office/drawing/2014/main" id="{CD8CFA50-7FE6-4BA3-87E7-C27554E4E77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7B14398F-3795-7DE0-858E-3925D44B3378}" type="datetimeFigureOut">
              <a:t/>
            </a:fld>
          </a:p>
        </p:txBody>
      </p:sp>
      <p:sp>
        <p:nvSpPr>
          <p:cNvPr id="1909184791" name="Footer Placeholder 4">
            <a:extLst xmlns:a="http://schemas.openxmlformats.org/drawingml/2006/main">
              <a:ext uri="{FF2B5EF4-FFF2-40B4-BE49-F238E27FC236}">
                <a16:creationId xmlns:a16="http://schemas.microsoft.com/office/drawing/2014/main" id="{7DCC938D-9C3F-40A2-9D19-E02ABCF3B2D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442408234" name="Slide Number Placeholder 5">
            <a:extLst xmlns:a="http://schemas.openxmlformats.org/drawingml/2006/main">
              <a:ext uri="{FF2B5EF4-FFF2-40B4-BE49-F238E27FC236}">
                <a16:creationId xmlns:a16="http://schemas.microsoft.com/office/drawing/2014/main" id="{AED38E33-608B-4E06-A303-67C22F190D7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3D9411B4-B34A-E1DB-16D9-0D265777C9EB}" type="slidenum">
              <a:t/>
            </a:fld>
          </a:p>
        </p:txBody>
      </p:sp>
      <p:sp>
        <p:nvSpPr>
          <p:cNvPr id="691604032" name="Rectangle 640957806">
            <a:extLst xmlns:a="http://schemas.openxmlformats.org/drawingml/2006/main">
              <a:ext uri="{FF2B5EF4-FFF2-40B4-BE49-F238E27FC236}">
                <a16:creationId xmlns:a16="http://schemas.microsoft.com/office/drawing/2014/main" id="{1586B280-B7A4-406B-A053-F6B04972CE1B}"/>
              </a:ext>
            </a:extLst>
          </p:cNvPr>
          <p:cNvSpPr>
            <a:spLocks xmlns:a="http://schemas.openxmlformats.org/drawingml/2006/main" noGrp="1"/>
          </p:cNvSpPr>
          <p:nvPr/>
        </p:nvSpPr>
        <p:spPr>
          <a:xfrm xmlns:a="http://schemas.openxmlformats.org/drawingml/2006/main" rot="0" flipH="0" flipV="0">
            <a:off x="838197" y="1486702"/>
            <a:ext cx="10515600"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4.xml><?xml version="1.0" encoding="utf-8"?>
<p:sldLayout xmlns:p="http://schemas.openxmlformats.org/presentationml/2006/main" showMasterSp="1" showMasterPhAnim="0" matchingName="" type="secHead" preserve="1" userDrawn="1">
  <p:cSld name="Section Header">
    <p:bg>
      <p:bgPr>
        <a:gradFill xmlns:a="http://schemas.openxmlformats.org/drawingml/2006/main">
          <a:gsLst>
            <a:gs pos="5000">
              <a:schemeClr val="tx2"/>
            </a:gs>
            <a:gs pos="84000">
              <a:schemeClr val="tx2">
                <a:lumMod val="75000"/>
              </a:schemeClr>
            </a:gs>
          </a:gsLst>
          <a:lin ang="5400000" scaled="1"/>
        </a:gradFill>
      </p:bgPr>
    </p:bg>
    <p:spTree>
      <p:nvGrpSpPr>
        <p:cNvPr id="1" name=""/>
        <p:cNvGrpSpPr/>
        <p:nvPr/>
      </p:nvGrpSpPr>
      <p:grpSpPr>
        <a:xfrm xmlns:a="http://schemas.openxmlformats.org/drawingml/2006/main"/>
      </p:grpSpPr>
      <p:pic>
        <p:nvPicPr>
          <p:cNvPr id="2099783720" name=""/>
          <p:cNvPicPr>
            <a:picLocks xmlns:a="http://schemas.openxmlformats.org/drawingml/2006/main" noChangeAspect="1"/>
          </p:cNvPicPr>
          <p:nvPr/>
        </p:nvPicPr>
        <p:blipFill rotWithShape="1">
          <a:blip xmlns:r="http://schemas.openxmlformats.org/officeDocument/2006/relationships" xmlns:a="http://schemas.openxmlformats.org/drawingml/2006/main" r:embed="R527ed6dcd0d64fd9">
            <a:alphaModFix amt="30000"/>
          </a:blip>
          <a:stretch xmlns:a="http://schemas.openxmlformats.org/drawingml/2006/main"/>
        </p:blipFill>
        <p:spPr>
          <a:xfrm xmlns:a="http://schemas.openxmlformats.org/drawingml/2006/main" flipH="0" flipV="0">
            <a:off x="20621" y="8104"/>
            <a:ext cx="12216845" cy="6858000"/>
          </a:xfrm>
          <a:prstGeom xmlns:a="http://schemas.openxmlformats.org/drawingml/2006/main" prst="rect">
            <a:avLst/>
          </a:prstGeom>
        </p:spPr>
      </p:pic>
      <p:sp>
        <p:nvSpPr>
          <p:cNvPr id="457961692" name="Title 1">
            <a:extLst xmlns:a="http://schemas.openxmlformats.org/drawingml/2006/main">
              <a:ext uri="{FF2B5EF4-FFF2-40B4-BE49-F238E27FC236}">
                <a16:creationId xmlns:a16="http://schemas.microsoft.com/office/drawing/2014/main" id="{EE9809EC-5DE8-48E1-8EC3-6ACFCEA0E89C}"/>
              </a:ext>
            </a:extLst>
          </p:cNvPr>
          <p:cNvSpPr>
            <a:spLocks xmlns:a="http://schemas.openxmlformats.org/drawingml/2006/main" noGrp="1"/>
          </p:cNvSpPr>
          <p:nvPr>
            <p:ph type="title" idx="0"/>
          </p:nvPr>
        </p:nvSpPr>
        <p:spPr>
          <a:xfrm xmlns:a="http://schemas.openxmlformats.org/drawingml/2006/main">
            <a:off x="831848" y="1399140"/>
            <a:ext cx="10515600" cy="2852736"/>
          </a:xfrm>
        </p:spPr>
        <p:txBody>
          <a:bodyPr xmlns:a="http://schemas.openxmlformats.org/drawingml/2006/main" vert="horz" wrap="square" lIns="91440" tIns="45720" rIns="91440" bIns="45720" anchor="ctr">
            <a:normAutofit/>
          </a:bodyPr>
          <a:lstStyle xmlns:a="http://schemas.openxmlformats.org/drawingml/2006/main">
            <a:lvl1pPr algn="ctr">
              <a:buNone/>
              <a:defRPr sz="6000">
                <a:solidFill>
                  <a:schemeClr val="bg1"/>
                </a:solidFill>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1451758044" name="Text Placeholder 2">
            <a:extLst xmlns:a="http://schemas.openxmlformats.org/drawingml/2006/main">
              <a:ext uri="{FF2B5EF4-FFF2-40B4-BE49-F238E27FC236}">
                <a16:creationId xmlns:a16="http://schemas.microsoft.com/office/drawing/2014/main" id="{1115D38B-03CF-4C74-AD05-2FD45DA76808}"/>
              </a:ext>
            </a:extLst>
          </p:cNvPr>
          <p:cNvSpPr>
            <a:spLocks xmlns:a="http://schemas.openxmlformats.org/drawingml/2006/main" noGrp="1"/>
          </p:cNvSpPr>
          <p:nvPr>
            <p:ph type="body" idx="1"/>
          </p:nvPr>
        </p:nvSpPr>
        <p:spPr>
          <a:xfrm xmlns:a="http://schemas.openxmlformats.org/drawingml/2006/main">
            <a:off x="831848" y="4278863"/>
            <a:ext cx="10515600" cy="1500186"/>
          </a:xfrm>
        </p:spPr>
        <p:txBody>
          <a:bodyPr xmlns:a="http://schemas.openxmlformats.org/drawingml/2006/main"/>
          <a:lstStyle xmlns:a="http://schemas.openxmlformats.org/drawingml/2006/main">
            <a:lvl1pPr marL="0" indent="0" algn="ctr">
              <a:buNone/>
              <a:defRPr sz="2400">
                <a:solidFill>
                  <a:schemeClr val="bg1"/>
                </a:solidFill>
              </a:defRPr>
            </a:lvl1pPr>
            <a:lvl2pPr marL="457200" indent="0" algn="ctr">
              <a:buNone/>
              <a:defRPr sz="2000">
                <a:solidFill>
                  <a:schemeClr val="tx1">
                    <a:tint val="75000"/>
                  </a:schemeClr>
                </a:solidFill>
              </a:defRPr>
            </a:lvl2pPr>
            <a:lvl3pPr marL="914400" indent="0" algn="ctr">
              <a:buNone/>
              <a:defRPr sz="1800">
                <a:solidFill>
                  <a:schemeClr val="tx1">
                    <a:tint val="75000"/>
                  </a:schemeClr>
                </a:solidFill>
              </a:defRPr>
            </a:lvl3pPr>
            <a:lvl4pPr marL="1371600" indent="0" algn="ctr">
              <a:buNone/>
              <a:defRPr sz="1600">
                <a:solidFill>
                  <a:schemeClr val="tx1">
                    <a:tint val="75000"/>
                  </a:schemeClr>
                </a:solidFill>
              </a:defRPr>
            </a:lvl4pPr>
            <a:lvl5pPr marL="1828800" indent="0" algn="ctr">
              <a:buNone/>
              <a:defRPr sz="1600">
                <a:solidFill>
                  <a:schemeClr val="tx1">
                    <a:tint val="75000"/>
                  </a:schemeClr>
                </a:solidFill>
              </a:defRPr>
            </a:lvl5pPr>
            <a:lvl6pPr marL="2286000" indent="0" algn="ctr">
              <a:buNone/>
              <a:defRPr sz="1600">
                <a:solidFill>
                  <a:schemeClr val="tx1">
                    <a:tint val="75000"/>
                  </a:schemeClr>
                </a:solidFill>
              </a:defRPr>
            </a:lvl6pPr>
            <a:lvl7pPr marL="2743200" indent="0" algn="ctr">
              <a:buNone/>
              <a:defRPr sz="1600">
                <a:solidFill>
                  <a:schemeClr val="tx1">
                    <a:tint val="75000"/>
                  </a:schemeClr>
                </a:solidFill>
              </a:defRPr>
            </a:lvl7pPr>
            <a:lvl8pPr marL="3200400" indent="0" algn="ctr">
              <a:buNone/>
              <a:defRPr sz="1600">
                <a:solidFill>
                  <a:schemeClr val="tx1">
                    <a:tint val="75000"/>
                  </a:schemeClr>
                </a:solidFill>
              </a:defRPr>
            </a:lvl8pPr>
            <a:lvl9pPr marL="3657600" indent="0" algn="ctr">
              <a:buNone/>
              <a:defRPr sz="1600">
                <a:solidFill>
                  <a:schemeClr val="tx1">
                    <a:tint val="75000"/>
                  </a:schemeClr>
                </a:solidFill>
              </a:defRPr>
            </a:lvl9pPr>
          </a:lstStyle>
          <a:p xmlns:a="http://schemas.openxmlformats.org/drawingml/2006/main">
            <a:pPr lvl="0">
              <a:buNone/>
            </a:pPr>
            <a:r>
              <a:t>Click to edit Master text styles</a:t>
            </a:r>
          </a:p>
        </p:txBody>
      </p:sp>
      <p:sp>
        <p:nvSpPr>
          <p:cNvPr id="250736464" name="Date Placeholder 3">
            <a:extLst xmlns:a="http://schemas.openxmlformats.org/drawingml/2006/main">
              <a:ext uri="{FF2B5EF4-FFF2-40B4-BE49-F238E27FC236}">
                <a16:creationId xmlns:a16="http://schemas.microsoft.com/office/drawing/2014/main" id="{01FA14D1-5706-4214-A2A4-3FCFDB3E77F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892564437" name="Footer Placeholder 4">
            <a:extLst xmlns:a="http://schemas.openxmlformats.org/drawingml/2006/main">
              <a:ext uri="{FF2B5EF4-FFF2-40B4-BE49-F238E27FC236}">
                <a16:creationId xmlns:a16="http://schemas.microsoft.com/office/drawing/2014/main" id="{1214773B-3BB4-4EB6-9E79-9083826A335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2011232991" name="Slide Number Placeholder 5">
            <a:extLst xmlns:a="http://schemas.openxmlformats.org/drawingml/2006/main">
              <a:ext uri="{FF2B5EF4-FFF2-40B4-BE49-F238E27FC236}">
                <a16:creationId xmlns:a16="http://schemas.microsoft.com/office/drawing/2014/main" id="{6441FC44-F3FC-4444-B1CC-2B2DDDF7AD2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2099783718" name="Rectangle 640957806">
            <a:extLst xmlns:a="http://schemas.openxmlformats.org/drawingml/2006/main">
              <a:ext uri="{FF2B5EF4-FFF2-40B4-BE49-F238E27FC236}">
                <a16:creationId xmlns:a16="http://schemas.microsoft.com/office/drawing/2014/main" id="{8FB2341B-EC99-45DC-BBDD-0E203938F238}"/>
              </a:ext>
            </a:extLst>
          </p:cNvPr>
          <p:cNvSpPr>
            <a:spLocks xmlns:a="http://schemas.openxmlformats.org/drawingml/2006/main" noGrp="1"/>
          </p:cNvSpPr>
          <p:nvPr/>
        </p:nvSpPr>
        <p:spPr>
          <a:xfrm xmlns:a="http://schemas.openxmlformats.org/drawingml/2006/main" rot="0" flipH="0" flipV="0">
            <a:off x="-10884" y="6017640"/>
            <a:ext cx="12213770"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5.xml><?xml version="1.0" encoding="utf-8"?>
<p:sldLayout xmlns:p="http://schemas.openxmlformats.org/presentationml/2006/main" showMasterSp="1" showMasterPhAnim="0" matchingName="" type="twoObj" preserve="1" userDrawn="1">
  <p:cSld name="Two Content">
    <p:bg>
      <p:bgPr>
        <a:gradFill xmlns:a="http://schemas.openxmlformats.org/drawingml/2006/main">
          <a:gsLst>
            <a:gs pos="0">
              <a:schemeClr val="tx2">
                <a:lumMod val="20000"/>
                <a:lumOff val="80000"/>
                <a:alpha val="44999"/>
              </a:schemeClr>
            </a:gs>
            <a:gs pos="80000">
              <a:srgbClr val="FFFFFF">
                <a:alpha val="44999"/>
              </a:srgbClr>
            </a:gs>
          </a:gsLst>
          <a:lin ang="5400000" scaled="1"/>
        </a:gradFill>
      </p:bgPr>
    </p:bg>
    <p:spTree>
      <p:nvGrpSpPr>
        <p:cNvPr id="1" name=""/>
        <p:cNvGrpSpPr/>
        <p:nvPr/>
      </p:nvGrpSpPr>
      <p:grpSpPr>
        <a:xfrm xmlns:a="http://schemas.openxmlformats.org/drawingml/2006/main"/>
      </p:grpSpPr>
      <p:sp>
        <p:nvSpPr>
          <p:cNvPr id="212928206" name="Title 1">
            <a:extLst xmlns:a="http://schemas.openxmlformats.org/drawingml/2006/main">
              <a:ext uri="{FF2B5EF4-FFF2-40B4-BE49-F238E27FC236}">
                <a16:creationId xmlns:a16="http://schemas.microsoft.com/office/drawing/2014/main" id="{1D275FC2-D8DD-4D7B-AC0C-A1A079186CC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lgn="ctr">
              <a:buNone/>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926108671" name="Content Placeholder 2">
            <a:extLst xmlns:a="http://schemas.openxmlformats.org/drawingml/2006/main">
              <a:ext uri="{FF2B5EF4-FFF2-40B4-BE49-F238E27FC236}">
                <a16:creationId xmlns:a16="http://schemas.microsoft.com/office/drawing/2014/main" id="{FB8FE679-0D82-4716-9945-1F4F4CD662A4}"/>
              </a:ext>
            </a:extLst>
          </p:cNvPr>
          <p:cNvSpPr>
            <a:spLocks xmlns:a="http://schemas.openxmlformats.org/drawingml/2006/main" noGrp="1"/>
          </p:cNvSpPr>
          <p:nvPr>
            <p:ph idx="1"/>
          </p:nvPr>
        </p:nvSpPr>
        <p:spPr>
          <a:xfrm xmlns:a="http://schemas.openxmlformats.org/drawingml/2006/main">
            <a:off x="838198" y="1825624"/>
            <a:ext cx="5181599" cy="4351338"/>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08330326" name="Content Placeholder 3">
            <a:extLst xmlns:a="http://schemas.openxmlformats.org/drawingml/2006/main">
              <a:ext uri="{FF2B5EF4-FFF2-40B4-BE49-F238E27FC236}">
                <a16:creationId xmlns:a16="http://schemas.microsoft.com/office/drawing/2014/main" id="{15E698AF-A1CF-4C6A-ADF1-92FECC7E4EEC}"/>
              </a:ext>
            </a:extLst>
          </p:cNvPr>
          <p:cNvSpPr>
            <a:spLocks xmlns:a="http://schemas.openxmlformats.org/drawingml/2006/main" noGrp="1"/>
          </p:cNvSpPr>
          <p:nvPr>
            <p:ph idx="2"/>
          </p:nvPr>
        </p:nvSpPr>
        <p:spPr>
          <a:xfrm xmlns:a="http://schemas.openxmlformats.org/drawingml/2006/main">
            <a:off x="6172200" y="1825624"/>
            <a:ext cx="5181599" cy="4351338"/>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347770377" name="Date Placeholder 4">
            <a:extLst xmlns:a="http://schemas.openxmlformats.org/drawingml/2006/main">
              <a:ext uri="{FF2B5EF4-FFF2-40B4-BE49-F238E27FC236}">
                <a16:creationId xmlns:a16="http://schemas.microsoft.com/office/drawing/2014/main" id="{840DFD86-C237-4536-A734-0164DE049D6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30160276" name="Footer Placeholder 5">
            <a:extLst xmlns:a="http://schemas.openxmlformats.org/drawingml/2006/main">
              <a:ext uri="{FF2B5EF4-FFF2-40B4-BE49-F238E27FC236}">
                <a16:creationId xmlns:a16="http://schemas.microsoft.com/office/drawing/2014/main" id="{C6DF1436-4309-4A98-B976-388AC62E885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656975773" name="Slide Number Placeholder 6">
            <a:extLst xmlns:a="http://schemas.openxmlformats.org/drawingml/2006/main">
              <a:ext uri="{FF2B5EF4-FFF2-40B4-BE49-F238E27FC236}">
                <a16:creationId xmlns:a16="http://schemas.microsoft.com/office/drawing/2014/main" id="{AFA9BA1D-9703-438E-A536-547C8097021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1951670114" name="Rectangle 640957806">
            <a:extLst xmlns:a="http://schemas.openxmlformats.org/drawingml/2006/main">
              <a:ext uri="{FF2B5EF4-FFF2-40B4-BE49-F238E27FC236}">
                <a16:creationId xmlns:a16="http://schemas.microsoft.com/office/drawing/2014/main" id="{04315EC2-4FE6-4A11-94BC-A8EAD0FA68BB}"/>
              </a:ext>
            </a:extLst>
          </p:cNvPr>
          <p:cNvSpPr>
            <a:spLocks xmlns:a="http://schemas.openxmlformats.org/drawingml/2006/main" noGrp="1"/>
          </p:cNvSpPr>
          <p:nvPr/>
        </p:nvSpPr>
        <p:spPr>
          <a:xfrm xmlns:a="http://schemas.openxmlformats.org/drawingml/2006/main" rot="0" flipH="0" flipV="0">
            <a:off x="2070" y="6121172"/>
            <a:ext cx="12213769"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6.xml><?xml version="1.0" encoding="utf-8"?>
<p:sldLayout xmlns:p="http://schemas.openxmlformats.org/presentationml/2006/main" showMasterSp="1" showMasterPhAnim="0" matchingName="" type="twoTxTwoObj" preserve="1" userDrawn="1">
  <p:cSld name="Comparison">
    <p:bg>
      <p:bgPr>
        <a:gradFill xmlns:a="http://schemas.openxmlformats.org/drawingml/2006/main">
          <a:gsLst>
            <a:gs pos="0">
              <a:schemeClr val="tx2">
                <a:lumMod val="20000"/>
                <a:lumOff val="80000"/>
                <a:alpha val="44999"/>
              </a:schemeClr>
            </a:gs>
            <a:gs pos="50000">
              <a:srgbClr val="FFFFFF">
                <a:alpha val="44999"/>
              </a:srgbClr>
            </a:gs>
          </a:gsLst>
          <a:lin ang="10800000" scaled="1"/>
        </a:gradFill>
      </p:bgPr>
    </p:bg>
    <p:spTree>
      <p:nvGrpSpPr>
        <p:cNvPr id="1" name=""/>
        <p:cNvGrpSpPr/>
        <p:nvPr/>
      </p:nvGrpSpPr>
      <p:grpSpPr>
        <a:xfrm xmlns:a="http://schemas.openxmlformats.org/drawingml/2006/main"/>
      </p:grpSpPr>
      <p:sp>
        <p:nvSpPr>
          <p:cNvPr id="1678077955" name="Title 1">
            <a:extLst xmlns:a="http://schemas.openxmlformats.org/drawingml/2006/main">
              <a:ext uri="{FF2B5EF4-FFF2-40B4-BE49-F238E27FC236}">
                <a16:creationId xmlns:a16="http://schemas.microsoft.com/office/drawing/2014/main" id="{AB1E1C2B-F411-4E76-BD24-7528BF69E593}"/>
              </a:ext>
            </a:extLst>
          </p:cNvPr>
          <p:cNvSpPr>
            <a:spLocks xmlns:a="http://schemas.openxmlformats.org/drawingml/2006/main" noGrp="1"/>
          </p:cNvSpPr>
          <p:nvPr>
            <p:ph type="title" idx="0"/>
          </p:nvPr>
        </p:nvSpPr>
        <p:spPr>
          <a:xfrm xmlns:a="http://schemas.openxmlformats.org/drawingml/2006/main">
            <a:off x="839787" y="365124"/>
            <a:ext cx="10515600" cy="1325562"/>
          </a:xfrm>
        </p:spPr>
        <p:txBody>
          <a:bodyPr xmlns:a="http://schemas.openxmlformats.org/drawingml/2006/main"/>
          <a:lstStyle xmlns:a="http://schemas.openxmlformats.org/drawingml/2006/main">
            <a:lvl1pPr algn="ctr">
              <a:buNone/>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367395225" name="Text Placeholder 2">
            <a:extLst xmlns:a="http://schemas.openxmlformats.org/drawingml/2006/main">
              <a:ext uri="{FF2B5EF4-FFF2-40B4-BE49-F238E27FC236}">
                <a16:creationId xmlns:a16="http://schemas.microsoft.com/office/drawing/2014/main" id="{98BA3312-A603-4CE7-921A-9A36E4C7CFBC}"/>
              </a:ext>
            </a:extLst>
          </p:cNvPr>
          <p:cNvSpPr>
            <a:spLocks xmlns:a="http://schemas.openxmlformats.org/drawingml/2006/main" noGrp="1"/>
          </p:cNvSpPr>
          <p:nvPr>
            <p:ph type="body" idx="1"/>
          </p:nvPr>
        </p:nvSpPr>
        <p:spPr>
          <a:xfrm xmlns:a="http://schemas.openxmlformats.org/drawingml/2006/main" flipH="0" flipV="0">
            <a:off x="839786" y="1690686"/>
            <a:ext cx="5157784" cy="814385"/>
          </a:xfrm>
        </p:spPr>
        <p:txBody>
          <a:bodyPr xmlns:a="http://schemas.openxmlformats.org/drawingml/2006/main" vert="horz" wrap="square" lIns="182880" tIns="182880" rIns="182880" bIns="91440" anchor="ctr">
            <a:normAutofit/>
          </a:bodyPr>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1083227644" name="Content Placeholder 3">
            <a:extLst xmlns:a="http://schemas.openxmlformats.org/drawingml/2006/main">
              <a:ext uri="{FF2B5EF4-FFF2-40B4-BE49-F238E27FC236}">
                <a16:creationId xmlns:a16="http://schemas.microsoft.com/office/drawing/2014/main" id="{D15C024F-28DD-4EB9-9773-84A1C8E61477}"/>
              </a:ext>
            </a:extLst>
          </p:cNvPr>
          <p:cNvSpPr>
            <a:spLocks xmlns:a="http://schemas.openxmlformats.org/drawingml/2006/main" noGrp="1"/>
          </p:cNvSpPr>
          <p:nvPr>
            <p:ph idx="2"/>
          </p:nvPr>
        </p:nvSpPr>
        <p:spPr>
          <a:xfrm xmlns:a="http://schemas.openxmlformats.org/drawingml/2006/main">
            <a:off x="839787" y="2505073"/>
            <a:ext cx="5157785" cy="3684587"/>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80668649" name="Text Placeholder 4">
            <a:extLst xmlns:a="http://schemas.openxmlformats.org/drawingml/2006/main">
              <a:ext uri="{FF2B5EF4-FFF2-40B4-BE49-F238E27FC236}">
                <a16:creationId xmlns:a16="http://schemas.microsoft.com/office/drawing/2014/main" id="{C35DECA8-E315-4B8A-A2B7-4E3ECE9D3AF8}"/>
              </a:ext>
            </a:extLst>
          </p:cNvPr>
          <p:cNvSpPr>
            <a:spLocks xmlns:a="http://schemas.openxmlformats.org/drawingml/2006/main" noGrp="1"/>
          </p:cNvSpPr>
          <p:nvPr>
            <p:ph type="body" idx="3"/>
          </p:nvPr>
        </p:nvSpPr>
        <p:spPr>
          <a:xfrm xmlns:a="http://schemas.openxmlformats.org/drawingml/2006/main" flipH="0" flipV="0">
            <a:off x="6172198" y="1690686"/>
            <a:ext cx="5183186" cy="814385"/>
          </a:xfrm>
        </p:spPr>
        <p:txBody>
          <a:bodyPr xmlns:a="http://schemas.openxmlformats.org/drawingml/2006/main" vert="horz" wrap="square" lIns="182880" tIns="182880" rIns="182880" bIns="91440" anchor="ctr">
            <a:normAutofit/>
          </a:bodyPr>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969864676" name="Content Placeholder 5">
            <a:extLst xmlns:a="http://schemas.openxmlformats.org/drawingml/2006/main">
              <a:ext uri="{FF2B5EF4-FFF2-40B4-BE49-F238E27FC236}">
                <a16:creationId xmlns:a16="http://schemas.microsoft.com/office/drawing/2014/main" id="{6D55E719-7882-41B1-8A12-B06B8748E3BD}"/>
              </a:ext>
            </a:extLst>
          </p:cNvPr>
          <p:cNvSpPr>
            <a:spLocks xmlns:a="http://schemas.openxmlformats.org/drawingml/2006/main" noGrp="1"/>
          </p:cNvSpPr>
          <p:nvPr>
            <p:ph idx="4"/>
          </p:nvPr>
        </p:nvSpPr>
        <p:spPr>
          <a:xfrm xmlns:a="http://schemas.openxmlformats.org/drawingml/2006/main">
            <a:off x="6172200" y="2505073"/>
            <a:ext cx="5183187" cy="3684587"/>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01293657" name="Date Placeholder 6">
            <a:extLst xmlns:a="http://schemas.openxmlformats.org/drawingml/2006/main">
              <a:ext uri="{FF2B5EF4-FFF2-40B4-BE49-F238E27FC236}">
                <a16:creationId xmlns:a16="http://schemas.microsoft.com/office/drawing/2014/main" id="{57847CAE-426E-467E-A9EA-9CED9A44863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661342908" name="Footer Placeholder 7">
            <a:extLst xmlns:a="http://schemas.openxmlformats.org/drawingml/2006/main">
              <a:ext uri="{FF2B5EF4-FFF2-40B4-BE49-F238E27FC236}">
                <a16:creationId xmlns:a16="http://schemas.microsoft.com/office/drawing/2014/main" id="{542BF9FA-7290-4DF5-AAE1-8A08A75A306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578813981" name="Slide Number Placeholder 8">
            <a:extLst xmlns:a="http://schemas.openxmlformats.org/drawingml/2006/main">
              <a:ext uri="{FF2B5EF4-FFF2-40B4-BE49-F238E27FC236}">
                <a16:creationId xmlns:a16="http://schemas.microsoft.com/office/drawing/2014/main" id="{212BDFD5-2D10-4A27-8355-D7CA32CACC2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341113733" name="Rectangle 640957806">
            <a:extLst xmlns:a="http://schemas.openxmlformats.org/drawingml/2006/main">
              <a:ext uri="{FF2B5EF4-FFF2-40B4-BE49-F238E27FC236}">
                <a16:creationId xmlns:a16="http://schemas.microsoft.com/office/drawing/2014/main" id="{D4C93E90-56A3-47FE-A156-B3304558AC0A}"/>
              </a:ext>
            </a:extLst>
          </p:cNvPr>
          <p:cNvSpPr>
            <a:spLocks xmlns:a="http://schemas.openxmlformats.org/drawingml/2006/main" noGrp="1"/>
          </p:cNvSpPr>
          <p:nvPr/>
        </p:nvSpPr>
        <p:spPr>
          <a:xfrm xmlns:a="http://schemas.openxmlformats.org/drawingml/2006/main" rot="0" flipH="0" flipV="0">
            <a:off x="2330779" y="1690686"/>
            <a:ext cx="7530436" cy="73152"/>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7.xml><?xml version="1.0" encoding="utf-8"?>
<p:sldLayout xmlns:p="http://schemas.openxmlformats.org/presentationml/2006/main" showMasterSp="1" showMasterPhAnim="0" matchingName="" type="picTx" preserve="1" userDrawn="1">
  <p:cSld name="Picture with Caption">
    <p:bg>
      <p:bgPr>
        <a:gradFill xmlns:a="http://schemas.openxmlformats.org/drawingml/2006/main">
          <a:gsLst>
            <a:gs pos="0">
              <a:schemeClr val="tx2">
                <a:lumMod val="75000"/>
              </a:schemeClr>
            </a:gs>
            <a:gs pos="100000">
              <a:schemeClr val="tx2"/>
            </a:gs>
          </a:gsLst>
          <a:lin ang="10800000" scaled="1"/>
        </a:gradFill>
      </p:bgPr>
    </p:bg>
    <p:spTree>
      <p:nvGrpSpPr>
        <p:cNvPr id="1" name=""/>
        <p:cNvGrpSpPr/>
        <p:nvPr/>
      </p:nvGrpSpPr>
      <p:grpSpPr>
        <a:xfrm xmlns:a="http://schemas.openxmlformats.org/drawingml/2006/main"/>
      </p:grpSpPr>
      <p:sp>
        <p:nvSpPr>
          <p:cNvPr id="1391890070" name="Title 1">
            <a:extLst xmlns:a="http://schemas.openxmlformats.org/drawingml/2006/main">
              <a:ext uri="{FF2B5EF4-FFF2-40B4-BE49-F238E27FC236}">
                <a16:creationId xmlns:a16="http://schemas.microsoft.com/office/drawing/2014/main" id="{E723DAEA-9B2F-48DA-B8D5-8A82230790E8}"/>
              </a:ext>
            </a:extLst>
          </p:cNvPr>
          <p:cNvSpPr>
            <a:spLocks xmlns:a="http://schemas.openxmlformats.org/drawingml/2006/main" noGrp="1"/>
          </p:cNvSpPr>
          <p:nvPr>
            <p:ph type="title" idx="0"/>
          </p:nvPr>
        </p:nvSpPr>
        <p:spPr>
          <a:xfrm xmlns:a="http://schemas.openxmlformats.org/drawingml/2006/main">
            <a:off x="839787" y="457200"/>
            <a:ext cx="3932236" cy="1600200"/>
          </a:xfrm>
        </p:spPr>
        <p:txBody>
          <a:bodyPr xmlns:a="http://schemas.openxmlformats.org/drawingml/2006/main" vert="horz" wrap="square" lIns="91440" tIns="45720" rIns="91440" bIns="45720" anchor="ctr">
            <a:normAutofit/>
          </a:bodyPr>
          <a:lstStyle xmlns:a="http://schemas.openxmlformats.org/drawingml/2006/main">
            <a:lvl1pPr>
              <a:buNone/>
              <a:defRPr sz="3200">
                <a:solidFill>
                  <a:schemeClr val="bg1"/>
                </a:solidFill>
              </a:defRPr>
            </a:lvl1pPr>
          </a:lstStyle>
          <a:p xmlns:a="http://schemas.openxmlformats.org/drawingml/2006/main">
            <a:pPr>
              <a:buNone/>
            </a:pPr>
            <a:r>
              <a:t>Click to edit Master title style</a:t>
            </a:r>
          </a:p>
        </p:txBody>
      </p:sp>
      <p:sp>
        <p:nvSpPr>
          <p:cNvPr id="1143696901" name="Picture Placeholder 2">
            <a:extLst xmlns:a="http://schemas.openxmlformats.org/drawingml/2006/main">
              <a:ext uri="{FF2B5EF4-FFF2-40B4-BE49-F238E27FC236}">
                <a16:creationId xmlns:a16="http://schemas.microsoft.com/office/drawing/2014/main" id="{4E5ED1C4-0E5F-4D18-AC6A-CC1E45B40B94}"/>
              </a:ext>
            </a:extLst>
          </p:cNvPr>
          <p:cNvSpPr>
            <a:spLocks xmlns:a="http://schemas.openxmlformats.org/drawingml/2006/main" noGrp="1"/>
          </p:cNvSpPr>
          <p:nvPr>
            <p:ph type="pic" idx="1"/>
          </p:nvPr>
        </p:nvSpPr>
        <p:spPr>
          <a:xfrm xmlns:a="http://schemas.openxmlformats.org/drawingml/2006/main" flipH="0" flipV="0">
            <a:off x="5183186" y="457198"/>
            <a:ext cx="6172200" cy="5403847"/>
          </a:xfrm>
        </p:spPr>
        <p:txBody>
          <a:bodyPr xmlns:a="http://schemas.openxmlformats.org/drawingml/2006/main" anchor="t"/>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pPr>
              <a:buNone/>
            </a:pPr>
            <a:r>
              <a:t>Click icon to add picture</a:t>
            </a:r>
          </a:p>
        </p:txBody>
      </p:sp>
      <p:sp>
        <p:nvSpPr>
          <p:cNvPr id="936419438" name="Text Placeholder 3">
            <a:extLst xmlns:a="http://schemas.openxmlformats.org/drawingml/2006/main">
              <a:ext uri="{FF2B5EF4-FFF2-40B4-BE49-F238E27FC236}">
                <a16:creationId xmlns:a16="http://schemas.microsoft.com/office/drawing/2014/main" id="{DB51C6CA-AC22-4CA1-9D66-222E9574A387}"/>
              </a:ext>
            </a:extLst>
          </p:cNvPr>
          <p:cNvSpPr>
            <a:spLocks xmlns:a="http://schemas.openxmlformats.org/drawingml/2006/main" noGrp="1"/>
          </p:cNvSpPr>
          <p:nvPr>
            <p:ph type="body" idx="2"/>
          </p:nvPr>
        </p:nvSpPr>
        <p:spPr>
          <a:xfrm xmlns:a="http://schemas.openxmlformats.org/drawingml/2006/main">
            <a:off x="839787" y="2057400"/>
            <a:ext cx="3932236" cy="3811587"/>
          </a:xfrm>
        </p:spPr>
        <p:txBody>
          <a:bodyPr xmlns:a="http://schemas.openxmlformats.org/drawingml/2006/main"/>
          <a:lstStyle xmlns:a="http://schemas.openxmlformats.org/drawingml/2006/main">
            <a:lvl1pPr marL="0" indent="0">
              <a:buNone/>
              <a:defRPr sz="2400">
                <a:solidFill>
                  <a:schemeClr val="bg1"/>
                </a:solidFill>
              </a:defRPr>
            </a:lvl1pPr>
            <a:lvl2pPr marL="457200" indent="0">
              <a:buNone/>
              <a:defRPr sz="2400"/>
            </a:lvl2pPr>
            <a:lvl3pPr marL="914400" indent="0">
              <a:buNone/>
              <a:defRPr sz="2400"/>
            </a:lvl3pPr>
            <a:lvl4pPr marL="1371600" indent="0">
              <a:buNone/>
              <a:defRPr sz="2400"/>
            </a:lvl4pPr>
            <a:lvl5pPr marL="1828800" indent="0">
              <a:buNone/>
              <a:defRPr sz="2400"/>
            </a:lvl5pPr>
            <a:lvl6pPr marL="2286000" indent="0">
              <a:buNone/>
              <a:defRPr sz="2400"/>
            </a:lvl6pPr>
            <a:lvl7pPr marL="2743200" indent="0">
              <a:buNone/>
              <a:defRPr sz="2400"/>
            </a:lvl7pPr>
            <a:lvl8pPr marL="3200400" indent="0">
              <a:buNone/>
              <a:defRPr sz="2400"/>
            </a:lvl8pPr>
            <a:lvl9pPr marL="3657600" indent="0">
              <a:buNone/>
              <a:defRPr sz="2400"/>
            </a:lvl9pPr>
          </a:lstStyle>
          <a:p xmlns:a="http://schemas.openxmlformats.org/drawingml/2006/main">
            <a:pPr lvl="0">
              <a:buNone/>
            </a:pPr>
            <a:r>
              <a:t>Click to edit Master text styles</a:t>
            </a:r>
          </a:p>
        </p:txBody>
      </p:sp>
      <p:sp>
        <p:nvSpPr>
          <p:cNvPr id="593789577" name="Date Placeholder 4">
            <a:extLst xmlns:a="http://schemas.openxmlformats.org/drawingml/2006/main">
              <a:ext uri="{FF2B5EF4-FFF2-40B4-BE49-F238E27FC236}">
                <a16:creationId xmlns:a16="http://schemas.microsoft.com/office/drawing/2014/main" id="{CA022A73-36CD-4A66-87E6-50971C4DC44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572638571" name="Footer Placeholder 5">
            <a:extLst xmlns:a="http://schemas.openxmlformats.org/drawingml/2006/main">
              <a:ext uri="{FF2B5EF4-FFF2-40B4-BE49-F238E27FC236}">
                <a16:creationId xmlns:a16="http://schemas.microsoft.com/office/drawing/2014/main" id="{0B3D60BB-D8B1-40FA-B2E6-2384DF649FE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404119587" name="Slide Number Placeholder 6">
            <a:extLst xmlns:a="http://schemas.openxmlformats.org/drawingml/2006/main">
              <a:ext uri="{FF2B5EF4-FFF2-40B4-BE49-F238E27FC236}">
                <a16:creationId xmlns:a16="http://schemas.microsoft.com/office/drawing/2014/main" id="{37A87D50-45DC-4950-9E77-BFEB64CD389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1482418199" name="Rectangle 640957806">
            <a:extLst xmlns:a="http://schemas.openxmlformats.org/drawingml/2006/main">
              <a:ext uri="{FF2B5EF4-FFF2-40B4-BE49-F238E27FC236}">
                <a16:creationId xmlns:a16="http://schemas.microsoft.com/office/drawing/2014/main" id="{EAB2E125-A5F5-4850-B3EA-9802698ADECB}"/>
              </a:ext>
            </a:extLst>
          </p:cNvPr>
          <p:cNvSpPr>
            <a:spLocks xmlns:a="http://schemas.openxmlformats.org/drawingml/2006/main" noGrp="1"/>
          </p:cNvSpPr>
          <p:nvPr/>
        </p:nvSpPr>
        <p:spPr>
          <a:xfrm xmlns:a="http://schemas.openxmlformats.org/drawingml/2006/main" rot="0" flipH="0" flipV="0">
            <a:off x="838197" y="1984248"/>
            <a:ext cx="3933823" cy="73152"/>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8.xml><?xml version="1.0" encoding="utf-8"?>
<p:sldLayout xmlns:p="http://schemas.openxmlformats.org/presentationml/2006/main" showMasterSp="1" showMasterPhAnim="0" matchingName="" type="titleOnly" preserve="1" userDrawn="1">
  <p:cSld name="Title Only">
    <p:bg>
      <p:bgPr>
        <a:gradFill xmlns:a="http://schemas.openxmlformats.org/drawingml/2006/main">
          <a:gsLst>
            <a:gs pos="0">
              <a:schemeClr val="tx2"/>
            </a:gs>
            <a:gs pos="100000">
              <a:schemeClr val="tx2">
                <a:lumMod val="75000"/>
              </a:schemeClr>
            </a:gs>
          </a:gsLst>
          <a:lin ang="16200000" scaled="1"/>
        </a:gradFill>
      </p:bgPr>
    </p:bg>
    <p:spTree>
      <p:nvGrpSpPr>
        <p:cNvPr id="1" name=""/>
        <p:cNvGrpSpPr/>
        <p:nvPr/>
      </p:nvGrpSpPr>
      <p:grpSpPr>
        <a:xfrm xmlns:a="http://schemas.openxmlformats.org/drawingml/2006/main"/>
      </p:grpSpPr>
      <p:pic>
        <p:nvPicPr>
          <p:cNvPr id="1863707501" name=""/>
          <p:cNvPicPr>
            <a:picLocks xmlns:a="http://schemas.openxmlformats.org/drawingml/2006/main" noChangeAspect="1"/>
          </p:cNvPicPr>
          <p:nvPr/>
        </p:nvPicPr>
        <p:blipFill rotWithShape="1">
          <a:blip xmlns:r="http://schemas.openxmlformats.org/officeDocument/2006/relationships" xmlns:a="http://schemas.openxmlformats.org/drawingml/2006/main" r:embed="Rff37331e236b478f">
            <a:alphaModFix amt="30000"/>
          </a:blip>
          <a:stretch xmlns:a="http://schemas.openxmlformats.org/drawingml/2006/main"/>
        </p:blipFill>
        <p:spPr>
          <a:xfrm xmlns:a="http://schemas.openxmlformats.org/drawingml/2006/main" flipH="0" flipV="0">
            <a:off x="20620" y="8103"/>
            <a:ext cx="12216844" cy="6858000"/>
          </a:xfrm>
          <a:prstGeom xmlns:a="http://schemas.openxmlformats.org/drawingml/2006/main" prst="rect">
            <a:avLst/>
          </a:prstGeom>
        </p:spPr>
      </p:pic>
      <p:sp>
        <p:nvSpPr>
          <p:cNvPr id="1046717607" name="Title 1">
            <a:extLst xmlns:a="http://schemas.openxmlformats.org/drawingml/2006/main">
              <a:ext uri="{FF2B5EF4-FFF2-40B4-BE49-F238E27FC236}">
                <a16:creationId xmlns:a16="http://schemas.microsoft.com/office/drawing/2014/main" id="{E672BC7C-D08B-49FA-B71F-B265CD6DFE28}"/>
              </a:ext>
            </a:extLst>
          </p:cNvPr>
          <p:cNvSpPr>
            <a:spLocks xmlns:a="http://schemas.openxmlformats.org/drawingml/2006/main" noGrp="1"/>
          </p:cNvSpPr>
          <p:nvPr>
            <p:ph type="title" idx="0"/>
          </p:nvPr>
        </p:nvSpPr>
        <p:spPr>
          <a:xfrm xmlns:a="http://schemas.openxmlformats.org/drawingml/2006/main">
            <a:off x="838197" y="2455619"/>
            <a:ext cx="10515600" cy="1325561"/>
          </a:xfrm>
        </p:spPr>
        <p:txBody>
          <a:bodyPr xmlns:a="http://schemas.openxmlformats.org/drawingml/2006/main"/>
          <a:lstStyle xmlns:a="http://schemas.openxmlformats.org/drawingml/2006/main">
            <a:lvl1pPr algn="ctr">
              <a:buNone/>
              <a:defRPr>
                <a:solidFill>
                  <a:schemeClr val="bg1"/>
                </a:solidFill>
              </a:defRPr>
            </a:lvl1pPr>
            <a:lvl2pPr algn="ctr">
              <a:buNone/>
              <a:defRPr>
                <a:solidFill>
                  <a:schemeClr val="bg1"/>
                </a:solidFill>
              </a:defRPr>
            </a:lvl2pPr>
            <a:lvl3pPr algn="ctr">
              <a:buNone/>
              <a:defRPr>
                <a:solidFill>
                  <a:schemeClr val="bg1"/>
                </a:solidFill>
              </a:defRPr>
            </a:lvl3pPr>
            <a:lvl4pPr algn="ctr">
              <a:buNone/>
              <a:defRPr>
                <a:solidFill>
                  <a:schemeClr val="bg1"/>
                </a:solidFill>
              </a:defRPr>
            </a:lvl4pPr>
            <a:lvl5pPr algn="ctr">
              <a:buNone/>
              <a:defRPr>
                <a:solidFill>
                  <a:schemeClr val="bg1"/>
                </a:solidFill>
              </a:defRPr>
            </a:lvl5pPr>
            <a:lvl6pPr algn="ctr">
              <a:buNone/>
              <a:defRPr>
                <a:solidFill>
                  <a:schemeClr val="bg1"/>
                </a:solidFill>
              </a:defRPr>
            </a:lvl6pPr>
            <a:lvl7pPr algn="ctr">
              <a:buNone/>
              <a:defRPr>
                <a:solidFill>
                  <a:schemeClr val="bg1"/>
                </a:solidFill>
              </a:defRPr>
            </a:lvl7pPr>
            <a:lvl8pPr algn="ctr">
              <a:buNone/>
              <a:defRPr>
                <a:solidFill>
                  <a:schemeClr val="bg1"/>
                </a:solidFill>
              </a:defRPr>
            </a:lvl8pPr>
            <a:lvl9pPr algn="ctr">
              <a:buNone/>
              <a:defRPr>
                <a:solidFill>
                  <a:schemeClr val="bg1"/>
                </a:solidFill>
              </a:defRPr>
            </a:lvl9pPr>
          </a:lstStyle>
          <a:p xmlns:a="http://schemas.openxmlformats.org/drawingml/2006/main">
            <a:pPr>
              <a:buNone/>
            </a:pPr>
            <a:r>
              <a:t>Click to edit Master title style</a:t>
            </a:r>
          </a:p>
        </p:txBody>
      </p:sp>
      <p:sp>
        <p:nvSpPr>
          <p:cNvPr id="807902037" name="Date Placeholder 2">
            <a:extLst xmlns:a="http://schemas.openxmlformats.org/drawingml/2006/main">
              <a:ext uri="{FF2B5EF4-FFF2-40B4-BE49-F238E27FC236}">
                <a16:creationId xmlns:a16="http://schemas.microsoft.com/office/drawing/2014/main" id="{48B20302-5B13-4EEB-8030-95CC09A9071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863707499" name="Footer Placeholder 3">
            <a:extLst xmlns:a="http://schemas.openxmlformats.org/drawingml/2006/main">
              <a:ext uri="{FF2B5EF4-FFF2-40B4-BE49-F238E27FC236}">
                <a16:creationId xmlns:a16="http://schemas.microsoft.com/office/drawing/2014/main" id="{5FAC787C-C169-4197-8BBC-3DB90A6EF28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564463912" name="Slide Number Placeholder 4">
            <a:extLst xmlns:a="http://schemas.openxmlformats.org/drawingml/2006/main">
              <a:ext uri="{FF2B5EF4-FFF2-40B4-BE49-F238E27FC236}">
                <a16:creationId xmlns:a16="http://schemas.microsoft.com/office/drawing/2014/main" id="{8E06C6FB-C590-47D7-A3EF-286E6AFDD77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9.xml><?xml version="1.0" encoding="utf-8"?>
<p:sldLayout xmlns:p="http://schemas.openxmlformats.org/presentationml/2006/main" showMasterSp="1" showMasterPhAnim="0" matchingName="" type="blank" preserve="1" userDrawn="1">
  <p:cSld name="Blank">
    <p:spTree>
      <p:nvGrpSpPr>
        <p:cNvPr id="1" name=""/>
        <p:cNvGrpSpPr/>
        <p:nvPr/>
      </p:nvGrpSpPr>
      <p:grpSpPr>
        <a:xfrm xmlns:a="http://schemas.openxmlformats.org/drawingml/2006/main"/>
      </p:grpSpPr>
      <p:sp>
        <p:nvSpPr>
          <p:cNvPr id="899539181" name="Date Placeholder 1">
            <a:extLst xmlns:a="http://schemas.openxmlformats.org/drawingml/2006/main">
              <a:ext uri="{FF2B5EF4-FFF2-40B4-BE49-F238E27FC236}">
                <a16:creationId xmlns:a16="http://schemas.microsoft.com/office/drawing/2014/main" id="{02844AA9-AA04-4869-AA39-481B0CE6370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631159438" name="Footer Placeholder 2">
            <a:extLst xmlns:a="http://schemas.openxmlformats.org/drawingml/2006/main">
              <a:ext uri="{FF2B5EF4-FFF2-40B4-BE49-F238E27FC236}">
                <a16:creationId xmlns:a16="http://schemas.microsoft.com/office/drawing/2014/main" id="{FB359A73-EA6D-4F27-A57E-30E62205EF1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217375567" name="Slide Number Placeholder 3">
            <a:extLst xmlns:a="http://schemas.openxmlformats.org/drawingml/2006/main">
              <a:ext uri="{FF2B5EF4-FFF2-40B4-BE49-F238E27FC236}">
                <a16:creationId xmlns:a16="http://schemas.microsoft.com/office/drawing/2014/main" id="{1CA45ED5-4B59-4342-A9BC-5A7CE9742A5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10.xml><?xml version="1.0" encoding="utf-8"?>
<p:sldLayout xmlns:p="http://schemas.openxmlformats.org/presentationml/2006/main" showMasterSp="1" showMasterPhAnim="0" matchingName="" type="objTx" preserve="1" userDrawn="1">
  <p:cSld name="Content with Caption">
    <p:spTree>
      <p:nvGrpSpPr>
        <p:cNvPr id="1" name=""/>
        <p:cNvGrpSpPr/>
        <p:nvPr/>
      </p:nvGrpSpPr>
      <p:grpSpPr>
        <a:xfrm xmlns:a="http://schemas.openxmlformats.org/drawingml/2006/main"/>
      </p:grpSpPr>
      <p:sp>
        <p:nvSpPr>
          <p:cNvPr id="510201109" name="Title 1">
            <a:extLst xmlns:a="http://schemas.openxmlformats.org/drawingml/2006/main">
              <a:ext uri="{FF2B5EF4-FFF2-40B4-BE49-F238E27FC236}">
                <a16:creationId xmlns:a16="http://schemas.microsoft.com/office/drawing/2014/main" id="{16AF891B-C0EE-46F2-B8B0-795851482C6E}"/>
              </a:ext>
            </a:extLst>
          </p:cNvPr>
          <p:cNvSpPr>
            <a:spLocks xmlns:a="http://schemas.openxmlformats.org/drawingml/2006/main" noGrp="1"/>
          </p:cNvSpPr>
          <p:nvPr>
            <p:ph type="title" idx="0"/>
          </p:nvPr>
        </p:nvSpPr>
        <p:spPr>
          <a:xfrm xmlns:a="http://schemas.openxmlformats.org/drawingml/2006/main">
            <a:off x="839787" y="457200"/>
            <a:ext cx="3932236" cy="1600200"/>
          </a:xfrm>
        </p:spPr>
        <p:txBody>
          <a:bodyPr xmlns:a="http://schemas.openxmlformats.org/drawingml/2006/main" anchor="b"/>
          <a:lstStyle xmlns:a="http://schemas.openxmlformats.org/drawingml/2006/main">
            <a:lvl1pPr>
              <a:buNone/>
              <a:defRPr sz="3200"/>
            </a:lvl1pPr>
          </a:lstStyle>
          <a:p xmlns:a="http://schemas.openxmlformats.org/drawingml/2006/main">
            <a:pPr>
              <a:buNone/>
            </a:pPr>
            <a:r>
              <a:t>Click to edit Master title style</a:t>
            </a:r>
          </a:p>
        </p:txBody>
      </p:sp>
      <p:sp>
        <p:nvSpPr>
          <p:cNvPr id="1546628874" name="Content Placeholder 2">
            <a:extLst xmlns:a="http://schemas.openxmlformats.org/drawingml/2006/main">
              <a:ext uri="{FF2B5EF4-FFF2-40B4-BE49-F238E27FC236}">
                <a16:creationId xmlns:a16="http://schemas.microsoft.com/office/drawing/2014/main" id="{F559BD7D-D4A8-44F0-A9F1-977D3BCE4614}"/>
              </a:ext>
            </a:extLst>
          </p:cNvPr>
          <p:cNvSpPr>
            <a:spLocks xmlns:a="http://schemas.openxmlformats.org/drawingml/2006/main" noGrp="1"/>
          </p:cNvSpPr>
          <p:nvPr>
            <p:ph idx="1"/>
          </p:nvPr>
        </p:nvSpPr>
        <p:spPr>
          <a:xfrm xmlns:a="http://schemas.openxmlformats.org/drawingml/2006/main">
            <a:off x="5183187" y="987424"/>
            <a:ext cx="6172200" cy="4873624"/>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688382226" name="Text Placeholder 3">
            <a:extLst xmlns:a="http://schemas.openxmlformats.org/drawingml/2006/main">
              <a:ext uri="{FF2B5EF4-FFF2-40B4-BE49-F238E27FC236}">
                <a16:creationId xmlns:a16="http://schemas.microsoft.com/office/drawing/2014/main" id="{87FB688A-80E4-48F7-9246-5D4A14D2A129}"/>
              </a:ext>
            </a:extLst>
          </p:cNvPr>
          <p:cNvSpPr>
            <a:spLocks xmlns:a="http://schemas.openxmlformats.org/drawingml/2006/main" noGrp="1"/>
          </p:cNvSpPr>
          <p:nvPr>
            <p:ph type="body" idx="2"/>
          </p:nvPr>
        </p:nvSpPr>
        <p:spPr>
          <a:xfrm xmlns:a="http://schemas.openxmlformats.org/drawingml/2006/main">
            <a:off x="839787" y="2057400"/>
            <a:ext cx="3932236" cy="3811587"/>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143657645" name="Date Placeholder 4">
            <a:extLst xmlns:a="http://schemas.openxmlformats.org/drawingml/2006/main">
              <a:ext uri="{FF2B5EF4-FFF2-40B4-BE49-F238E27FC236}">
                <a16:creationId xmlns:a16="http://schemas.microsoft.com/office/drawing/2014/main" id="{2F793289-51F0-41F1-A6AE-526CCE3145B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531730157" name="Footer Placeholder 5">
            <a:extLst xmlns:a="http://schemas.openxmlformats.org/drawingml/2006/main">
              <a:ext uri="{FF2B5EF4-FFF2-40B4-BE49-F238E27FC236}">
                <a16:creationId xmlns:a16="http://schemas.microsoft.com/office/drawing/2014/main" id="{0834196F-90B3-41B5-8628-9D56522A92B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070162418" name="Slide Number Placeholder 6">
            <a:extLst xmlns:a="http://schemas.openxmlformats.org/drawingml/2006/main">
              <a:ext uri="{FF2B5EF4-FFF2-40B4-BE49-F238E27FC236}">
                <a16:creationId xmlns:a16="http://schemas.microsoft.com/office/drawing/2014/main" id="{F742E974-0899-4362-B601-71B585964EF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11.xml><?xml version="1.0" encoding="utf-8"?>
<p:sldLayout xmlns:p="http://schemas.openxmlformats.org/presentationml/2006/main" showMasterSp="1" showMasterPhAnim="0" matchingName="" type="vertTx" preserve="1" userDrawn="1">
  <p:cSld name="Title and Vertical Text">
    <p:spTree>
      <p:nvGrpSpPr>
        <p:cNvPr id="1" name=""/>
        <p:cNvGrpSpPr/>
        <p:nvPr/>
      </p:nvGrpSpPr>
      <p:grpSpPr>
        <a:xfrm xmlns:a="http://schemas.openxmlformats.org/drawingml/2006/main"/>
      </p:grpSpPr>
      <p:sp>
        <p:nvSpPr>
          <p:cNvPr id="1132598752" name="Title 1">
            <a:extLst xmlns:a="http://schemas.openxmlformats.org/drawingml/2006/main">
              <a:ext uri="{FF2B5EF4-FFF2-40B4-BE49-F238E27FC236}">
                <a16:creationId xmlns:a16="http://schemas.microsoft.com/office/drawing/2014/main" id="{72076A50-3AFE-47E1-8325-BDD7380F9B7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a:buNone/>
            </a:pPr>
            <a:r>
              <a:t>Click to edit Master title style</a:t>
            </a:r>
          </a:p>
        </p:txBody>
      </p:sp>
      <p:sp>
        <p:nvSpPr>
          <p:cNvPr id="222068403" name="Vertical Text Placeholder 2">
            <a:extLst xmlns:a="http://schemas.openxmlformats.org/drawingml/2006/main">
              <a:ext uri="{FF2B5EF4-FFF2-40B4-BE49-F238E27FC236}">
                <a16:creationId xmlns:a16="http://schemas.microsoft.com/office/drawing/2014/main" id="{D7415723-7C80-43D6-B414-9249D1013FEB}"/>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618860042" name="Date Placeholder 3">
            <a:extLst xmlns:a="http://schemas.openxmlformats.org/drawingml/2006/main">
              <a:ext uri="{FF2B5EF4-FFF2-40B4-BE49-F238E27FC236}">
                <a16:creationId xmlns:a16="http://schemas.microsoft.com/office/drawing/2014/main" id="{CFBF3A20-9EEC-4007-8661-C19FDF373C1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235039337" name="Footer Placeholder 4">
            <a:extLst xmlns:a="http://schemas.openxmlformats.org/drawingml/2006/main">
              <a:ext uri="{FF2B5EF4-FFF2-40B4-BE49-F238E27FC236}">
                <a16:creationId xmlns:a16="http://schemas.microsoft.com/office/drawing/2014/main" id="{8A4C4207-96A6-4F5A-9CC5-48ACC103D0F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547007594" name="Slide Number Placeholder 5">
            <a:extLst xmlns:a="http://schemas.openxmlformats.org/drawingml/2006/main">
              <a:ext uri="{FF2B5EF4-FFF2-40B4-BE49-F238E27FC236}">
                <a16:creationId xmlns:a16="http://schemas.microsoft.com/office/drawing/2014/main" id="{51BABDC3-FCA7-4895-9BAA-65867B67688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12.xml><?xml version="1.0" encoding="utf-8"?>
<p:sldLayout xmlns:p="http://schemas.openxmlformats.org/presentationml/2006/main" showMasterSp="1" showMasterPhAnim="0" matchingName="" type="vertTitleAndTx" preserve="1" userDrawn="1">
  <p:cSld name="Vertical Title and Text">
    <p:spTree>
      <p:nvGrpSpPr>
        <p:cNvPr id="1" name=""/>
        <p:cNvGrpSpPr/>
        <p:nvPr/>
      </p:nvGrpSpPr>
      <p:grpSpPr>
        <a:xfrm xmlns:a="http://schemas.openxmlformats.org/drawingml/2006/main"/>
      </p:grpSpPr>
      <p:sp>
        <p:nvSpPr>
          <p:cNvPr id="765675175" name="Vertical Title 1">
            <a:extLst xmlns:a="http://schemas.openxmlformats.org/drawingml/2006/main">
              <a:ext uri="{FF2B5EF4-FFF2-40B4-BE49-F238E27FC236}">
                <a16:creationId xmlns:a16="http://schemas.microsoft.com/office/drawing/2014/main" id="{9B963892-A19C-4689-A08D-6FFA3B73ACD8}"/>
              </a:ext>
            </a:extLst>
          </p:cNvPr>
          <p:cNvSpPr>
            <a:spLocks xmlns:a="http://schemas.openxmlformats.org/drawingml/2006/main" noGrp="1"/>
          </p:cNvSpPr>
          <p:nvPr>
            <p:ph type="title" idx="0"/>
          </p:nvPr>
        </p:nvSpPr>
        <p:spPr>
          <a:xfrm xmlns:a="http://schemas.openxmlformats.org/drawingml/2006/main">
            <a:off x="8724899" y="365124"/>
            <a:ext cx="2628900" cy="5811837"/>
          </a:xfrm>
        </p:spPr>
        <p:txBody>
          <a:bodyPr xmlns:a="http://schemas.openxmlformats.org/drawingml/2006/main" vert="eaVert"/>
          <a:lstStyle xmlns:a="http://schemas.openxmlformats.org/drawingml/2006/main"/>
          <a:p xmlns:a="http://schemas.openxmlformats.org/drawingml/2006/main">
            <a:pPr>
              <a:buNone/>
            </a:pPr>
            <a:r>
              <a:t>Click to edit Master title style</a:t>
            </a:r>
          </a:p>
        </p:txBody>
      </p:sp>
      <p:sp>
        <p:nvSpPr>
          <p:cNvPr id="1272613271" name="Vertical Text Placeholder 2">
            <a:extLst xmlns:a="http://schemas.openxmlformats.org/drawingml/2006/main">
              <a:ext uri="{FF2B5EF4-FFF2-40B4-BE49-F238E27FC236}">
                <a16:creationId xmlns:a16="http://schemas.microsoft.com/office/drawing/2014/main" id="{6D212FBE-F5CE-4C10-B816-1BFDD5E536F0}"/>
              </a:ext>
            </a:extLst>
          </p:cNvPr>
          <p:cNvSpPr>
            <a:spLocks xmlns:a="http://schemas.openxmlformats.org/drawingml/2006/main" noGrp="1"/>
          </p:cNvSpPr>
          <p:nvPr>
            <p:ph type="body" idx="1"/>
          </p:nvPr>
        </p:nvSpPr>
        <p:spPr>
          <a:xfrm xmlns:a="http://schemas.openxmlformats.org/drawingml/2006/main">
            <a:off x="838198" y="365124"/>
            <a:ext cx="7734299" cy="5811837"/>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346820488" name="Date Placeholder 3">
            <a:extLst xmlns:a="http://schemas.openxmlformats.org/drawingml/2006/main">
              <a:ext uri="{FF2B5EF4-FFF2-40B4-BE49-F238E27FC236}">
                <a16:creationId xmlns:a16="http://schemas.microsoft.com/office/drawing/2014/main" id="{9C60B87E-0CD1-4339-96D0-3C949F3FDAA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591673663" name="Footer Placeholder 4">
            <a:extLst xmlns:a="http://schemas.openxmlformats.org/drawingml/2006/main">
              <a:ext uri="{FF2B5EF4-FFF2-40B4-BE49-F238E27FC236}">
                <a16:creationId xmlns:a16="http://schemas.microsoft.com/office/drawing/2014/main" id="{3DC166BA-7F9A-4BCD-8154-1BCECA1389E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53861551" name="Slide Number Placeholder 5">
            <a:extLst xmlns:a="http://schemas.openxmlformats.org/drawingml/2006/main">
              <a:ext uri="{FF2B5EF4-FFF2-40B4-BE49-F238E27FC236}">
                <a16:creationId xmlns:a16="http://schemas.microsoft.com/office/drawing/2014/main" id="{304FD5AB-BA46-42CA-AEED-E4402F4DDB2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169832186ec4d61" /><Relationship Type="http://schemas.openxmlformats.org/officeDocument/2006/relationships/slideLayout" Target="/ppt/slideLayouts/slideLayout1.xml" Id="Raec00fc4312a4888" /><Relationship Type="http://schemas.openxmlformats.org/officeDocument/2006/relationships/slideLayout" Target="/ppt/slideLayouts/slideLayout2.xml" Id="R5a4f6a326218449d" /><Relationship Type="http://schemas.openxmlformats.org/officeDocument/2006/relationships/slideLayout" Target="/ppt/slideLayouts/slideLayout3.xml" Id="Rf4c5c69c329c4030" /><Relationship Type="http://schemas.openxmlformats.org/officeDocument/2006/relationships/slideLayout" Target="/ppt/slideLayouts/slideLayout4.xml" Id="R1f7431c746314b1b" /><Relationship Type="http://schemas.openxmlformats.org/officeDocument/2006/relationships/slideLayout" Target="/ppt/slideLayouts/slideLayout5.xml" Id="R1bfe48e601bc4c5e" /><Relationship Type="http://schemas.openxmlformats.org/officeDocument/2006/relationships/slideLayout" Target="/ppt/slideLayouts/slideLayout6.xml" Id="R1b24b6f88cbb4979" /><Relationship Type="http://schemas.openxmlformats.org/officeDocument/2006/relationships/slideLayout" Target="/ppt/slideLayouts/slideLayout7.xml" Id="R862bd3461f2145a7" /><Relationship Type="http://schemas.openxmlformats.org/officeDocument/2006/relationships/slideLayout" Target="/ppt/slideLayouts/slideLayout8.xml" Id="R118c160fa13e4638" /><Relationship Type="http://schemas.openxmlformats.org/officeDocument/2006/relationships/slideLayout" Target="/ppt/slideLayouts/slideLayout9.xml" Id="R8a7d8c7d66924e32" /><Relationship Type="http://schemas.openxmlformats.org/officeDocument/2006/relationships/slideLayout" Target="/ppt/slideLayouts/slideLayout10.xml" Id="R261e73b847484c97" /><Relationship Type="http://schemas.openxmlformats.org/officeDocument/2006/relationships/slideLayout" Target="/ppt/slideLayouts/slideLayout11.xml" Id="R987b68fc8736429a" /><Relationship Type="http://schemas.openxmlformats.org/officeDocument/2006/relationships/slideLayout" Target="/ppt/slideLayouts/slideLayout12.xml" Id="R62407363ab664533" /></Relationships>
</file>

<file path=ppt/slideMasters/slideMaster1.xml><?xml version="1.0" encoding="utf-8"?>
<p:sldMaster xmlns:p="http://schemas.openxmlformats.org/presentationml/2006/main">
  <p:cSld>
    <p:bg>
      <p:bgPr>
        <a:gradFill xmlns:a="http://schemas.openxmlformats.org/drawingml/2006/main">
          <a:gsLst>
            <a:gs pos="0">
              <a:schemeClr val="tx2">
                <a:lumMod val="20000"/>
                <a:lumOff val="80000"/>
              </a:schemeClr>
            </a:gs>
            <a:gs pos="100000">
              <a:srgbClr val="FFFFFF"/>
            </a:gs>
          </a:gsLst>
          <a:path path="circle"/>
        </a:gradFill>
      </p:bgPr>
    </p:bg>
    <p:spTree>
      <p:nvGrpSpPr>
        <p:cNvPr id="1" name=""/>
        <p:cNvGrpSpPr/>
        <p:nvPr/>
      </p:nvGrpSpPr>
      <p:grpSpPr>
        <a:xfrm xmlns:a="http://schemas.openxmlformats.org/drawingml/2006/main"/>
      </p:grpSpPr>
      <p:sp>
        <p:nvSpPr>
          <p:cNvPr id="2087490060" name="Title Placeholder 1">
            <a:extLst xmlns:a="http://schemas.openxmlformats.org/drawingml/2006/main">
              <a:ext uri="{FF2B5EF4-FFF2-40B4-BE49-F238E27FC236}">
                <a16:creationId xmlns:a16="http://schemas.microsoft.com/office/drawing/2014/main" id="{AD1D9365-E350-4D2C-8CB7-E90689132070}"/>
              </a:ext>
            </a:extLst>
          </p:cNvPr>
          <p:cNvSpPr>
            <a:spLocks xmlns:a="http://schemas.openxmlformats.org/drawingml/2006/main" noGrp="1"/>
          </p:cNvSpPr>
          <p:nvPr>
            <p:ph type="title" idx="0"/>
          </p:nvPr>
        </p:nvSpPr>
        <p:spPr>
          <a:xfrm xmlns:a="http://schemas.openxmlformats.org/drawingml/2006/main">
            <a:off x="838198" y="365124"/>
            <a:ext cx="10515600" cy="1325562"/>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lvl1pPr>
              <a:buNone/>
              <a:defRPr b="1"/>
            </a:lvl1pPr>
          </a:lstStyle>
          <a:p xmlns:a="http://schemas.openxmlformats.org/drawingml/2006/main">
            <a:pPr>
              <a:buNone/>
            </a:pPr>
            <a:r>
              <a:t>Click to edit Master title style</a:t>
            </a:r>
          </a:p>
        </p:txBody>
      </p:sp>
      <p:sp>
        <p:nvSpPr>
          <p:cNvPr id="1097337298" name="Text Placeholder 2">
            <a:extLst xmlns:a="http://schemas.openxmlformats.org/drawingml/2006/main">
              <a:ext uri="{FF2B5EF4-FFF2-40B4-BE49-F238E27FC236}">
                <a16:creationId xmlns:a16="http://schemas.microsoft.com/office/drawing/2014/main" id="{E4FF0901-72DC-4E35-942A-F0F1D2204977}"/>
              </a:ext>
            </a:extLst>
          </p:cNvPr>
          <p:cNvSpPr>
            <a:spLocks xmlns:a="http://schemas.openxmlformats.org/drawingml/2006/main" noGrp="1"/>
          </p:cNvSpPr>
          <p:nvPr>
            <p:ph type="body" idx="1"/>
          </p:nvPr>
        </p:nvSpPr>
        <p:spPr>
          <a:xfrm xmlns:a="http://schemas.openxmlformats.org/drawingml/2006/main" rot="0" flipH="0" flipV="0">
            <a:off x="841248" y="1828800"/>
            <a:ext cx="10515600" cy="4351338"/>
          </a:xfrm>
          <a:prstGeom xmlns:a="http://schemas.openxmlformats.org/drawingml/2006/main" prst="rect">
            <a:avLst/>
          </a:prstGeom>
        </p:spPr>
        <p:txBody>
          <a:bodyPr xmlns:a="http://schemas.openxmlformats.org/drawingml/2006/main" vert="horz" wrap="square" lIns="182880" tIns="182880" rIns="182880" bIns="91440" anchor="t">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308475478" name="Date Placeholder 3">
            <a:extLst xmlns:a="http://schemas.openxmlformats.org/drawingml/2006/main">
              <a:ext uri="{FF2B5EF4-FFF2-40B4-BE49-F238E27FC236}">
                <a16:creationId xmlns:a16="http://schemas.microsoft.com/office/drawing/2014/main" id="{05E6FFB8-1E2B-4A49-B45C-279F5A1EE382}"/>
              </a:ext>
            </a:extLst>
          </p:cNvPr>
          <p:cNvSpPr>
            <a:spLocks xmlns:a="http://schemas.openxmlformats.org/drawingml/2006/main" noGrp="1"/>
          </p:cNvSpPr>
          <p:nvPr>
            <p:ph type="dt" idx="2"/>
          </p:nvPr>
        </p:nvSpPr>
        <p:spPr>
          <a:xfrm xmlns:a="http://schemas.openxmlformats.org/drawingml/2006/main">
            <a:off x="838198" y="6356349"/>
            <a:ext cx="2743200" cy="36512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pPr>
              <a:buNone/>
            </a:pPr>
            <a:fld id="{BCC18F51-09EC-435C-A3BA-64A766E099C0}" type="datetimeFigureOut">
              <a:t>30.10.2013</a:t>
            </a:fld>
          </a:p>
        </p:txBody>
      </p:sp>
      <p:sp>
        <p:nvSpPr>
          <p:cNvPr id="503890225" name="Footer Placeholder 4">
            <a:extLst xmlns:a="http://schemas.openxmlformats.org/drawingml/2006/main">
              <a:ext uri="{FF2B5EF4-FFF2-40B4-BE49-F238E27FC236}">
                <a16:creationId xmlns:a16="http://schemas.microsoft.com/office/drawing/2014/main" id="{C8ED5BF7-5EB6-41CA-8E74-96D091776E56}"/>
              </a:ext>
            </a:extLst>
          </p:cNvPr>
          <p:cNvSpPr>
            <a:spLocks xmlns:a="http://schemas.openxmlformats.org/drawingml/2006/main" noGrp="1"/>
          </p:cNvSpPr>
          <p:nvPr>
            <p:ph type="ftr" idx="3"/>
          </p:nvPr>
        </p:nvSpPr>
        <p:spPr>
          <a:xfrm xmlns:a="http://schemas.openxmlformats.org/drawingml/2006/main">
            <a:off x="4038598" y="6356349"/>
            <a:ext cx="4114800" cy="36512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pPr>
              <a:buNone/>
            </a:pPr>
          </a:p>
        </p:txBody>
      </p:sp>
      <p:sp>
        <p:nvSpPr>
          <p:cNvPr id="619350812" name="Slide Number Placeholder 5">
            <a:extLst xmlns:a="http://schemas.openxmlformats.org/drawingml/2006/main">
              <a:ext uri="{FF2B5EF4-FFF2-40B4-BE49-F238E27FC236}">
                <a16:creationId xmlns:a16="http://schemas.microsoft.com/office/drawing/2014/main" id="{F0C3EA1D-9FA8-44FE-8024-91B633465FA5}"/>
              </a:ext>
            </a:extLst>
          </p:cNvPr>
          <p:cNvSpPr>
            <a:spLocks xmlns:a="http://schemas.openxmlformats.org/drawingml/2006/main" noGrp="1"/>
          </p:cNvSpPr>
          <p:nvPr>
            <p:ph type="sldNum" idx="4"/>
          </p:nvPr>
        </p:nvSpPr>
        <p:spPr>
          <a:xfrm xmlns:a="http://schemas.openxmlformats.org/drawingml/2006/main">
            <a:off x="8610599" y="6356349"/>
            <a:ext cx="2743200" cy="36512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pPr>
              <a:buNone/>
            </a:pPr>
            <a:fld id="{08395586-F03A-48D1-94DF-16B239DF4FB5}" type="slidenum">
              <a:t>‹#›</a:t>
            </a:fld>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ec00fc4312a4888"/>
    <p:sldLayoutId xmlns:r="http://schemas.openxmlformats.org/officeDocument/2006/relationships" id="2147483650" r:id="R5a4f6a326218449d"/>
    <p:sldLayoutId xmlns:r="http://schemas.openxmlformats.org/officeDocument/2006/relationships" id="2147483651" r:id="Rf4c5c69c329c4030"/>
    <p:sldLayoutId xmlns:r="http://schemas.openxmlformats.org/officeDocument/2006/relationships" id="2147483652" r:id="R1f7431c746314b1b"/>
    <p:sldLayoutId xmlns:r="http://schemas.openxmlformats.org/officeDocument/2006/relationships" id="2147483653" r:id="R1bfe48e601bc4c5e"/>
    <p:sldLayoutId xmlns:r="http://schemas.openxmlformats.org/officeDocument/2006/relationships" id="2147483654" r:id="R1b24b6f88cbb4979"/>
    <p:sldLayoutId xmlns:r="http://schemas.openxmlformats.org/officeDocument/2006/relationships" id="2147483655" r:id="R862bd3461f2145a7"/>
    <p:sldLayoutId xmlns:r="http://schemas.openxmlformats.org/officeDocument/2006/relationships" id="2147483656" r:id="R118c160fa13e4638"/>
    <p:sldLayoutId xmlns:r="http://schemas.openxmlformats.org/officeDocument/2006/relationships" id="2147483657" r:id="R8a7d8c7d66924e32"/>
    <p:sldLayoutId xmlns:r="http://schemas.openxmlformats.org/officeDocument/2006/relationships" id="2147483658" r:id="R261e73b847484c97"/>
    <p:sldLayoutId xmlns:r="http://schemas.openxmlformats.org/officeDocument/2006/relationships" id="2147483659" r:id="R987b68fc8736429a"/>
    <p:sldLayoutId xmlns:r="http://schemas.openxmlformats.org/officeDocument/2006/relationships" id="2147483660" r:id="R62407363ab664533"/>
  </p:sldLayoutIdLst>
  <p:txStyles>
    <p:titleStyle>
      <a:lvl1pPr xmlns:a="http://schemas.openxmlformats.org/drawingml/2006/main" algn="l" defTabSz="914400">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999"/>
        </a:spcBef>
        <a:buFont typeface="Arial"/>
        <a:buChar char="•"/>
        <a:defRPr sz="2800">
          <a:solidFill>
            <a:schemeClr val="tx1"/>
          </a:solidFill>
          <a:latin typeface="+mn-lt"/>
          <a:ea typeface="+mn-lt"/>
          <a:cs typeface="+mn-lt"/>
        </a:defRPr>
      </a:lvl1pPr>
      <a:lvl2pPr xmlns:a="http://schemas.openxmlformats.org/drawingml/2006/main" marL="685800" indent="-228600" algn="l" defTabSz="914400">
        <a:lnSpc>
          <a:spcPct val="90000"/>
        </a:lnSpc>
        <a:spcBef>
          <a:spcPts val="499"/>
        </a:spcBef>
        <a:buFont typeface="Arial"/>
        <a:buChar char="•"/>
        <a:defRPr sz="2400">
          <a:solidFill>
            <a:schemeClr val="tx1"/>
          </a:solidFill>
          <a:latin typeface="+mn-lt"/>
          <a:ea typeface="+mn-lt"/>
          <a:cs typeface="+mn-lt"/>
        </a:defRPr>
      </a:lvl2pPr>
      <a:lvl3pPr xmlns:a="http://schemas.openxmlformats.org/drawingml/2006/main" marL="1143000" indent="-228600" algn="l" defTabSz="914400">
        <a:lnSpc>
          <a:spcPct val="90000"/>
        </a:lnSpc>
        <a:spcBef>
          <a:spcPts val="499"/>
        </a:spcBef>
        <a:buFont typeface="Arial"/>
        <a:buChar char="•"/>
        <a:defRPr sz="2000">
          <a:solidFill>
            <a:schemeClr val="tx1"/>
          </a:solidFill>
          <a:latin typeface="+mn-lt"/>
          <a:ea typeface="+mn-lt"/>
          <a:cs typeface="+mn-lt"/>
        </a:defRPr>
      </a:lvl3pPr>
      <a:lvl4pPr xmlns:a="http://schemas.openxmlformats.org/drawingml/2006/main" marL="1600200" indent="-228600" algn="l" defTabSz="914400">
        <a:lnSpc>
          <a:spcPct val="90000"/>
        </a:lnSpc>
        <a:spcBef>
          <a:spcPts val="499"/>
        </a:spcBef>
        <a:buFont typeface="Arial"/>
        <a:buChar char="•"/>
        <a:defRPr sz="1800">
          <a:solidFill>
            <a:schemeClr val="tx1"/>
          </a:solidFill>
          <a:latin typeface="+mn-lt"/>
          <a:ea typeface="+mn-lt"/>
          <a:cs typeface="+mn-lt"/>
        </a:defRPr>
      </a:lvl4pPr>
      <a:lvl5pPr xmlns:a="http://schemas.openxmlformats.org/drawingml/2006/main" marL="2057400" indent="-228600" algn="l" defTabSz="914400">
        <a:lnSpc>
          <a:spcPct val="90000"/>
        </a:lnSpc>
        <a:spcBef>
          <a:spcPts val="499"/>
        </a:spcBef>
        <a:buFont typeface="Arial"/>
        <a:buChar char="•"/>
        <a:defRPr sz="1800">
          <a:solidFill>
            <a:schemeClr val="tx1"/>
          </a:solidFill>
          <a:latin typeface="+mn-lt"/>
          <a:ea typeface="+mn-lt"/>
          <a:cs typeface="+mn-lt"/>
        </a:defRPr>
      </a:lvl5pPr>
      <a:lvl6pPr xmlns:a="http://schemas.openxmlformats.org/drawingml/2006/main" marL="2514599" indent="-228600" algn="l" defTabSz="914400">
        <a:lnSpc>
          <a:spcPct val="90000"/>
        </a:lnSpc>
        <a:spcBef>
          <a:spcPts val="499"/>
        </a:spcBef>
        <a:buFont typeface="Arial"/>
        <a:buChar char="•"/>
        <a:defRPr sz="1800">
          <a:solidFill>
            <a:schemeClr val="tx1"/>
          </a:solidFill>
          <a:latin typeface="+mn-lt"/>
          <a:ea typeface="+mn-lt"/>
          <a:cs typeface="+mn-lt"/>
        </a:defRPr>
      </a:lvl6pPr>
      <a:lvl7pPr xmlns:a="http://schemas.openxmlformats.org/drawingml/2006/main" marL="2971800" indent="-228600" algn="l" defTabSz="914400">
        <a:lnSpc>
          <a:spcPct val="90000"/>
        </a:lnSpc>
        <a:spcBef>
          <a:spcPts val="499"/>
        </a:spcBef>
        <a:buFont typeface="Arial"/>
        <a:buChar char="•"/>
        <a:defRPr sz="1800">
          <a:solidFill>
            <a:schemeClr val="tx1"/>
          </a:solidFill>
          <a:latin typeface="+mn-lt"/>
          <a:ea typeface="+mn-lt"/>
          <a:cs typeface="+mn-lt"/>
        </a:defRPr>
      </a:lvl7pPr>
      <a:lvl8pPr xmlns:a="http://schemas.openxmlformats.org/drawingml/2006/main" marL="3429000" indent="-228600" algn="l" defTabSz="914400">
        <a:lnSpc>
          <a:spcPct val="90000"/>
        </a:lnSpc>
        <a:spcBef>
          <a:spcPts val="499"/>
        </a:spcBef>
        <a:buFont typeface="Arial"/>
        <a:buChar char="•"/>
        <a:defRPr sz="1800">
          <a:solidFill>
            <a:schemeClr val="tx1"/>
          </a:solidFill>
          <a:latin typeface="+mn-lt"/>
          <a:ea typeface="+mn-lt"/>
          <a:cs typeface="+mn-lt"/>
        </a:defRPr>
      </a:lvl8pPr>
      <a:lvl9pPr xmlns:a="http://schemas.openxmlformats.org/drawingml/2006/main" marL="3886200" indent="-228600" algn="l" defTabSz="914400">
        <a:lnSpc>
          <a:spcPct val="90000"/>
        </a:lnSpc>
        <a:spcBef>
          <a:spcPts val="499"/>
        </a:spcBef>
        <a:buFont typeface="Arial"/>
        <a:buChar char="•"/>
        <a:defRPr sz="1800">
          <a:solidFill>
            <a:schemeClr val="tx1"/>
          </a:solidFill>
          <a:latin typeface="+mn-lt"/>
          <a:ea typeface="+mn-lt"/>
          <a:cs typeface="+mn-lt"/>
        </a:defRPr>
      </a:lvl9pPr>
    </p:bodyStyle>
    <p:otherStyle>
      <a:lvl1pPr xmlns:a="http://schemas.openxmlformats.org/drawingml/2006/main" marL="0" algn="l" defTabSz="914400">
        <a:buNone/>
        <a:defRPr sz="1800">
          <a:solidFill>
            <a:schemeClr val="tx1"/>
          </a:solidFill>
          <a:latin typeface="+mn-lt"/>
          <a:ea typeface="+mn-lt"/>
          <a:cs typeface="+mn-lt"/>
        </a:defRPr>
      </a:lvl1pPr>
      <a:lvl2pPr xmlns:a="http://schemas.openxmlformats.org/drawingml/2006/main" marL="457200" algn="l" defTabSz="914400">
        <a:buNone/>
        <a:defRPr sz="1800">
          <a:solidFill>
            <a:schemeClr val="tx1"/>
          </a:solidFill>
          <a:latin typeface="+mn-lt"/>
          <a:ea typeface="+mn-lt"/>
          <a:cs typeface="+mn-lt"/>
        </a:defRPr>
      </a:lvl2pPr>
      <a:lvl3pPr xmlns:a="http://schemas.openxmlformats.org/drawingml/2006/main" marL="914400" algn="l" defTabSz="914400">
        <a:buNone/>
        <a:defRPr sz="1800">
          <a:solidFill>
            <a:schemeClr val="tx1"/>
          </a:solidFill>
          <a:latin typeface="+mn-lt"/>
          <a:ea typeface="+mn-lt"/>
          <a:cs typeface="+mn-lt"/>
        </a:defRPr>
      </a:lvl3pPr>
      <a:lvl4pPr xmlns:a="http://schemas.openxmlformats.org/drawingml/2006/main" marL="1371600" algn="l" defTabSz="914400">
        <a:buNone/>
        <a:defRPr sz="1800">
          <a:solidFill>
            <a:schemeClr val="tx1"/>
          </a:solidFill>
          <a:latin typeface="+mn-lt"/>
          <a:ea typeface="+mn-lt"/>
          <a:cs typeface="+mn-lt"/>
        </a:defRPr>
      </a:lvl4pPr>
      <a:lvl5pPr xmlns:a="http://schemas.openxmlformats.org/drawingml/2006/main" marL="1828800" algn="l" defTabSz="914400">
        <a:buNone/>
        <a:defRPr sz="1800">
          <a:solidFill>
            <a:schemeClr val="tx1"/>
          </a:solidFill>
          <a:latin typeface="+mn-lt"/>
          <a:ea typeface="+mn-lt"/>
          <a:cs typeface="+mn-lt"/>
        </a:defRPr>
      </a:lvl5pPr>
      <a:lvl6pPr xmlns:a="http://schemas.openxmlformats.org/drawingml/2006/main" marL="2286000" algn="l" defTabSz="914400">
        <a:buNone/>
        <a:defRPr sz="1800">
          <a:solidFill>
            <a:schemeClr val="tx1"/>
          </a:solidFill>
          <a:latin typeface="+mn-lt"/>
          <a:ea typeface="+mn-lt"/>
          <a:cs typeface="+mn-lt"/>
        </a:defRPr>
      </a:lvl6pPr>
      <a:lvl7pPr xmlns:a="http://schemas.openxmlformats.org/drawingml/2006/main" marL="2743200" algn="l" defTabSz="914400">
        <a:buNone/>
        <a:defRPr sz="1800">
          <a:solidFill>
            <a:schemeClr val="tx1"/>
          </a:solidFill>
          <a:latin typeface="+mn-lt"/>
          <a:ea typeface="+mn-lt"/>
          <a:cs typeface="+mn-lt"/>
        </a:defRPr>
      </a:lvl7pPr>
      <a:lvl8pPr xmlns:a="http://schemas.openxmlformats.org/drawingml/2006/main" marL="3200400" algn="l" defTabSz="914400">
        <a:buNone/>
        <a:defRPr sz="1800">
          <a:solidFill>
            <a:schemeClr val="tx1"/>
          </a:solidFill>
          <a:latin typeface="+mn-lt"/>
          <a:ea typeface="+mn-lt"/>
          <a:cs typeface="+mn-lt"/>
        </a:defRPr>
      </a:lvl8pPr>
      <a:lvl9pPr xmlns:a="http://schemas.openxmlformats.org/drawingml/2006/main" marL="3657600" algn="l" defTabSz="914400">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Thesis">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Times New Roman"/>
        <a:ea typeface="SimSun"/>
        <a:cs typeface="Times New Roman"/>
      </a:majorFont>
      <a:minorFont>
        <a:latin typeface="Times New Roman"/>
        <a:ea typeface="SimSun"/>
        <a:cs typeface="Times New Roman"/>
      </a:minorFont>
    </a:fontScheme>
    <a:fmtScheme name="New Offi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1bec8c7a919400a" /><Relationship Type="http://schemas.openxmlformats.org/officeDocument/2006/relationships/notesSlide" Target="/ppt/notesSlides/notesSlide1.xml" Id="R9d3894330bd1436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5ebece6695f4abb" /><Relationship Type="http://schemas.openxmlformats.org/officeDocument/2006/relationships/image" Target="/ppt/media/image.jpeg" Id="R641e31d069c14e5b" /><Relationship Type="http://schemas.openxmlformats.org/officeDocument/2006/relationships/notesSlide" Target="/ppt/notesSlides/notesSlide2.xml" Id="R88869a796d534cb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1aeb35b4d4e42ef" /><Relationship Type="http://schemas.openxmlformats.org/officeDocument/2006/relationships/image" Target="/ppt/media/image2.png" Id="R6e2b2f3b6269408e" /><Relationship Type="http://schemas.openxmlformats.org/officeDocument/2006/relationships/notesSlide" Target="/ppt/notesSlides/notesSlide3.xml" Id="R720d55fa8b9942d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02fd14820504360" /><Relationship Type="http://schemas.openxmlformats.org/officeDocument/2006/relationships/image" Target="/ppt/media/image2.png" Id="R041fe2d065a846cf" /><Relationship Type="http://schemas.openxmlformats.org/officeDocument/2006/relationships/notesSlide" Target="/ppt/notesSlides/notesSlide4.xml" Id="R0d67ede454ed4e9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4dd77e76a0f4306" /><Relationship Type="http://schemas.openxmlformats.org/officeDocument/2006/relationships/image" Target="/ppt/media/image2.png" Id="R7b78ec95d5ec4a5f" /><Relationship Type="http://schemas.openxmlformats.org/officeDocument/2006/relationships/notesSlide" Target="/ppt/notesSlides/notesSlide5.xml" Id="Re2bca2dce7c1498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643f008d3304b79" /><Relationship Type="http://schemas.openxmlformats.org/officeDocument/2006/relationships/notesSlide" Target="/ppt/notesSlides/notesSlide6.xml" Id="Rd57088f422b34d3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465c712f32342d8" /><Relationship Type="http://schemas.openxmlformats.org/officeDocument/2006/relationships/image" Target="/ppt/media/image.svg" Id="Rc99dcdc3f0ff434f" /><Relationship Type="http://schemas.openxmlformats.org/officeDocument/2006/relationships/image" Target="/ppt/media/image.jpeg" Id="R6625240329534951" /><Relationship Type="http://schemas.openxmlformats.org/officeDocument/2006/relationships/notesSlide" Target="/ppt/notesSlides/notesSlide7.xml" Id="R4fbd5bdbab3c4ed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d48896fe6354162" /><Relationship Type="http://schemas.openxmlformats.org/officeDocument/2006/relationships/image" Target="/ppt/media/image2.jpeg" Id="Rea122d0fad9e46f1" /><Relationship Type="http://schemas.openxmlformats.org/officeDocument/2006/relationships/image" Target="/ppt/media/image2.svg" Id="R5587f0868a1f46c6" /><Relationship Type="http://schemas.openxmlformats.org/officeDocument/2006/relationships/notesSlide" Target="/ppt/notesSlides/notesSlide8.xml" Id="R2d494228f9dd413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473ac4447b548bb" /><Relationship Type="http://schemas.openxmlformats.org/officeDocument/2006/relationships/notesSlide" Target="/ppt/notesSlides/notesSlide9.xml" Id="R9437bd227061425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4b4ae1fad5c4efa" /><Relationship Type="http://schemas.openxmlformats.org/officeDocument/2006/relationships/image" Target="/ppt/media/image3.png" Id="R71e0ef01206b4212" /><Relationship Type="http://schemas.openxmlformats.org/officeDocument/2006/relationships/image" Target="/ppt/media/image3.svg" Id="R74abf71b76b740d1" /><Relationship Type="http://schemas.openxmlformats.org/officeDocument/2006/relationships/notesSlide" Target="/ppt/notesSlides/notesSlide10.xml" Id="R1632971724ce4e1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831b5a642644185" /><Relationship Type="http://schemas.openxmlformats.org/officeDocument/2006/relationships/image" Target="/ppt/media/image4.png" Id="R39191f987e194e7e" /><Relationship Type="http://schemas.openxmlformats.org/officeDocument/2006/relationships/notesSlide" Target="/ppt/notesSlides/notesSlide11.xml" Id="R0a5fcff5ff34406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b5017594be344d0" /><Relationship Type="http://schemas.openxmlformats.org/officeDocument/2006/relationships/image" Target="/ppt/media/image5.png" Id="Rb49e2aa71f414dac" /><Relationship Type="http://schemas.openxmlformats.org/officeDocument/2006/relationships/image" Target="/ppt/media/image4.svg" Id="R0836e56337844aa0" /><Relationship Type="http://schemas.openxmlformats.org/officeDocument/2006/relationships/image" Target="/ppt/media/image4.png" Id="Rdfab02b7f96b44af" /><Relationship Type="http://schemas.openxmlformats.org/officeDocument/2006/relationships/notesSlide" Target="/ppt/notesSlides/notesSlide12.xml" Id="R6ef8834b2c894b5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b3dfc377bb24c30" /><Relationship Type="http://schemas.openxmlformats.org/officeDocument/2006/relationships/image" Target="/ppt/media/image6.png" Id="R2c35b7b551e44996" /><Relationship Type="http://schemas.openxmlformats.org/officeDocument/2006/relationships/notesSlide" Target="/ppt/notesSlides/notesSlide13.xml" Id="Re2a824a028fe433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0e948f6cf7a4e78" /><Relationship Type="http://schemas.openxmlformats.org/officeDocument/2006/relationships/image" Target="/ppt/media/image7.png" Id="Rc1832261b9dc46cb" /><Relationship Type="http://schemas.openxmlformats.org/officeDocument/2006/relationships/notesSlide" Target="/ppt/notesSlides/notesSlide14.xml" Id="R6efebfac71c0422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b8665bcec864363" /><Relationship Type="http://schemas.openxmlformats.org/officeDocument/2006/relationships/image" Target="/ppt/media/image8.png" Id="R35b64f2d791c49ad" /><Relationship Type="http://schemas.openxmlformats.org/officeDocument/2006/relationships/image" Target="/ppt/media/image5.svg" Id="R7e425ab38ef64aa4" /><Relationship Type="http://schemas.openxmlformats.org/officeDocument/2006/relationships/image" Target="/ppt/media/image5.png" Id="R2eb03674eb364212" /><Relationship Type="http://schemas.openxmlformats.org/officeDocument/2006/relationships/notesSlide" Target="/ppt/notesSlides/notesSlide15.xml" Id="Rd9fb7b7bb5ca461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19a3b9268ecf4d2b" /><Relationship Type="http://schemas.openxmlformats.org/officeDocument/2006/relationships/notesSlide" Target="/ppt/notesSlides/notesSlide16.xml" Id="R4d31b779ba2d4ec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cda954a519704047" /><Relationship Type="http://schemas.openxmlformats.org/officeDocument/2006/relationships/notesSlide" Target="/ppt/notesSlides/notesSlide17.xml" Id="R66c1128bf9524ae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0ae21390937a434d" /><Relationship Type="http://schemas.openxmlformats.org/officeDocument/2006/relationships/notesSlide" Target="/ppt/notesSlides/notesSlide18.xml" Id="R7ab4d2e9165d49e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b6c4448fc931413c" /><Relationship Type="http://schemas.openxmlformats.org/officeDocument/2006/relationships/image" Target="/ppt/media/image9.png" Id="Rd10d5d4d03d64d92" /><Relationship Type="http://schemas.openxmlformats.org/officeDocument/2006/relationships/notesSlide" Target="/ppt/notesSlides/notesSlide19.xml" Id="R717acf0ca0a64a7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257bb484e13a4a90" /><Relationship Type="http://schemas.openxmlformats.org/officeDocument/2006/relationships/notesSlide" Target="/ppt/notesSlides/notesSlide20.xml" Id="R571a2f5d35064dd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d2df0f9497c64b79" /><Relationship Type="http://schemas.openxmlformats.org/officeDocument/2006/relationships/image" Target="/ppt/media/image6.svg" Id="R1d127e58372d435b" /><Relationship Type="http://schemas.openxmlformats.org/officeDocument/2006/relationships/image" Target="/ppt/media/image6.png" Id="Recde900100e74096" /><Relationship Type="http://schemas.openxmlformats.org/officeDocument/2006/relationships/notesSlide" Target="/ppt/notesSlides/notesSlide21.xml" Id="Rcdeae463fb834ca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5e316b0806ee47d3" /><Relationship Type="http://schemas.openxmlformats.org/officeDocument/2006/relationships/notesSlide" Target="/ppt/notesSlides/notesSlide22.xml" Id="R7db3b2c216174c2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151ebfe1826545bb" /><Relationship Type="http://schemas.openxmlformats.org/officeDocument/2006/relationships/notesSlide" Target="/ppt/notesSlides/notesSlide23.xml" Id="Rf1fc1e453af845e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c29a96ab1ce94e55" /><Relationship Type="http://schemas.openxmlformats.org/officeDocument/2006/relationships/notesSlide" Target="/ppt/notesSlides/notesSlide24.xml" Id="R17c65bb767ac4b8b"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da3a7fcbc9a04c33" /><Relationship Type="http://schemas.openxmlformats.org/officeDocument/2006/relationships/notesSlide" Target="/ppt/notesSlides/notesSlide25.xml" Id="Rf1917f29518742e0"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3ede942a158b4902" /><Relationship Type="http://schemas.openxmlformats.org/officeDocument/2006/relationships/image" Target="/ppt/media/image10.png" Id="R4ba4dd41accf4b55" /><Relationship Type="http://schemas.openxmlformats.org/officeDocument/2006/relationships/notesSlide" Target="/ppt/notesSlides/notesSlide26.xml" Id="R5114f1e3562d4789"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ef01f63fe37d4aad" /><Relationship Type="http://schemas.openxmlformats.org/officeDocument/2006/relationships/notesSlide" Target="/ppt/notesSlides/notesSlide27.xml" Id="Rcf5cfa43c3fb4cc1"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fb944d8c87114613" /><Relationship Type="http://schemas.openxmlformats.org/officeDocument/2006/relationships/notesSlide" Target="/ppt/notesSlides/notesSlide28.xml" Id="R2d5832ef45f44c33"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0c661fafe5fb4ea1" /><Relationship Type="http://schemas.openxmlformats.org/officeDocument/2006/relationships/notesSlide" Target="/ppt/notesSlides/notesSlide29.xml" Id="Re623592dfb2b478e"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defc06cbe56a4296" /><Relationship Type="http://schemas.openxmlformats.org/officeDocument/2006/relationships/notesSlide" Target="/ppt/notesSlides/notesSlide30.xml" Id="R1c3fd6059bed4b80"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902824fe572c4e90" /><Relationship Type="http://schemas.openxmlformats.org/officeDocument/2006/relationships/notesSlide" Target="/ppt/notesSlides/notesSlide31.xml" Id="R0c99e7dda8754c25"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ad1868f242404aca" /><Relationship Type="http://schemas.openxmlformats.org/officeDocument/2006/relationships/notesSlide" Target="/ppt/notesSlides/notesSlide32.xml" Id="R3bc87d8dae53401d"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65e1897aca994785" /><Relationship Type="http://schemas.openxmlformats.org/officeDocument/2006/relationships/notesSlide" Target="/ppt/notesSlides/notesSlide33.xml" Id="Rc8196bf051a547f5"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a0feb57522ad45a3" /><Relationship Type="http://schemas.openxmlformats.org/officeDocument/2006/relationships/image" Target="/ppt/media/image11.png" Id="R9c147f315d454545" /><Relationship Type="http://schemas.openxmlformats.org/officeDocument/2006/relationships/notesSlide" Target="/ppt/notesSlides/notesSlide34.xml" Id="Rb9d9985051934934"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bf41c5adacf549c5" /><Relationship Type="http://schemas.openxmlformats.org/officeDocument/2006/relationships/image" Target="/ppt/media/image12.png" Id="Rd6c0e78cd25c4080" /><Relationship Type="http://schemas.openxmlformats.org/officeDocument/2006/relationships/notesSlide" Target="/ppt/notesSlides/notesSlide35.xml" Id="R3c9552552147421d"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cb679ef9983c4799" /><Relationship Type="http://schemas.openxmlformats.org/officeDocument/2006/relationships/notesSlide" Target="/ppt/notesSlides/notesSlide36.xml" Id="R6c96831433364d01"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92e28b84a6e341c1" /><Relationship Type="http://schemas.openxmlformats.org/officeDocument/2006/relationships/notesSlide" Target="/ppt/notesSlides/notesSlide37.xml" Id="R96f7a18669874343"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11300bfbfb494c26" /><Relationship Type="http://schemas.openxmlformats.org/officeDocument/2006/relationships/notesSlide" Target="/ppt/notesSlides/notesSlide38.xml" Id="R199639e5231a481b"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f492104048854e6a" /><Relationship Type="http://schemas.openxmlformats.org/officeDocument/2006/relationships/notesSlide" Target="/ppt/notesSlides/notesSlide39.xml" Id="R582808c9184c441a"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91f83ee28f9f49cf" /><Relationship Type="http://schemas.openxmlformats.org/officeDocument/2006/relationships/notesSlide" Target="/ppt/notesSlides/notesSlide40.xml" Id="R4dbbb1db54e34561"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a51f5892ee674774" /><Relationship Type="http://schemas.openxmlformats.org/officeDocument/2006/relationships/notesSlide" Target="/ppt/notesSlides/notesSlide41.xml" Id="R7c73d6c2549e4fed"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cd01f073c66641f8" /><Relationship Type="http://schemas.openxmlformats.org/officeDocument/2006/relationships/notesSlide" Target="/ppt/notesSlides/notesSlide42.xml" Id="R7cfa916a1c1c4b38"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b411d06aa8d94ab3" /><Relationship Type="http://schemas.openxmlformats.org/officeDocument/2006/relationships/notesSlide" Target="/ppt/notesSlides/notesSlide43.xml" Id="R6e84d1c429084a10"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e168d0fefec744b1" /><Relationship Type="http://schemas.openxmlformats.org/officeDocument/2006/relationships/image" Target="/ppt/media/image13.png" Id="Raca2293ba25c48d6" /><Relationship Type="http://schemas.openxmlformats.org/officeDocument/2006/relationships/notesSlide" Target="/ppt/notesSlides/notesSlide44.xml" Id="R8f43f02fc65a4554"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d43781581e364c5e" /><Relationship Type="http://schemas.openxmlformats.org/officeDocument/2006/relationships/notesSlide" Target="/ppt/notesSlides/notesSlide45.xml" Id="R42c7de17cfd048ae"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b3d4bdc013cf4c72" /><Relationship Type="http://schemas.openxmlformats.org/officeDocument/2006/relationships/notesSlide" Target="/ppt/notesSlides/notesSlide46.xml" Id="Rb7e5245b0d2a48ce"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2e90d77320fc4b9d" /><Relationship Type="http://schemas.openxmlformats.org/officeDocument/2006/relationships/notesSlide" Target="/ppt/notesSlides/notesSlide47.xml" Id="R90de005af8034ab8"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032b07995c984de8" /><Relationship Type="http://schemas.openxmlformats.org/officeDocument/2006/relationships/notesSlide" Target="/ppt/notesSlides/notesSlide48.xml" Id="R5989bcc83e784311"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128985c1ab2a4813" /><Relationship Type="http://schemas.openxmlformats.org/officeDocument/2006/relationships/image" Target="/ppt/media/image2.jpeg" Id="Rc52a1773a0404573" /><Relationship Type="http://schemas.openxmlformats.org/officeDocument/2006/relationships/notesSlide" Target="/ppt/notesSlides/notesSlide49.xml" Id="R410281ba52b64bab"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46f0047d28d746cd" /><Relationship Type="http://schemas.openxmlformats.org/officeDocument/2006/relationships/notesSlide" Target="/ppt/notesSlides/notesSlide50.xml" Id="Re13a70a683ca4bcc"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62df850f3bee43bd" /><Relationship Type="http://schemas.openxmlformats.org/officeDocument/2006/relationships/notesSlide" Target="/ppt/notesSlides/notesSlide51.xml" Id="Reb2af16798e44831"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f881dbdb9dbc451d" /><Relationship Type="http://schemas.openxmlformats.org/officeDocument/2006/relationships/notesSlide" Target="/ppt/notesSlides/notesSlide52.xml" Id="R33f890062be343e8"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d630accb84c343d3" /><Relationship Type="http://schemas.openxmlformats.org/officeDocument/2006/relationships/notesSlide" Target="/ppt/notesSlides/notesSlide53.xml" Id="R44feab0e15d445f8"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733a730749a34f19" /><Relationship Type="http://schemas.openxmlformats.org/officeDocument/2006/relationships/notesSlide" Target="/ppt/notesSlides/notesSlide54.xml" Id="R17d7dde883384b4f"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b5be04c5595e4eb7" /><Relationship Type="http://schemas.openxmlformats.org/officeDocument/2006/relationships/notesSlide" Target="/ppt/notesSlides/notesSlide55.xml" Id="R218d6742a93c43a5"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87279023fa124a5d" /><Relationship Type="http://schemas.openxmlformats.org/officeDocument/2006/relationships/image" Target="/ppt/media/image7.svg" Id="Rfbef9c53d1284927" /><Relationship Type="http://schemas.openxmlformats.org/officeDocument/2006/relationships/image" Target="/ppt/media/image7.png" Id="R6e1cced7fe654e0d" /><Relationship Type="http://schemas.openxmlformats.org/officeDocument/2006/relationships/notesSlide" Target="/ppt/notesSlides/notesSlide56.xml" Id="R590472f7295e42cf"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0c2e2b119ed344b0" /><Relationship Type="http://schemas.openxmlformats.org/officeDocument/2006/relationships/notesSlide" Target="/ppt/notesSlides/notesSlide57.xml" Id="Rba50316f315c4c80"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1daf7accbc4c4cdf" /><Relationship Type="http://schemas.openxmlformats.org/officeDocument/2006/relationships/notesSlide" Target="/ppt/notesSlides/notesSlide58.xml" Id="R18eb4918e7074edb"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4eecb0694c2c4456" /><Relationship Type="http://schemas.openxmlformats.org/officeDocument/2006/relationships/notesSlide" Target="/ppt/notesSlides/notesSlide59.xml" Id="R026b8be37e374e1f"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cecb97754afc4085" /><Relationship Type="http://schemas.openxmlformats.org/officeDocument/2006/relationships/image" Target="/ppt/media/image14.png" Id="R3e866eb60029438e" /><Relationship Type="http://schemas.openxmlformats.org/officeDocument/2006/relationships/notesSlide" Target="/ppt/notesSlides/notesSlide60.xml" Id="R4612ac7d70d34031"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58e6bc92e1b94125" /><Relationship Type="http://schemas.openxmlformats.org/officeDocument/2006/relationships/image" Target="/ppt/media/image15.png" Id="R91bf6a00705b4569" /><Relationship Type="http://schemas.openxmlformats.org/officeDocument/2006/relationships/notesSlide" Target="/ppt/notesSlides/notesSlide61.xml" Id="R61fc91e1e42e4928"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dad15bfce6fa477d" /><Relationship Type="http://schemas.openxmlformats.org/officeDocument/2006/relationships/hyperlink" Target="https://www.inceptionlabs.ai/blog/introducing-mercury-2" TargetMode="External" Id="R35cf5a7bec3741f8" /><Relationship Type="http://schemas.openxmlformats.org/officeDocument/2006/relationships/notesSlide" Target="/ppt/notesSlides/notesSlide62.xml" Id="Reeb41d5261994ff7"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cf18b48c3ab54efe" /><Relationship Type="http://schemas.openxmlformats.org/officeDocument/2006/relationships/notesSlide" Target="/ppt/notesSlides/notesSlide63.xml" Id="Rd1511e25972a4d50" /></Relationships>
</file>

<file path=ppt/slides/_rels/slide64.xml.rels>&#65279;<?xml version="1.0" encoding="utf-8"?><Relationships xmlns="http://schemas.openxmlformats.org/package/2006/relationships"><Relationship Type="http://schemas.openxmlformats.org/officeDocument/2006/relationships/slideLayout" Target="/ppt/slideLayouts/slideLayout1.xml" Id="Rf1f1d95a3b3a47c3" /><Relationship Type="http://schemas.openxmlformats.org/officeDocument/2006/relationships/notesSlide" Target="/ppt/notesSlides/notesSlide64.xml" Id="R5790847f9efb4bc1" /></Relationships>
</file>

<file path=ppt/slides/_rels/slide65.xml.rels>&#65279;<?xml version="1.0" encoding="utf-8"?><Relationships xmlns="http://schemas.openxmlformats.org/package/2006/relationships"><Relationship Type="http://schemas.openxmlformats.org/officeDocument/2006/relationships/slideLayout" Target="/ppt/slideLayouts/slideLayout1.xml" Id="Rdec0d3d5aca145a9" /><Relationship Type="http://schemas.openxmlformats.org/officeDocument/2006/relationships/notesSlide" Target="/ppt/notesSlides/notesSlide65.xml" Id="Rc57e821a926944a1" /></Relationships>
</file>

<file path=ppt/slides/slide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64618946" name="Rectangle 1959211399">
            <a:extLst xmlns:a="http://schemas.openxmlformats.org/drawingml/2006/main">
              <a:ext uri="{FF2B5EF4-FFF2-40B4-BE49-F238E27FC236}">
                <a16:creationId xmlns:a16="http://schemas.microsoft.com/office/drawing/2014/main" id="{B3AF469D-9A71-4E4F-9858-1226872FEFB3}"/>
              </a:ext>
            </a:extLst>
          </p:cNvPr>
          <p:cNvSpPr>
            <a:spLocks xmlns:a="http://schemas.openxmlformats.org/drawingml/2006/main" noGrp="1"/>
          </p:cNvSpPr>
          <p:nvPr/>
        </p:nvSpPr>
        <p:spPr>
          <a:xfrm xmlns:a="http://schemas.openxmlformats.org/drawingml/2006/main">
            <a:off x="666750" y="533400"/>
            <a:ext cx="8286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750" b="1">
                <a:solidFill>
                  <a:srgbClr val="0B0F19"/>
                </a:solidFill>
              </a:defRPr>
            </a:pPr>
            <a:r>
              <a:rPr sz="3750" b="1">
                <a:solidFill>
                  <a:srgbClr val="0B0F19"/>
                </a:solidFill>
              </a:rPr>
              <a:t>From Linear Regression to GPT</a:t>
            </a:r>
          </a:p>
        </p:txBody>
      </p:sp>
      <p:sp>
        <p:nvSpPr>
          <p:cNvPr id="1546204376" name="Rectangle 1850301699">
            <a:extLst xmlns:a="http://schemas.openxmlformats.org/drawingml/2006/main">
              <a:ext uri="{FF2B5EF4-FFF2-40B4-BE49-F238E27FC236}">
                <a16:creationId xmlns:a16="http://schemas.microsoft.com/office/drawing/2014/main" id="{03D681A3-26ED-47E6-A447-2FEBD3553981}"/>
              </a:ext>
            </a:extLst>
          </p:cNvPr>
          <p:cNvSpPr>
            <a:spLocks xmlns:a="http://schemas.openxmlformats.org/drawingml/2006/main" noGrp="1"/>
          </p:cNvSpPr>
          <p:nvPr/>
        </p:nvSpPr>
        <p:spPr>
          <a:xfrm xmlns:a="http://schemas.openxmlformats.org/drawingml/2006/main">
            <a:off x="704850" y="1219200"/>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250" b="1">
                <a:solidFill>
                  <a:srgbClr val="2563EB"/>
                </a:solidFill>
              </a:defRPr>
            </a:pPr>
            <a:r>
              <a:rPr sz="2250" b="1">
                <a:solidFill>
                  <a:srgbClr val="2563EB"/>
                </a:solidFill>
              </a:rPr>
              <a:t>Roadmap</a:t>
            </a:r>
          </a:p>
        </p:txBody>
      </p:sp>
      <p:sp>
        <p:nvSpPr>
          <p:cNvPr id="1250030615" name="Rectangle 2018958639">
            <a:extLst xmlns:a="http://schemas.openxmlformats.org/drawingml/2006/main">
              <a:ext uri="{FF2B5EF4-FFF2-40B4-BE49-F238E27FC236}">
                <a16:creationId xmlns:a16="http://schemas.microsoft.com/office/drawing/2014/main" id="{0503E6CC-72D5-4A7F-910B-CAC7E18B9BFF}"/>
              </a:ext>
            </a:extLst>
          </p:cNvPr>
          <p:cNvSpPr>
            <a:spLocks xmlns:a="http://schemas.openxmlformats.org/drawingml/2006/main" noGrp="1"/>
          </p:cNvSpPr>
          <p:nvPr/>
        </p:nvSpPr>
        <p:spPr>
          <a:xfrm xmlns:a="http://schemas.openxmlformats.org/drawingml/2006/main">
            <a:off x="2667000" y="125730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50" b="0">
                <a:solidFill>
                  <a:srgbClr val="667085"/>
                </a:solidFill>
              </a:defRPr>
            </a:pPr>
            <a:r>
              <a:rPr sz="1750" b="0">
                <a:solidFill>
                  <a:srgbClr val="667085"/>
                </a:solidFill>
              </a:rPr>
              <a:t>From simple prediction to GPT</a:t>
            </a:r>
          </a:p>
        </p:txBody>
      </p:sp>
      <p:sp>
        <p:nvSpPr>
          <p:cNvPr id="297851193" name="Rectangle: Rounded Corners 90328709">
            <a:extLst xmlns:a="http://schemas.openxmlformats.org/drawingml/2006/main">
              <a:ext uri="{FF2B5EF4-FFF2-40B4-BE49-F238E27FC236}">
                <a16:creationId xmlns:a16="http://schemas.microsoft.com/office/drawing/2014/main" id="{C075E743-8C3C-4976-AAD4-1F3B91199C38}"/>
              </a:ext>
            </a:extLst>
          </p:cNvPr>
          <p:cNvSpPr>
            <a:spLocks xmlns:a="http://schemas.openxmlformats.org/drawingml/2006/main" noGrp="1"/>
          </p:cNvSpPr>
          <p:nvPr/>
        </p:nvSpPr>
        <p:spPr>
          <a:xfrm xmlns:a="http://schemas.openxmlformats.org/drawingml/2006/main">
            <a:off x="666750" y="2047875"/>
            <a:ext cx="10858500" cy="3333750"/>
          </a:xfrm>
          <a:prstGeom xmlns:a="http://schemas.openxmlformats.org/drawingml/2006/main" prst="roundRect">
            <a:avLst>
              <a:gd name="adj" fmla="val 2286"/>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8611334" name="Straight Connector 453704306">
            <a:extLst xmlns:a="http://schemas.openxmlformats.org/drawingml/2006/main">
              <a:ext uri="{FF2B5EF4-FFF2-40B4-BE49-F238E27FC236}">
                <a16:creationId xmlns:a16="http://schemas.microsoft.com/office/drawing/2014/main" id="{E230BDCB-09D4-4CFD-BC9B-35DEE171D1F1}"/>
              </a:ext>
            </a:extLst>
          </p:cNvPr>
          <p:cNvSpPr>
            <a:spLocks xmlns:a="http://schemas.openxmlformats.org/drawingml/2006/main" noGrp="1"/>
          </p:cNvSpPr>
          <p:nvPr/>
        </p:nvSpPr>
        <p:spPr>
          <a:xfrm xmlns:a="http://schemas.openxmlformats.org/drawingml/2006/main">
            <a:off x="1524000" y="3714750"/>
            <a:ext cx="9144000" cy="9525"/>
          </a:xfrm>
          <a:prstGeom xmlns:a="http://schemas.openxmlformats.org/drawingml/2006/main" prst="line">
            <a:avLst/>
          </a:prstGeom>
          <a:noFill xmlns:a="http://schemas.openxmlformats.org/drawingml/2006/main"/>
          <a:ln xmlns:a="http://schemas.openxmlformats.org/drawingml/2006/main" w="476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22629266" name="Oval 1383570775">
            <a:extLst xmlns:a="http://schemas.openxmlformats.org/drawingml/2006/main">
              <a:ext uri="{FF2B5EF4-FFF2-40B4-BE49-F238E27FC236}">
                <a16:creationId xmlns:a16="http://schemas.microsoft.com/office/drawing/2014/main" id="{6427BE6B-65EF-4AB0-AE5F-BC7677172BC5}"/>
              </a:ext>
            </a:extLst>
          </p:cNvPr>
          <p:cNvSpPr>
            <a:spLocks xmlns:a="http://schemas.openxmlformats.org/drawingml/2006/main" noGrp="1"/>
          </p:cNvSpPr>
          <p:nvPr/>
        </p:nvSpPr>
        <p:spPr>
          <a:xfrm xmlns:a="http://schemas.openxmlformats.org/drawingml/2006/main">
            <a:off x="1219200" y="3314700"/>
            <a:ext cx="800100" cy="800100"/>
          </a:xfrm>
          <a:prstGeom xmlns:a="http://schemas.openxmlformats.org/drawingml/2006/main" prst="ellipse">
            <a:avLst/>
          </a:prstGeom>
          <a:solidFill xmlns:a="http://schemas.openxmlformats.org/drawingml/2006/main">
            <a:srgbClr val="E0F2FE"/>
          </a:solidFill>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1229271487" name="Rectangle 1909465558">
            <a:extLst xmlns:a="http://schemas.openxmlformats.org/drawingml/2006/main">
              <a:ext uri="{FF2B5EF4-FFF2-40B4-BE49-F238E27FC236}">
                <a16:creationId xmlns:a16="http://schemas.microsoft.com/office/drawing/2014/main" id="{14ED0D2D-962D-4558-A307-ED1751E0F95B}"/>
              </a:ext>
            </a:extLst>
          </p:cNvPr>
          <p:cNvSpPr>
            <a:spLocks xmlns:a="http://schemas.openxmlformats.org/drawingml/2006/main" noGrp="1"/>
          </p:cNvSpPr>
          <p:nvPr/>
        </p:nvSpPr>
        <p:spPr>
          <a:xfrm xmlns:a="http://schemas.openxmlformats.org/drawingml/2006/main">
            <a:off x="7143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Foundations</a:t>
            </a:r>
          </a:p>
        </p:txBody>
      </p:sp>
      <p:sp>
        <p:nvSpPr>
          <p:cNvPr id="662251474" name="Rectangle 373098539">
            <a:extLst xmlns:a="http://schemas.openxmlformats.org/drawingml/2006/main">
              <a:ext uri="{FF2B5EF4-FFF2-40B4-BE49-F238E27FC236}">
                <a16:creationId xmlns:a16="http://schemas.microsoft.com/office/drawing/2014/main" id="{47905034-4652-4928-A733-7670F1A73CAF}"/>
              </a:ext>
            </a:extLst>
          </p:cNvPr>
          <p:cNvSpPr>
            <a:spLocks xmlns:a="http://schemas.openxmlformats.org/drawingml/2006/main" noGrp="1"/>
          </p:cNvSpPr>
          <p:nvPr/>
        </p:nvSpPr>
        <p:spPr>
          <a:xfrm xmlns:a="http://schemas.openxmlformats.org/drawingml/2006/main">
            <a:off x="7048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MSE, partials,</a:t>
            </a:r>
          </a:p>
          <a:p xmlns:a="http://schemas.openxmlformats.org/drawingml/2006/main">
            <a:pPr algn="ctr">
              <a:buNone/>
              <a:defRPr sz="1350" b="0">
                <a:solidFill>
                  <a:srgbClr val="0B0F19"/>
                </a:solidFill>
              </a:defRPr>
            </a:pPr>
            <a:r>
              <a:rPr sz="1350" b="0">
                <a:solidFill>
                  <a:srgbClr val="0B0F19"/>
                </a:solidFill>
              </a:rPr>
              <a:t>gradients</a:t>
            </a:r>
          </a:p>
        </p:txBody>
      </p:sp>
      <p:sp>
        <p:nvSpPr>
          <p:cNvPr id="527979724" name="Rectangle 1435247823">
            <a:extLst xmlns:a="http://schemas.openxmlformats.org/drawingml/2006/main">
              <a:ext uri="{FF2B5EF4-FFF2-40B4-BE49-F238E27FC236}">
                <a16:creationId xmlns:a16="http://schemas.microsoft.com/office/drawing/2014/main" id="{CE6915CF-89DD-46FF-A07C-F47C4B27A50B}"/>
              </a:ext>
            </a:extLst>
          </p:cNvPr>
          <p:cNvSpPr>
            <a:spLocks xmlns:a="http://schemas.openxmlformats.org/drawingml/2006/main" noGrp="1"/>
          </p:cNvSpPr>
          <p:nvPr/>
        </p:nvSpPr>
        <p:spPr>
          <a:xfrm xmlns:a="http://schemas.openxmlformats.org/drawingml/2006/main">
            <a:off x="8572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3-22</a:t>
            </a:r>
          </a:p>
        </p:txBody>
      </p:sp>
      <p:sp>
        <p:nvSpPr>
          <p:cNvPr id="336094057" name="Oval 517207118">
            <a:extLst xmlns:a="http://schemas.openxmlformats.org/drawingml/2006/main">
              <a:ext uri="{FF2B5EF4-FFF2-40B4-BE49-F238E27FC236}">
                <a16:creationId xmlns:a16="http://schemas.microsoft.com/office/drawing/2014/main" id="{96A2D37F-E3E4-4510-9E5B-43596C6182BB}"/>
              </a:ext>
            </a:extLst>
          </p:cNvPr>
          <p:cNvSpPr>
            <a:spLocks xmlns:a="http://schemas.openxmlformats.org/drawingml/2006/main" noGrp="1"/>
          </p:cNvSpPr>
          <p:nvPr/>
        </p:nvSpPr>
        <p:spPr>
          <a:xfrm xmlns:a="http://schemas.openxmlformats.org/drawingml/2006/main">
            <a:off x="34290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02</a:t>
            </a:r>
          </a:p>
        </p:txBody>
      </p:sp>
      <p:sp>
        <p:nvSpPr>
          <p:cNvPr id="1844077162" name="Rectangle 1431946798">
            <a:extLst xmlns:a="http://schemas.openxmlformats.org/drawingml/2006/main">
              <a:ext uri="{FF2B5EF4-FFF2-40B4-BE49-F238E27FC236}">
                <a16:creationId xmlns:a16="http://schemas.microsoft.com/office/drawing/2014/main" id="{63A55319-0C3E-47B2-AF19-8EC2356BD322}"/>
              </a:ext>
            </a:extLst>
          </p:cNvPr>
          <p:cNvSpPr>
            <a:spLocks xmlns:a="http://schemas.openxmlformats.org/drawingml/2006/main" noGrp="1"/>
          </p:cNvSpPr>
          <p:nvPr/>
        </p:nvSpPr>
        <p:spPr>
          <a:xfrm xmlns:a="http://schemas.openxmlformats.org/drawingml/2006/main">
            <a:off x="29241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Language</a:t>
            </a:r>
          </a:p>
        </p:txBody>
      </p:sp>
      <p:sp>
        <p:nvSpPr>
          <p:cNvPr id="1975095826" name="Rectangle 1613992743">
            <a:extLst xmlns:a="http://schemas.openxmlformats.org/drawingml/2006/main">
              <a:ext uri="{FF2B5EF4-FFF2-40B4-BE49-F238E27FC236}">
                <a16:creationId xmlns:a16="http://schemas.microsoft.com/office/drawing/2014/main" id="{4FE6C07D-9356-4D28-9FF3-68366A4BDE7F}"/>
              </a:ext>
            </a:extLst>
          </p:cNvPr>
          <p:cNvSpPr>
            <a:spLocks xmlns:a="http://schemas.openxmlformats.org/drawingml/2006/main" noGrp="1"/>
          </p:cNvSpPr>
          <p:nvPr/>
        </p:nvSpPr>
        <p:spPr>
          <a:xfrm xmlns:a="http://schemas.openxmlformats.org/drawingml/2006/main">
            <a:off x="29146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tokens and</a:t>
            </a:r>
          </a:p>
          <a:p xmlns:a="http://schemas.openxmlformats.org/drawingml/2006/main">
            <a:pPr algn="ctr">
              <a:buNone/>
              <a:defRPr sz="1350" b="0">
                <a:solidFill>
                  <a:srgbClr val="0B0F19"/>
                </a:solidFill>
              </a:defRPr>
            </a:pPr>
            <a:r>
              <a:rPr sz="1350" b="0">
                <a:solidFill>
                  <a:srgbClr val="0B0F19"/>
                </a:solidFill>
              </a:rPr>
              <a:t>embeddings</a:t>
            </a:r>
          </a:p>
        </p:txBody>
      </p:sp>
      <p:sp>
        <p:nvSpPr>
          <p:cNvPr id="1133147938" name="Rectangle 1819292424">
            <a:extLst xmlns:a="http://schemas.openxmlformats.org/drawingml/2006/main">
              <a:ext uri="{FF2B5EF4-FFF2-40B4-BE49-F238E27FC236}">
                <a16:creationId xmlns:a16="http://schemas.microsoft.com/office/drawing/2014/main" id="{B86817B1-BF60-4D53-A6E3-D75BEC7432DB}"/>
              </a:ext>
            </a:extLst>
          </p:cNvPr>
          <p:cNvSpPr>
            <a:spLocks xmlns:a="http://schemas.openxmlformats.org/drawingml/2006/main" noGrp="1"/>
          </p:cNvSpPr>
          <p:nvPr/>
        </p:nvSpPr>
        <p:spPr>
          <a:xfrm xmlns:a="http://schemas.openxmlformats.org/drawingml/2006/main">
            <a:off x="30670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23-29</a:t>
            </a:r>
          </a:p>
        </p:txBody>
      </p:sp>
      <p:sp>
        <p:nvSpPr>
          <p:cNvPr id="1897566819" name="Oval 1011337880">
            <a:extLst xmlns:a="http://schemas.openxmlformats.org/drawingml/2006/main">
              <a:ext uri="{FF2B5EF4-FFF2-40B4-BE49-F238E27FC236}">
                <a16:creationId xmlns:a16="http://schemas.microsoft.com/office/drawing/2014/main" id="{0A06FD26-A365-4D75-9AFB-DDED1830D6A4}"/>
              </a:ext>
            </a:extLst>
          </p:cNvPr>
          <p:cNvSpPr>
            <a:spLocks xmlns:a="http://schemas.openxmlformats.org/drawingml/2006/main" noGrp="1"/>
          </p:cNvSpPr>
          <p:nvPr/>
        </p:nvSpPr>
        <p:spPr>
          <a:xfrm xmlns:a="http://schemas.openxmlformats.org/drawingml/2006/main">
            <a:off x="56388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03</a:t>
            </a:r>
          </a:p>
        </p:txBody>
      </p:sp>
      <p:sp>
        <p:nvSpPr>
          <p:cNvPr id="3301038" name="Rectangle 231300994">
            <a:extLst xmlns:a="http://schemas.openxmlformats.org/drawingml/2006/main">
              <a:ext uri="{FF2B5EF4-FFF2-40B4-BE49-F238E27FC236}">
                <a16:creationId xmlns:a16="http://schemas.microsoft.com/office/drawing/2014/main" id="{643AE200-DF41-42F9-A88E-D947D7E79CB9}"/>
              </a:ext>
            </a:extLst>
          </p:cNvPr>
          <p:cNvSpPr>
            <a:spLocks xmlns:a="http://schemas.openxmlformats.org/drawingml/2006/main" noGrp="1"/>
          </p:cNvSpPr>
          <p:nvPr/>
        </p:nvSpPr>
        <p:spPr>
          <a:xfrm xmlns:a="http://schemas.openxmlformats.org/drawingml/2006/main">
            <a:off x="51339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Attention</a:t>
            </a:r>
          </a:p>
        </p:txBody>
      </p:sp>
      <p:sp>
        <p:nvSpPr>
          <p:cNvPr id="1777036396" name="Rectangle 1085761315">
            <a:extLst xmlns:a="http://schemas.openxmlformats.org/drawingml/2006/main">
              <a:ext uri="{FF2B5EF4-FFF2-40B4-BE49-F238E27FC236}">
                <a16:creationId xmlns:a16="http://schemas.microsoft.com/office/drawing/2014/main" id="{268D9388-3C57-4AB0-941D-4AA8506F9A5C}"/>
              </a:ext>
            </a:extLst>
          </p:cNvPr>
          <p:cNvSpPr>
            <a:spLocks xmlns:a="http://schemas.openxmlformats.org/drawingml/2006/main" noGrp="1"/>
          </p:cNvSpPr>
          <p:nvPr/>
        </p:nvSpPr>
        <p:spPr>
          <a:xfrm xmlns:a="http://schemas.openxmlformats.org/drawingml/2006/main">
            <a:off x="51244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query, key,</a:t>
            </a:r>
          </a:p>
          <a:p xmlns:a="http://schemas.openxmlformats.org/drawingml/2006/main">
            <a:pPr algn="ctr">
              <a:buNone/>
              <a:defRPr sz="1350" b="0">
                <a:solidFill>
                  <a:srgbClr val="0B0F19"/>
                </a:solidFill>
              </a:defRPr>
            </a:pPr>
            <a:r>
              <a:rPr sz="1350" b="0">
                <a:solidFill>
                  <a:srgbClr val="0B0F19"/>
                </a:solidFill>
              </a:rPr>
              <a:t>value</a:t>
            </a:r>
          </a:p>
        </p:txBody>
      </p:sp>
      <p:sp>
        <p:nvSpPr>
          <p:cNvPr id="1665894977" name="Rectangle 9026134">
            <a:extLst xmlns:a="http://schemas.openxmlformats.org/drawingml/2006/main">
              <a:ext uri="{FF2B5EF4-FFF2-40B4-BE49-F238E27FC236}">
                <a16:creationId xmlns:a16="http://schemas.microsoft.com/office/drawing/2014/main" id="{5F43B974-1A0C-4E99-A17B-EBBC3A992B88}"/>
              </a:ext>
            </a:extLst>
          </p:cNvPr>
          <p:cNvSpPr>
            <a:spLocks xmlns:a="http://schemas.openxmlformats.org/drawingml/2006/main" noGrp="1"/>
          </p:cNvSpPr>
          <p:nvPr/>
        </p:nvSpPr>
        <p:spPr>
          <a:xfrm xmlns:a="http://schemas.openxmlformats.org/drawingml/2006/main">
            <a:off x="52768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30-37</a:t>
            </a:r>
          </a:p>
        </p:txBody>
      </p:sp>
      <p:sp>
        <p:nvSpPr>
          <p:cNvPr id="895326872" name="Oval 1242283889">
            <a:extLst xmlns:a="http://schemas.openxmlformats.org/drawingml/2006/main">
              <a:ext uri="{FF2B5EF4-FFF2-40B4-BE49-F238E27FC236}">
                <a16:creationId xmlns:a16="http://schemas.microsoft.com/office/drawing/2014/main" id="{614C9F52-09D3-4615-9049-A7F6005E9A0E}"/>
              </a:ext>
            </a:extLst>
          </p:cNvPr>
          <p:cNvSpPr>
            <a:spLocks xmlns:a="http://schemas.openxmlformats.org/drawingml/2006/main" noGrp="1"/>
          </p:cNvSpPr>
          <p:nvPr/>
        </p:nvSpPr>
        <p:spPr>
          <a:xfrm xmlns:a="http://schemas.openxmlformats.org/drawingml/2006/main">
            <a:off x="78486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04</a:t>
            </a:r>
          </a:p>
        </p:txBody>
      </p:sp>
      <p:sp>
        <p:nvSpPr>
          <p:cNvPr id="1780516882" name="Rectangle 760971764">
            <a:extLst xmlns:a="http://schemas.openxmlformats.org/drawingml/2006/main">
              <a:ext uri="{FF2B5EF4-FFF2-40B4-BE49-F238E27FC236}">
                <a16:creationId xmlns:a16="http://schemas.microsoft.com/office/drawing/2014/main" id="{3DBBBE23-36BA-4D14-9F9D-038F03CE4695}"/>
              </a:ext>
            </a:extLst>
          </p:cNvPr>
          <p:cNvSpPr>
            <a:spLocks xmlns:a="http://schemas.openxmlformats.org/drawingml/2006/main" noGrp="1"/>
          </p:cNvSpPr>
          <p:nvPr/>
        </p:nvSpPr>
        <p:spPr>
          <a:xfrm xmlns:a="http://schemas.openxmlformats.org/drawingml/2006/main">
            <a:off x="73437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Transformer</a:t>
            </a:r>
          </a:p>
        </p:txBody>
      </p:sp>
      <p:sp>
        <p:nvSpPr>
          <p:cNvPr id="1334098433" name="Rectangle 236810503">
            <a:extLst xmlns:a="http://schemas.openxmlformats.org/drawingml/2006/main">
              <a:ext uri="{FF2B5EF4-FFF2-40B4-BE49-F238E27FC236}">
                <a16:creationId xmlns:a16="http://schemas.microsoft.com/office/drawing/2014/main" id="{3466662F-D11B-4A82-938A-710EC7308A91}"/>
              </a:ext>
            </a:extLst>
          </p:cNvPr>
          <p:cNvSpPr>
            <a:spLocks xmlns:a="http://schemas.openxmlformats.org/drawingml/2006/main" noGrp="1"/>
          </p:cNvSpPr>
          <p:nvPr/>
        </p:nvSpPr>
        <p:spPr>
          <a:xfrm xmlns:a="http://schemas.openxmlformats.org/drawingml/2006/main">
            <a:off x="73342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blocks and</a:t>
            </a:r>
          </a:p>
          <a:p xmlns:a="http://schemas.openxmlformats.org/drawingml/2006/main">
            <a:pPr algn="ctr">
              <a:buNone/>
              <a:defRPr sz="1350" b="0">
                <a:solidFill>
                  <a:srgbClr val="0B0F19"/>
                </a:solidFill>
              </a:defRPr>
            </a:pPr>
            <a:r>
              <a:rPr sz="1350" b="0">
                <a:solidFill>
                  <a:srgbClr val="0B0F19"/>
                </a:solidFill>
              </a:rPr>
              <a:t>masking</a:t>
            </a:r>
          </a:p>
        </p:txBody>
      </p:sp>
      <p:sp>
        <p:nvSpPr>
          <p:cNvPr id="988078544" name="Rectangle 297379142">
            <a:extLst xmlns:a="http://schemas.openxmlformats.org/drawingml/2006/main">
              <a:ext uri="{FF2B5EF4-FFF2-40B4-BE49-F238E27FC236}">
                <a16:creationId xmlns:a16="http://schemas.microsoft.com/office/drawing/2014/main" id="{02F5E2B7-A3A5-48A6-9E68-1E488B529D67}"/>
              </a:ext>
            </a:extLst>
          </p:cNvPr>
          <p:cNvSpPr>
            <a:spLocks xmlns:a="http://schemas.openxmlformats.org/drawingml/2006/main" noGrp="1"/>
          </p:cNvSpPr>
          <p:nvPr/>
        </p:nvSpPr>
        <p:spPr>
          <a:xfrm xmlns:a="http://schemas.openxmlformats.org/drawingml/2006/main">
            <a:off x="74866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38-42</a:t>
            </a:r>
          </a:p>
        </p:txBody>
      </p:sp>
      <p:sp>
        <p:nvSpPr>
          <p:cNvPr id="1237430539" name="Oval 886147111">
            <a:extLst xmlns:a="http://schemas.openxmlformats.org/drawingml/2006/main">
              <a:ext uri="{FF2B5EF4-FFF2-40B4-BE49-F238E27FC236}">
                <a16:creationId xmlns:a16="http://schemas.microsoft.com/office/drawing/2014/main" id="{32FA4783-D903-4A0C-AB22-8FF966F06818}"/>
              </a:ext>
            </a:extLst>
          </p:cNvPr>
          <p:cNvSpPr>
            <a:spLocks xmlns:a="http://schemas.openxmlformats.org/drawingml/2006/main" noGrp="1"/>
          </p:cNvSpPr>
          <p:nvPr/>
        </p:nvSpPr>
        <p:spPr>
          <a:xfrm xmlns:a="http://schemas.openxmlformats.org/drawingml/2006/main">
            <a:off x="100584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05</a:t>
            </a:r>
          </a:p>
        </p:txBody>
      </p:sp>
      <p:sp>
        <p:nvSpPr>
          <p:cNvPr id="706422705" name="Rectangle 1979103398">
            <a:extLst xmlns:a="http://schemas.openxmlformats.org/drawingml/2006/main">
              <a:ext uri="{FF2B5EF4-FFF2-40B4-BE49-F238E27FC236}">
                <a16:creationId xmlns:a16="http://schemas.microsoft.com/office/drawing/2014/main" id="{D14596D5-3714-49ED-A84C-F478BBB0EB24}"/>
              </a:ext>
            </a:extLst>
          </p:cNvPr>
          <p:cNvSpPr>
            <a:spLocks xmlns:a="http://schemas.openxmlformats.org/drawingml/2006/main" noGrp="1"/>
          </p:cNvSpPr>
          <p:nvPr/>
        </p:nvSpPr>
        <p:spPr>
          <a:xfrm xmlns:a="http://schemas.openxmlformats.org/drawingml/2006/main">
            <a:off x="95535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GPT</a:t>
            </a:r>
          </a:p>
        </p:txBody>
      </p:sp>
      <p:sp>
        <p:nvSpPr>
          <p:cNvPr id="1525396548" name="Rectangle 668892514">
            <a:extLst xmlns:a="http://schemas.openxmlformats.org/drawingml/2006/main">
              <a:ext uri="{FF2B5EF4-FFF2-40B4-BE49-F238E27FC236}">
                <a16:creationId xmlns:a16="http://schemas.microsoft.com/office/drawing/2014/main" id="{A54E78A8-8E38-4F41-AC85-AC87AB5C4FB2}"/>
              </a:ext>
            </a:extLst>
          </p:cNvPr>
          <p:cNvSpPr>
            <a:spLocks xmlns:a="http://schemas.openxmlformats.org/drawingml/2006/main" noGrp="1"/>
          </p:cNvSpPr>
          <p:nvPr/>
        </p:nvSpPr>
        <p:spPr>
          <a:xfrm xmlns:a="http://schemas.openxmlformats.org/drawingml/2006/main">
            <a:off x="95440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next-token</a:t>
            </a:r>
          </a:p>
          <a:p xmlns:a="http://schemas.openxmlformats.org/drawingml/2006/main">
            <a:pPr algn="ctr">
              <a:buNone/>
              <a:defRPr sz="1350" b="0">
                <a:solidFill>
                  <a:srgbClr val="0B0F19"/>
                </a:solidFill>
              </a:defRPr>
            </a:pPr>
            <a:r>
              <a:rPr sz="1350" b="0">
                <a:solidFill>
                  <a:srgbClr val="0B0F19"/>
                </a:solidFill>
              </a:rPr>
              <a:t>prediction</a:t>
            </a:r>
          </a:p>
        </p:txBody>
      </p:sp>
      <p:sp>
        <p:nvSpPr>
          <p:cNvPr id="609105295" name="Rectangle 846714876">
            <a:extLst xmlns:a="http://schemas.openxmlformats.org/drawingml/2006/main">
              <a:ext uri="{FF2B5EF4-FFF2-40B4-BE49-F238E27FC236}">
                <a16:creationId xmlns:a16="http://schemas.microsoft.com/office/drawing/2014/main" id="{498E7CFB-C9C8-4B77-B2BC-A2EE8446B6E8}"/>
              </a:ext>
            </a:extLst>
          </p:cNvPr>
          <p:cNvSpPr>
            <a:spLocks xmlns:a="http://schemas.openxmlformats.org/drawingml/2006/main" noGrp="1"/>
          </p:cNvSpPr>
          <p:nvPr/>
        </p:nvSpPr>
        <p:spPr>
          <a:xfrm xmlns:a="http://schemas.openxmlformats.org/drawingml/2006/main">
            <a:off x="96964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43-58</a:t>
            </a:r>
          </a:p>
        </p:txBody>
      </p:sp>
      <p:sp>
        <p:nvSpPr>
          <p:cNvPr id="1785780435" name="Rectangle 612628765">
            <a:extLst xmlns:a="http://schemas.openxmlformats.org/drawingml/2006/main">
              <a:ext uri="{FF2B5EF4-FFF2-40B4-BE49-F238E27FC236}">
                <a16:creationId xmlns:a16="http://schemas.microsoft.com/office/drawing/2014/main" id="{FC281FCD-7E48-4D6A-8668-049704356312}"/>
              </a:ext>
            </a:extLst>
          </p:cNvPr>
          <p:cNvSpPr>
            <a:spLocks xmlns:a="http://schemas.openxmlformats.org/drawingml/2006/main" noGrp="1"/>
          </p:cNvSpPr>
          <p:nvPr/>
        </p:nvSpPr>
        <p:spPr>
          <a:xfrm xmlns:a="http://schemas.openxmlformats.org/drawingml/2006/main">
            <a:off x="1952625" y="5791200"/>
            <a:ext cx="828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Goal: understand GPT's core principles and architecture</a:t>
            </a:r>
            <a:br/>
            <a:r>
              <a:rPr sz="2100" b="1">
                <a:solidFill>
                  <a:srgbClr val="2563EB"/>
                </a:solidFill>
              </a:rPr>
              <a:t>to assess engineering possibilities</a:t>
            </a:r>
          </a:p>
        </p:txBody>
      </p:sp>
      <p:sp>
        <p:nvSpPr>
          <p:cNvPr id="1153089035" name="Rectangle 1343619986">
            <a:extLst xmlns:a="http://schemas.openxmlformats.org/drawingml/2006/main">
              <a:ext uri="{FF2B5EF4-FFF2-40B4-BE49-F238E27FC236}">
                <a16:creationId xmlns:a16="http://schemas.microsoft.com/office/drawing/2014/main" id="{5587DEBB-7677-41CF-8D00-8E4F133E0E4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a:t>
            </a:r>
          </a:p>
        </p:txBody>
      </p:sp>
    </p:spTree>
    <p:extLst>
      <p:ext uri="{BB962C8B-B14F-4D97-AF65-F5344CB8AC3E}">
        <p14:creationId xmlns:p14="http://schemas.microsoft.com/office/powerpoint/2010/main" val="1676134419"/>
      </p:ext>
    </p:extLst>
  </p:cSld>
</p:sld>
</file>

<file path=ppt/slides/slide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29492759" name="Rectangle 935271156">
            <a:extLst xmlns:a="http://schemas.openxmlformats.org/drawingml/2006/main">
              <a:ext uri="{FF2B5EF4-FFF2-40B4-BE49-F238E27FC236}">
                <a16:creationId xmlns:a16="http://schemas.microsoft.com/office/drawing/2014/main" id="{4A39C19B-1610-4A2E-A8DD-4ADF0EB6302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Orientation</a:t>
            </a:r>
          </a:p>
        </p:txBody>
      </p:sp>
      <p:sp>
        <p:nvSpPr>
          <p:cNvPr id="171114498" name="Rectangle 251777344">
            <a:extLst xmlns:a="http://schemas.openxmlformats.org/drawingml/2006/main">
              <a:ext uri="{FF2B5EF4-FFF2-40B4-BE49-F238E27FC236}">
                <a16:creationId xmlns:a16="http://schemas.microsoft.com/office/drawing/2014/main" id="{F1CB5902-555D-4CF6-BA67-1DC506ED1D78}"/>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This deck follows one path through the AI landscape</a:t>
            </a:r>
          </a:p>
        </p:txBody>
      </p:sp>
      <p:sp>
        <p:nvSpPr>
          <p:cNvPr id="241901355" name="Rectangle: Rounded Corners 1456392341">
            <a:extLst xmlns:a="http://schemas.openxmlformats.org/drawingml/2006/main">
              <a:ext uri="{FF2B5EF4-FFF2-40B4-BE49-F238E27FC236}">
                <a16:creationId xmlns:a16="http://schemas.microsoft.com/office/drawing/2014/main" id="{678715B6-1371-4871-AA05-F971EE15B54B}"/>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01530876" name="Rectangle: Rounded Corners 1987074982">
            <a:extLst xmlns:a="http://schemas.openxmlformats.org/drawingml/2006/main">
              <a:ext uri="{FF2B5EF4-FFF2-40B4-BE49-F238E27FC236}">
                <a16:creationId xmlns:a16="http://schemas.microsoft.com/office/drawing/2014/main" id="{C495EF7D-0194-4521-B268-D365E3E7FFF9}"/>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00491911" name="Rectangle 1286956634">
            <a:extLst xmlns:a="http://schemas.openxmlformats.org/drawingml/2006/main">
              <a:ext uri="{FF2B5EF4-FFF2-40B4-BE49-F238E27FC236}">
                <a16:creationId xmlns:a16="http://schemas.microsoft.com/office/drawing/2014/main" id="{B852E4C0-D7C6-4250-9198-B73AE665FA4F}"/>
              </a:ext>
            </a:extLst>
          </p:cNvPr>
          <p:cNvSpPr>
            <a:spLocks xmlns:a="http://schemas.openxmlformats.org/drawingml/2006/main" noGrp="1"/>
          </p:cNvSpPr>
          <p:nvPr/>
        </p:nvSpPr>
        <p:spPr>
          <a:xfrm xmlns:a="http://schemas.openxmlformats.org/drawingml/2006/main">
            <a:off x="8153399" y="2305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Starting point</a:t>
            </a:r>
          </a:p>
        </p:txBody>
      </p:sp>
      <p:sp>
        <p:nvSpPr>
          <p:cNvPr id="1933928555" name="Rectangle 399762638">
            <a:extLst xmlns:a="http://schemas.openxmlformats.org/drawingml/2006/main">
              <a:ext uri="{FF2B5EF4-FFF2-40B4-BE49-F238E27FC236}">
                <a16:creationId xmlns:a16="http://schemas.microsoft.com/office/drawing/2014/main" id="{B497B181-4715-462D-882A-6B4DA86891BE}"/>
              </a:ext>
            </a:extLst>
          </p:cNvPr>
          <p:cNvSpPr>
            <a:spLocks xmlns:a="http://schemas.openxmlformats.org/drawingml/2006/main" noGrp="1"/>
          </p:cNvSpPr>
          <p:nvPr/>
        </p:nvSpPr>
        <p:spPr>
          <a:xfrm xmlns:a="http://schemas.openxmlformats.org/drawingml/2006/main">
            <a:off x="8153399" y="268605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00" b="0">
                <a:solidFill>
                  <a:srgbClr val="667085"/>
                </a:solidFill>
              </a:defRPr>
            </a:pPr>
            <a:r>
              <a:rPr sz="1600" b="0">
                <a:solidFill>
                  <a:srgbClr val="667085"/>
                </a:solidFill>
              </a:rPr>
              <a:t>linear regression</a:t>
            </a:r>
          </a:p>
          <a:p xmlns:a="http://schemas.openxmlformats.org/drawingml/2006/main">
            <a:pPr algn="l">
              <a:buNone/>
              <a:defRPr sz="1600" b="0">
                <a:solidFill>
                  <a:srgbClr val="667085"/>
                </a:solidFill>
              </a:defRPr>
            </a:pPr>
            <a:r>
              <a:rPr sz="1600" b="0">
                <a:solidFill>
                  <a:srgbClr val="667085"/>
                </a:solidFill>
              </a:rPr>
              <a:t>→ machine learning</a:t>
            </a:r>
          </a:p>
          <a:p xmlns:a="http://schemas.openxmlformats.org/drawingml/2006/main">
            <a:pPr algn="l">
              <a:buNone/>
              <a:defRPr sz="1600" b="0">
                <a:solidFill>
                  <a:srgbClr val="667085"/>
                </a:solidFill>
              </a:defRPr>
            </a:pPr>
            <a:r>
              <a:rPr sz="1600" b="0">
                <a:solidFill>
                  <a:srgbClr val="667085"/>
                </a:solidFill>
              </a:rPr>
              <a:t>→ neural networks</a:t>
            </a:r>
          </a:p>
        </p:txBody>
      </p:sp>
      <p:sp>
        <p:nvSpPr>
          <p:cNvPr id="849151476" name="Rectangle 1233632033">
            <a:extLst xmlns:a="http://schemas.openxmlformats.org/drawingml/2006/main">
              <a:ext uri="{FF2B5EF4-FFF2-40B4-BE49-F238E27FC236}">
                <a16:creationId xmlns:a16="http://schemas.microsoft.com/office/drawing/2014/main" id="{BB902315-B6D5-4D15-A856-AA7B152F8BFB}"/>
              </a:ext>
            </a:extLst>
          </p:cNvPr>
          <p:cNvSpPr>
            <a:spLocks xmlns:a="http://schemas.openxmlformats.org/drawingml/2006/main" noGrp="1"/>
          </p:cNvSpPr>
          <p:nvPr/>
        </p:nvSpPr>
        <p:spPr>
          <a:xfrm xmlns:a="http://schemas.openxmlformats.org/drawingml/2006/main">
            <a:off x="8153399" y="35623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Destination</a:t>
            </a:r>
          </a:p>
        </p:txBody>
      </p:sp>
      <p:sp>
        <p:nvSpPr>
          <p:cNvPr id="1904107966" name="Rectangle 987778106">
            <a:extLst xmlns:a="http://schemas.openxmlformats.org/drawingml/2006/main">
              <a:ext uri="{FF2B5EF4-FFF2-40B4-BE49-F238E27FC236}">
                <a16:creationId xmlns:a16="http://schemas.microsoft.com/office/drawing/2014/main" id="{375F89A4-288A-4B2C-9DB5-CB413A4341C7}"/>
              </a:ext>
            </a:extLst>
          </p:cNvPr>
          <p:cNvSpPr>
            <a:spLocks xmlns:a="http://schemas.openxmlformats.org/drawingml/2006/main" noGrp="1"/>
          </p:cNvSpPr>
          <p:nvPr/>
        </p:nvSpPr>
        <p:spPr>
          <a:xfrm xmlns:a="http://schemas.openxmlformats.org/drawingml/2006/main">
            <a:off x="8153399" y="3943350"/>
            <a:ext cx="2571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deep learning</a:t>
            </a:r>
          </a:p>
          <a:p xmlns:a="http://schemas.openxmlformats.org/drawingml/2006/main">
            <a:pPr algn="l">
              <a:buNone/>
              <a:defRPr sz="1500" b="0">
                <a:solidFill>
                  <a:srgbClr val="667085"/>
                </a:solidFill>
              </a:defRPr>
            </a:pPr>
            <a:r>
              <a:rPr sz="1500" b="0">
                <a:solidFill>
                  <a:srgbClr val="667085"/>
                </a:solidFill>
              </a:rPr>
              <a:t>→ Transformers</a:t>
            </a:r>
          </a:p>
          <a:p xmlns:a="http://schemas.openxmlformats.org/drawingml/2006/main">
            <a:pPr algn="l">
              <a:buNone/>
              <a:defRPr sz="1500" b="0">
                <a:solidFill>
                  <a:srgbClr val="667085"/>
                </a:solidFill>
              </a:defRPr>
            </a:pPr>
            <a:r>
              <a:rPr sz="1500" b="0">
                <a:solidFill>
                  <a:srgbClr val="667085"/>
                </a:solidFill>
              </a:rPr>
              <a:t>→ GPT</a:t>
            </a:r>
          </a:p>
        </p:txBody>
      </p:sp>
      <p:sp>
        <p:nvSpPr>
          <p:cNvPr id="1360277723" name="Rectangle 1495975732">
            <a:extLst xmlns:a="http://schemas.openxmlformats.org/drawingml/2006/main">
              <a:ext uri="{FF2B5EF4-FFF2-40B4-BE49-F238E27FC236}">
                <a16:creationId xmlns:a16="http://schemas.microsoft.com/office/drawing/2014/main" id="{6177C1E6-B00D-4CDC-9A5D-95AFAF853DE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a:t>
            </a:r>
          </a:p>
        </p:txBody>
      </p:sp>
      <p:pic>
        <p:nvPicPr>
          <p:cNvPr id="1933928566" name="Picture 1987074993"/>
          <p:cNvPicPr>
            <a:picLocks xmlns:a="http://schemas.openxmlformats.org/drawingml/2006/main" noChangeAspect="1"/>
          </p:cNvPicPr>
          <p:nvPr/>
        </p:nvPicPr>
        <p:blipFill rotWithShape="1">
          <a:blip xmlns:r="http://schemas.openxmlformats.org/officeDocument/2006/relationships" xmlns:a="http://schemas.openxmlformats.org/drawingml/2006/main" r:embed="R641e31d069c14e5b"/>
          <a:stretch xmlns:a="http://schemas.openxmlformats.org/drawingml/2006/main"/>
        </p:blipFill>
        <p:spPr>
          <a:xfrm xmlns:a="http://schemas.openxmlformats.org/drawingml/2006/main">
            <a:off x="2119307" y="1504950"/>
            <a:ext cx="3838585" cy="4476750"/>
          </a:xfrm>
          <a:prstGeom xmlns:a="http://schemas.openxmlformats.org/drawingml/2006/main" prst="rect">
            <a:avLst/>
          </a:prstGeom>
        </p:spPr>
      </p:pic>
    </p:spTree>
    <p:extLst>
      <p:ext uri="{BB962C8B-B14F-4D97-AF65-F5344CB8AC3E}">
        <p14:creationId xmlns:p14="http://schemas.microsoft.com/office/powerpoint/2010/main" val="1897833343"/>
      </p:ext>
    </p:extLst>
  </p:cSld>
</p:sld>
</file>

<file path=ppt/slides/slide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17859047" name="Rectangle 197505908">
            <a:extLst xmlns:a="http://schemas.openxmlformats.org/drawingml/2006/main">
              <a:ext uri="{FF2B5EF4-FFF2-40B4-BE49-F238E27FC236}">
                <a16:creationId xmlns:a16="http://schemas.microsoft.com/office/drawing/2014/main" id="{F6D133BD-15BF-46CD-9925-90EE1DAF095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285253176" name="Rectangle 1909048147">
            <a:extLst xmlns:a="http://schemas.openxmlformats.org/drawingml/2006/main">
              <a:ext uri="{FF2B5EF4-FFF2-40B4-BE49-F238E27FC236}">
                <a16:creationId xmlns:a16="http://schemas.microsoft.com/office/drawing/2014/main" id="{85A635DE-C2DD-4C66-B3B5-94E50A9BC02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Start with a bad line</a:t>
            </a:r>
          </a:p>
        </p:txBody>
      </p:sp>
      <p:sp>
        <p:nvSpPr>
          <p:cNvPr id="2105292504" name="Rectangle: Rounded Corners 816331080">
            <a:extLst xmlns:a="http://schemas.openxmlformats.org/drawingml/2006/main">
              <a:ext uri="{FF2B5EF4-FFF2-40B4-BE49-F238E27FC236}">
                <a16:creationId xmlns:a16="http://schemas.microsoft.com/office/drawing/2014/main" id="{718EDF09-A6CB-46D2-86FD-4C2FFBA6051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05292509" name="Picture 2137688687"/>
          <p:cNvPicPr>
            <a:picLocks xmlns:a="http://schemas.openxmlformats.org/drawingml/2006/main" noChangeAspect="1"/>
          </p:cNvPicPr>
          <p:nvPr/>
        </p:nvPicPr>
        <p:blipFill rotWithShape="1">
          <a:blip xmlns:r="http://schemas.openxmlformats.org/officeDocument/2006/relationships" xmlns:a="http://schemas.openxmlformats.org/drawingml/2006/main" r:embed="R6e2b2f3b6269408e"/>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2072196108" name="Straight Connector 161416146">
            <a:extLst xmlns:a="http://schemas.openxmlformats.org/drawingml/2006/main">
              <a:ext uri="{FF2B5EF4-FFF2-40B4-BE49-F238E27FC236}">
                <a16:creationId xmlns:a16="http://schemas.microsoft.com/office/drawing/2014/main" id="{E9659E0A-0459-4516-9396-0EAF7A33D99D}"/>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65609582" name="Straight Connector 61902172">
            <a:extLst xmlns:a="http://schemas.openxmlformats.org/drawingml/2006/main">
              <a:ext uri="{FF2B5EF4-FFF2-40B4-BE49-F238E27FC236}">
                <a16:creationId xmlns:a16="http://schemas.microsoft.com/office/drawing/2014/main" id="{C0DB7B84-FF11-40C2-8B6E-1AF89ED720CD}"/>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46035595" name="Rectangle: Rounded Corners 898681238">
            <a:extLst xmlns:a="http://schemas.openxmlformats.org/drawingml/2006/main">
              <a:ext uri="{FF2B5EF4-FFF2-40B4-BE49-F238E27FC236}">
                <a16:creationId xmlns:a16="http://schemas.microsoft.com/office/drawing/2014/main" id="{DFAB654B-78D2-45BA-A9C1-4302509F1690}"/>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MSE ≈ 4.75</a:t>
            </a:r>
          </a:p>
        </p:txBody>
      </p:sp>
      <p:sp>
        <p:nvSpPr>
          <p:cNvPr id="1579137312" name="Rectangle 1225503430">
            <a:extLst xmlns:a="http://schemas.openxmlformats.org/drawingml/2006/main">
              <a:ext uri="{FF2B5EF4-FFF2-40B4-BE49-F238E27FC236}">
                <a16:creationId xmlns:a16="http://schemas.microsoft.com/office/drawing/2014/main" id="{7A81B6C0-3CED-464A-8FE0-F6BC45540D1B}"/>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large errors</a:t>
            </a:r>
          </a:p>
        </p:txBody>
      </p:sp>
      <p:sp>
        <p:nvSpPr>
          <p:cNvPr id="1716902748" name="Straight Connector 1461826591">
            <a:extLst xmlns:a="http://schemas.openxmlformats.org/drawingml/2006/main">
              <a:ext uri="{FF2B5EF4-FFF2-40B4-BE49-F238E27FC236}">
                <a16:creationId xmlns:a16="http://schemas.microsoft.com/office/drawing/2014/main" id="{A2EEB76D-9A4D-4962-8BEF-FE9CF54E62D3}"/>
              </a:ext>
            </a:extLst>
          </p:cNvPr>
          <p:cNvSpPr>
            <a:spLocks xmlns:a="http://schemas.openxmlformats.org/drawingml/2006/main" noGrp="1"/>
          </p:cNvSpPr>
          <p:nvPr/>
        </p:nvSpPr>
        <p:spPr>
          <a:xfrm xmlns:a="http://schemas.openxmlformats.org/drawingml/2006/main">
            <a:off x="2619375" y="3297238"/>
            <a:ext cx="9525" cy="15890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63507286" name="Oval 308551117">
            <a:extLst xmlns:a="http://schemas.openxmlformats.org/drawingml/2006/main">
              <a:ext uri="{FF2B5EF4-FFF2-40B4-BE49-F238E27FC236}">
                <a16:creationId xmlns:a16="http://schemas.microsoft.com/office/drawing/2014/main" id="{114A96B8-C7C5-48A5-A61A-33D827D7BE00}"/>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9073121" name="Straight Connector 2122530921">
            <a:extLst xmlns:a="http://schemas.openxmlformats.org/drawingml/2006/main">
              <a:ext uri="{FF2B5EF4-FFF2-40B4-BE49-F238E27FC236}">
                <a16:creationId xmlns:a16="http://schemas.microsoft.com/office/drawing/2014/main" id="{0FF70030-18B1-4174-B7B8-76FE55547ADA}"/>
              </a:ext>
            </a:extLst>
          </p:cNvPr>
          <p:cNvSpPr>
            <a:spLocks xmlns:a="http://schemas.openxmlformats.org/drawingml/2006/main" noGrp="1"/>
          </p:cNvSpPr>
          <p:nvPr/>
        </p:nvSpPr>
        <p:spPr>
          <a:xfrm xmlns:a="http://schemas.openxmlformats.org/drawingml/2006/main">
            <a:off x="3857625" y="3400425"/>
            <a:ext cx="9525" cy="115569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27521529" name="Oval 1902723883">
            <a:extLst xmlns:a="http://schemas.openxmlformats.org/drawingml/2006/main">
              <a:ext uri="{FF2B5EF4-FFF2-40B4-BE49-F238E27FC236}">
                <a16:creationId xmlns:a16="http://schemas.microsoft.com/office/drawing/2014/main" id="{BA216BC7-4491-469F-BCF6-66F811C0D743}"/>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23835842" name="Straight Connector 167498950">
            <a:extLst xmlns:a="http://schemas.openxmlformats.org/drawingml/2006/main">
              <a:ext uri="{FF2B5EF4-FFF2-40B4-BE49-F238E27FC236}">
                <a16:creationId xmlns:a16="http://schemas.microsoft.com/office/drawing/2014/main" id="{9E03F222-6033-4C54-8E25-6F939B700656}"/>
              </a:ext>
            </a:extLst>
          </p:cNvPr>
          <p:cNvSpPr>
            <a:spLocks xmlns:a="http://schemas.openxmlformats.org/drawingml/2006/main" noGrp="1"/>
          </p:cNvSpPr>
          <p:nvPr/>
        </p:nvSpPr>
        <p:spPr>
          <a:xfrm xmlns:a="http://schemas.openxmlformats.org/drawingml/2006/main">
            <a:off x="5095875" y="3503613"/>
            <a:ext cx="9525" cy="7635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00042606" name="Oval 1159963357">
            <a:extLst xmlns:a="http://schemas.openxmlformats.org/drawingml/2006/main">
              <a:ext uri="{FF2B5EF4-FFF2-40B4-BE49-F238E27FC236}">
                <a16:creationId xmlns:a16="http://schemas.microsoft.com/office/drawing/2014/main" id="{2BECCCAC-93DD-49E2-B0D9-7C67ADE025F9}"/>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16769011" name="Straight Connector 1986469558">
            <a:extLst xmlns:a="http://schemas.openxmlformats.org/drawingml/2006/main">
              <a:ext uri="{FF2B5EF4-FFF2-40B4-BE49-F238E27FC236}">
                <a16:creationId xmlns:a16="http://schemas.microsoft.com/office/drawing/2014/main" id="{720029F7-6047-450E-8D20-2604DFE6494E}"/>
              </a:ext>
            </a:extLst>
          </p:cNvPr>
          <p:cNvSpPr>
            <a:spLocks xmlns:a="http://schemas.openxmlformats.org/drawingml/2006/main" noGrp="1"/>
          </p:cNvSpPr>
          <p:nvPr/>
        </p:nvSpPr>
        <p:spPr>
          <a:xfrm xmlns:a="http://schemas.openxmlformats.org/drawingml/2006/main">
            <a:off x="6334125" y="3606800"/>
            <a:ext cx="9525" cy="247650"/>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94628821" name="Oval 1145200305">
            <a:extLst xmlns:a="http://schemas.openxmlformats.org/drawingml/2006/main">
              <a:ext uri="{FF2B5EF4-FFF2-40B4-BE49-F238E27FC236}">
                <a16:creationId xmlns:a16="http://schemas.microsoft.com/office/drawing/2014/main" id="{19A4BE13-BEA7-4AEC-A041-51E9AB487FE8}"/>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77200151" name="Straight Connector 1746813433">
            <a:extLst xmlns:a="http://schemas.openxmlformats.org/drawingml/2006/main">
              <a:ext uri="{FF2B5EF4-FFF2-40B4-BE49-F238E27FC236}">
                <a16:creationId xmlns:a16="http://schemas.microsoft.com/office/drawing/2014/main" id="{91BC31BF-5A30-4D8E-A2D2-64EBCEC8E188}"/>
              </a:ext>
            </a:extLst>
          </p:cNvPr>
          <p:cNvSpPr>
            <a:spLocks xmlns:a="http://schemas.openxmlformats.org/drawingml/2006/main" noGrp="1"/>
          </p:cNvSpPr>
          <p:nvPr/>
        </p:nvSpPr>
        <p:spPr>
          <a:xfrm xmlns:a="http://schemas.openxmlformats.org/drawingml/2006/main">
            <a:off x="7572375" y="3565525"/>
            <a:ext cx="9525" cy="144463"/>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39020629" name="Oval 2137688682">
            <a:extLst xmlns:a="http://schemas.openxmlformats.org/drawingml/2006/main">
              <a:ext uri="{FF2B5EF4-FFF2-40B4-BE49-F238E27FC236}">
                <a16:creationId xmlns:a16="http://schemas.microsoft.com/office/drawing/2014/main" id="{E4E3BAD8-A555-4990-B1A2-3810E5EF385E}"/>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7895624" name="Straight Connector 696285493">
            <a:extLst xmlns:a="http://schemas.openxmlformats.org/drawingml/2006/main">
              <a:ext uri="{FF2B5EF4-FFF2-40B4-BE49-F238E27FC236}">
                <a16:creationId xmlns:a16="http://schemas.microsoft.com/office/drawing/2014/main" id="{47297A1A-A292-4B52-B632-7AF6273DB2E1}"/>
              </a:ext>
            </a:extLst>
          </p:cNvPr>
          <p:cNvSpPr>
            <a:spLocks xmlns:a="http://schemas.openxmlformats.org/drawingml/2006/main" noGrp="1"/>
          </p:cNvSpPr>
          <p:nvPr/>
        </p:nvSpPr>
        <p:spPr>
          <a:xfrm xmlns:a="http://schemas.openxmlformats.org/drawingml/2006/main">
            <a:off x="8810625" y="3235325"/>
            <a:ext cx="9525" cy="57784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07222932" name="Oval 1445698389">
            <a:extLst xmlns:a="http://schemas.openxmlformats.org/drawingml/2006/main">
              <a:ext uri="{FF2B5EF4-FFF2-40B4-BE49-F238E27FC236}">
                <a16:creationId xmlns:a16="http://schemas.microsoft.com/office/drawing/2014/main" id="{9CB8EDD1-E21B-457E-9146-B5F31EF3DC75}"/>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59590185" name="Rectangle 1506024003">
            <a:extLst xmlns:a="http://schemas.openxmlformats.org/drawingml/2006/main">
              <a:ext uri="{FF2B5EF4-FFF2-40B4-BE49-F238E27FC236}">
                <a16:creationId xmlns:a16="http://schemas.microsoft.com/office/drawing/2014/main" id="{A0DAE6A0-F55B-4E86-B476-E8BA43CBF097}"/>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1129936589" name="Rectangle 340544592">
            <a:extLst xmlns:a="http://schemas.openxmlformats.org/drawingml/2006/main">
              <a:ext uri="{FF2B5EF4-FFF2-40B4-BE49-F238E27FC236}">
                <a16:creationId xmlns:a16="http://schemas.microsoft.com/office/drawing/2014/main" id="{BEF7977C-3246-4646-9291-6A893DBE2CFD}"/>
              </a:ext>
            </a:extLst>
          </p:cNvPr>
          <p:cNvSpPr>
            <a:spLocks xmlns:a="http://schemas.openxmlformats.org/drawingml/2006/main" noGrp="1"/>
          </p:cNvSpPr>
          <p:nvPr/>
        </p:nvSpPr>
        <p:spPr>
          <a:xfrm xmlns:a="http://schemas.openxmlformats.org/drawingml/2006/main">
            <a:off x="6715125" y="42862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322642938" name="Rectangle 191215672">
            <a:extLst xmlns:a="http://schemas.openxmlformats.org/drawingml/2006/main">
              <a:ext uri="{FF2B5EF4-FFF2-40B4-BE49-F238E27FC236}">
                <a16:creationId xmlns:a16="http://schemas.microsoft.com/office/drawing/2014/main" id="{D90A7C9D-BE7A-4F18-A72D-7D7D0131E4E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a:t>
            </a:r>
          </a:p>
        </p:txBody>
      </p:sp>
      <p:sp>
        <p:nvSpPr>
          <p:cNvPr id="1374455169" name="Straight Connector 523934700">
            <a:extLst xmlns:a="http://schemas.openxmlformats.org/drawingml/2006/main">
              <a:ext uri="{FF2B5EF4-FFF2-40B4-BE49-F238E27FC236}">
                <a16:creationId xmlns:a16="http://schemas.microsoft.com/office/drawing/2014/main" id="{8DF2E1E6-CE62-453F-AAF1-2374206AC65C}"/>
              </a:ext>
            </a:extLst>
          </p:cNvPr>
          <p:cNvSpPr>
            <a:spLocks xmlns:a="http://schemas.openxmlformats.org/drawingml/2006/main" noGrp="1"/>
          </p:cNvSpPr>
          <p:nvPr/>
        </p:nvSpPr>
        <p:spPr>
          <a:xfrm xmlns:a="http://schemas.openxmlformats.org/drawingml/2006/main">
            <a:off x="2371725" y="3314700"/>
            <a:ext cx="6715125" cy="53340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790591867"/>
      </p:ext>
    </p:extLst>
  </p:cSld>
</p:sld>
</file>

<file path=ppt/slides/slide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25490405" name="Rectangle 764921179">
            <a:extLst xmlns:a="http://schemas.openxmlformats.org/drawingml/2006/main">
              <a:ext uri="{FF2B5EF4-FFF2-40B4-BE49-F238E27FC236}">
                <a16:creationId xmlns:a16="http://schemas.microsoft.com/office/drawing/2014/main" id="{056E9797-82C1-4142-9357-160B4BDCDB1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341210685" name="Rectangle 1306971651">
            <a:extLst xmlns:a="http://schemas.openxmlformats.org/drawingml/2006/main">
              <a:ext uri="{FF2B5EF4-FFF2-40B4-BE49-F238E27FC236}">
                <a16:creationId xmlns:a16="http://schemas.microsoft.com/office/drawing/2014/main" id="{FADFC63A-C5AF-436C-A578-2B3AB63A586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Change w and b to lower MSE</a:t>
            </a:r>
          </a:p>
        </p:txBody>
      </p:sp>
      <p:sp>
        <p:nvSpPr>
          <p:cNvPr id="1603622033" name="Rectangle: Rounded Corners 1651333515">
            <a:extLst xmlns:a="http://schemas.openxmlformats.org/drawingml/2006/main">
              <a:ext uri="{FF2B5EF4-FFF2-40B4-BE49-F238E27FC236}">
                <a16:creationId xmlns:a16="http://schemas.microsoft.com/office/drawing/2014/main" id="{21DFEE69-CDC1-4919-B993-134F05C6D02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1995171152" name="Picture 2139346076"/>
          <p:cNvPicPr>
            <a:picLocks xmlns:a="http://schemas.openxmlformats.org/drawingml/2006/main" noChangeAspect="1"/>
          </p:cNvPicPr>
          <p:nvPr/>
        </p:nvPicPr>
        <p:blipFill rotWithShape="1">
          <a:blip xmlns:r="http://schemas.openxmlformats.org/officeDocument/2006/relationships" xmlns:a="http://schemas.openxmlformats.org/drawingml/2006/main" r:embed="R041fe2d065a846cf"/>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89624013" name="Straight Connector 673215582">
            <a:extLst xmlns:a="http://schemas.openxmlformats.org/drawingml/2006/main">
              <a:ext uri="{FF2B5EF4-FFF2-40B4-BE49-F238E27FC236}">
                <a16:creationId xmlns:a16="http://schemas.microsoft.com/office/drawing/2014/main" id="{A40210B3-AC37-43F0-826A-C4FD1DDF91DC}"/>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89988192" name="Straight Connector 1831783794">
            <a:extLst xmlns:a="http://schemas.openxmlformats.org/drawingml/2006/main">
              <a:ext uri="{FF2B5EF4-FFF2-40B4-BE49-F238E27FC236}">
                <a16:creationId xmlns:a16="http://schemas.microsoft.com/office/drawing/2014/main" id="{A367686A-D027-4034-8A23-DCFEEEA9A5F3}"/>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76921405" name="Rectangle: Rounded Corners 1519439690">
            <a:extLst xmlns:a="http://schemas.openxmlformats.org/drawingml/2006/main">
              <a:ext uri="{FF2B5EF4-FFF2-40B4-BE49-F238E27FC236}">
                <a16:creationId xmlns:a16="http://schemas.microsoft.com/office/drawing/2014/main" id="{DA1D2C2B-D1BD-4D40-A820-92BA6107E0B2}"/>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MSE ≈ 0.19</a:t>
            </a:r>
          </a:p>
        </p:txBody>
      </p:sp>
      <p:sp>
        <p:nvSpPr>
          <p:cNvPr id="259293211" name="Rectangle 1880411001">
            <a:extLst xmlns:a="http://schemas.openxmlformats.org/drawingml/2006/main">
              <a:ext uri="{FF2B5EF4-FFF2-40B4-BE49-F238E27FC236}">
                <a16:creationId xmlns:a16="http://schemas.microsoft.com/office/drawing/2014/main" id="{CB05EFBC-3019-4F9A-8701-EF2059960503}"/>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closer line</a:t>
            </a:r>
          </a:p>
        </p:txBody>
      </p:sp>
      <p:sp>
        <p:nvSpPr>
          <p:cNvPr id="1995171147" name="Straight Connector 63070562">
            <a:extLst xmlns:a="http://schemas.openxmlformats.org/drawingml/2006/main">
              <a:ext uri="{FF2B5EF4-FFF2-40B4-BE49-F238E27FC236}">
                <a16:creationId xmlns:a16="http://schemas.microsoft.com/office/drawing/2014/main" id="{2CCFB7E8-2ABA-4BBA-B25D-8DC3C3CF39E8}"/>
              </a:ext>
            </a:extLst>
          </p:cNvPr>
          <p:cNvSpPr>
            <a:spLocks xmlns:a="http://schemas.openxmlformats.org/drawingml/2006/main" noGrp="1"/>
          </p:cNvSpPr>
          <p:nvPr/>
        </p:nvSpPr>
        <p:spPr>
          <a:xfrm xmlns:a="http://schemas.openxmlformats.org/drawingml/2006/main">
            <a:off x="2619375" y="4638675"/>
            <a:ext cx="9525" cy="2476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08203999" name="Oval 723606972">
            <a:extLst xmlns:a="http://schemas.openxmlformats.org/drawingml/2006/main">
              <a:ext uri="{FF2B5EF4-FFF2-40B4-BE49-F238E27FC236}">
                <a16:creationId xmlns:a16="http://schemas.microsoft.com/office/drawing/2014/main" id="{85FFFFA5-1F35-4057-9F76-7F322CFBCA87}"/>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68008585" name="Straight Connector 1295429066">
            <a:extLst xmlns:a="http://schemas.openxmlformats.org/drawingml/2006/main">
              <a:ext uri="{FF2B5EF4-FFF2-40B4-BE49-F238E27FC236}">
                <a16:creationId xmlns:a16="http://schemas.microsoft.com/office/drawing/2014/main" id="{17168B85-9F08-4E8A-891A-ED559390A782}"/>
              </a:ext>
            </a:extLst>
          </p:cNvPr>
          <p:cNvSpPr>
            <a:spLocks xmlns:a="http://schemas.openxmlformats.org/drawingml/2006/main" noGrp="1"/>
          </p:cNvSpPr>
          <p:nvPr/>
        </p:nvSpPr>
        <p:spPr>
          <a:xfrm xmlns:a="http://schemas.openxmlformats.org/drawingml/2006/main">
            <a:off x="3857625" y="4411663"/>
            <a:ext cx="9525" cy="144463"/>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23963983" name="Oval 8682068">
            <a:extLst xmlns:a="http://schemas.openxmlformats.org/drawingml/2006/main">
              <a:ext uri="{FF2B5EF4-FFF2-40B4-BE49-F238E27FC236}">
                <a16:creationId xmlns:a16="http://schemas.microsoft.com/office/drawing/2014/main" id="{FC79D404-5D36-4E30-B1D3-7D53D2948F0D}"/>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7145129" name="Straight Connector 2139346071">
            <a:extLst xmlns:a="http://schemas.openxmlformats.org/drawingml/2006/main">
              <a:ext uri="{FF2B5EF4-FFF2-40B4-BE49-F238E27FC236}">
                <a16:creationId xmlns:a16="http://schemas.microsoft.com/office/drawing/2014/main" id="{C3DBB94A-5EBA-4C43-A846-CAC4674E9EA5}"/>
              </a:ext>
            </a:extLst>
          </p:cNvPr>
          <p:cNvSpPr>
            <a:spLocks xmlns:a="http://schemas.openxmlformats.org/drawingml/2006/main" noGrp="1"/>
          </p:cNvSpPr>
          <p:nvPr/>
        </p:nvSpPr>
        <p:spPr>
          <a:xfrm xmlns:a="http://schemas.openxmlformats.org/drawingml/2006/main">
            <a:off x="5095875" y="4184650"/>
            <a:ext cx="9525" cy="825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68415108" name="Oval 2066189596">
            <a:extLst xmlns:a="http://schemas.openxmlformats.org/drawingml/2006/main">
              <a:ext uri="{FF2B5EF4-FFF2-40B4-BE49-F238E27FC236}">
                <a16:creationId xmlns:a16="http://schemas.microsoft.com/office/drawing/2014/main" id="{2B52C62F-A0E7-4602-869D-597BB93ACE74}"/>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42998388" name="Straight Connector 272593582">
            <a:extLst xmlns:a="http://schemas.openxmlformats.org/drawingml/2006/main">
              <a:ext uri="{FF2B5EF4-FFF2-40B4-BE49-F238E27FC236}">
                <a16:creationId xmlns:a16="http://schemas.microsoft.com/office/drawing/2014/main" id="{6F5601BA-A8F4-4D94-BD3B-04655D44A18B}"/>
              </a:ext>
            </a:extLst>
          </p:cNvPr>
          <p:cNvSpPr>
            <a:spLocks xmlns:a="http://schemas.openxmlformats.org/drawingml/2006/main" noGrp="1"/>
          </p:cNvSpPr>
          <p:nvPr/>
        </p:nvSpPr>
        <p:spPr>
          <a:xfrm xmlns:a="http://schemas.openxmlformats.org/drawingml/2006/main">
            <a:off x="6334125" y="3854450"/>
            <a:ext cx="9525" cy="1031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51405303" name="Oval 134232463">
            <a:extLst xmlns:a="http://schemas.openxmlformats.org/drawingml/2006/main">
              <a:ext uri="{FF2B5EF4-FFF2-40B4-BE49-F238E27FC236}">
                <a16:creationId xmlns:a16="http://schemas.microsoft.com/office/drawing/2014/main" id="{EB53F58C-E42B-4B8A-9DEF-E45585282E81}"/>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73732509" name="Straight Connector 775049891">
            <a:extLst xmlns:a="http://schemas.openxmlformats.org/drawingml/2006/main">
              <a:ext uri="{FF2B5EF4-FFF2-40B4-BE49-F238E27FC236}">
                <a16:creationId xmlns:a16="http://schemas.microsoft.com/office/drawing/2014/main" id="{362B1B56-CFCE-4C1C-B587-9BFEBB633FA2}"/>
              </a:ext>
            </a:extLst>
          </p:cNvPr>
          <p:cNvSpPr>
            <a:spLocks xmlns:a="http://schemas.openxmlformats.org/drawingml/2006/main" noGrp="1"/>
          </p:cNvSpPr>
          <p:nvPr/>
        </p:nvSpPr>
        <p:spPr>
          <a:xfrm xmlns:a="http://schemas.openxmlformats.org/drawingml/2006/main">
            <a:off x="7572375" y="3565525"/>
            <a:ext cx="9525" cy="16510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7252188" name="Oval 1072269508">
            <a:extLst xmlns:a="http://schemas.openxmlformats.org/drawingml/2006/main">
              <a:ext uri="{FF2B5EF4-FFF2-40B4-BE49-F238E27FC236}">
                <a16:creationId xmlns:a16="http://schemas.microsoft.com/office/drawing/2014/main" id="{74CD46B1-A614-4164-B155-51421D13B84C}"/>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97868097" name="Straight Connector 982061214">
            <a:extLst xmlns:a="http://schemas.openxmlformats.org/drawingml/2006/main">
              <a:ext uri="{FF2B5EF4-FFF2-40B4-BE49-F238E27FC236}">
                <a16:creationId xmlns:a16="http://schemas.microsoft.com/office/drawing/2014/main" id="{7099C6AA-F31F-480C-8103-2410AEA9171B}"/>
              </a:ext>
            </a:extLst>
          </p:cNvPr>
          <p:cNvSpPr>
            <a:spLocks xmlns:a="http://schemas.openxmlformats.org/drawingml/2006/main" noGrp="1"/>
          </p:cNvSpPr>
          <p:nvPr/>
        </p:nvSpPr>
        <p:spPr>
          <a:xfrm xmlns:a="http://schemas.openxmlformats.org/drawingml/2006/main">
            <a:off x="8810625" y="3235325"/>
            <a:ext cx="9525" cy="2682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67832947" name="Oval 1509233170">
            <a:extLst xmlns:a="http://schemas.openxmlformats.org/drawingml/2006/main">
              <a:ext uri="{FF2B5EF4-FFF2-40B4-BE49-F238E27FC236}">
                <a16:creationId xmlns:a16="http://schemas.microsoft.com/office/drawing/2014/main" id="{6A4F0797-ABAF-4202-AFED-BBA9A87AF075}"/>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02253960" name="Rectangle 835713909">
            <a:extLst xmlns:a="http://schemas.openxmlformats.org/drawingml/2006/main">
              <a:ext uri="{FF2B5EF4-FFF2-40B4-BE49-F238E27FC236}">
                <a16:creationId xmlns:a16="http://schemas.microsoft.com/office/drawing/2014/main" id="{D7C84DF4-1BF6-4125-9D96-B71D03178AC5}"/>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473755491" name="Rectangle 891411324">
            <a:extLst xmlns:a="http://schemas.openxmlformats.org/drawingml/2006/main">
              <a:ext uri="{FF2B5EF4-FFF2-40B4-BE49-F238E27FC236}">
                <a16:creationId xmlns:a16="http://schemas.microsoft.com/office/drawing/2014/main" id="{BF051713-7517-47C1-8A9C-9A155FC0430D}"/>
              </a:ext>
            </a:extLst>
          </p:cNvPr>
          <p:cNvSpPr>
            <a:spLocks xmlns:a="http://schemas.openxmlformats.org/drawingml/2006/main" noGrp="1"/>
          </p:cNvSpPr>
          <p:nvPr/>
        </p:nvSpPr>
        <p:spPr>
          <a:xfrm xmlns:a="http://schemas.openxmlformats.org/drawingml/2006/main">
            <a:off x="6715125" y="37147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638276594" name="Rectangle 1615394469">
            <a:extLst xmlns:a="http://schemas.openxmlformats.org/drawingml/2006/main">
              <a:ext uri="{FF2B5EF4-FFF2-40B4-BE49-F238E27FC236}">
                <a16:creationId xmlns:a16="http://schemas.microsoft.com/office/drawing/2014/main" id="{8CD5D0B3-464E-49F8-AE35-B6BEB86236D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a:t>
            </a:r>
          </a:p>
        </p:txBody>
      </p:sp>
      <p:sp>
        <p:nvSpPr>
          <p:cNvPr id="1640051029" name="solidguide_flipV">
            <a:extLst xmlns:a="http://schemas.openxmlformats.org/drawingml/2006/main">
              <a:ext uri="{FF2B5EF4-FFF2-40B4-BE49-F238E27FC236}">
                <a16:creationId xmlns:a16="http://schemas.microsoft.com/office/drawing/2014/main" id="{A44C913F-F968-4527-B2B4-13AAEBD19D3F}"/>
              </a:ext>
            </a:extLst>
          </p:cNvPr>
          <p:cNvSpPr>
            <a:spLocks xmlns:a="http://schemas.openxmlformats.org/drawingml/2006/main" noGrp="1"/>
          </p:cNvSpPr>
          <p:nvPr/>
        </p:nvSpPr>
        <p:spPr>
          <a:xfrm xmlns:a="http://schemas.openxmlformats.org/drawingml/2006/main" flipV="1">
            <a:off x="2371725" y="3458210"/>
            <a:ext cx="6686550" cy="1225868"/>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1646862455"/>
      </p:ext>
    </p:extLst>
  </p:cSld>
</p:sld>
</file>

<file path=ppt/slides/slide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36383592" name="Rectangle 810486817">
            <a:extLst xmlns:a="http://schemas.openxmlformats.org/drawingml/2006/main">
              <a:ext uri="{FF2B5EF4-FFF2-40B4-BE49-F238E27FC236}">
                <a16:creationId xmlns:a16="http://schemas.microsoft.com/office/drawing/2014/main" id="{D0ACD551-2904-404B-ADB9-A3C9DDD6558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999052677" name="Rectangle 1387195607">
            <a:extLst xmlns:a="http://schemas.openxmlformats.org/drawingml/2006/main">
              <a:ext uri="{FF2B5EF4-FFF2-40B4-BE49-F238E27FC236}">
                <a16:creationId xmlns:a16="http://schemas.microsoft.com/office/drawing/2014/main" id="{258D18CF-6095-4A8B-AED8-37C9412AE36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fitted line makes MSE small</a:t>
            </a:r>
          </a:p>
        </p:txBody>
      </p:sp>
      <p:sp>
        <p:nvSpPr>
          <p:cNvPr id="614626300" name="Rectangle: Rounded Corners 2010506367">
            <a:extLst xmlns:a="http://schemas.openxmlformats.org/drawingml/2006/main">
              <a:ext uri="{FF2B5EF4-FFF2-40B4-BE49-F238E27FC236}">
                <a16:creationId xmlns:a16="http://schemas.microsoft.com/office/drawing/2014/main" id="{A8C364FB-FB5C-4BDE-8EFC-E84B28AEC82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46950333" name="Picture 2108938199"/>
          <p:cNvPicPr>
            <a:picLocks xmlns:a="http://schemas.openxmlformats.org/drawingml/2006/main" noChangeAspect="1"/>
          </p:cNvPicPr>
          <p:nvPr/>
        </p:nvPicPr>
        <p:blipFill rotWithShape="1">
          <a:blip xmlns:r="http://schemas.openxmlformats.org/officeDocument/2006/relationships" xmlns:a="http://schemas.openxmlformats.org/drawingml/2006/main" r:embed="R7b78ec95d5ec4a5f"/>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373244130" name="Straight Connector 1226520373">
            <a:extLst xmlns:a="http://schemas.openxmlformats.org/drawingml/2006/main">
              <a:ext uri="{FF2B5EF4-FFF2-40B4-BE49-F238E27FC236}">
                <a16:creationId xmlns:a16="http://schemas.microsoft.com/office/drawing/2014/main" id="{70D2BE37-1348-4AC6-8205-805F8280856B}"/>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46361744" name="Straight Connector 1752169602">
            <a:extLst xmlns:a="http://schemas.openxmlformats.org/drawingml/2006/main">
              <a:ext uri="{FF2B5EF4-FFF2-40B4-BE49-F238E27FC236}">
                <a16:creationId xmlns:a16="http://schemas.microsoft.com/office/drawing/2014/main" id="{8DF1CBED-CD00-4D36-A9DF-D5F858E8F52F}"/>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2031649" name="Rectangle: Rounded Corners 917000957">
            <a:extLst xmlns:a="http://schemas.openxmlformats.org/drawingml/2006/main">
              <a:ext uri="{FF2B5EF4-FFF2-40B4-BE49-F238E27FC236}">
                <a16:creationId xmlns:a16="http://schemas.microsoft.com/office/drawing/2014/main" id="{FCB45AB2-15D4-4387-8D21-41774DE164AF}"/>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MSE ≈ 0.01</a:t>
            </a:r>
          </a:p>
        </p:txBody>
      </p:sp>
      <p:sp>
        <p:nvSpPr>
          <p:cNvPr id="1986058880" name="Rectangle 835812764">
            <a:extLst xmlns:a="http://schemas.openxmlformats.org/drawingml/2006/main">
              <a:ext uri="{FF2B5EF4-FFF2-40B4-BE49-F238E27FC236}">
                <a16:creationId xmlns:a16="http://schemas.microsoft.com/office/drawing/2014/main" id="{9831A733-D14C-4A35-A1F7-AD26FDDA8FCB}"/>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small errors</a:t>
            </a:r>
          </a:p>
        </p:txBody>
      </p:sp>
      <p:sp>
        <p:nvSpPr>
          <p:cNvPr id="40125365" name="Straight Connector 1136040176">
            <a:extLst xmlns:a="http://schemas.openxmlformats.org/drawingml/2006/main">
              <a:ext uri="{FF2B5EF4-FFF2-40B4-BE49-F238E27FC236}">
                <a16:creationId xmlns:a16="http://schemas.microsoft.com/office/drawing/2014/main" id="{BCE853AA-CD08-47EE-8B42-55D3DE069068}"/>
              </a:ext>
            </a:extLst>
          </p:cNvPr>
          <p:cNvSpPr>
            <a:spLocks xmlns:a="http://schemas.openxmlformats.org/drawingml/2006/main" noGrp="1"/>
          </p:cNvSpPr>
          <p:nvPr/>
        </p:nvSpPr>
        <p:spPr>
          <a:xfrm xmlns:a="http://schemas.openxmlformats.org/drawingml/2006/main">
            <a:off x="2619375" y="4886325"/>
            <a:ext cx="9525" cy="20637"/>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44532749" name="Oval 583075002">
            <a:extLst xmlns:a="http://schemas.openxmlformats.org/drawingml/2006/main">
              <a:ext uri="{FF2B5EF4-FFF2-40B4-BE49-F238E27FC236}">
                <a16:creationId xmlns:a16="http://schemas.microsoft.com/office/drawing/2014/main" id="{AB66B741-D647-4E3F-A187-F876E2DD8B26}"/>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3952230" name="Straight Connector 337929435">
            <a:extLst xmlns:a="http://schemas.openxmlformats.org/drawingml/2006/main">
              <a:ext uri="{FF2B5EF4-FFF2-40B4-BE49-F238E27FC236}">
                <a16:creationId xmlns:a16="http://schemas.microsoft.com/office/drawing/2014/main" id="{2841B442-18F5-4097-9B92-089C5D6C5632}"/>
              </a:ext>
            </a:extLst>
          </p:cNvPr>
          <p:cNvSpPr>
            <a:spLocks xmlns:a="http://schemas.openxmlformats.org/drawingml/2006/main" noGrp="1"/>
          </p:cNvSpPr>
          <p:nvPr/>
        </p:nvSpPr>
        <p:spPr>
          <a:xfrm xmlns:a="http://schemas.openxmlformats.org/drawingml/2006/main">
            <a:off x="3857625" y="45561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60267375" name="Oval 2108938194">
            <a:extLst xmlns:a="http://schemas.openxmlformats.org/drawingml/2006/main">
              <a:ext uri="{FF2B5EF4-FFF2-40B4-BE49-F238E27FC236}">
                <a16:creationId xmlns:a16="http://schemas.microsoft.com/office/drawing/2014/main" id="{DFA2F4E0-1955-4C21-9E7F-6B2F4CA915DA}"/>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02426157" name="Straight Connector 1089038474">
            <a:extLst xmlns:a="http://schemas.openxmlformats.org/drawingml/2006/main">
              <a:ext uri="{FF2B5EF4-FFF2-40B4-BE49-F238E27FC236}">
                <a16:creationId xmlns:a16="http://schemas.microsoft.com/office/drawing/2014/main" id="{931D89E8-9460-437A-BD25-5BCF453A2F5C}"/>
              </a:ext>
            </a:extLst>
          </p:cNvPr>
          <p:cNvSpPr>
            <a:spLocks xmlns:a="http://schemas.openxmlformats.org/drawingml/2006/main" noGrp="1"/>
          </p:cNvSpPr>
          <p:nvPr/>
        </p:nvSpPr>
        <p:spPr>
          <a:xfrm xmlns:a="http://schemas.openxmlformats.org/drawingml/2006/main">
            <a:off x="5095875" y="4246563"/>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75196285" name="Oval 344103133">
            <a:extLst xmlns:a="http://schemas.openxmlformats.org/drawingml/2006/main">
              <a:ext uri="{FF2B5EF4-FFF2-40B4-BE49-F238E27FC236}">
                <a16:creationId xmlns:a16="http://schemas.microsoft.com/office/drawing/2014/main" id="{1E7AEC5E-6DFE-49F5-91D9-34427F19C32B}"/>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6950328" name="Straight Connector 116319933">
            <a:extLst xmlns:a="http://schemas.openxmlformats.org/drawingml/2006/main">
              <a:ext uri="{FF2B5EF4-FFF2-40B4-BE49-F238E27FC236}">
                <a16:creationId xmlns:a16="http://schemas.microsoft.com/office/drawing/2014/main" id="{36278AEE-9F01-4613-939F-817CECF20328}"/>
              </a:ext>
            </a:extLst>
          </p:cNvPr>
          <p:cNvSpPr>
            <a:spLocks xmlns:a="http://schemas.openxmlformats.org/drawingml/2006/main" noGrp="1"/>
          </p:cNvSpPr>
          <p:nvPr/>
        </p:nvSpPr>
        <p:spPr>
          <a:xfrm xmlns:a="http://schemas.openxmlformats.org/drawingml/2006/main">
            <a:off x="6334125" y="3854450"/>
            <a:ext cx="9525" cy="61913"/>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19919584" name="Oval 1497503668">
            <a:extLst xmlns:a="http://schemas.openxmlformats.org/drawingml/2006/main">
              <a:ext uri="{FF2B5EF4-FFF2-40B4-BE49-F238E27FC236}">
                <a16:creationId xmlns:a16="http://schemas.microsoft.com/office/drawing/2014/main" id="{A961AC49-1413-4CD1-BE61-DF8EF4A50429}"/>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30364240" name="Straight Connector 1398652273">
            <a:extLst xmlns:a="http://schemas.openxmlformats.org/drawingml/2006/main">
              <a:ext uri="{FF2B5EF4-FFF2-40B4-BE49-F238E27FC236}">
                <a16:creationId xmlns:a16="http://schemas.microsoft.com/office/drawing/2014/main" id="{714DD5E0-860A-4753-9D7D-05B1747AF310}"/>
              </a:ext>
            </a:extLst>
          </p:cNvPr>
          <p:cNvSpPr>
            <a:spLocks xmlns:a="http://schemas.openxmlformats.org/drawingml/2006/main" noGrp="1"/>
          </p:cNvSpPr>
          <p:nvPr/>
        </p:nvSpPr>
        <p:spPr>
          <a:xfrm xmlns:a="http://schemas.openxmlformats.org/drawingml/2006/main">
            <a:off x="7572375" y="35655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38675295" name="Oval 1635056806">
            <a:extLst xmlns:a="http://schemas.openxmlformats.org/drawingml/2006/main">
              <a:ext uri="{FF2B5EF4-FFF2-40B4-BE49-F238E27FC236}">
                <a16:creationId xmlns:a16="http://schemas.microsoft.com/office/drawing/2014/main" id="{AAD76CFA-D97E-4F8E-987C-B2F7CE2C76A1}"/>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67091563" name="Straight Connector 1900162545">
            <a:extLst xmlns:a="http://schemas.openxmlformats.org/drawingml/2006/main">
              <a:ext uri="{FF2B5EF4-FFF2-40B4-BE49-F238E27FC236}">
                <a16:creationId xmlns:a16="http://schemas.microsoft.com/office/drawing/2014/main" id="{AFDABDF5-416F-45C0-8BD2-B38DC4A165D0}"/>
              </a:ext>
            </a:extLst>
          </p:cNvPr>
          <p:cNvSpPr>
            <a:spLocks xmlns:a="http://schemas.openxmlformats.org/drawingml/2006/main" noGrp="1"/>
          </p:cNvSpPr>
          <p:nvPr/>
        </p:nvSpPr>
        <p:spPr>
          <a:xfrm xmlns:a="http://schemas.openxmlformats.org/drawingml/2006/main">
            <a:off x="8810625" y="32353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090994" name="Oval 781560171">
            <a:extLst xmlns:a="http://schemas.openxmlformats.org/drawingml/2006/main">
              <a:ext uri="{FF2B5EF4-FFF2-40B4-BE49-F238E27FC236}">
                <a16:creationId xmlns:a16="http://schemas.microsoft.com/office/drawing/2014/main" id="{06942CCA-CC74-4760-98A9-6F12F1FB9599}"/>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5202451" name="Rectangle 1575462251">
            <a:extLst xmlns:a="http://schemas.openxmlformats.org/drawingml/2006/main">
              <a:ext uri="{FF2B5EF4-FFF2-40B4-BE49-F238E27FC236}">
                <a16:creationId xmlns:a16="http://schemas.microsoft.com/office/drawing/2014/main" id="{0DBBC986-6461-4AF5-BC8A-855815B7078E}"/>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418982548" name="Rectangle 1355267839">
            <a:extLst xmlns:a="http://schemas.openxmlformats.org/drawingml/2006/main">
              <a:ext uri="{FF2B5EF4-FFF2-40B4-BE49-F238E27FC236}">
                <a16:creationId xmlns:a16="http://schemas.microsoft.com/office/drawing/2014/main" id="{55FE7F99-3A1A-4362-9475-E0718A62523E}"/>
              </a:ext>
            </a:extLst>
          </p:cNvPr>
          <p:cNvSpPr>
            <a:spLocks xmlns:a="http://schemas.openxmlformats.org/drawingml/2006/main" noGrp="1"/>
          </p:cNvSpPr>
          <p:nvPr/>
        </p:nvSpPr>
        <p:spPr>
          <a:xfrm xmlns:a="http://schemas.openxmlformats.org/drawingml/2006/main">
            <a:off x="6715125" y="33147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542441591" name="Rectangle 1311817854">
            <a:extLst xmlns:a="http://schemas.openxmlformats.org/drawingml/2006/main">
              <a:ext uri="{FF2B5EF4-FFF2-40B4-BE49-F238E27FC236}">
                <a16:creationId xmlns:a16="http://schemas.microsoft.com/office/drawing/2014/main" id="{B24656D7-031C-4A43-9102-EDF42735F41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a:t>
            </a:r>
          </a:p>
        </p:txBody>
      </p:sp>
      <p:sp>
        <p:nvSpPr>
          <p:cNvPr id="373802845" name="solidguide_flipV">
            <a:extLst xmlns:a="http://schemas.openxmlformats.org/drawingml/2006/main">
              <a:ext uri="{FF2B5EF4-FFF2-40B4-BE49-F238E27FC236}">
                <a16:creationId xmlns:a16="http://schemas.microsoft.com/office/drawing/2014/main" id="{5781DE21-5C15-40E8-84F6-B2C75FE5B53F}"/>
              </a:ext>
            </a:extLst>
          </p:cNvPr>
          <p:cNvSpPr>
            <a:spLocks xmlns:a="http://schemas.openxmlformats.org/drawingml/2006/main" noGrp="1"/>
          </p:cNvSpPr>
          <p:nvPr/>
        </p:nvSpPr>
        <p:spPr>
          <a:xfrm xmlns:a="http://schemas.openxmlformats.org/drawingml/2006/main" flipV="1">
            <a:off x="2371725" y="3189923"/>
            <a:ext cx="6686550" cy="1783080"/>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205903234"/>
      </p:ext>
    </p:extLst>
  </p:cSld>
</p:sld>
</file>

<file path=ppt/slides/slide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29977833" name="Rectangle 896921065">
            <a:extLst xmlns:a="http://schemas.openxmlformats.org/drawingml/2006/main">
              <a:ext uri="{FF2B5EF4-FFF2-40B4-BE49-F238E27FC236}">
                <a16:creationId xmlns:a16="http://schemas.microsoft.com/office/drawing/2014/main" id="{8031B063-034E-4692-A79D-898E0DAC012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733471702" name="Rectangle 873289791">
            <a:extLst xmlns:a="http://schemas.openxmlformats.org/drawingml/2006/main">
              <a:ext uri="{FF2B5EF4-FFF2-40B4-BE49-F238E27FC236}">
                <a16:creationId xmlns:a16="http://schemas.microsoft.com/office/drawing/2014/main" id="{7307770A-EA67-450F-A780-A763CB6292C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Example: attendance predicts grades</a:t>
            </a:r>
          </a:p>
        </p:txBody>
      </p:sp>
      <p:sp>
        <p:nvSpPr>
          <p:cNvPr id="672811665" name="Rectangle: Rounded Corners 1535529518">
            <a:extLst xmlns:a="http://schemas.openxmlformats.org/drawingml/2006/main">
              <a:ext uri="{FF2B5EF4-FFF2-40B4-BE49-F238E27FC236}">
                <a16:creationId xmlns:a16="http://schemas.microsoft.com/office/drawing/2014/main" id="{61897041-3881-4A43-9CEA-3B96526EBEA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91821372" name="Straight Connector 56707613">
            <a:extLst xmlns:a="http://schemas.openxmlformats.org/drawingml/2006/main">
              <a:ext uri="{FF2B5EF4-FFF2-40B4-BE49-F238E27FC236}">
                <a16:creationId xmlns:a16="http://schemas.microsoft.com/office/drawing/2014/main" id="{16347684-05D3-4D69-96ED-A66B5C373345}"/>
              </a:ext>
            </a:extLst>
          </p:cNvPr>
          <p:cNvSpPr>
            <a:spLocks xmlns:a="http://schemas.openxmlformats.org/drawingml/2006/main" noGrp="1"/>
          </p:cNvSpPr>
          <p:nvPr/>
        </p:nvSpPr>
        <p:spPr>
          <a:xfrm xmlns:a="http://schemas.openxmlformats.org/drawingml/2006/main">
            <a:off x="1905000" y="5334000"/>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81563528" name="Straight Connector 1473988392">
            <a:extLst xmlns:a="http://schemas.openxmlformats.org/drawingml/2006/main">
              <a:ext uri="{FF2B5EF4-FFF2-40B4-BE49-F238E27FC236}">
                <a16:creationId xmlns:a16="http://schemas.microsoft.com/office/drawing/2014/main" id="{01895400-531D-4440-BC33-2A3C2F691F95}"/>
              </a:ext>
            </a:extLst>
          </p:cNvPr>
          <p:cNvSpPr>
            <a:spLocks xmlns:a="http://schemas.openxmlformats.org/drawingml/2006/main" noGrp="1"/>
          </p:cNvSpPr>
          <p:nvPr/>
        </p:nvSpPr>
        <p:spPr>
          <a:xfrm xmlns:a="http://schemas.openxmlformats.org/drawingml/2006/main">
            <a:off x="1905000" y="2476500"/>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32916725" name="Rectangle 1804586365">
            <a:extLst xmlns:a="http://schemas.openxmlformats.org/drawingml/2006/main">
              <a:ext uri="{FF2B5EF4-FFF2-40B4-BE49-F238E27FC236}">
                <a16:creationId xmlns:a16="http://schemas.microsoft.com/office/drawing/2014/main" id="{DEFA7DAC-6D87-485D-95E3-78375332CF0C}"/>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058521375" name="Rectangle 1864669960">
            <a:extLst xmlns:a="http://schemas.openxmlformats.org/drawingml/2006/main">
              <a:ext uri="{FF2B5EF4-FFF2-40B4-BE49-F238E27FC236}">
                <a16:creationId xmlns:a16="http://schemas.microsoft.com/office/drawing/2014/main" id="{31A6FE82-5A34-4C3F-A86A-ECDD6ABF27C4}"/>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1684184290" name="Oval 1888914903">
            <a:extLst xmlns:a="http://schemas.openxmlformats.org/drawingml/2006/main">
              <a:ext uri="{FF2B5EF4-FFF2-40B4-BE49-F238E27FC236}">
                <a16:creationId xmlns:a16="http://schemas.microsoft.com/office/drawing/2014/main" id="{38ECBB67-EB7A-43E0-A023-4EF5915905F0}"/>
              </a:ext>
            </a:extLst>
          </p:cNvPr>
          <p:cNvSpPr>
            <a:spLocks xmlns:a="http://schemas.openxmlformats.org/drawingml/2006/main" noGrp="1"/>
          </p:cNvSpPr>
          <p:nvPr/>
        </p:nvSpPr>
        <p:spPr>
          <a:xfrm xmlns:a="http://schemas.openxmlformats.org/drawingml/2006/main">
            <a:off x="2121218" y="4421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46990781" name="Oval 832749497">
            <a:extLst xmlns:a="http://schemas.openxmlformats.org/drawingml/2006/main">
              <a:ext uri="{FF2B5EF4-FFF2-40B4-BE49-F238E27FC236}">
                <a16:creationId xmlns:a16="http://schemas.microsoft.com/office/drawing/2014/main" id="{64BB02C7-18F5-4546-B0BE-5D94CD59CCF7}"/>
              </a:ext>
            </a:extLst>
          </p:cNvPr>
          <p:cNvSpPr>
            <a:spLocks xmlns:a="http://schemas.openxmlformats.org/drawingml/2006/main" noGrp="1"/>
          </p:cNvSpPr>
          <p:nvPr/>
        </p:nvSpPr>
        <p:spPr>
          <a:xfrm xmlns:a="http://schemas.openxmlformats.org/drawingml/2006/main">
            <a:off x="2566988" y="5097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404768" name="Oval 2073900984">
            <a:extLst xmlns:a="http://schemas.openxmlformats.org/drawingml/2006/main">
              <a:ext uri="{FF2B5EF4-FFF2-40B4-BE49-F238E27FC236}">
                <a16:creationId xmlns:a16="http://schemas.microsoft.com/office/drawing/2014/main" id="{C097E17E-ED3C-4630-B8C1-F11EF7571B71}"/>
              </a:ext>
            </a:extLst>
          </p:cNvPr>
          <p:cNvSpPr>
            <a:spLocks xmlns:a="http://schemas.openxmlformats.org/drawingml/2006/main" noGrp="1"/>
          </p:cNvSpPr>
          <p:nvPr/>
        </p:nvSpPr>
        <p:spPr>
          <a:xfrm xmlns:a="http://schemas.openxmlformats.org/drawingml/2006/main">
            <a:off x="2864168" y="411003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3783349" name="Oval 1025225897">
            <a:extLst xmlns:a="http://schemas.openxmlformats.org/drawingml/2006/main">
              <a:ext uri="{FF2B5EF4-FFF2-40B4-BE49-F238E27FC236}">
                <a16:creationId xmlns:a16="http://schemas.microsoft.com/office/drawing/2014/main" id="{C685AF0C-381A-48CF-BC65-889CB170B071}"/>
              </a:ext>
            </a:extLst>
          </p:cNvPr>
          <p:cNvSpPr>
            <a:spLocks xmlns:a="http://schemas.openxmlformats.org/drawingml/2006/main" noGrp="1"/>
          </p:cNvSpPr>
          <p:nvPr/>
        </p:nvSpPr>
        <p:spPr>
          <a:xfrm xmlns:a="http://schemas.openxmlformats.org/drawingml/2006/main">
            <a:off x="3458528" y="457762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0309668" name="Oval 393992283">
            <a:extLst xmlns:a="http://schemas.openxmlformats.org/drawingml/2006/main">
              <a:ext uri="{FF2B5EF4-FFF2-40B4-BE49-F238E27FC236}">
                <a16:creationId xmlns:a16="http://schemas.microsoft.com/office/drawing/2014/main" id="{6C0FA7EF-BF7B-437B-82EC-C3CE5495AB31}"/>
              </a:ext>
            </a:extLst>
          </p:cNvPr>
          <p:cNvSpPr>
            <a:spLocks xmlns:a="http://schemas.openxmlformats.org/drawingml/2006/main" noGrp="1"/>
          </p:cNvSpPr>
          <p:nvPr/>
        </p:nvSpPr>
        <p:spPr>
          <a:xfrm xmlns:a="http://schemas.openxmlformats.org/drawingml/2006/main">
            <a:off x="3755708" y="3798310"/>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6261460" name="Oval 1602577504">
            <a:extLst xmlns:a="http://schemas.openxmlformats.org/drawingml/2006/main">
              <a:ext uri="{FF2B5EF4-FFF2-40B4-BE49-F238E27FC236}">
                <a16:creationId xmlns:a16="http://schemas.microsoft.com/office/drawing/2014/main" id="{C776A162-93C8-4688-A0AF-E49F2AF22D1A}"/>
              </a:ext>
            </a:extLst>
          </p:cNvPr>
          <p:cNvSpPr>
            <a:spLocks xmlns:a="http://schemas.openxmlformats.org/drawingml/2006/main" noGrp="1"/>
          </p:cNvSpPr>
          <p:nvPr/>
        </p:nvSpPr>
        <p:spPr>
          <a:xfrm xmlns:a="http://schemas.openxmlformats.org/drawingml/2006/main">
            <a:off x="4201478" y="4785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3432828" name="Oval 1371923820">
            <a:extLst xmlns:a="http://schemas.openxmlformats.org/drawingml/2006/main">
              <a:ext uri="{FF2B5EF4-FFF2-40B4-BE49-F238E27FC236}">
                <a16:creationId xmlns:a16="http://schemas.microsoft.com/office/drawing/2014/main" id="{A32F8729-1250-4B6E-B14E-E29FA5D6943D}"/>
              </a:ext>
            </a:extLst>
          </p:cNvPr>
          <p:cNvSpPr>
            <a:spLocks xmlns:a="http://schemas.openxmlformats.org/drawingml/2006/main" noGrp="1"/>
          </p:cNvSpPr>
          <p:nvPr/>
        </p:nvSpPr>
        <p:spPr>
          <a:xfrm xmlns:a="http://schemas.openxmlformats.org/drawingml/2006/main">
            <a:off x="4647248" y="3642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33163685" name="Oval 1753025884">
            <a:extLst xmlns:a="http://schemas.openxmlformats.org/drawingml/2006/main">
              <a:ext uri="{FF2B5EF4-FFF2-40B4-BE49-F238E27FC236}">
                <a16:creationId xmlns:a16="http://schemas.microsoft.com/office/drawing/2014/main" id="{CB468A18-9DD7-4B6C-9CCB-22B4B3FD016D}"/>
              </a:ext>
            </a:extLst>
          </p:cNvPr>
          <p:cNvSpPr>
            <a:spLocks xmlns:a="http://schemas.openxmlformats.org/drawingml/2006/main" noGrp="1"/>
          </p:cNvSpPr>
          <p:nvPr/>
        </p:nvSpPr>
        <p:spPr>
          <a:xfrm xmlns:a="http://schemas.openxmlformats.org/drawingml/2006/main">
            <a:off x="5093018" y="3954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94001686" name="Oval 1468286775">
            <a:extLst xmlns:a="http://schemas.openxmlformats.org/drawingml/2006/main">
              <a:ext uri="{FF2B5EF4-FFF2-40B4-BE49-F238E27FC236}">
                <a16:creationId xmlns:a16="http://schemas.microsoft.com/office/drawing/2014/main" id="{99E4C891-921B-40FB-90F7-43EBC28F5B27}"/>
              </a:ext>
            </a:extLst>
          </p:cNvPr>
          <p:cNvSpPr>
            <a:spLocks xmlns:a="http://schemas.openxmlformats.org/drawingml/2006/main" noGrp="1"/>
          </p:cNvSpPr>
          <p:nvPr/>
        </p:nvSpPr>
        <p:spPr>
          <a:xfrm xmlns:a="http://schemas.openxmlformats.org/drawingml/2006/main">
            <a:off x="5687378" y="3330719"/>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81915085" name="Oval 1303532533">
            <a:extLst xmlns:a="http://schemas.openxmlformats.org/drawingml/2006/main">
              <a:ext uri="{FF2B5EF4-FFF2-40B4-BE49-F238E27FC236}">
                <a16:creationId xmlns:a16="http://schemas.microsoft.com/office/drawing/2014/main" id="{D9D7782B-C56C-4865-B648-3CB9B0E610EA}"/>
              </a:ext>
            </a:extLst>
          </p:cNvPr>
          <p:cNvSpPr>
            <a:spLocks xmlns:a="http://schemas.openxmlformats.org/drawingml/2006/main" noGrp="1"/>
          </p:cNvSpPr>
          <p:nvPr/>
        </p:nvSpPr>
        <p:spPr>
          <a:xfrm xmlns:a="http://schemas.openxmlformats.org/drawingml/2006/main">
            <a:off x="5984558" y="42139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8268121" name="Oval 1098580289">
            <a:extLst xmlns:a="http://schemas.openxmlformats.org/drawingml/2006/main">
              <a:ext uri="{FF2B5EF4-FFF2-40B4-BE49-F238E27FC236}">
                <a16:creationId xmlns:a16="http://schemas.microsoft.com/office/drawing/2014/main" id="{8E67894E-4832-4C1A-BB08-9449918D3140}"/>
              </a:ext>
            </a:extLst>
          </p:cNvPr>
          <p:cNvSpPr>
            <a:spLocks xmlns:a="http://schemas.openxmlformats.org/drawingml/2006/main" noGrp="1"/>
          </p:cNvSpPr>
          <p:nvPr/>
        </p:nvSpPr>
        <p:spPr>
          <a:xfrm xmlns:a="http://schemas.openxmlformats.org/drawingml/2006/main">
            <a:off x="6430328" y="30189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78364535" name="Oval 747856202">
            <a:extLst xmlns:a="http://schemas.openxmlformats.org/drawingml/2006/main">
              <a:ext uri="{FF2B5EF4-FFF2-40B4-BE49-F238E27FC236}">
                <a16:creationId xmlns:a16="http://schemas.microsoft.com/office/drawing/2014/main" id="{0A5566CF-9DDB-4B4C-AFFE-0B7502EB2D29}"/>
              </a:ext>
            </a:extLst>
          </p:cNvPr>
          <p:cNvSpPr>
            <a:spLocks xmlns:a="http://schemas.openxmlformats.org/drawingml/2006/main" noGrp="1"/>
          </p:cNvSpPr>
          <p:nvPr/>
        </p:nvSpPr>
        <p:spPr>
          <a:xfrm xmlns:a="http://schemas.openxmlformats.org/drawingml/2006/main">
            <a:off x="6876098" y="35904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5473797" name="Oval 1515170768">
            <a:extLst xmlns:a="http://schemas.openxmlformats.org/drawingml/2006/main">
              <a:ext uri="{FF2B5EF4-FFF2-40B4-BE49-F238E27FC236}">
                <a16:creationId xmlns:a16="http://schemas.microsoft.com/office/drawing/2014/main" id="{3502C190-54B6-4F05-9016-B8254FF5F071}"/>
              </a:ext>
            </a:extLst>
          </p:cNvPr>
          <p:cNvSpPr>
            <a:spLocks xmlns:a="http://schemas.openxmlformats.org/drawingml/2006/main" noGrp="1"/>
          </p:cNvSpPr>
          <p:nvPr/>
        </p:nvSpPr>
        <p:spPr>
          <a:xfrm xmlns:a="http://schemas.openxmlformats.org/drawingml/2006/main">
            <a:off x="7321868" y="2707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47950727" name="Oval 758272404">
            <a:extLst xmlns:a="http://schemas.openxmlformats.org/drawingml/2006/main">
              <a:ext uri="{FF2B5EF4-FFF2-40B4-BE49-F238E27FC236}">
                <a16:creationId xmlns:a16="http://schemas.microsoft.com/office/drawing/2014/main" id="{0C2442E1-5DC3-41C9-9AE7-113B0E8D539F}"/>
              </a:ext>
            </a:extLst>
          </p:cNvPr>
          <p:cNvSpPr>
            <a:spLocks xmlns:a="http://schemas.openxmlformats.org/drawingml/2006/main" noGrp="1"/>
          </p:cNvSpPr>
          <p:nvPr/>
        </p:nvSpPr>
        <p:spPr>
          <a:xfrm xmlns:a="http://schemas.openxmlformats.org/drawingml/2006/main">
            <a:off x="7767638" y="3278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91488025" name="Oval 539647180">
            <a:extLst xmlns:a="http://schemas.openxmlformats.org/drawingml/2006/main">
              <a:ext uri="{FF2B5EF4-FFF2-40B4-BE49-F238E27FC236}">
                <a16:creationId xmlns:a16="http://schemas.microsoft.com/office/drawing/2014/main" id="{EC1FA838-9AA6-4350-80CC-3E7EE9A2932C}"/>
              </a:ext>
            </a:extLst>
          </p:cNvPr>
          <p:cNvSpPr>
            <a:spLocks xmlns:a="http://schemas.openxmlformats.org/drawingml/2006/main" noGrp="1"/>
          </p:cNvSpPr>
          <p:nvPr/>
        </p:nvSpPr>
        <p:spPr>
          <a:xfrm xmlns:a="http://schemas.openxmlformats.org/drawingml/2006/main">
            <a:off x="8213408" y="2915083"/>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96328553" name="Oval 382130369">
            <a:extLst xmlns:a="http://schemas.openxmlformats.org/drawingml/2006/main">
              <a:ext uri="{FF2B5EF4-FFF2-40B4-BE49-F238E27FC236}">
                <a16:creationId xmlns:a16="http://schemas.microsoft.com/office/drawing/2014/main" id="{4AF2D591-AFF7-4B89-AA43-D4AC937E7EE6}"/>
              </a:ext>
            </a:extLst>
          </p:cNvPr>
          <p:cNvSpPr>
            <a:spLocks xmlns:a="http://schemas.openxmlformats.org/drawingml/2006/main" noGrp="1"/>
          </p:cNvSpPr>
          <p:nvPr/>
        </p:nvSpPr>
        <p:spPr>
          <a:xfrm xmlns:a="http://schemas.openxmlformats.org/drawingml/2006/main">
            <a:off x="8659178" y="3850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39982039" name="Oval 347626963">
            <a:extLst xmlns:a="http://schemas.openxmlformats.org/drawingml/2006/main">
              <a:ext uri="{FF2B5EF4-FFF2-40B4-BE49-F238E27FC236}">
                <a16:creationId xmlns:a16="http://schemas.microsoft.com/office/drawing/2014/main" id="{26B2326F-33F8-49FE-B837-A6C901996730}"/>
              </a:ext>
            </a:extLst>
          </p:cNvPr>
          <p:cNvSpPr>
            <a:spLocks xmlns:a="http://schemas.openxmlformats.org/drawingml/2006/main" noGrp="1"/>
          </p:cNvSpPr>
          <p:nvPr/>
        </p:nvSpPr>
        <p:spPr>
          <a:xfrm xmlns:a="http://schemas.openxmlformats.org/drawingml/2006/main">
            <a:off x="8956358" y="2551401"/>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34048682" name="Rectangle: Rounded Corners 1734367546">
            <a:extLst xmlns:a="http://schemas.openxmlformats.org/drawingml/2006/main">
              <a:ext uri="{FF2B5EF4-FFF2-40B4-BE49-F238E27FC236}">
                <a16:creationId xmlns:a16="http://schemas.microsoft.com/office/drawing/2014/main" id="{5ECA9503-12F4-447F-8832-4BC2716A0FFD}"/>
              </a:ext>
            </a:extLst>
          </p:cNvPr>
          <p:cNvSpPr>
            <a:spLocks xmlns:a="http://schemas.openxmlformats.org/drawingml/2006/main" noGrp="1"/>
          </p:cNvSpPr>
          <p:nvPr/>
        </p:nvSpPr>
        <p:spPr>
          <a:xfrm xmlns:a="http://schemas.openxmlformats.org/drawingml/2006/main">
            <a:off x="9477375" y="2714625"/>
            <a:ext cx="16192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x = attendance</a:t>
            </a:r>
          </a:p>
        </p:txBody>
      </p:sp>
      <p:sp>
        <p:nvSpPr>
          <p:cNvPr id="1971634638" name="Rectangle: Rounded Corners 1497716320">
            <a:extLst xmlns:a="http://schemas.openxmlformats.org/drawingml/2006/main">
              <a:ext uri="{FF2B5EF4-FFF2-40B4-BE49-F238E27FC236}">
                <a16:creationId xmlns:a16="http://schemas.microsoft.com/office/drawing/2014/main" id="{28257E81-0EC9-4FE2-A7C4-3C8A8E0536CD}"/>
              </a:ext>
            </a:extLst>
          </p:cNvPr>
          <p:cNvSpPr>
            <a:spLocks xmlns:a="http://schemas.openxmlformats.org/drawingml/2006/main" noGrp="1"/>
          </p:cNvSpPr>
          <p:nvPr/>
        </p:nvSpPr>
        <p:spPr>
          <a:xfrm xmlns:a="http://schemas.openxmlformats.org/drawingml/2006/main">
            <a:off x="9477375" y="3429000"/>
            <a:ext cx="1619250" cy="552450"/>
          </a:xfrm>
          <a:prstGeom xmlns:a="http://schemas.openxmlformats.org/drawingml/2006/main" prst="roundRect">
            <a:avLst>
              <a:gd name="adj" fmla="val 2069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y = grade</a:t>
            </a:r>
          </a:p>
        </p:txBody>
      </p:sp>
      <p:sp>
        <p:nvSpPr>
          <p:cNvPr id="1382130903" name="Rectangle: Rounded Corners 119055209">
            <a:extLst xmlns:a="http://schemas.openxmlformats.org/drawingml/2006/main">
              <a:ext uri="{FF2B5EF4-FFF2-40B4-BE49-F238E27FC236}">
                <a16:creationId xmlns:a16="http://schemas.microsoft.com/office/drawing/2014/main" id="{69419A9D-73A1-48CF-9D36-1884E21AD5EA}"/>
              </a:ext>
            </a:extLst>
          </p:cNvPr>
          <p:cNvSpPr>
            <a:spLocks xmlns:a="http://schemas.openxmlformats.org/drawingml/2006/main" noGrp="1"/>
          </p:cNvSpPr>
          <p:nvPr/>
        </p:nvSpPr>
        <p:spPr>
          <a:xfrm xmlns:a="http://schemas.openxmlformats.org/drawingml/2006/main">
            <a:off x="9477375" y="4143375"/>
            <a:ext cx="1619250" cy="552450"/>
          </a:xfrm>
          <a:prstGeom xmlns:a="http://schemas.openxmlformats.org/drawingml/2006/main" prst="roundRect">
            <a:avLst>
              <a:gd name="adj" fmla="val 20690"/>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line = prediction</a:t>
            </a:r>
          </a:p>
        </p:txBody>
      </p:sp>
      <p:sp>
        <p:nvSpPr>
          <p:cNvPr id="2085830195" name="Rectangle 1782549367">
            <a:extLst xmlns:a="http://schemas.openxmlformats.org/drawingml/2006/main">
              <a:ext uri="{FF2B5EF4-FFF2-40B4-BE49-F238E27FC236}">
                <a16:creationId xmlns:a16="http://schemas.microsoft.com/office/drawing/2014/main" id="{E691AB36-1AA7-4BF2-917B-9592FD8A0915}"/>
              </a:ext>
            </a:extLst>
          </p:cNvPr>
          <p:cNvSpPr>
            <a:spLocks xmlns:a="http://schemas.openxmlformats.org/drawingml/2006/main" noGrp="1"/>
          </p:cNvSpPr>
          <p:nvPr/>
        </p:nvSpPr>
        <p:spPr>
          <a:xfrm xmlns:a="http://schemas.openxmlformats.org/drawingml/2006/main">
            <a:off x="3257550" y="1695450"/>
            <a:ext cx="4953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more attendance,</a:t>
            </a:r>
          </a:p>
          <a:p xmlns:a="http://schemas.openxmlformats.org/drawingml/2006/main">
            <a:pPr algn="ctr">
              <a:buNone/>
              <a:defRPr sz="2100" b="1">
                <a:solidFill>
                  <a:srgbClr val="2563EB"/>
                </a:solidFill>
              </a:defRPr>
            </a:pPr>
            <a:r>
              <a:rPr sz="2100" b="1">
                <a:solidFill>
                  <a:srgbClr val="2563EB"/>
                </a:solidFill>
              </a:rPr>
              <a:t>higher predicted grade</a:t>
            </a:r>
          </a:p>
        </p:txBody>
      </p:sp>
      <p:sp>
        <p:nvSpPr>
          <p:cNvPr id="887583679" name="Rectangle 1717240199">
            <a:extLst xmlns:a="http://schemas.openxmlformats.org/drawingml/2006/main">
              <a:ext uri="{FF2B5EF4-FFF2-40B4-BE49-F238E27FC236}">
                <a16:creationId xmlns:a16="http://schemas.microsoft.com/office/drawing/2014/main" id="{CEB6689D-A4AE-4004-B124-BC168E16088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a:t>
            </a:r>
          </a:p>
        </p:txBody>
      </p:sp>
      <p:sp>
        <p:nvSpPr>
          <p:cNvPr id="1489491477" name="solidguide_flipV">
            <a:extLst xmlns:a="http://schemas.openxmlformats.org/drawingml/2006/main">
              <a:ext uri="{FF2B5EF4-FFF2-40B4-BE49-F238E27FC236}">
                <a16:creationId xmlns:a16="http://schemas.microsoft.com/office/drawing/2014/main" id="{E6DDFC31-A851-462D-94F0-58D9BFA552A3}"/>
              </a:ext>
            </a:extLst>
          </p:cNvPr>
          <p:cNvSpPr>
            <a:spLocks xmlns:a="http://schemas.openxmlformats.org/drawingml/2006/main" noGrp="1"/>
          </p:cNvSpPr>
          <p:nvPr/>
        </p:nvSpPr>
        <p:spPr>
          <a:xfrm xmlns:a="http://schemas.openxmlformats.org/drawingml/2006/main" flipV="1">
            <a:off x="2339340" y="2951569"/>
            <a:ext cx="6370320" cy="1623517"/>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330323195"/>
      </p:ext>
    </p:extLst>
  </p:cSld>
</p:sld>
</file>

<file path=ppt/slides/slide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63242794" name="Rectangle 876043219">
            <a:extLst xmlns:a="http://schemas.openxmlformats.org/drawingml/2006/main">
              <a:ext uri="{FF2B5EF4-FFF2-40B4-BE49-F238E27FC236}">
                <a16:creationId xmlns:a16="http://schemas.microsoft.com/office/drawing/2014/main" id="{3A57BC3E-B3F2-4ED2-9EBE-89D0322DBFB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372778219" name="Rectangle 1970303406">
            <a:extLst xmlns:a="http://schemas.openxmlformats.org/drawingml/2006/main">
              <a:ext uri="{FF2B5EF4-FFF2-40B4-BE49-F238E27FC236}">
                <a16:creationId xmlns:a16="http://schemas.microsoft.com/office/drawing/2014/main" id="{92A6B5A0-554B-41A5-8A25-574F4C1DB45B}"/>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Nonlinear regression allows curves</a:t>
            </a:r>
          </a:p>
        </p:txBody>
      </p:sp>
      <p:sp>
        <p:nvSpPr>
          <p:cNvPr id="1980533587" name="Rectangle: Rounded Corners 1375366023">
            <a:extLst xmlns:a="http://schemas.openxmlformats.org/drawingml/2006/main">
              <a:ext uri="{FF2B5EF4-FFF2-40B4-BE49-F238E27FC236}">
                <a16:creationId xmlns:a16="http://schemas.microsoft.com/office/drawing/2014/main" id="{C3532776-060D-4CBD-8FD3-9DA218F185E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32717186" name="Straight Connector 1537688957">
            <a:extLst xmlns:a="http://schemas.openxmlformats.org/drawingml/2006/main">
              <a:ext uri="{FF2B5EF4-FFF2-40B4-BE49-F238E27FC236}">
                <a16:creationId xmlns:a16="http://schemas.microsoft.com/office/drawing/2014/main" id="{2DD57C4F-FC5B-4EAA-A89A-67F2A36B9386}"/>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41878352" name="Straight Connector 2007704337">
            <a:extLst xmlns:a="http://schemas.openxmlformats.org/drawingml/2006/main">
              <a:ext uri="{FF2B5EF4-FFF2-40B4-BE49-F238E27FC236}">
                <a16:creationId xmlns:a16="http://schemas.microsoft.com/office/drawing/2014/main" id="{E6ECF835-1728-45C3-AC74-6D67F1C918DD}"/>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77969633" name="Rectangle 65599505">
            <a:extLst xmlns:a="http://schemas.openxmlformats.org/drawingml/2006/main">
              <a:ext uri="{FF2B5EF4-FFF2-40B4-BE49-F238E27FC236}">
                <a16:creationId xmlns:a16="http://schemas.microsoft.com/office/drawing/2014/main" id="{EDFCFFA8-9313-45DD-9A20-A3E15C417D48}"/>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380358250" name="Rectangle 1251237696">
            <a:extLst xmlns:a="http://schemas.openxmlformats.org/drawingml/2006/main">
              <a:ext uri="{FF2B5EF4-FFF2-40B4-BE49-F238E27FC236}">
                <a16:creationId xmlns:a16="http://schemas.microsoft.com/office/drawing/2014/main" id="{F15D2A80-87C9-4A1A-99BD-0C9DA66E8B75}"/>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937754958" name="Oval 1695470153">
            <a:extLst xmlns:a="http://schemas.openxmlformats.org/drawingml/2006/main">
              <a:ext uri="{FF2B5EF4-FFF2-40B4-BE49-F238E27FC236}">
                <a16:creationId xmlns:a16="http://schemas.microsoft.com/office/drawing/2014/main" id="{CC2EDF47-BFDB-46EA-9AC0-5473C8A53685}"/>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52044782" name="Oval 815448562">
            <a:extLst xmlns:a="http://schemas.openxmlformats.org/drawingml/2006/main">
              <a:ext uri="{FF2B5EF4-FFF2-40B4-BE49-F238E27FC236}">
                <a16:creationId xmlns:a16="http://schemas.microsoft.com/office/drawing/2014/main" id="{19F4BEC1-7457-4814-B887-A242D5A73B95}"/>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88731456" name="Oval 1303472677">
            <a:extLst xmlns:a="http://schemas.openxmlformats.org/drawingml/2006/main">
              <a:ext uri="{FF2B5EF4-FFF2-40B4-BE49-F238E27FC236}">
                <a16:creationId xmlns:a16="http://schemas.microsoft.com/office/drawing/2014/main" id="{DFCAA6F9-3E15-406A-B5E4-DAE4616F0727}"/>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19589253" name="Oval 674269756">
            <a:extLst xmlns:a="http://schemas.openxmlformats.org/drawingml/2006/main">
              <a:ext uri="{FF2B5EF4-FFF2-40B4-BE49-F238E27FC236}">
                <a16:creationId xmlns:a16="http://schemas.microsoft.com/office/drawing/2014/main" id="{1BEE9BA3-CD51-4FC0-AF9E-7A8A6424FFA3}"/>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66021004" name="Oval 163294809">
            <a:extLst xmlns:a="http://schemas.openxmlformats.org/drawingml/2006/main">
              <a:ext uri="{FF2B5EF4-FFF2-40B4-BE49-F238E27FC236}">
                <a16:creationId xmlns:a16="http://schemas.microsoft.com/office/drawing/2014/main" id="{747556FD-7AD2-48D4-8B17-FE518234133D}"/>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3346809" name="Oval 1733278306">
            <a:extLst xmlns:a="http://schemas.openxmlformats.org/drawingml/2006/main">
              <a:ext uri="{FF2B5EF4-FFF2-40B4-BE49-F238E27FC236}">
                <a16:creationId xmlns:a16="http://schemas.microsoft.com/office/drawing/2014/main" id="{6700AC06-6D70-4096-A9D1-3CF32B79AFDC}"/>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60092396" name="Oval 880799253">
            <a:extLst xmlns:a="http://schemas.openxmlformats.org/drawingml/2006/main">
              <a:ext uri="{FF2B5EF4-FFF2-40B4-BE49-F238E27FC236}">
                <a16:creationId xmlns:a16="http://schemas.microsoft.com/office/drawing/2014/main" id="{A640FB61-A0A1-4D24-BA0F-F109A264F93F}"/>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2518544" name="Oval 834346434">
            <a:extLst xmlns:a="http://schemas.openxmlformats.org/drawingml/2006/main">
              <a:ext uri="{FF2B5EF4-FFF2-40B4-BE49-F238E27FC236}">
                <a16:creationId xmlns:a16="http://schemas.microsoft.com/office/drawing/2014/main" id="{3528A553-0CDE-4ADD-BB3F-138B984922A5}"/>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93274098" name="Oval 558427810">
            <a:extLst xmlns:a="http://schemas.openxmlformats.org/drawingml/2006/main">
              <a:ext uri="{FF2B5EF4-FFF2-40B4-BE49-F238E27FC236}">
                <a16:creationId xmlns:a16="http://schemas.microsoft.com/office/drawing/2014/main" id="{334FF6CA-A785-435C-891A-BCECFAAE2918}"/>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3739608" name="Oval 1580509645">
            <a:extLst xmlns:a="http://schemas.openxmlformats.org/drawingml/2006/main">
              <a:ext uri="{FF2B5EF4-FFF2-40B4-BE49-F238E27FC236}">
                <a16:creationId xmlns:a16="http://schemas.microsoft.com/office/drawing/2014/main" id="{6E3AE981-E318-4CD1-919F-AE9A8128E7AF}"/>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81152751" name="Oval 572736301">
            <a:extLst xmlns:a="http://schemas.openxmlformats.org/drawingml/2006/main">
              <a:ext uri="{FF2B5EF4-FFF2-40B4-BE49-F238E27FC236}">
                <a16:creationId xmlns:a16="http://schemas.microsoft.com/office/drawing/2014/main" id="{827CAB51-97C3-494F-9A25-233023EA79CD}"/>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06762720" name="Oval 777734922">
            <a:extLst xmlns:a="http://schemas.openxmlformats.org/drawingml/2006/main">
              <a:ext uri="{FF2B5EF4-FFF2-40B4-BE49-F238E27FC236}">
                <a16:creationId xmlns:a16="http://schemas.microsoft.com/office/drawing/2014/main" id="{91615678-2713-4EA7-BFF1-E7E31BA0415A}"/>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5658566" name="Oval 113252181">
            <a:extLst xmlns:a="http://schemas.openxmlformats.org/drawingml/2006/main">
              <a:ext uri="{FF2B5EF4-FFF2-40B4-BE49-F238E27FC236}">
                <a16:creationId xmlns:a16="http://schemas.microsoft.com/office/drawing/2014/main" id="{B8E263F8-6E4A-47D1-A01B-49CD103003CC}"/>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65105669" name="Oval 1702038152">
            <a:extLst xmlns:a="http://schemas.openxmlformats.org/drawingml/2006/main">
              <a:ext uri="{FF2B5EF4-FFF2-40B4-BE49-F238E27FC236}">
                <a16:creationId xmlns:a16="http://schemas.microsoft.com/office/drawing/2014/main" id="{F5814FCA-0486-408F-855A-2301C8589F22}"/>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63623524" name="Oval 1781702022">
            <a:extLst xmlns:a="http://schemas.openxmlformats.org/drawingml/2006/main">
              <a:ext uri="{FF2B5EF4-FFF2-40B4-BE49-F238E27FC236}">
                <a16:creationId xmlns:a16="http://schemas.microsoft.com/office/drawing/2014/main" id="{4EC46B0E-96A5-4E19-BF7F-0B6AC65344F9}"/>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93938014" name="Oval 164012884">
            <a:extLst xmlns:a="http://schemas.openxmlformats.org/drawingml/2006/main">
              <a:ext uri="{FF2B5EF4-FFF2-40B4-BE49-F238E27FC236}">
                <a16:creationId xmlns:a16="http://schemas.microsoft.com/office/drawing/2014/main" id="{C2B69BB2-A3D1-4A10-B84C-A48BD7BB63C6}"/>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81596753" name="Oval 991339259">
            <a:extLst xmlns:a="http://schemas.openxmlformats.org/drawingml/2006/main">
              <a:ext uri="{FF2B5EF4-FFF2-40B4-BE49-F238E27FC236}">
                <a16:creationId xmlns:a16="http://schemas.microsoft.com/office/drawing/2014/main" id="{8AE5BC8B-3351-423B-A1B3-B302D9516DFD}"/>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4319400" name="Rectangle: Rounded Corners 2031926644">
            <a:extLst xmlns:a="http://schemas.openxmlformats.org/drawingml/2006/main">
              <a:ext uri="{FF2B5EF4-FFF2-40B4-BE49-F238E27FC236}">
                <a16:creationId xmlns:a16="http://schemas.microsoft.com/office/drawing/2014/main" id="{C3813BD5-FA24-4742-A23B-2522D89F25FC}"/>
              </a:ext>
            </a:extLst>
          </p:cNvPr>
          <p:cNvSpPr>
            <a:spLocks xmlns:a="http://schemas.openxmlformats.org/drawingml/2006/main" noGrp="1"/>
          </p:cNvSpPr>
          <p:nvPr/>
        </p:nvSpPr>
        <p:spPr>
          <a:xfrm xmlns:a="http://schemas.openxmlformats.org/drawingml/2006/main">
            <a:off x="9477375" y="3000375"/>
            <a:ext cx="142875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linear</a:t>
            </a:r>
          </a:p>
        </p:txBody>
      </p:sp>
      <p:sp>
        <p:nvSpPr>
          <p:cNvPr id="1498913881" name="Rectangle: Rounded Corners 1514015500">
            <a:extLst xmlns:a="http://schemas.openxmlformats.org/drawingml/2006/main">
              <a:ext uri="{FF2B5EF4-FFF2-40B4-BE49-F238E27FC236}">
                <a16:creationId xmlns:a16="http://schemas.microsoft.com/office/drawing/2014/main" id="{92B9EF4F-60ED-4830-BBB8-3FBEFC78E59B}"/>
              </a:ext>
            </a:extLst>
          </p:cNvPr>
          <p:cNvSpPr>
            <a:spLocks xmlns:a="http://schemas.openxmlformats.org/drawingml/2006/main" noGrp="1"/>
          </p:cNvSpPr>
          <p:nvPr/>
        </p:nvSpPr>
        <p:spPr>
          <a:xfrm xmlns:a="http://schemas.openxmlformats.org/drawingml/2006/main">
            <a:off x="9477375" y="3714750"/>
            <a:ext cx="142875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nonlinear</a:t>
            </a:r>
          </a:p>
        </p:txBody>
      </p:sp>
      <p:sp>
        <p:nvSpPr>
          <p:cNvPr id="1483969136" name="Rectangle 738739686">
            <a:extLst xmlns:a="http://schemas.openxmlformats.org/drawingml/2006/main">
              <a:ext uri="{FF2B5EF4-FFF2-40B4-BE49-F238E27FC236}">
                <a16:creationId xmlns:a16="http://schemas.microsoft.com/office/drawing/2014/main" id="{C5A64E3E-B96F-495E-8958-D208ADBC286F}"/>
              </a:ext>
            </a:extLst>
          </p:cNvPr>
          <p:cNvSpPr>
            <a:spLocks xmlns:a="http://schemas.openxmlformats.org/drawingml/2006/main" noGrp="1"/>
          </p:cNvSpPr>
          <p:nvPr/>
        </p:nvSpPr>
        <p:spPr>
          <a:xfrm xmlns:a="http://schemas.openxmlformats.org/drawingml/2006/main">
            <a:off x="3381375" y="1714500"/>
            <a:ext cx="542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10B981"/>
                </a:solidFill>
              </a:defRPr>
            </a:pPr>
            <a:r>
              <a:rPr sz="2100" b="1">
                <a:solidFill>
                  <a:srgbClr val="10B981"/>
                </a:solidFill>
              </a:rPr>
              <a:t>same task, more flexible shape</a:t>
            </a:r>
          </a:p>
        </p:txBody>
      </p:sp>
      <p:sp>
        <p:nvSpPr>
          <p:cNvPr id="1326658332" name="Rectangle 1843306662">
            <a:extLst xmlns:a="http://schemas.openxmlformats.org/drawingml/2006/main">
              <a:ext uri="{FF2B5EF4-FFF2-40B4-BE49-F238E27FC236}">
                <a16:creationId xmlns:a16="http://schemas.microsoft.com/office/drawing/2014/main" id="{947BE791-AF62-41F0-B4B8-B4F5D30E86B7}"/>
              </a:ext>
            </a:extLst>
          </p:cNvPr>
          <p:cNvSpPr>
            <a:spLocks xmlns:a="http://schemas.openxmlformats.org/drawingml/2006/main" noGrp="1"/>
          </p:cNvSpPr>
          <p:nvPr/>
        </p:nvSpPr>
        <p:spPr>
          <a:xfrm xmlns:a="http://schemas.openxmlformats.org/drawingml/2006/main">
            <a:off x="9334500" y="4619625"/>
            <a:ext cx="171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10B981"/>
                </a:solidFill>
              </a:defRPr>
            </a:pPr>
            <a:r>
              <a:rPr sz="2250" b="1">
                <a:solidFill>
                  <a:srgbClr val="10B981"/>
                </a:solidFill>
              </a:rPr>
              <a:t>y_hat = f(x)</a:t>
            </a:r>
          </a:p>
        </p:txBody>
      </p:sp>
      <p:sp>
        <p:nvSpPr>
          <p:cNvPr id="1873253376" name="Rectangle 940562735">
            <a:extLst xmlns:a="http://schemas.openxmlformats.org/drawingml/2006/main">
              <a:ext uri="{FF2B5EF4-FFF2-40B4-BE49-F238E27FC236}">
                <a16:creationId xmlns:a16="http://schemas.microsoft.com/office/drawing/2014/main" id="{FA76BA5F-7561-47FB-B9BD-E9527F49819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7</a:t>
            </a:r>
          </a:p>
        </p:txBody>
      </p:sp>
      <p:sp>
        <p:nvSpPr>
          <p:cNvPr id="1649822167" name="solidguide_flipV">
            <a:extLst xmlns:a="http://schemas.openxmlformats.org/drawingml/2006/main">
              <a:ext uri="{FF2B5EF4-FFF2-40B4-BE49-F238E27FC236}">
                <a16:creationId xmlns:a16="http://schemas.microsoft.com/office/drawing/2014/main" id="{56BD77A4-DEF9-49DE-9C29-FB723F37CC1E}"/>
              </a:ext>
            </a:extLst>
          </p:cNvPr>
          <p:cNvSpPr>
            <a:spLocks xmlns:a="http://schemas.openxmlformats.org/drawingml/2006/main" noGrp="1"/>
          </p:cNvSpPr>
          <p:nvPr/>
        </p:nvSpPr>
        <p:spPr>
          <a:xfrm xmlns:a="http://schemas.openxmlformats.org/drawingml/2006/main" flipV="1">
            <a:off x="2194560" y="2877773"/>
            <a:ext cx="6804660" cy="1734212"/>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88731488" name="Graphic 2031926676"/>
          <p:cNvPicPr>
            <a:picLocks xmlns:a="http://schemas.openxmlformats.org/drawingml/2006/main" noChangeAspect="1"/>
          </p:cNvPicPr>
          <p:nvPr/>
        </p:nvPicPr>
        <p:blipFill rotWithShape="1">
          <a:blip xmlns:r="http://schemas.openxmlformats.org/officeDocument/2006/relationships" xmlns:a="http://schemas.openxmlformats.org/drawingml/2006/main" r:embed="R6625240329534951">
            <a:extLst>
              <a:ext uri="{96DAC541-7B7A-43D3-8B79-37D633B846F1}">
                <asvg:svgBlip xmlns:asvg="http://schemas.microsoft.com/office/drawing/2016/SVG/main" r:embed="Rc99dcdc3f0ff434f"/>
              </a:ext>
            </a:extLst>
          </a:blip>
          <a:stretch xmlns:a="http://schemas.openxmlformats.org/drawingml/2006/main"/>
        </p:blipFill>
        <p:spPr>
          <a:xfrm xmlns:a="http://schemas.openxmlformats.org/drawingml/2006/main">
            <a:off x="1905000" y="2400300"/>
            <a:ext cx="7239000" cy="3028950"/>
          </a:xfrm>
          <a:prstGeom xmlns:a="http://schemas.openxmlformats.org/drawingml/2006/main" prst="rect">
            <a:avLst/>
          </a:prstGeom>
        </p:spPr>
      </p:pic>
    </p:spTree>
    <p:extLst>
      <p:ext uri="{BB962C8B-B14F-4D97-AF65-F5344CB8AC3E}">
        <p14:creationId xmlns:p14="http://schemas.microsoft.com/office/powerpoint/2010/main" val="1711872499"/>
      </p:ext>
    </p:extLst>
  </p:cSld>
</p:sld>
</file>

<file path=ppt/slides/slide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5864444" name="Rectangle 1896240478">
            <a:extLst xmlns:a="http://schemas.openxmlformats.org/drawingml/2006/main">
              <a:ext uri="{FF2B5EF4-FFF2-40B4-BE49-F238E27FC236}">
                <a16:creationId xmlns:a16="http://schemas.microsoft.com/office/drawing/2014/main" id="{1678389F-4CF4-4B3D-8858-79E88D2AF53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897298958" name="Rectangle 574298503">
            <a:extLst xmlns:a="http://schemas.openxmlformats.org/drawingml/2006/main">
              <a:ext uri="{FF2B5EF4-FFF2-40B4-BE49-F238E27FC236}">
                <a16:creationId xmlns:a16="http://schemas.microsoft.com/office/drawing/2014/main" id="{D12A77CC-A96F-4F03-ADCB-159E0508D0B7}"/>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Too much flexibility can overfit</a:t>
            </a:r>
          </a:p>
        </p:txBody>
      </p:sp>
      <p:sp>
        <p:nvSpPr>
          <p:cNvPr id="1800646896" name="Rectangle: Rounded Corners 682947437">
            <a:extLst xmlns:a="http://schemas.openxmlformats.org/drawingml/2006/main">
              <a:ext uri="{FF2B5EF4-FFF2-40B4-BE49-F238E27FC236}">
                <a16:creationId xmlns:a16="http://schemas.microsoft.com/office/drawing/2014/main" id="{C83FDF9C-B3FC-4262-AEEA-0F0568F1EF0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8576781" name="Straight Connector 1968719096">
            <a:extLst xmlns:a="http://schemas.openxmlformats.org/drawingml/2006/main">
              <a:ext uri="{FF2B5EF4-FFF2-40B4-BE49-F238E27FC236}">
                <a16:creationId xmlns:a16="http://schemas.microsoft.com/office/drawing/2014/main" id="{AB2390AD-37FC-4DAE-B496-27143AC6EFCD}"/>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25776908" name="Straight Connector 1324465773">
            <a:extLst xmlns:a="http://schemas.openxmlformats.org/drawingml/2006/main">
              <a:ext uri="{FF2B5EF4-FFF2-40B4-BE49-F238E27FC236}">
                <a16:creationId xmlns:a16="http://schemas.microsoft.com/office/drawing/2014/main" id="{0C8E8F85-B456-4F0A-89EE-B909B2CD9993}"/>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37473351" name="Rectangle 910257484">
            <a:extLst xmlns:a="http://schemas.openxmlformats.org/drawingml/2006/main">
              <a:ext uri="{FF2B5EF4-FFF2-40B4-BE49-F238E27FC236}">
                <a16:creationId xmlns:a16="http://schemas.microsoft.com/office/drawing/2014/main" id="{4A64A246-C3B0-4C96-A654-909EB6466961}"/>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411675616" name="Rectangle 1246496868">
            <a:extLst xmlns:a="http://schemas.openxmlformats.org/drawingml/2006/main">
              <a:ext uri="{FF2B5EF4-FFF2-40B4-BE49-F238E27FC236}">
                <a16:creationId xmlns:a16="http://schemas.microsoft.com/office/drawing/2014/main" id="{AD322247-5215-4FE0-845C-26B938A066B5}"/>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531414761" name="Oval 1811837015">
            <a:extLst xmlns:a="http://schemas.openxmlformats.org/drawingml/2006/main">
              <a:ext uri="{FF2B5EF4-FFF2-40B4-BE49-F238E27FC236}">
                <a16:creationId xmlns:a16="http://schemas.microsoft.com/office/drawing/2014/main" id="{2C91385D-30D1-4CD0-8EC0-944C06325D9C}"/>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68413485" name="Oval 453346286">
            <a:extLst xmlns:a="http://schemas.openxmlformats.org/drawingml/2006/main">
              <a:ext uri="{FF2B5EF4-FFF2-40B4-BE49-F238E27FC236}">
                <a16:creationId xmlns:a16="http://schemas.microsoft.com/office/drawing/2014/main" id="{A5533D8B-081B-4C17-AF2A-9EB13BC742B4}"/>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4215063" name="Oval 1618228278">
            <a:extLst xmlns:a="http://schemas.openxmlformats.org/drawingml/2006/main">
              <a:ext uri="{FF2B5EF4-FFF2-40B4-BE49-F238E27FC236}">
                <a16:creationId xmlns:a16="http://schemas.microsoft.com/office/drawing/2014/main" id="{7CFD7BC5-D73D-4F1C-8C21-C9F874A91DDA}"/>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95718718" name="Oval 2089599102">
            <a:extLst xmlns:a="http://schemas.openxmlformats.org/drawingml/2006/main">
              <a:ext uri="{FF2B5EF4-FFF2-40B4-BE49-F238E27FC236}">
                <a16:creationId xmlns:a16="http://schemas.microsoft.com/office/drawing/2014/main" id="{74D5EE02-5E14-4609-B510-C608F70D3C50}"/>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42216025" name="Oval 1457916702">
            <a:extLst xmlns:a="http://schemas.openxmlformats.org/drawingml/2006/main">
              <a:ext uri="{FF2B5EF4-FFF2-40B4-BE49-F238E27FC236}">
                <a16:creationId xmlns:a16="http://schemas.microsoft.com/office/drawing/2014/main" id="{F689FB9A-F9BA-4DF6-A813-C11124C39BCD}"/>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74566456" name="Oval 1250923537">
            <a:extLst xmlns:a="http://schemas.openxmlformats.org/drawingml/2006/main">
              <a:ext uri="{FF2B5EF4-FFF2-40B4-BE49-F238E27FC236}">
                <a16:creationId xmlns:a16="http://schemas.microsoft.com/office/drawing/2014/main" id="{B7E6C7B8-3299-4A5E-8D26-6F890227066B}"/>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05067812" name="Oval 579714091">
            <a:extLst xmlns:a="http://schemas.openxmlformats.org/drawingml/2006/main">
              <a:ext uri="{FF2B5EF4-FFF2-40B4-BE49-F238E27FC236}">
                <a16:creationId xmlns:a16="http://schemas.microsoft.com/office/drawing/2014/main" id="{DA12F93F-F59E-49D8-BD3F-CBBADBF25AC7}"/>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90398678" name="Oval 1188193174">
            <a:extLst xmlns:a="http://schemas.openxmlformats.org/drawingml/2006/main">
              <a:ext uri="{FF2B5EF4-FFF2-40B4-BE49-F238E27FC236}">
                <a16:creationId xmlns:a16="http://schemas.microsoft.com/office/drawing/2014/main" id="{BD683064-47A0-4617-AF0D-ED36033CD7F9}"/>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79296494" name="Oval 2075857352">
            <a:extLst xmlns:a="http://schemas.openxmlformats.org/drawingml/2006/main">
              <a:ext uri="{FF2B5EF4-FFF2-40B4-BE49-F238E27FC236}">
                <a16:creationId xmlns:a16="http://schemas.microsoft.com/office/drawing/2014/main" id="{B3FE69AC-FD54-41EF-BDAF-C1E3342C3644}"/>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11871194" name="Oval 260739156">
            <a:extLst xmlns:a="http://schemas.openxmlformats.org/drawingml/2006/main">
              <a:ext uri="{FF2B5EF4-FFF2-40B4-BE49-F238E27FC236}">
                <a16:creationId xmlns:a16="http://schemas.microsoft.com/office/drawing/2014/main" id="{217293DB-74C2-43DA-A097-FE5440372536}"/>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80230449" name="Oval 472597423">
            <a:extLst xmlns:a="http://schemas.openxmlformats.org/drawingml/2006/main">
              <a:ext uri="{FF2B5EF4-FFF2-40B4-BE49-F238E27FC236}">
                <a16:creationId xmlns:a16="http://schemas.microsoft.com/office/drawing/2014/main" id="{12ABA412-31CB-462D-8139-7DC469B926B8}"/>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11153809" name="Oval 311162583">
            <a:extLst xmlns:a="http://schemas.openxmlformats.org/drawingml/2006/main">
              <a:ext uri="{FF2B5EF4-FFF2-40B4-BE49-F238E27FC236}">
                <a16:creationId xmlns:a16="http://schemas.microsoft.com/office/drawing/2014/main" id="{7CBD5B89-F4EE-4759-B5DA-6E3DE85156B0}"/>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32870038" name="Oval 418592258">
            <a:extLst xmlns:a="http://schemas.openxmlformats.org/drawingml/2006/main">
              <a:ext uri="{FF2B5EF4-FFF2-40B4-BE49-F238E27FC236}">
                <a16:creationId xmlns:a16="http://schemas.microsoft.com/office/drawing/2014/main" id="{27F52291-EA33-4F58-A693-E7BB01177078}"/>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9772917" name="Oval 391215337">
            <a:extLst xmlns:a="http://schemas.openxmlformats.org/drawingml/2006/main">
              <a:ext uri="{FF2B5EF4-FFF2-40B4-BE49-F238E27FC236}">
                <a16:creationId xmlns:a16="http://schemas.microsoft.com/office/drawing/2014/main" id="{C967C6F8-6822-4894-A4CA-84E859CDFD05}"/>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83521704" name="Oval 1707420591">
            <a:extLst xmlns:a="http://schemas.openxmlformats.org/drawingml/2006/main">
              <a:ext uri="{FF2B5EF4-FFF2-40B4-BE49-F238E27FC236}">
                <a16:creationId xmlns:a16="http://schemas.microsoft.com/office/drawing/2014/main" id="{FD827054-5B90-4BBA-A65E-50C90C67851C}"/>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59236804" name="Oval 1324466289">
            <a:extLst xmlns:a="http://schemas.openxmlformats.org/drawingml/2006/main">
              <a:ext uri="{FF2B5EF4-FFF2-40B4-BE49-F238E27FC236}">
                <a16:creationId xmlns:a16="http://schemas.microsoft.com/office/drawing/2014/main" id="{44A8341D-7A92-435F-98BF-26A2426D21F9}"/>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784990" name="Oval 1167646443">
            <a:extLst xmlns:a="http://schemas.openxmlformats.org/drawingml/2006/main">
              <a:ext uri="{FF2B5EF4-FFF2-40B4-BE49-F238E27FC236}">
                <a16:creationId xmlns:a16="http://schemas.microsoft.com/office/drawing/2014/main" id="{BFE0CDD8-E8E7-4A75-856B-6259D87EDE96}"/>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4095465" name="Rectangle: Rounded Corners 1367024097">
            <a:extLst xmlns:a="http://schemas.openxmlformats.org/drawingml/2006/main">
              <a:ext uri="{FF2B5EF4-FFF2-40B4-BE49-F238E27FC236}">
                <a16:creationId xmlns:a16="http://schemas.microsoft.com/office/drawing/2014/main" id="{2A7D180E-497E-4C48-9A65-3556B8C860E5}"/>
              </a:ext>
            </a:extLst>
          </p:cNvPr>
          <p:cNvSpPr>
            <a:spLocks xmlns:a="http://schemas.openxmlformats.org/drawingml/2006/main" noGrp="1"/>
          </p:cNvSpPr>
          <p:nvPr/>
        </p:nvSpPr>
        <p:spPr>
          <a:xfrm xmlns:a="http://schemas.openxmlformats.org/drawingml/2006/main">
            <a:off x="9429750" y="3000375"/>
            <a:ext cx="15240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fits noise</a:t>
            </a:r>
          </a:p>
        </p:txBody>
      </p:sp>
      <p:sp>
        <p:nvSpPr>
          <p:cNvPr id="962193187" name="Rectangle: Rounded Corners 2069871042">
            <a:extLst xmlns:a="http://schemas.openxmlformats.org/drawingml/2006/main">
              <a:ext uri="{FF2B5EF4-FFF2-40B4-BE49-F238E27FC236}">
                <a16:creationId xmlns:a16="http://schemas.microsoft.com/office/drawing/2014/main" id="{8405F7A3-718A-47C9-8ABD-DD30EE977145}"/>
              </a:ext>
            </a:extLst>
          </p:cNvPr>
          <p:cNvSpPr>
            <a:spLocks xmlns:a="http://schemas.openxmlformats.org/drawingml/2006/main" noGrp="1"/>
          </p:cNvSpPr>
          <p:nvPr/>
        </p:nvSpPr>
        <p:spPr>
          <a:xfrm xmlns:a="http://schemas.openxmlformats.org/drawingml/2006/main">
            <a:off x="9429750" y="3714750"/>
            <a:ext cx="15240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better trend</a:t>
            </a:r>
          </a:p>
        </p:txBody>
      </p:sp>
      <p:sp>
        <p:nvSpPr>
          <p:cNvPr id="461162015" name="Rectangle 2096192631">
            <a:extLst xmlns:a="http://schemas.openxmlformats.org/drawingml/2006/main">
              <a:ext uri="{FF2B5EF4-FFF2-40B4-BE49-F238E27FC236}">
                <a16:creationId xmlns:a16="http://schemas.microsoft.com/office/drawing/2014/main" id="{D68E1772-D968-45B5-A48E-BA0A78E8E50D}"/>
              </a:ext>
            </a:extLst>
          </p:cNvPr>
          <p:cNvSpPr>
            <a:spLocks xmlns:a="http://schemas.openxmlformats.org/drawingml/2006/main" noGrp="1"/>
          </p:cNvSpPr>
          <p:nvPr/>
        </p:nvSpPr>
        <p:spPr>
          <a:xfrm xmlns:a="http://schemas.openxmlformats.org/drawingml/2006/main">
            <a:off x="2857500" y="1714500"/>
            <a:ext cx="647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EF4444"/>
                </a:solidFill>
              </a:defRPr>
            </a:pPr>
            <a:r>
              <a:rPr sz="2100" b="1">
                <a:solidFill>
                  <a:srgbClr val="EF4444"/>
                </a:solidFill>
              </a:rPr>
              <a:t>low training error, weak generalization</a:t>
            </a:r>
          </a:p>
        </p:txBody>
      </p:sp>
      <p:sp>
        <p:nvSpPr>
          <p:cNvPr id="1217840413" name="Rectangle 969777747">
            <a:extLst xmlns:a="http://schemas.openxmlformats.org/drawingml/2006/main">
              <a:ext uri="{FF2B5EF4-FFF2-40B4-BE49-F238E27FC236}">
                <a16:creationId xmlns:a16="http://schemas.microsoft.com/office/drawing/2014/main" id="{DD7C286B-B91C-495D-B8EC-293BF97CA2B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8</a:t>
            </a:r>
          </a:p>
        </p:txBody>
      </p:sp>
      <p:pic>
        <p:nvPicPr>
          <p:cNvPr id="2137473381" name="Graphic 2096192661"/>
          <p:cNvPicPr>
            <a:picLocks xmlns:a="http://schemas.openxmlformats.org/drawingml/2006/main" noChangeAspect="1"/>
          </p:cNvPicPr>
          <p:nvPr/>
        </p:nvPicPr>
        <p:blipFill rotWithShape="1">
          <a:blip xmlns:r="http://schemas.openxmlformats.org/officeDocument/2006/relationships" xmlns:a="http://schemas.openxmlformats.org/drawingml/2006/main" r:embed="Rea122d0fad9e46f1">
            <a:extLst>
              <a:ext uri="{96DAC541-7B7A-43D3-8B79-37D633B846F1}">
                <asvg:svgBlip xmlns:asvg="http://schemas.microsoft.com/office/drawing/2016/SVG/main" r:embed="R5587f0868a1f46c6"/>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1292294034" name="solidguide_flipV">
            <a:extLst xmlns:a="http://schemas.openxmlformats.org/drawingml/2006/main">
              <a:ext uri="{FF2B5EF4-FFF2-40B4-BE49-F238E27FC236}">
                <a16:creationId xmlns:a16="http://schemas.microsoft.com/office/drawing/2014/main" id="{BFA8E6FC-5E25-4114-A5A6-968380976141}"/>
              </a:ext>
            </a:extLst>
          </p:cNvPr>
          <p:cNvSpPr>
            <a:spLocks xmlns:a="http://schemas.openxmlformats.org/drawingml/2006/main" noGrp="1"/>
          </p:cNvSpPr>
          <p:nvPr/>
        </p:nvSpPr>
        <p:spPr>
          <a:xfrm xmlns:a="http://schemas.openxmlformats.org/drawingml/2006/main" flipV="1">
            <a:off x="2194560" y="2877773"/>
            <a:ext cx="6804660" cy="1734212"/>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58164973"/>
      </p:ext>
    </p:extLst>
  </p:cSld>
</p:sld>
</file>

<file path=ppt/slides/slide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54090014" name="Rectangle 1890818175">
            <a:extLst xmlns:a="http://schemas.openxmlformats.org/drawingml/2006/main">
              <a:ext uri="{FF2B5EF4-FFF2-40B4-BE49-F238E27FC236}">
                <a16:creationId xmlns:a16="http://schemas.microsoft.com/office/drawing/2014/main" id="{52082E1F-D42A-4FEC-9D44-0AF6E9770EF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186622242" name="Rectangle 785272061">
            <a:extLst xmlns:a="http://schemas.openxmlformats.org/drawingml/2006/main">
              <a:ext uri="{FF2B5EF4-FFF2-40B4-BE49-F238E27FC236}">
                <a16:creationId xmlns:a16="http://schemas.microsoft.com/office/drawing/2014/main" id="{9FD6A1D1-AD8E-4C24-8006-2A6DD9392891}"/>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Data is split to separate learning from judging</a:t>
            </a:r>
          </a:p>
        </p:txBody>
      </p:sp>
      <p:sp>
        <p:nvSpPr>
          <p:cNvPr id="463066005" name="Rectangle: Rounded Corners 1266136651">
            <a:extLst xmlns:a="http://schemas.openxmlformats.org/drawingml/2006/main">
              <a:ext uri="{FF2B5EF4-FFF2-40B4-BE49-F238E27FC236}">
                <a16:creationId xmlns:a16="http://schemas.microsoft.com/office/drawing/2014/main" id="{DBE2BDE5-5571-42F3-82C0-E0573351118C}"/>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0753245" name="Rectangle: Rounded Corners 1050748594">
            <a:extLst xmlns:a="http://schemas.openxmlformats.org/drawingml/2006/main">
              <a:ext uri="{FF2B5EF4-FFF2-40B4-BE49-F238E27FC236}">
                <a16:creationId xmlns:a16="http://schemas.microsoft.com/office/drawing/2014/main" id="{1726AB1B-7742-4ED5-9D01-216C1E1E38DB}"/>
              </a:ext>
            </a:extLst>
          </p:cNvPr>
          <p:cNvSpPr>
            <a:spLocks xmlns:a="http://schemas.openxmlformats.org/drawingml/2006/main" noGrp="1"/>
          </p:cNvSpPr>
          <p:nvPr/>
        </p:nvSpPr>
        <p:spPr>
          <a:xfrm xmlns:a="http://schemas.openxmlformats.org/drawingml/2006/main">
            <a:off x="116205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50612256" name="Rectangle 1752567775">
            <a:extLst xmlns:a="http://schemas.openxmlformats.org/drawingml/2006/main">
              <a:ext uri="{FF2B5EF4-FFF2-40B4-BE49-F238E27FC236}">
                <a16:creationId xmlns:a16="http://schemas.microsoft.com/office/drawing/2014/main" id="{CE443AC1-84C6-4931-8B31-5CB8D7EF7DCF}"/>
              </a:ext>
            </a:extLst>
          </p:cNvPr>
          <p:cNvSpPr>
            <a:spLocks xmlns:a="http://schemas.openxmlformats.org/drawingml/2006/main" noGrp="1"/>
          </p:cNvSpPr>
          <p:nvPr/>
        </p:nvSpPr>
        <p:spPr>
          <a:xfrm xmlns:a="http://schemas.openxmlformats.org/drawingml/2006/main">
            <a:off x="137160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2563EB"/>
                </a:solidFill>
              </a:defRPr>
            </a:pPr>
            <a:r>
              <a:rPr sz="2350" b="1">
                <a:solidFill>
                  <a:srgbClr val="2563EB"/>
                </a:solidFill>
              </a:rPr>
              <a:t>train</a:t>
            </a:r>
          </a:p>
        </p:txBody>
      </p:sp>
      <p:sp>
        <p:nvSpPr>
          <p:cNvPr id="602432880" name="Rectangle 397256149">
            <a:extLst xmlns:a="http://schemas.openxmlformats.org/drawingml/2006/main">
              <a:ext uri="{FF2B5EF4-FFF2-40B4-BE49-F238E27FC236}">
                <a16:creationId xmlns:a16="http://schemas.microsoft.com/office/drawing/2014/main" id="{A2A784BE-CFEC-4A22-B40E-482BDFD25850}"/>
              </a:ext>
            </a:extLst>
          </p:cNvPr>
          <p:cNvSpPr>
            <a:spLocks xmlns:a="http://schemas.openxmlformats.org/drawingml/2006/main" noGrp="1"/>
          </p:cNvSpPr>
          <p:nvPr/>
        </p:nvSpPr>
        <p:spPr>
          <a:xfrm xmlns:a="http://schemas.openxmlformats.org/drawingml/2006/main">
            <a:off x="139065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learn the model</a:t>
            </a:r>
          </a:p>
        </p:txBody>
      </p:sp>
      <p:sp>
        <p:nvSpPr>
          <p:cNvPr id="1906352440" name="Rectangle 528734129">
            <a:extLst xmlns:a="http://schemas.openxmlformats.org/drawingml/2006/main">
              <a:ext uri="{FF2B5EF4-FFF2-40B4-BE49-F238E27FC236}">
                <a16:creationId xmlns:a16="http://schemas.microsoft.com/office/drawing/2014/main" id="{4BB55C24-3FFE-4FCB-9710-A60B76BDF422}"/>
              </a:ext>
            </a:extLst>
          </p:cNvPr>
          <p:cNvSpPr>
            <a:spLocks xmlns:a="http://schemas.openxmlformats.org/drawingml/2006/main" noGrp="1"/>
          </p:cNvSpPr>
          <p:nvPr/>
        </p:nvSpPr>
        <p:spPr>
          <a:xfrm xmlns:a="http://schemas.openxmlformats.org/drawingml/2006/main">
            <a:off x="144780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uses</a:t>
            </a:r>
          </a:p>
        </p:txBody>
      </p:sp>
      <p:sp>
        <p:nvSpPr>
          <p:cNvPr id="2135502684" name="Rectangle 1008566192">
            <a:extLst xmlns:a="http://schemas.openxmlformats.org/drawingml/2006/main">
              <a:ext uri="{FF2B5EF4-FFF2-40B4-BE49-F238E27FC236}">
                <a16:creationId xmlns:a16="http://schemas.microsoft.com/office/drawing/2014/main" id="{0C098A89-05AD-4102-A3DF-EA0946AFACF4}"/>
              </a:ext>
            </a:extLst>
          </p:cNvPr>
          <p:cNvSpPr>
            <a:spLocks xmlns:a="http://schemas.openxmlformats.org/drawingml/2006/main" noGrp="1"/>
          </p:cNvSpPr>
          <p:nvPr/>
        </p:nvSpPr>
        <p:spPr>
          <a:xfrm xmlns:a="http://schemas.openxmlformats.org/drawingml/2006/main">
            <a:off x="217170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examples + labels</a:t>
            </a:r>
          </a:p>
        </p:txBody>
      </p:sp>
      <p:sp>
        <p:nvSpPr>
          <p:cNvPr id="1593511313" name="Straight Connector 2104166465">
            <a:extLst xmlns:a="http://schemas.openxmlformats.org/drawingml/2006/main">
              <a:ext uri="{FF2B5EF4-FFF2-40B4-BE49-F238E27FC236}">
                <a16:creationId xmlns:a16="http://schemas.microsoft.com/office/drawing/2014/main" id="{34B7DB19-2902-47E4-A490-57D42D71299C}"/>
              </a:ext>
            </a:extLst>
          </p:cNvPr>
          <p:cNvSpPr>
            <a:spLocks xmlns:a="http://schemas.openxmlformats.org/drawingml/2006/main" noGrp="1"/>
          </p:cNvSpPr>
          <p:nvPr/>
        </p:nvSpPr>
        <p:spPr>
          <a:xfrm xmlns:a="http://schemas.openxmlformats.org/drawingml/2006/main">
            <a:off x="144780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72232938" name="Rectangle 1391317270">
            <a:extLst xmlns:a="http://schemas.openxmlformats.org/drawingml/2006/main">
              <a:ext uri="{FF2B5EF4-FFF2-40B4-BE49-F238E27FC236}">
                <a16:creationId xmlns:a16="http://schemas.microsoft.com/office/drawing/2014/main" id="{46C3DFE4-EC2E-472D-9BD2-036638FA1027}"/>
              </a:ext>
            </a:extLst>
          </p:cNvPr>
          <p:cNvSpPr>
            <a:spLocks xmlns:a="http://schemas.openxmlformats.org/drawingml/2006/main" noGrp="1"/>
          </p:cNvSpPr>
          <p:nvPr/>
        </p:nvSpPr>
        <p:spPr>
          <a:xfrm xmlns:a="http://schemas.openxmlformats.org/drawingml/2006/main">
            <a:off x="144780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affects</a:t>
            </a:r>
          </a:p>
        </p:txBody>
      </p:sp>
      <p:sp>
        <p:nvSpPr>
          <p:cNvPr id="1097502475" name="Rectangle 2139818398">
            <a:extLst xmlns:a="http://schemas.openxmlformats.org/drawingml/2006/main">
              <a:ext uri="{FF2B5EF4-FFF2-40B4-BE49-F238E27FC236}">
                <a16:creationId xmlns:a16="http://schemas.microsoft.com/office/drawing/2014/main" id="{C3652FA9-13A8-4D21-9051-68CD33E8A9D9}"/>
              </a:ext>
            </a:extLst>
          </p:cNvPr>
          <p:cNvSpPr>
            <a:spLocks xmlns:a="http://schemas.openxmlformats.org/drawingml/2006/main" noGrp="1"/>
          </p:cNvSpPr>
          <p:nvPr/>
        </p:nvSpPr>
        <p:spPr>
          <a:xfrm xmlns:a="http://schemas.openxmlformats.org/drawingml/2006/main">
            <a:off x="217170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weights directly</a:t>
            </a:r>
          </a:p>
        </p:txBody>
      </p:sp>
      <p:sp>
        <p:nvSpPr>
          <p:cNvPr id="151689449" name="Straight Connector 756114381">
            <a:extLst xmlns:a="http://schemas.openxmlformats.org/drawingml/2006/main">
              <a:ext uri="{FF2B5EF4-FFF2-40B4-BE49-F238E27FC236}">
                <a16:creationId xmlns:a16="http://schemas.microsoft.com/office/drawing/2014/main" id="{CB60881D-66E4-4687-B34B-62DCBE9F17C7}"/>
              </a:ext>
            </a:extLst>
          </p:cNvPr>
          <p:cNvSpPr>
            <a:spLocks xmlns:a="http://schemas.openxmlformats.org/drawingml/2006/main" noGrp="1"/>
          </p:cNvSpPr>
          <p:nvPr/>
        </p:nvSpPr>
        <p:spPr>
          <a:xfrm xmlns:a="http://schemas.openxmlformats.org/drawingml/2006/main">
            <a:off x="144780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5554658" name="Rectangle 1665170772">
            <a:extLst xmlns:a="http://schemas.openxmlformats.org/drawingml/2006/main">
              <a:ext uri="{FF2B5EF4-FFF2-40B4-BE49-F238E27FC236}">
                <a16:creationId xmlns:a16="http://schemas.microsoft.com/office/drawing/2014/main" id="{62DCBCFF-EE08-4A7E-9EBD-E01BA26E7701}"/>
              </a:ext>
            </a:extLst>
          </p:cNvPr>
          <p:cNvSpPr>
            <a:spLocks xmlns:a="http://schemas.openxmlformats.org/drawingml/2006/main" noGrp="1"/>
          </p:cNvSpPr>
          <p:nvPr/>
        </p:nvSpPr>
        <p:spPr>
          <a:xfrm xmlns:a="http://schemas.openxmlformats.org/drawingml/2006/main">
            <a:off x="144780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timing</a:t>
            </a:r>
          </a:p>
        </p:txBody>
      </p:sp>
      <p:sp>
        <p:nvSpPr>
          <p:cNvPr id="785699205" name="Rectangle 1710634736">
            <a:extLst xmlns:a="http://schemas.openxmlformats.org/drawingml/2006/main">
              <a:ext uri="{FF2B5EF4-FFF2-40B4-BE49-F238E27FC236}">
                <a16:creationId xmlns:a16="http://schemas.microsoft.com/office/drawing/2014/main" id="{D0D95C2C-7EDA-4930-86C5-5C103D5910B8}"/>
              </a:ext>
            </a:extLst>
          </p:cNvPr>
          <p:cNvSpPr>
            <a:spLocks xmlns:a="http://schemas.openxmlformats.org/drawingml/2006/main" noGrp="1"/>
          </p:cNvSpPr>
          <p:nvPr/>
        </p:nvSpPr>
        <p:spPr>
          <a:xfrm xmlns:a="http://schemas.openxmlformats.org/drawingml/2006/main">
            <a:off x="217170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every update</a:t>
            </a:r>
          </a:p>
        </p:txBody>
      </p:sp>
      <p:sp>
        <p:nvSpPr>
          <p:cNvPr id="70434097" name="Rectangle: Rounded Corners 1872312689">
            <a:extLst xmlns:a="http://schemas.openxmlformats.org/drawingml/2006/main">
              <a:ext uri="{FF2B5EF4-FFF2-40B4-BE49-F238E27FC236}">
                <a16:creationId xmlns:a16="http://schemas.microsoft.com/office/drawing/2014/main" id="{6AE4F746-37CF-4D58-A6B2-708D8C5E3953}"/>
              </a:ext>
            </a:extLst>
          </p:cNvPr>
          <p:cNvSpPr>
            <a:spLocks xmlns:a="http://schemas.openxmlformats.org/drawingml/2006/main" noGrp="1"/>
          </p:cNvSpPr>
          <p:nvPr/>
        </p:nvSpPr>
        <p:spPr>
          <a:xfrm xmlns:a="http://schemas.openxmlformats.org/drawingml/2006/main">
            <a:off x="4600575"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52135681" name="Rectangle 1638876599">
            <a:extLst xmlns:a="http://schemas.openxmlformats.org/drawingml/2006/main">
              <a:ext uri="{FF2B5EF4-FFF2-40B4-BE49-F238E27FC236}">
                <a16:creationId xmlns:a16="http://schemas.microsoft.com/office/drawing/2014/main" id="{F772DAA8-0113-4C19-8ED0-A3B32AFAD514}"/>
              </a:ext>
            </a:extLst>
          </p:cNvPr>
          <p:cNvSpPr>
            <a:spLocks xmlns:a="http://schemas.openxmlformats.org/drawingml/2006/main" noGrp="1"/>
          </p:cNvSpPr>
          <p:nvPr/>
        </p:nvSpPr>
        <p:spPr>
          <a:xfrm xmlns:a="http://schemas.openxmlformats.org/drawingml/2006/main">
            <a:off x="4810125"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10B981"/>
                </a:solidFill>
              </a:defRPr>
            </a:pPr>
            <a:r>
              <a:rPr sz="2350" b="1">
                <a:solidFill>
                  <a:srgbClr val="10B981"/>
                </a:solidFill>
              </a:rPr>
              <a:t>validation</a:t>
            </a:r>
          </a:p>
        </p:txBody>
      </p:sp>
      <p:sp>
        <p:nvSpPr>
          <p:cNvPr id="1383375960" name="Rectangle 815678976">
            <a:extLst xmlns:a="http://schemas.openxmlformats.org/drawingml/2006/main">
              <a:ext uri="{FF2B5EF4-FFF2-40B4-BE49-F238E27FC236}">
                <a16:creationId xmlns:a16="http://schemas.microsoft.com/office/drawing/2014/main" id="{DCAE5983-D286-4738-9778-8F802396B24E}"/>
              </a:ext>
            </a:extLst>
          </p:cNvPr>
          <p:cNvSpPr>
            <a:spLocks xmlns:a="http://schemas.openxmlformats.org/drawingml/2006/main" noGrp="1"/>
          </p:cNvSpPr>
          <p:nvPr/>
        </p:nvSpPr>
        <p:spPr>
          <a:xfrm xmlns:a="http://schemas.openxmlformats.org/drawingml/2006/main">
            <a:off x="4829175"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choose the setup</a:t>
            </a:r>
          </a:p>
        </p:txBody>
      </p:sp>
      <p:sp>
        <p:nvSpPr>
          <p:cNvPr id="1676615957" name="Rectangle 815528297">
            <a:extLst xmlns:a="http://schemas.openxmlformats.org/drawingml/2006/main">
              <a:ext uri="{FF2B5EF4-FFF2-40B4-BE49-F238E27FC236}">
                <a16:creationId xmlns:a16="http://schemas.microsoft.com/office/drawing/2014/main" id="{F23674C5-A0B8-414C-9E80-41BA8F96368D}"/>
              </a:ext>
            </a:extLst>
          </p:cNvPr>
          <p:cNvSpPr>
            <a:spLocks xmlns:a="http://schemas.openxmlformats.org/drawingml/2006/main" noGrp="1"/>
          </p:cNvSpPr>
          <p:nvPr/>
        </p:nvSpPr>
        <p:spPr>
          <a:xfrm xmlns:a="http://schemas.openxmlformats.org/drawingml/2006/main">
            <a:off x="4886325"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uses</a:t>
            </a:r>
          </a:p>
        </p:txBody>
      </p:sp>
      <p:sp>
        <p:nvSpPr>
          <p:cNvPr id="1202231897" name="Rectangle 478170369">
            <a:extLst xmlns:a="http://schemas.openxmlformats.org/drawingml/2006/main">
              <a:ext uri="{FF2B5EF4-FFF2-40B4-BE49-F238E27FC236}">
                <a16:creationId xmlns:a16="http://schemas.microsoft.com/office/drawing/2014/main" id="{75E5962D-8E14-4FA1-992A-14E56509ACD5}"/>
              </a:ext>
            </a:extLst>
          </p:cNvPr>
          <p:cNvSpPr>
            <a:spLocks xmlns:a="http://schemas.openxmlformats.org/drawingml/2006/main" noGrp="1"/>
          </p:cNvSpPr>
          <p:nvPr/>
        </p:nvSpPr>
        <p:spPr>
          <a:xfrm xmlns:a="http://schemas.openxmlformats.org/drawingml/2006/main">
            <a:off x="5610225"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held-out examples</a:t>
            </a:r>
          </a:p>
        </p:txBody>
      </p:sp>
      <p:sp>
        <p:nvSpPr>
          <p:cNvPr id="364196213" name="Straight Connector 533968529">
            <a:extLst xmlns:a="http://schemas.openxmlformats.org/drawingml/2006/main">
              <a:ext uri="{FF2B5EF4-FFF2-40B4-BE49-F238E27FC236}">
                <a16:creationId xmlns:a16="http://schemas.microsoft.com/office/drawing/2014/main" id="{1CE5D63D-C3F8-4501-A54F-6DB6259530B6}"/>
              </a:ext>
            </a:extLst>
          </p:cNvPr>
          <p:cNvSpPr>
            <a:spLocks xmlns:a="http://schemas.openxmlformats.org/drawingml/2006/main" noGrp="1"/>
          </p:cNvSpPr>
          <p:nvPr/>
        </p:nvSpPr>
        <p:spPr>
          <a:xfrm xmlns:a="http://schemas.openxmlformats.org/drawingml/2006/main">
            <a:off x="4886325"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32649803" name="Rectangle 195109745">
            <a:extLst xmlns:a="http://schemas.openxmlformats.org/drawingml/2006/main">
              <a:ext uri="{FF2B5EF4-FFF2-40B4-BE49-F238E27FC236}">
                <a16:creationId xmlns:a16="http://schemas.microsoft.com/office/drawing/2014/main" id="{C90FD72F-CA2C-42AD-BA76-A590B21DCDF8}"/>
              </a:ext>
            </a:extLst>
          </p:cNvPr>
          <p:cNvSpPr>
            <a:spLocks xmlns:a="http://schemas.openxmlformats.org/drawingml/2006/main" noGrp="1"/>
          </p:cNvSpPr>
          <p:nvPr/>
        </p:nvSpPr>
        <p:spPr>
          <a:xfrm xmlns:a="http://schemas.openxmlformats.org/drawingml/2006/main">
            <a:off x="4886325"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affects</a:t>
            </a:r>
          </a:p>
        </p:txBody>
      </p:sp>
      <p:sp>
        <p:nvSpPr>
          <p:cNvPr id="434356792" name="Rectangle 1008757044">
            <a:extLst xmlns:a="http://schemas.openxmlformats.org/drawingml/2006/main">
              <a:ext uri="{FF2B5EF4-FFF2-40B4-BE49-F238E27FC236}">
                <a16:creationId xmlns:a16="http://schemas.microsoft.com/office/drawing/2014/main" id="{2DCF6291-E3F8-4D0E-B086-0EEC46E9247E}"/>
              </a:ext>
            </a:extLst>
          </p:cNvPr>
          <p:cNvSpPr>
            <a:spLocks xmlns:a="http://schemas.openxmlformats.org/drawingml/2006/main" noGrp="1"/>
          </p:cNvSpPr>
          <p:nvPr/>
        </p:nvSpPr>
        <p:spPr>
          <a:xfrm xmlns:a="http://schemas.openxmlformats.org/drawingml/2006/main">
            <a:off x="5610225"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choices indirectly</a:t>
            </a:r>
          </a:p>
        </p:txBody>
      </p:sp>
      <p:sp>
        <p:nvSpPr>
          <p:cNvPr id="437769179" name="Straight Connector 1685278168">
            <a:extLst xmlns:a="http://schemas.openxmlformats.org/drawingml/2006/main">
              <a:ext uri="{FF2B5EF4-FFF2-40B4-BE49-F238E27FC236}">
                <a16:creationId xmlns:a16="http://schemas.microsoft.com/office/drawing/2014/main" id="{C61AED57-0B02-4B7E-912B-9313F7B17651}"/>
              </a:ext>
            </a:extLst>
          </p:cNvPr>
          <p:cNvSpPr>
            <a:spLocks xmlns:a="http://schemas.openxmlformats.org/drawingml/2006/main" noGrp="1"/>
          </p:cNvSpPr>
          <p:nvPr/>
        </p:nvSpPr>
        <p:spPr>
          <a:xfrm xmlns:a="http://schemas.openxmlformats.org/drawingml/2006/main">
            <a:off x="4886325"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63842974" name="Rectangle 1256120152">
            <a:extLst xmlns:a="http://schemas.openxmlformats.org/drawingml/2006/main">
              <a:ext uri="{FF2B5EF4-FFF2-40B4-BE49-F238E27FC236}">
                <a16:creationId xmlns:a16="http://schemas.microsoft.com/office/drawing/2014/main" id="{DD35F31B-FD94-4043-9234-1A57C2492B9B}"/>
              </a:ext>
            </a:extLst>
          </p:cNvPr>
          <p:cNvSpPr>
            <a:spLocks xmlns:a="http://schemas.openxmlformats.org/drawingml/2006/main" noGrp="1"/>
          </p:cNvSpPr>
          <p:nvPr/>
        </p:nvSpPr>
        <p:spPr>
          <a:xfrm xmlns:a="http://schemas.openxmlformats.org/drawingml/2006/main">
            <a:off x="4886325"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timing</a:t>
            </a:r>
          </a:p>
        </p:txBody>
      </p:sp>
      <p:sp>
        <p:nvSpPr>
          <p:cNvPr id="583291735" name="Rectangle 686280821">
            <a:extLst xmlns:a="http://schemas.openxmlformats.org/drawingml/2006/main">
              <a:ext uri="{FF2B5EF4-FFF2-40B4-BE49-F238E27FC236}">
                <a16:creationId xmlns:a16="http://schemas.microsoft.com/office/drawing/2014/main" id="{29E8EEB1-9FF5-4589-A02D-8A005EA3C4EE}"/>
              </a:ext>
            </a:extLst>
          </p:cNvPr>
          <p:cNvSpPr>
            <a:spLocks xmlns:a="http://schemas.openxmlformats.org/drawingml/2006/main" noGrp="1"/>
          </p:cNvSpPr>
          <p:nvPr/>
        </p:nvSpPr>
        <p:spPr>
          <a:xfrm xmlns:a="http://schemas.openxmlformats.org/drawingml/2006/main">
            <a:off x="5610225"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during development</a:t>
            </a:r>
          </a:p>
        </p:txBody>
      </p:sp>
      <p:sp>
        <p:nvSpPr>
          <p:cNvPr id="1555754306" name="Rectangle: Rounded Corners 312764701">
            <a:extLst xmlns:a="http://schemas.openxmlformats.org/drawingml/2006/main">
              <a:ext uri="{FF2B5EF4-FFF2-40B4-BE49-F238E27FC236}">
                <a16:creationId xmlns:a16="http://schemas.microsoft.com/office/drawing/2014/main" id="{E3EA3069-CDC0-45A6-B36D-4F317248C205}"/>
              </a:ext>
            </a:extLst>
          </p:cNvPr>
          <p:cNvSpPr>
            <a:spLocks xmlns:a="http://schemas.openxmlformats.org/drawingml/2006/main" noGrp="1"/>
          </p:cNvSpPr>
          <p:nvPr/>
        </p:nvSpPr>
        <p:spPr>
          <a:xfrm xmlns:a="http://schemas.openxmlformats.org/drawingml/2006/main">
            <a:off x="803910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7663870" name="Rectangle 2086773709">
            <a:extLst xmlns:a="http://schemas.openxmlformats.org/drawingml/2006/main">
              <a:ext uri="{FF2B5EF4-FFF2-40B4-BE49-F238E27FC236}">
                <a16:creationId xmlns:a16="http://schemas.microsoft.com/office/drawing/2014/main" id="{25D47A69-3883-4CE3-A61A-0F3D17866958}"/>
              </a:ext>
            </a:extLst>
          </p:cNvPr>
          <p:cNvSpPr>
            <a:spLocks xmlns:a="http://schemas.openxmlformats.org/drawingml/2006/main" noGrp="1"/>
          </p:cNvSpPr>
          <p:nvPr/>
        </p:nvSpPr>
        <p:spPr>
          <a:xfrm xmlns:a="http://schemas.openxmlformats.org/drawingml/2006/main">
            <a:off x="824865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7C3AED"/>
                </a:solidFill>
              </a:defRPr>
            </a:pPr>
            <a:r>
              <a:rPr sz="2350" b="1">
                <a:solidFill>
                  <a:srgbClr val="7C3AED"/>
                </a:solidFill>
              </a:rPr>
              <a:t>test</a:t>
            </a:r>
          </a:p>
        </p:txBody>
      </p:sp>
      <p:sp>
        <p:nvSpPr>
          <p:cNvPr id="1725917283" name="Rectangle 2025467514">
            <a:extLst xmlns:a="http://schemas.openxmlformats.org/drawingml/2006/main">
              <a:ext uri="{FF2B5EF4-FFF2-40B4-BE49-F238E27FC236}">
                <a16:creationId xmlns:a16="http://schemas.microsoft.com/office/drawing/2014/main" id="{3231CA6C-6223-4115-A059-846375A0DE84}"/>
              </a:ext>
            </a:extLst>
          </p:cNvPr>
          <p:cNvSpPr>
            <a:spLocks xmlns:a="http://schemas.openxmlformats.org/drawingml/2006/main" noGrp="1"/>
          </p:cNvSpPr>
          <p:nvPr/>
        </p:nvSpPr>
        <p:spPr>
          <a:xfrm xmlns:a="http://schemas.openxmlformats.org/drawingml/2006/main">
            <a:off x="826770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estimate final score</a:t>
            </a:r>
          </a:p>
        </p:txBody>
      </p:sp>
      <p:sp>
        <p:nvSpPr>
          <p:cNvPr id="1834053882" name="Rectangle 957358411">
            <a:extLst xmlns:a="http://schemas.openxmlformats.org/drawingml/2006/main">
              <a:ext uri="{FF2B5EF4-FFF2-40B4-BE49-F238E27FC236}">
                <a16:creationId xmlns:a16="http://schemas.microsoft.com/office/drawing/2014/main" id="{AC05CADC-1FA4-438B-B329-1B6187E29B90}"/>
              </a:ext>
            </a:extLst>
          </p:cNvPr>
          <p:cNvSpPr>
            <a:spLocks xmlns:a="http://schemas.openxmlformats.org/drawingml/2006/main" noGrp="1"/>
          </p:cNvSpPr>
          <p:nvPr/>
        </p:nvSpPr>
        <p:spPr>
          <a:xfrm xmlns:a="http://schemas.openxmlformats.org/drawingml/2006/main">
            <a:off x="832485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uses</a:t>
            </a:r>
          </a:p>
        </p:txBody>
      </p:sp>
      <p:sp>
        <p:nvSpPr>
          <p:cNvPr id="1011481443" name="Rectangle 1167683203">
            <a:extLst xmlns:a="http://schemas.openxmlformats.org/drawingml/2006/main">
              <a:ext uri="{FF2B5EF4-FFF2-40B4-BE49-F238E27FC236}">
                <a16:creationId xmlns:a16="http://schemas.microsoft.com/office/drawing/2014/main" id="{46A52BE9-0CFF-4A83-B056-B5997FD67D90}"/>
              </a:ext>
            </a:extLst>
          </p:cNvPr>
          <p:cNvSpPr>
            <a:spLocks xmlns:a="http://schemas.openxmlformats.org/drawingml/2006/main" noGrp="1"/>
          </p:cNvSpPr>
          <p:nvPr/>
        </p:nvSpPr>
        <p:spPr>
          <a:xfrm xmlns:a="http://schemas.openxmlformats.org/drawingml/2006/main">
            <a:off x="904875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unseen examples</a:t>
            </a:r>
          </a:p>
        </p:txBody>
      </p:sp>
      <p:sp>
        <p:nvSpPr>
          <p:cNvPr id="1724356524" name="Straight Connector 935775799">
            <a:extLst xmlns:a="http://schemas.openxmlformats.org/drawingml/2006/main">
              <a:ext uri="{FF2B5EF4-FFF2-40B4-BE49-F238E27FC236}">
                <a16:creationId xmlns:a16="http://schemas.microsoft.com/office/drawing/2014/main" id="{098B2F4B-8CDD-43F7-9759-390F2731536D}"/>
              </a:ext>
            </a:extLst>
          </p:cNvPr>
          <p:cNvSpPr>
            <a:spLocks xmlns:a="http://schemas.openxmlformats.org/drawingml/2006/main" noGrp="1"/>
          </p:cNvSpPr>
          <p:nvPr/>
        </p:nvSpPr>
        <p:spPr>
          <a:xfrm xmlns:a="http://schemas.openxmlformats.org/drawingml/2006/main">
            <a:off x="832485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3944350" name="Rectangle 1650430570">
            <a:extLst xmlns:a="http://schemas.openxmlformats.org/drawingml/2006/main">
              <a:ext uri="{FF2B5EF4-FFF2-40B4-BE49-F238E27FC236}">
                <a16:creationId xmlns:a16="http://schemas.microsoft.com/office/drawing/2014/main" id="{D4CD4AF5-93C4-42C6-B4CD-42912BB6928C}"/>
              </a:ext>
            </a:extLst>
          </p:cNvPr>
          <p:cNvSpPr>
            <a:spLocks xmlns:a="http://schemas.openxmlformats.org/drawingml/2006/main" noGrp="1"/>
          </p:cNvSpPr>
          <p:nvPr/>
        </p:nvSpPr>
        <p:spPr>
          <a:xfrm xmlns:a="http://schemas.openxmlformats.org/drawingml/2006/main">
            <a:off x="832485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affects</a:t>
            </a:r>
          </a:p>
        </p:txBody>
      </p:sp>
      <p:sp>
        <p:nvSpPr>
          <p:cNvPr id="456981741" name="Rectangle 1673598855">
            <a:extLst xmlns:a="http://schemas.openxmlformats.org/drawingml/2006/main">
              <a:ext uri="{FF2B5EF4-FFF2-40B4-BE49-F238E27FC236}">
                <a16:creationId xmlns:a16="http://schemas.microsoft.com/office/drawing/2014/main" id="{A93648C0-4EED-4180-ACED-4E1B6542AEA4}"/>
              </a:ext>
            </a:extLst>
          </p:cNvPr>
          <p:cNvSpPr>
            <a:spLocks xmlns:a="http://schemas.openxmlformats.org/drawingml/2006/main" noGrp="1"/>
          </p:cNvSpPr>
          <p:nvPr/>
        </p:nvSpPr>
        <p:spPr>
          <a:xfrm xmlns:a="http://schemas.openxmlformats.org/drawingml/2006/main">
            <a:off x="904875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nothing</a:t>
            </a:r>
          </a:p>
        </p:txBody>
      </p:sp>
      <p:sp>
        <p:nvSpPr>
          <p:cNvPr id="2038056207" name="Straight Connector 796017482">
            <a:extLst xmlns:a="http://schemas.openxmlformats.org/drawingml/2006/main">
              <a:ext uri="{FF2B5EF4-FFF2-40B4-BE49-F238E27FC236}">
                <a16:creationId xmlns:a16="http://schemas.microsoft.com/office/drawing/2014/main" id="{5C23BA58-3B3C-443C-9809-09510274DFBC}"/>
              </a:ext>
            </a:extLst>
          </p:cNvPr>
          <p:cNvSpPr>
            <a:spLocks xmlns:a="http://schemas.openxmlformats.org/drawingml/2006/main" noGrp="1"/>
          </p:cNvSpPr>
          <p:nvPr/>
        </p:nvSpPr>
        <p:spPr>
          <a:xfrm xmlns:a="http://schemas.openxmlformats.org/drawingml/2006/main">
            <a:off x="832485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7529318" name="Rectangle 150138993">
            <a:extLst xmlns:a="http://schemas.openxmlformats.org/drawingml/2006/main">
              <a:ext uri="{FF2B5EF4-FFF2-40B4-BE49-F238E27FC236}">
                <a16:creationId xmlns:a16="http://schemas.microsoft.com/office/drawing/2014/main" id="{73D360CE-51A2-4067-909B-F228E0B7B83F}"/>
              </a:ext>
            </a:extLst>
          </p:cNvPr>
          <p:cNvSpPr>
            <a:spLocks xmlns:a="http://schemas.openxmlformats.org/drawingml/2006/main" noGrp="1"/>
          </p:cNvSpPr>
          <p:nvPr/>
        </p:nvSpPr>
        <p:spPr>
          <a:xfrm xmlns:a="http://schemas.openxmlformats.org/drawingml/2006/main">
            <a:off x="832485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timing</a:t>
            </a:r>
          </a:p>
        </p:txBody>
      </p:sp>
      <p:sp>
        <p:nvSpPr>
          <p:cNvPr id="864137627" name="Rectangle 1355132477">
            <a:extLst xmlns:a="http://schemas.openxmlformats.org/drawingml/2006/main">
              <a:ext uri="{FF2B5EF4-FFF2-40B4-BE49-F238E27FC236}">
                <a16:creationId xmlns:a16="http://schemas.microsoft.com/office/drawing/2014/main" id="{ED7DC90D-A0C5-4435-A596-DAAF2B114B06}"/>
              </a:ext>
            </a:extLst>
          </p:cNvPr>
          <p:cNvSpPr>
            <a:spLocks xmlns:a="http://schemas.openxmlformats.org/drawingml/2006/main" noGrp="1"/>
          </p:cNvSpPr>
          <p:nvPr/>
        </p:nvSpPr>
        <p:spPr>
          <a:xfrm xmlns:a="http://schemas.openxmlformats.org/drawingml/2006/main">
            <a:off x="904875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after all choices</a:t>
            </a:r>
          </a:p>
        </p:txBody>
      </p:sp>
      <p:sp>
        <p:nvSpPr>
          <p:cNvPr id="901925891" name="Straight Connector 2121780220">
            <a:extLst xmlns:a="http://schemas.openxmlformats.org/drawingml/2006/main">
              <a:ext uri="{FF2B5EF4-FFF2-40B4-BE49-F238E27FC236}">
                <a16:creationId xmlns:a16="http://schemas.microsoft.com/office/drawing/2014/main" id="{2648E4B2-A7FA-4BAF-A720-480959172812}"/>
              </a:ext>
            </a:extLst>
          </p:cNvPr>
          <p:cNvSpPr>
            <a:spLocks xmlns:a="http://schemas.openxmlformats.org/drawingml/2006/main" noGrp="1"/>
          </p:cNvSpPr>
          <p:nvPr/>
        </p:nvSpPr>
        <p:spPr>
          <a:xfrm xmlns:a="http://schemas.openxmlformats.org/drawingml/2006/main">
            <a:off x="4229100"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65013353" name="Straight Connector 835810551">
            <a:extLst xmlns:a="http://schemas.openxmlformats.org/drawingml/2006/main">
              <a:ext uri="{FF2B5EF4-FFF2-40B4-BE49-F238E27FC236}">
                <a16:creationId xmlns:a16="http://schemas.microsoft.com/office/drawing/2014/main" id="{6DFBA36D-CFF1-4D49-BB9B-B30DD9266E56}"/>
              </a:ext>
            </a:extLst>
          </p:cNvPr>
          <p:cNvSpPr>
            <a:spLocks xmlns:a="http://schemas.openxmlformats.org/drawingml/2006/main" noGrp="1"/>
          </p:cNvSpPr>
          <p:nvPr/>
        </p:nvSpPr>
        <p:spPr>
          <a:xfrm xmlns:a="http://schemas.openxmlformats.org/drawingml/2006/main">
            <a:off x="7667625"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04927020" name="Rectangle 1100880979">
            <a:extLst xmlns:a="http://schemas.openxmlformats.org/drawingml/2006/main">
              <a:ext uri="{FF2B5EF4-FFF2-40B4-BE49-F238E27FC236}">
                <a16:creationId xmlns:a16="http://schemas.microsoft.com/office/drawing/2014/main" id="{ABDF674F-8A56-46D4-8FAF-D1C92631EB94}"/>
              </a:ext>
            </a:extLst>
          </p:cNvPr>
          <p:cNvSpPr>
            <a:spLocks xmlns:a="http://schemas.openxmlformats.org/drawingml/2006/main" noGrp="1"/>
          </p:cNvSpPr>
          <p:nvPr/>
        </p:nvSpPr>
        <p:spPr>
          <a:xfrm xmlns:a="http://schemas.openxmlformats.org/drawingml/2006/main">
            <a:off x="2781300" y="5524500"/>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validation is a development check; test is the final check</a:t>
            </a:r>
          </a:p>
        </p:txBody>
      </p:sp>
      <p:sp>
        <p:nvSpPr>
          <p:cNvPr id="786802942" name="Rectangle 1811406449">
            <a:extLst xmlns:a="http://schemas.openxmlformats.org/drawingml/2006/main">
              <a:ext uri="{FF2B5EF4-FFF2-40B4-BE49-F238E27FC236}">
                <a16:creationId xmlns:a16="http://schemas.microsoft.com/office/drawing/2014/main" id="{8B5028D4-2370-47FA-A9BD-7396A4B4163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9</a:t>
            </a:r>
          </a:p>
        </p:txBody>
      </p:sp>
    </p:spTree>
    <p:extLst>
      <p:ext uri="{BB962C8B-B14F-4D97-AF65-F5344CB8AC3E}">
        <p14:creationId xmlns:p14="http://schemas.microsoft.com/office/powerpoint/2010/main" val="1285231443"/>
      </p:ext>
    </p:extLst>
  </p:cSld>
</p:sld>
</file>

<file path=ppt/slides/slide1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77471469" name="Rectangle 854926774">
            <a:extLst xmlns:a="http://schemas.openxmlformats.org/drawingml/2006/main">
              <a:ext uri="{FF2B5EF4-FFF2-40B4-BE49-F238E27FC236}">
                <a16:creationId xmlns:a16="http://schemas.microsoft.com/office/drawing/2014/main" id="{9A4FF58C-BC8D-4CB1-B42F-FA35E665450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868266471" name="Rectangle 1150295720">
            <a:extLst xmlns:a="http://schemas.openxmlformats.org/drawingml/2006/main">
              <a:ext uri="{FF2B5EF4-FFF2-40B4-BE49-F238E27FC236}">
                <a16:creationId xmlns:a16="http://schemas.microsoft.com/office/drawing/2014/main" id="{5F0B04F3-CAAC-4C50-962A-6689F5F522DD}"/>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Train, validation, and test reveal fit quality</a:t>
            </a:r>
          </a:p>
        </p:txBody>
      </p:sp>
      <p:sp>
        <p:nvSpPr>
          <p:cNvPr id="151186299" name="Rectangle: Rounded Corners 2106832513">
            <a:extLst xmlns:a="http://schemas.openxmlformats.org/drawingml/2006/main">
              <a:ext uri="{FF2B5EF4-FFF2-40B4-BE49-F238E27FC236}">
                <a16:creationId xmlns:a16="http://schemas.microsoft.com/office/drawing/2014/main" id="{E2EBAC25-357F-4E90-AC94-01ECF48A717A}"/>
              </a:ext>
            </a:extLst>
          </p:cNvPr>
          <p:cNvSpPr>
            <a:spLocks xmlns:a="http://schemas.openxmlformats.org/drawingml/2006/main" noGrp="1"/>
          </p:cNvSpPr>
          <p:nvPr/>
        </p:nvSpPr>
        <p:spPr>
          <a:xfrm xmlns:a="http://schemas.openxmlformats.org/drawingml/2006/main">
            <a:off x="1162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train</a:t>
            </a:r>
          </a:p>
        </p:txBody>
      </p:sp>
      <p:sp>
        <p:nvSpPr>
          <p:cNvPr id="7024295" name="Rectangle 537144149">
            <a:extLst xmlns:a="http://schemas.openxmlformats.org/drawingml/2006/main">
              <a:ext uri="{FF2B5EF4-FFF2-40B4-BE49-F238E27FC236}">
                <a16:creationId xmlns:a16="http://schemas.microsoft.com/office/drawing/2014/main" id="{39DD42C4-3AD5-4832-B47A-E961CF29C22F}"/>
              </a:ext>
            </a:extLst>
          </p:cNvPr>
          <p:cNvSpPr>
            <a:spLocks xmlns:a="http://schemas.openxmlformats.org/drawingml/2006/main" noGrp="1"/>
          </p:cNvSpPr>
          <p:nvPr/>
        </p:nvSpPr>
        <p:spPr>
          <a:xfrm xmlns:a="http://schemas.openxmlformats.org/drawingml/2006/main">
            <a:off x="1162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fit weights</a:t>
            </a:r>
          </a:p>
        </p:txBody>
      </p:sp>
      <p:sp>
        <p:nvSpPr>
          <p:cNvPr id="1948611698" name="Straight Connector 1844070667">
            <a:extLst xmlns:a="http://schemas.openxmlformats.org/drawingml/2006/main">
              <a:ext uri="{FF2B5EF4-FFF2-40B4-BE49-F238E27FC236}">
                <a16:creationId xmlns:a16="http://schemas.microsoft.com/office/drawing/2014/main" id="{F361F31C-4BCF-44E7-B3F4-F62AD010763A}"/>
              </a:ext>
            </a:extLst>
          </p:cNvPr>
          <p:cNvSpPr>
            <a:spLocks xmlns:a="http://schemas.openxmlformats.org/drawingml/2006/main" noGrp="1"/>
          </p:cNvSpPr>
          <p:nvPr/>
        </p:nvSpPr>
        <p:spPr>
          <a:xfrm xmlns:a="http://schemas.openxmlformats.org/drawingml/2006/main">
            <a:off x="3752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28308343" name="Rectangle: Rounded Corners 1156722812">
            <a:extLst xmlns:a="http://schemas.openxmlformats.org/drawingml/2006/main">
              <a:ext uri="{FF2B5EF4-FFF2-40B4-BE49-F238E27FC236}">
                <a16:creationId xmlns:a16="http://schemas.microsoft.com/office/drawing/2014/main" id="{461CBECB-14AF-4D2C-9A05-725637B70CA8}"/>
              </a:ext>
            </a:extLst>
          </p:cNvPr>
          <p:cNvSpPr>
            <a:spLocks xmlns:a="http://schemas.openxmlformats.org/drawingml/2006/main" noGrp="1"/>
          </p:cNvSpPr>
          <p:nvPr/>
        </p:nvSpPr>
        <p:spPr>
          <a:xfrm xmlns:a="http://schemas.openxmlformats.org/drawingml/2006/main">
            <a:off x="4591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validation</a:t>
            </a:r>
          </a:p>
        </p:txBody>
      </p:sp>
      <p:sp>
        <p:nvSpPr>
          <p:cNvPr id="686545611" name="Rectangle 555957418">
            <a:extLst xmlns:a="http://schemas.openxmlformats.org/drawingml/2006/main">
              <a:ext uri="{FF2B5EF4-FFF2-40B4-BE49-F238E27FC236}">
                <a16:creationId xmlns:a16="http://schemas.microsoft.com/office/drawing/2014/main" id="{3C4607BB-3E7E-4F7E-A6B3-5FC34A5C2B31}"/>
              </a:ext>
            </a:extLst>
          </p:cNvPr>
          <p:cNvSpPr>
            <a:spLocks xmlns:a="http://schemas.openxmlformats.org/drawingml/2006/main" noGrp="1"/>
          </p:cNvSpPr>
          <p:nvPr/>
        </p:nvSpPr>
        <p:spPr>
          <a:xfrm xmlns:a="http://schemas.openxmlformats.org/drawingml/2006/main">
            <a:off x="4591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choose model</a:t>
            </a:r>
          </a:p>
        </p:txBody>
      </p:sp>
      <p:sp>
        <p:nvSpPr>
          <p:cNvPr id="840477521" name="Straight Connector 1221881980">
            <a:extLst xmlns:a="http://schemas.openxmlformats.org/drawingml/2006/main">
              <a:ext uri="{FF2B5EF4-FFF2-40B4-BE49-F238E27FC236}">
                <a16:creationId xmlns:a16="http://schemas.microsoft.com/office/drawing/2014/main" id="{DDA62286-9BD3-47DA-84F4-F7AAC04E5C6A}"/>
              </a:ext>
            </a:extLst>
          </p:cNvPr>
          <p:cNvSpPr>
            <a:spLocks xmlns:a="http://schemas.openxmlformats.org/drawingml/2006/main" noGrp="1"/>
          </p:cNvSpPr>
          <p:nvPr/>
        </p:nvSpPr>
        <p:spPr>
          <a:xfrm xmlns:a="http://schemas.openxmlformats.org/drawingml/2006/main">
            <a:off x="7181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7999932" name="Rectangle: Rounded Corners 942243679">
            <a:extLst xmlns:a="http://schemas.openxmlformats.org/drawingml/2006/main">
              <a:ext uri="{FF2B5EF4-FFF2-40B4-BE49-F238E27FC236}">
                <a16:creationId xmlns:a16="http://schemas.microsoft.com/office/drawing/2014/main" id="{1B191C46-7BA1-4C73-B06E-C956540933A5}"/>
              </a:ext>
            </a:extLst>
          </p:cNvPr>
          <p:cNvSpPr>
            <a:spLocks xmlns:a="http://schemas.openxmlformats.org/drawingml/2006/main" noGrp="1"/>
          </p:cNvSpPr>
          <p:nvPr/>
        </p:nvSpPr>
        <p:spPr>
          <a:xfrm xmlns:a="http://schemas.openxmlformats.org/drawingml/2006/main">
            <a:off x="8020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test</a:t>
            </a:r>
          </a:p>
        </p:txBody>
      </p:sp>
      <p:sp>
        <p:nvSpPr>
          <p:cNvPr id="109728228" name="Rectangle 1558388499">
            <a:extLst xmlns:a="http://schemas.openxmlformats.org/drawingml/2006/main">
              <a:ext uri="{FF2B5EF4-FFF2-40B4-BE49-F238E27FC236}">
                <a16:creationId xmlns:a16="http://schemas.microsoft.com/office/drawing/2014/main" id="{FCD42169-19FE-4D56-A8E6-8DF0E1CBB788}"/>
              </a:ext>
            </a:extLst>
          </p:cNvPr>
          <p:cNvSpPr>
            <a:spLocks xmlns:a="http://schemas.openxmlformats.org/drawingml/2006/main" noGrp="1"/>
          </p:cNvSpPr>
          <p:nvPr/>
        </p:nvSpPr>
        <p:spPr>
          <a:xfrm xmlns:a="http://schemas.openxmlformats.org/drawingml/2006/main">
            <a:off x="8020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final check</a:t>
            </a:r>
          </a:p>
        </p:txBody>
      </p:sp>
      <p:sp>
        <p:nvSpPr>
          <p:cNvPr id="1837458511" name="Rectangle: Rounded Corners 497016789">
            <a:extLst xmlns:a="http://schemas.openxmlformats.org/drawingml/2006/main">
              <a:ext uri="{FF2B5EF4-FFF2-40B4-BE49-F238E27FC236}">
                <a16:creationId xmlns:a16="http://schemas.microsoft.com/office/drawing/2014/main" id="{75211CD5-16C6-43CC-A48F-5DD7CE395164}"/>
              </a:ext>
            </a:extLst>
          </p:cNvPr>
          <p:cNvSpPr>
            <a:spLocks xmlns:a="http://schemas.openxmlformats.org/drawingml/2006/main" noGrp="1"/>
          </p:cNvSpPr>
          <p:nvPr/>
        </p:nvSpPr>
        <p:spPr>
          <a:xfrm xmlns:a="http://schemas.openxmlformats.org/drawingml/2006/main">
            <a:off x="704850" y="2743200"/>
            <a:ext cx="10782300" cy="3314700"/>
          </a:xfrm>
          <a:prstGeom xmlns:a="http://schemas.openxmlformats.org/drawingml/2006/main" prst="roundRect">
            <a:avLst>
              <a:gd name="adj" fmla="val 3448"/>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17087827" name="Straight Connector 944728692">
            <a:extLst xmlns:a="http://schemas.openxmlformats.org/drawingml/2006/main">
              <a:ext uri="{FF2B5EF4-FFF2-40B4-BE49-F238E27FC236}">
                <a16:creationId xmlns:a16="http://schemas.microsoft.com/office/drawing/2014/main" id="{BFD0A25D-938F-48F9-A1D9-22E4E62232CF}"/>
              </a:ext>
            </a:extLst>
          </p:cNvPr>
          <p:cNvSpPr>
            <a:spLocks xmlns:a="http://schemas.openxmlformats.org/drawingml/2006/main" noGrp="1"/>
          </p:cNvSpPr>
          <p:nvPr/>
        </p:nvSpPr>
        <p:spPr>
          <a:xfrm xmlns:a="http://schemas.openxmlformats.org/drawingml/2006/main">
            <a:off x="1143000" y="5648325"/>
            <a:ext cx="9858375"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6294739" name="Straight Connector 492924597">
            <a:extLst xmlns:a="http://schemas.openxmlformats.org/drawingml/2006/main">
              <a:ext uri="{FF2B5EF4-FFF2-40B4-BE49-F238E27FC236}">
                <a16:creationId xmlns:a16="http://schemas.microsoft.com/office/drawing/2014/main" id="{B3680356-2584-4C30-A06A-8FD9056F9F47}"/>
              </a:ext>
            </a:extLst>
          </p:cNvPr>
          <p:cNvSpPr>
            <a:spLocks xmlns:a="http://schemas.openxmlformats.org/drawingml/2006/main" noGrp="1"/>
          </p:cNvSpPr>
          <p:nvPr/>
        </p:nvSpPr>
        <p:spPr>
          <a:xfrm xmlns:a="http://schemas.openxmlformats.org/drawingml/2006/main">
            <a:off x="1143000" y="3124200"/>
            <a:ext cx="9525" cy="25241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74423807" name="Rectangle 1897545627">
            <a:extLst xmlns:a="http://schemas.openxmlformats.org/drawingml/2006/main">
              <a:ext uri="{FF2B5EF4-FFF2-40B4-BE49-F238E27FC236}">
                <a16:creationId xmlns:a16="http://schemas.microsoft.com/office/drawing/2014/main" id="{C1F48733-B394-4ADE-AFCC-D59B7D32EB59}"/>
              </a:ext>
            </a:extLst>
          </p:cNvPr>
          <p:cNvSpPr>
            <a:spLocks xmlns:a="http://schemas.openxmlformats.org/drawingml/2006/main" noGrp="1"/>
          </p:cNvSpPr>
          <p:nvPr/>
        </p:nvSpPr>
        <p:spPr>
          <a:xfrm xmlns:a="http://schemas.openxmlformats.org/drawingml/2006/main">
            <a:off x="4705350" y="576262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model complexity</a:t>
            </a:r>
          </a:p>
        </p:txBody>
      </p:sp>
      <p:sp>
        <p:nvSpPr>
          <p:cNvPr id="173309350" name="Rectangle 567799544">
            <a:extLst xmlns:a="http://schemas.openxmlformats.org/drawingml/2006/main">
              <a:ext uri="{FF2B5EF4-FFF2-40B4-BE49-F238E27FC236}">
                <a16:creationId xmlns:a16="http://schemas.microsoft.com/office/drawing/2014/main" id="{73ABE655-C2F6-49B8-A02E-5F7D57A7B690}"/>
              </a:ext>
            </a:extLst>
          </p:cNvPr>
          <p:cNvSpPr>
            <a:spLocks xmlns:a="http://schemas.openxmlformats.org/drawingml/2006/main" noGrp="1"/>
          </p:cNvSpPr>
          <p:nvPr/>
        </p:nvSpPr>
        <p:spPr>
          <a:xfrm xmlns:a="http://schemas.openxmlformats.org/drawingml/2006/main">
            <a:off x="742950" y="300990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error</a:t>
            </a:r>
          </a:p>
        </p:txBody>
      </p:sp>
      <p:sp>
        <p:nvSpPr>
          <p:cNvPr id="1493713805" name="Rectangle 163568202">
            <a:extLst xmlns:a="http://schemas.openxmlformats.org/drawingml/2006/main">
              <a:ext uri="{FF2B5EF4-FFF2-40B4-BE49-F238E27FC236}">
                <a16:creationId xmlns:a16="http://schemas.microsoft.com/office/drawing/2014/main" id="{EE0984D3-C825-4EB1-8909-8BA6995FF384}"/>
              </a:ext>
            </a:extLst>
          </p:cNvPr>
          <p:cNvSpPr>
            <a:spLocks xmlns:a="http://schemas.openxmlformats.org/drawingml/2006/main" noGrp="1"/>
          </p:cNvSpPr>
          <p:nvPr/>
        </p:nvSpPr>
        <p:spPr>
          <a:xfrm xmlns:a="http://schemas.openxmlformats.org/drawingml/2006/main">
            <a:off x="8934450" y="52578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2563EB"/>
                </a:solidFill>
              </a:defRPr>
            </a:pPr>
            <a:r>
              <a:rPr sz="1500" b="1">
                <a:solidFill>
                  <a:srgbClr val="2563EB"/>
                </a:solidFill>
              </a:rPr>
              <a:t>train error</a:t>
            </a:r>
          </a:p>
        </p:txBody>
      </p:sp>
      <p:sp>
        <p:nvSpPr>
          <p:cNvPr id="844158446" name="Rectangle 1723731144">
            <a:extLst xmlns:a="http://schemas.openxmlformats.org/drawingml/2006/main">
              <a:ext uri="{FF2B5EF4-FFF2-40B4-BE49-F238E27FC236}">
                <a16:creationId xmlns:a16="http://schemas.microsoft.com/office/drawing/2014/main" id="{EAEDB10E-504A-4FFD-A0F2-31D248EFB66D}"/>
              </a:ext>
            </a:extLst>
          </p:cNvPr>
          <p:cNvSpPr>
            <a:spLocks xmlns:a="http://schemas.openxmlformats.org/drawingml/2006/main" noGrp="1"/>
          </p:cNvSpPr>
          <p:nvPr/>
        </p:nvSpPr>
        <p:spPr>
          <a:xfrm xmlns:a="http://schemas.openxmlformats.org/drawingml/2006/main">
            <a:off x="8905875" y="32004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F97316"/>
                </a:solidFill>
              </a:defRPr>
            </a:pPr>
            <a:r>
              <a:rPr sz="1500" b="1">
                <a:solidFill>
                  <a:srgbClr val="F97316"/>
                </a:solidFill>
              </a:rPr>
              <a:t>validation error</a:t>
            </a:r>
          </a:p>
        </p:txBody>
      </p:sp>
      <p:sp>
        <p:nvSpPr>
          <p:cNvPr id="2132478460" name="Rectangle 326786159">
            <a:extLst xmlns:a="http://schemas.openxmlformats.org/drawingml/2006/main">
              <a:ext uri="{FF2B5EF4-FFF2-40B4-BE49-F238E27FC236}">
                <a16:creationId xmlns:a16="http://schemas.microsoft.com/office/drawing/2014/main" id="{C9DE5138-09DF-4F02-B628-92EDED6ED3FE}"/>
              </a:ext>
            </a:extLst>
          </p:cNvPr>
          <p:cNvSpPr>
            <a:spLocks xmlns:a="http://schemas.openxmlformats.org/drawingml/2006/main" noGrp="1"/>
          </p:cNvSpPr>
          <p:nvPr/>
        </p:nvSpPr>
        <p:spPr>
          <a:xfrm xmlns:a="http://schemas.openxmlformats.org/drawingml/2006/main">
            <a:off x="76200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underfitting</a:t>
            </a:r>
          </a:p>
        </p:txBody>
      </p:sp>
      <p:sp>
        <p:nvSpPr>
          <p:cNvPr id="28423262" name="Rectangle 1482802785">
            <a:extLst xmlns:a="http://schemas.openxmlformats.org/drawingml/2006/main">
              <a:ext uri="{FF2B5EF4-FFF2-40B4-BE49-F238E27FC236}">
                <a16:creationId xmlns:a16="http://schemas.microsoft.com/office/drawing/2014/main" id="{05A74C1C-D5DD-4F1E-A931-6FD6D8A46EF8}"/>
              </a:ext>
            </a:extLst>
          </p:cNvPr>
          <p:cNvSpPr>
            <a:spLocks xmlns:a="http://schemas.openxmlformats.org/drawingml/2006/main" noGrp="1"/>
          </p:cNvSpPr>
          <p:nvPr/>
        </p:nvSpPr>
        <p:spPr>
          <a:xfrm xmlns:a="http://schemas.openxmlformats.org/drawingml/2006/main">
            <a:off x="76200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both errors high</a:t>
            </a:r>
          </a:p>
        </p:txBody>
      </p:sp>
      <p:sp>
        <p:nvSpPr>
          <p:cNvPr id="260825445" name="Rectangle 947956942">
            <a:extLst xmlns:a="http://schemas.openxmlformats.org/drawingml/2006/main">
              <a:ext uri="{FF2B5EF4-FFF2-40B4-BE49-F238E27FC236}">
                <a16:creationId xmlns:a16="http://schemas.microsoft.com/office/drawing/2014/main" id="{67D282C5-9E3F-418B-8707-9DCBE74028E3}"/>
              </a:ext>
            </a:extLst>
          </p:cNvPr>
          <p:cNvSpPr>
            <a:spLocks xmlns:a="http://schemas.openxmlformats.org/drawingml/2006/main" noGrp="1"/>
          </p:cNvSpPr>
          <p:nvPr/>
        </p:nvSpPr>
        <p:spPr>
          <a:xfrm xmlns:a="http://schemas.openxmlformats.org/drawingml/2006/main">
            <a:off x="428625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best fit</a:t>
            </a:r>
          </a:p>
        </p:txBody>
      </p:sp>
      <p:sp>
        <p:nvSpPr>
          <p:cNvPr id="1067135064" name="Rectangle 2016319604">
            <a:extLst xmlns:a="http://schemas.openxmlformats.org/drawingml/2006/main">
              <a:ext uri="{FF2B5EF4-FFF2-40B4-BE49-F238E27FC236}">
                <a16:creationId xmlns:a16="http://schemas.microsoft.com/office/drawing/2014/main" id="{708A149B-7F53-430C-84D4-711865356D7E}"/>
              </a:ext>
            </a:extLst>
          </p:cNvPr>
          <p:cNvSpPr>
            <a:spLocks xmlns:a="http://schemas.openxmlformats.org/drawingml/2006/main" noGrp="1"/>
          </p:cNvSpPr>
          <p:nvPr/>
        </p:nvSpPr>
        <p:spPr>
          <a:xfrm xmlns:a="http://schemas.openxmlformats.org/drawingml/2006/main">
            <a:off x="428625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validation lowest</a:t>
            </a:r>
          </a:p>
        </p:txBody>
      </p:sp>
      <p:sp>
        <p:nvSpPr>
          <p:cNvPr id="1728477876" name="Rectangle 759240474">
            <a:extLst xmlns:a="http://schemas.openxmlformats.org/drawingml/2006/main">
              <a:ext uri="{FF2B5EF4-FFF2-40B4-BE49-F238E27FC236}">
                <a16:creationId xmlns:a16="http://schemas.microsoft.com/office/drawing/2014/main" id="{9F959CE0-6D3A-411F-B778-17DB9823801B}"/>
              </a:ext>
            </a:extLst>
          </p:cNvPr>
          <p:cNvSpPr>
            <a:spLocks xmlns:a="http://schemas.openxmlformats.org/drawingml/2006/main" noGrp="1"/>
          </p:cNvSpPr>
          <p:nvPr/>
        </p:nvSpPr>
        <p:spPr>
          <a:xfrm xmlns:a="http://schemas.openxmlformats.org/drawingml/2006/main">
            <a:off x="7591425"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overfitting</a:t>
            </a:r>
          </a:p>
        </p:txBody>
      </p:sp>
      <p:sp>
        <p:nvSpPr>
          <p:cNvPr id="1938232591" name="Rectangle 1102304899">
            <a:extLst xmlns:a="http://schemas.openxmlformats.org/drawingml/2006/main">
              <a:ext uri="{FF2B5EF4-FFF2-40B4-BE49-F238E27FC236}">
                <a16:creationId xmlns:a16="http://schemas.microsoft.com/office/drawing/2014/main" id="{640C5DED-A0BA-417E-BC9A-5CEB44AA0945}"/>
              </a:ext>
            </a:extLst>
          </p:cNvPr>
          <p:cNvSpPr>
            <a:spLocks xmlns:a="http://schemas.openxmlformats.org/drawingml/2006/main" noGrp="1"/>
          </p:cNvSpPr>
          <p:nvPr/>
        </p:nvSpPr>
        <p:spPr>
          <a:xfrm xmlns:a="http://schemas.openxmlformats.org/drawingml/2006/main">
            <a:off x="7591425"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gap opens</a:t>
            </a:r>
          </a:p>
        </p:txBody>
      </p:sp>
      <p:sp>
        <p:nvSpPr>
          <p:cNvPr id="573143246" name="Rectangle 1141042966">
            <a:extLst xmlns:a="http://schemas.openxmlformats.org/drawingml/2006/main">
              <a:ext uri="{FF2B5EF4-FFF2-40B4-BE49-F238E27FC236}">
                <a16:creationId xmlns:a16="http://schemas.microsoft.com/office/drawing/2014/main" id="{7DB0A955-564A-43F8-A20D-F1439B9F870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10</a:t>
            </a:r>
          </a:p>
        </p:txBody>
      </p:sp>
      <p:sp>
        <p:nvSpPr>
          <p:cNvPr id="275795705" name="solidguide_normal">
            <a:extLst xmlns:a="http://schemas.openxmlformats.org/drawingml/2006/main">
              <a:ext uri="{FF2B5EF4-FFF2-40B4-BE49-F238E27FC236}">
                <a16:creationId xmlns:a16="http://schemas.microsoft.com/office/drawing/2014/main" id="{A84E92AB-3C21-44DD-8F67-B3B937558D23}"/>
              </a:ext>
            </a:extLst>
          </p:cNvPr>
          <p:cNvSpPr>
            <a:spLocks xmlns:a="http://schemas.openxmlformats.org/drawingml/2006/main" noGrp="1"/>
          </p:cNvSpPr>
          <p:nvPr/>
        </p:nvSpPr>
        <p:spPr>
          <a:xfrm xmlns:a="http://schemas.openxmlformats.org/drawingml/2006/main">
            <a:off x="1857375" y="3200400"/>
            <a:ext cx="9525" cy="2447925"/>
          </a:xfrm>
          <a:prstGeom xmlns:a="http://schemas.openxmlformats.org/drawingml/2006/main" prst="line">
            <a:avLst/>
          </a:prstGeom>
          <a:noFill xmlns:a="http://schemas.openxmlformats.org/drawingml/2006/main"/>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29107033" name="solidguide_normal">
            <a:extLst xmlns:a="http://schemas.openxmlformats.org/drawingml/2006/main">
              <a:ext uri="{FF2B5EF4-FFF2-40B4-BE49-F238E27FC236}">
                <a16:creationId xmlns:a16="http://schemas.microsoft.com/office/drawing/2014/main" id="{269EDEFE-2F9A-4AA9-AFDB-0C801BA092EE}"/>
              </a:ext>
            </a:extLst>
          </p:cNvPr>
          <p:cNvSpPr>
            <a:spLocks xmlns:a="http://schemas.openxmlformats.org/drawingml/2006/main" noGrp="1"/>
          </p:cNvSpPr>
          <p:nvPr/>
        </p:nvSpPr>
        <p:spPr>
          <a:xfrm xmlns:a="http://schemas.openxmlformats.org/drawingml/2006/main">
            <a:off x="5381625" y="3200400"/>
            <a:ext cx="9525" cy="2447925"/>
          </a:xfrm>
          <a:prstGeom xmlns:a="http://schemas.openxmlformats.org/drawingml/2006/main" prst="line">
            <a:avLst/>
          </a:prstGeom>
          <a:noFill xmlns:a="http://schemas.openxmlformats.org/drawingml/2006/main"/>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32478488" name="Graphic 2106832541"/>
          <p:cNvPicPr>
            <a:picLocks xmlns:a="http://schemas.openxmlformats.org/drawingml/2006/main" noChangeAspect="1"/>
          </p:cNvPicPr>
          <p:nvPr/>
        </p:nvPicPr>
        <p:blipFill rotWithShape="1">
          <a:blip xmlns:r="http://schemas.openxmlformats.org/officeDocument/2006/relationships" xmlns:a="http://schemas.openxmlformats.org/drawingml/2006/main" r:embed="R71e0ef01206b4212">
            <a:extLst>
              <a:ext uri="{96DAC541-7B7A-43D3-8B79-37D633B846F1}">
                <asvg:svgBlip xmlns:asvg="http://schemas.microsoft.com/office/drawing/2016/SVG/main" r:embed="R74abf71b76b740d1"/>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527384361"/>
      </p:ext>
    </p:extLst>
  </p:cSld>
</p:sld>
</file>

<file path=ppt/slides/slide1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1841443" name="Rectangle 1470283906">
            <a:extLst xmlns:a="http://schemas.openxmlformats.org/drawingml/2006/main">
              <a:ext uri="{FF2B5EF4-FFF2-40B4-BE49-F238E27FC236}">
                <a16:creationId xmlns:a16="http://schemas.microsoft.com/office/drawing/2014/main" id="{259EDAAA-D29F-4C9E-AAE8-0F802E91339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Partial derivatives</a:t>
            </a:r>
          </a:p>
        </p:txBody>
      </p:sp>
      <p:sp>
        <p:nvSpPr>
          <p:cNvPr id="1345927107" name="Rectangle 843139879">
            <a:extLst xmlns:a="http://schemas.openxmlformats.org/drawingml/2006/main">
              <a:ext uri="{FF2B5EF4-FFF2-40B4-BE49-F238E27FC236}">
                <a16:creationId xmlns:a16="http://schemas.microsoft.com/office/drawing/2014/main" id="{E8662B85-71EC-46FF-B502-8555EED7E777}"/>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Partial derivatives: one variable at a time</a:t>
            </a:r>
          </a:p>
        </p:txBody>
      </p:sp>
      <p:sp>
        <p:nvSpPr>
          <p:cNvPr id="120099592" name="Rectangle: Rounded Corners 441777437">
            <a:extLst xmlns:a="http://schemas.openxmlformats.org/drawingml/2006/main">
              <a:ext uri="{FF2B5EF4-FFF2-40B4-BE49-F238E27FC236}">
                <a16:creationId xmlns:a16="http://schemas.microsoft.com/office/drawing/2014/main" id="{6C303396-5E8F-4AFE-8863-6732F85B612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17230977" name="Picture 1856458312"/>
          <p:cNvPicPr>
            <a:picLocks xmlns:a="http://schemas.openxmlformats.org/drawingml/2006/main" noChangeAspect="1"/>
          </p:cNvPicPr>
          <p:nvPr/>
        </p:nvPicPr>
        <p:blipFill rotWithShape="1">
          <a:blip xmlns:r="http://schemas.openxmlformats.org/officeDocument/2006/relationships" xmlns:a="http://schemas.openxmlformats.org/drawingml/2006/main" r:embed="R39191f987e194e7e"/>
          <a:stretch xmlns:a="http://schemas.openxmlformats.org/drawingml/2006/main"/>
        </p:blipFill>
        <p:spPr>
          <a:xfrm xmlns:a="http://schemas.openxmlformats.org/drawingml/2006/main">
            <a:off x="1095375" y="1631156"/>
            <a:ext cx="10001250" cy="1785938"/>
          </a:xfrm>
          <a:prstGeom xmlns:a="http://schemas.openxmlformats.org/drawingml/2006/main" prst="rect">
            <a:avLst/>
          </a:prstGeom>
        </p:spPr>
      </p:pic>
      <p:sp>
        <p:nvSpPr>
          <p:cNvPr id="1989692232" name="Oval 1369448292">
            <a:extLst xmlns:a="http://schemas.openxmlformats.org/drawingml/2006/main">
              <a:ext uri="{FF2B5EF4-FFF2-40B4-BE49-F238E27FC236}">
                <a16:creationId xmlns:a16="http://schemas.microsoft.com/office/drawing/2014/main" id="{244B18E3-7327-4FF6-B7D5-54CE25E6FBE0}"/>
              </a:ext>
            </a:extLst>
          </p:cNvPr>
          <p:cNvSpPr>
            <a:spLocks xmlns:a="http://schemas.openxmlformats.org/drawingml/2006/main" noGrp="1"/>
          </p:cNvSpPr>
          <p:nvPr/>
        </p:nvSpPr>
        <p:spPr>
          <a:xfrm xmlns:a="http://schemas.openxmlformats.org/drawingml/2006/main">
            <a:off x="1524000" y="3905250"/>
            <a:ext cx="552450" cy="552450"/>
          </a:xfrm>
          <a:prstGeom xmlns:a="http://schemas.openxmlformats.org/drawingml/2006/main" prst="ellipse">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2563EB"/>
                </a:solidFill>
              </a:defRPr>
            </a:pPr>
            <a:r>
              <a:rPr sz="1950" b="1">
                <a:solidFill>
                  <a:srgbClr val="2563EB"/>
                </a:solidFill>
              </a:rPr>
              <a:t>1</a:t>
            </a:r>
          </a:p>
        </p:txBody>
      </p:sp>
      <p:sp>
        <p:nvSpPr>
          <p:cNvPr id="1885472363" name="Rectangle 119453285">
            <a:extLst xmlns:a="http://schemas.openxmlformats.org/drawingml/2006/main">
              <a:ext uri="{FF2B5EF4-FFF2-40B4-BE49-F238E27FC236}">
                <a16:creationId xmlns:a16="http://schemas.microsoft.com/office/drawing/2014/main" id="{3AB432ED-35D7-4479-8215-77B7592B21D4}"/>
              </a:ext>
            </a:extLst>
          </p:cNvPr>
          <p:cNvSpPr>
            <a:spLocks xmlns:a="http://schemas.openxmlformats.org/drawingml/2006/main" noGrp="1"/>
          </p:cNvSpPr>
          <p:nvPr/>
        </p:nvSpPr>
        <p:spPr>
          <a:xfrm xmlns:a="http://schemas.openxmlformats.org/drawingml/2006/main">
            <a:off x="2238375" y="40005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Choose the variable</a:t>
            </a:r>
          </a:p>
        </p:txBody>
      </p:sp>
      <p:sp>
        <p:nvSpPr>
          <p:cNvPr id="1790763277" name="Oval 1329949566">
            <a:extLst xmlns:a="http://schemas.openxmlformats.org/drawingml/2006/main">
              <a:ext uri="{FF2B5EF4-FFF2-40B4-BE49-F238E27FC236}">
                <a16:creationId xmlns:a16="http://schemas.microsoft.com/office/drawing/2014/main" id="{681A9DA1-D3C1-4300-B702-CA9E1EE45645}"/>
              </a:ext>
            </a:extLst>
          </p:cNvPr>
          <p:cNvSpPr>
            <a:spLocks xmlns:a="http://schemas.openxmlformats.org/drawingml/2006/main" noGrp="1"/>
          </p:cNvSpPr>
          <p:nvPr/>
        </p:nvSpPr>
        <p:spPr>
          <a:xfrm xmlns:a="http://schemas.openxmlformats.org/drawingml/2006/main">
            <a:off x="1524000" y="4714875"/>
            <a:ext cx="552450" cy="552450"/>
          </a:xfrm>
          <a:prstGeom xmlns:a="http://schemas.openxmlformats.org/drawingml/2006/main" prst="ellipse">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F97316"/>
                </a:solidFill>
              </a:defRPr>
            </a:pPr>
            <a:r>
              <a:rPr sz="1950" b="1">
                <a:solidFill>
                  <a:srgbClr val="F97316"/>
                </a:solidFill>
              </a:rPr>
              <a:t>2</a:t>
            </a:r>
          </a:p>
        </p:txBody>
      </p:sp>
      <p:sp>
        <p:nvSpPr>
          <p:cNvPr id="571377471" name="Rectangle 1856458307">
            <a:extLst xmlns:a="http://schemas.openxmlformats.org/drawingml/2006/main">
              <a:ext uri="{FF2B5EF4-FFF2-40B4-BE49-F238E27FC236}">
                <a16:creationId xmlns:a16="http://schemas.microsoft.com/office/drawing/2014/main" id="{A4273B2A-AB12-49B9-8081-6BF649A01BEB}"/>
              </a:ext>
            </a:extLst>
          </p:cNvPr>
          <p:cNvSpPr>
            <a:spLocks xmlns:a="http://schemas.openxmlformats.org/drawingml/2006/main" noGrp="1"/>
          </p:cNvSpPr>
          <p:nvPr/>
        </p:nvSpPr>
        <p:spPr>
          <a:xfrm xmlns:a="http://schemas.openxmlformats.org/drawingml/2006/main">
            <a:off x="2238375" y="4810125"/>
            <a:ext cx="4619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Treat the other variable as a constant</a:t>
            </a:r>
          </a:p>
        </p:txBody>
      </p:sp>
      <p:sp>
        <p:nvSpPr>
          <p:cNvPr id="1171923797" name="Oval 167515331">
            <a:extLst xmlns:a="http://schemas.openxmlformats.org/drawingml/2006/main">
              <a:ext uri="{FF2B5EF4-FFF2-40B4-BE49-F238E27FC236}">
                <a16:creationId xmlns:a16="http://schemas.microsoft.com/office/drawing/2014/main" id="{26DD4DBE-EFA2-4A25-96BA-B8DD199E0BA8}"/>
              </a:ext>
            </a:extLst>
          </p:cNvPr>
          <p:cNvSpPr>
            <a:spLocks xmlns:a="http://schemas.openxmlformats.org/drawingml/2006/main" noGrp="1"/>
          </p:cNvSpPr>
          <p:nvPr/>
        </p:nvSpPr>
        <p:spPr>
          <a:xfrm xmlns:a="http://schemas.openxmlformats.org/drawingml/2006/main">
            <a:off x="7239000" y="4305300"/>
            <a:ext cx="552450" cy="552450"/>
          </a:xfrm>
          <a:prstGeom xmlns:a="http://schemas.openxmlformats.org/drawingml/2006/main" prst="ellipse">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3</a:t>
            </a:r>
          </a:p>
        </p:txBody>
      </p:sp>
      <p:sp>
        <p:nvSpPr>
          <p:cNvPr id="2017230972" name="Rectangle 324280658">
            <a:extLst xmlns:a="http://schemas.openxmlformats.org/drawingml/2006/main">
              <a:ext uri="{FF2B5EF4-FFF2-40B4-BE49-F238E27FC236}">
                <a16:creationId xmlns:a16="http://schemas.microsoft.com/office/drawing/2014/main" id="{7A1A28AE-AAAE-40BD-A874-18B5A54DE244}"/>
              </a:ext>
            </a:extLst>
          </p:cNvPr>
          <p:cNvSpPr>
            <a:spLocks xmlns:a="http://schemas.openxmlformats.org/drawingml/2006/main" noGrp="1"/>
          </p:cNvSpPr>
          <p:nvPr/>
        </p:nvSpPr>
        <p:spPr>
          <a:xfrm xmlns:a="http://schemas.openxmlformats.org/drawingml/2006/main">
            <a:off x="7953375" y="44005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Differentiate normally</a:t>
            </a:r>
          </a:p>
        </p:txBody>
      </p:sp>
      <p:sp>
        <p:nvSpPr>
          <p:cNvPr id="1563990702" name="Rectangle 220100613">
            <a:extLst xmlns:a="http://schemas.openxmlformats.org/drawingml/2006/main">
              <a:ext uri="{FF2B5EF4-FFF2-40B4-BE49-F238E27FC236}">
                <a16:creationId xmlns:a16="http://schemas.microsoft.com/office/drawing/2014/main" id="{EDD055B7-A4B5-4BA6-9CAF-CD251397232B}"/>
              </a:ext>
            </a:extLst>
          </p:cNvPr>
          <p:cNvSpPr>
            <a:spLocks xmlns:a="http://schemas.openxmlformats.org/drawingml/2006/main" noGrp="1"/>
          </p:cNvSpPr>
          <p:nvPr/>
        </p:nvSpPr>
        <p:spPr>
          <a:xfrm xmlns:a="http://schemas.openxmlformats.org/drawingml/2006/main">
            <a:off x="2333625" y="5715000"/>
            <a:ext cx="752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Partial derivative = slope with respect to one variable.</a:t>
            </a:r>
          </a:p>
        </p:txBody>
      </p:sp>
      <p:sp>
        <p:nvSpPr>
          <p:cNvPr id="1045836965" name="Rectangle 1638243303">
            <a:extLst xmlns:a="http://schemas.openxmlformats.org/drawingml/2006/main">
              <a:ext uri="{FF2B5EF4-FFF2-40B4-BE49-F238E27FC236}">
                <a16:creationId xmlns:a16="http://schemas.microsoft.com/office/drawing/2014/main" id="{A1D5BE62-BD80-4F97-9E33-E699BC9DA06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11</a:t>
            </a:r>
          </a:p>
        </p:txBody>
      </p:sp>
    </p:spTree>
    <p:extLst>
      <p:ext uri="{BB962C8B-B14F-4D97-AF65-F5344CB8AC3E}">
        <p14:creationId xmlns:p14="http://schemas.microsoft.com/office/powerpoint/2010/main" val="515955730"/>
      </p:ext>
    </p:extLst>
  </p:cSld>
</p:sld>
</file>

<file path=ppt/slides/slide1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18740754" name="Rectangle 914741475">
            <a:extLst xmlns:a="http://schemas.openxmlformats.org/drawingml/2006/main">
              <a:ext uri="{FF2B5EF4-FFF2-40B4-BE49-F238E27FC236}">
                <a16:creationId xmlns:a16="http://schemas.microsoft.com/office/drawing/2014/main" id="{650F6849-8206-47BB-9F9C-D2B90C136B4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Gradient descent</a:t>
            </a:r>
          </a:p>
        </p:txBody>
      </p:sp>
      <p:sp>
        <p:nvSpPr>
          <p:cNvPr id="1535220702" name="Rectangle 763526406">
            <a:extLst xmlns:a="http://schemas.openxmlformats.org/drawingml/2006/main">
              <a:ext uri="{FF2B5EF4-FFF2-40B4-BE49-F238E27FC236}">
                <a16:creationId xmlns:a16="http://schemas.microsoft.com/office/drawing/2014/main" id="{73BAC1C2-A246-4114-872E-FBE37AF9E35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Gradient descent changes w and b</a:t>
            </a:r>
          </a:p>
        </p:txBody>
      </p:sp>
      <p:sp>
        <p:nvSpPr>
          <p:cNvPr id="1508192486" name="Rectangle: Rounded Corners 611293625">
            <a:extLst xmlns:a="http://schemas.openxmlformats.org/drawingml/2006/main">
              <a:ext uri="{FF2B5EF4-FFF2-40B4-BE49-F238E27FC236}">
                <a16:creationId xmlns:a16="http://schemas.microsoft.com/office/drawing/2014/main" id="{D3B61F33-DA2B-46A7-9B3A-2D8FCF7033C4}"/>
              </a:ext>
            </a:extLst>
          </p:cNvPr>
          <p:cNvSpPr>
            <a:spLocks xmlns:a="http://schemas.openxmlformats.org/drawingml/2006/main" noGrp="1"/>
          </p:cNvSpPr>
          <p:nvPr/>
        </p:nvSpPr>
        <p:spPr>
          <a:xfrm xmlns:a="http://schemas.openxmlformats.org/drawingml/2006/main">
            <a:off x="591978" y="1553542"/>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99012373" name="Picture 1922458406"/>
          <p:cNvPicPr>
            <a:picLocks xmlns:a="http://schemas.openxmlformats.org/drawingml/2006/main" noChangeAspect="1"/>
          </p:cNvPicPr>
          <p:nvPr/>
        </p:nvPicPr>
        <p:blipFill rotWithShape="1">
          <a:blip xmlns:r="http://schemas.openxmlformats.org/officeDocument/2006/relationships" xmlns:a="http://schemas.openxmlformats.org/drawingml/2006/main" r:embed="Rb49e2aa71f414dac"/>
          <a:stretch xmlns:a="http://schemas.openxmlformats.org/drawingml/2006/main"/>
        </p:blipFill>
        <p:spPr>
          <a:xfrm xmlns:a="http://schemas.openxmlformats.org/drawingml/2006/main">
            <a:off x="1809750" y="1575006"/>
            <a:ext cx="8048625" cy="659987"/>
          </a:xfrm>
          <a:prstGeom xmlns:a="http://schemas.openxmlformats.org/drawingml/2006/main" prst="rect">
            <a:avLst/>
          </a:prstGeom>
        </p:spPr>
      </p:pic>
      <p:sp>
        <p:nvSpPr>
          <p:cNvPr id="540815172" name="Straight Connector 1032169778">
            <a:extLst xmlns:a="http://schemas.openxmlformats.org/drawingml/2006/main">
              <a:ext uri="{FF2B5EF4-FFF2-40B4-BE49-F238E27FC236}">
                <a16:creationId xmlns:a16="http://schemas.microsoft.com/office/drawing/2014/main" id="{0FDBB351-E49E-40E2-BFCA-45E45A2C0E43}"/>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29150655" name="Straight Connector 1768100698">
            <a:extLst xmlns:a="http://schemas.openxmlformats.org/drawingml/2006/main">
              <a:ext uri="{FF2B5EF4-FFF2-40B4-BE49-F238E27FC236}">
                <a16:creationId xmlns:a16="http://schemas.microsoft.com/office/drawing/2014/main" id="{5A939132-BD95-44DF-8307-FCBB956DBD84}"/>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5380186" name="Rectangle 1922458400">
            <a:extLst xmlns:a="http://schemas.openxmlformats.org/drawingml/2006/main">
              <a:ext uri="{FF2B5EF4-FFF2-40B4-BE49-F238E27FC236}">
                <a16:creationId xmlns:a16="http://schemas.microsoft.com/office/drawing/2014/main" id="{4CC290E8-1133-4BC8-8945-0A03C653E617}"/>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205492818" name="Rectangle 1402654062">
            <a:extLst xmlns:a="http://schemas.openxmlformats.org/drawingml/2006/main">
              <a:ext uri="{FF2B5EF4-FFF2-40B4-BE49-F238E27FC236}">
                <a16:creationId xmlns:a16="http://schemas.microsoft.com/office/drawing/2014/main" id="{2C8FC10D-A1E1-480A-8EB7-FAEAC6D2EB2E}"/>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2032367451" name="Oval 1006697960">
            <a:extLst xmlns:a="http://schemas.openxmlformats.org/drawingml/2006/main">
              <a:ext uri="{FF2B5EF4-FFF2-40B4-BE49-F238E27FC236}">
                <a16:creationId xmlns:a16="http://schemas.microsoft.com/office/drawing/2014/main" id="{1D0C7A0B-9602-4D19-B99C-3D09B3D72627}"/>
              </a:ext>
            </a:extLst>
          </p:cNvPr>
          <p:cNvSpPr>
            <a:spLocks xmlns:a="http://schemas.openxmlformats.org/drawingml/2006/main" noGrp="1"/>
          </p:cNvSpPr>
          <p:nvPr/>
        </p:nvSpPr>
        <p:spPr>
          <a:xfrm xmlns:a="http://schemas.openxmlformats.org/drawingml/2006/main">
            <a:off x="7429500" y="4289362"/>
            <a:ext cx="247650" cy="24765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99012367" name="Straight Connector 772079832">
            <a:extLst xmlns:a="http://schemas.openxmlformats.org/drawingml/2006/main">
              <a:ext uri="{FF2B5EF4-FFF2-40B4-BE49-F238E27FC236}">
                <a16:creationId xmlns:a16="http://schemas.microsoft.com/office/drawing/2014/main" id="{DDBA48AC-67C5-4BEF-93E0-F0143F20009F}"/>
              </a:ext>
            </a:extLst>
          </p:cNvPr>
          <p:cNvSpPr>
            <a:spLocks xmlns:a="http://schemas.openxmlformats.org/drawingml/2006/main" noGrp="1"/>
          </p:cNvSpPr>
          <p:nvPr/>
        </p:nvSpPr>
        <p:spPr>
          <a:xfrm xmlns:a="http://schemas.openxmlformats.org/drawingml/2006/main" flipV="1">
            <a:off x="6414849" y="3724072"/>
            <a:ext cx="2314813" cy="14109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75316092" name="Oval 1493081963">
            <a:extLst xmlns:a="http://schemas.openxmlformats.org/drawingml/2006/main">
              <a:ext uri="{FF2B5EF4-FFF2-40B4-BE49-F238E27FC236}">
                <a16:creationId xmlns:a16="http://schemas.microsoft.com/office/drawing/2014/main" id="{7402575C-2B94-4B64-A962-3DA7DCA35066}"/>
              </a:ext>
            </a:extLst>
          </p:cNvPr>
          <p:cNvSpPr>
            <a:spLocks xmlns:a="http://schemas.openxmlformats.org/drawingml/2006/main" noGrp="1"/>
          </p:cNvSpPr>
          <p:nvPr/>
        </p:nvSpPr>
        <p:spPr>
          <a:xfrm xmlns:a="http://schemas.openxmlformats.org/drawingml/2006/main">
            <a:off x="6507480" y="4717034"/>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00290626" name="Oval 1125848367">
            <a:extLst xmlns:a="http://schemas.openxmlformats.org/drawingml/2006/main">
              <a:ext uri="{FF2B5EF4-FFF2-40B4-BE49-F238E27FC236}">
                <a16:creationId xmlns:a16="http://schemas.microsoft.com/office/drawing/2014/main" id="{E9EA1EE3-54C1-4331-B7C1-703AA826FC0F}"/>
              </a:ext>
            </a:extLst>
          </p:cNvPr>
          <p:cNvSpPr>
            <a:spLocks xmlns:a="http://schemas.openxmlformats.org/drawingml/2006/main" noGrp="1"/>
          </p:cNvSpPr>
          <p:nvPr/>
        </p:nvSpPr>
        <p:spPr>
          <a:xfrm xmlns:a="http://schemas.openxmlformats.org/drawingml/2006/main">
            <a:off x="5783580" y="4870704"/>
            <a:ext cx="209550" cy="20955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3633541" name="Rectangle 1431459787">
            <a:extLst xmlns:a="http://schemas.openxmlformats.org/drawingml/2006/main">
              <a:ext uri="{FF2B5EF4-FFF2-40B4-BE49-F238E27FC236}">
                <a16:creationId xmlns:a16="http://schemas.microsoft.com/office/drawing/2014/main" id="{8CE527B4-146A-4850-869D-3E81B30A69A0}"/>
              </a:ext>
            </a:extLst>
          </p:cNvPr>
          <p:cNvSpPr>
            <a:spLocks xmlns:a="http://schemas.openxmlformats.org/drawingml/2006/main" noGrp="1"/>
          </p:cNvSpPr>
          <p:nvPr/>
        </p:nvSpPr>
        <p:spPr>
          <a:xfrm xmlns:a="http://schemas.openxmlformats.org/drawingml/2006/main">
            <a:off x="8458200" y="3560242"/>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tangent line</a:t>
            </a:r>
          </a:p>
        </p:txBody>
      </p:sp>
      <p:sp>
        <p:nvSpPr>
          <p:cNvPr id="1408158895" name="Rectangle 551453139">
            <a:extLst xmlns:a="http://schemas.openxmlformats.org/drawingml/2006/main">
              <a:ext uri="{FF2B5EF4-FFF2-40B4-BE49-F238E27FC236}">
                <a16:creationId xmlns:a16="http://schemas.microsoft.com/office/drawing/2014/main" id="{EC583EDC-E68C-4D98-AFAE-7F8D58BC637D}"/>
              </a:ext>
            </a:extLst>
          </p:cNvPr>
          <p:cNvSpPr>
            <a:spLocks xmlns:a="http://schemas.openxmlformats.org/drawingml/2006/main" noGrp="1"/>
          </p:cNvSpPr>
          <p:nvPr/>
        </p:nvSpPr>
        <p:spPr>
          <a:xfrm xmlns:a="http://schemas.openxmlformats.org/drawingml/2006/main">
            <a:off x="7477125"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lower MSE</a:t>
            </a:r>
          </a:p>
        </p:txBody>
      </p:sp>
      <p:sp>
        <p:nvSpPr>
          <p:cNvPr id="1114797210" name="Rectangle 1387627842">
            <a:extLst xmlns:a="http://schemas.openxmlformats.org/drawingml/2006/main">
              <a:ext uri="{FF2B5EF4-FFF2-40B4-BE49-F238E27FC236}">
                <a16:creationId xmlns:a16="http://schemas.microsoft.com/office/drawing/2014/main" id="{EFE32B9C-B3DC-45EB-AE8E-DCC2B234A35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12</a:t>
            </a:r>
          </a:p>
        </p:txBody>
      </p:sp>
      <p:sp>
        <p:nvSpPr>
          <p:cNvPr id="466426317" name="Straight Connector 1489075409">
            <a:extLst xmlns:a="http://schemas.openxmlformats.org/drawingml/2006/main">
              <a:ext uri="{FF2B5EF4-FFF2-40B4-BE49-F238E27FC236}">
                <a16:creationId xmlns:a16="http://schemas.microsoft.com/office/drawing/2014/main" id="{C1982DD0-2FEF-4A20-B816-0E0842D92DCE}"/>
              </a:ext>
            </a:extLst>
          </p:cNvPr>
          <p:cNvSpPr>
            <a:spLocks xmlns:a="http://schemas.openxmlformats.org/drawingml/2006/main" noGrp="1"/>
          </p:cNvSpPr>
          <p:nvPr/>
        </p:nvSpPr>
        <p:spPr>
          <a:xfrm xmlns:a="http://schemas.openxmlformats.org/drawingml/2006/main" flipV="1">
            <a:off x="5568271" y="4471591"/>
            <a:ext cx="2486111" cy="670593"/>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12739363" name="Straight Connector 768615074">
            <a:extLst xmlns:a="http://schemas.openxmlformats.org/drawingml/2006/main">
              <a:ext uri="{FF2B5EF4-FFF2-40B4-BE49-F238E27FC236}">
                <a16:creationId xmlns:a16="http://schemas.microsoft.com/office/drawing/2014/main" id="{ED8261E0-519D-4CAC-8561-D5FE80509F7C}"/>
              </a:ext>
            </a:extLst>
          </p:cNvPr>
          <p:cNvSpPr>
            <a:spLocks xmlns:a="http://schemas.openxmlformats.org/drawingml/2006/main" noGrp="1"/>
          </p:cNvSpPr>
          <p:nvPr/>
        </p:nvSpPr>
        <p:spPr>
          <a:xfrm xmlns:a="http://schemas.openxmlformats.org/drawingml/2006/main" flipV="1">
            <a:off x="4440555" y="4831981"/>
            <a:ext cx="3076574" cy="276874"/>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99012387" name="Graphic 1922458420"/>
          <p:cNvPicPr>
            <a:picLocks xmlns:a="http://schemas.openxmlformats.org/drawingml/2006/main" noChangeAspect="1"/>
          </p:cNvPicPr>
          <p:nvPr/>
        </p:nvPicPr>
        <p:blipFill rotWithShape="1">
          <a:blip xmlns:r="http://schemas.openxmlformats.org/officeDocument/2006/relationships" xmlns:a="http://schemas.openxmlformats.org/drawingml/2006/main" r:embed="Rdfab02b7f96b44af">
            <a:extLst>
              <a:ext uri="{96DAC541-7B7A-43D3-8B79-37D633B846F1}">
                <asvg:svgBlip xmlns:asvg="http://schemas.microsoft.com/office/drawing/2016/SVG/main" r:embed="R0836e56337844aa0"/>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049718006"/>
      </p:ext>
    </p:extLst>
  </p:cSld>
</p:sld>
</file>

<file path=ppt/slides/slide1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207440" name="Rectangle 151304597">
            <a:extLst xmlns:a="http://schemas.openxmlformats.org/drawingml/2006/main">
              <a:ext uri="{FF2B5EF4-FFF2-40B4-BE49-F238E27FC236}">
                <a16:creationId xmlns:a16="http://schemas.microsoft.com/office/drawing/2014/main" id="{7EE0BD0B-9C8B-4336-96A6-FB27EF666F0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Learning rate</a:t>
            </a:r>
          </a:p>
        </p:txBody>
      </p:sp>
      <p:sp>
        <p:nvSpPr>
          <p:cNvPr id="1354806400" name="Rectangle 177396171">
            <a:extLst xmlns:a="http://schemas.openxmlformats.org/drawingml/2006/main">
              <a:ext uri="{FF2B5EF4-FFF2-40B4-BE49-F238E27FC236}">
                <a16:creationId xmlns:a16="http://schemas.microsoft.com/office/drawing/2014/main" id="{6ACECBEC-D116-4B83-A873-52855E9E337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Learning rate controls the step</a:t>
            </a:r>
          </a:p>
        </p:txBody>
      </p:sp>
      <p:sp>
        <p:nvSpPr>
          <p:cNvPr id="1120975090" name="Rectangle: Rounded Corners 960318418">
            <a:extLst xmlns:a="http://schemas.openxmlformats.org/drawingml/2006/main">
              <a:ext uri="{FF2B5EF4-FFF2-40B4-BE49-F238E27FC236}">
                <a16:creationId xmlns:a16="http://schemas.microsoft.com/office/drawing/2014/main" id="{79ADBE44-3DC5-4354-8EA5-EF0D0937ADC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51529569" name="Straight Connector 53979157">
            <a:extLst xmlns:a="http://schemas.openxmlformats.org/drawingml/2006/main">
              <a:ext uri="{FF2B5EF4-FFF2-40B4-BE49-F238E27FC236}">
                <a16:creationId xmlns:a16="http://schemas.microsoft.com/office/drawing/2014/main" id="{0E6BD129-5FB5-4377-9292-D98A2C29AAC5}"/>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3546302" name="Straight Connector 627639122">
            <a:extLst xmlns:a="http://schemas.openxmlformats.org/drawingml/2006/main">
              <a:ext uri="{FF2B5EF4-FFF2-40B4-BE49-F238E27FC236}">
                <a16:creationId xmlns:a16="http://schemas.microsoft.com/office/drawing/2014/main" id="{8F8F9C71-55EF-4937-898C-CB6A135213DE}"/>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5555386" name="Rectangle 466830898">
            <a:extLst xmlns:a="http://schemas.openxmlformats.org/drawingml/2006/main">
              <a:ext uri="{FF2B5EF4-FFF2-40B4-BE49-F238E27FC236}">
                <a16:creationId xmlns:a16="http://schemas.microsoft.com/office/drawing/2014/main" id="{7E9AFB2E-6FEB-41D6-86B3-BDD6BDF79CE1}"/>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583157811" name="Rectangle 1905295987">
            <a:extLst xmlns:a="http://schemas.openxmlformats.org/drawingml/2006/main">
              <a:ext uri="{FF2B5EF4-FFF2-40B4-BE49-F238E27FC236}">
                <a16:creationId xmlns:a16="http://schemas.microsoft.com/office/drawing/2014/main" id="{E6236A4A-C369-4655-A03D-86C2E47D318D}"/>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1159052274" name="Oval 917868853">
            <a:extLst xmlns:a="http://schemas.openxmlformats.org/drawingml/2006/main">
              <a:ext uri="{FF2B5EF4-FFF2-40B4-BE49-F238E27FC236}">
                <a16:creationId xmlns:a16="http://schemas.microsoft.com/office/drawing/2014/main" id="{98CA3FF9-2E38-45F5-B8F9-0E733CB40B1E}"/>
              </a:ext>
            </a:extLst>
          </p:cNvPr>
          <p:cNvSpPr>
            <a:spLocks xmlns:a="http://schemas.openxmlformats.org/drawingml/2006/main" noGrp="1"/>
          </p:cNvSpPr>
          <p:nvPr/>
        </p:nvSpPr>
        <p:spPr>
          <a:xfrm xmlns:a="http://schemas.openxmlformats.org/drawingml/2006/main">
            <a:off x="7574280" y="4205542"/>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66645791" name="Oval 1147861544">
            <a:extLst xmlns:a="http://schemas.openxmlformats.org/drawingml/2006/main">
              <a:ext uri="{FF2B5EF4-FFF2-40B4-BE49-F238E27FC236}">
                <a16:creationId xmlns:a16="http://schemas.microsoft.com/office/drawing/2014/main" id="{E4E6EB56-DC4E-4E6E-89E9-E422976CE6B4}"/>
              </a:ext>
            </a:extLst>
          </p:cNvPr>
          <p:cNvSpPr>
            <a:spLocks xmlns:a="http://schemas.openxmlformats.org/drawingml/2006/main" noGrp="1"/>
          </p:cNvSpPr>
          <p:nvPr/>
        </p:nvSpPr>
        <p:spPr>
          <a:xfrm xmlns:a="http://schemas.openxmlformats.org/drawingml/2006/main">
            <a:off x="7313295" y="4396169"/>
            <a:ext cx="190500" cy="1905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6920378" name="Oval 453648762">
            <a:extLst xmlns:a="http://schemas.openxmlformats.org/drawingml/2006/main">
              <a:ext uri="{FF2B5EF4-FFF2-40B4-BE49-F238E27FC236}">
                <a16:creationId xmlns:a16="http://schemas.microsoft.com/office/drawing/2014/main" id="{7008C374-8ED2-4564-9832-E9A285B4D87C}"/>
              </a:ext>
            </a:extLst>
          </p:cNvPr>
          <p:cNvSpPr>
            <a:spLocks xmlns:a="http://schemas.openxmlformats.org/drawingml/2006/main" noGrp="1"/>
          </p:cNvSpPr>
          <p:nvPr/>
        </p:nvSpPr>
        <p:spPr>
          <a:xfrm xmlns:a="http://schemas.openxmlformats.org/drawingml/2006/main">
            <a:off x="6136005" y="4801807"/>
            <a:ext cx="228600" cy="22860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00118099" name="Oval 1758550888">
            <a:extLst xmlns:a="http://schemas.openxmlformats.org/drawingml/2006/main">
              <a:ext uri="{FF2B5EF4-FFF2-40B4-BE49-F238E27FC236}">
                <a16:creationId xmlns:a16="http://schemas.microsoft.com/office/drawing/2014/main" id="{27E42079-72A1-4633-8135-F0DDF5864A65}"/>
              </a:ext>
            </a:extLst>
          </p:cNvPr>
          <p:cNvSpPr>
            <a:spLocks xmlns:a="http://schemas.openxmlformats.org/drawingml/2006/main" noGrp="1"/>
          </p:cNvSpPr>
          <p:nvPr/>
        </p:nvSpPr>
        <p:spPr>
          <a:xfrm xmlns:a="http://schemas.openxmlformats.org/drawingml/2006/main">
            <a:off x="3819525" y="4578287"/>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90808850" name="Rectangle: Rounded Corners 1781569673">
            <a:extLst xmlns:a="http://schemas.openxmlformats.org/drawingml/2006/main">
              <a:ext uri="{FF2B5EF4-FFF2-40B4-BE49-F238E27FC236}">
                <a16:creationId xmlns:a16="http://schemas.microsoft.com/office/drawing/2014/main" id="{4035735F-2ABF-4979-9FC4-8930E61F8A9D}"/>
              </a:ext>
            </a:extLst>
          </p:cNvPr>
          <p:cNvSpPr>
            <a:spLocks xmlns:a="http://schemas.openxmlformats.org/drawingml/2006/main" noGrp="1"/>
          </p:cNvSpPr>
          <p:nvPr/>
        </p:nvSpPr>
        <p:spPr>
          <a:xfrm xmlns:a="http://schemas.openxmlformats.org/drawingml/2006/main">
            <a:off x="9477375" y="2857500"/>
            <a:ext cx="13335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small α</a:t>
            </a:r>
          </a:p>
        </p:txBody>
      </p:sp>
      <p:sp>
        <p:nvSpPr>
          <p:cNvPr id="275227984" name="Rectangle: Rounded Corners 140372676">
            <a:extLst xmlns:a="http://schemas.openxmlformats.org/drawingml/2006/main">
              <a:ext uri="{FF2B5EF4-FFF2-40B4-BE49-F238E27FC236}">
                <a16:creationId xmlns:a16="http://schemas.microsoft.com/office/drawing/2014/main" id="{93F51887-3C91-425B-BBC6-4A1593A3FB74}"/>
              </a:ext>
            </a:extLst>
          </p:cNvPr>
          <p:cNvSpPr>
            <a:spLocks xmlns:a="http://schemas.openxmlformats.org/drawingml/2006/main" noGrp="1"/>
          </p:cNvSpPr>
          <p:nvPr/>
        </p:nvSpPr>
        <p:spPr>
          <a:xfrm xmlns:a="http://schemas.openxmlformats.org/drawingml/2006/main">
            <a:off x="9477375" y="3571875"/>
            <a:ext cx="133350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good α</a:t>
            </a:r>
          </a:p>
        </p:txBody>
      </p:sp>
      <p:sp>
        <p:nvSpPr>
          <p:cNvPr id="755820553" name="Rectangle: Rounded Corners 457547252">
            <a:extLst xmlns:a="http://schemas.openxmlformats.org/drawingml/2006/main">
              <a:ext uri="{FF2B5EF4-FFF2-40B4-BE49-F238E27FC236}">
                <a16:creationId xmlns:a16="http://schemas.microsoft.com/office/drawing/2014/main" id="{41A8BE6F-D960-4C5A-A6F3-122331914885}"/>
              </a:ext>
            </a:extLst>
          </p:cNvPr>
          <p:cNvSpPr>
            <a:spLocks xmlns:a="http://schemas.openxmlformats.org/drawingml/2006/main" noGrp="1"/>
          </p:cNvSpPr>
          <p:nvPr/>
        </p:nvSpPr>
        <p:spPr>
          <a:xfrm xmlns:a="http://schemas.openxmlformats.org/drawingml/2006/main">
            <a:off x="9477375" y="4286250"/>
            <a:ext cx="13335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too large</a:t>
            </a:r>
          </a:p>
        </p:txBody>
      </p:sp>
      <p:sp>
        <p:nvSpPr>
          <p:cNvPr id="332032988" name="Rectangle 126664147">
            <a:extLst xmlns:a="http://schemas.openxmlformats.org/drawingml/2006/main">
              <a:ext uri="{FF2B5EF4-FFF2-40B4-BE49-F238E27FC236}">
                <a16:creationId xmlns:a16="http://schemas.microsoft.com/office/drawing/2014/main" id="{42D5E4E1-3606-4544-B7E5-AA81CA333D57}"/>
              </a:ext>
            </a:extLst>
          </p:cNvPr>
          <p:cNvSpPr>
            <a:spLocks xmlns:a="http://schemas.openxmlformats.org/drawingml/2006/main" noGrp="1"/>
          </p:cNvSpPr>
          <p:nvPr/>
        </p:nvSpPr>
        <p:spPr>
          <a:xfrm xmlns:a="http://schemas.openxmlformats.org/drawingml/2006/main">
            <a:off x="3048000" y="1733550"/>
            <a:ext cx="533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α is the learning rate</a:t>
            </a:r>
          </a:p>
        </p:txBody>
      </p:sp>
      <p:sp>
        <p:nvSpPr>
          <p:cNvPr id="678621142" name="Rectangle 638283189">
            <a:extLst xmlns:a="http://schemas.openxmlformats.org/drawingml/2006/main">
              <a:ext uri="{FF2B5EF4-FFF2-40B4-BE49-F238E27FC236}">
                <a16:creationId xmlns:a16="http://schemas.microsoft.com/office/drawing/2014/main" id="{6B9ABC3C-B53E-489B-9729-105AE69913A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13</a:t>
            </a:r>
          </a:p>
        </p:txBody>
      </p:sp>
      <p:pic>
        <p:nvPicPr>
          <p:cNvPr id="2051529587" name="Graphic 1905296005"/>
          <p:cNvPicPr>
            <a:picLocks xmlns:a="http://schemas.openxmlformats.org/drawingml/2006/main" noChangeAspect="1"/>
          </p:cNvPicPr>
          <p:nvPr/>
        </p:nvPicPr>
        <p:blipFill rotWithShape="1">
          <a:blip xmlns:r="http://schemas.openxmlformats.org/officeDocument/2006/relationships" xmlns:a="http://schemas.openxmlformats.org/drawingml/2006/main" r:embed="R2c35b7b551e44996"/>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778472220"/>
      </p:ext>
    </p:extLst>
  </p:cSld>
</p:sld>
</file>

<file path=ppt/slides/slide1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51649395" name="Rectangle 1072400785">
            <a:extLst xmlns:a="http://schemas.openxmlformats.org/drawingml/2006/main">
              <a:ext uri="{FF2B5EF4-FFF2-40B4-BE49-F238E27FC236}">
                <a16:creationId xmlns:a16="http://schemas.microsoft.com/office/drawing/2014/main" id="{9265B08E-A826-44E9-96DC-E8C7738F1AE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 search</a:t>
            </a:r>
          </a:p>
        </p:txBody>
      </p:sp>
      <p:sp>
        <p:nvSpPr>
          <p:cNvPr id="1649836015" name="Rectangle 1682929385">
            <a:extLst xmlns:a="http://schemas.openxmlformats.org/drawingml/2006/main">
              <a:ext uri="{FF2B5EF4-FFF2-40B4-BE49-F238E27FC236}">
                <a16:creationId xmlns:a16="http://schemas.microsoft.com/office/drawing/2014/main" id="{5357927E-CCFE-464D-B843-AB8CA7C84BE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Backtracking line search shrinks bad steps</a:t>
            </a:r>
          </a:p>
        </p:txBody>
      </p:sp>
      <p:sp>
        <p:nvSpPr>
          <p:cNvPr id="778142060" name="Rectangle: Rounded Corners 1080314407">
            <a:extLst xmlns:a="http://schemas.openxmlformats.org/drawingml/2006/main">
              <a:ext uri="{FF2B5EF4-FFF2-40B4-BE49-F238E27FC236}">
                <a16:creationId xmlns:a16="http://schemas.microsoft.com/office/drawing/2014/main" id="{94ADA1C8-272E-408F-B6BF-B0B567A8262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10569592" name="Picture 1957330896"/>
          <p:cNvPicPr>
            <a:picLocks xmlns:a="http://schemas.openxmlformats.org/drawingml/2006/main" noChangeAspect="1"/>
          </p:cNvPicPr>
          <p:nvPr/>
        </p:nvPicPr>
        <p:blipFill rotWithShape="1">
          <a:blip xmlns:r="http://schemas.openxmlformats.org/officeDocument/2006/relationships" xmlns:a="http://schemas.openxmlformats.org/drawingml/2006/main" r:embed="Rc1832261b9dc46cb"/>
          <a:stretch xmlns:a="http://schemas.openxmlformats.org/drawingml/2006/main"/>
        </p:blipFill>
        <p:spPr>
          <a:xfrm xmlns:a="http://schemas.openxmlformats.org/drawingml/2006/main">
            <a:off x="1875096" y="1524000"/>
            <a:ext cx="7775058" cy="742950"/>
          </a:xfrm>
          <a:prstGeom xmlns:a="http://schemas.openxmlformats.org/drawingml/2006/main" prst="rect">
            <a:avLst/>
          </a:prstGeom>
        </p:spPr>
      </p:pic>
      <p:sp>
        <p:nvSpPr>
          <p:cNvPr id="168409414" name="Straight Connector 707499443">
            <a:extLst xmlns:a="http://schemas.openxmlformats.org/drawingml/2006/main">
              <a:ext uri="{FF2B5EF4-FFF2-40B4-BE49-F238E27FC236}">
                <a16:creationId xmlns:a16="http://schemas.microsoft.com/office/drawing/2014/main" id="{F7D62EB3-8117-4F0B-B65D-8406A2143EB4}"/>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71371181" name="Straight Connector 1076861610">
            <a:extLst xmlns:a="http://schemas.openxmlformats.org/drawingml/2006/main">
              <a:ext uri="{FF2B5EF4-FFF2-40B4-BE49-F238E27FC236}">
                <a16:creationId xmlns:a16="http://schemas.microsoft.com/office/drawing/2014/main" id="{A20D24A6-9C51-4B51-9198-722B9C9506EB}"/>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6972979" name="Rectangle 1618224149">
            <a:extLst xmlns:a="http://schemas.openxmlformats.org/drawingml/2006/main">
              <a:ext uri="{FF2B5EF4-FFF2-40B4-BE49-F238E27FC236}">
                <a16:creationId xmlns:a16="http://schemas.microsoft.com/office/drawing/2014/main" id="{532AFCE4-5BFA-4CE6-9481-E5C2838AE7B4}"/>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684407405" name="Rectangle 1957330890">
            <a:extLst xmlns:a="http://schemas.openxmlformats.org/drawingml/2006/main">
              <a:ext uri="{FF2B5EF4-FFF2-40B4-BE49-F238E27FC236}">
                <a16:creationId xmlns:a16="http://schemas.microsoft.com/office/drawing/2014/main" id="{0E983DEF-DF90-4362-8F56-C29EB58E932C}"/>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1209424055" name="Oval 1428842632">
            <a:extLst xmlns:a="http://schemas.openxmlformats.org/drawingml/2006/main">
              <a:ext uri="{FF2B5EF4-FFF2-40B4-BE49-F238E27FC236}">
                <a16:creationId xmlns:a16="http://schemas.microsoft.com/office/drawing/2014/main" id="{A51C3245-BF76-4E67-B38A-7CC6069A5C30}"/>
              </a:ext>
            </a:extLst>
          </p:cNvPr>
          <p:cNvSpPr>
            <a:spLocks xmlns:a="http://schemas.openxmlformats.org/drawingml/2006/main" noGrp="1"/>
          </p:cNvSpPr>
          <p:nvPr/>
        </p:nvSpPr>
        <p:spPr>
          <a:xfrm xmlns:a="http://schemas.openxmlformats.org/drawingml/2006/main">
            <a:off x="7429500" y="4224121"/>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10569587" name="Oval 94324771">
            <a:extLst xmlns:a="http://schemas.openxmlformats.org/drawingml/2006/main">
              <a:ext uri="{FF2B5EF4-FFF2-40B4-BE49-F238E27FC236}">
                <a16:creationId xmlns:a16="http://schemas.microsoft.com/office/drawing/2014/main" id="{CEEFB475-A084-4F76-AAE0-73A0C3E19CFB}"/>
              </a:ext>
            </a:extLst>
          </p:cNvPr>
          <p:cNvSpPr>
            <a:spLocks xmlns:a="http://schemas.openxmlformats.org/drawingml/2006/main" noGrp="1"/>
          </p:cNvSpPr>
          <p:nvPr/>
        </p:nvSpPr>
        <p:spPr>
          <a:xfrm xmlns:a="http://schemas.openxmlformats.org/drawingml/2006/main">
            <a:off x="3529964" y="4449763"/>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15715191" name="Oval 1474916117">
            <a:extLst xmlns:a="http://schemas.openxmlformats.org/drawingml/2006/main">
              <a:ext uri="{FF2B5EF4-FFF2-40B4-BE49-F238E27FC236}">
                <a16:creationId xmlns:a16="http://schemas.microsoft.com/office/drawing/2014/main" id="{EA278419-A93D-4E81-984C-EBAC06770601}"/>
              </a:ext>
            </a:extLst>
          </p:cNvPr>
          <p:cNvSpPr>
            <a:spLocks xmlns:a="http://schemas.openxmlformats.org/drawingml/2006/main" noGrp="1"/>
          </p:cNvSpPr>
          <p:nvPr/>
        </p:nvSpPr>
        <p:spPr>
          <a:xfrm xmlns:a="http://schemas.openxmlformats.org/drawingml/2006/main">
            <a:off x="5774054" y="4861179"/>
            <a:ext cx="228600" cy="2286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30818705" name="Rectangle 1335518815">
            <a:extLst xmlns:a="http://schemas.openxmlformats.org/drawingml/2006/main">
              <a:ext uri="{FF2B5EF4-FFF2-40B4-BE49-F238E27FC236}">
                <a16:creationId xmlns:a16="http://schemas.microsoft.com/office/drawing/2014/main" id="{CF7A9700-E4F8-483D-8A8A-AAC4DEBCC2E6}"/>
              </a:ext>
            </a:extLst>
          </p:cNvPr>
          <p:cNvSpPr>
            <a:spLocks xmlns:a="http://schemas.openxmlformats.org/drawingml/2006/main" noGrp="1"/>
          </p:cNvSpPr>
          <p:nvPr/>
        </p:nvSpPr>
        <p:spPr>
          <a:xfrm xmlns:a="http://schemas.openxmlformats.org/drawingml/2006/main">
            <a:off x="3457575" y="4087813"/>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reject</a:t>
            </a:r>
          </a:p>
        </p:txBody>
      </p:sp>
      <p:sp>
        <p:nvSpPr>
          <p:cNvPr id="92586126" name="Rectangle 971869567">
            <a:extLst xmlns:a="http://schemas.openxmlformats.org/drawingml/2006/main">
              <a:ext uri="{FF2B5EF4-FFF2-40B4-BE49-F238E27FC236}">
                <a16:creationId xmlns:a16="http://schemas.microsoft.com/office/drawing/2014/main" id="{0B90396E-7C82-4EFE-B4C9-88CFA3B3FDC1}"/>
              </a:ext>
            </a:extLst>
          </p:cNvPr>
          <p:cNvSpPr>
            <a:spLocks xmlns:a="http://schemas.openxmlformats.org/drawingml/2006/main" noGrp="1"/>
          </p:cNvSpPr>
          <p:nvPr/>
        </p:nvSpPr>
        <p:spPr>
          <a:xfrm xmlns:a="http://schemas.openxmlformats.org/drawingml/2006/main">
            <a:off x="5476875" y="4435983"/>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accept</a:t>
            </a:r>
          </a:p>
        </p:txBody>
      </p:sp>
      <p:sp>
        <p:nvSpPr>
          <p:cNvPr id="1681956456" name="Rectangle: Rounded Corners 76329123">
            <a:extLst xmlns:a="http://schemas.openxmlformats.org/drawingml/2006/main">
              <a:ext uri="{FF2B5EF4-FFF2-40B4-BE49-F238E27FC236}">
                <a16:creationId xmlns:a16="http://schemas.microsoft.com/office/drawing/2014/main" id="{E09C4D4D-ABC3-4EB0-8179-9EF2CE059FCC}"/>
              </a:ext>
            </a:extLst>
          </p:cNvPr>
          <p:cNvSpPr>
            <a:spLocks xmlns:a="http://schemas.openxmlformats.org/drawingml/2006/main" noGrp="1"/>
          </p:cNvSpPr>
          <p:nvPr/>
        </p:nvSpPr>
        <p:spPr>
          <a:xfrm xmlns:a="http://schemas.openxmlformats.org/drawingml/2006/main">
            <a:off x="9477375" y="3619500"/>
            <a:ext cx="1381125"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α → α/2</a:t>
            </a:r>
          </a:p>
        </p:txBody>
      </p:sp>
      <p:sp>
        <p:nvSpPr>
          <p:cNvPr id="589780896" name="Rectangle 237806933">
            <a:extLst xmlns:a="http://schemas.openxmlformats.org/drawingml/2006/main">
              <a:ext uri="{FF2B5EF4-FFF2-40B4-BE49-F238E27FC236}">
                <a16:creationId xmlns:a16="http://schemas.microsoft.com/office/drawing/2014/main" id="{AEDD9CBF-8D24-4D91-AD26-161C17D72EB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14</a:t>
            </a:r>
          </a:p>
        </p:txBody>
      </p:sp>
      <p:sp>
        <p:nvSpPr>
          <p:cNvPr id="1718221348" name="solid-loss-curve">
            <a:extLst xmlns:a="http://schemas.openxmlformats.org/drawingml/2006/main">
              <a:ext uri="{FF2B5EF4-FFF2-40B4-BE49-F238E27FC236}">
                <a16:creationId xmlns:a16="http://schemas.microsoft.com/office/drawing/2014/main" id="{E669347E-C24B-470F-BAD6-37998DEBD804}"/>
              </a:ext>
            </a:extLst>
          </p:cNvPr>
          <p:cNvSpPr>
            <a:spLocks xmlns:a="http://schemas.openxmlformats.org/drawingml/2006/main" noGrp="1"/>
          </p:cNvSpPr>
          <p:nvPr/>
        </p:nvSpPr>
        <p:spPr>
          <a:xfrm xmlns:a="http://schemas.openxmlformats.org/drawingml/2006/main">
            <a:off x="1752599" y="3143250"/>
            <a:ext cx="7258050" cy="1905000"/>
          </a:xfrm>
          <a:custGeom xmlns:a="http://schemas.openxmlformats.org/drawingml/2006/main">
            <a:rect l="0" t="0" r="0" b="0"/>
            <a:pathLst>
              <a:path w="7258050" h="1905000">
                <a:moveTo>
                  <a:pt x="0" y="22741"/>
                </a:moveTo>
                <a:lnTo>
                  <a:pt x="76200" y="98581"/>
                </a:lnTo>
                <a:lnTo>
                  <a:pt x="152400" y="172812"/>
                </a:lnTo>
                <a:lnTo>
                  <a:pt x="228600" y="245434"/>
                </a:lnTo>
                <a:lnTo>
                  <a:pt x="304800" y="316446"/>
                </a:lnTo>
                <a:lnTo>
                  <a:pt x="381000" y="385849"/>
                </a:lnTo>
                <a:lnTo>
                  <a:pt x="457200" y="453643"/>
                </a:lnTo>
                <a:lnTo>
                  <a:pt x="533400" y="519827"/>
                </a:lnTo>
                <a:lnTo>
                  <a:pt x="609600" y="584402"/>
                </a:lnTo>
                <a:lnTo>
                  <a:pt x="685800" y="647367"/>
                </a:lnTo>
                <a:lnTo>
                  <a:pt x="762000" y="708724"/>
                </a:lnTo>
                <a:lnTo>
                  <a:pt x="838200" y="768471"/>
                </a:lnTo>
                <a:lnTo>
                  <a:pt x="914400" y="826608"/>
                </a:lnTo>
                <a:lnTo>
                  <a:pt x="990600" y="883136"/>
                </a:lnTo>
                <a:lnTo>
                  <a:pt x="1066800" y="938055"/>
                </a:lnTo>
                <a:lnTo>
                  <a:pt x="1143000" y="991365"/>
                </a:lnTo>
                <a:lnTo>
                  <a:pt x="1219200" y="1043065"/>
                </a:lnTo>
                <a:lnTo>
                  <a:pt x="1295400" y="1093156"/>
                </a:lnTo>
                <a:lnTo>
                  <a:pt x="1371600" y="1141637"/>
                </a:lnTo>
                <a:lnTo>
                  <a:pt x="1447800" y="1188509"/>
                </a:lnTo>
                <a:lnTo>
                  <a:pt x="1524000" y="1233772"/>
                </a:lnTo>
                <a:lnTo>
                  <a:pt x="1600200" y="1277426"/>
                </a:lnTo>
                <a:lnTo>
                  <a:pt x="1676400" y="1319470"/>
                </a:lnTo>
                <a:lnTo>
                  <a:pt x="1752600" y="1359904"/>
                </a:lnTo>
                <a:lnTo>
                  <a:pt x="1828800" y="1398730"/>
                </a:lnTo>
                <a:lnTo>
                  <a:pt x="1905000" y="1435946"/>
                </a:lnTo>
                <a:lnTo>
                  <a:pt x="1981200" y="1471553"/>
                </a:lnTo>
                <a:lnTo>
                  <a:pt x="2057400" y="1505550"/>
                </a:lnTo>
                <a:lnTo>
                  <a:pt x="2133600" y="1537938"/>
                </a:lnTo>
                <a:lnTo>
                  <a:pt x="2209800" y="1568717"/>
                </a:lnTo>
                <a:lnTo>
                  <a:pt x="2286000" y="1597886"/>
                </a:lnTo>
                <a:lnTo>
                  <a:pt x="2362200" y="1625446"/>
                </a:lnTo>
                <a:lnTo>
                  <a:pt x="2438400" y="1651397"/>
                </a:lnTo>
                <a:lnTo>
                  <a:pt x="2514600" y="1675738"/>
                </a:lnTo>
                <a:lnTo>
                  <a:pt x="2590800" y="1698470"/>
                </a:lnTo>
                <a:lnTo>
                  <a:pt x="2667000" y="1719593"/>
                </a:lnTo>
                <a:lnTo>
                  <a:pt x="2743200" y="1739106"/>
                </a:lnTo>
                <a:lnTo>
                  <a:pt x="2819400" y="1757010"/>
                </a:lnTo>
                <a:lnTo>
                  <a:pt x="2895600" y="1773305"/>
                </a:lnTo>
                <a:lnTo>
                  <a:pt x="2971800" y="1787990"/>
                </a:lnTo>
                <a:lnTo>
                  <a:pt x="3048000" y="1801066"/>
                </a:lnTo>
                <a:lnTo>
                  <a:pt x="3124200" y="1812532"/>
                </a:lnTo>
                <a:lnTo>
                  <a:pt x="3200400" y="1822390"/>
                </a:lnTo>
                <a:lnTo>
                  <a:pt x="3276600" y="1830638"/>
                </a:lnTo>
                <a:lnTo>
                  <a:pt x="3352800" y="1837276"/>
                </a:lnTo>
                <a:lnTo>
                  <a:pt x="3429000" y="1842305"/>
                </a:lnTo>
                <a:lnTo>
                  <a:pt x="3505200" y="1845725"/>
                </a:lnTo>
                <a:lnTo>
                  <a:pt x="3581400" y="1847536"/>
                </a:lnTo>
                <a:lnTo>
                  <a:pt x="3657600" y="1847737"/>
                </a:lnTo>
                <a:lnTo>
                  <a:pt x="3733800" y="1846329"/>
                </a:lnTo>
                <a:lnTo>
                  <a:pt x="3810000" y="1843311"/>
                </a:lnTo>
                <a:lnTo>
                  <a:pt x="3886200" y="1838684"/>
                </a:lnTo>
                <a:lnTo>
                  <a:pt x="3962400" y="1832448"/>
                </a:lnTo>
                <a:lnTo>
                  <a:pt x="4038600" y="1824603"/>
                </a:lnTo>
                <a:lnTo>
                  <a:pt x="4114800" y="1815148"/>
                </a:lnTo>
                <a:lnTo>
                  <a:pt x="4191000" y="1804083"/>
                </a:lnTo>
                <a:lnTo>
                  <a:pt x="4267200" y="1791410"/>
                </a:lnTo>
                <a:lnTo>
                  <a:pt x="4343400" y="1777127"/>
                </a:lnTo>
                <a:lnTo>
                  <a:pt x="4419600" y="1761235"/>
                </a:lnTo>
                <a:lnTo>
                  <a:pt x="4495800" y="1743733"/>
                </a:lnTo>
                <a:lnTo>
                  <a:pt x="4572000" y="1724622"/>
                </a:lnTo>
                <a:lnTo>
                  <a:pt x="4648200" y="1703902"/>
                </a:lnTo>
                <a:lnTo>
                  <a:pt x="4724400" y="1681572"/>
                </a:lnTo>
                <a:lnTo>
                  <a:pt x="4800600" y="1657633"/>
                </a:lnTo>
                <a:lnTo>
                  <a:pt x="4876800" y="1632085"/>
                </a:lnTo>
                <a:lnTo>
                  <a:pt x="4953000" y="1604927"/>
                </a:lnTo>
                <a:lnTo>
                  <a:pt x="5029200" y="1576160"/>
                </a:lnTo>
                <a:lnTo>
                  <a:pt x="5105400" y="1545784"/>
                </a:lnTo>
                <a:lnTo>
                  <a:pt x="5181600" y="1513798"/>
                </a:lnTo>
                <a:lnTo>
                  <a:pt x="5257800" y="1480203"/>
                </a:lnTo>
                <a:lnTo>
                  <a:pt x="5334000" y="1444999"/>
                </a:lnTo>
                <a:lnTo>
                  <a:pt x="5410200" y="1408185"/>
                </a:lnTo>
                <a:lnTo>
                  <a:pt x="5486400" y="1369762"/>
                </a:lnTo>
                <a:lnTo>
                  <a:pt x="5562600" y="1329729"/>
                </a:lnTo>
                <a:lnTo>
                  <a:pt x="5638800" y="1288087"/>
                </a:lnTo>
                <a:lnTo>
                  <a:pt x="5715000" y="1244836"/>
                </a:lnTo>
                <a:lnTo>
                  <a:pt x="5791200" y="1199976"/>
                </a:lnTo>
                <a:lnTo>
                  <a:pt x="5867400" y="1153506"/>
                </a:lnTo>
                <a:lnTo>
                  <a:pt x="5943600" y="1105427"/>
                </a:lnTo>
                <a:lnTo>
                  <a:pt x="6019800" y="1055738"/>
                </a:lnTo>
                <a:lnTo>
                  <a:pt x="6096000" y="1004441"/>
                </a:lnTo>
                <a:lnTo>
                  <a:pt x="6172200" y="951533"/>
                </a:lnTo>
                <a:lnTo>
                  <a:pt x="6248400" y="897017"/>
                </a:lnTo>
                <a:lnTo>
                  <a:pt x="6324600" y="840891"/>
                </a:lnTo>
                <a:lnTo>
                  <a:pt x="6400800" y="783156"/>
                </a:lnTo>
                <a:lnTo>
                  <a:pt x="6477000" y="723811"/>
                </a:lnTo>
                <a:lnTo>
                  <a:pt x="6553200" y="662857"/>
                </a:lnTo>
                <a:lnTo>
                  <a:pt x="6629400" y="600294"/>
                </a:lnTo>
                <a:lnTo>
                  <a:pt x="6705600" y="536121"/>
                </a:lnTo>
                <a:lnTo>
                  <a:pt x="6781800" y="470340"/>
                </a:lnTo>
                <a:lnTo>
                  <a:pt x="6858000" y="402948"/>
                </a:lnTo>
                <a:lnTo>
                  <a:pt x="6934200" y="333948"/>
                </a:lnTo>
                <a:lnTo>
                  <a:pt x="7010400" y="263338"/>
                </a:lnTo>
                <a:lnTo>
                  <a:pt x="7086600" y="191118"/>
                </a:lnTo>
                <a:lnTo>
                  <a:pt x="7162800" y="117290"/>
                </a:lnTo>
                <a:lnTo>
                  <a:pt x="7239000" y="41852"/>
                </a:lnTo>
              </a:path>
            </a:pathLst>
          </a:cu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1116022948"/>
      </p:ext>
    </p:extLst>
  </p:cSld>
</p:sld>
</file>

<file path=ppt/slides/slide1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37556131" name="Rectangle 935271156">
            <a:extLst xmlns:a="http://schemas.openxmlformats.org/drawingml/2006/main">
              <a:ext uri="{FF2B5EF4-FFF2-40B4-BE49-F238E27FC236}">
                <a16:creationId xmlns:a16="http://schemas.microsoft.com/office/drawing/2014/main" id="{38DB466E-749F-4641-9B8B-1C06BDA8FCF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Optimization</a:t>
            </a:r>
          </a:p>
        </p:txBody>
      </p:sp>
      <p:sp>
        <p:nvSpPr>
          <p:cNvPr id="849714061" name="Rectangle 251777344">
            <a:extLst xmlns:a="http://schemas.openxmlformats.org/drawingml/2006/main">
              <a:ext uri="{FF2B5EF4-FFF2-40B4-BE49-F238E27FC236}">
                <a16:creationId xmlns:a16="http://schemas.microsoft.com/office/drawing/2014/main" id="{DD05D273-5730-407E-912D-6138CFBD7038}"/>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Annealing reduces randomness over time</a:t>
            </a:r>
          </a:p>
        </p:txBody>
      </p:sp>
      <p:sp>
        <p:nvSpPr>
          <p:cNvPr id="520308757" name="Rectangle: Rounded Corners 1456392341">
            <a:extLst xmlns:a="http://schemas.openxmlformats.org/drawingml/2006/main">
              <a:ext uri="{FF2B5EF4-FFF2-40B4-BE49-F238E27FC236}">
                <a16:creationId xmlns:a16="http://schemas.microsoft.com/office/drawing/2014/main" id="{06793234-983B-49CC-987C-298B5EDF4D61}"/>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33618001" name="Rectangle 615225220">
            <a:extLst xmlns:a="http://schemas.openxmlformats.org/drawingml/2006/main">
              <a:ext uri="{FF2B5EF4-FFF2-40B4-BE49-F238E27FC236}">
                <a16:creationId xmlns:a16="http://schemas.microsoft.com/office/drawing/2014/main" id="{3D5409EC-0478-4F1F-9D60-421899E85432}"/>
              </a:ext>
            </a:extLst>
          </p:cNvPr>
          <p:cNvSpPr>
            <a:spLocks xmlns:a="http://schemas.openxmlformats.org/drawingml/2006/main" noGrp="1"/>
          </p:cNvSpPr>
          <p:nvPr/>
        </p:nvSpPr>
        <p:spPr>
          <a:xfrm xmlns:a="http://schemas.openxmlformats.org/drawingml/2006/main">
            <a:off x="1257300" y="20955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FFFFFF"/>
                </a:solidFill>
              </a:defRPr>
            </a:pPr>
            <a:r>
              <a:rPr sz="1800" b="1">
                <a:solidFill>
                  <a:srgbClr val="FFFFFF"/>
                </a:solidFill>
              </a:rPr>
              <a:t>loss landscape</a:t>
            </a:r>
          </a:p>
        </p:txBody>
      </p:sp>
      <p:sp>
        <p:nvSpPr>
          <p:cNvPr id="1587047736" name="Rectangle: Rounded Corners 1987074982">
            <a:extLst xmlns:a="http://schemas.openxmlformats.org/drawingml/2006/main">
              <a:ext uri="{FF2B5EF4-FFF2-40B4-BE49-F238E27FC236}">
                <a16:creationId xmlns:a16="http://schemas.microsoft.com/office/drawing/2014/main" id="{1BB02896-E9F2-4197-BD5F-08EEBC567287}"/>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80735147" name="Rectangle 1286956634">
            <a:extLst xmlns:a="http://schemas.openxmlformats.org/drawingml/2006/main">
              <a:ext uri="{FF2B5EF4-FFF2-40B4-BE49-F238E27FC236}">
                <a16:creationId xmlns:a16="http://schemas.microsoft.com/office/drawing/2014/main" id="{FD503179-CBAD-4874-9B5B-49639098AFB8}"/>
              </a:ext>
            </a:extLst>
          </p:cNvPr>
          <p:cNvSpPr>
            <a:spLocks xmlns:a="http://schemas.openxmlformats.org/drawingml/2006/main" noGrp="1"/>
          </p:cNvSpPr>
          <p:nvPr/>
        </p:nvSpPr>
        <p:spPr>
          <a:xfrm xmlns:a="http://schemas.openxmlformats.org/drawingml/2006/main">
            <a:off x="8153399" y="22860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annealing</a:t>
            </a:r>
          </a:p>
        </p:txBody>
      </p:sp>
      <p:sp>
        <p:nvSpPr>
          <p:cNvPr id="1562091745" name="Rectangle 399762638">
            <a:extLst xmlns:a="http://schemas.openxmlformats.org/drawingml/2006/main">
              <a:ext uri="{FF2B5EF4-FFF2-40B4-BE49-F238E27FC236}">
                <a16:creationId xmlns:a16="http://schemas.microsoft.com/office/drawing/2014/main" id="{E0B1FA94-3CD9-4C18-8112-FBD2AC5F99FA}"/>
              </a:ext>
            </a:extLst>
          </p:cNvPr>
          <p:cNvSpPr>
            <a:spLocks xmlns:a="http://schemas.openxmlformats.org/drawingml/2006/main" noGrp="1"/>
          </p:cNvSpPr>
          <p:nvPr/>
        </p:nvSpPr>
        <p:spPr>
          <a:xfrm xmlns:a="http://schemas.openxmlformats.org/drawingml/2006/main">
            <a:off x="8153399" y="26289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temperature / learning rate</a:t>
            </a:r>
          </a:p>
        </p:txBody>
      </p:sp>
      <p:sp>
        <p:nvSpPr>
          <p:cNvPr id="964362626" name="Straight Connector 1664744869">
            <a:extLst xmlns:a="http://schemas.openxmlformats.org/drawingml/2006/main">
              <a:ext uri="{FF2B5EF4-FFF2-40B4-BE49-F238E27FC236}">
                <a16:creationId xmlns:a16="http://schemas.microsoft.com/office/drawing/2014/main" id="{209E38E8-598B-4F17-953B-71B07554A30A}"/>
              </a:ext>
            </a:extLst>
          </p:cNvPr>
          <p:cNvSpPr>
            <a:spLocks xmlns:a="http://schemas.openxmlformats.org/drawingml/2006/main" noGrp="1"/>
          </p:cNvSpPr>
          <p:nvPr/>
        </p:nvSpPr>
        <p:spPr>
          <a:xfrm xmlns:a="http://schemas.openxmlformats.org/drawingml/2006/main">
            <a:off x="8420100" y="3067050"/>
            <a:ext cx="9525" cy="12954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22187332" name="Straight Connector 598323690">
            <a:extLst xmlns:a="http://schemas.openxmlformats.org/drawingml/2006/main">
              <a:ext uri="{FF2B5EF4-FFF2-40B4-BE49-F238E27FC236}">
                <a16:creationId xmlns:a16="http://schemas.microsoft.com/office/drawing/2014/main" id="{B229C072-9BF2-4BB4-9C4E-A25240A0C3B6}"/>
              </a:ext>
            </a:extLst>
          </p:cNvPr>
          <p:cNvSpPr>
            <a:spLocks xmlns:a="http://schemas.openxmlformats.org/drawingml/2006/main" noGrp="1"/>
          </p:cNvSpPr>
          <p:nvPr/>
        </p:nvSpPr>
        <p:spPr>
          <a:xfrm xmlns:a="http://schemas.openxmlformats.org/drawingml/2006/main">
            <a:off x="8420100" y="4362450"/>
            <a:ext cx="22288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34863383" name="Rectangle 1233632033">
            <a:extLst xmlns:a="http://schemas.openxmlformats.org/drawingml/2006/main">
              <a:ext uri="{FF2B5EF4-FFF2-40B4-BE49-F238E27FC236}">
                <a16:creationId xmlns:a16="http://schemas.microsoft.com/office/drawing/2014/main" id="{A1D24C7D-8BCD-4F9B-A8D3-1A8DFF826E8D}"/>
              </a:ext>
            </a:extLst>
          </p:cNvPr>
          <p:cNvSpPr>
            <a:spLocks xmlns:a="http://schemas.openxmlformats.org/drawingml/2006/main" noGrp="1"/>
          </p:cNvSpPr>
          <p:nvPr/>
        </p:nvSpPr>
        <p:spPr>
          <a:xfrm xmlns:a="http://schemas.openxmlformats.org/drawingml/2006/main">
            <a:off x="7981950" y="29718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high</a:t>
            </a:r>
          </a:p>
        </p:txBody>
      </p:sp>
      <p:sp>
        <p:nvSpPr>
          <p:cNvPr id="151454990" name="Rectangle 987778106">
            <a:extLst xmlns:a="http://schemas.openxmlformats.org/drawingml/2006/main">
              <a:ext uri="{FF2B5EF4-FFF2-40B4-BE49-F238E27FC236}">
                <a16:creationId xmlns:a16="http://schemas.microsoft.com/office/drawing/2014/main" id="{0B1C7602-FB28-4725-8A8D-8D0972CDEFE6}"/>
              </a:ext>
            </a:extLst>
          </p:cNvPr>
          <p:cNvSpPr>
            <a:spLocks xmlns:a="http://schemas.openxmlformats.org/drawingml/2006/main" noGrp="1"/>
          </p:cNvSpPr>
          <p:nvPr/>
        </p:nvSpPr>
        <p:spPr>
          <a:xfrm xmlns:a="http://schemas.openxmlformats.org/drawingml/2006/main">
            <a:off x="7981950" y="42481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low</a:t>
            </a:r>
          </a:p>
        </p:txBody>
      </p:sp>
      <p:sp>
        <p:nvSpPr>
          <p:cNvPr id="1712889896" name="Rectangle 1454394643">
            <a:extLst xmlns:a="http://schemas.openxmlformats.org/drawingml/2006/main">
              <a:ext uri="{FF2B5EF4-FFF2-40B4-BE49-F238E27FC236}">
                <a16:creationId xmlns:a16="http://schemas.microsoft.com/office/drawing/2014/main" id="{21C3EE12-42A6-4ECE-A2BF-0CFDEDB4246E}"/>
              </a:ext>
            </a:extLst>
          </p:cNvPr>
          <p:cNvSpPr>
            <a:spLocks xmlns:a="http://schemas.openxmlformats.org/drawingml/2006/main" noGrp="1"/>
          </p:cNvSpPr>
          <p:nvPr/>
        </p:nvSpPr>
        <p:spPr>
          <a:xfrm xmlns:a="http://schemas.openxmlformats.org/drawingml/2006/main">
            <a:off x="9144000" y="461010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time</a:t>
            </a:r>
          </a:p>
        </p:txBody>
      </p:sp>
      <p:sp>
        <p:nvSpPr>
          <p:cNvPr id="1292982835" name="Oval 1043049251">
            <a:extLst xmlns:a="http://schemas.openxmlformats.org/drawingml/2006/main">
              <a:ext uri="{FF2B5EF4-FFF2-40B4-BE49-F238E27FC236}">
                <a16:creationId xmlns:a16="http://schemas.microsoft.com/office/drawing/2014/main" id="{6610DC74-56B9-4F68-AFDF-0BC426B429E8}"/>
              </a:ext>
            </a:extLst>
          </p:cNvPr>
          <p:cNvSpPr>
            <a:spLocks xmlns:a="http://schemas.openxmlformats.org/drawingml/2006/main" noGrp="1"/>
          </p:cNvSpPr>
          <p:nvPr/>
        </p:nvSpPr>
        <p:spPr>
          <a:xfrm xmlns:a="http://schemas.openxmlformats.org/drawingml/2006/main">
            <a:off x="8605838" y="3271838"/>
            <a:ext cx="161925" cy="161925"/>
          </a:xfrm>
          <a:prstGeom xmlns:a="http://schemas.openxmlformats.org/drawingml/2006/main" prst="ellipse">
            <a:avLst/>
          </a:prstGeom>
          <a:solidFill xmlns:a="http://schemas.openxmlformats.org/drawingml/2006/main">
            <a:srgbClr val="F97316"/>
          </a:solidFill>
          <a:ln xmlns:a="http://schemas.openxmlformats.org/drawingml/2006/main" w="9525">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66874459" name="Oval 103022139">
            <a:extLst xmlns:a="http://schemas.openxmlformats.org/drawingml/2006/main">
              <a:ext uri="{FF2B5EF4-FFF2-40B4-BE49-F238E27FC236}">
                <a16:creationId xmlns:a16="http://schemas.microsoft.com/office/drawing/2014/main" id="{0B1019F0-A183-4295-801F-CE04ECEE841D}"/>
              </a:ext>
            </a:extLst>
          </p:cNvPr>
          <p:cNvSpPr>
            <a:spLocks xmlns:a="http://schemas.openxmlformats.org/drawingml/2006/main" noGrp="1"/>
          </p:cNvSpPr>
          <p:nvPr/>
        </p:nvSpPr>
        <p:spPr>
          <a:xfrm xmlns:a="http://schemas.openxmlformats.org/drawingml/2006/main">
            <a:off x="10358438" y="4167187"/>
            <a:ext cx="161925" cy="161925"/>
          </a:xfrm>
          <a:prstGeom xmlns:a="http://schemas.openxmlformats.org/drawingml/2006/main" prst="ellipse">
            <a:avLst/>
          </a:prstGeom>
          <a:solidFill xmlns:a="http://schemas.openxmlformats.org/drawingml/2006/main">
            <a:srgbClr val="10B981"/>
          </a:solidFill>
          <a:ln xmlns:a="http://schemas.openxmlformats.org/drawingml/2006/main" w="952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3050142" name="Rectangle 1601714725">
            <a:extLst xmlns:a="http://schemas.openxmlformats.org/drawingml/2006/main">
              <a:ext uri="{FF2B5EF4-FFF2-40B4-BE49-F238E27FC236}">
                <a16:creationId xmlns:a16="http://schemas.microsoft.com/office/drawing/2014/main" id="{E9135746-9948-44A1-A0E5-D7BCD366FF3F}"/>
              </a:ext>
            </a:extLst>
          </p:cNvPr>
          <p:cNvSpPr>
            <a:spLocks xmlns:a="http://schemas.openxmlformats.org/drawingml/2006/main" noGrp="1"/>
          </p:cNvSpPr>
          <p:nvPr/>
        </p:nvSpPr>
        <p:spPr>
          <a:xfrm xmlns:a="http://schemas.openxmlformats.org/drawingml/2006/main">
            <a:off x="8534400" y="45148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F97316"/>
                </a:solidFill>
              </a:defRPr>
            </a:pPr>
            <a:r>
              <a:rPr sz="1450" b="1">
                <a:solidFill>
                  <a:srgbClr val="F97316"/>
                </a:solidFill>
              </a:rPr>
              <a:t>explore</a:t>
            </a:r>
          </a:p>
        </p:txBody>
      </p:sp>
      <p:sp>
        <p:nvSpPr>
          <p:cNvPr id="2126926181" name="Rectangle 1242132362">
            <a:extLst xmlns:a="http://schemas.openxmlformats.org/drawingml/2006/main">
              <a:ext uri="{FF2B5EF4-FFF2-40B4-BE49-F238E27FC236}">
                <a16:creationId xmlns:a16="http://schemas.microsoft.com/office/drawing/2014/main" id="{C67C239B-E3CC-4ABD-A0B4-967C52A5F101}"/>
              </a:ext>
            </a:extLst>
          </p:cNvPr>
          <p:cNvSpPr>
            <a:spLocks xmlns:a="http://schemas.openxmlformats.org/drawingml/2006/main" noGrp="1"/>
          </p:cNvSpPr>
          <p:nvPr/>
        </p:nvSpPr>
        <p:spPr>
          <a:xfrm xmlns:a="http://schemas.openxmlformats.org/drawingml/2006/main">
            <a:off x="9867900" y="4514850"/>
            <a:ext cx="76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10B981"/>
                </a:solidFill>
              </a:defRPr>
            </a:pPr>
            <a:r>
              <a:rPr sz="1450" b="1">
                <a:solidFill>
                  <a:srgbClr val="10B981"/>
                </a:solidFill>
              </a:rPr>
              <a:t>settle</a:t>
            </a:r>
          </a:p>
        </p:txBody>
      </p:sp>
      <p:sp>
        <p:nvSpPr>
          <p:cNvPr id="1195983172" name="Rectangle 2132047703">
            <a:extLst xmlns:a="http://schemas.openxmlformats.org/drawingml/2006/main">
              <a:ext uri="{FF2B5EF4-FFF2-40B4-BE49-F238E27FC236}">
                <a16:creationId xmlns:a16="http://schemas.microsoft.com/office/drawing/2014/main" id="{833BC5A6-A66E-4357-A066-7A5D22922D36}"/>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early search is wide; later updates become stable</a:t>
            </a:r>
          </a:p>
        </p:txBody>
      </p:sp>
      <p:sp>
        <p:nvSpPr>
          <p:cNvPr id="643930789" name="Rectangle 1495975732">
            <a:extLst xmlns:a="http://schemas.openxmlformats.org/drawingml/2006/main">
              <a:ext uri="{FF2B5EF4-FFF2-40B4-BE49-F238E27FC236}">
                <a16:creationId xmlns:a16="http://schemas.microsoft.com/office/drawing/2014/main" id="{36A8B7EE-F09D-4E61-8689-1E67C258B8C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15</a:t>
            </a:r>
          </a:p>
        </p:txBody>
      </p:sp>
      <p:pic>
        <p:nvPicPr>
          <p:cNvPr id="2126926202" name="Picture 2132047724"/>
          <p:cNvPicPr>
            <a:picLocks xmlns:a="http://schemas.openxmlformats.org/drawingml/2006/main" noChangeAspect="1"/>
          </p:cNvPicPr>
          <p:nvPr/>
        </p:nvPicPr>
        <p:blipFill rotWithShape="1">
          <a:blip xmlns:r="http://schemas.openxmlformats.org/officeDocument/2006/relationships" xmlns:a="http://schemas.openxmlformats.org/drawingml/2006/main" r:embed="R35b64f2d791c49ad"/>
          <a:stretch xmlns:a="http://schemas.openxmlformats.org/drawingml/2006/main"/>
        </p:blipFill>
        <p:spPr>
          <a:xfrm xmlns:a="http://schemas.openxmlformats.org/drawingml/2006/main">
            <a:off x="1066800" y="1962150"/>
            <a:ext cx="6362700" cy="3200400"/>
          </a:xfrm>
          <a:prstGeom xmlns:a="http://schemas.openxmlformats.org/drawingml/2006/main" prst="rect">
            <a:avLst/>
          </a:prstGeom>
        </p:spPr>
      </p:pic>
      <p:pic>
        <p:nvPicPr>
          <p:cNvPr id="2126926203" name="Graphic 2132047725"/>
          <p:cNvPicPr>
            <a:picLocks xmlns:a="http://schemas.openxmlformats.org/drawingml/2006/main" noChangeAspect="1"/>
          </p:cNvPicPr>
          <p:nvPr/>
        </p:nvPicPr>
        <p:blipFill rotWithShape="1">
          <a:blip xmlns:r="http://schemas.openxmlformats.org/officeDocument/2006/relationships" xmlns:a="http://schemas.openxmlformats.org/drawingml/2006/main" r:embed="R2eb03674eb364212">
            <a:extLst>
              <a:ext uri="{96DAC541-7B7A-43D3-8B79-37D633B846F1}">
                <asvg:svgBlip xmlns:asvg="http://schemas.microsoft.com/office/drawing/2016/SVG/main" r:embed="R7e425ab38ef64aa4"/>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190931027"/>
      </p:ext>
    </p:extLst>
  </p:cSld>
</p:sld>
</file>

<file path=ppt/slides/slide1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51667062" name="Rectangle 549712311">
            <a:extLst xmlns:a="http://schemas.openxmlformats.org/drawingml/2006/main">
              <a:ext uri="{FF2B5EF4-FFF2-40B4-BE49-F238E27FC236}">
                <a16:creationId xmlns:a16="http://schemas.microsoft.com/office/drawing/2014/main" id="{A42EC2E3-CE37-42DF-8AA5-B342AFED732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Neural networks</a:t>
            </a:r>
          </a:p>
        </p:txBody>
      </p:sp>
      <p:sp>
        <p:nvSpPr>
          <p:cNvPr id="735933081" name="Rectangle 504424573">
            <a:extLst xmlns:a="http://schemas.openxmlformats.org/drawingml/2006/main">
              <a:ext uri="{FF2B5EF4-FFF2-40B4-BE49-F238E27FC236}">
                <a16:creationId xmlns:a16="http://schemas.microsoft.com/office/drawing/2014/main" id="{C44D1596-06ED-4F1E-9DCF-4C0BEAD4B5E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Neural network: basic structure</a:t>
            </a:r>
          </a:p>
        </p:txBody>
      </p:sp>
      <p:sp>
        <p:nvSpPr>
          <p:cNvPr id="1159806333" name="Rectangle: Rounded Corners 8473207">
            <a:extLst xmlns:a="http://schemas.openxmlformats.org/drawingml/2006/main">
              <a:ext uri="{FF2B5EF4-FFF2-40B4-BE49-F238E27FC236}">
                <a16:creationId xmlns:a16="http://schemas.microsoft.com/office/drawing/2014/main" id="{33711659-FE85-4FC3-BC23-5B9B26194E2D}"/>
              </a:ext>
            </a:extLst>
          </p:cNvPr>
          <p:cNvSpPr>
            <a:spLocks xmlns:a="http://schemas.openxmlformats.org/drawingml/2006/main" noGrp="1"/>
          </p:cNvSpPr>
          <p:nvPr/>
        </p:nvSpPr>
        <p:spPr>
          <a:xfrm xmlns:a="http://schemas.openxmlformats.org/drawingml/2006/main">
            <a:off x="609599" y="1343025"/>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17554983" name="Oval 1713827263">
            <a:extLst xmlns:a="http://schemas.openxmlformats.org/drawingml/2006/main">
              <a:ext uri="{FF2B5EF4-FFF2-40B4-BE49-F238E27FC236}">
                <a16:creationId xmlns:a16="http://schemas.microsoft.com/office/drawing/2014/main" id="{3E827D92-4B43-43BF-ACF6-04464CE708E5}"/>
              </a:ext>
            </a:extLst>
          </p:cNvPr>
          <p:cNvSpPr>
            <a:spLocks xmlns:a="http://schemas.openxmlformats.org/drawingml/2006/main" noGrp="1"/>
          </p:cNvSpPr>
          <p:nvPr/>
        </p:nvSpPr>
        <p:spPr>
          <a:xfrm xmlns:a="http://schemas.openxmlformats.org/drawingml/2006/main">
            <a:off x="1962149" y="2616993"/>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09089102" name="Oval 324013536">
            <a:extLst xmlns:a="http://schemas.openxmlformats.org/drawingml/2006/main">
              <a:ext uri="{FF2B5EF4-FFF2-40B4-BE49-F238E27FC236}">
                <a16:creationId xmlns:a16="http://schemas.microsoft.com/office/drawing/2014/main" id="{D3DB08D3-C529-4CD4-8E6C-8434909CE2E5}"/>
              </a:ext>
            </a:extLst>
          </p:cNvPr>
          <p:cNvSpPr>
            <a:spLocks xmlns:a="http://schemas.openxmlformats.org/drawingml/2006/main" noGrp="1"/>
          </p:cNvSpPr>
          <p:nvPr/>
        </p:nvSpPr>
        <p:spPr>
          <a:xfrm xmlns:a="http://schemas.openxmlformats.org/drawingml/2006/main">
            <a:off x="1962149" y="3414711"/>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85419688" name="Oval 1149235491">
            <a:extLst xmlns:a="http://schemas.openxmlformats.org/drawingml/2006/main">
              <a:ext uri="{FF2B5EF4-FFF2-40B4-BE49-F238E27FC236}">
                <a16:creationId xmlns:a16="http://schemas.microsoft.com/office/drawing/2014/main" id="{6B1EE1E6-3CD6-40D2-B873-50ED9EEAD2FC}"/>
              </a:ext>
            </a:extLst>
          </p:cNvPr>
          <p:cNvSpPr>
            <a:spLocks xmlns:a="http://schemas.openxmlformats.org/drawingml/2006/main" noGrp="1"/>
          </p:cNvSpPr>
          <p:nvPr/>
        </p:nvSpPr>
        <p:spPr>
          <a:xfrm xmlns:a="http://schemas.openxmlformats.org/drawingml/2006/main">
            <a:off x="1962149" y="41719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48383558" name="Oval 1750953689">
            <a:extLst xmlns:a="http://schemas.openxmlformats.org/drawingml/2006/main">
              <a:ext uri="{FF2B5EF4-FFF2-40B4-BE49-F238E27FC236}">
                <a16:creationId xmlns:a16="http://schemas.microsoft.com/office/drawing/2014/main" id="{FFF43B20-3221-44D2-A9E9-E79DDA18D462}"/>
              </a:ext>
            </a:extLst>
          </p:cNvPr>
          <p:cNvSpPr>
            <a:spLocks xmlns:a="http://schemas.openxmlformats.org/drawingml/2006/main" noGrp="1"/>
          </p:cNvSpPr>
          <p:nvPr/>
        </p:nvSpPr>
        <p:spPr>
          <a:xfrm xmlns:a="http://schemas.openxmlformats.org/drawingml/2006/main">
            <a:off x="43434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0083125" name="Oval 1513393046">
            <a:extLst xmlns:a="http://schemas.openxmlformats.org/drawingml/2006/main">
              <a:ext uri="{FF2B5EF4-FFF2-40B4-BE49-F238E27FC236}">
                <a16:creationId xmlns:a16="http://schemas.microsoft.com/office/drawing/2014/main" id="{45496E3C-4709-45AF-AD90-AAD04BF76D60}"/>
              </a:ext>
            </a:extLst>
          </p:cNvPr>
          <p:cNvSpPr>
            <a:spLocks xmlns:a="http://schemas.openxmlformats.org/drawingml/2006/main" noGrp="1"/>
          </p:cNvSpPr>
          <p:nvPr/>
        </p:nvSpPr>
        <p:spPr>
          <a:xfrm xmlns:a="http://schemas.openxmlformats.org/drawingml/2006/main">
            <a:off x="43434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25243155" name="Oval 496081326">
            <a:extLst xmlns:a="http://schemas.openxmlformats.org/drawingml/2006/main">
              <a:ext uri="{FF2B5EF4-FFF2-40B4-BE49-F238E27FC236}">
                <a16:creationId xmlns:a16="http://schemas.microsoft.com/office/drawing/2014/main" id="{6E873CD9-B0E5-484C-9C49-E6FC34EE9782}"/>
              </a:ext>
            </a:extLst>
          </p:cNvPr>
          <p:cNvSpPr>
            <a:spLocks xmlns:a="http://schemas.openxmlformats.org/drawingml/2006/main" noGrp="1"/>
          </p:cNvSpPr>
          <p:nvPr/>
        </p:nvSpPr>
        <p:spPr>
          <a:xfrm xmlns:a="http://schemas.openxmlformats.org/drawingml/2006/main">
            <a:off x="43434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91378086" name="Oval 953579843">
            <a:extLst xmlns:a="http://schemas.openxmlformats.org/drawingml/2006/main">
              <a:ext uri="{FF2B5EF4-FFF2-40B4-BE49-F238E27FC236}">
                <a16:creationId xmlns:a16="http://schemas.microsoft.com/office/drawing/2014/main" id="{AD169801-9A5B-4926-8B4E-8B8911E85FB6}"/>
              </a:ext>
            </a:extLst>
          </p:cNvPr>
          <p:cNvSpPr>
            <a:spLocks xmlns:a="http://schemas.openxmlformats.org/drawingml/2006/main" noGrp="1"/>
          </p:cNvSpPr>
          <p:nvPr/>
        </p:nvSpPr>
        <p:spPr>
          <a:xfrm xmlns:a="http://schemas.openxmlformats.org/drawingml/2006/main">
            <a:off x="43434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3539033" name="Oval 268581152">
            <a:extLst xmlns:a="http://schemas.openxmlformats.org/drawingml/2006/main">
              <a:ext uri="{FF2B5EF4-FFF2-40B4-BE49-F238E27FC236}">
                <a16:creationId xmlns:a16="http://schemas.microsoft.com/office/drawing/2014/main" id="{32A6AF7C-5539-45B8-B5EE-A264CBDC9972}"/>
              </a:ext>
            </a:extLst>
          </p:cNvPr>
          <p:cNvSpPr>
            <a:spLocks xmlns:a="http://schemas.openxmlformats.org/drawingml/2006/main" noGrp="1"/>
          </p:cNvSpPr>
          <p:nvPr/>
        </p:nvSpPr>
        <p:spPr>
          <a:xfrm xmlns:a="http://schemas.openxmlformats.org/drawingml/2006/main">
            <a:off x="43434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72899411" name="Oval 1782461718">
            <a:extLst xmlns:a="http://schemas.openxmlformats.org/drawingml/2006/main">
              <a:ext uri="{FF2B5EF4-FFF2-40B4-BE49-F238E27FC236}">
                <a16:creationId xmlns:a16="http://schemas.microsoft.com/office/drawing/2014/main" id="{E3DD1AE1-D999-4B45-B499-13B17B61AB8F}"/>
              </a:ext>
            </a:extLst>
          </p:cNvPr>
          <p:cNvSpPr>
            <a:spLocks xmlns:a="http://schemas.openxmlformats.org/drawingml/2006/main" noGrp="1"/>
          </p:cNvSpPr>
          <p:nvPr/>
        </p:nvSpPr>
        <p:spPr>
          <a:xfrm xmlns:a="http://schemas.openxmlformats.org/drawingml/2006/main">
            <a:off x="68199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36257269" name="Oval 1638488983">
            <a:extLst xmlns:a="http://schemas.openxmlformats.org/drawingml/2006/main">
              <a:ext uri="{FF2B5EF4-FFF2-40B4-BE49-F238E27FC236}">
                <a16:creationId xmlns:a16="http://schemas.microsoft.com/office/drawing/2014/main" id="{F458A8AF-C906-40BF-9F0E-16F493547319}"/>
              </a:ext>
            </a:extLst>
          </p:cNvPr>
          <p:cNvSpPr>
            <a:spLocks xmlns:a="http://schemas.openxmlformats.org/drawingml/2006/main" noGrp="1"/>
          </p:cNvSpPr>
          <p:nvPr/>
        </p:nvSpPr>
        <p:spPr>
          <a:xfrm xmlns:a="http://schemas.openxmlformats.org/drawingml/2006/main">
            <a:off x="68199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84278205" name="Oval 1018913497">
            <a:extLst xmlns:a="http://schemas.openxmlformats.org/drawingml/2006/main">
              <a:ext uri="{FF2B5EF4-FFF2-40B4-BE49-F238E27FC236}">
                <a16:creationId xmlns:a16="http://schemas.microsoft.com/office/drawing/2014/main" id="{C64BE357-B069-4165-87B7-0AC9927A9D92}"/>
              </a:ext>
            </a:extLst>
          </p:cNvPr>
          <p:cNvSpPr>
            <a:spLocks xmlns:a="http://schemas.openxmlformats.org/drawingml/2006/main" noGrp="1"/>
          </p:cNvSpPr>
          <p:nvPr/>
        </p:nvSpPr>
        <p:spPr>
          <a:xfrm xmlns:a="http://schemas.openxmlformats.org/drawingml/2006/main">
            <a:off x="68199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10795516" name="Oval 1292287629">
            <a:extLst xmlns:a="http://schemas.openxmlformats.org/drawingml/2006/main">
              <a:ext uri="{FF2B5EF4-FFF2-40B4-BE49-F238E27FC236}">
                <a16:creationId xmlns:a16="http://schemas.microsoft.com/office/drawing/2014/main" id="{2AE48655-2D49-4EDE-AB73-F3CA464AF069}"/>
              </a:ext>
            </a:extLst>
          </p:cNvPr>
          <p:cNvSpPr>
            <a:spLocks xmlns:a="http://schemas.openxmlformats.org/drawingml/2006/main" noGrp="1"/>
          </p:cNvSpPr>
          <p:nvPr/>
        </p:nvSpPr>
        <p:spPr>
          <a:xfrm xmlns:a="http://schemas.openxmlformats.org/drawingml/2006/main">
            <a:off x="68199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88216436" name="Oval 1410545746">
            <a:extLst xmlns:a="http://schemas.openxmlformats.org/drawingml/2006/main">
              <a:ext uri="{FF2B5EF4-FFF2-40B4-BE49-F238E27FC236}">
                <a16:creationId xmlns:a16="http://schemas.microsoft.com/office/drawing/2014/main" id="{65E23873-B51D-4DB5-A218-91DEDD8CE71B}"/>
              </a:ext>
            </a:extLst>
          </p:cNvPr>
          <p:cNvSpPr>
            <a:spLocks xmlns:a="http://schemas.openxmlformats.org/drawingml/2006/main" noGrp="1"/>
          </p:cNvSpPr>
          <p:nvPr/>
        </p:nvSpPr>
        <p:spPr>
          <a:xfrm xmlns:a="http://schemas.openxmlformats.org/drawingml/2006/main">
            <a:off x="68199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99599491" name="Oval 1923839338">
            <a:extLst xmlns:a="http://schemas.openxmlformats.org/drawingml/2006/main">
              <a:ext uri="{FF2B5EF4-FFF2-40B4-BE49-F238E27FC236}">
                <a16:creationId xmlns:a16="http://schemas.microsoft.com/office/drawing/2014/main" id="{2A42E8C9-E898-4F4C-B182-278908837510}"/>
              </a:ext>
            </a:extLst>
          </p:cNvPr>
          <p:cNvSpPr>
            <a:spLocks xmlns:a="http://schemas.openxmlformats.org/drawingml/2006/main" noGrp="1"/>
          </p:cNvSpPr>
          <p:nvPr/>
        </p:nvSpPr>
        <p:spPr>
          <a:xfrm xmlns:a="http://schemas.openxmlformats.org/drawingml/2006/main">
            <a:off x="9296399" y="2813446"/>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40166080" name="Oval 452248781">
            <a:extLst xmlns:a="http://schemas.openxmlformats.org/drawingml/2006/main">
              <a:ext uri="{FF2B5EF4-FFF2-40B4-BE49-F238E27FC236}">
                <a16:creationId xmlns:a16="http://schemas.microsoft.com/office/drawing/2014/main" id="{67CE1D95-D6C2-42C8-BF6A-E14743F299ED}"/>
              </a:ext>
            </a:extLst>
          </p:cNvPr>
          <p:cNvSpPr>
            <a:spLocks xmlns:a="http://schemas.openxmlformats.org/drawingml/2006/main" noGrp="1"/>
          </p:cNvSpPr>
          <p:nvPr/>
        </p:nvSpPr>
        <p:spPr>
          <a:xfrm xmlns:a="http://schemas.openxmlformats.org/drawingml/2006/main">
            <a:off x="9296399" y="4090987"/>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6390573" name="Rectangle 2036757279">
            <a:extLst xmlns:a="http://schemas.openxmlformats.org/drawingml/2006/main">
              <a:ext uri="{FF2B5EF4-FFF2-40B4-BE49-F238E27FC236}">
                <a16:creationId xmlns:a16="http://schemas.microsoft.com/office/drawing/2014/main" id="{A3B082AB-D66E-46F0-91D4-B7BB01D54A50}"/>
              </a:ext>
            </a:extLst>
          </p:cNvPr>
          <p:cNvSpPr>
            <a:spLocks xmlns:a="http://schemas.openxmlformats.org/drawingml/2006/main" noGrp="1"/>
          </p:cNvSpPr>
          <p:nvPr/>
        </p:nvSpPr>
        <p:spPr>
          <a:xfrm xmlns:a="http://schemas.openxmlformats.org/drawingml/2006/main">
            <a:off x="157162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input</a:t>
            </a:r>
          </a:p>
        </p:txBody>
      </p:sp>
      <p:sp>
        <p:nvSpPr>
          <p:cNvPr id="1676574684" name="Rectangle 899691756">
            <a:extLst xmlns:a="http://schemas.openxmlformats.org/drawingml/2006/main">
              <a:ext uri="{FF2B5EF4-FFF2-40B4-BE49-F238E27FC236}">
                <a16:creationId xmlns:a16="http://schemas.microsoft.com/office/drawing/2014/main" id="{83DB1177-223D-4739-84F9-CD6647CDD9D8}"/>
              </a:ext>
            </a:extLst>
          </p:cNvPr>
          <p:cNvSpPr>
            <a:spLocks xmlns:a="http://schemas.openxmlformats.org/drawingml/2006/main" noGrp="1"/>
          </p:cNvSpPr>
          <p:nvPr/>
        </p:nvSpPr>
        <p:spPr>
          <a:xfrm xmlns:a="http://schemas.openxmlformats.org/drawingml/2006/main">
            <a:off x="3952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1617791724" name="Rectangle 1393267236">
            <a:extLst xmlns:a="http://schemas.openxmlformats.org/drawingml/2006/main">
              <a:ext uri="{FF2B5EF4-FFF2-40B4-BE49-F238E27FC236}">
                <a16:creationId xmlns:a16="http://schemas.microsoft.com/office/drawing/2014/main" id="{A0E8C899-15E7-4AE0-A200-65303999DFD8}"/>
              </a:ext>
            </a:extLst>
          </p:cNvPr>
          <p:cNvSpPr>
            <a:spLocks xmlns:a="http://schemas.openxmlformats.org/drawingml/2006/main" noGrp="1"/>
          </p:cNvSpPr>
          <p:nvPr/>
        </p:nvSpPr>
        <p:spPr>
          <a:xfrm xmlns:a="http://schemas.openxmlformats.org/drawingml/2006/main">
            <a:off x="64293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1982769413" name="Rectangle 1802476533">
            <a:extLst xmlns:a="http://schemas.openxmlformats.org/drawingml/2006/main">
              <a:ext uri="{FF2B5EF4-FFF2-40B4-BE49-F238E27FC236}">
                <a16:creationId xmlns:a16="http://schemas.microsoft.com/office/drawing/2014/main" id="{E705D8EF-86C2-430E-871A-6EA12982DB14}"/>
              </a:ext>
            </a:extLst>
          </p:cNvPr>
          <p:cNvSpPr>
            <a:spLocks xmlns:a="http://schemas.openxmlformats.org/drawingml/2006/main" noGrp="1"/>
          </p:cNvSpPr>
          <p:nvPr/>
        </p:nvSpPr>
        <p:spPr>
          <a:xfrm xmlns:a="http://schemas.openxmlformats.org/drawingml/2006/main">
            <a:off x="8905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output</a:t>
            </a:r>
          </a:p>
        </p:txBody>
      </p:sp>
      <p:sp>
        <p:nvSpPr>
          <p:cNvPr id="1664781694" name="Rectangle 1736954645">
            <a:extLst xmlns:a="http://schemas.openxmlformats.org/drawingml/2006/main">
              <a:ext uri="{FF2B5EF4-FFF2-40B4-BE49-F238E27FC236}">
                <a16:creationId xmlns:a16="http://schemas.microsoft.com/office/drawing/2014/main" id="{CCC6B300-9ECE-45C9-A445-2ED4ECE7F46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16</a:t>
            </a:r>
          </a:p>
        </p:txBody>
      </p:sp>
      <p:cxnSp>
        <p:nvCxnSpPr>
          <p:cNvPr id="2126508225" name="Straight Arrow Connector 2036758667"/>
          <p:cNvCxnSpPr>
            <a:stCxn xmlns:a="http://schemas.openxmlformats.org/drawingml/2006/main" id="617554983" idx="6"/>
            <a:endCxn xmlns:a="http://schemas.openxmlformats.org/drawingml/2006/main" id="548383558" idx="2"/>
          </p:cNvCxnSpPr>
          <p:nvPr/>
        </p:nvCxnSpPr>
        <p:spPr>
          <a:xfrm xmlns:a="http://schemas.openxmlformats.org/drawingml/2006/main" rot="0" flipH="0" flipV="1">
            <a:off x="2419349" y="2428875"/>
            <a:ext cx="1924049" cy="416718"/>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226" name="Straight Arrow Connector 2036758668"/>
          <p:cNvCxnSpPr>
            <a:stCxn xmlns:a="http://schemas.openxmlformats.org/drawingml/2006/main" id="617554983" idx="6"/>
            <a:endCxn xmlns:a="http://schemas.openxmlformats.org/drawingml/2006/main" id="700083125" idx="2"/>
          </p:cNvCxnSpPr>
          <p:nvPr/>
        </p:nvCxnSpPr>
        <p:spPr>
          <a:xfrm xmlns:a="http://schemas.openxmlformats.org/drawingml/2006/main" rot="0" flipH="0" flipV="0">
            <a:off x="2419349" y="2845593"/>
            <a:ext cx="1924049" cy="202406"/>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227" name="Straight Arrow Connector 2036758669"/>
          <p:cNvCxnSpPr>
            <a:stCxn xmlns:a="http://schemas.openxmlformats.org/drawingml/2006/main" id="617554983" idx="6"/>
            <a:endCxn xmlns:a="http://schemas.openxmlformats.org/drawingml/2006/main" id="2025243155" idx="2"/>
          </p:cNvCxnSpPr>
          <p:nvPr/>
        </p:nvCxnSpPr>
        <p:spPr>
          <a:xfrm xmlns:a="http://schemas.openxmlformats.org/drawingml/2006/main" rot="0" flipH="0" flipV="0">
            <a:off x="2419349" y="2845593"/>
            <a:ext cx="1924049" cy="82153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228" name="Straight Arrow Connector 2036758670"/>
          <p:cNvCxnSpPr>
            <a:stCxn xmlns:a="http://schemas.openxmlformats.org/drawingml/2006/main" id="617554983" idx="6"/>
            <a:endCxn xmlns:a="http://schemas.openxmlformats.org/drawingml/2006/main" id="391378086" idx="2"/>
          </p:cNvCxnSpPr>
          <p:nvPr/>
        </p:nvCxnSpPr>
        <p:spPr>
          <a:xfrm xmlns:a="http://schemas.openxmlformats.org/drawingml/2006/main" rot="0" flipH="0" flipV="0">
            <a:off x="2419349" y="2845593"/>
            <a:ext cx="1924049" cy="144065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229" name="Straight Arrow Connector 2036758671"/>
          <p:cNvCxnSpPr>
            <a:stCxn xmlns:a="http://schemas.openxmlformats.org/drawingml/2006/main" id="617554983" idx="6"/>
            <a:endCxn xmlns:a="http://schemas.openxmlformats.org/drawingml/2006/main" id="113539033" idx="2"/>
          </p:cNvCxnSpPr>
          <p:nvPr/>
        </p:nvCxnSpPr>
        <p:spPr>
          <a:xfrm xmlns:a="http://schemas.openxmlformats.org/drawingml/2006/main" rot="0" flipH="0" flipV="0">
            <a:off x="2419349" y="2845593"/>
            <a:ext cx="1924049" cy="205978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230" name="Straight Arrow Connector 2036758672"/>
          <p:cNvCxnSpPr>
            <a:stCxn xmlns:a="http://schemas.openxmlformats.org/drawingml/2006/main" id="1109089102" idx="6"/>
            <a:endCxn xmlns:a="http://schemas.openxmlformats.org/drawingml/2006/main" id="548383558" idx="2"/>
          </p:cNvCxnSpPr>
          <p:nvPr/>
        </p:nvCxnSpPr>
        <p:spPr>
          <a:xfrm xmlns:a="http://schemas.openxmlformats.org/drawingml/2006/main" rot="0" flipH="0" flipV="1">
            <a:off x="2419349" y="2428875"/>
            <a:ext cx="1924049" cy="121443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231" name="Straight Arrow Connector 2036758673"/>
          <p:cNvCxnSpPr>
            <a:stCxn xmlns:a="http://schemas.openxmlformats.org/drawingml/2006/main" id="1109089102" idx="6"/>
            <a:endCxn xmlns:a="http://schemas.openxmlformats.org/drawingml/2006/main" id="700083125" idx="2"/>
          </p:cNvCxnSpPr>
          <p:nvPr/>
        </p:nvCxnSpPr>
        <p:spPr>
          <a:xfrm xmlns:a="http://schemas.openxmlformats.org/drawingml/2006/main" rot="0" flipH="0" flipV="1">
            <a:off x="2419349" y="3047999"/>
            <a:ext cx="1924049" cy="59531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232" name="Straight Arrow Connector 2036758674"/>
          <p:cNvCxnSpPr>
            <a:stCxn xmlns:a="http://schemas.openxmlformats.org/drawingml/2006/main" id="1109089102" idx="6"/>
            <a:endCxn xmlns:a="http://schemas.openxmlformats.org/drawingml/2006/main" id="2025243155" idx="2"/>
          </p:cNvCxnSpPr>
          <p:nvPr/>
        </p:nvCxnSpPr>
        <p:spPr>
          <a:xfrm xmlns:a="http://schemas.openxmlformats.org/drawingml/2006/main" rot="0" flipH="0" flipV="0">
            <a:off x="2419349" y="3643312"/>
            <a:ext cx="1924049" cy="2381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233" name="Straight Arrow Connector 2036758675"/>
          <p:cNvCxnSpPr>
            <a:stCxn xmlns:a="http://schemas.openxmlformats.org/drawingml/2006/main" id="1109089102" idx="6"/>
            <a:endCxn xmlns:a="http://schemas.openxmlformats.org/drawingml/2006/main" id="391378086" idx="2"/>
          </p:cNvCxnSpPr>
          <p:nvPr/>
        </p:nvCxnSpPr>
        <p:spPr>
          <a:xfrm xmlns:a="http://schemas.openxmlformats.org/drawingml/2006/main" rot="0" flipH="0" flipV="0">
            <a:off x="2419349" y="3643312"/>
            <a:ext cx="1924049" cy="642936"/>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234" name="Straight Arrow Connector 2036758676"/>
          <p:cNvCxnSpPr>
            <a:stCxn xmlns:a="http://schemas.openxmlformats.org/drawingml/2006/main" id="1109089102" idx="6"/>
            <a:endCxn xmlns:a="http://schemas.openxmlformats.org/drawingml/2006/main" id="113539033" idx="2"/>
          </p:cNvCxnSpPr>
          <p:nvPr/>
        </p:nvCxnSpPr>
        <p:spPr>
          <a:xfrm xmlns:a="http://schemas.openxmlformats.org/drawingml/2006/main" rot="0" flipH="0" flipV="0">
            <a:off x="2419349" y="3643312"/>
            <a:ext cx="1924049" cy="126206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235" name="Straight Arrow Connector 2036758677"/>
          <p:cNvCxnSpPr>
            <a:stCxn xmlns:a="http://schemas.openxmlformats.org/drawingml/2006/main" id="1885419688" idx="6"/>
            <a:endCxn xmlns:a="http://schemas.openxmlformats.org/drawingml/2006/main" id="548383558" idx="2"/>
          </p:cNvCxnSpPr>
          <p:nvPr/>
        </p:nvCxnSpPr>
        <p:spPr>
          <a:xfrm xmlns:a="http://schemas.openxmlformats.org/drawingml/2006/main" rot="0" flipH="0" flipV="1">
            <a:off x="2419349" y="2428875"/>
            <a:ext cx="1924049" cy="19716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236" name="Straight Arrow Connector 2036758678"/>
          <p:cNvCxnSpPr>
            <a:stCxn xmlns:a="http://schemas.openxmlformats.org/drawingml/2006/main" id="1885419688" idx="6"/>
            <a:endCxn xmlns:a="http://schemas.openxmlformats.org/drawingml/2006/main" id="700083125" idx="2"/>
          </p:cNvCxnSpPr>
          <p:nvPr/>
        </p:nvCxnSpPr>
        <p:spPr>
          <a:xfrm xmlns:a="http://schemas.openxmlformats.org/drawingml/2006/main" rot="0" flipH="0" flipV="1">
            <a:off x="2419349" y="3047999"/>
            <a:ext cx="1924049" cy="1352549"/>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237" name="Straight Arrow Connector 2036758679"/>
          <p:cNvCxnSpPr/>
          <p:nvPr/>
        </p:nvCxnSpPr>
        <p:spPr>
          <a:xfrm xmlns:a="http://schemas.openxmlformats.org/drawingml/2006/main" rot="0" flipH="0" flipV="1">
            <a:off x="2419349" y="3667124"/>
            <a:ext cx="1924049" cy="847724"/>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238" name="Straight Arrow Connector 2036758680"/>
          <p:cNvCxnSpPr>
            <a:stCxn xmlns:a="http://schemas.openxmlformats.org/drawingml/2006/main" id="1885419688" idx="6"/>
            <a:endCxn xmlns:a="http://schemas.openxmlformats.org/drawingml/2006/main" id="391378086" idx="2"/>
          </p:cNvCxnSpPr>
          <p:nvPr/>
        </p:nvCxnSpPr>
        <p:spPr>
          <a:xfrm xmlns:a="http://schemas.openxmlformats.org/drawingml/2006/main" rot="0" flipH="0" flipV="1">
            <a:off x="2419349" y="4286250"/>
            <a:ext cx="1924049" cy="1143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239" name="Straight Arrow Connector 2036758681"/>
          <p:cNvCxnSpPr>
            <a:stCxn xmlns:a="http://schemas.openxmlformats.org/drawingml/2006/main" id="1885419688" idx="6"/>
            <a:endCxn xmlns:a="http://schemas.openxmlformats.org/drawingml/2006/main" id="113539033" idx="2"/>
          </p:cNvCxnSpPr>
          <p:nvPr/>
        </p:nvCxnSpPr>
        <p:spPr>
          <a:xfrm xmlns:a="http://schemas.openxmlformats.org/drawingml/2006/main" rot="0" flipH="0" flipV="0">
            <a:off x="2419349" y="4400550"/>
            <a:ext cx="1924049" cy="504824"/>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240" name="Straight Arrow Connector 2036758682"/>
          <p:cNvCxnSpPr>
            <a:stCxn xmlns:a="http://schemas.openxmlformats.org/drawingml/2006/main" id="548383558" idx="6"/>
            <a:endCxn xmlns:a="http://schemas.openxmlformats.org/drawingml/2006/main" id="772899411" idx="2"/>
          </p:cNvCxnSpPr>
          <p:nvPr/>
        </p:nvCxnSpPr>
        <p:spPr>
          <a:xfrm xmlns:a="http://schemas.openxmlformats.org/drawingml/2006/main">
            <a:off x="4800600" y="24288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241" name="Straight Arrow Connector 2036758683"/>
          <p:cNvCxnSpPr>
            <a:stCxn xmlns:a="http://schemas.openxmlformats.org/drawingml/2006/main" id="548383558" idx="6"/>
            <a:endCxn xmlns:a="http://schemas.openxmlformats.org/drawingml/2006/main" id="1136257269" idx="2"/>
          </p:cNvCxnSpPr>
          <p:nvPr/>
        </p:nvCxnSpPr>
        <p:spPr>
          <a:xfrm xmlns:a="http://schemas.openxmlformats.org/drawingml/2006/main">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242" name="Straight Arrow Connector 2036758684"/>
          <p:cNvCxnSpPr>
            <a:stCxn xmlns:a="http://schemas.openxmlformats.org/drawingml/2006/main" id="548383558" idx="6"/>
            <a:endCxn xmlns:a="http://schemas.openxmlformats.org/drawingml/2006/main" id="1884278205" idx="2"/>
          </p:cNvCxnSpPr>
          <p:nvPr/>
        </p:nvCxnSpPr>
        <p:spPr>
          <a:xfrm xmlns:a="http://schemas.openxmlformats.org/drawingml/2006/main">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243" name="Straight Arrow Connector 2036758685"/>
          <p:cNvCxnSpPr>
            <a:stCxn xmlns:a="http://schemas.openxmlformats.org/drawingml/2006/main" id="548383558" idx="6"/>
            <a:endCxn xmlns:a="http://schemas.openxmlformats.org/drawingml/2006/main" id="1910795516" idx="2"/>
          </p:cNvCxnSpPr>
          <p:nvPr/>
        </p:nvCxnSpPr>
        <p:spPr>
          <a:xfrm xmlns:a="http://schemas.openxmlformats.org/drawingml/2006/main">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244" name="Straight Arrow Connector 2036758686"/>
          <p:cNvCxnSpPr>
            <a:stCxn xmlns:a="http://schemas.openxmlformats.org/drawingml/2006/main" id="548383558" idx="6"/>
            <a:endCxn xmlns:a="http://schemas.openxmlformats.org/drawingml/2006/main" id="688216436" idx="2"/>
          </p:cNvCxnSpPr>
          <p:nvPr/>
        </p:nvCxnSpPr>
        <p:spPr>
          <a:xfrm xmlns:a="http://schemas.openxmlformats.org/drawingml/2006/main">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245" name="Straight Arrow Connector 2036758687"/>
          <p:cNvCxnSpPr>
            <a:stCxn xmlns:a="http://schemas.openxmlformats.org/drawingml/2006/main" id="700083125" idx="6"/>
            <a:endCxn xmlns:a="http://schemas.openxmlformats.org/drawingml/2006/main" id="772899411" idx="2"/>
          </p:cNvCxnSpPr>
          <p:nvPr/>
        </p:nvCxnSpPr>
        <p:spPr>
          <a:xfrm xmlns:a="http://schemas.openxmlformats.org/drawingml/2006/main" flipV="1">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246" name="Straight Arrow Connector 2036758688"/>
          <p:cNvCxnSpPr>
            <a:stCxn xmlns:a="http://schemas.openxmlformats.org/drawingml/2006/main" id="700083125" idx="6"/>
            <a:endCxn xmlns:a="http://schemas.openxmlformats.org/drawingml/2006/main" id="1136257269" idx="2"/>
          </p:cNvCxnSpPr>
          <p:nvPr/>
        </p:nvCxnSpPr>
        <p:spPr>
          <a:xfrm xmlns:a="http://schemas.openxmlformats.org/drawingml/2006/main">
            <a:off x="4800600" y="304800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247" name="Straight Arrow Connector 2036758689"/>
          <p:cNvCxnSpPr>
            <a:stCxn xmlns:a="http://schemas.openxmlformats.org/drawingml/2006/main" id="700083125" idx="6"/>
            <a:endCxn xmlns:a="http://schemas.openxmlformats.org/drawingml/2006/main" id="1884278205" idx="2"/>
          </p:cNvCxnSpPr>
          <p:nvPr/>
        </p:nvCxnSpPr>
        <p:spPr>
          <a:xfrm xmlns:a="http://schemas.openxmlformats.org/drawingml/2006/main">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248" name="Straight Arrow Connector 2036758690"/>
          <p:cNvCxnSpPr>
            <a:stCxn xmlns:a="http://schemas.openxmlformats.org/drawingml/2006/main" id="700083125" idx="6"/>
            <a:endCxn xmlns:a="http://schemas.openxmlformats.org/drawingml/2006/main" id="1910795516" idx="2"/>
          </p:cNvCxnSpPr>
          <p:nvPr/>
        </p:nvCxnSpPr>
        <p:spPr>
          <a:xfrm xmlns:a="http://schemas.openxmlformats.org/drawingml/2006/main">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249" name="Straight Arrow Connector 2036758691"/>
          <p:cNvCxnSpPr>
            <a:stCxn xmlns:a="http://schemas.openxmlformats.org/drawingml/2006/main" id="700083125" idx="6"/>
            <a:endCxn xmlns:a="http://schemas.openxmlformats.org/drawingml/2006/main" id="688216436" idx="2"/>
          </p:cNvCxnSpPr>
          <p:nvPr/>
        </p:nvCxnSpPr>
        <p:spPr>
          <a:xfrm xmlns:a="http://schemas.openxmlformats.org/drawingml/2006/main">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250" name="Straight Arrow Connector 2036758692"/>
          <p:cNvCxnSpPr>
            <a:stCxn xmlns:a="http://schemas.openxmlformats.org/drawingml/2006/main" id="2025243155" idx="6"/>
            <a:endCxn xmlns:a="http://schemas.openxmlformats.org/drawingml/2006/main" id="772899411" idx="2"/>
          </p:cNvCxnSpPr>
          <p:nvPr/>
        </p:nvCxnSpPr>
        <p:spPr>
          <a:xfrm xmlns:a="http://schemas.openxmlformats.org/drawingml/2006/main" flipV="1">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251" name="Straight Arrow Connector 2036758693"/>
          <p:cNvCxnSpPr>
            <a:stCxn xmlns:a="http://schemas.openxmlformats.org/drawingml/2006/main" id="2025243155" idx="6"/>
            <a:endCxn xmlns:a="http://schemas.openxmlformats.org/drawingml/2006/main" id="1136257269" idx="2"/>
          </p:cNvCxnSpPr>
          <p:nvPr/>
        </p:nvCxnSpPr>
        <p:spPr>
          <a:xfrm xmlns:a="http://schemas.openxmlformats.org/drawingml/2006/main" flipV="1">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252" name="Straight Arrow Connector 2036758694"/>
          <p:cNvCxnSpPr>
            <a:stCxn xmlns:a="http://schemas.openxmlformats.org/drawingml/2006/main" id="2025243155" idx="6"/>
            <a:endCxn xmlns:a="http://schemas.openxmlformats.org/drawingml/2006/main" id="1884278205" idx="2"/>
          </p:cNvCxnSpPr>
          <p:nvPr/>
        </p:nvCxnSpPr>
        <p:spPr>
          <a:xfrm xmlns:a="http://schemas.openxmlformats.org/drawingml/2006/main">
            <a:off x="4800600" y="366712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253" name="Straight Arrow Connector 2036758695"/>
          <p:cNvCxnSpPr>
            <a:stCxn xmlns:a="http://schemas.openxmlformats.org/drawingml/2006/main" id="2025243155" idx="6"/>
            <a:endCxn xmlns:a="http://schemas.openxmlformats.org/drawingml/2006/main" id="1910795516" idx="2"/>
          </p:cNvCxnSpPr>
          <p:nvPr/>
        </p:nvCxnSpPr>
        <p:spPr>
          <a:xfrm xmlns:a="http://schemas.openxmlformats.org/drawingml/2006/main">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254" name="Straight Arrow Connector 2036758696"/>
          <p:cNvCxnSpPr>
            <a:stCxn xmlns:a="http://schemas.openxmlformats.org/drawingml/2006/main" id="2025243155" idx="6"/>
            <a:endCxn xmlns:a="http://schemas.openxmlformats.org/drawingml/2006/main" id="688216436" idx="2"/>
          </p:cNvCxnSpPr>
          <p:nvPr/>
        </p:nvCxnSpPr>
        <p:spPr>
          <a:xfrm xmlns:a="http://schemas.openxmlformats.org/drawingml/2006/main">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255" name="Straight Arrow Connector 2036758697"/>
          <p:cNvCxnSpPr>
            <a:stCxn xmlns:a="http://schemas.openxmlformats.org/drawingml/2006/main" id="391378086" idx="6"/>
            <a:endCxn xmlns:a="http://schemas.openxmlformats.org/drawingml/2006/main" id="772899411" idx="2"/>
          </p:cNvCxnSpPr>
          <p:nvPr/>
        </p:nvCxnSpPr>
        <p:spPr>
          <a:xfrm xmlns:a="http://schemas.openxmlformats.org/drawingml/2006/main" flipV="1">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256" name="Straight Arrow Connector 2036758698"/>
          <p:cNvCxnSpPr>
            <a:stCxn xmlns:a="http://schemas.openxmlformats.org/drawingml/2006/main" id="391378086" idx="6"/>
            <a:endCxn xmlns:a="http://schemas.openxmlformats.org/drawingml/2006/main" id="1136257269" idx="2"/>
          </p:cNvCxnSpPr>
          <p:nvPr/>
        </p:nvCxnSpPr>
        <p:spPr>
          <a:xfrm xmlns:a="http://schemas.openxmlformats.org/drawingml/2006/main" flipV="1">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257" name="Straight Arrow Connector 2036758699"/>
          <p:cNvCxnSpPr>
            <a:stCxn xmlns:a="http://schemas.openxmlformats.org/drawingml/2006/main" id="391378086" idx="6"/>
            <a:endCxn xmlns:a="http://schemas.openxmlformats.org/drawingml/2006/main" id="1884278205" idx="2"/>
          </p:cNvCxnSpPr>
          <p:nvPr/>
        </p:nvCxnSpPr>
        <p:spPr>
          <a:xfrm xmlns:a="http://schemas.openxmlformats.org/drawingml/2006/main" flipV="1">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258" name="Straight Arrow Connector 2036758700"/>
          <p:cNvCxnSpPr>
            <a:stCxn xmlns:a="http://schemas.openxmlformats.org/drawingml/2006/main" id="391378086" idx="6"/>
            <a:endCxn xmlns:a="http://schemas.openxmlformats.org/drawingml/2006/main" id="1910795516" idx="2"/>
          </p:cNvCxnSpPr>
          <p:nvPr/>
        </p:nvCxnSpPr>
        <p:spPr>
          <a:xfrm xmlns:a="http://schemas.openxmlformats.org/drawingml/2006/main">
            <a:off x="4800600" y="428625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259" name="Straight Arrow Connector 2036758701"/>
          <p:cNvCxnSpPr>
            <a:stCxn xmlns:a="http://schemas.openxmlformats.org/drawingml/2006/main" id="391378086" idx="6"/>
            <a:endCxn xmlns:a="http://schemas.openxmlformats.org/drawingml/2006/main" id="688216436" idx="2"/>
          </p:cNvCxnSpPr>
          <p:nvPr/>
        </p:nvCxnSpPr>
        <p:spPr>
          <a:xfrm xmlns:a="http://schemas.openxmlformats.org/drawingml/2006/main">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260" name="Straight Arrow Connector 2036758702"/>
          <p:cNvCxnSpPr>
            <a:stCxn xmlns:a="http://schemas.openxmlformats.org/drawingml/2006/main" id="113539033" idx="6"/>
            <a:endCxn xmlns:a="http://schemas.openxmlformats.org/drawingml/2006/main" id="772899411" idx="2"/>
          </p:cNvCxnSpPr>
          <p:nvPr/>
        </p:nvCxnSpPr>
        <p:spPr>
          <a:xfrm xmlns:a="http://schemas.openxmlformats.org/drawingml/2006/main" flipV="1">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261" name="Straight Arrow Connector 2036758703"/>
          <p:cNvCxnSpPr>
            <a:stCxn xmlns:a="http://schemas.openxmlformats.org/drawingml/2006/main" id="113539033" idx="6"/>
            <a:endCxn xmlns:a="http://schemas.openxmlformats.org/drawingml/2006/main" id="1136257269" idx="2"/>
          </p:cNvCxnSpPr>
          <p:nvPr/>
        </p:nvCxnSpPr>
        <p:spPr>
          <a:xfrm xmlns:a="http://schemas.openxmlformats.org/drawingml/2006/main" flipV="1">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262" name="Straight Arrow Connector 2036758704"/>
          <p:cNvCxnSpPr>
            <a:stCxn xmlns:a="http://schemas.openxmlformats.org/drawingml/2006/main" id="113539033" idx="6"/>
            <a:endCxn xmlns:a="http://schemas.openxmlformats.org/drawingml/2006/main" id="1884278205" idx="2"/>
          </p:cNvCxnSpPr>
          <p:nvPr/>
        </p:nvCxnSpPr>
        <p:spPr>
          <a:xfrm xmlns:a="http://schemas.openxmlformats.org/drawingml/2006/main" flipV="1">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263" name="Straight Arrow Connector 2036758705"/>
          <p:cNvCxnSpPr>
            <a:stCxn xmlns:a="http://schemas.openxmlformats.org/drawingml/2006/main" id="113539033" idx="6"/>
            <a:endCxn xmlns:a="http://schemas.openxmlformats.org/drawingml/2006/main" id="1910795516" idx="2"/>
          </p:cNvCxnSpPr>
          <p:nvPr/>
        </p:nvCxnSpPr>
        <p:spPr>
          <a:xfrm xmlns:a="http://schemas.openxmlformats.org/drawingml/2006/main" flipV="1">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264" name="Straight Arrow Connector 2036758706"/>
          <p:cNvCxnSpPr>
            <a:stCxn xmlns:a="http://schemas.openxmlformats.org/drawingml/2006/main" id="113539033" idx="6"/>
            <a:endCxn xmlns:a="http://schemas.openxmlformats.org/drawingml/2006/main" id="688216436" idx="2"/>
          </p:cNvCxnSpPr>
          <p:nvPr/>
        </p:nvCxnSpPr>
        <p:spPr>
          <a:xfrm xmlns:a="http://schemas.openxmlformats.org/drawingml/2006/main">
            <a:off x="4800600" y="49053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265" name="Straight Arrow Connector 2036758707"/>
          <p:cNvCxnSpPr>
            <a:stCxn xmlns:a="http://schemas.openxmlformats.org/drawingml/2006/main" id="772899411" idx="6"/>
            <a:endCxn xmlns:a="http://schemas.openxmlformats.org/drawingml/2006/main" id="2099599491" idx="2"/>
          </p:cNvCxnSpPr>
          <p:nvPr/>
        </p:nvCxnSpPr>
        <p:spPr>
          <a:xfrm xmlns:a="http://schemas.openxmlformats.org/drawingml/2006/main" rot="0" flipH="0" flipV="0">
            <a:off x="7277099" y="2428875"/>
            <a:ext cx="2019299" cy="61317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266" name="Straight Arrow Connector 2036758708"/>
          <p:cNvCxnSpPr>
            <a:stCxn xmlns:a="http://schemas.openxmlformats.org/drawingml/2006/main" id="772899411" idx="6"/>
            <a:endCxn xmlns:a="http://schemas.openxmlformats.org/drawingml/2006/main" id="540166080" idx="2"/>
          </p:cNvCxnSpPr>
          <p:nvPr/>
        </p:nvCxnSpPr>
        <p:spPr>
          <a:xfrm xmlns:a="http://schemas.openxmlformats.org/drawingml/2006/main" rot="0" flipH="0" flipV="0">
            <a:off x="7277099" y="2428875"/>
            <a:ext cx="2019299" cy="189071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267" name="Straight Arrow Connector 2036758709"/>
          <p:cNvCxnSpPr>
            <a:stCxn xmlns:a="http://schemas.openxmlformats.org/drawingml/2006/main" id="1136257269" idx="6"/>
            <a:endCxn xmlns:a="http://schemas.openxmlformats.org/drawingml/2006/main" id="2099599491" idx="2"/>
          </p:cNvCxnSpPr>
          <p:nvPr/>
        </p:nvCxnSpPr>
        <p:spPr>
          <a:xfrm xmlns:a="http://schemas.openxmlformats.org/drawingml/2006/main" rot="0" flipH="0" flipV="1">
            <a:off x="7277099" y="3045023"/>
            <a:ext cx="2019299"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268" name="Straight Arrow Connector 2036758710"/>
          <p:cNvCxnSpPr>
            <a:stCxn xmlns:a="http://schemas.openxmlformats.org/drawingml/2006/main" id="1136257269" idx="6"/>
            <a:endCxn xmlns:a="http://schemas.openxmlformats.org/drawingml/2006/main" id="540166080" idx="2"/>
          </p:cNvCxnSpPr>
          <p:nvPr/>
        </p:nvCxnSpPr>
        <p:spPr>
          <a:xfrm xmlns:a="http://schemas.openxmlformats.org/drawingml/2006/main" rot="0" flipH="0" flipV="0">
            <a:off x="7277099" y="3047999"/>
            <a:ext cx="2019299" cy="127158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269" name="Straight Arrow Connector 2036758711"/>
          <p:cNvCxnSpPr>
            <a:stCxn xmlns:a="http://schemas.openxmlformats.org/drawingml/2006/main" id="1884278205" idx="6"/>
            <a:endCxn xmlns:a="http://schemas.openxmlformats.org/drawingml/2006/main" id="2099599491" idx="2"/>
          </p:cNvCxnSpPr>
          <p:nvPr/>
        </p:nvCxnSpPr>
        <p:spPr>
          <a:xfrm xmlns:a="http://schemas.openxmlformats.org/drawingml/2006/main" rot="0" flipH="0" flipV="1">
            <a:off x="7277099" y="3042046"/>
            <a:ext cx="2019299" cy="625078"/>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270" name="Straight Arrow Connector 2036758712"/>
          <p:cNvCxnSpPr>
            <a:stCxn xmlns:a="http://schemas.openxmlformats.org/drawingml/2006/main" id="1884278205" idx="6"/>
            <a:endCxn xmlns:a="http://schemas.openxmlformats.org/drawingml/2006/main" id="540166080" idx="2"/>
          </p:cNvCxnSpPr>
          <p:nvPr/>
        </p:nvCxnSpPr>
        <p:spPr>
          <a:xfrm xmlns:a="http://schemas.openxmlformats.org/drawingml/2006/main" rot="0" flipH="0" flipV="0">
            <a:off x="7277099" y="3667124"/>
            <a:ext cx="2019299" cy="65246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271" name="Straight Arrow Connector 2036758713"/>
          <p:cNvCxnSpPr>
            <a:stCxn xmlns:a="http://schemas.openxmlformats.org/drawingml/2006/main" id="1910795516" idx="6"/>
            <a:endCxn xmlns:a="http://schemas.openxmlformats.org/drawingml/2006/main" id="2099599491" idx="2"/>
          </p:cNvCxnSpPr>
          <p:nvPr/>
        </p:nvCxnSpPr>
        <p:spPr>
          <a:xfrm xmlns:a="http://schemas.openxmlformats.org/drawingml/2006/main" rot="0" flipH="0" flipV="1">
            <a:off x="7277099" y="3042046"/>
            <a:ext cx="2019299" cy="124420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272" name="Straight Arrow Connector 2036758714"/>
          <p:cNvCxnSpPr>
            <a:stCxn xmlns:a="http://schemas.openxmlformats.org/drawingml/2006/main" id="1910795516" idx="6"/>
            <a:endCxn xmlns:a="http://schemas.openxmlformats.org/drawingml/2006/main" id="540166080" idx="2"/>
          </p:cNvCxnSpPr>
          <p:nvPr/>
        </p:nvCxnSpPr>
        <p:spPr>
          <a:xfrm xmlns:a="http://schemas.openxmlformats.org/drawingml/2006/main" rot="0" flipH="0" flipV="0">
            <a:off x="7277099" y="4286250"/>
            <a:ext cx="2019299" cy="3333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273" name="Straight Arrow Connector 2036758715"/>
          <p:cNvCxnSpPr>
            <a:stCxn xmlns:a="http://schemas.openxmlformats.org/drawingml/2006/main" id="688216436" idx="6"/>
            <a:endCxn xmlns:a="http://schemas.openxmlformats.org/drawingml/2006/main" id="2099599491" idx="2"/>
          </p:cNvCxnSpPr>
          <p:nvPr/>
        </p:nvCxnSpPr>
        <p:spPr>
          <a:xfrm xmlns:a="http://schemas.openxmlformats.org/drawingml/2006/main" rot="0" flipH="0" flipV="1">
            <a:off x="7277099" y="3042046"/>
            <a:ext cx="2019299" cy="186332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274" name="Straight Arrow Connector 2036758716"/>
          <p:cNvCxnSpPr>
            <a:stCxn xmlns:a="http://schemas.openxmlformats.org/drawingml/2006/main" id="688216436" idx="6"/>
            <a:endCxn xmlns:a="http://schemas.openxmlformats.org/drawingml/2006/main" id="540166080" idx="2"/>
          </p:cNvCxnSpPr>
          <p:nvPr/>
        </p:nvCxnSpPr>
        <p:spPr>
          <a:xfrm xmlns:a="http://schemas.openxmlformats.org/drawingml/2006/main" rot="0" flipH="0" flipV="1">
            <a:off x="7277099" y="4319587"/>
            <a:ext cx="2019299" cy="585787"/>
          </a:xfrm>
          <a:prstGeom xmlns:a="http://schemas.openxmlformats.org/drawingml/2006/main" prst="straightConnector1">
            <a:avLst/>
          </a:prstGeom>
          <a:ln xmlns:a="http://schemas.openxmlformats.org/drawingml/2006/main" w="9525">
            <a:solidFill>
              <a:srgbClr val="CBD5E1">
                <a:alpha val="45000"/>
              </a:srgbClr>
            </a:solidFill>
            <a:prstDash val="solid"/>
          </a:ln>
        </p:spPr>
      </p:cxnSp>
    </p:spTree>
    <p:extLst>
      <p:ext uri="{BB962C8B-B14F-4D97-AF65-F5344CB8AC3E}">
        <p14:creationId xmlns:p14="http://schemas.microsoft.com/office/powerpoint/2010/main" val="813627697"/>
      </p:ext>
    </p:extLst>
  </p:cSld>
</p:sld>
</file>

<file path=ppt/slides/slide1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9639279" name="">
            <a:extLst xmlns:a="http://schemas.openxmlformats.org/drawingml/2006/main">
              <a:ext uri="{FF2B5EF4-FFF2-40B4-BE49-F238E27FC236}">
                <a16:creationId xmlns:a16="http://schemas.microsoft.com/office/drawing/2014/main" id="{6F04499C-4019-43D1-BE8F-0922980DBAE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Neural networks</a:t>
            </a:r>
          </a:p>
        </p:txBody>
      </p:sp>
      <p:sp>
        <p:nvSpPr>
          <p:cNvPr id="372443783" name="">
            <a:extLst xmlns:a="http://schemas.openxmlformats.org/drawingml/2006/main">
              <a:ext uri="{FF2B5EF4-FFF2-40B4-BE49-F238E27FC236}">
                <a16:creationId xmlns:a16="http://schemas.microsoft.com/office/drawing/2014/main" id="{CD220434-44C1-410C-BAE0-07C40C746573}"/>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A tiny network: width 1, depth 2</a:t>
            </a:r>
          </a:p>
        </p:txBody>
      </p:sp>
      <p:sp>
        <p:nvSpPr>
          <p:cNvPr id="1389001540" name="">
            <a:extLst xmlns:a="http://schemas.openxmlformats.org/drawingml/2006/main">
              <a:ext uri="{FF2B5EF4-FFF2-40B4-BE49-F238E27FC236}">
                <a16:creationId xmlns:a16="http://schemas.microsoft.com/office/drawing/2014/main" id="{6D8C2DCB-F89B-4F48-B251-29C333CEB2F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745210702" name="">
            <a:extLst xmlns:a="http://schemas.openxmlformats.org/drawingml/2006/main">
              <a:ext uri="{FF2B5EF4-FFF2-40B4-BE49-F238E27FC236}">
                <a16:creationId xmlns:a16="http://schemas.microsoft.com/office/drawing/2014/main" id="{C700AE61-72C5-442C-89C3-C1A70823F313}"/>
              </a:ext>
            </a:extLst>
          </p:cNvPr>
          <p:cNvSpPr>
            <a:spLocks xmlns:a="http://schemas.openxmlformats.org/drawingml/2006/main" noGrp="1"/>
          </p:cNvSpPr>
          <p:nvPr/>
        </p:nvSpPr>
        <p:spPr>
          <a:xfrm xmlns:a="http://schemas.openxmlformats.org/drawingml/2006/main">
            <a:off x="3276599" y="3209925"/>
            <a:ext cx="1143000" cy="438149"/>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vert="horz" wrap="square" lIns="91440" tIns="45720" rIns="91440" bIns="45720"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w₁</a:t>
            </a:r>
          </a:p>
        </p:txBody>
      </p:sp>
      <p:sp>
        <p:nvSpPr>
          <p:cNvPr id="1255990617" name="">
            <a:extLst xmlns:a="http://schemas.openxmlformats.org/drawingml/2006/main">
              <a:ext uri="{FF2B5EF4-FFF2-40B4-BE49-F238E27FC236}">
                <a16:creationId xmlns:a16="http://schemas.microsoft.com/office/drawing/2014/main" id="{AB248D51-69CD-4E43-B73C-49ED12B5CAB9}"/>
              </a:ext>
            </a:extLst>
          </p:cNvPr>
          <p:cNvSpPr>
            <a:spLocks xmlns:a="http://schemas.openxmlformats.org/drawingml/2006/main" noGrp="1"/>
          </p:cNvSpPr>
          <p:nvPr/>
        </p:nvSpPr>
        <p:spPr>
          <a:xfrm xmlns:a="http://schemas.openxmlformats.org/drawingml/2006/main">
            <a:off x="5524499" y="3181352"/>
            <a:ext cx="1143000" cy="438149"/>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vert="horz" wrap="square" lIns="91440" tIns="45720" rIns="91440" bIns="45720"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w₂</a:t>
            </a:r>
          </a:p>
        </p:txBody>
      </p:sp>
      <p:sp>
        <p:nvSpPr>
          <p:cNvPr id="1311533775" name="">
            <a:extLst xmlns:a="http://schemas.openxmlformats.org/drawingml/2006/main">
              <a:ext uri="{FF2B5EF4-FFF2-40B4-BE49-F238E27FC236}">
                <a16:creationId xmlns:a16="http://schemas.microsoft.com/office/drawing/2014/main" id="{2EC373E5-CDA1-4B74-8692-A13D29004EB5}"/>
              </a:ext>
            </a:extLst>
          </p:cNvPr>
          <p:cNvSpPr>
            <a:spLocks xmlns:a="http://schemas.openxmlformats.org/drawingml/2006/main" noGrp="1"/>
          </p:cNvSpPr>
          <p:nvPr/>
        </p:nvSpPr>
        <p:spPr>
          <a:xfrm xmlns:a="http://schemas.openxmlformats.org/drawingml/2006/main">
            <a:off x="7772400" y="3181352"/>
            <a:ext cx="1143000" cy="438149"/>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vert="horz" wrap="square" lIns="91440" tIns="45720" rIns="91440" bIns="45720" anchor="ctr"/>
          <a:lstStyle xmlns:a="http://schemas.openxmlformats.org/drawingml/2006/main"/>
          <a:p xmlns:a="http://schemas.openxmlformats.org/drawingml/2006/main">
            <a:pPr lvl="0" algn="ctr">
              <a:buNone/>
              <a:defRPr sz="1350" b="1">
                <a:solidFill>
                  <a:srgbClr val="2563EB"/>
                </a:solidFill>
              </a:defRPr>
            </a:pPr>
            <a:r>
              <a:rPr sz="1350" b="1">
                <a:solidFill>
                  <a:srgbClr val="2563EB"/>
                </a:solidFill>
              </a:rPr>
              <a:t>w₃</a:t>
            </a:r>
          </a:p>
        </p:txBody>
      </p:sp>
      <p:sp>
        <p:nvSpPr>
          <p:cNvPr id="1943647303" name="">
            <a:extLst xmlns:a="http://schemas.openxmlformats.org/drawingml/2006/main">
              <a:ext uri="{FF2B5EF4-FFF2-40B4-BE49-F238E27FC236}">
                <a16:creationId xmlns:a16="http://schemas.microsoft.com/office/drawing/2014/main" id="{D969B132-1732-4980-9F8D-0F873834C1B5}"/>
              </a:ext>
            </a:extLst>
          </p:cNvPr>
          <p:cNvSpPr>
            <a:spLocks xmlns:a="http://schemas.openxmlformats.org/drawingml/2006/main" noGrp="1"/>
          </p:cNvSpPr>
          <p:nvPr/>
        </p:nvSpPr>
        <p:spPr>
          <a:xfrm xmlns:a="http://schemas.openxmlformats.org/drawingml/2006/main">
            <a:off x="2171700" y="2857501"/>
            <a:ext cx="1104900" cy="11049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667085"/>
                </a:solidFill>
              </a:defRPr>
            </a:pPr>
            <a:r>
              <a:rPr sz="2400" b="1">
                <a:solidFill>
                  <a:srgbClr val="667085"/>
                </a:solidFill>
              </a:rPr>
              <a:t>x</a:t>
            </a:r>
          </a:p>
        </p:txBody>
      </p:sp>
      <p:sp>
        <p:nvSpPr>
          <p:cNvPr id="1165089838" name="">
            <a:extLst xmlns:a="http://schemas.openxmlformats.org/drawingml/2006/main">
              <a:ext uri="{FF2B5EF4-FFF2-40B4-BE49-F238E27FC236}">
                <a16:creationId xmlns:a16="http://schemas.microsoft.com/office/drawing/2014/main" id="{66EB2007-65F9-45D5-AAF0-4A9B22AD6F96}"/>
              </a:ext>
            </a:extLst>
          </p:cNvPr>
          <p:cNvSpPr>
            <a:spLocks xmlns:a="http://schemas.openxmlformats.org/drawingml/2006/main" noGrp="1"/>
          </p:cNvSpPr>
          <p:nvPr/>
        </p:nvSpPr>
        <p:spPr>
          <a:xfrm xmlns:a="http://schemas.openxmlformats.org/drawingml/2006/main">
            <a:off x="4419599" y="2847977"/>
            <a:ext cx="1104900" cy="1104900"/>
          </a:xfrm>
          <a:prstGeom xmlns:a="http://schemas.openxmlformats.org/drawingml/2006/main" prst="ellipse">
            <a:avLst/>
          </a:prstGeom>
          <a:solidFill xmlns:a="http://schemas.openxmlformats.org/drawingml/2006/main">
            <a:srgbClr val="DBEA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h1</a:t>
            </a:r>
          </a:p>
        </p:txBody>
      </p:sp>
      <p:sp>
        <p:nvSpPr>
          <p:cNvPr id="418431593" name="">
            <a:extLst xmlns:a="http://schemas.openxmlformats.org/drawingml/2006/main">
              <a:ext uri="{FF2B5EF4-FFF2-40B4-BE49-F238E27FC236}">
                <a16:creationId xmlns:a16="http://schemas.microsoft.com/office/drawing/2014/main" id="{BE1508EC-B946-48EA-BEB0-9530CA80BA62}"/>
              </a:ext>
            </a:extLst>
          </p:cNvPr>
          <p:cNvSpPr>
            <a:spLocks xmlns:a="http://schemas.openxmlformats.org/drawingml/2006/main" noGrp="1"/>
          </p:cNvSpPr>
          <p:nvPr/>
        </p:nvSpPr>
        <p:spPr>
          <a:xfrm xmlns:a="http://schemas.openxmlformats.org/drawingml/2006/main">
            <a:off x="6667499" y="2847977"/>
            <a:ext cx="1104900" cy="1104900"/>
          </a:xfrm>
          <a:prstGeom xmlns:a="http://schemas.openxmlformats.org/drawingml/2006/main" prst="ellipse">
            <a:avLst/>
          </a:prstGeom>
          <a:solidFill xmlns:a="http://schemas.openxmlformats.org/drawingml/2006/main">
            <a:srgbClr val="EDE9FE"/>
          </a:solidFill>
          <a:ln xmlns:a="http://schemas.openxmlformats.org/drawingml/2006/main" w="19050">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7C3AED"/>
                </a:solidFill>
              </a:defRPr>
            </a:pPr>
            <a:r>
              <a:rPr sz="2400" b="1">
                <a:solidFill>
                  <a:srgbClr val="7C3AED"/>
                </a:solidFill>
              </a:rPr>
              <a:t>h2</a:t>
            </a:r>
          </a:p>
        </p:txBody>
      </p:sp>
      <p:sp>
        <p:nvSpPr>
          <p:cNvPr id="1274292665" name="">
            <a:extLst xmlns:a="http://schemas.openxmlformats.org/drawingml/2006/main">
              <a:ext uri="{FF2B5EF4-FFF2-40B4-BE49-F238E27FC236}">
                <a16:creationId xmlns:a16="http://schemas.microsoft.com/office/drawing/2014/main" id="{C57D59B3-2D6B-422D-83DD-42884D73B9FF}"/>
              </a:ext>
            </a:extLst>
          </p:cNvPr>
          <p:cNvSpPr>
            <a:spLocks xmlns:a="http://schemas.openxmlformats.org/drawingml/2006/main" noGrp="1"/>
          </p:cNvSpPr>
          <p:nvPr/>
        </p:nvSpPr>
        <p:spPr>
          <a:xfrm xmlns:a="http://schemas.openxmlformats.org/drawingml/2006/main">
            <a:off x="8915400" y="2857501"/>
            <a:ext cx="1104900" cy="11049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10B981"/>
                </a:solidFill>
              </a:defRPr>
            </a:pPr>
            <a:r>
              <a:rPr sz="2400" b="1">
                <a:solidFill>
                  <a:srgbClr val="10B981"/>
                </a:solidFill>
              </a:rPr>
              <a:t>ŷ</a:t>
            </a:r>
          </a:p>
        </p:txBody>
      </p:sp>
      <p:sp>
        <p:nvSpPr>
          <p:cNvPr id="505681645" name="">
            <a:extLst xmlns:a="http://schemas.openxmlformats.org/drawingml/2006/main">
              <a:ext uri="{FF2B5EF4-FFF2-40B4-BE49-F238E27FC236}">
                <a16:creationId xmlns:a16="http://schemas.microsoft.com/office/drawing/2014/main" id="{AF302A66-1102-419C-BCA2-27A33958D26E}"/>
              </a:ext>
            </a:extLst>
          </p:cNvPr>
          <p:cNvSpPr>
            <a:spLocks xmlns:a="http://schemas.openxmlformats.org/drawingml/2006/main" noGrp="1"/>
          </p:cNvSpPr>
          <p:nvPr/>
        </p:nvSpPr>
        <p:spPr>
          <a:xfrm xmlns:a="http://schemas.openxmlformats.org/drawingml/2006/main">
            <a:off x="1914525" y="4219576"/>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667085"/>
                </a:solidFill>
              </a:defRPr>
            </a:pPr>
            <a:r>
              <a:rPr sz="1650" b="1">
                <a:solidFill>
                  <a:srgbClr val="667085"/>
                </a:solidFill>
              </a:rPr>
              <a:t>input x</a:t>
            </a:r>
          </a:p>
        </p:txBody>
      </p:sp>
      <p:sp>
        <p:nvSpPr>
          <p:cNvPr id="1415520312" name="">
            <a:extLst xmlns:a="http://schemas.openxmlformats.org/drawingml/2006/main">
              <a:ext uri="{FF2B5EF4-FFF2-40B4-BE49-F238E27FC236}">
                <a16:creationId xmlns:a16="http://schemas.microsoft.com/office/drawing/2014/main" id="{E52DBA65-4168-4BDE-B385-5A3166B9F2B0}"/>
              </a:ext>
            </a:extLst>
          </p:cNvPr>
          <p:cNvSpPr>
            <a:spLocks xmlns:a="http://schemas.openxmlformats.org/drawingml/2006/main" noGrp="1"/>
          </p:cNvSpPr>
          <p:nvPr/>
        </p:nvSpPr>
        <p:spPr>
          <a:xfrm xmlns:a="http://schemas.openxmlformats.org/drawingml/2006/main">
            <a:off x="4162424" y="4210052"/>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hidden 1</a:t>
            </a:r>
          </a:p>
        </p:txBody>
      </p:sp>
      <p:sp>
        <p:nvSpPr>
          <p:cNvPr id="1561250239" name="">
            <a:extLst xmlns:a="http://schemas.openxmlformats.org/drawingml/2006/main">
              <a:ext uri="{FF2B5EF4-FFF2-40B4-BE49-F238E27FC236}">
                <a16:creationId xmlns:a16="http://schemas.microsoft.com/office/drawing/2014/main" id="{3528396D-A8C9-4C43-AC02-DEB60FE68B7C}"/>
              </a:ext>
            </a:extLst>
          </p:cNvPr>
          <p:cNvSpPr>
            <a:spLocks xmlns:a="http://schemas.openxmlformats.org/drawingml/2006/main" noGrp="1"/>
          </p:cNvSpPr>
          <p:nvPr/>
        </p:nvSpPr>
        <p:spPr>
          <a:xfrm xmlns:a="http://schemas.openxmlformats.org/drawingml/2006/main">
            <a:off x="6410324" y="4210052"/>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hidden 2</a:t>
            </a:r>
          </a:p>
        </p:txBody>
      </p:sp>
      <p:sp>
        <p:nvSpPr>
          <p:cNvPr id="769167293" name="">
            <a:extLst xmlns:a="http://schemas.openxmlformats.org/drawingml/2006/main">
              <a:ext uri="{FF2B5EF4-FFF2-40B4-BE49-F238E27FC236}">
                <a16:creationId xmlns:a16="http://schemas.microsoft.com/office/drawing/2014/main" id="{5854272C-AC92-44C4-9ACE-63618A9F71C7}"/>
              </a:ext>
            </a:extLst>
          </p:cNvPr>
          <p:cNvSpPr>
            <a:spLocks xmlns:a="http://schemas.openxmlformats.org/drawingml/2006/main" noGrp="1"/>
          </p:cNvSpPr>
          <p:nvPr/>
        </p:nvSpPr>
        <p:spPr>
          <a:xfrm xmlns:a="http://schemas.openxmlformats.org/drawingml/2006/main">
            <a:off x="8658225" y="4219576"/>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output ŷ</a:t>
            </a:r>
          </a:p>
        </p:txBody>
      </p:sp>
      <p:sp>
        <p:nvSpPr>
          <p:cNvPr id="326813840" name="">
            <a:extLst xmlns:a="http://schemas.openxmlformats.org/drawingml/2006/main">
              <a:ext uri="{FF2B5EF4-FFF2-40B4-BE49-F238E27FC236}">
                <a16:creationId xmlns:a16="http://schemas.microsoft.com/office/drawing/2014/main" id="{E3C384DD-B664-4F6B-8B00-BA954066B0F7}"/>
              </a:ext>
            </a:extLst>
          </p:cNvPr>
          <p:cNvSpPr>
            <a:spLocks xmlns:a="http://schemas.openxmlformats.org/drawingml/2006/main" noGrp="1"/>
          </p:cNvSpPr>
          <p:nvPr/>
        </p:nvSpPr>
        <p:spPr>
          <a:xfrm xmlns:a="http://schemas.openxmlformats.org/drawingml/2006/main">
            <a:off x="3095625" y="1952625"/>
            <a:ext cx="600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width = 1  ·  hidden layers = 2</a:t>
            </a:r>
          </a:p>
        </p:txBody>
      </p:sp>
      <p:sp>
        <p:nvSpPr>
          <p:cNvPr id="192807568" name="">
            <a:extLst xmlns:a="http://schemas.openxmlformats.org/drawingml/2006/main">
              <a:ext uri="{FF2B5EF4-FFF2-40B4-BE49-F238E27FC236}">
                <a16:creationId xmlns:a16="http://schemas.microsoft.com/office/drawing/2014/main" id="{83C71DEE-5A8F-42C2-A63A-455806F2FF0C}"/>
              </a:ext>
            </a:extLst>
          </p:cNvPr>
          <p:cNvSpPr>
            <a:spLocks xmlns:a="http://schemas.openxmlformats.org/drawingml/2006/main" noGrp="1"/>
          </p:cNvSpPr>
          <p:nvPr/>
        </p:nvSpPr>
        <p:spPr>
          <a:xfrm xmlns:a="http://schemas.openxmlformats.org/drawingml/2006/main">
            <a:off x="1571625" y="5095875"/>
            <a:ext cx="904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h₁ = σ(w₁x + b₁)     h₂ = σ(w₂h₁ + b₂)     ŷ = w₃h₂ + b₃</a:t>
            </a:r>
          </a:p>
        </p:txBody>
      </p:sp>
      <p:sp>
        <p:nvSpPr>
          <p:cNvPr id="56349559" name="">
            <a:extLst xmlns:a="http://schemas.openxmlformats.org/drawingml/2006/main">
              <a:ext uri="{FF2B5EF4-FFF2-40B4-BE49-F238E27FC236}">
                <a16:creationId xmlns:a16="http://schemas.microsoft.com/office/drawing/2014/main" id="{5E5CB549-BA8E-4EDD-8554-866F26E23AFB}"/>
              </a:ext>
            </a:extLst>
          </p:cNvPr>
          <p:cNvSpPr>
            <a:spLocks xmlns:a="http://schemas.openxmlformats.org/drawingml/2006/main" noGrp="1"/>
          </p:cNvSpPr>
          <p:nvPr/>
        </p:nvSpPr>
        <p:spPr>
          <a:xfrm xmlns:a="http://schemas.openxmlformats.org/drawingml/2006/main">
            <a:off x="4572000" y="3609977"/>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2563EB"/>
                </a:solidFill>
              </a:defRPr>
            </a:pPr>
            <a:r>
              <a:rPr sz="1200" b="1">
                <a:solidFill>
                  <a:srgbClr val="2563EB"/>
                </a:solidFill>
              </a:rPr>
              <a:t>+ b₁</a:t>
            </a:r>
          </a:p>
        </p:txBody>
      </p:sp>
      <p:sp>
        <p:nvSpPr>
          <p:cNvPr id="189958347" name="">
            <a:extLst xmlns:a="http://schemas.openxmlformats.org/drawingml/2006/main">
              <a:ext uri="{FF2B5EF4-FFF2-40B4-BE49-F238E27FC236}">
                <a16:creationId xmlns:a16="http://schemas.microsoft.com/office/drawing/2014/main" id="{78A964AE-4FA1-4CB2-90F8-87E84B6952E0}"/>
              </a:ext>
            </a:extLst>
          </p:cNvPr>
          <p:cNvSpPr>
            <a:spLocks xmlns:a="http://schemas.openxmlformats.org/drawingml/2006/main" noGrp="1"/>
          </p:cNvSpPr>
          <p:nvPr/>
        </p:nvSpPr>
        <p:spPr>
          <a:xfrm xmlns:a="http://schemas.openxmlformats.org/drawingml/2006/main">
            <a:off x="6819899" y="3609977"/>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7C3AED"/>
                </a:solidFill>
              </a:defRPr>
            </a:pPr>
            <a:r>
              <a:rPr sz="1200" b="1">
                <a:solidFill>
                  <a:srgbClr val="7C3AED"/>
                </a:solidFill>
              </a:rPr>
              <a:t>+ b₂</a:t>
            </a:r>
          </a:p>
        </p:txBody>
      </p:sp>
      <p:sp>
        <p:nvSpPr>
          <p:cNvPr id="1241259082" name="">
            <a:extLst xmlns:a="http://schemas.openxmlformats.org/drawingml/2006/main">
              <a:ext uri="{FF2B5EF4-FFF2-40B4-BE49-F238E27FC236}">
                <a16:creationId xmlns:a16="http://schemas.microsoft.com/office/drawing/2014/main" id="{CA8759BB-3B8F-4BA3-BFA1-9C86805C1336}"/>
              </a:ext>
            </a:extLst>
          </p:cNvPr>
          <p:cNvSpPr>
            <a:spLocks xmlns:a="http://schemas.openxmlformats.org/drawingml/2006/main" noGrp="1"/>
          </p:cNvSpPr>
          <p:nvPr/>
        </p:nvSpPr>
        <p:spPr>
          <a:xfrm xmlns:a="http://schemas.openxmlformats.org/drawingml/2006/main">
            <a:off x="9067799" y="3619501"/>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10B981"/>
                </a:solidFill>
              </a:defRPr>
            </a:pPr>
            <a:r>
              <a:rPr sz="1200" b="1">
                <a:solidFill>
                  <a:srgbClr val="10B981"/>
                </a:solidFill>
              </a:rPr>
              <a:t>+ b₃</a:t>
            </a:r>
          </a:p>
        </p:txBody>
      </p:sp>
      <p:sp>
        <p:nvSpPr>
          <p:cNvPr id="959864140" name="">
            <a:extLst xmlns:a="http://schemas.openxmlformats.org/drawingml/2006/main">
              <a:ext uri="{FF2B5EF4-FFF2-40B4-BE49-F238E27FC236}">
                <a16:creationId xmlns:a16="http://schemas.microsoft.com/office/drawing/2014/main" id="{A0E67626-BABE-4919-B872-A8873CBC7933}"/>
              </a:ext>
            </a:extLst>
          </p:cNvPr>
          <p:cNvSpPr>
            <a:spLocks xmlns:a="http://schemas.openxmlformats.org/drawingml/2006/main" noGrp="1"/>
          </p:cNvSpPr>
          <p:nvPr/>
        </p:nvSpPr>
        <p:spPr>
          <a:xfrm xmlns:a="http://schemas.openxmlformats.org/drawingml/2006/main">
            <a:off x="4524375" y="552450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σ = activation function</a:t>
            </a:r>
          </a:p>
        </p:txBody>
      </p:sp>
    </p:spTree>
    <p:extLst>
      <p:ext uri="{BB962C8B-B14F-4D97-AF65-F5344CB8AC3E}">
        <p14:creationId xmlns:p14="http://schemas.microsoft.com/office/powerpoint/2010/main" val="1584276765"/>
      </p:ext>
    </p:extLst>
  </p:cSld>
</p:sld>
</file>

<file path=ppt/slides/slide1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B724FC31-1305-4606-BC10-B1F39433037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4A5D394-10C7-47AA-A419-96B4DA60774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Activation functions</a:t>
            </a:r>
          </a:p>
        </p:txBody>
      </p:sp>
      <p:sp>
        <p:nvSpPr>
          <p:cNvPr id="3" name="">
            <a:extLst xmlns:a="http://schemas.openxmlformats.org/drawingml/2006/main">
              <a:ext uri="{FF2B5EF4-FFF2-40B4-BE49-F238E27FC236}">
                <a16:creationId xmlns:a16="http://schemas.microsoft.com/office/drawing/2014/main" id="{DC1D4A00-36DF-451B-B8AF-D56990A91303}"/>
              </a:ext>
            </a:extLst>
          </p:cNvPr>
          <p:cNvSpPr>
            <a:spLocks xmlns:a="http://schemas.openxmlformats.org/drawingml/2006/main" noGrp="1"/>
          </p:cNvSpPr>
          <p:nvPr/>
        </p:nvSpPr>
        <p:spPr>
          <a:xfrm xmlns:a="http://schemas.openxmlformats.org/drawingml/2006/main">
            <a:off x="609600" y="59055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latin typeface="Calibri"/>
                <a:ea typeface="Calibri"/>
                <a:cs typeface="Calibri"/>
              </a:defRPr>
            </a:pPr>
            <a:r>
              <a:rPr sz="3000" b="1">
                <a:solidFill>
                  <a:srgbClr val="0B0F19"/>
                </a:solidFill>
                <a:latin typeface="Calibri"/>
                <a:ea typeface="Calibri"/>
                <a:cs typeface="Calibri"/>
              </a:rPr>
              <a:t>Activation functions make depth useful</a:t>
            </a:r>
          </a:p>
        </p:txBody>
      </p:sp>
      <p:sp>
        <p:nvSpPr>
          <p:cNvPr id="4" name="">
            <a:extLst xmlns:a="http://schemas.openxmlformats.org/drawingml/2006/main">
              <a:ext uri="{FF2B5EF4-FFF2-40B4-BE49-F238E27FC236}">
                <a16:creationId xmlns:a16="http://schemas.microsoft.com/office/drawing/2014/main" id="{8994DF5C-B034-4738-8AFE-7861ED7BD7F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5" name="">
            <a:extLst xmlns:a="http://schemas.openxmlformats.org/drawingml/2006/main">
              <a:ext uri="{FF2B5EF4-FFF2-40B4-BE49-F238E27FC236}">
                <a16:creationId xmlns:a16="http://schemas.microsoft.com/office/drawing/2014/main" id="{7879EB01-01AC-43C1-A86E-23A545F91073}"/>
              </a:ext>
            </a:extLst>
          </p:cNvPr>
          <p:cNvSpPr>
            <a:spLocks xmlns:a="http://schemas.openxmlformats.org/drawingml/2006/main" noGrp="1"/>
          </p:cNvSpPr>
          <p:nvPr/>
        </p:nvSpPr>
        <p:spPr>
          <a:xfrm xmlns:a="http://schemas.openxmlformats.org/drawingml/2006/main">
            <a:off x="1095375" y="1809750"/>
            <a:ext cx="4191000" cy="552450"/>
          </a:xfrm>
          <a:prstGeom xmlns:a="http://schemas.openxmlformats.org/drawingml/2006/main" prst="roundRect">
            <a:avLst>
              <a:gd name="adj" fmla="val 20690"/>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875" b="1">
                <a:solidFill>
                  <a:srgbClr val="EF4444"/>
                </a:solidFill>
                <a:latin typeface="Calibri"/>
                <a:ea typeface="Calibri"/>
                <a:cs typeface="Calibri"/>
              </a:defRPr>
            </a:pPr>
            <a:r>
              <a:rPr sz="1875" b="1">
                <a:solidFill>
                  <a:srgbClr val="EF4444"/>
                </a:solidFill>
                <a:latin typeface="Calibri"/>
                <a:ea typeface="Calibri"/>
                <a:cs typeface="Calibri"/>
              </a:rPr>
              <a:t>Linear layers only</a:t>
            </a:r>
          </a:p>
        </p:txBody>
      </p:sp>
      <p:sp>
        <p:nvSpPr>
          <p:cNvPr id="6" name="">
            <a:extLst xmlns:a="http://schemas.openxmlformats.org/drawingml/2006/main">
              <a:ext uri="{FF2B5EF4-FFF2-40B4-BE49-F238E27FC236}">
                <a16:creationId xmlns:a16="http://schemas.microsoft.com/office/drawing/2014/main" id="{A9F088BF-19E8-42A9-BC21-EE8225945A97}"/>
              </a:ext>
            </a:extLst>
          </p:cNvPr>
          <p:cNvSpPr>
            <a:spLocks xmlns:a="http://schemas.openxmlformats.org/drawingml/2006/main" noGrp="1"/>
          </p:cNvSpPr>
          <p:nvPr/>
        </p:nvSpPr>
        <p:spPr>
          <a:xfrm xmlns:a="http://schemas.openxmlformats.org/drawingml/2006/main">
            <a:off x="6905625" y="1809750"/>
            <a:ext cx="4191000" cy="552450"/>
          </a:xfrm>
          <a:prstGeom xmlns:a="http://schemas.openxmlformats.org/drawingml/2006/main" prst="roundRect">
            <a:avLst>
              <a:gd name="adj" fmla="val 20690"/>
            </a:avLst>
          </a:prstGeom>
          <a:solidFill xmlns:a="http://schemas.openxmlformats.org/drawingml/2006/main">
            <a:srgbClr val="ECFDF5"/>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75" b="1">
                <a:solidFill>
                  <a:srgbClr val="10B981"/>
                </a:solidFill>
                <a:latin typeface="Calibri"/>
                <a:ea typeface="Calibri"/>
                <a:cs typeface="Calibri"/>
              </a:defRPr>
            </a:pPr>
            <a:r>
              <a:rPr sz="1875" b="1">
                <a:solidFill>
                  <a:srgbClr val="10B981"/>
                </a:solidFill>
                <a:latin typeface="Calibri"/>
                <a:ea typeface="Calibri"/>
                <a:cs typeface="Calibri"/>
              </a:rPr>
              <a:t>Activation between layers</a:t>
            </a:r>
          </a:p>
        </p:txBody>
      </p:sp>
      <p:sp>
        <p:nvSpPr>
          <p:cNvPr id="7" name="">
            <a:extLst xmlns:a="http://schemas.openxmlformats.org/drawingml/2006/main">
              <a:ext uri="{FF2B5EF4-FFF2-40B4-BE49-F238E27FC236}">
                <a16:creationId xmlns:a16="http://schemas.microsoft.com/office/drawing/2014/main" id="{1A20DCBF-89EA-4B36-9358-F689B3BCD43A}"/>
              </a:ext>
            </a:extLst>
          </p:cNvPr>
          <p:cNvSpPr>
            <a:spLocks xmlns:a="http://schemas.openxmlformats.org/drawingml/2006/main" noGrp="1"/>
          </p:cNvSpPr>
          <p:nvPr/>
        </p:nvSpPr>
        <p:spPr>
          <a:xfrm xmlns:a="http://schemas.openxmlformats.org/drawingml/2006/main">
            <a:off x="1095375" y="3000375"/>
            <a:ext cx="11906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75" b="1">
                <a:solidFill>
                  <a:srgbClr val="0B0F19"/>
                </a:solidFill>
                <a:latin typeface="Calibri"/>
                <a:ea typeface="Calibri"/>
                <a:cs typeface="Calibri"/>
              </a:defRPr>
            </a:pPr>
            <a:r>
              <a:rPr sz="1275" b="1">
                <a:solidFill>
                  <a:srgbClr val="0B0F19"/>
                </a:solidFill>
                <a:latin typeface="Calibri"/>
                <a:ea typeface="Calibri"/>
                <a:cs typeface="Calibri"/>
              </a:rPr>
              <a:t>z₁ = w₁x + b₁</a:t>
            </a:r>
          </a:p>
        </p:txBody>
      </p:sp>
      <p:sp>
        <p:nvSpPr>
          <p:cNvPr id="8" name="">
            <a:extLst xmlns:a="http://schemas.openxmlformats.org/drawingml/2006/main">
              <a:ext uri="{FF2B5EF4-FFF2-40B4-BE49-F238E27FC236}">
                <a16:creationId xmlns:a16="http://schemas.microsoft.com/office/drawing/2014/main" id="{90442193-A753-4680-8D9F-9F56947D3D0E}"/>
              </a:ext>
            </a:extLst>
          </p:cNvPr>
          <p:cNvSpPr>
            <a:spLocks xmlns:a="http://schemas.openxmlformats.org/drawingml/2006/main" noGrp="1"/>
          </p:cNvSpPr>
          <p:nvPr/>
        </p:nvSpPr>
        <p:spPr>
          <a:xfrm xmlns:a="http://schemas.openxmlformats.org/drawingml/2006/main">
            <a:off x="2314575" y="3181350"/>
            <a:ext cx="190500" cy="361950"/>
          </a:xfrm>
          <a:prstGeom xmlns:a="http://schemas.openxmlformats.org/drawingml/2006/main" prst="rightArrow">
            <a:avLst/>
          </a:prstGeom>
          <a:solidFill xmlns:a="http://schemas.openxmlformats.org/drawingml/2006/main">
            <a:srgbClr val="FEE2E2"/>
          </a:solidFill>
          <a:ln xmlns:a="http://schemas.openxmlformats.org/drawingml/2006/main" w="14288">
            <a:solidFill>
              <a:srgbClr val="EF4444"/>
            </a:solidFill>
            <a:prstDash val="solid"/>
          </a:ln>
        </p:spPr>
      </p:sp>
      <p:sp>
        <p:nvSpPr>
          <p:cNvPr id="9" name="">
            <a:extLst xmlns:a="http://schemas.openxmlformats.org/drawingml/2006/main">
              <a:ext uri="{FF2B5EF4-FFF2-40B4-BE49-F238E27FC236}">
                <a16:creationId xmlns:a16="http://schemas.microsoft.com/office/drawing/2014/main" id="{3CA9871F-55FD-408B-8BA8-B2B0B638BF21}"/>
              </a:ext>
            </a:extLst>
          </p:cNvPr>
          <p:cNvSpPr>
            <a:spLocks xmlns:a="http://schemas.openxmlformats.org/drawingml/2006/main" noGrp="1"/>
          </p:cNvSpPr>
          <p:nvPr/>
        </p:nvSpPr>
        <p:spPr>
          <a:xfrm xmlns:a="http://schemas.openxmlformats.org/drawingml/2006/main">
            <a:off x="2524125" y="3000375"/>
            <a:ext cx="11906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75" b="1">
                <a:solidFill>
                  <a:srgbClr val="0B0F19"/>
                </a:solidFill>
                <a:latin typeface="Calibri"/>
                <a:ea typeface="Calibri"/>
                <a:cs typeface="Calibri"/>
              </a:defRPr>
            </a:pPr>
            <a:r>
              <a:rPr sz="1275" b="1">
                <a:solidFill>
                  <a:srgbClr val="0B0F19"/>
                </a:solidFill>
                <a:latin typeface="Calibri"/>
                <a:ea typeface="Calibri"/>
                <a:cs typeface="Calibri"/>
              </a:rPr>
              <a:t>z₂ = w₂z₁ + b₂</a:t>
            </a:r>
          </a:p>
        </p:txBody>
      </p:sp>
      <p:sp>
        <p:nvSpPr>
          <p:cNvPr id="10" name="">
            <a:extLst xmlns:a="http://schemas.openxmlformats.org/drawingml/2006/main">
              <a:ext uri="{FF2B5EF4-FFF2-40B4-BE49-F238E27FC236}">
                <a16:creationId xmlns:a16="http://schemas.microsoft.com/office/drawing/2014/main" id="{B25F2C66-4453-4096-899A-BCEBE39A762B}"/>
              </a:ext>
            </a:extLst>
          </p:cNvPr>
          <p:cNvSpPr>
            <a:spLocks xmlns:a="http://schemas.openxmlformats.org/drawingml/2006/main" noGrp="1"/>
          </p:cNvSpPr>
          <p:nvPr/>
        </p:nvSpPr>
        <p:spPr>
          <a:xfrm xmlns:a="http://schemas.openxmlformats.org/drawingml/2006/main">
            <a:off x="3743325" y="3181350"/>
            <a:ext cx="190500" cy="361950"/>
          </a:xfrm>
          <a:prstGeom xmlns:a="http://schemas.openxmlformats.org/drawingml/2006/main" prst="rightArrow">
            <a:avLst/>
          </a:prstGeom>
          <a:solidFill xmlns:a="http://schemas.openxmlformats.org/drawingml/2006/main">
            <a:srgbClr val="FEE2E2"/>
          </a:solidFill>
          <a:ln xmlns:a="http://schemas.openxmlformats.org/drawingml/2006/main" w="14288">
            <a:solidFill>
              <a:srgbClr val="EF4444"/>
            </a:solidFill>
            <a:prstDash val="solid"/>
          </a:ln>
        </p:spPr>
      </p:sp>
      <p:sp>
        <p:nvSpPr>
          <p:cNvPr id="11" name="">
            <a:extLst xmlns:a="http://schemas.openxmlformats.org/drawingml/2006/main">
              <a:ext uri="{FF2B5EF4-FFF2-40B4-BE49-F238E27FC236}">
                <a16:creationId xmlns:a16="http://schemas.microsoft.com/office/drawing/2014/main" id="{240115C3-1624-4C43-9C88-DF788E4C4710}"/>
              </a:ext>
            </a:extLst>
          </p:cNvPr>
          <p:cNvSpPr>
            <a:spLocks xmlns:a="http://schemas.openxmlformats.org/drawingml/2006/main" noGrp="1"/>
          </p:cNvSpPr>
          <p:nvPr/>
        </p:nvSpPr>
        <p:spPr>
          <a:xfrm xmlns:a="http://schemas.openxmlformats.org/drawingml/2006/main">
            <a:off x="3952875" y="3000375"/>
            <a:ext cx="11906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275" b="1">
                <a:solidFill>
                  <a:srgbClr val="EF4444"/>
                </a:solidFill>
                <a:latin typeface="Calibri"/>
                <a:ea typeface="Calibri"/>
                <a:cs typeface="Calibri"/>
              </a:defRPr>
            </a:pPr>
            <a:r>
              <a:rPr sz="1275" b="1">
                <a:solidFill>
                  <a:srgbClr val="EF4444"/>
                </a:solidFill>
                <a:latin typeface="Calibri"/>
                <a:ea typeface="Calibri"/>
                <a:cs typeface="Calibri"/>
              </a:rPr>
              <a:t>ŷ = w₃z₂ + b₃</a:t>
            </a:r>
          </a:p>
        </p:txBody>
      </p:sp>
      <p:sp>
        <p:nvSpPr>
          <p:cNvPr id="12" name="">
            <a:extLst xmlns:a="http://schemas.openxmlformats.org/drawingml/2006/main">
              <a:ext uri="{FF2B5EF4-FFF2-40B4-BE49-F238E27FC236}">
                <a16:creationId xmlns:a16="http://schemas.microsoft.com/office/drawing/2014/main" id="{15612FBE-FCA8-4A08-A276-E0EE6848BD72}"/>
              </a:ext>
            </a:extLst>
          </p:cNvPr>
          <p:cNvSpPr>
            <a:spLocks xmlns:a="http://schemas.openxmlformats.org/drawingml/2006/main" noGrp="1"/>
          </p:cNvSpPr>
          <p:nvPr/>
        </p:nvSpPr>
        <p:spPr>
          <a:xfrm xmlns:a="http://schemas.openxmlformats.org/drawingml/2006/main">
            <a:off x="6905625" y="3000375"/>
            <a:ext cx="1190625" cy="742950"/>
          </a:xfrm>
          <a:prstGeom xmlns:a="http://schemas.openxmlformats.org/drawingml/2006/main" prst="roundRect">
            <a:avLst>
              <a:gd name="adj" fmla="val 1538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10B981"/>
                </a:solidFill>
                <a:latin typeface="Calibri"/>
                <a:ea typeface="Calibri"/>
                <a:cs typeface="Calibri"/>
              </a:defRPr>
            </a:pPr>
            <a:r>
              <a:rPr sz="1200" b="1">
                <a:solidFill>
                  <a:srgbClr val="10B981"/>
                </a:solidFill>
                <a:latin typeface="Calibri"/>
                <a:ea typeface="Calibri"/>
                <a:cs typeface="Calibri"/>
              </a:rPr>
              <a:t>h₁ = σ(w₁x + b₁)</a:t>
            </a:r>
          </a:p>
        </p:txBody>
      </p:sp>
      <p:sp>
        <p:nvSpPr>
          <p:cNvPr id="13" name="">
            <a:extLst xmlns:a="http://schemas.openxmlformats.org/drawingml/2006/main">
              <a:ext uri="{FF2B5EF4-FFF2-40B4-BE49-F238E27FC236}">
                <a16:creationId xmlns:a16="http://schemas.microsoft.com/office/drawing/2014/main" id="{9EFF6D3D-1196-488C-BE51-3588D03250F9}"/>
              </a:ext>
            </a:extLst>
          </p:cNvPr>
          <p:cNvSpPr>
            <a:spLocks xmlns:a="http://schemas.openxmlformats.org/drawingml/2006/main" noGrp="1"/>
          </p:cNvSpPr>
          <p:nvPr/>
        </p:nvSpPr>
        <p:spPr>
          <a:xfrm xmlns:a="http://schemas.openxmlformats.org/drawingml/2006/main">
            <a:off x="8124825" y="3181350"/>
            <a:ext cx="190500" cy="36195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sp>
      <p:sp>
        <p:nvSpPr>
          <p:cNvPr id="14" name="">
            <a:extLst xmlns:a="http://schemas.openxmlformats.org/drawingml/2006/main">
              <a:ext uri="{FF2B5EF4-FFF2-40B4-BE49-F238E27FC236}">
                <a16:creationId xmlns:a16="http://schemas.microsoft.com/office/drawing/2014/main" id="{F66CF031-9724-4726-9B31-A61C20A58BC9}"/>
              </a:ext>
            </a:extLst>
          </p:cNvPr>
          <p:cNvSpPr>
            <a:spLocks xmlns:a="http://schemas.openxmlformats.org/drawingml/2006/main" noGrp="1"/>
          </p:cNvSpPr>
          <p:nvPr/>
        </p:nvSpPr>
        <p:spPr>
          <a:xfrm xmlns:a="http://schemas.openxmlformats.org/drawingml/2006/main">
            <a:off x="8334375" y="2905125"/>
            <a:ext cx="1381125" cy="933450"/>
          </a:xfrm>
          <a:prstGeom xmlns:a="http://schemas.openxmlformats.org/drawingml/2006/main" prst="roundRect">
            <a:avLst>
              <a:gd name="adj" fmla="val 1538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10B981"/>
                </a:solidFill>
                <a:latin typeface="Calibri"/>
                <a:ea typeface="Calibri"/>
                <a:cs typeface="Calibri"/>
              </a:defRPr>
            </a:pPr>
            <a:r>
              <a:rPr sz="1200" b="1">
                <a:solidFill>
                  <a:srgbClr val="10B981"/>
                </a:solidFill>
                <a:latin typeface="Calibri"/>
                <a:ea typeface="Calibri"/>
                <a:cs typeface="Calibri"/>
              </a:rPr>
              <a:t>h₂ = σ(w₂h₁ + b₂)</a:t>
            </a:r>
          </a:p>
        </p:txBody>
      </p:sp>
      <p:sp>
        <p:nvSpPr>
          <p:cNvPr id="15" name="">
            <a:extLst xmlns:a="http://schemas.openxmlformats.org/drawingml/2006/main">
              <a:ext uri="{FF2B5EF4-FFF2-40B4-BE49-F238E27FC236}">
                <a16:creationId xmlns:a16="http://schemas.microsoft.com/office/drawing/2014/main" id="{37581BCA-E838-4402-82AB-9D2D2601A6DE}"/>
              </a:ext>
            </a:extLst>
          </p:cNvPr>
          <p:cNvSpPr>
            <a:spLocks xmlns:a="http://schemas.openxmlformats.org/drawingml/2006/main" noGrp="1"/>
          </p:cNvSpPr>
          <p:nvPr/>
        </p:nvSpPr>
        <p:spPr>
          <a:xfrm xmlns:a="http://schemas.openxmlformats.org/drawingml/2006/main">
            <a:off x="9744075" y="3181350"/>
            <a:ext cx="190500" cy="36195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sp>
      <p:sp>
        <p:nvSpPr>
          <p:cNvPr id="16" name="">
            <a:extLst xmlns:a="http://schemas.openxmlformats.org/drawingml/2006/main">
              <a:ext uri="{FF2B5EF4-FFF2-40B4-BE49-F238E27FC236}">
                <a16:creationId xmlns:a16="http://schemas.microsoft.com/office/drawing/2014/main" id="{42344E84-A6E1-473E-A719-2A83F38ED5A4}"/>
              </a:ext>
            </a:extLst>
          </p:cNvPr>
          <p:cNvSpPr>
            <a:spLocks xmlns:a="http://schemas.openxmlformats.org/drawingml/2006/main" noGrp="1"/>
          </p:cNvSpPr>
          <p:nvPr/>
        </p:nvSpPr>
        <p:spPr>
          <a:xfrm xmlns:a="http://schemas.openxmlformats.org/drawingml/2006/main">
            <a:off x="9953625" y="3000375"/>
            <a:ext cx="1143000"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10B981"/>
                </a:solidFill>
                <a:latin typeface="Calibri"/>
                <a:ea typeface="Calibri"/>
                <a:cs typeface="Calibri"/>
              </a:defRPr>
            </a:pPr>
            <a:r>
              <a:rPr sz="1200" b="1">
                <a:solidFill>
                  <a:srgbClr val="10B981"/>
                </a:solidFill>
                <a:latin typeface="Calibri"/>
                <a:ea typeface="Calibri"/>
                <a:cs typeface="Calibri"/>
              </a:rPr>
              <a:t>ŷ = w₃h₂ + b₃</a:t>
            </a:r>
          </a:p>
        </p:txBody>
      </p:sp>
      <p:sp>
        <p:nvSpPr>
          <p:cNvPr id="17" name="">
            <a:extLst xmlns:a="http://schemas.openxmlformats.org/drawingml/2006/main">
              <a:ext uri="{FF2B5EF4-FFF2-40B4-BE49-F238E27FC236}">
                <a16:creationId xmlns:a16="http://schemas.microsoft.com/office/drawing/2014/main" id="{B6B79B9C-9F99-4DCB-87AE-5FAB5DB71757}"/>
              </a:ext>
            </a:extLst>
          </p:cNvPr>
          <p:cNvSpPr>
            <a:spLocks xmlns:a="http://schemas.openxmlformats.org/drawingml/2006/main" noGrp="1"/>
          </p:cNvSpPr>
          <p:nvPr/>
        </p:nvSpPr>
        <p:spPr>
          <a:xfrm xmlns:a="http://schemas.openxmlformats.org/drawingml/2006/main">
            <a:off x="1000125" y="4143375"/>
            <a:ext cx="438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25" b="1">
                <a:solidFill>
                  <a:srgbClr val="EF4444"/>
                </a:solidFill>
                <a:latin typeface="Calibri"/>
                <a:ea typeface="Calibri"/>
                <a:cs typeface="Calibri"/>
              </a:defRPr>
            </a:pPr>
            <a:r>
              <a:rPr sz="1425" b="1">
                <a:solidFill>
                  <a:srgbClr val="EF4444"/>
                </a:solidFill>
                <a:latin typeface="Calibri"/>
                <a:ea typeface="Calibri"/>
                <a:cs typeface="Calibri"/>
              </a:rPr>
              <a:t>ŷ = w₃(w₂(w₁x + b₁) + b₂) + b₃
= ax + c  (one linear mapping)</a:t>
            </a:r>
          </a:p>
        </p:txBody>
      </p:sp>
      <p:sp>
        <p:nvSpPr>
          <p:cNvPr id="18" name="">
            <a:extLst xmlns:a="http://schemas.openxmlformats.org/drawingml/2006/main">
              <a:ext uri="{FF2B5EF4-FFF2-40B4-BE49-F238E27FC236}">
                <a16:creationId xmlns:a16="http://schemas.microsoft.com/office/drawing/2014/main" id="{902EAB0F-9A72-446E-9215-172D66350910}"/>
              </a:ext>
            </a:extLst>
          </p:cNvPr>
          <p:cNvSpPr>
            <a:spLocks xmlns:a="http://schemas.openxmlformats.org/drawingml/2006/main" noGrp="1"/>
          </p:cNvSpPr>
          <p:nvPr/>
        </p:nvSpPr>
        <p:spPr>
          <a:xfrm xmlns:a="http://schemas.openxmlformats.org/drawingml/2006/main">
            <a:off x="6810375" y="4143375"/>
            <a:ext cx="438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10B981"/>
                </a:solidFill>
                <a:latin typeface="Calibri"/>
                <a:ea typeface="Calibri"/>
                <a:cs typeface="Calibri"/>
              </a:defRPr>
            </a:pPr>
            <a:r>
              <a:rPr sz="1575" b="1">
                <a:solidFill>
                  <a:srgbClr val="10B981"/>
                </a:solidFill>
                <a:latin typeface="Calibri"/>
                <a:ea typeface="Calibri"/>
                <a:cs typeface="Calibri"/>
              </a:rPr>
              <a:t>σ keeps the first two hidden layers nonlinear</a:t>
            </a:r>
          </a:p>
        </p:txBody>
      </p:sp>
      <p:sp>
        <p:nvSpPr>
          <p:cNvPr id="19" name="">
            <a:extLst xmlns:a="http://schemas.openxmlformats.org/drawingml/2006/main">
              <a:ext uri="{FF2B5EF4-FFF2-40B4-BE49-F238E27FC236}">
                <a16:creationId xmlns:a16="http://schemas.microsoft.com/office/drawing/2014/main" id="{FFBAEBD2-3E49-430D-9E58-A0C42EE32293}"/>
              </a:ext>
            </a:extLst>
          </p:cNvPr>
          <p:cNvSpPr>
            <a:spLocks xmlns:a="http://schemas.openxmlformats.org/drawingml/2006/main" noGrp="1"/>
          </p:cNvSpPr>
          <p:nvPr/>
        </p:nvSpPr>
        <p:spPr>
          <a:xfrm xmlns:a="http://schemas.openxmlformats.org/drawingml/2006/main">
            <a:off x="7524750" y="45720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2563EB"/>
                </a:solidFill>
                <a:latin typeface="Calibri"/>
                <a:ea typeface="Calibri"/>
                <a:cs typeface="Calibri"/>
              </a:defRPr>
            </a:pPr>
            <a:r>
              <a:rPr sz="1500" b="1">
                <a:solidFill>
                  <a:srgbClr val="2563EB"/>
                </a:solidFill>
                <a:latin typeface="Calibri"/>
                <a:ea typeface="Calibri"/>
                <a:cs typeface="Calibri"/>
              </a:rPr>
              <a:t>σ = activation function</a:t>
            </a:r>
          </a:p>
        </p:txBody>
      </p:sp>
      <p:sp>
        <p:nvSpPr>
          <p:cNvPr id="20" name="">
            <a:extLst xmlns:a="http://schemas.openxmlformats.org/drawingml/2006/main">
              <a:ext uri="{FF2B5EF4-FFF2-40B4-BE49-F238E27FC236}">
                <a16:creationId xmlns:a16="http://schemas.microsoft.com/office/drawing/2014/main" id="{555C8084-B6D9-4B25-9AD9-8982C8261399}"/>
              </a:ext>
            </a:extLst>
          </p:cNvPr>
          <p:cNvSpPr>
            <a:spLocks xmlns:a="http://schemas.openxmlformats.org/drawingml/2006/main" noGrp="1"/>
          </p:cNvSpPr>
          <p:nvPr/>
        </p:nvSpPr>
        <p:spPr>
          <a:xfrm xmlns:a="http://schemas.openxmlformats.org/drawingml/2006/main">
            <a:off x="1524000" y="5286375"/>
            <a:ext cx="914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25" b="1">
                <a:solidFill>
                  <a:srgbClr val="0B0F19"/>
                </a:solidFill>
                <a:latin typeface="Calibri"/>
                <a:ea typeface="Calibri"/>
                <a:cs typeface="Calibri"/>
              </a:defRPr>
            </a:pPr>
            <a:r>
              <a:rPr sz="1725" b="1">
                <a:solidFill>
                  <a:srgbClr val="0B0F19"/>
                </a:solidFill>
                <a:latin typeface="Calibri"/>
                <a:ea typeface="Calibri"/>
                <a:cs typeface="Calibri"/>
              </a:rPr>
              <a:t>Without σ, extra depth remains only a longer linear function.</a:t>
            </a:r>
          </a:p>
        </p:txBody>
      </p:sp>
      <p:sp>
        <p:nvSpPr>
          <p:cNvPr id="21" name="">
            <a:extLst xmlns:a="http://schemas.openxmlformats.org/drawingml/2006/main">
              <a:ext uri="{FF2B5EF4-FFF2-40B4-BE49-F238E27FC236}">
                <a16:creationId xmlns:a16="http://schemas.microsoft.com/office/drawing/2014/main" id="{FE4139F1-E175-492E-89BC-6523330687E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18</a:t>
            </a:r>
          </a:p>
        </p:txBody>
      </p:sp>
    </p:spTree>
    <p:extLst>
      <p:ext uri="{BB962C8B-B14F-4D97-AF65-F5344CB8AC3E}">
        <p14:creationId xmlns:p14="http://schemas.microsoft.com/office/powerpoint/2010/main" val="706691719"/>
      </p:ext>
    </p:extLst>
  </p:cSld>
</p:sld>
</file>

<file path=ppt/slides/slide1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54459331" name="">
            <a:extLst xmlns:a="http://schemas.openxmlformats.org/drawingml/2006/main">
              <a:ext uri="{FF2B5EF4-FFF2-40B4-BE49-F238E27FC236}">
                <a16:creationId xmlns:a16="http://schemas.microsoft.com/office/drawing/2014/main" id="{133394DE-FD33-45B4-BEBA-C93293675F4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Activation functions</a:t>
            </a:r>
          </a:p>
        </p:txBody>
      </p:sp>
      <p:sp>
        <p:nvSpPr>
          <p:cNvPr id="1627034260" name="">
            <a:extLst xmlns:a="http://schemas.openxmlformats.org/drawingml/2006/main">
              <a:ext uri="{FF2B5EF4-FFF2-40B4-BE49-F238E27FC236}">
                <a16:creationId xmlns:a16="http://schemas.microsoft.com/office/drawing/2014/main" id="{934CB287-EC46-464B-B39C-A8FE60352026}"/>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Common activation functions</a:t>
            </a:r>
          </a:p>
        </p:txBody>
      </p:sp>
      <p:sp>
        <p:nvSpPr>
          <p:cNvPr id="1239841767" name="">
            <a:extLst xmlns:a="http://schemas.openxmlformats.org/drawingml/2006/main">
              <a:ext uri="{FF2B5EF4-FFF2-40B4-BE49-F238E27FC236}">
                <a16:creationId xmlns:a16="http://schemas.microsoft.com/office/drawing/2014/main" id="{0589040F-01AA-4149-B043-A972FD891A7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pic>
        <p:nvPicPr>
          <p:cNvPr id="1627034265" name=""/>
          <p:cNvPicPr>
            <a:picLocks xmlns:a="http://schemas.openxmlformats.org/drawingml/2006/main" noChangeAspect="1"/>
          </p:cNvPicPr>
          <p:nvPr/>
        </p:nvPicPr>
        <p:blipFill>
          <a:blip xmlns:r="http://schemas.openxmlformats.org/officeDocument/2006/relationships" xmlns:a="http://schemas.openxmlformats.org/drawingml/2006/main" r:embed="Rd10d5d4d03d64d92"/>
          <a:stretch xmlns:a="http://schemas.openxmlformats.org/drawingml/2006/main"/>
        </p:blipFill>
        <p:spPr>
          <a:xfrm xmlns:a="http://schemas.openxmlformats.org/drawingml/2006/main">
            <a:off x="3141802" y="1466850"/>
            <a:ext cx="5908397" cy="4524375"/>
          </a:xfrm>
          <a:prstGeom xmlns:a="http://schemas.openxmlformats.org/drawingml/2006/main" prst="rect">
            <a:avLst/>
          </a:prstGeom>
        </p:spPr>
      </p:pic>
    </p:spTree>
    <p:extLst>
      <p:ext uri="{BB962C8B-B14F-4D97-AF65-F5344CB8AC3E}">
        <p14:creationId xmlns:p14="http://schemas.microsoft.com/office/powerpoint/2010/main" val="1779676987"/>
      </p:ext>
    </p:extLst>
  </p:cSld>
</p:sld>
</file>

<file path=ppt/slides/slide2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65E831C8-FFF9-4AF4-B613-482D0B5706F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8931B75-DE61-4128-9D10-E051A30E7F3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Output layer</a:t>
            </a:r>
          </a:p>
        </p:txBody>
      </p:sp>
      <p:sp>
        <p:nvSpPr>
          <p:cNvPr id="3" name="">
            <a:extLst xmlns:a="http://schemas.openxmlformats.org/drawingml/2006/main">
              <a:ext uri="{FF2B5EF4-FFF2-40B4-BE49-F238E27FC236}">
                <a16:creationId xmlns:a16="http://schemas.microsoft.com/office/drawing/2014/main" id="{25BA7DEB-3BC2-457A-B6C8-B4A84384D24E}"/>
              </a:ext>
            </a:extLst>
          </p:cNvPr>
          <p:cNvSpPr>
            <a:spLocks xmlns:a="http://schemas.openxmlformats.org/drawingml/2006/main" noGrp="1"/>
          </p:cNvSpPr>
          <p:nvPr/>
        </p:nvSpPr>
        <p:spPr>
          <a:xfrm xmlns:a="http://schemas.openxmlformats.org/drawingml/2006/main">
            <a:off x="609600" y="59055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925" b="1">
                <a:solidFill>
                  <a:srgbClr val="0B0F19"/>
                </a:solidFill>
                <a:latin typeface="Calibri"/>
                <a:ea typeface="Calibri"/>
                <a:cs typeface="Calibri"/>
              </a:defRPr>
            </a:pPr>
            <a:r>
              <a:rPr sz="2925" b="1">
                <a:solidFill>
                  <a:srgbClr val="0B0F19"/>
                </a:solidFill>
                <a:latin typeface="Calibri"/>
                <a:ea typeface="Calibri"/>
                <a:cs typeface="Calibri"/>
              </a:rPr>
              <a:t>Why this regression output has no activation</a:t>
            </a:r>
          </a:p>
        </p:txBody>
      </p:sp>
      <p:sp>
        <p:nvSpPr>
          <p:cNvPr id="4" name="">
            <a:extLst xmlns:a="http://schemas.openxmlformats.org/drawingml/2006/main">
              <a:ext uri="{FF2B5EF4-FFF2-40B4-BE49-F238E27FC236}">
                <a16:creationId xmlns:a16="http://schemas.microsoft.com/office/drawing/2014/main" id="{510BB30E-7A44-4CBC-B839-42DD4630B34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5" name="">
            <a:extLst xmlns:a="http://schemas.openxmlformats.org/drawingml/2006/main">
              <a:ext uri="{FF2B5EF4-FFF2-40B4-BE49-F238E27FC236}">
                <a16:creationId xmlns:a16="http://schemas.microsoft.com/office/drawing/2014/main" id="{12CE5C20-3FB0-4ABB-8D1C-1D3E8F574D69}"/>
              </a:ext>
            </a:extLst>
          </p:cNvPr>
          <p:cNvSpPr>
            <a:spLocks xmlns:a="http://schemas.openxmlformats.org/drawingml/2006/main" noGrp="1"/>
          </p:cNvSpPr>
          <p:nvPr/>
        </p:nvSpPr>
        <p:spPr>
          <a:xfrm xmlns:a="http://schemas.openxmlformats.org/drawingml/2006/main">
            <a:off x="1476375" y="1638300"/>
            <a:ext cx="923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25" b="1">
                <a:solidFill>
                  <a:srgbClr val="2563EB"/>
                </a:solidFill>
                <a:latin typeface="Calibri"/>
                <a:ea typeface="Calibri"/>
                <a:cs typeface="Calibri"/>
              </a:defRPr>
            </a:pPr>
            <a:r>
              <a:rPr sz="2025" b="1">
                <a:solidFill>
                  <a:srgbClr val="2563EB"/>
                </a:solidFill>
                <a:latin typeface="Calibri"/>
                <a:ea typeface="Calibri"/>
                <a:cs typeface="Calibri"/>
              </a:rPr>
              <a:t>Hidden layers use σ; the output layer is chosen for the task.</a:t>
            </a:r>
          </a:p>
        </p:txBody>
      </p:sp>
      <p:sp>
        <p:nvSpPr>
          <p:cNvPr id="6" name="">
            <a:extLst xmlns:a="http://schemas.openxmlformats.org/drawingml/2006/main">
              <a:ext uri="{FF2B5EF4-FFF2-40B4-BE49-F238E27FC236}">
                <a16:creationId xmlns:a16="http://schemas.microsoft.com/office/drawing/2014/main" id="{E5D4347C-23CA-43A7-88DF-D68C4DA90708}"/>
              </a:ext>
            </a:extLst>
          </p:cNvPr>
          <p:cNvSpPr>
            <a:spLocks xmlns:a="http://schemas.openxmlformats.org/drawingml/2006/main" noGrp="1"/>
          </p:cNvSpPr>
          <p:nvPr/>
        </p:nvSpPr>
        <p:spPr>
          <a:xfrm xmlns:a="http://schemas.openxmlformats.org/drawingml/2006/main">
            <a:off x="1762125" y="2381250"/>
            <a:ext cx="9525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667085"/>
            </a:solidFill>
            <a:prstDash val="solid"/>
          </a:ln>
        </p:spPr>
        <p:txBody>
          <a:bodyPr xmlns:a="http://schemas.openxmlformats.org/drawingml/2006/main"/>
          <a:lstStyle xmlns:a="http://schemas.openxmlformats.org/drawingml/2006/main"/>
          <a:p xmlns:a="http://schemas.openxmlformats.org/drawingml/2006/main">
            <a:pPr algn="ctr">
              <a:buNone/>
              <a:defRPr sz="1875" b="1">
                <a:solidFill>
                  <a:srgbClr val="667085"/>
                </a:solidFill>
                <a:latin typeface="Calibri"/>
                <a:ea typeface="Calibri"/>
                <a:cs typeface="Calibri"/>
              </a:defRPr>
            </a:pPr>
            <a:r>
              <a:rPr sz="1875" b="1">
                <a:solidFill>
                  <a:srgbClr val="667085"/>
                </a:solidFill>
                <a:latin typeface="Calibri"/>
                <a:ea typeface="Calibri"/>
                <a:cs typeface="Calibri"/>
              </a:rPr>
              <a:t>x</a:t>
            </a:r>
          </a:p>
        </p:txBody>
      </p:sp>
      <p:sp>
        <p:nvSpPr>
          <p:cNvPr id="7" name="">
            <a:extLst xmlns:a="http://schemas.openxmlformats.org/drawingml/2006/main">
              <a:ext uri="{FF2B5EF4-FFF2-40B4-BE49-F238E27FC236}">
                <a16:creationId xmlns:a16="http://schemas.microsoft.com/office/drawing/2014/main" id="{0C8DE544-6B46-45B0-9706-3AF17EF1BA19}"/>
              </a:ext>
            </a:extLst>
          </p:cNvPr>
          <p:cNvSpPr>
            <a:spLocks xmlns:a="http://schemas.openxmlformats.org/drawingml/2006/main" noGrp="1"/>
          </p:cNvSpPr>
          <p:nvPr/>
        </p:nvSpPr>
        <p:spPr>
          <a:xfrm xmlns:a="http://schemas.openxmlformats.org/drawingml/2006/main">
            <a:off x="2857500" y="2457450"/>
            <a:ext cx="666750" cy="38100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sp>
      <p:sp>
        <p:nvSpPr>
          <p:cNvPr id="8" name="">
            <a:extLst xmlns:a="http://schemas.openxmlformats.org/drawingml/2006/main">
              <a:ext uri="{FF2B5EF4-FFF2-40B4-BE49-F238E27FC236}">
                <a16:creationId xmlns:a16="http://schemas.microsoft.com/office/drawing/2014/main" id="{FBA88D77-D4BB-4C53-9759-29A73451A2B5}"/>
              </a:ext>
            </a:extLst>
          </p:cNvPr>
          <p:cNvSpPr>
            <a:spLocks xmlns:a="http://schemas.openxmlformats.org/drawingml/2006/main" noGrp="1"/>
          </p:cNvSpPr>
          <p:nvPr/>
        </p:nvSpPr>
        <p:spPr>
          <a:xfrm xmlns:a="http://schemas.openxmlformats.org/drawingml/2006/main">
            <a:off x="3714750" y="2381250"/>
            <a:ext cx="1428750" cy="552450"/>
          </a:xfrm>
          <a:prstGeom xmlns:a="http://schemas.openxmlformats.org/drawingml/2006/main" prst="roundRect">
            <a:avLst>
              <a:gd name="adj" fmla="val 2069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latin typeface="Calibri"/>
                <a:ea typeface="Calibri"/>
                <a:cs typeface="Calibri"/>
              </a:defRPr>
            </a:pPr>
            <a:r>
              <a:rPr sz="1650" b="1">
                <a:solidFill>
                  <a:srgbClr val="2563EB"/>
                </a:solidFill>
                <a:latin typeface="Calibri"/>
                <a:ea typeface="Calibri"/>
                <a:cs typeface="Calibri"/>
              </a:rPr>
              <a:t>h₁ = σ(·)</a:t>
            </a:r>
          </a:p>
        </p:txBody>
      </p:sp>
      <p:sp>
        <p:nvSpPr>
          <p:cNvPr id="9" name="">
            <a:extLst xmlns:a="http://schemas.openxmlformats.org/drawingml/2006/main">
              <a:ext uri="{FF2B5EF4-FFF2-40B4-BE49-F238E27FC236}">
                <a16:creationId xmlns:a16="http://schemas.microsoft.com/office/drawing/2014/main" id="{88090587-6DDA-4E3D-8BB7-26D70E52ECBA}"/>
              </a:ext>
            </a:extLst>
          </p:cNvPr>
          <p:cNvSpPr>
            <a:spLocks xmlns:a="http://schemas.openxmlformats.org/drawingml/2006/main" noGrp="1"/>
          </p:cNvSpPr>
          <p:nvPr/>
        </p:nvSpPr>
        <p:spPr>
          <a:xfrm xmlns:a="http://schemas.openxmlformats.org/drawingml/2006/main">
            <a:off x="5286375" y="2457450"/>
            <a:ext cx="666750" cy="38100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sp>
      <p:sp>
        <p:nvSpPr>
          <p:cNvPr id="10" name="">
            <a:extLst xmlns:a="http://schemas.openxmlformats.org/drawingml/2006/main">
              <a:ext uri="{FF2B5EF4-FFF2-40B4-BE49-F238E27FC236}">
                <a16:creationId xmlns:a16="http://schemas.microsoft.com/office/drawing/2014/main" id="{86235E75-B579-4535-B2D0-7DC070080025}"/>
              </a:ext>
            </a:extLst>
          </p:cNvPr>
          <p:cNvSpPr>
            <a:spLocks xmlns:a="http://schemas.openxmlformats.org/drawingml/2006/main" noGrp="1"/>
          </p:cNvSpPr>
          <p:nvPr/>
        </p:nvSpPr>
        <p:spPr>
          <a:xfrm xmlns:a="http://schemas.openxmlformats.org/drawingml/2006/main">
            <a:off x="6143625" y="2381250"/>
            <a:ext cx="1428750" cy="552450"/>
          </a:xfrm>
          <a:prstGeom xmlns:a="http://schemas.openxmlformats.org/drawingml/2006/main" prst="roundRect">
            <a:avLst>
              <a:gd name="adj" fmla="val 2069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latin typeface="Calibri"/>
                <a:ea typeface="Calibri"/>
                <a:cs typeface="Calibri"/>
              </a:defRPr>
            </a:pPr>
            <a:r>
              <a:rPr sz="1650" b="1">
                <a:solidFill>
                  <a:srgbClr val="10B981"/>
                </a:solidFill>
                <a:latin typeface="Calibri"/>
                <a:ea typeface="Calibri"/>
                <a:cs typeface="Calibri"/>
              </a:rPr>
              <a:t>h₂ = σ(·)</a:t>
            </a:r>
          </a:p>
        </p:txBody>
      </p:sp>
      <p:sp>
        <p:nvSpPr>
          <p:cNvPr id="11" name="">
            <a:extLst xmlns:a="http://schemas.openxmlformats.org/drawingml/2006/main">
              <a:ext uri="{FF2B5EF4-FFF2-40B4-BE49-F238E27FC236}">
                <a16:creationId xmlns:a16="http://schemas.microsoft.com/office/drawing/2014/main" id="{5D60B316-82DB-4B29-AE62-120157976596}"/>
              </a:ext>
            </a:extLst>
          </p:cNvPr>
          <p:cNvSpPr>
            <a:spLocks xmlns:a="http://schemas.openxmlformats.org/drawingml/2006/main" noGrp="1"/>
          </p:cNvSpPr>
          <p:nvPr/>
        </p:nvSpPr>
        <p:spPr>
          <a:xfrm xmlns:a="http://schemas.openxmlformats.org/drawingml/2006/main">
            <a:off x="1238250" y="3476625"/>
            <a:ext cx="2714625" cy="523875"/>
          </a:xfrm>
          <a:prstGeom xmlns:a="http://schemas.openxmlformats.org/drawingml/2006/main" prst="roundRect">
            <a:avLst>
              <a:gd name="adj" fmla="val 21818"/>
            </a:avLst>
          </a:prstGeom>
          <a:solidFill xmlns:a="http://schemas.openxmlformats.org/drawingml/2006/main">
            <a:srgbClr val="FFF7ED"/>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25" b="1">
                <a:solidFill>
                  <a:srgbClr val="F97316"/>
                </a:solidFill>
                <a:latin typeface="Calibri"/>
                <a:ea typeface="Calibri"/>
                <a:cs typeface="Calibri"/>
              </a:defRPr>
            </a:pPr>
            <a:r>
              <a:rPr sz="1725" b="1">
                <a:solidFill>
                  <a:srgbClr val="F97316"/>
                </a:solidFill>
                <a:latin typeface="Calibri"/>
                <a:ea typeface="Calibri"/>
                <a:cs typeface="Calibri"/>
              </a:rPr>
              <a:t>Regression</a:t>
            </a:r>
          </a:p>
        </p:txBody>
      </p:sp>
      <p:sp>
        <p:nvSpPr>
          <p:cNvPr id="12" name="">
            <a:extLst xmlns:a="http://schemas.openxmlformats.org/drawingml/2006/main">
              <a:ext uri="{FF2B5EF4-FFF2-40B4-BE49-F238E27FC236}">
                <a16:creationId xmlns:a16="http://schemas.microsoft.com/office/drawing/2014/main" id="{18667907-BF24-4E49-9B68-B33E9C291229}"/>
              </a:ext>
            </a:extLst>
          </p:cNvPr>
          <p:cNvSpPr>
            <a:spLocks xmlns:a="http://schemas.openxmlformats.org/drawingml/2006/main" noGrp="1"/>
          </p:cNvSpPr>
          <p:nvPr/>
        </p:nvSpPr>
        <p:spPr>
          <a:xfrm xmlns:a="http://schemas.openxmlformats.org/drawingml/2006/main">
            <a:off x="1238250" y="4114800"/>
            <a:ext cx="271462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latin typeface="Calibri"/>
                <a:ea typeface="Calibri"/>
                <a:cs typeface="Calibri"/>
              </a:defRPr>
            </a:pPr>
            <a:r>
              <a:rPr sz="1650" b="1">
                <a:solidFill>
                  <a:srgbClr val="0B0F19"/>
                </a:solidFill>
                <a:latin typeface="Calibri"/>
                <a:ea typeface="Calibri"/>
                <a:cs typeface="Calibri"/>
              </a:rPr>
              <a:t>ŷ = w₃h₂ + b₃</a:t>
            </a:r>
          </a:p>
        </p:txBody>
      </p:sp>
      <p:sp>
        <p:nvSpPr>
          <p:cNvPr id="13" name="">
            <a:extLst xmlns:a="http://schemas.openxmlformats.org/drawingml/2006/main">
              <a:ext uri="{FF2B5EF4-FFF2-40B4-BE49-F238E27FC236}">
                <a16:creationId xmlns:a16="http://schemas.microsoft.com/office/drawing/2014/main" id="{1E576C9E-2519-4FC6-8C4B-DE23566E5BBB}"/>
              </a:ext>
            </a:extLst>
          </p:cNvPr>
          <p:cNvSpPr>
            <a:spLocks xmlns:a="http://schemas.openxmlformats.org/drawingml/2006/main" noGrp="1"/>
          </p:cNvSpPr>
          <p:nvPr/>
        </p:nvSpPr>
        <p:spPr>
          <a:xfrm xmlns:a="http://schemas.openxmlformats.org/drawingml/2006/main">
            <a:off x="1238250" y="4810125"/>
            <a:ext cx="27146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F97316"/>
                </a:solidFill>
                <a:latin typeface="Calibri"/>
                <a:ea typeface="Calibri"/>
                <a:cs typeface="Calibri"/>
              </a:defRPr>
            </a:pPr>
            <a:r>
              <a:rPr sz="1500" b="1">
                <a:solidFill>
                  <a:srgbClr val="F97316"/>
                </a:solidFill>
                <a:latin typeface="Calibri"/>
                <a:ea typeface="Calibri"/>
                <a:cs typeface="Calibri"/>
              </a:rPr>
              <a:t>linear output</a:t>
            </a:r>
          </a:p>
          <a:p xmlns:a="http://schemas.openxmlformats.org/drawingml/2006/main">
            <a:pPr algn="ctr">
              <a:buNone/>
              <a:defRPr sz="1500" b="1">
                <a:solidFill>
                  <a:srgbClr val="F97316"/>
                </a:solidFill>
                <a:latin typeface="Calibri"/>
                <a:ea typeface="Calibri"/>
                <a:cs typeface="Calibri"/>
              </a:defRPr>
            </a:pPr>
            <a:r>
              <a:rPr sz="1500" b="1">
                <a:solidFill>
                  <a:srgbClr val="F97316"/>
                </a:solidFill>
                <a:latin typeface="Calibri"/>
                <a:ea typeface="Calibri"/>
                <a:cs typeface="Calibri"/>
              </a:rPr>
              <a:t>any real value</a:t>
            </a:r>
          </a:p>
        </p:txBody>
      </p:sp>
      <p:sp>
        <p:nvSpPr>
          <p:cNvPr id="14" name="">
            <a:extLst xmlns:a="http://schemas.openxmlformats.org/drawingml/2006/main">
              <a:ext uri="{FF2B5EF4-FFF2-40B4-BE49-F238E27FC236}">
                <a16:creationId xmlns:a16="http://schemas.microsoft.com/office/drawing/2014/main" id="{13DC163B-D59B-4D50-88FA-405C7033BC0C}"/>
              </a:ext>
            </a:extLst>
          </p:cNvPr>
          <p:cNvSpPr>
            <a:spLocks xmlns:a="http://schemas.openxmlformats.org/drawingml/2006/main" noGrp="1"/>
          </p:cNvSpPr>
          <p:nvPr/>
        </p:nvSpPr>
        <p:spPr>
          <a:xfrm xmlns:a="http://schemas.openxmlformats.org/drawingml/2006/main">
            <a:off x="4476750" y="3476625"/>
            <a:ext cx="2714625" cy="523875"/>
          </a:xfrm>
          <a:prstGeom xmlns:a="http://schemas.openxmlformats.org/drawingml/2006/main" prst="roundRect">
            <a:avLst>
              <a:gd name="adj" fmla="val 21818"/>
            </a:avLst>
          </a:prstGeom>
          <a:solidFill xmlns:a="http://schemas.openxmlformats.org/drawingml/2006/main">
            <a:srgbClr val="ECFDF5"/>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25" b="1">
                <a:solidFill>
                  <a:srgbClr val="10B981"/>
                </a:solidFill>
                <a:latin typeface="Calibri"/>
                <a:ea typeface="Calibri"/>
                <a:cs typeface="Calibri"/>
              </a:defRPr>
            </a:pPr>
            <a:r>
              <a:rPr sz="1725" b="1">
                <a:solidFill>
                  <a:srgbClr val="10B981"/>
                </a:solidFill>
                <a:latin typeface="Calibri"/>
                <a:ea typeface="Calibri"/>
                <a:cs typeface="Calibri"/>
              </a:rPr>
              <a:t>Binary classification</a:t>
            </a:r>
          </a:p>
        </p:txBody>
      </p:sp>
      <p:sp>
        <p:nvSpPr>
          <p:cNvPr id="15" name="">
            <a:extLst xmlns:a="http://schemas.openxmlformats.org/drawingml/2006/main">
              <a:ext uri="{FF2B5EF4-FFF2-40B4-BE49-F238E27FC236}">
                <a16:creationId xmlns:a16="http://schemas.microsoft.com/office/drawing/2014/main" id="{6CA98ECE-660F-40F4-AE32-9C3E1C8C0A29}"/>
              </a:ext>
            </a:extLst>
          </p:cNvPr>
          <p:cNvSpPr>
            <a:spLocks xmlns:a="http://schemas.openxmlformats.org/drawingml/2006/main" noGrp="1"/>
          </p:cNvSpPr>
          <p:nvPr/>
        </p:nvSpPr>
        <p:spPr>
          <a:xfrm xmlns:a="http://schemas.openxmlformats.org/drawingml/2006/main">
            <a:off x="4476750" y="4114800"/>
            <a:ext cx="271462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latin typeface="Calibri"/>
                <a:ea typeface="Calibri"/>
                <a:cs typeface="Calibri"/>
              </a:defRPr>
            </a:pPr>
            <a:r>
              <a:rPr sz="1650" b="1">
                <a:solidFill>
                  <a:srgbClr val="0B0F19"/>
                </a:solidFill>
                <a:latin typeface="Calibri"/>
                <a:ea typeface="Calibri"/>
                <a:cs typeface="Calibri"/>
              </a:rPr>
              <a:t>p = sigmoid(z)</a:t>
            </a:r>
          </a:p>
        </p:txBody>
      </p:sp>
      <p:sp>
        <p:nvSpPr>
          <p:cNvPr id="16" name="">
            <a:extLst xmlns:a="http://schemas.openxmlformats.org/drawingml/2006/main">
              <a:ext uri="{FF2B5EF4-FFF2-40B4-BE49-F238E27FC236}">
                <a16:creationId xmlns:a16="http://schemas.microsoft.com/office/drawing/2014/main" id="{FE6AE03F-1DBC-4523-AF52-6A0721A24E61}"/>
              </a:ext>
            </a:extLst>
          </p:cNvPr>
          <p:cNvSpPr>
            <a:spLocks xmlns:a="http://schemas.openxmlformats.org/drawingml/2006/main" noGrp="1"/>
          </p:cNvSpPr>
          <p:nvPr/>
        </p:nvSpPr>
        <p:spPr>
          <a:xfrm xmlns:a="http://schemas.openxmlformats.org/drawingml/2006/main">
            <a:off x="4476750" y="4810125"/>
            <a:ext cx="27146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10B981"/>
                </a:solidFill>
                <a:latin typeface="Calibri"/>
                <a:ea typeface="Calibri"/>
                <a:cs typeface="Calibri"/>
              </a:defRPr>
            </a:pPr>
            <a:r>
              <a:rPr sz="1500" b="1">
                <a:solidFill>
                  <a:srgbClr val="10B981"/>
                </a:solidFill>
                <a:latin typeface="Calibri"/>
                <a:ea typeface="Calibri"/>
                <a:cs typeface="Calibri"/>
              </a:rPr>
              <a:t>0 to 1</a:t>
            </a:r>
          </a:p>
          <a:p xmlns:a="http://schemas.openxmlformats.org/drawingml/2006/main">
            <a:pPr algn="ctr">
              <a:buNone/>
              <a:defRPr sz="1500" b="1">
                <a:solidFill>
                  <a:srgbClr val="10B981"/>
                </a:solidFill>
                <a:latin typeface="Calibri"/>
                <a:ea typeface="Calibri"/>
                <a:cs typeface="Calibri"/>
              </a:defRPr>
            </a:pPr>
            <a:r>
              <a:rPr sz="1500" b="1">
                <a:solidFill>
                  <a:srgbClr val="10B981"/>
                </a:solidFill>
                <a:latin typeface="Calibri"/>
                <a:ea typeface="Calibri"/>
                <a:cs typeface="Calibri"/>
              </a:rPr>
              <a:t>probability</a:t>
            </a:r>
          </a:p>
        </p:txBody>
      </p:sp>
      <p:sp>
        <p:nvSpPr>
          <p:cNvPr id="17" name="">
            <a:extLst xmlns:a="http://schemas.openxmlformats.org/drawingml/2006/main">
              <a:ext uri="{FF2B5EF4-FFF2-40B4-BE49-F238E27FC236}">
                <a16:creationId xmlns:a16="http://schemas.microsoft.com/office/drawing/2014/main" id="{FCFD62D1-0779-441A-B9BE-D77C87951EE1}"/>
              </a:ext>
            </a:extLst>
          </p:cNvPr>
          <p:cNvSpPr>
            <a:spLocks xmlns:a="http://schemas.openxmlformats.org/drawingml/2006/main" noGrp="1"/>
          </p:cNvSpPr>
          <p:nvPr/>
        </p:nvSpPr>
        <p:spPr>
          <a:xfrm xmlns:a="http://schemas.openxmlformats.org/drawingml/2006/main">
            <a:off x="7715250" y="3476625"/>
            <a:ext cx="2714625" cy="523875"/>
          </a:xfrm>
          <a:prstGeom xmlns:a="http://schemas.openxmlformats.org/drawingml/2006/main" prst="roundRect">
            <a:avLst>
              <a:gd name="adj" fmla="val 21818"/>
            </a:avLst>
          </a:prstGeom>
          <a:solidFill xmlns:a="http://schemas.openxmlformats.org/drawingml/2006/main">
            <a:srgbClr val="F5F3FF"/>
          </a:solidFill>
          <a:ln xmlns:a="http://schemas.openxmlformats.org/drawingml/2006/main" w="14288">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725" b="1">
                <a:solidFill>
                  <a:srgbClr val="7C3AED"/>
                </a:solidFill>
                <a:latin typeface="Calibri"/>
                <a:ea typeface="Calibri"/>
                <a:cs typeface="Calibri"/>
              </a:defRPr>
            </a:pPr>
            <a:r>
              <a:rPr sz="1725" b="1">
                <a:solidFill>
                  <a:srgbClr val="7C3AED"/>
                </a:solidFill>
                <a:latin typeface="Calibri"/>
                <a:ea typeface="Calibri"/>
                <a:cs typeface="Calibri"/>
              </a:rPr>
              <a:t>Multiclass / GPT</a:t>
            </a:r>
          </a:p>
        </p:txBody>
      </p:sp>
      <p:sp>
        <p:nvSpPr>
          <p:cNvPr id="18" name="">
            <a:extLst xmlns:a="http://schemas.openxmlformats.org/drawingml/2006/main">
              <a:ext uri="{FF2B5EF4-FFF2-40B4-BE49-F238E27FC236}">
                <a16:creationId xmlns:a16="http://schemas.microsoft.com/office/drawing/2014/main" id="{E9A943CA-8A5F-4F9C-BE15-9B88B430477C}"/>
              </a:ext>
            </a:extLst>
          </p:cNvPr>
          <p:cNvSpPr>
            <a:spLocks xmlns:a="http://schemas.openxmlformats.org/drawingml/2006/main" noGrp="1"/>
          </p:cNvSpPr>
          <p:nvPr/>
        </p:nvSpPr>
        <p:spPr>
          <a:xfrm xmlns:a="http://schemas.openxmlformats.org/drawingml/2006/main">
            <a:off x="7715250" y="4114800"/>
            <a:ext cx="271462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latin typeface="Calibri"/>
                <a:ea typeface="Calibri"/>
                <a:cs typeface="Calibri"/>
              </a:defRPr>
            </a:pPr>
            <a:r>
              <a:rPr sz="1650" b="1">
                <a:solidFill>
                  <a:srgbClr val="0B0F19"/>
                </a:solidFill>
                <a:latin typeface="Calibri"/>
                <a:ea typeface="Calibri"/>
                <a:cs typeface="Calibri"/>
              </a:rPr>
              <a:t>p = softmax(z)</a:t>
            </a:r>
          </a:p>
        </p:txBody>
      </p:sp>
      <p:sp>
        <p:nvSpPr>
          <p:cNvPr id="19" name="">
            <a:extLst xmlns:a="http://schemas.openxmlformats.org/drawingml/2006/main">
              <a:ext uri="{FF2B5EF4-FFF2-40B4-BE49-F238E27FC236}">
                <a16:creationId xmlns:a16="http://schemas.microsoft.com/office/drawing/2014/main" id="{EFD210FF-E09A-40A9-A8D7-AB9482E36FFF}"/>
              </a:ext>
            </a:extLst>
          </p:cNvPr>
          <p:cNvSpPr>
            <a:spLocks xmlns:a="http://schemas.openxmlformats.org/drawingml/2006/main" noGrp="1"/>
          </p:cNvSpPr>
          <p:nvPr/>
        </p:nvSpPr>
        <p:spPr>
          <a:xfrm xmlns:a="http://schemas.openxmlformats.org/drawingml/2006/main">
            <a:off x="7715250" y="4810125"/>
            <a:ext cx="27146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7C3AED"/>
                </a:solidFill>
                <a:latin typeface="Calibri"/>
                <a:ea typeface="Calibri"/>
                <a:cs typeface="Calibri"/>
              </a:defRPr>
            </a:pPr>
            <a:r>
              <a:rPr sz="1500" b="1">
                <a:solidFill>
                  <a:srgbClr val="7C3AED"/>
                </a:solidFill>
                <a:latin typeface="Calibri"/>
                <a:ea typeface="Calibri"/>
                <a:cs typeface="Calibri"/>
              </a:rPr>
              <a:t>probabilities</a:t>
            </a:r>
          </a:p>
          <a:p xmlns:a="http://schemas.openxmlformats.org/drawingml/2006/main">
            <a:pPr algn="ctr">
              <a:buNone/>
              <a:defRPr sz="1500" b="1">
                <a:solidFill>
                  <a:srgbClr val="7C3AED"/>
                </a:solidFill>
                <a:latin typeface="Calibri"/>
                <a:ea typeface="Calibri"/>
                <a:cs typeface="Calibri"/>
              </a:defRPr>
            </a:pPr>
            <a:r>
              <a:rPr sz="1500" b="1">
                <a:solidFill>
                  <a:srgbClr val="7C3AED"/>
                </a:solidFill>
                <a:latin typeface="Calibri"/>
                <a:ea typeface="Calibri"/>
                <a:cs typeface="Calibri"/>
              </a:rPr>
              <a:t>sum to 1</a:t>
            </a:r>
          </a:p>
        </p:txBody>
      </p:sp>
      <p:sp>
        <p:nvSpPr>
          <p:cNvPr id="20" name="">
            <a:extLst xmlns:a="http://schemas.openxmlformats.org/drawingml/2006/main">
              <a:ext uri="{FF2B5EF4-FFF2-40B4-BE49-F238E27FC236}">
                <a16:creationId xmlns:a16="http://schemas.microsoft.com/office/drawing/2014/main" id="{60C9767F-289C-429D-83F4-D8B9E8784537}"/>
              </a:ext>
            </a:extLst>
          </p:cNvPr>
          <p:cNvSpPr>
            <a:spLocks xmlns:a="http://schemas.openxmlformats.org/drawingml/2006/main" noGrp="1"/>
          </p:cNvSpPr>
          <p:nvPr/>
        </p:nvSpPr>
        <p:spPr>
          <a:xfrm xmlns:a="http://schemas.openxmlformats.org/drawingml/2006/main">
            <a:off x="1428750" y="5476875"/>
            <a:ext cx="933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0B0F19"/>
                </a:solidFill>
                <a:latin typeface="Calibri"/>
                <a:ea typeface="Calibri"/>
                <a:cs typeface="Calibri"/>
              </a:defRPr>
            </a:pPr>
            <a:r>
              <a:rPr sz="1575" b="1">
                <a:solidFill>
                  <a:srgbClr val="0B0F19"/>
                </a:solidFill>
                <a:latin typeface="Calibri"/>
                <a:ea typeface="Calibri"/>
                <a:cs typeface="Calibri"/>
              </a:rPr>
              <a:t>Here we are predicting an unrestricted numeric value, so the final layer stays linear.</a:t>
            </a:r>
          </a:p>
        </p:txBody>
      </p:sp>
      <p:sp>
        <p:nvSpPr>
          <p:cNvPr id="21" name="">
            <a:extLst xmlns:a="http://schemas.openxmlformats.org/drawingml/2006/main">
              <a:ext uri="{FF2B5EF4-FFF2-40B4-BE49-F238E27FC236}">
                <a16:creationId xmlns:a16="http://schemas.microsoft.com/office/drawing/2014/main" id="{4A82F89A-8D32-45B1-9F4C-49C9AB0D9A4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20</a:t>
            </a:r>
          </a:p>
        </p:txBody>
      </p:sp>
    </p:spTree>
    <p:extLst>
      <p:ext uri="{BB962C8B-B14F-4D97-AF65-F5344CB8AC3E}">
        <p14:creationId xmlns:p14="http://schemas.microsoft.com/office/powerpoint/2010/main" val="1897319009"/>
      </p:ext>
    </p:extLst>
  </p:cSld>
</p:sld>
</file>

<file path=ppt/slides/slide2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4972586" name="Rectangle 1153616344">
            <a:extLst xmlns:a="http://schemas.openxmlformats.org/drawingml/2006/main">
              <a:ext uri="{FF2B5EF4-FFF2-40B4-BE49-F238E27FC236}">
                <a16:creationId xmlns:a16="http://schemas.microsoft.com/office/drawing/2014/main" id="{3E75813A-6D3A-4957-B74B-D1F20B5F1BC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Calculus</a:t>
            </a:r>
          </a:p>
        </p:txBody>
      </p:sp>
      <p:sp>
        <p:nvSpPr>
          <p:cNvPr id="1440707893" name="Rectangle 900783331">
            <a:extLst xmlns:a="http://schemas.openxmlformats.org/drawingml/2006/main">
              <a:ext uri="{FF2B5EF4-FFF2-40B4-BE49-F238E27FC236}">
                <a16:creationId xmlns:a16="http://schemas.microsoft.com/office/drawing/2014/main" id="{81EA714B-B976-461C-81FB-4A8740B10A1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chain rule connects causes</a:t>
            </a:r>
          </a:p>
        </p:txBody>
      </p:sp>
      <p:sp>
        <p:nvSpPr>
          <p:cNvPr id="217043883" name="Rectangle: Rounded Corners 1696408858">
            <a:extLst xmlns:a="http://schemas.openxmlformats.org/drawingml/2006/main">
              <a:ext uri="{FF2B5EF4-FFF2-40B4-BE49-F238E27FC236}">
                <a16:creationId xmlns:a16="http://schemas.microsoft.com/office/drawing/2014/main" id="{4D2D77D6-3C62-41FA-864B-E1F1BCEA974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1596909" name="Rectangle: Rounded Corners 1953172434">
            <a:extLst xmlns:a="http://schemas.openxmlformats.org/drawingml/2006/main">
              <a:ext uri="{FF2B5EF4-FFF2-40B4-BE49-F238E27FC236}">
                <a16:creationId xmlns:a16="http://schemas.microsoft.com/office/drawing/2014/main" id="{3612DC1E-DF8E-4DE2-B5F4-A6C7F8E94678}"/>
              </a:ext>
            </a:extLst>
          </p:cNvPr>
          <p:cNvSpPr>
            <a:spLocks xmlns:a="http://schemas.openxmlformats.org/drawingml/2006/main" noGrp="1"/>
          </p:cNvSpPr>
          <p:nvPr/>
        </p:nvSpPr>
        <p:spPr>
          <a:xfrm xmlns:a="http://schemas.openxmlformats.org/drawingml/2006/main">
            <a:off x="1524000"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x</a:t>
            </a:r>
          </a:p>
        </p:txBody>
      </p:sp>
      <p:sp>
        <p:nvSpPr>
          <p:cNvPr id="1926103393" name="Arrow: Right 1189177997">
            <a:extLst xmlns:a="http://schemas.openxmlformats.org/drawingml/2006/main">
              <a:ext uri="{FF2B5EF4-FFF2-40B4-BE49-F238E27FC236}">
                <a16:creationId xmlns:a16="http://schemas.microsoft.com/office/drawing/2014/main" id="{C4588CF2-1B9B-4F05-8630-B097EE49B907}"/>
              </a:ext>
            </a:extLst>
          </p:cNvPr>
          <p:cNvSpPr>
            <a:spLocks xmlns:a="http://schemas.openxmlformats.org/drawingml/2006/main" noGrp="1"/>
          </p:cNvSpPr>
          <p:nvPr/>
        </p:nvSpPr>
        <p:spPr>
          <a:xfrm xmlns:a="http://schemas.openxmlformats.org/drawingml/2006/main">
            <a:off x="3095625"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704564" name="Rectangle: Rounded Corners 1336248175">
            <a:extLst xmlns:a="http://schemas.openxmlformats.org/drawingml/2006/main">
              <a:ext uri="{FF2B5EF4-FFF2-40B4-BE49-F238E27FC236}">
                <a16:creationId xmlns:a16="http://schemas.microsoft.com/office/drawing/2014/main" id="{521242D3-0A39-4666-88A2-F17231D71805}"/>
              </a:ext>
            </a:extLst>
          </p:cNvPr>
          <p:cNvSpPr>
            <a:spLocks xmlns:a="http://schemas.openxmlformats.org/drawingml/2006/main" noGrp="1"/>
          </p:cNvSpPr>
          <p:nvPr/>
        </p:nvSpPr>
        <p:spPr>
          <a:xfrm xmlns:a="http://schemas.openxmlformats.org/drawingml/2006/main">
            <a:off x="3476625" y="3238500"/>
            <a:ext cx="16192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z = wx + b</a:t>
            </a:r>
          </a:p>
        </p:txBody>
      </p:sp>
      <p:sp>
        <p:nvSpPr>
          <p:cNvPr id="1808759289" name="Arrow: Right 191949401">
            <a:extLst xmlns:a="http://schemas.openxmlformats.org/drawingml/2006/main">
              <a:ext uri="{FF2B5EF4-FFF2-40B4-BE49-F238E27FC236}">
                <a16:creationId xmlns:a16="http://schemas.microsoft.com/office/drawing/2014/main" id="{0BAF6B70-5E07-4AA2-AFF9-1A8C0173376C}"/>
              </a:ext>
            </a:extLst>
          </p:cNvPr>
          <p:cNvSpPr>
            <a:spLocks xmlns:a="http://schemas.openxmlformats.org/drawingml/2006/main" noGrp="1"/>
          </p:cNvSpPr>
          <p:nvPr/>
        </p:nvSpPr>
        <p:spPr>
          <a:xfrm xmlns:a="http://schemas.openxmlformats.org/drawingml/2006/main">
            <a:off x="5238750"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54033879" name="Rectangle: Rounded Corners 698425088">
            <a:extLst xmlns:a="http://schemas.openxmlformats.org/drawingml/2006/main">
              <a:ext uri="{FF2B5EF4-FFF2-40B4-BE49-F238E27FC236}">
                <a16:creationId xmlns:a16="http://schemas.microsoft.com/office/drawing/2014/main" id="{3F6A5686-F613-4B8F-86EB-255B04BAAE0C}"/>
              </a:ext>
            </a:extLst>
          </p:cNvPr>
          <p:cNvSpPr>
            <a:spLocks xmlns:a="http://schemas.openxmlformats.org/drawingml/2006/main" noGrp="1"/>
          </p:cNvSpPr>
          <p:nvPr/>
        </p:nvSpPr>
        <p:spPr>
          <a:xfrm xmlns:a="http://schemas.openxmlformats.org/drawingml/2006/main">
            <a:off x="5429250"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a = f(z)</a:t>
            </a:r>
          </a:p>
        </p:txBody>
      </p:sp>
      <p:sp>
        <p:nvSpPr>
          <p:cNvPr id="2123207803" name="Arrow: Right 1313016723">
            <a:extLst xmlns:a="http://schemas.openxmlformats.org/drawingml/2006/main">
              <a:ext uri="{FF2B5EF4-FFF2-40B4-BE49-F238E27FC236}">
                <a16:creationId xmlns:a16="http://schemas.microsoft.com/office/drawing/2014/main" id="{5921247F-14EA-4763-92B2-12FA706637F8}"/>
              </a:ext>
            </a:extLst>
          </p:cNvPr>
          <p:cNvSpPr>
            <a:spLocks xmlns:a="http://schemas.openxmlformats.org/drawingml/2006/main" noGrp="1"/>
          </p:cNvSpPr>
          <p:nvPr/>
        </p:nvSpPr>
        <p:spPr>
          <a:xfrm xmlns:a="http://schemas.openxmlformats.org/drawingml/2006/main">
            <a:off x="7000875"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69826875" name="Rectangle: Rounded Corners 146802490">
            <a:extLst xmlns:a="http://schemas.openxmlformats.org/drawingml/2006/main">
              <a:ext uri="{FF2B5EF4-FFF2-40B4-BE49-F238E27FC236}">
                <a16:creationId xmlns:a16="http://schemas.microsoft.com/office/drawing/2014/main" id="{8259D2FC-CCC6-4381-8E78-19EECE4F8C75}"/>
              </a:ext>
            </a:extLst>
          </p:cNvPr>
          <p:cNvSpPr>
            <a:spLocks xmlns:a="http://schemas.openxmlformats.org/drawingml/2006/main" noGrp="1"/>
          </p:cNvSpPr>
          <p:nvPr/>
        </p:nvSpPr>
        <p:spPr>
          <a:xfrm xmlns:a="http://schemas.openxmlformats.org/drawingml/2006/main">
            <a:off x="7381875"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prediction</a:t>
            </a:r>
          </a:p>
        </p:txBody>
      </p:sp>
      <p:sp>
        <p:nvSpPr>
          <p:cNvPr id="2055314398" name="Arrow: Right 2030273733">
            <a:extLst xmlns:a="http://schemas.openxmlformats.org/drawingml/2006/main">
              <a:ext uri="{FF2B5EF4-FFF2-40B4-BE49-F238E27FC236}">
                <a16:creationId xmlns:a16="http://schemas.microsoft.com/office/drawing/2014/main" id="{B7A58135-1EA9-4D59-90EC-A507D7E7B401}"/>
              </a:ext>
            </a:extLst>
          </p:cNvPr>
          <p:cNvSpPr>
            <a:spLocks xmlns:a="http://schemas.openxmlformats.org/drawingml/2006/main" noGrp="1"/>
          </p:cNvSpPr>
          <p:nvPr/>
        </p:nvSpPr>
        <p:spPr>
          <a:xfrm xmlns:a="http://schemas.openxmlformats.org/drawingml/2006/main">
            <a:off x="8953500"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3539518" name="Rectangle: Rounded Corners 1270986399">
            <a:extLst xmlns:a="http://schemas.openxmlformats.org/drawingml/2006/main">
              <a:ext uri="{FF2B5EF4-FFF2-40B4-BE49-F238E27FC236}">
                <a16:creationId xmlns:a16="http://schemas.microsoft.com/office/drawing/2014/main" id="{D34019F7-7E55-426B-867A-E3DFE9644F2C}"/>
              </a:ext>
            </a:extLst>
          </p:cNvPr>
          <p:cNvSpPr>
            <a:spLocks xmlns:a="http://schemas.openxmlformats.org/drawingml/2006/main" noGrp="1"/>
          </p:cNvSpPr>
          <p:nvPr/>
        </p:nvSpPr>
        <p:spPr>
          <a:xfrm xmlns:a="http://schemas.openxmlformats.org/drawingml/2006/main">
            <a:off x="9334500" y="3238500"/>
            <a:ext cx="1428750" cy="723900"/>
          </a:xfrm>
          <a:prstGeom xmlns:a="http://schemas.openxmlformats.org/drawingml/2006/main" prst="roundRect">
            <a:avLst>
              <a:gd name="adj" fmla="val 15789"/>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loss</a:t>
            </a:r>
          </a:p>
        </p:txBody>
      </p:sp>
      <p:sp>
        <p:nvSpPr>
          <p:cNvPr id="221375648" name="Rectangle 1675037776">
            <a:extLst xmlns:a="http://schemas.openxmlformats.org/drawingml/2006/main">
              <a:ext uri="{FF2B5EF4-FFF2-40B4-BE49-F238E27FC236}">
                <a16:creationId xmlns:a16="http://schemas.microsoft.com/office/drawing/2014/main" id="{7561D80B-4260-49A0-84B4-EED681EED2C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21</a:t>
            </a:r>
          </a:p>
        </p:txBody>
      </p:sp>
      <p:pic>
        <p:nvPicPr>
          <p:cNvPr id="2123207818" name="Graphic 2030273748"/>
          <p:cNvPicPr>
            <a:picLocks xmlns:a="http://schemas.openxmlformats.org/drawingml/2006/main" noChangeAspect="1"/>
          </p:cNvPicPr>
          <p:nvPr/>
        </p:nvPicPr>
        <p:blipFill rotWithShape="1">
          <a:blip xmlns:r="http://schemas.openxmlformats.org/officeDocument/2006/relationships" xmlns:a="http://schemas.openxmlformats.org/drawingml/2006/main" r:embed="Recde900100e74096">
            <a:extLst>
              <a:ext uri="{96DAC541-7B7A-43D3-8B79-37D633B846F1}">
                <asvg:svgBlip xmlns:asvg="http://schemas.microsoft.com/office/drawing/2016/SVG/main" r:embed="R1d127e58372d435b"/>
              </a:ext>
            </a:extLst>
          </a:blip>
          <a:stretch xmlns:a="http://schemas.openxmlformats.org/drawingml/2006/main"/>
        </p:blipFill>
        <p:spPr>
          <a:xfrm xmlns:a="http://schemas.openxmlformats.org/drawingml/2006/main">
            <a:off x="1428750" y="4514850"/>
            <a:ext cx="9334500" cy="914400"/>
          </a:xfrm>
          <a:prstGeom xmlns:a="http://schemas.openxmlformats.org/drawingml/2006/main" prst="rect">
            <a:avLst/>
          </a:prstGeom>
        </p:spPr>
      </p:pic>
    </p:spTree>
    <p:extLst>
      <p:ext uri="{BB962C8B-B14F-4D97-AF65-F5344CB8AC3E}">
        <p14:creationId xmlns:p14="http://schemas.microsoft.com/office/powerpoint/2010/main" val="1972866268"/>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8D06F61-2FAA-4096-9E75-2C5A72F90F1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Chain rule</a:t>
            </a:r>
          </a:p>
        </p:txBody>
      </p:sp>
      <p:sp>
        <p:nvSpPr>
          <p:cNvPr id="2" name="">
            <a:extLst xmlns:a="http://schemas.openxmlformats.org/drawingml/2006/main">
              <a:ext uri="{FF2B5EF4-FFF2-40B4-BE49-F238E27FC236}">
                <a16:creationId xmlns:a16="http://schemas.microsoft.com/office/drawing/2014/main" id="{D59F7B85-1990-49D1-9C18-C3D6B84FC3F6}"/>
              </a:ext>
            </a:extLst>
          </p:cNvPr>
          <p:cNvSpPr>
            <a:spLocks xmlns:a="http://schemas.openxmlformats.org/drawingml/2006/main" noGrp="1"/>
          </p:cNvSpPr>
          <p:nvPr/>
        </p:nvSpPr>
        <p:spPr>
          <a:xfrm xmlns:a="http://schemas.openxmlformats.org/drawingml/2006/main">
            <a:off x="609600" y="59055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latin typeface="Calibri"/>
                <a:ea typeface="Calibri"/>
                <a:cs typeface="Calibri"/>
              </a:defRPr>
            </a:pPr>
            <a:r>
              <a:rPr sz="3000" b="1">
                <a:solidFill>
                  <a:srgbClr val="0B0F19"/>
                </a:solidFill>
                <a:latin typeface="Calibri"/>
                <a:ea typeface="Calibri"/>
                <a:cs typeface="Calibri"/>
              </a:rPr>
              <a:t>The chain rule follows a path</a:t>
            </a:r>
          </a:p>
        </p:txBody>
      </p:sp>
      <p:sp>
        <p:nvSpPr>
          <p:cNvPr id="3" name="">
            <a:extLst xmlns:a="http://schemas.openxmlformats.org/drawingml/2006/main">
              <a:ext uri="{FF2B5EF4-FFF2-40B4-BE49-F238E27FC236}">
                <a16:creationId xmlns:a16="http://schemas.microsoft.com/office/drawing/2014/main" id="{CB620AE7-B830-47D3-914F-134EE838EBA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4" name="">
            <a:extLst xmlns:a="http://schemas.openxmlformats.org/drawingml/2006/main">
              <a:ext uri="{FF2B5EF4-FFF2-40B4-BE49-F238E27FC236}">
                <a16:creationId xmlns:a16="http://schemas.microsoft.com/office/drawing/2014/main" id="{3B7E1D2B-C368-4317-B612-006E489A44C6}"/>
              </a:ext>
            </a:extLst>
          </p:cNvPr>
          <p:cNvSpPr>
            <a:spLocks xmlns:a="http://schemas.openxmlformats.org/drawingml/2006/main" noGrp="1"/>
          </p:cNvSpPr>
          <p:nvPr/>
        </p:nvSpPr>
        <p:spPr>
          <a:xfrm xmlns:a="http://schemas.openxmlformats.org/drawingml/2006/main">
            <a:off x="1809750" y="1762125"/>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latin typeface="Calibri"/>
                <a:ea typeface="Calibri"/>
                <a:cs typeface="Calibri"/>
              </a:defRPr>
            </a:pPr>
            <a:r>
              <a:rPr sz="2100" b="1">
                <a:solidFill>
                  <a:srgbClr val="2563EB"/>
                </a:solidFill>
                <a:latin typeface="Calibri"/>
                <a:ea typeface="Calibri"/>
                <a:cs typeface="Calibri"/>
              </a:rPr>
              <a:t>A change in w reaches L through u</a:t>
            </a:r>
          </a:p>
        </p:txBody>
      </p:sp>
      <p:sp>
        <p:nvSpPr>
          <p:cNvPr id="5" name="">
            <a:extLst xmlns:a="http://schemas.openxmlformats.org/drawingml/2006/main">
              <a:ext uri="{FF2B5EF4-FFF2-40B4-BE49-F238E27FC236}">
                <a16:creationId xmlns:a16="http://schemas.microsoft.com/office/drawing/2014/main" id="{2753840B-3755-4812-9697-C2D89CF15149}"/>
              </a:ext>
            </a:extLst>
          </p:cNvPr>
          <p:cNvSpPr>
            <a:spLocks xmlns:a="http://schemas.openxmlformats.org/drawingml/2006/main" noGrp="1"/>
          </p:cNvSpPr>
          <p:nvPr/>
        </p:nvSpPr>
        <p:spPr>
          <a:xfrm xmlns:a="http://schemas.openxmlformats.org/drawingml/2006/main">
            <a:off x="1809750" y="3000375"/>
            <a:ext cx="1428750" cy="762000"/>
          </a:xfrm>
          <a:prstGeom xmlns:a="http://schemas.openxmlformats.org/drawingml/2006/main" prst="roundRect">
            <a:avLst>
              <a:gd name="adj" fmla="val 15000"/>
            </a:avLst>
          </a:prstGeom>
          <a:solidFill xmlns:a="http://schemas.openxmlformats.org/drawingml/2006/main">
            <a:srgbClr val="FFFFFF"/>
          </a:solidFill>
          <a:ln xmlns:a="http://schemas.openxmlformats.org/drawingml/2006/main" w="14288">
            <a:solidFill>
              <a:srgbClr val="667085"/>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latin typeface="Calibri"/>
                <a:ea typeface="Calibri"/>
                <a:cs typeface="Calibri"/>
              </a:defRPr>
            </a:pPr>
            <a:r>
              <a:rPr sz="2250" b="1">
                <a:solidFill>
                  <a:srgbClr val="0B0F19"/>
                </a:solidFill>
                <a:latin typeface="Calibri"/>
                <a:ea typeface="Calibri"/>
                <a:cs typeface="Calibri"/>
              </a:rPr>
              <a:t>w</a:t>
            </a:r>
          </a:p>
        </p:txBody>
      </p:sp>
      <p:sp>
        <p:nvSpPr>
          <p:cNvPr id="6" name="">
            <a:extLst xmlns:a="http://schemas.openxmlformats.org/drawingml/2006/main">
              <a:ext uri="{FF2B5EF4-FFF2-40B4-BE49-F238E27FC236}">
                <a16:creationId xmlns:a16="http://schemas.microsoft.com/office/drawing/2014/main" id="{9C790C36-8B7C-4A46-8271-444F8B78AA30}"/>
              </a:ext>
            </a:extLst>
          </p:cNvPr>
          <p:cNvSpPr>
            <a:spLocks xmlns:a="http://schemas.openxmlformats.org/drawingml/2006/main" noGrp="1"/>
          </p:cNvSpPr>
          <p:nvPr/>
        </p:nvSpPr>
        <p:spPr>
          <a:xfrm xmlns:a="http://schemas.openxmlformats.org/drawingml/2006/main">
            <a:off x="3476625" y="3162300"/>
            <a:ext cx="1095375" cy="43815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275" b="1">
                <a:solidFill>
                  <a:srgbClr val="2563EB"/>
                </a:solidFill>
                <a:latin typeface="Calibri"/>
                <a:ea typeface="Calibri"/>
                <a:cs typeface="Calibri"/>
              </a:defRPr>
            </a:pPr>
            <a:r>
              <a:rPr sz="1275" b="1">
                <a:solidFill>
                  <a:srgbClr val="2563EB"/>
                </a:solidFill>
                <a:latin typeface="Calibri"/>
                <a:ea typeface="Calibri"/>
                <a:cs typeface="Calibri"/>
              </a:rPr>
              <a:t>u = 3w + 1</a:t>
            </a:r>
          </a:p>
        </p:txBody>
      </p:sp>
      <p:sp>
        <p:nvSpPr>
          <p:cNvPr id="7" name="">
            <a:extLst xmlns:a="http://schemas.openxmlformats.org/drawingml/2006/main">
              <a:ext uri="{FF2B5EF4-FFF2-40B4-BE49-F238E27FC236}">
                <a16:creationId xmlns:a16="http://schemas.microsoft.com/office/drawing/2014/main" id="{351F9281-7942-4E2A-9CFA-BDA4233CFA36}"/>
              </a:ext>
            </a:extLst>
          </p:cNvPr>
          <p:cNvSpPr>
            <a:spLocks xmlns:a="http://schemas.openxmlformats.org/drawingml/2006/main" noGrp="1"/>
          </p:cNvSpPr>
          <p:nvPr/>
        </p:nvSpPr>
        <p:spPr>
          <a:xfrm xmlns:a="http://schemas.openxmlformats.org/drawingml/2006/main">
            <a:off x="4810125" y="3000375"/>
            <a:ext cx="1428750" cy="762000"/>
          </a:xfrm>
          <a:prstGeom xmlns:a="http://schemas.openxmlformats.org/drawingml/2006/main" prst="roundRect">
            <a:avLst>
              <a:gd name="adj" fmla="val 15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latin typeface="Calibri"/>
                <a:ea typeface="Calibri"/>
                <a:cs typeface="Calibri"/>
              </a:defRPr>
            </a:pPr>
            <a:r>
              <a:rPr sz="2250" b="1">
                <a:solidFill>
                  <a:srgbClr val="2563EB"/>
                </a:solidFill>
                <a:latin typeface="Calibri"/>
                <a:ea typeface="Calibri"/>
                <a:cs typeface="Calibri"/>
              </a:rPr>
              <a:t>u</a:t>
            </a:r>
          </a:p>
        </p:txBody>
      </p:sp>
      <p:sp>
        <p:nvSpPr>
          <p:cNvPr id="8" name="">
            <a:extLst xmlns:a="http://schemas.openxmlformats.org/drawingml/2006/main">
              <a:ext uri="{FF2B5EF4-FFF2-40B4-BE49-F238E27FC236}">
                <a16:creationId xmlns:a16="http://schemas.microsoft.com/office/drawing/2014/main" id="{E296D04E-0CDD-401E-90DE-246FE14DD69C}"/>
              </a:ext>
            </a:extLst>
          </p:cNvPr>
          <p:cNvSpPr>
            <a:spLocks xmlns:a="http://schemas.openxmlformats.org/drawingml/2006/main" noGrp="1"/>
          </p:cNvSpPr>
          <p:nvPr/>
        </p:nvSpPr>
        <p:spPr>
          <a:xfrm xmlns:a="http://schemas.openxmlformats.org/drawingml/2006/main">
            <a:off x="6477000" y="3162300"/>
            <a:ext cx="1095375" cy="43815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275" b="1">
                <a:solidFill>
                  <a:srgbClr val="2563EB"/>
                </a:solidFill>
                <a:latin typeface="Calibri"/>
                <a:ea typeface="Calibri"/>
                <a:cs typeface="Calibri"/>
              </a:defRPr>
            </a:pPr>
            <a:r>
              <a:rPr sz="1275" b="1">
                <a:solidFill>
                  <a:srgbClr val="2563EB"/>
                </a:solidFill>
                <a:latin typeface="Calibri"/>
                <a:ea typeface="Calibri"/>
                <a:cs typeface="Calibri"/>
              </a:rPr>
              <a:t>L = u²</a:t>
            </a:r>
          </a:p>
        </p:txBody>
      </p:sp>
      <p:sp>
        <p:nvSpPr>
          <p:cNvPr id="9" name="">
            <a:extLst xmlns:a="http://schemas.openxmlformats.org/drawingml/2006/main">
              <a:ext uri="{FF2B5EF4-FFF2-40B4-BE49-F238E27FC236}">
                <a16:creationId xmlns:a16="http://schemas.microsoft.com/office/drawing/2014/main" id="{4637761C-06CD-4BA7-A432-D2EB0E7A3AF0}"/>
              </a:ext>
            </a:extLst>
          </p:cNvPr>
          <p:cNvSpPr>
            <a:spLocks xmlns:a="http://schemas.openxmlformats.org/drawingml/2006/main" noGrp="1"/>
          </p:cNvSpPr>
          <p:nvPr/>
        </p:nvSpPr>
        <p:spPr>
          <a:xfrm xmlns:a="http://schemas.openxmlformats.org/drawingml/2006/main">
            <a:off x="7810500" y="3000375"/>
            <a:ext cx="1428750" cy="762000"/>
          </a:xfrm>
          <a:prstGeom xmlns:a="http://schemas.openxmlformats.org/drawingml/2006/main" prst="roundRect">
            <a:avLst>
              <a:gd name="adj" fmla="val 15000"/>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EF4444"/>
                </a:solidFill>
                <a:latin typeface="Calibri"/>
                <a:ea typeface="Calibri"/>
                <a:cs typeface="Calibri"/>
              </a:defRPr>
            </a:pPr>
            <a:r>
              <a:rPr sz="2250" b="1">
                <a:solidFill>
                  <a:srgbClr val="EF4444"/>
                </a:solidFill>
                <a:latin typeface="Calibri"/>
                <a:ea typeface="Calibri"/>
                <a:cs typeface="Calibri"/>
              </a:rPr>
              <a:t>L</a:t>
            </a:r>
          </a:p>
        </p:txBody>
      </p:sp>
      <p:sp>
        <p:nvSpPr>
          <p:cNvPr id="10" name="">
            <a:extLst xmlns:a="http://schemas.openxmlformats.org/drawingml/2006/main">
              <a:ext uri="{FF2B5EF4-FFF2-40B4-BE49-F238E27FC236}">
                <a16:creationId xmlns:a16="http://schemas.microsoft.com/office/drawing/2014/main" id="{DFF18DC2-F9CA-405E-BC11-91D8A4A3A565}"/>
              </a:ext>
            </a:extLst>
          </p:cNvPr>
          <p:cNvSpPr>
            <a:spLocks xmlns:a="http://schemas.openxmlformats.org/drawingml/2006/main" noGrp="1"/>
          </p:cNvSpPr>
          <p:nvPr/>
        </p:nvSpPr>
        <p:spPr>
          <a:xfrm xmlns:a="http://schemas.openxmlformats.org/drawingml/2006/main">
            <a:off x="2619375" y="4524375"/>
            <a:ext cx="695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550" b="1">
                <a:solidFill>
                  <a:srgbClr val="0B0F19"/>
                </a:solidFill>
                <a:latin typeface="Calibri"/>
                <a:ea typeface="Calibri"/>
                <a:cs typeface="Calibri"/>
              </a:defRPr>
            </a:pPr>
            <a:r>
              <a:rPr sz="2550" b="1">
                <a:solidFill>
                  <a:srgbClr val="0B0F19"/>
                </a:solidFill>
                <a:latin typeface="Calibri"/>
                <a:ea typeface="Calibri"/>
                <a:cs typeface="Calibri"/>
              </a:rPr>
              <a:t>dL/dw = dL/du  ·  du/dw</a:t>
            </a:r>
          </a:p>
        </p:txBody>
      </p:sp>
      <p:sp>
        <p:nvSpPr>
          <p:cNvPr id="11" name="">
            <a:extLst xmlns:a="http://schemas.openxmlformats.org/drawingml/2006/main">
              <a:ext uri="{FF2B5EF4-FFF2-40B4-BE49-F238E27FC236}">
                <a16:creationId xmlns:a16="http://schemas.microsoft.com/office/drawing/2014/main" id="{526C0076-1A75-4C1E-9A12-F34B624EBE94}"/>
              </a:ext>
            </a:extLst>
          </p:cNvPr>
          <p:cNvSpPr>
            <a:spLocks xmlns:a="http://schemas.openxmlformats.org/drawingml/2006/main" noGrp="1"/>
          </p:cNvSpPr>
          <p:nvPr/>
        </p:nvSpPr>
        <p:spPr>
          <a:xfrm xmlns:a="http://schemas.openxmlformats.org/drawingml/2006/main">
            <a:off x="1952625" y="5238750"/>
            <a:ext cx="8286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25" b="1">
                <a:solidFill>
                  <a:srgbClr val="10B981"/>
                </a:solidFill>
                <a:latin typeface="Calibri"/>
                <a:ea typeface="Calibri"/>
                <a:cs typeface="Calibri"/>
              </a:defRPr>
            </a:pPr>
            <a:r>
              <a:rPr sz="1725" b="1">
                <a:solidFill>
                  <a:srgbClr val="10B981"/>
                </a:solidFill>
                <a:latin typeface="Calibri"/>
                <a:ea typeface="Calibri"/>
                <a:cs typeface="Calibri"/>
              </a:rPr>
              <a:t>Multiply the local sensitivities along the dependency path.</a:t>
            </a:r>
          </a:p>
        </p:txBody>
      </p:sp>
    </p:spTree>
    <p:extLst>
      <p:ext uri="{BB962C8B-B14F-4D97-AF65-F5344CB8AC3E}">
        <p14:creationId xmlns:p14="http://schemas.microsoft.com/office/powerpoint/2010/main" val="623065201"/>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90F6AEB-165F-4715-85AD-68B9E33BE12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Chain rule</a:t>
            </a:r>
          </a:p>
        </p:txBody>
      </p:sp>
      <p:sp>
        <p:nvSpPr>
          <p:cNvPr id="2" name="">
            <a:extLst xmlns:a="http://schemas.openxmlformats.org/drawingml/2006/main">
              <a:ext uri="{FF2B5EF4-FFF2-40B4-BE49-F238E27FC236}">
                <a16:creationId xmlns:a16="http://schemas.microsoft.com/office/drawing/2014/main" id="{F706A76F-1DB4-4632-813F-0211B749F00B}"/>
              </a:ext>
            </a:extLst>
          </p:cNvPr>
          <p:cNvSpPr>
            <a:spLocks xmlns:a="http://schemas.openxmlformats.org/drawingml/2006/main" noGrp="1"/>
          </p:cNvSpPr>
          <p:nvPr/>
        </p:nvSpPr>
        <p:spPr>
          <a:xfrm xmlns:a="http://schemas.openxmlformats.org/drawingml/2006/main">
            <a:off x="609600" y="59055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latin typeface="Calibri"/>
                <a:ea typeface="Calibri"/>
                <a:cs typeface="Calibri"/>
              </a:defRPr>
            </a:pPr>
            <a:r>
              <a:rPr sz="3000" b="1">
                <a:solidFill>
                  <a:srgbClr val="0B0F19"/>
                </a:solidFill>
                <a:latin typeface="Calibri"/>
                <a:ea typeface="Calibri"/>
                <a:cs typeface="Calibri"/>
              </a:rPr>
              <a:t>One neuron produces a gradient</a:t>
            </a:r>
          </a:p>
        </p:txBody>
      </p:sp>
      <p:sp>
        <p:nvSpPr>
          <p:cNvPr id="3" name="">
            <a:extLst xmlns:a="http://schemas.openxmlformats.org/drawingml/2006/main">
              <a:ext uri="{FF2B5EF4-FFF2-40B4-BE49-F238E27FC236}">
                <a16:creationId xmlns:a16="http://schemas.microsoft.com/office/drawing/2014/main" id="{9D2B7A66-5DCE-478E-9D61-B5D59551B23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4" name="">
            <a:extLst xmlns:a="http://schemas.openxmlformats.org/drawingml/2006/main">
              <a:ext uri="{FF2B5EF4-FFF2-40B4-BE49-F238E27FC236}">
                <a16:creationId xmlns:a16="http://schemas.microsoft.com/office/drawing/2014/main" id="{1A702E3A-5D80-4B33-9531-B8B0C2368DD1}"/>
              </a:ext>
            </a:extLst>
          </p:cNvPr>
          <p:cNvSpPr>
            <a:spLocks xmlns:a="http://schemas.openxmlformats.org/drawingml/2006/main" noGrp="1"/>
          </p:cNvSpPr>
          <p:nvPr/>
        </p:nvSpPr>
        <p:spPr>
          <a:xfrm xmlns:a="http://schemas.openxmlformats.org/drawingml/2006/main">
            <a:off x="1809750" y="1714500"/>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latin typeface="Calibri"/>
                <a:ea typeface="Calibri"/>
                <a:cs typeface="Calibri"/>
              </a:defRPr>
            </a:pPr>
            <a:r>
              <a:rPr sz="2100" b="1">
                <a:solidFill>
                  <a:srgbClr val="2563EB"/>
                </a:solidFill>
                <a:latin typeface="Calibri"/>
                <a:ea typeface="Calibri"/>
                <a:cs typeface="Calibri"/>
              </a:rPr>
              <a:t>Apply the same idea to one neuron</a:t>
            </a:r>
          </a:p>
        </p:txBody>
      </p:sp>
      <p:sp>
        <p:nvSpPr>
          <p:cNvPr id="5" name="">
            <a:extLst xmlns:a="http://schemas.openxmlformats.org/drawingml/2006/main">
              <a:ext uri="{FF2B5EF4-FFF2-40B4-BE49-F238E27FC236}">
                <a16:creationId xmlns:a16="http://schemas.microsoft.com/office/drawing/2014/main" id="{93C06945-4439-4D5A-B366-0CB9136390C8}"/>
              </a:ext>
            </a:extLst>
          </p:cNvPr>
          <p:cNvSpPr>
            <a:spLocks xmlns:a="http://schemas.openxmlformats.org/drawingml/2006/main" noGrp="1"/>
          </p:cNvSpPr>
          <p:nvPr/>
        </p:nvSpPr>
        <p:spPr>
          <a:xfrm xmlns:a="http://schemas.openxmlformats.org/drawingml/2006/main">
            <a:off x="1476375" y="2857500"/>
            <a:ext cx="904875" cy="781050"/>
          </a:xfrm>
          <a:prstGeom xmlns:a="http://schemas.openxmlformats.org/drawingml/2006/main" prst="roundRect">
            <a:avLst>
              <a:gd name="adj" fmla="val 14634"/>
            </a:avLst>
          </a:prstGeom>
          <a:solidFill xmlns:a="http://schemas.openxmlformats.org/drawingml/2006/main">
            <a:srgbClr val="FFFFFF"/>
          </a:solidFill>
          <a:ln xmlns:a="http://schemas.openxmlformats.org/drawingml/2006/main" w="14288">
            <a:solidFill>
              <a:srgbClr val="667085"/>
            </a:solidFill>
            <a:prstDash val="solid"/>
          </a:ln>
        </p:spPr>
        <p:txBody>
          <a:bodyPr xmlns:a="http://schemas.openxmlformats.org/drawingml/2006/main"/>
          <a:lstStyle xmlns:a="http://schemas.openxmlformats.org/drawingml/2006/main"/>
          <a:p xmlns:a="http://schemas.openxmlformats.org/drawingml/2006/main">
            <a:pPr algn="ctr">
              <a:buNone/>
              <a:defRPr sz="1875" b="1">
                <a:solidFill>
                  <a:srgbClr val="667085"/>
                </a:solidFill>
                <a:latin typeface="Calibri"/>
                <a:ea typeface="Calibri"/>
                <a:cs typeface="Calibri"/>
              </a:defRPr>
            </a:pPr>
            <a:r>
              <a:rPr sz="1875" b="1">
                <a:solidFill>
                  <a:srgbClr val="667085"/>
                </a:solidFill>
                <a:latin typeface="Calibri"/>
                <a:ea typeface="Calibri"/>
                <a:cs typeface="Calibri"/>
              </a:rPr>
              <a:t>w</a:t>
            </a:r>
          </a:p>
        </p:txBody>
      </p:sp>
      <p:sp>
        <p:nvSpPr>
          <p:cNvPr id="6" name="">
            <a:extLst xmlns:a="http://schemas.openxmlformats.org/drawingml/2006/main">
              <a:ext uri="{FF2B5EF4-FFF2-40B4-BE49-F238E27FC236}">
                <a16:creationId xmlns:a16="http://schemas.microsoft.com/office/drawing/2014/main" id="{D100387B-2158-4509-BA1F-F3F4C27FE34B}"/>
              </a:ext>
            </a:extLst>
          </p:cNvPr>
          <p:cNvSpPr>
            <a:spLocks xmlns:a="http://schemas.openxmlformats.org/drawingml/2006/main" noGrp="1"/>
          </p:cNvSpPr>
          <p:nvPr/>
        </p:nvSpPr>
        <p:spPr>
          <a:xfrm xmlns:a="http://schemas.openxmlformats.org/drawingml/2006/main">
            <a:off x="2476500" y="3028950"/>
            <a:ext cx="523875" cy="40005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sp>
      <p:sp>
        <p:nvSpPr>
          <p:cNvPr id="7" name="">
            <a:extLst xmlns:a="http://schemas.openxmlformats.org/drawingml/2006/main">
              <a:ext uri="{FF2B5EF4-FFF2-40B4-BE49-F238E27FC236}">
                <a16:creationId xmlns:a16="http://schemas.microsoft.com/office/drawing/2014/main" id="{3EB432BF-7C2D-4A49-9F3A-B5E8339C2843}"/>
              </a:ext>
            </a:extLst>
          </p:cNvPr>
          <p:cNvSpPr>
            <a:spLocks xmlns:a="http://schemas.openxmlformats.org/drawingml/2006/main" noGrp="1"/>
          </p:cNvSpPr>
          <p:nvPr/>
        </p:nvSpPr>
        <p:spPr>
          <a:xfrm xmlns:a="http://schemas.openxmlformats.org/drawingml/2006/main">
            <a:off x="3714750" y="2857500"/>
            <a:ext cx="1619250" cy="781050"/>
          </a:xfrm>
          <a:prstGeom xmlns:a="http://schemas.openxmlformats.org/drawingml/2006/main" prst="roundRect">
            <a:avLst>
              <a:gd name="adj" fmla="val 14634"/>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2563EB"/>
                </a:solidFill>
                <a:latin typeface="Calibri"/>
                <a:ea typeface="Calibri"/>
                <a:cs typeface="Calibri"/>
              </a:defRPr>
            </a:pPr>
            <a:r>
              <a:rPr sz="1575" b="1">
                <a:solidFill>
                  <a:srgbClr val="2563EB"/>
                </a:solidFill>
                <a:latin typeface="Calibri"/>
                <a:ea typeface="Calibri"/>
                <a:cs typeface="Calibri"/>
              </a:rPr>
              <a:t>z = wx + b</a:t>
            </a:r>
          </a:p>
        </p:txBody>
      </p:sp>
      <p:sp>
        <p:nvSpPr>
          <p:cNvPr id="8" name="">
            <a:extLst xmlns:a="http://schemas.openxmlformats.org/drawingml/2006/main">
              <a:ext uri="{FF2B5EF4-FFF2-40B4-BE49-F238E27FC236}">
                <a16:creationId xmlns:a16="http://schemas.microsoft.com/office/drawing/2014/main" id="{D6D658CC-FB17-4880-A84D-210B88154046}"/>
              </a:ext>
            </a:extLst>
          </p:cNvPr>
          <p:cNvSpPr>
            <a:spLocks xmlns:a="http://schemas.openxmlformats.org/drawingml/2006/main" noGrp="1"/>
          </p:cNvSpPr>
          <p:nvPr/>
        </p:nvSpPr>
        <p:spPr>
          <a:xfrm xmlns:a="http://schemas.openxmlformats.org/drawingml/2006/main">
            <a:off x="5429250" y="3028950"/>
            <a:ext cx="523875" cy="40005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sp>
      <p:sp>
        <p:nvSpPr>
          <p:cNvPr id="9" name="">
            <a:extLst xmlns:a="http://schemas.openxmlformats.org/drawingml/2006/main">
              <a:ext uri="{FF2B5EF4-FFF2-40B4-BE49-F238E27FC236}">
                <a16:creationId xmlns:a16="http://schemas.microsoft.com/office/drawing/2014/main" id="{91876813-7377-4130-B3E4-D340B719A4AE}"/>
              </a:ext>
            </a:extLst>
          </p:cNvPr>
          <p:cNvSpPr>
            <a:spLocks xmlns:a="http://schemas.openxmlformats.org/drawingml/2006/main" noGrp="1"/>
          </p:cNvSpPr>
          <p:nvPr/>
        </p:nvSpPr>
        <p:spPr>
          <a:xfrm xmlns:a="http://schemas.openxmlformats.org/drawingml/2006/main">
            <a:off x="6000750" y="2857500"/>
            <a:ext cx="1428750" cy="781050"/>
          </a:xfrm>
          <a:prstGeom xmlns:a="http://schemas.openxmlformats.org/drawingml/2006/main" prst="roundRect">
            <a:avLst>
              <a:gd name="adj" fmla="val 14634"/>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75" b="1">
                <a:solidFill>
                  <a:srgbClr val="10B981"/>
                </a:solidFill>
                <a:latin typeface="Calibri"/>
                <a:ea typeface="Calibri"/>
                <a:cs typeface="Calibri"/>
              </a:defRPr>
            </a:pPr>
            <a:r>
              <a:rPr sz="1875" b="1">
                <a:solidFill>
                  <a:srgbClr val="10B981"/>
                </a:solidFill>
                <a:latin typeface="Calibri"/>
                <a:ea typeface="Calibri"/>
                <a:cs typeface="Calibri"/>
              </a:rPr>
              <a:t>a = σ(z)</a:t>
            </a:r>
          </a:p>
        </p:txBody>
      </p:sp>
      <p:sp>
        <p:nvSpPr>
          <p:cNvPr id="10" name="">
            <a:extLst xmlns:a="http://schemas.openxmlformats.org/drawingml/2006/main">
              <a:ext uri="{FF2B5EF4-FFF2-40B4-BE49-F238E27FC236}">
                <a16:creationId xmlns:a16="http://schemas.microsoft.com/office/drawing/2014/main" id="{115BC7B9-554C-4045-9C81-D35E0A4C994B}"/>
              </a:ext>
            </a:extLst>
          </p:cNvPr>
          <p:cNvSpPr>
            <a:spLocks xmlns:a="http://schemas.openxmlformats.org/drawingml/2006/main" noGrp="1"/>
          </p:cNvSpPr>
          <p:nvPr/>
        </p:nvSpPr>
        <p:spPr>
          <a:xfrm xmlns:a="http://schemas.openxmlformats.org/drawingml/2006/main">
            <a:off x="7524750" y="3028950"/>
            <a:ext cx="523875" cy="40005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sp>
      <p:sp>
        <p:nvSpPr>
          <p:cNvPr id="11" name="">
            <a:extLst xmlns:a="http://schemas.openxmlformats.org/drawingml/2006/main">
              <a:ext uri="{FF2B5EF4-FFF2-40B4-BE49-F238E27FC236}">
                <a16:creationId xmlns:a16="http://schemas.microsoft.com/office/drawing/2014/main" id="{16E1EB5C-CB30-413A-9F23-48E0E451EA68}"/>
              </a:ext>
            </a:extLst>
          </p:cNvPr>
          <p:cNvSpPr>
            <a:spLocks xmlns:a="http://schemas.openxmlformats.org/drawingml/2006/main" noGrp="1"/>
          </p:cNvSpPr>
          <p:nvPr/>
        </p:nvSpPr>
        <p:spPr>
          <a:xfrm xmlns:a="http://schemas.openxmlformats.org/drawingml/2006/main">
            <a:off x="8286750" y="2857500"/>
            <a:ext cx="904875" cy="781050"/>
          </a:xfrm>
          <a:prstGeom xmlns:a="http://schemas.openxmlformats.org/drawingml/2006/main" prst="roundRect">
            <a:avLst>
              <a:gd name="adj" fmla="val 14634"/>
            </a:avLst>
          </a:prstGeom>
          <a:solidFill xmlns:a="http://schemas.openxmlformats.org/drawingml/2006/main">
            <a:srgbClr val="FFFFFF"/>
          </a:solidFill>
          <a:ln xmlns:a="http://schemas.openxmlformats.org/drawingml/2006/main" w="14288">
            <a:solidFill>
              <a:srgbClr val="667085"/>
            </a:solidFill>
            <a:prstDash val="solid"/>
          </a:ln>
        </p:spPr>
        <p:txBody>
          <a:bodyPr xmlns:a="http://schemas.openxmlformats.org/drawingml/2006/main"/>
          <a:lstStyle xmlns:a="http://schemas.openxmlformats.org/drawingml/2006/main"/>
          <a:p xmlns:a="http://schemas.openxmlformats.org/drawingml/2006/main">
            <a:pPr algn="ctr">
              <a:buNone/>
              <a:defRPr sz="1875" b="1">
                <a:solidFill>
                  <a:srgbClr val="667085"/>
                </a:solidFill>
                <a:latin typeface="Calibri"/>
                <a:ea typeface="Calibri"/>
                <a:cs typeface="Calibri"/>
              </a:defRPr>
            </a:pPr>
            <a:r>
              <a:rPr sz="1875" b="1">
                <a:solidFill>
                  <a:srgbClr val="667085"/>
                </a:solidFill>
                <a:latin typeface="Calibri"/>
                <a:ea typeface="Calibri"/>
                <a:cs typeface="Calibri"/>
              </a:rPr>
              <a:t>ŷ</a:t>
            </a:r>
          </a:p>
        </p:txBody>
      </p:sp>
      <p:sp>
        <p:nvSpPr>
          <p:cNvPr id="12" name="">
            <a:extLst xmlns:a="http://schemas.openxmlformats.org/drawingml/2006/main">
              <a:ext uri="{FF2B5EF4-FFF2-40B4-BE49-F238E27FC236}">
                <a16:creationId xmlns:a16="http://schemas.microsoft.com/office/drawing/2014/main" id="{7AEBA565-A5ED-4AC1-AA73-C3B2F5FE5F52}"/>
              </a:ext>
            </a:extLst>
          </p:cNvPr>
          <p:cNvSpPr>
            <a:spLocks xmlns:a="http://schemas.openxmlformats.org/drawingml/2006/main" noGrp="1"/>
          </p:cNvSpPr>
          <p:nvPr/>
        </p:nvSpPr>
        <p:spPr>
          <a:xfrm xmlns:a="http://schemas.openxmlformats.org/drawingml/2006/main">
            <a:off x="9286875" y="3028950"/>
            <a:ext cx="523875" cy="40005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sp>
      <p:sp>
        <p:nvSpPr>
          <p:cNvPr id="13" name="">
            <a:extLst xmlns:a="http://schemas.openxmlformats.org/drawingml/2006/main">
              <a:ext uri="{FF2B5EF4-FFF2-40B4-BE49-F238E27FC236}">
                <a16:creationId xmlns:a16="http://schemas.microsoft.com/office/drawing/2014/main" id="{387105FB-4A67-4005-8AF8-8E2ECD7A22E9}"/>
              </a:ext>
            </a:extLst>
          </p:cNvPr>
          <p:cNvSpPr>
            <a:spLocks xmlns:a="http://schemas.openxmlformats.org/drawingml/2006/main" noGrp="1"/>
          </p:cNvSpPr>
          <p:nvPr/>
        </p:nvSpPr>
        <p:spPr>
          <a:xfrm xmlns:a="http://schemas.openxmlformats.org/drawingml/2006/main">
            <a:off x="10287000" y="2857500"/>
            <a:ext cx="857250" cy="781050"/>
          </a:xfrm>
          <a:prstGeom xmlns:a="http://schemas.openxmlformats.org/drawingml/2006/main" prst="roundRect">
            <a:avLst>
              <a:gd name="adj" fmla="val 14634"/>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875" b="1">
                <a:solidFill>
                  <a:srgbClr val="EF4444"/>
                </a:solidFill>
                <a:latin typeface="Calibri"/>
                <a:ea typeface="Calibri"/>
                <a:cs typeface="Calibri"/>
              </a:defRPr>
            </a:pPr>
            <a:r>
              <a:rPr sz="1875" b="1">
                <a:solidFill>
                  <a:srgbClr val="EF4444"/>
                </a:solidFill>
                <a:latin typeface="Calibri"/>
                <a:ea typeface="Calibri"/>
                <a:cs typeface="Calibri"/>
              </a:rPr>
              <a:t>L</a:t>
            </a:r>
          </a:p>
        </p:txBody>
      </p:sp>
      <p:sp>
        <p:nvSpPr>
          <p:cNvPr id="14" name="">
            <a:extLst xmlns:a="http://schemas.openxmlformats.org/drawingml/2006/main">
              <a:ext uri="{FF2B5EF4-FFF2-40B4-BE49-F238E27FC236}">
                <a16:creationId xmlns:a16="http://schemas.microsoft.com/office/drawing/2014/main" id="{48B90AC9-D19A-4372-ABEF-111790D0E507}"/>
              </a:ext>
            </a:extLst>
          </p:cNvPr>
          <p:cNvSpPr>
            <a:spLocks xmlns:a="http://schemas.openxmlformats.org/drawingml/2006/main" noGrp="1"/>
          </p:cNvSpPr>
          <p:nvPr/>
        </p:nvSpPr>
        <p:spPr>
          <a:xfrm xmlns:a="http://schemas.openxmlformats.org/drawingml/2006/main">
            <a:off x="1524000" y="4429125"/>
            <a:ext cx="914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latin typeface="Calibri"/>
                <a:ea typeface="Calibri"/>
                <a:cs typeface="Calibri"/>
              </a:defRPr>
            </a:pPr>
            <a:r>
              <a:rPr sz="2250" b="1">
                <a:solidFill>
                  <a:srgbClr val="0B0F19"/>
                </a:solidFill>
                <a:latin typeface="Calibri"/>
                <a:ea typeface="Calibri"/>
                <a:cs typeface="Calibri"/>
              </a:rPr>
              <a:t>∂L/∂w = ∂L/∂ŷ  ·  ∂ŷ/∂a  ·  ∂a/∂z  ·  ∂z/∂w</a:t>
            </a:r>
          </a:p>
        </p:txBody>
      </p:sp>
      <p:sp>
        <p:nvSpPr>
          <p:cNvPr id="15" name="">
            <a:extLst xmlns:a="http://schemas.openxmlformats.org/drawingml/2006/main">
              <a:ext uri="{FF2B5EF4-FFF2-40B4-BE49-F238E27FC236}">
                <a16:creationId xmlns:a16="http://schemas.microsoft.com/office/drawing/2014/main" id="{2C1D8E2D-BA40-465A-8576-CCCF6090F53D}"/>
              </a:ext>
            </a:extLst>
          </p:cNvPr>
          <p:cNvSpPr>
            <a:spLocks xmlns:a="http://schemas.openxmlformats.org/drawingml/2006/main" noGrp="1"/>
          </p:cNvSpPr>
          <p:nvPr/>
        </p:nvSpPr>
        <p:spPr>
          <a:xfrm xmlns:a="http://schemas.openxmlformats.org/drawingml/2006/main">
            <a:off x="1428750" y="5238750"/>
            <a:ext cx="933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latin typeface="Calibri"/>
                <a:ea typeface="Calibri"/>
                <a:cs typeface="Calibri"/>
              </a:defRPr>
            </a:pPr>
            <a:r>
              <a:rPr sz="1650" b="1">
                <a:solidFill>
                  <a:srgbClr val="10B981"/>
                </a:solidFill>
                <a:latin typeface="Calibri"/>
                <a:ea typeface="Calibri"/>
                <a:cs typeface="Calibri"/>
              </a:rPr>
              <a:t>Each factor answers: “how much does this local step affect the next one?”</a:t>
            </a:r>
          </a:p>
        </p:txBody>
      </p:sp>
    </p:spTree>
    <p:extLst>
      <p:ext uri="{BB962C8B-B14F-4D97-AF65-F5344CB8AC3E}">
        <p14:creationId xmlns:p14="http://schemas.microsoft.com/office/powerpoint/2010/main" val="1831898436"/>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1815D4C5-D159-46EB-B371-2F26F77C337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Backpropagation</a:t>
            </a:r>
          </a:p>
        </p:txBody>
      </p:sp>
      <p:sp>
        <p:nvSpPr>
          <p:cNvPr id="2" name="">
            <a:extLst xmlns:a="http://schemas.openxmlformats.org/drawingml/2006/main">
              <a:ext uri="{FF2B5EF4-FFF2-40B4-BE49-F238E27FC236}">
                <a16:creationId xmlns:a16="http://schemas.microsoft.com/office/drawing/2014/main" id="{B471E800-54B8-47E3-BA96-F93C672C3B07}"/>
              </a:ext>
            </a:extLst>
          </p:cNvPr>
          <p:cNvSpPr>
            <a:spLocks xmlns:a="http://schemas.openxmlformats.org/drawingml/2006/main" noGrp="1"/>
          </p:cNvSpPr>
          <p:nvPr/>
        </p:nvSpPr>
        <p:spPr>
          <a:xfrm xmlns:a="http://schemas.openxmlformats.org/drawingml/2006/main">
            <a:off x="609600" y="59055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latin typeface="Calibri"/>
                <a:ea typeface="Calibri"/>
                <a:cs typeface="Calibri"/>
              </a:defRPr>
            </a:pPr>
            <a:r>
              <a:rPr sz="3000" b="1">
                <a:solidFill>
                  <a:srgbClr val="0B0F19"/>
                </a:solidFill>
                <a:latin typeface="Calibri"/>
                <a:ea typeface="Calibri"/>
                <a:cs typeface="Calibri"/>
              </a:rPr>
              <a:t>Backpropagation reuses the chain rule</a:t>
            </a:r>
          </a:p>
        </p:txBody>
      </p:sp>
      <p:sp>
        <p:nvSpPr>
          <p:cNvPr id="3" name="">
            <a:extLst xmlns:a="http://schemas.openxmlformats.org/drawingml/2006/main">
              <a:ext uri="{FF2B5EF4-FFF2-40B4-BE49-F238E27FC236}">
                <a16:creationId xmlns:a16="http://schemas.microsoft.com/office/drawing/2014/main" id="{1E3BAD98-0BDD-4A26-9535-39162B00EC4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4" name="">
            <a:extLst xmlns:a="http://schemas.openxmlformats.org/drawingml/2006/main">
              <a:ext uri="{FF2B5EF4-FFF2-40B4-BE49-F238E27FC236}">
                <a16:creationId xmlns:a16="http://schemas.microsoft.com/office/drawing/2014/main" id="{2E5F96D3-636A-48B3-983C-5CA8BB0D6F33}"/>
              </a:ext>
            </a:extLst>
          </p:cNvPr>
          <p:cNvSpPr>
            <a:spLocks xmlns:a="http://schemas.openxmlformats.org/drawingml/2006/main" noGrp="1"/>
          </p:cNvSpPr>
          <p:nvPr/>
        </p:nvSpPr>
        <p:spPr>
          <a:xfrm xmlns:a="http://schemas.openxmlformats.org/drawingml/2006/main">
            <a:off x="1333500" y="1714500"/>
            <a:ext cx="9525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latin typeface="Calibri"/>
                <a:ea typeface="Calibri"/>
                <a:cs typeface="Calibri"/>
              </a:defRPr>
            </a:pPr>
            <a:r>
              <a:rPr sz="2100" b="1">
                <a:solidFill>
                  <a:srgbClr val="2563EB"/>
                </a:solidFill>
                <a:latin typeface="Calibri"/>
                <a:ea typeface="Calibri"/>
                <a:cs typeface="Calibri"/>
              </a:rPr>
              <a:t>Forward computes values; backward computes gradients</a:t>
            </a:r>
          </a:p>
        </p:txBody>
      </p:sp>
      <p:sp>
        <p:nvSpPr>
          <p:cNvPr id="5" name="">
            <a:extLst xmlns:a="http://schemas.openxmlformats.org/drawingml/2006/main">
              <a:ext uri="{FF2B5EF4-FFF2-40B4-BE49-F238E27FC236}">
                <a16:creationId xmlns:a16="http://schemas.microsoft.com/office/drawing/2014/main" id="{1901D557-9EE2-47CA-B187-CCA8E09F0A0D}"/>
              </a:ext>
            </a:extLst>
          </p:cNvPr>
          <p:cNvSpPr>
            <a:spLocks xmlns:a="http://schemas.openxmlformats.org/drawingml/2006/main" noGrp="1"/>
          </p:cNvSpPr>
          <p:nvPr/>
        </p:nvSpPr>
        <p:spPr>
          <a:xfrm xmlns:a="http://schemas.openxmlformats.org/drawingml/2006/main">
            <a:off x="1666875" y="2762250"/>
            <a:ext cx="1333500"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latin typeface="Calibri"/>
                <a:ea typeface="Calibri"/>
                <a:cs typeface="Calibri"/>
              </a:defRPr>
            </a:pPr>
            <a:r>
              <a:rPr sz="1650" b="1">
                <a:solidFill>
                  <a:srgbClr val="0B0F19"/>
                </a:solidFill>
                <a:latin typeface="Calibri"/>
                <a:ea typeface="Calibri"/>
                <a:cs typeface="Calibri"/>
              </a:rPr>
              <a:t>input</a:t>
            </a:r>
          </a:p>
        </p:txBody>
      </p:sp>
      <p:sp>
        <p:nvSpPr>
          <p:cNvPr id="6" name="">
            <a:extLst xmlns:a="http://schemas.openxmlformats.org/drawingml/2006/main">
              <a:ext uri="{FF2B5EF4-FFF2-40B4-BE49-F238E27FC236}">
                <a16:creationId xmlns:a16="http://schemas.microsoft.com/office/drawing/2014/main" id="{59FF92FF-9356-4263-B201-E1BE06088928}"/>
              </a:ext>
            </a:extLst>
          </p:cNvPr>
          <p:cNvSpPr>
            <a:spLocks xmlns:a="http://schemas.openxmlformats.org/drawingml/2006/main" noGrp="1"/>
          </p:cNvSpPr>
          <p:nvPr/>
        </p:nvSpPr>
        <p:spPr>
          <a:xfrm xmlns:a="http://schemas.openxmlformats.org/drawingml/2006/main">
            <a:off x="3048000" y="2886075"/>
            <a:ext cx="571500" cy="40005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sp>
      <p:sp>
        <p:nvSpPr>
          <p:cNvPr id="7" name="">
            <a:extLst xmlns:a="http://schemas.openxmlformats.org/drawingml/2006/main">
              <a:ext uri="{FF2B5EF4-FFF2-40B4-BE49-F238E27FC236}">
                <a16:creationId xmlns:a16="http://schemas.microsoft.com/office/drawing/2014/main" id="{95D25B15-9D17-4212-A6F6-D6848D08A6F8}"/>
              </a:ext>
            </a:extLst>
          </p:cNvPr>
          <p:cNvSpPr>
            <a:spLocks xmlns:a="http://schemas.openxmlformats.org/drawingml/2006/main" noGrp="1"/>
          </p:cNvSpPr>
          <p:nvPr/>
        </p:nvSpPr>
        <p:spPr>
          <a:xfrm xmlns:a="http://schemas.openxmlformats.org/drawingml/2006/main">
            <a:off x="3714750" y="2762250"/>
            <a:ext cx="1333500"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latin typeface="Calibri"/>
                <a:ea typeface="Calibri"/>
                <a:cs typeface="Calibri"/>
              </a:defRPr>
            </a:pPr>
            <a:r>
              <a:rPr sz="1650" b="1">
                <a:solidFill>
                  <a:srgbClr val="0B0F19"/>
                </a:solidFill>
                <a:latin typeface="Calibri"/>
                <a:ea typeface="Calibri"/>
                <a:cs typeface="Calibri"/>
              </a:rPr>
              <a:t>hidden 1</a:t>
            </a:r>
          </a:p>
        </p:txBody>
      </p:sp>
      <p:sp>
        <p:nvSpPr>
          <p:cNvPr id="8" name="">
            <a:extLst xmlns:a="http://schemas.openxmlformats.org/drawingml/2006/main">
              <a:ext uri="{FF2B5EF4-FFF2-40B4-BE49-F238E27FC236}">
                <a16:creationId xmlns:a16="http://schemas.microsoft.com/office/drawing/2014/main" id="{B01D033E-9422-4E79-BD54-9440ED89F771}"/>
              </a:ext>
            </a:extLst>
          </p:cNvPr>
          <p:cNvSpPr>
            <a:spLocks xmlns:a="http://schemas.openxmlformats.org/drawingml/2006/main" noGrp="1"/>
          </p:cNvSpPr>
          <p:nvPr/>
        </p:nvSpPr>
        <p:spPr>
          <a:xfrm xmlns:a="http://schemas.openxmlformats.org/drawingml/2006/main">
            <a:off x="5095875" y="2886075"/>
            <a:ext cx="571500" cy="40005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sp>
      <p:sp>
        <p:nvSpPr>
          <p:cNvPr id="9" name="">
            <a:extLst xmlns:a="http://schemas.openxmlformats.org/drawingml/2006/main">
              <a:ext uri="{FF2B5EF4-FFF2-40B4-BE49-F238E27FC236}">
                <a16:creationId xmlns:a16="http://schemas.microsoft.com/office/drawing/2014/main" id="{0692F139-E44F-4233-881B-F1FDFD8CBCF2}"/>
              </a:ext>
            </a:extLst>
          </p:cNvPr>
          <p:cNvSpPr>
            <a:spLocks xmlns:a="http://schemas.openxmlformats.org/drawingml/2006/main" noGrp="1"/>
          </p:cNvSpPr>
          <p:nvPr/>
        </p:nvSpPr>
        <p:spPr>
          <a:xfrm xmlns:a="http://schemas.openxmlformats.org/drawingml/2006/main">
            <a:off x="5762625" y="2762250"/>
            <a:ext cx="1333500"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latin typeface="Calibri"/>
                <a:ea typeface="Calibri"/>
                <a:cs typeface="Calibri"/>
              </a:defRPr>
            </a:pPr>
            <a:r>
              <a:rPr sz="1650" b="1">
                <a:solidFill>
                  <a:srgbClr val="0B0F19"/>
                </a:solidFill>
                <a:latin typeface="Calibri"/>
                <a:ea typeface="Calibri"/>
                <a:cs typeface="Calibri"/>
              </a:rPr>
              <a:t>hidden 2</a:t>
            </a:r>
          </a:p>
        </p:txBody>
      </p:sp>
      <p:sp>
        <p:nvSpPr>
          <p:cNvPr id="10" name="">
            <a:extLst xmlns:a="http://schemas.openxmlformats.org/drawingml/2006/main">
              <a:ext uri="{FF2B5EF4-FFF2-40B4-BE49-F238E27FC236}">
                <a16:creationId xmlns:a16="http://schemas.microsoft.com/office/drawing/2014/main" id="{8E1C6960-7B72-45EC-83D7-9C127E6D1835}"/>
              </a:ext>
            </a:extLst>
          </p:cNvPr>
          <p:cNvSpPr>
            <a:spLocks xmlns:a="http://schemas.openxmlformats.org/drawingml/2006/main" noGrp="1"/>
          </p:cNvSpPr>
          <p:nvPr/>
        </p:nvSpPr>
        <p:spPr>
          <a:xfrm xmlns:a="http://schemas.openxmlformats.org/drawingml/2006/main">
            <a:off x="7143750" y="2886075"/>
            <a:ext cx="571500" cy="40005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sp>
      <p:sp>
        <p:nvSpPr>
          <p:cNvPr id="11" name="">
            <a:extLst xmlns:a="http://schemas.openxmlformats.org/drawingml/2006/main">
              <a:ext uri="{FF2B5EF4-FFF2-40B4-BE49-F238E27FC236}">
                <a16:creationId xmlns:a16="http://schemas.microsoft.com/office/drawing/2014/main" id="{DA141D27-0750-44AB-AF10-65FCC641D583}"/>
              </a:ext>
            </a:extLst>
          </p:cNvPr>
          <p:cNvSpPr>
            <a:spLocks xmlns:a="http://schemas.openxmlformats.org/drawingml/2006/main" noGrp="1"/>
          </p:cNvSpPr>
          <p:nvPr/>
        </p:nvSpPr>
        <p:spPr>
          <a:xfrm xmlns:a="http://schemas.openxmlformats.org/drawingml/2006/main">
            <a:off x="7810500" y="2762250"/>
            <a:ext cx="1333500"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latin typeface="Calibri"/>
                <a:ea typeface="Calibri"/>
                <a:cs typeface="Calibri"/>
              </a:defRPr>
            </a:pPr>
            <a:r>
              <a:rPr sz="1650" b="1">
                <a:solidFill>
                  <a:srgbClr val="0B0F19"/>
                </a:solidFill>
                <a:latin typeface="Calibri"/>
                <a:ea typeface="Calibri"/>
                <a:cs typeface="Calibri"/>
              </a:rPr>
              <a:t>output</a:t>
            </a:r>
          </a:p>
        </p:txBody>
      </p:sp>
      <p:sp>
        <p:nvSpPr>
          <p:cNvPr id="12" name="">
            <a:extLst xmlns:a="http://schemas.openxmlformats.org/drawingml/2006/main">
              <a:ext uri="{FF2B5EF4-FFF2-40B4-BE49-F238E27FC236}">
                <a16:creationId xmlns:a16="http://schemas.microsoft.com/office/drawing/2014/main" id="{82F2D29C-7968-46FF-8E46-91A62D8A500B}"/>
              </a:ext>
            </a:extLst>
          </p:cNvPr>
          <p:cNvSpPr>
            <a:spLocks xmlns:a="http://schemas.openxmlformats.org/drawingml/2006/main" noGrp="1"/>
          </p:cNvSpPr>
          <p:nvPr/>
        </p:nvSpPr>
        <p:spPr>
          <a:xfrm xmlns:a="http://schemas.openxmlformats.org/drawingml/2006/main">
            <a:off x="9191625" y="2886075"/>
            <a:ext cx="571500" cy="40005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sp>
      <p:sp>
        <p:nvSpPr>
          <p:cNvPr id="13" name="">
            <a:extLst xmlns:a="http://schemas.openxmlformats.org/drawingml/2006/main">
              <a:ext uri="{FF2B5EF4-FFF2-40B4-BE49-F238E27FC236}">
                <a16:creationId xmlns:a16="http://schemas.microsoft.com/office/drawing/2014/main" id="{798D9C80-1F3E-4FC2-BE04-95F9E60D0A65}"/>
              </a:ext>
            </a:extLst>
          </p:cNvPr>
          <p:cNvSpPr>
            <a:spLocks xmlns:a="http://schemas.openxmlformats.org/drawingml/2006/main" noGrp="1"/>
          </p:cNvSpPr>
          <p:nvPr/>
        </p:nvSpPr>
        <p:spPr>
          <a:xfrm xmlns:a="http://schemas.openxmlformats.org/drawingml/2006/main">
            <a:off x="9858375" y="2762250"/>
            <a:ext cx="1333500" cy="647700"/>
          </a:xfrm>
          <a:prstGeom xmlns:a="http://schemas.openxmlformats.org/drawingml/2006/main" prst="roundRect">
            <a:avLst>
              <a:gd name="adj" fmla="val 17647"/>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latin typeface="Calibri"/>
                <a:ea typeface="Calibri"/>
                <a:cs typeface="Calibri"/>
              </a:defRPr>
            </a:pPr>
            <a:r>
              <a:rPr sz="1650" b="1">
                <a:solidFill>
                  <a:srgbClr val="EF4444"/>
                </a:solidFill>
                <a:latin typeface="Calibri"/>
                <a:ea typeface="Calibri"/>
                <a:cs typeface="Calibri"/>
              </a:rPr>
              <a:t>loss</a:t>
            </a:r>
          </a:p>
        </p:txBody>
      </p:sp>
      <p:sp>
        <p:nvSpPr>
          <p:cNvPr id="14" name="">
            <a:extLst xmlns:a="http://schemas.openxmlformats.org/drawingml/2006/main">
              <a:ext uri="{FF2B5EF4-FFF2-40B4-BE49-F238E27FC236}">
                <a16:creationId xmlns:a16="http://schemas.microsoft.com/office/drawing/2014/main" id="{E2EA8B6B-F375-4ABF-9AC3-C3093CA06779}"/>
              </a:ext>
            </a:extLst>
          </p:cNvPr>
          <p:cNvSpPr>
            <a:spLocks xmlns:a="http://schemas.openxmlformats.org/drawingml/2006/main" noGrp="1"/>
          </p:cNvSpPr>
          <p:nvPr/>
        </p:nvSpPr>
        <p:spPr>
          <a:xfrm xmlns:a="http://schemas.openxmlformats.org/drawingml/2006/main">
            <a:off x="4810125" y="2333625"/>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25" b="1">
                <a:solidFill>
                  <a:srgbClr val="2563EB"/>
                </a:solidFill>
                <a:latin typeface="Calibri"/>
                <a:ea typeface="Calibri"/>
                <a:cs typeface="Calibri"/>
              </a:defRPr>
            </a:pPr>
            <a:r>
              <a:rPr sz="1725" b="1">
                <a:solidFill>
                  <a:srgbClr val="2563EB"/>
                </a:solidFill>
                <a:latin typeface="Calibri"/>
                <a:ea typeface="Calibri"/>
                <a:cs typeface="Calibri"/>
              </a:rPr>
              <a:t>forward pass</a:t>
            </a:r>
          </a:p>
        </p:txBody>
      </p:sp>
      <p:sp>
        <p:nvSpPr>
          <p:cNvPr id="15" name="">
            <a:extLst xmlns:a="http://schemas.openxmlformats.org/drawingml/2006/main">
              <a:ext uri="{FF2B5EF4-FFF2-40B4-BE49-F238E27FC236}">
                <a16:creationId xmlns:a16="http://schemas.microsoft.com/office/drawing/2014/main" id="{4043A011-53CE-4883-96D4-0313E2D16006}"/>
              </a:ext>
            </a:extLst>
          </p:cNvPr>
          <p:cNvSpPr>
            <a:spLocks xmlns:a="http://schemas.openxmlformats.org/drawingml/2006/main" noGrp="1"/>
          </p:cNvSpPr>
          <p:nvPr/>
        </p:nvSpPr>
        <p:spPr>
          <a:xfrm xmlns:a="http://schemas.openxmlformats.org/drawingml/2006/main">
            <a:off x="7953375" y="3905250"/>
            <a:ext cx="1000125" cy="400050"/>
          </a:xfrm>
          <a:prstGeom xmlns:a="http://schemas.openxmlformats.org/drawingml/2006/main" prst="leftArrow">
            <a:avLst/>
          </a:prstGeom>
          <a:solidFill xmlns:a="http://schemas.openxmlformats.org/drawingml/2006/main">
            <a:srgbClr val="FEE2E2"/>
          </a:solidFill>
          <a:ln xmlns:a="http://schemas.openxmlformats.org/drawingml/2006/main" w="14288">
            <a:solidFill>
              <a:srgbClr val="EF4444"/>
            </a:solidFill>
            <a:prstDash val="solid"/>
          </a:ln>
        </p:spPr>
      </p:sp>
      <p:sp>
        <p:nvSpPr>
          <p:cNvPr id="16" name="">
            <a:extLst xmlns:a="http://schemas.openxmlformats.org/drawingml/2006/main">
              <a:ext uri="{FF2B5EF4-FFF2-40B4-BE49-F238E27FC236}">
                <a16:creationId xmlns:a16="http://schemas.microsoft.com/office/drawing/2014/main" id="{C7A4699E-6EAD-42E7-95E6-F42CBEAF79AD}"/>
              </a:ext>
            </a:extLst>
          </p:cNvPr>
          <p:cNvSpPr>
            <a:spLocks xmlns:a="http://schemas.openxmlformats.org/drawingml/2006/main" noGrp="1"/>
          </p:cNvSpPr>
          <p:nvPr/>
        </p:nvSpPr>
        <p:spPr>
          <a:xfrm xmlns:a="http://schemas.openxmlformats.org/drawingml/2006/main">
            <a:off x="5905500" y="3905250"/>
            <a:ext cx="1000125" cy="400050"/>
          </a:xfrm>
          <a:prstGeom xmlns:a="http://schemas.openxmlformats.org/drawingml/2006/main" prst="leftArrow">
            <a:avLst/>
          </a:prstGeom>
          <a:solidFill xmlns:a="http://schemas.openxmlformats.org/drawingml/2006/main">
            <a:srgbClr val="FEE2E2"/>
          </a:solidFill>
          <a:ln xmlns:a="http://schemas.openxmlformats.org/drawingml/2006/main" w="14288">
            <a:solidFill>
              <a:srgbClr val="EF4444"/>
            </a:solidFill>
            <a:prstDash val="solid"/>
          </a:ln>
        </p:spPr>
      </p:sp>
      <p:sp>
        <p:nvSpPr>
          <p:cNvPr id="17" name="">
            <a:extLst xmlns:a="http://schemas.openxmlformats.org/drawingml/2006/main">
              <a:ext uri="{FF2B5EF4-FFF2-40B4-BE49-F238E27FC236}">
                <a16:creationId xmlns:a16="http://schemas.microsoft.com/office/drawing/2014/main" id="{16ED7F5B-9BAA-4C5B-A2FF-2A6929D7FBC7}"/>
              </a:ext>
            </a:extLst>
          </p:cNvPr>
          <p:cNvSpPr>
            <a:spLocks xmlns:a="http://schemas.openxmlformats.org/drawingml/2006/main" noGrp="1"/>
          </p:cNvSpPr>
          <p:nvPr/>
        </p:nvSpPr>
        <p:spPr>
          <a:xfrm xmlns:a="http://schemas.openxmlformats.org/drawingml/2006/main">
            <a:off x="3857625" y="3905250"/>
            <a:ext cx="1000125" cy="400050"/>
          </a:xfrm>
          <a:prstGeom xmlns:a="http://schemas.openxmlformats.org/drawingml/2006/main" prst="leftArrow">
            <a:avLst/>
          </a:prstGeom>
          <a:solidFill xmlns:a="http://schemas.openxmlformats.org/drawingml/2006/main">
            <a:srgbClr val="FEE2E2"/>
          </a:solidFill>
          <a:ln xmlns:a="http://schemas.openxmlformats.org/drawingml/2006/main" w="14288">
            <a:solidFill>
              <a:srgbClr val="EF4444"/>
            </a:solidFill>
            <a:prstDash val="solid"/>
          </a:ln>
        </p:spPr>
      </p:sp>
      <p:sp>
        <p:nvSpPr>
          <p:cNvPr id="18" name="">
            <a:extLst xmlns:a="http://schemas.openxmlformats.org/drawingml/2006/main">
              <a:ext uri="{FF2B5EF4-FFF2-40B4-BE49-F238E27FC236}">
                <a16:creationId xmlns:a16="http://schemas.microsoft.com/office/drawing/2014/main" id="{10D746E8-CD99-49C6-907D-3D6EF9FF3D2E}"/>
              </a:ext>
            </a:extLst>
          </p:cNvPr>
          <p:cNvSpPr>
            <a:spLocks xmlns:a="http://schemas.openxmlformats.org/drawingml/2006/main" noGrp="1"/>
          </p:cNvSpPr>
          <p:nvPr/>
        </p:nvSpPr>
        <p:spPr>
          <a:xfrm xmlns:a="http://schemas.openxmlformats.org/drawingml/2006/main">
            <a:off x="1809750" y="3905250"/>
            <a:ext cx="1000125" cy="400050"/>
          </a:xfrm>
          <a:prstGeom xmlns:a="http://schemas.openxmlformats.org/drawingml/2006/main" prst="leftArrow">
            <a:avLst/>
          </a:prstGeom>
          <a:solidFill xmlns:a="http://schemas.openxmlformats.org/drawingml/2006/main">
            <a:srgbClr val="FEE2E2"/>
          </a:solidFill>
          <a:ln xmlns:a="http://schemas.openxmlformats.org/drawingml/2006/main" w="14288">
            <a:solidFill>
              <a:srgbClr val="EF4444"/>
            </a:solidFill>
            <a:prstDash val="solid"/>
          </a:ln>
        </p:spPr>
      </p:sp>
      <p:sp>
        <p:nvSpPr>
          <p:cNvPr id="19" name="">
            <a:extLst xmlns:a="http://schemas.openxmlformats.org/drawingml/2006/main">
              <a:ext uri="{FF2B5EF4-FFF2-40B4-BE49-F238E27FC236}">
                <a16:creationId xmlns:a16="http://schemas.microsoft.com/office/drawing/2014/main" id="{2D6FEF38-0695-4434-9018-0BFA9BD06EB0}"/>
              </a:ext>
            </a:extLst>
          </p:cNvPr>
          <p:cNvSpPr>
            <a:spLocks xmlns:a="http://schemas.openxmlformats.org/drawingml/2006/main" noGrp="1"/>
          </p:cNvSpPr>
          <p:nvPr/>
        </p:nvSpPr>
        <p:spPr>
          <a:xfrm xmlns:a="http://schemas.openxmlformats.org/drawingml/2006/main">
            <a:off x="2476500" y="4476750"/>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25" b="1">
                <a:solidFill>
                  <a:srgbClr val="EF4444"/>
                </a:solidFill>
                <a:latin typeface="Calibri"/>
                <a:ea typeface="Calibri"/>
                <a:cs typeface="Calibri"/>
              </a:defRPr>
            </a:pPr>
            <a:r>
              <a:rPr sz="1725" b="1">
                <a:solidFill>
                  <a:srgbClr val="EF4444"/>
                </a:solidFill>
                <a:latin typeface="Calibri"/>
                <a:ea typeface="Calibri"/>
                <a:cs typeface="Calibri"/>
              </a:rPr>
              <a:t>backward pass: upstream gradient × local derivative</a:t>
            </a:r>
          </a:p>
        </p:txBody>
      </p:sp>
      <p:sp>
        <p:nvSpPr>
          <p:cNvPr id="20" name="">
            <a:extLst xmlns:a="http://schemas.openxmlformats.org/drawingml/2006/main">
              <a:ext uri="{FF2B5EF4-FFF2-40B4-BE49-F238E27FC236}">
                <a16:creationId xmlns:a16="http://schemas.microsoft.com/office/drawing/2014/main" id="{D85F8D7A-7C48-4E85-A294-764BE7815D2C}"/>
              </a:ext>
            </a:extLst>
          </p:cNvPr>
          <p:cNvSpPr>
            <a:spLocks xmlns:a="http://schemas.openxmlformats.org/drawingml/2006/main" noGrp="1"/>
          </p:cNvSpPr>
          <p:nvPr/>
        </p:nvSpPr>
        <p:spPr>
          <a:xfrm xmlns:a="http://schemas.openxmlformats.org/drawingml/2006/main">
            <a:off x="3286125" y="5095875"/>
            <a:ext cx="5619750" cy="552450"/>
          </a:xfrm>
          <a:prstGeom xmlns:a="http://schemas.openxmlformats.org/drawingml/2006/main" prst="roundRect">
            <a:avLst>
              <a:gd name="adj" fmla="val 20690"/>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75" b="1">
                <a:solidFill>
                  <a:srgbClr val="F97316"/>
                </a:solidFill>
                <a:latin typeface="Calibri"/>
                <a:ea typeface="Calibri"/>
                <a:cs typeface="Calibri"/>
              </a:defRPr>
            </a:pPr>
            <a:r>
              <a:rPr sz="1875" b="1">
                <a:solidFill>
                  <a:srgbClr val="F97316"/>
                </a:solidFill>
                <a:latin typeface="Calibri"/>
                <a:ea typeface="Calibri"/>
                <a:cs typeface="Calibri"/>
              </a:rPr>
              <a:t>update:  w ← w − η · ∂L/∂w</a:t>
            </a:r>
          </a:p>
        </p:txBody>
      </p:sp>
    </p:spTree>
    <p:extLst>
      <p:ext uri="{BB962C8B-B14F-4D97-AF65-F5344CB8AC3E}">
        <p14:creationId xmlns:p14="http://schemas.microsoft.com/office/powerpoint/2010/main" val="515185069"/>
      </p:ext>
    </p:extLst>
  </p:cSld>
</p:sld>
</file>

<file path=ppt/slides/slide2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1151312" name="Rectangle 1140395191">
            <a:extLst xmlns:a="http://schemas.openxmlformats.org/drawingml/2006/main">
              <a:ext uri="{FF2B5EF4-FFF2-40B4-BE49-F238E27FC236}">
                <a16:creationId xmlns:a16="http://schemas.microsoft.com/office/drawing/2014/main" id="{39F4C4B3-7880-4141-889A-24DC7626011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Parallel math</a:t>
            </a:r>
          </a:p>
        </p:txBody>
      </p:sp>
      <p:sp>
        <p:nvSpPr>
          <p:cNvPr id="1165391211" name="Rectangle 12279108">
            <a:extLst xmlns:a="http://schemas.openxmlformats.org/drawingml/2006/main">
              <a:ext uri="{FF2B5EF4-FFF2-40B4-BE49-F238E27FC236}">
                <a16:creationId xmlns:a16="http://schemas.microsoft.com/office/drawing/2014/main" id="{7900B74C-AAEE-4BE3-9E8A-1FDB4B035D8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Matrices move many numbers at once</a:t>
            </a:r>
          </a:p>
        </p:txBody>
      </p:sp>
      <p:sp>
        <p:nvSpPr>
          <p:cNvPr id="1214310346" name="Rectangle: Rounded Corners 647673023">
            <a:extLst xmlns:a="http://schemas.openxmlformats.org/drawingml/2006/main">
              <a:ext uri="{FF2B5EF4-FFF2-40B4-BE49-F238E27FC236}">
                <a16:creationId xmlns:a16="http://schemas.microsoft.com/office/drawing/2014/main" id="{9DF11EBA-F8F2-4DC0-8755-B3D62FBFCA9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23933787" name="Rectangle: Rounded Corners 1145830069">
            <a:extLst xmlns:a="http://schemas.openxmlformats.org/drawingml/2006/main">
              <a:ext uri="{FF2B5EF4-FFF2-40B4-BE49-F238E27FC236}">
                <a16:creationId xmlns:a16="http://schemas.microsoft.com/office/drawing/2014/main" id="{F6EC9502-3F28-41EA-8509-35C9F342DC88}"/>
              </a:ext>
            </a:extLst>
          </p:cNvPr>
          <p:cNvSpPr>
            <a:spLocks xmlns:a="http://schemas.openxmlformats.org/drawingml/2006/main" noGrp="1"/>
          </p:cNvSpPr>
          <p:nvPr/>
        </p:nvSpPr>
        <p:spPr>
          <a:xfrm xmlns:a="http://schemas.openxmlformats.org/drawingml/2006/main">
            <a:off x="2000250" y="24288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61118298" name="Rectangle: Rounded Corners 452150447">
            <a:extLst xmlns:a="http://schemas.openxmlformats.org/drawingml/2006/main">
              <a:ext uri="{FF2B5EF4-FFF2-40B4-BE49-F238E27FC236}">
                <a16:creationId xmlns:a16="http://schemas.microsoft.com/office/drawing/2014/main" id="{C655C4F1-ACEA-4122-93C2-F1476548C63D}"/>
              </a:ext>
            </a:extLst>
          </p:cNvPr>
          <p:cNvSpPr>
            <a:spLocks xmlns:a="http://schemas.openxmlformats.org/drawingml/2006/main" noGrp="1"/>
          </p:cNvSpPr>
          <p:nvPr/>
        </p:nvSpPr>
        <p:spPr>
          <a:xfrm xmlns:a="http://schemas.openxmlformats.org/drawingml/2006/main">
            <a:off x="2400300" y="24288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695565" name="Rectangle: Rounded Corners 659401501">
            <a:extLst xmlns:a="http://schemas.openxmlformats.org/drawingml/2006/main">
              <a:ext uri="{FF2B5EF4-FFF2-40B4-BE49-F238E27FC236}">
                <a16:creationId xmlns:a16="http://schemas.microsoft.com/office/drawing/2014/main" id="{91C11193-B345-4B3A-BA87-741F28C7ABBC}"/>
              </a:ext>
            </a:extLst>
          </p:cNvPr>
          <p:cNvSpPr>
            <a:spLocks xmlns:a="http://schemas.openxmlformats.org/drawingml/2006/main" noGrp="1"/>
          </p:cNvSpPr>
          <p:nvPr/>
        </p:nvSpPr>
        <p:spPr>
          <a:xfrm xmlns:a="http://schemas.openxmlformats.org/drawingml/2006/main">
            <a:off x="2800350" y="24288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85164937" name="Rectangle: Rounded Corners 945312809">
            <a:extLst xmlns:a="http://schemas.openxmlformats.org/drawingml/2006/main">
              <a:ext uri="{FF2B5EF4-FFF2-40B4-BE49-F238E27FC236}">
                <a16:creationId xmlns:a16="http://schemas.microsoft.com/office/drawing/2014/main" id="{00E399C4-01F0-4AA6-8F17-AEDC0D90586D}"/>
              </a:ext>
            </a:extLst>
          </p:cNvPr>
          <p:cNvSpPr>
            <a:spLocks xmlns:a="http://schemas.openxmlformats.org/drawingml/2006/main" noGrp="1"/>
          </p:cNvSpPr>
          <p:nvPr/>
        </p:nvSpPr>
        <p:spPr>
          <a:xfrm xmlns:a="http://schemas.openxmlformats.org/drawingml/2006/main">
            <a:off x="2000250" y="28289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29299358" name="Rectangle: Rounded Corners 825399562">
            <a:extLst xmlns:a="http://schemas.openxmlformats.org/drawingml/2006/main">
              <a:ext uri="{FF2B5EF4-FFF2-40B4-BE49-F238E27FC236}">
                <a16:creationId xmlns:a16="http://schemas.microsoft.com/office/drawing/2014/main" id="{7BFF8674-BC62-4B77-B2B7-E42081048AA6}"/>
              </a:ext>
            </a:extLst>
          </p:cNvPr>
          <p:cNvSpPr>
            <a:spLocks xmlns:a="http://schemas.openxmlformats.org/drawingml/2006/main" noGrp="1"/>
          </p:cNvSpPr>
          <p:nvPr/>
        </p:nvSpPr>
        <p:spPr>
          <a:xfrm xmlns:a="http://schemas.openxmlformats.org/drawingml/2006/main">
            <a:off x="2400300" y="28289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18847637" name="Rectangle: Rounded Corners 940932630">
            <a:extLst xmlns:a="http://schemas.openxmlformats.org/drawingml/2006/main">
              <a:ext uri="{FF2B5EF4-FFF2-40B4-BE49-F238E27FC236}">
                <a16:creationId xmlns:a16="http://schemas.microsoft.com/office/drawing/2014/main" id="{0BE55E67-771B-41FC-AF3B-50FE39210EE7}"/>
              </a:ext>
            </a:extLst>
          </p:cNvPr>
          <p:cNvSpPr>
            <a:spLocks xmlns:a="http://schemas.openxmlformats.org/drawingml/2006/main" noGrp="1"/>
          </p:cNvSpPr>
          <p:nvPr/>
        </p:nvSpPr>
        <p:spPr>
          <a:xfrm xmlns:a="http://schemas.openxmlformats.org/drawingml/2006/main">
            <a:off x="2800350" y="28289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12434942" name="Rectangle: Rounded Corners 92492071">
            <a:extLst xmlns:a="http://schemas.openxmlformats.org/drawingml/2006/main">
              <a:ext uri="{FF2B5EF4-FFF2-40B4-BE49-F238E27FC236}">
                <a16:creationId xmlns:a16="http://schemas.microsoft.com/office/drawing/2014/main" id="{AD004483-582B-4514-89D3-1F17A8ADA39F}"/>
              </a:ext>
            </a:extLst>
          </p:cNvPr>
          <p:cNvSpPr>
            <a:spLocks xmlns:a="http://schemas.openxmlformats.org/drawingml/2006/main" noGrp="1"/>
          </p:cNvSpPr>
          <p:nvPr/>
        </p:nvSpPr>
        <p:spPr>
          <a:xfrm xmlns:a="http://schemas.openxmlformats.org/drawingml/2006/main">
            <a:off x="2000250" y="32289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88179080" name="Rectangle: Rounded Corners 1671063484">
            <a:extLst xmlns:a="http://schemas.openxmlformats.org/drawingml/2006/main">
              <a:ext uri="{FF2B5EF4-FFF2-40B4-BE49-F238E27FC236}">
                <a16:creationId xmlns:a16="http://schemas.microsoft.com/office/drawing/2014/main" id="{CF103F96-CC9B-45A6-8D81-69FFD296234A}"/>
              </a:ext>
            </a:extLst>
          </p:cNvPr>
          <p:cNvSpPr>
            <a:spLocks xmlns:a="http://schemas.openxmlformats.org/drawingml/2006/main" noGrp="1"/>
          </p:cNvSpPr>
          <p:nvPr/>
        </p:nvSpPr>
        <p:spPr>
          <a:xfrm xmlns:a="http://schemas.openxmlformats.org/drawingml/2006/main">
            <a:off x="2400300" y="32289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56443793" name="Rectangle: Rounded Corners 1403415364">
            <a:extLst xmlns:a="http://schemas.openxmlformats.org/drawingml/2006/main">
              <a:ext uri="{FF2B5EF4-FFF2-40B4-BE49-F238E27FC236}">
                <a16:creationId xmlns:a16="http://schemas.microsoft.com/office/drawing/2014/main" id="{BC8C6489-AABF-4716-BF3D-199CD8A97993}"/>
              </a:ext>
            </a:extLst>
          </p:cNvPr>
          <p:cNvSpPr>
            <a:spLocks xmlns:a="http://schemas.openxmlformats.org/drawingml/2006/main" noGrp="1"/>
          </p:cNvSpPr>
          <p:nvPr/>
        </p:nvSpPr>
        <p:spPr>
          <a:xfrm xmlns:a="http://schemas.openxmlformats.org/drawingml/2006/main">
            <a:off x="2800350" y="32289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2554439" name="Rectangle: Rounded Corners 920162864">
            <a:extLst xmlns:a="http://schemas.openxmlformats.org/drawingml/2006/main">
              <a:ext uri="{FF2B5EF4-FFF2-40B4-BE49-F238E27FC236}">
                <a16:creationId xmlns:a16="http://schemas.microsoft.com/office/drawing/2014/main" id="{0D9462E7-671D-415A-AA86-3E2C83A25105}"/>
              </a:ext>
            </a:extLst>
          </p:cNvPr>
          <p:cNvSpPr>
            <a:spLocks xmlns:a="http://schemas.openxmlformats.org/drawingml/2006/main" noGrp="1"/>
          </p:cNvSpPr>
          <p:nvPr/>
        </p:nvSpPr>
        <p:spPr>
          <a:xfrm xmlns:a="http://schemas.openxmlformats.org/drawingml/2006/main">
            <a:off x="2000250" y="36290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8975684" name="Rectangle: Rounded Corners 1273965732">
            <a:extLst xmlns:a="http://schemas.openxmlformats.org/drawingml/2006/main">
              <a:ext uri="{FF2B5EF4-FFF2-40B4-BE49-F238E27FC236}">
                <a16:creationId xmlns:a16="http://schemas.microsoft.com/office/drawing/2014/main" id="{FE64F091-08CC-475D-86B7-03933F00A186}"/>
              </a:ext>
            </a:extLst>
          </p:cNvPr>
          <p:cNvSpPr>
            <a:spLocks xmlns:a="http://schemas.openxmlformats.org/drawingml/2006/main" noGrp="1"/>
          </p:cNvSpPr>
          <p:nvPr/>
        </p:nvSpPr>
        <p:spPr>
          <a:xfrm xmlns:a="http://schemas.openxmlformats.org/drawingml/2006/main">
            <a:off x="2400300" y="36290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99343315" name="Rectangle: Rounded Corners 997345786">
            <a:extLst xmlns:a="http://schemas.openxmlformats.org/drawingml/2006/main">
              <a:ext uri="{FF2B5EF4-FFF2-40B4-BE49-F238E27FC236}">
                <a16:creationId xmlns:a16="http://schemas.microsoft.com/office/drawing/2014/main" id="{0167AE57-0014-4EDF-B0BE-602EE4C8086B}"/>
              </a:ext>
            </a:extLst>
          </p:cNvPr>
          <p:cNvSpPr>
            <a:spLocks xmlns:a="http://schemas.openxmlformats.org/drawingml/2006/main" noGrp="1"/>
          </p:cNvSpPr>
          <p:nvPr/>
        </p:nvSpPr>
        <p:spPr>
          <a:xfrm xmlns:a="http://schemas.openxmlformats.org/drawingml/2006/main">
            <a:off x="2800350" y="36290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63264432" name="Rectangle 1860215715">
            <a:extLst xmlns:a="http://schemas.openxmlformats.org/drawingml/2006/main">
              <a:ext uri="{FF2B5EF4-FFF2-40B4-BE49-F238E27FC236}">
                <a16:creationId xmlns:a16="http://schemas.microsoft.com/office/drawing/2014/main" id="{8FF87B87-5389-4B4B-BE93-EAA4AB960677}"/>
              </a:ext>
            </a:extLst>
          </p:cNvPr>
          <p:cNvSpPr>
            <a:spLocks xmlns:a="http://schemas.openxmlformats.org/drawingml/2006/main" noGrp="1"/>
          </p:cNvSpPr>
          <p:nvPr/>
        </p:nvSpPr>
        <p:spPr>
          <a:xfrm xmlns:a="http://schemas.openxmlformats.org/drawingml/2006/main">
            <a:off x="2000250" y="4143375"/>
            <a:ext cx="1200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X</a:t>
            </a:r>
          </a:p>
        </p:txBody>
      </p:sp>
      <p:sp>
        <p:nvSpPr>
          <p:cNvPr id="123680485" name="Rectangle 1776231637">
            <a:extLst xmlns:a="http://schemas.openxmlformats.org/drawingml/2006/main">
              <a:ext uri="{FF2B5EF4-FFF2-40B4-BE49-F238E27FC236}">
                <a16:creationId xmlns:a16="http://schemas.microsoft.com/office/drawing/2014/main" id="{FC179BC5-F071-43F7-B222-C95EAB9A73EE}"/>
              </a:ext>
            </a:extLst>
          </p:cNvPr>
          <p:cNvSpPr>
            <a:spLocks xmlns:a="http://schemas.openxmlformats.org/drawingml/2006/main" noGrp="1"/>
          </p:cNvSpPr>
          <p:nvPr/>
        </p:nvSpPr>
        <p:spPr>
          <a:xfrm xmlns:a="http://schemas.openxmlformats.org/drawingml/2006/main">
            <a:off x="3571875" y="30289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x</a:t>
            </a:r>
          </a:p>
        </p:txBody>
      </p:sp>
      <p:sp>
        <p:nvSpPr>
          <p:cNvPr id="1733522090" name="Rectangle: Rounded Corners 1407817769">
            <a:extLst xmlns:a="http://schemas.openxmlformats.org/drawingml/2006/main">
              <a:ext uri="{FF2B5EF4-FFF2-40B4-BE49-F238E27FC236}">
                <a16:creationId xmlns:a16="http://schemas.microsoft.com/office/drawing/2014/main" id="{03616375-1B76-4E97-AE91-2C7111405B92}"/>
              </a:ext>
            </a:extLst>
          </p:cNvPr>
          <p:cNvSpPr>
            <a:spLocks xmlns:a="http://schemas.openxmlformats.org/drawingml/2006/main" noGrp="1"/>
          </p:cNvSpPr>
          <p:nvPr/>
        </p:nvSpPr>
        <p:spPr>
          <a:xfrm xmlns:a="http://schemas.openxmlformats.org/drawingml/2006/main">
            <a:off x="433387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98559781" name="Rectangle: Rounded Corners 26647180">
            <a:extLst xmlns:a="http://schemas.openxmlformats.org/drawingml/2006/main">
              <a:ext uri="{FF2B5EF4-FFF2-40B4-BE49-F238E27FC236}">
                <a16:creationId xmlns:a16="http://schemas.microsoft.com/office/drawing/2014/main" id="{3BD487AA-37F1-487C-96D6-D8F7B9C42F46}"/>
              </a:ext>
            </a:extLst>
          </p:cNvPr>
          <p:cNvSpPr>
            <a:spLocks xmlns:a="http://schemas.openxmlformats.org/drawingml/2006/main" noGrp="1"/>
          </p:cNvSpPr>
          <p:nvPr/>
        </p:nvSpPr>
        <p:spPr>
          <a:xfrm xmlns:a="http://schemas.openxmlformats.org/drawingml/2006/main">
            <a:off x="473392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6692467" name="Rectangle: Rounded Corners 791552306">
            <a:extLst xmlns:a="http://schemas.openxmlformats.org/drawingml/2006/main">
              <a:ext uri="{FF2B5EF4-FFF2-40B4-BE49-F238E27FC236}">
                <a16:creationId xmlns:a16="http://schemas.microsoft.com/office/drawing/2014/main" id="{9A35F125-8CB8-4F9A-9A2D-1CB409AB8934}"/>
              </a:ext>
            </a:extLst>
          </p:cNvPr>
          <p:cNvSpPr>
            <a:spLocks xmlns:a="http://schemas.openxmlformats.org/drawingml/2006/main" noGrp="1"/>
          </p:cNvSpPr>
          <p:nvPr/>
        </p:nvSpPr>
        <p:spPr>
          <a:xfrm xmlns:a="http://schemas.openxmlformats.org/drawingml/2006/main">
            <a:off x="513397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72257435" name="Rectangle: Rounded Corners 2084589955">
            <a:extLst xmlns:a="http://schemas.openxmlformats.org/drawingml/2006/main">
              <a:ext uri="{FF2B5EF4-FFF2-40B4-BE49-F238E27FC236}">
                <a16:creationId xmlns:a16="http://schemas.microsoft.com/office/drawing/2014/main" id="{AD64A341-1006-4467-9C1F-818C30938A29}"/>
              </a:ext>
            </a:extLst>
          </p:cNvPr>
          <p:cNvSpPr>
            <a:spLocks xmlns:a="http://schemas.openxmlformats.org/drawingml/2006/main" noGrp="1"/>
          </p:cNvSpPr>
          <p:nvPr/>
        </p:nvSpPr>
        <p:spPr>
          <a:xfrm xmlns:a="http://schemas.openxmlformats.org/drawingml/2006/main">
            <a:off x="553402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89331857" name="Rectangle: Rounded Corners 1776304203">
            <a:extLst xmlns:a="http://schemas.openxmlformats.org/drawingml/2006/main">
              <a:ext uri="{FF2B5EF4-FFF2-40B4-BE49-F238E27FC236}">
                <a16:creationId xmlns:a16="http://schemas.microsoft.com/office/drawing/2014/main" id="{4D9B230B-5C51-4EE0-BBD0-F028C8DC3DC9}"/>
              </a:ext>
            </a:extLst>
          </p:cNvPr>
          <p:cNvSpPr>
            <a:spLocks xmlns:a="http://schemas.openxmlformats.org/drawingml/2006/main" noGrp="1"/>
          </p:cNvSpPr>
          <p:nvPr/>
        </p:nvSpPr>
        <p:spPr>
          <a:xfrm xmlns:a="http://schemas.openxmlformats.org/drawingml/2006/main">
            <a:off x="593407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12789113" name="Rectangle: Rounded Corners 1376179567">
            <a:extLst xmlns:a="http://schemas.openxmlformats.org/drawingml/2006/main">
              <a:ext uri="{FF2B5EF4-FFF2-40B4-BE49-F238E27FC236}">
                <a16:creationId xmlns:a16="http://schemas.microsoft.com/office/drawing/2014/main" id="{D95E8BB8-120F-4497-A4D8-7C98DCB0C742}"/>
              </a:ext>
            </a:extLst>
          </p:cNvPr>
          <p:cNvSpPr>
            <a:spLocks xmlns:a="http://schemas.openxmlformats.org/drawingml/2006/main" noGrp="1"/>
          </p:cNvSpPr>
          <p:nvPr/>
        </p:nvSpPr>
        <p:spPr>
          <a:xfrm xmlns:a="http://schemas.openxmlformats.org/drawingml/2006/main">
            <a:off x="433387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0900837" name="Rectangle: Rounded Corners 1139234868">
            <a:extLst xmlns:a="http://schemas.openxmlformats.org/drawingml/2006/main">
              <a:ext uri="{FF2B5EF4-FFF2-40B4-BE49-F238E27FC236}">
                <a16:creationId xmlns:a16="http://schemas.microsoft.com/office/drawing/2014/main" id="{FEEECC1D-37FD-49DB-8377-7D8E079D9266}"/>
              </a:ext>
            </a:extLst>
          </p:cNvPr>
          <p:cNvSpPr>
            <a:spLocks xmlns:a="http://schemas.openxmlformats.org/drawingml/2006/main" noGrp="1"/>
          </p:cNvSpPr>
          <p:nvPr/>
        </p:nvSpPr>
        <p:spPr>
          <a:xfrm xmlns:a="http://schemas.openxmlformats.org/drawingml/2006/main">
            <a:off x="473392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4710806" name="Rectangle: Rounded Corners 241367545">
            <a:extLst xmlns:a="http://schemas.openxmlformats.org/drawingml/2006/main">
              <a:ext uri="{FF2B5EF4-FFF2-40B4-BE49-F238E27FC236}">
                <a16:creationId xmlns:a16="http://schemas.microsoft.com/office/drawing/2014/main" id="{9871C83F-B0A7-4C0D-96D4-4C677F0D8DE5}"/>
              </a:ext>
            </a:extLst>
          </p:cNvPr>
          <p:cNvSpPr>
            <a:spLocks xmlns:a="http://schemas.openxmlformats.org/drawingml/2006/main" noGrp="1"/>
          </p:cNvSpPr>
          <p:nvPr/>
        </p:nvSpPr>
        <p:spPr>
          <a:xfrm xmlns:a="http://schemas.openxmlformats.org/drawingml/2006/main">
            <a:off x="513397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26424562" name="Rectangle: Rounded Corners 88548039">
            <a:extLst xmlns:a="http://schemas.openxmlformats.org/drawingml/2006/main">
              <a:ext uri="{FF2B5EF4-FFF2-40B4-BE49-F238E27FC236}">
                <a16:creationId xmlns:a16="http://schemas.microsoft.com/office/drawing/2014/main" id="{07C8D6AA-9843-4A75-B422-9A75AC887C49}"/>
              </a:ext>
            </a:extLst>
          </p:cNvPr>
          <p:cNvSpPr>
            <a:spLocks xmlns:a="http://schemas.openxmlformats.org/drawingml/2006/main" noGrp="1"/>
          </p:cNvSpPr>
          <p:nvPr/>
        </p:nvSpPr>
        <p:spPr>
          <a:xfrm xmlns:a="http://schemas.openxmlformats.org/drawingml/2006/main">
            <a:off x="553402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0244924" name="Rectangle: Rounded Corners 895708785">
            <a:extLst xmlns:a="http://schemas.openxmlformats.org/drawingml/2006/main">
              <a:ext uri="{FF2B5EF4-FFF2-40B4-BE49-F238E27FC236}">
                <a16:creationId xmlns:a16="http://schemas.microsoft.com/office/drawing/2014/main" id="{FBF2B9D3-6CD8-4992-B686-7B7F5F879B7A}"/>
              </a:ext>
            </a:extLst>
          </p:cNvPr>
          <p:cNvSpPr>
            <a:spLocks xmlns:a="http://schemas.openxmlformats.org/drawingml/2006/main" noGrp="1"/>
          </p:cNvSpPr>
          <p:nvPr/>
        </p:nvSpPr>
        <p:spPr>
          <a:xfrm xmlns:a="http://schemas.openxmlformats.org/drawingml/2006/main">
            <a:off x="593407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50287464" name="Rectangle: Rounded Corners 1880226907">
            <a:extLst xmlns:a="http://schemas.openxmlformats.org/drawingml/2006/main">
              <a:ext uri="{FF2B5EF4-FFF2-40B4-BE49-F238E27FC236}">
                <a16:creationId xmlns:a16="http://schemas.microsoft.com/office/drawing/2014/main" id="{42789797-88B9-412D-A942-7E1D729B977E}"/>
              </a:ext>
            </a:extLst>
          </p:cNvPr>
          <p:cNvSpPr>
            <a:spLocks xmlns:a="http://schemas.openxmlformats.org/drawingml/2006/main" noGrp="1"/>
          </p:cNvSpPr>
          <p:nvPr/>
        </p:nvSpPr>
        <p:spPr>
          <a:xfrm xmlns:a="http://schemas.openxmlformats.org/drawingml/2006/main">
            <a:off x="433387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26922780" name="Rectangle: Rounded Corners 2137418369">
            <a:extLst xmlns:a="http://schemas.openxmlformats.org/drawingml/2006/main">
              <a:ext uri="{FF2B5EF4-FFF2-40B4-BE49-F238E27FC236}">
                <a16:creationId xmlns:a16="http://schemas.microsoft.com/office/drawing/2014/main" id="{B2BB3E4B-938E-4180-9A0D-4C017C854B18}"/>
              </a:ext>
            </a:extLst>
          </p:cNvPr>
          <p:cNvSpPr>
            <a:spLocks xmlns:a="http://schemas.openxmlformats.org/drawingml/2006/main" noGrp="1"/>
          </p:cNvSpPr>
          <p:nvPr/>
        </p:nvSpPr>
        <p:spPr>
          <a:xfrm xmlns:a="http://schemas.openxmlformats.org/drawingml/2006/main">
            <a:off x="473392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50565332" name="Rectangle: Rounded Corners 541053204">
            <a:extLst xmlns:a="http://schemas.openxmlformats.org/drawingml/2006/main">
              <a:ext uri="{FF2B5EF4-FFF2-40B4-BE49-F238E27FC236}">
                <a16:creationId xmlns:a16="http://schemas.microsoft.com/office/drawing/2014/main" id="{0C8126BA-AD8E-4FF9-8409-F1E3DC31FD44}"/>
              </a:ext>
            </a:extLst>
          </p:cNvPr>
          <p:cNvSpPr>
            <a:spLocks xmlns:a="http://schemas.openxmlformats.org/drawingml/2006/main" noGrp="1"/>
          </p:cNvSpPr>
          <p:nvPr/>
        </p:nvSpPr>
        <p:spPr>
          <a:xfrm xmlns:a="http://schemas.openxmlformats.org/drawingml/2006/main">
            <a:off x="513397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85900885" name="Rectangle: Rounded Corners 939440643">
            <a:extLst xmlns:a="http://schemas.openxmlformats.org/drawingml/2006/main">
              <a:ext uri="{FF2B5EF4-FFF2-40B4-BE49-F238E27FC236}">
                <a16:creationId xmlns:a16="http://schemas.microsoft.com/office/drawing/2014/main" id="{49A18F5F-2E9C-4D89-AE39-C6205FF49670}"/>
              </a:ext>
            </a:extLst>
          </p:cNvPr>
          <p:cNvSpPr>
            <a:spLocks xmlns:a="http://schemas.openxmlformats.org/drawingml/2006/main" noGrp="1"/>
          </p:cNvSpPr>
          <p:nvPr/>
        </p:nvSpPr>
        <p:spPr>
          <a:xfrm xmlns:a="http://schemas.openxmlformats.org/drawingml/2006/main">
            <a:off x="553402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24677610" name="Rectangle: Rounded Corners 1522633995">
            <a:extLst xmlns:a="http://schemas.openxmlformats.org/drawingml/2006/main">
              <a:ext uri="{FF2B5EF4-FFF2-40B4-BE49-F238E27FC236}">
                <a16:creationId xmlns:a16="http://schemas.microsoft.com/office/drawing/2014/main" id="{3CA58BD4-9D78-4F98-A951-A52BF4941863}"/>
              </a:ext>
            </a:extLst>
          </p:cNvPr>
          <p:cNvSpPr>
            <a:spLocks xmlns:a="http://schemas.openxmlformats.org/drawingml/2006/main" noGrp="1"/>
          </p:cNvSpPr>
          <p:nvPr/>
        </p:nvSpPr>
        <p:spPr>
          <a:xfrm xmlns:a="http://schemas.openxmlformats.org/drawingml/2006/main">
            <a:off x="593407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40678075" name="Rectangle 541274212">
            <a:extLst xmlns:a="http://schemas.openxmlformats.org/drawingml/2006/main">
              <a:ext uri="{FF2B5EF4-FFF2-40B4-BE49-F238E27FC236}">
                <a16:creationId xmlns:a16="http://schemas.microsoft.com/office/drawing/2014/main" id="{6C84EA67-F744-4557-A04D-F1C7A20AE4B8}"/>
              </a:ext>
            </a:extLst>
          </p:cNvPr>
          <p:cNvSpPr>
            <a:spLocks xmlns:a="http://schemas.openxmlformats.org/drawingml/2006/main" noGrp="1"/>
          </p:cNvSpPr>
          <p:nvPr/>
        </p:nvSpPr>
        <p:spPr>
          <a:xfrm xmlns:a="http://schemas.openxmlformats.org/drawingml/2006/main">
            <a:off x="4333875" y="3362324"/>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W</a:t>
            </a:r>
          </a:p>
        </p:txBody>
      </p:sp>
      <p:sp>
        <p:nvSpPr>
          <p:cNvPr id="1599580011" name="Rectangle 1965353895">
            <a:extLst xmlns:a="http://schemas.openxmlformats.org/drawingml/2006/main">
              <a:ext uri="{FF2B5EF4-FFF2-40B4-BE49-F238E27FC236}">
                <a16:creationId xmlns:a16="http://schemas.microsoft.com/office/drawing/2014/main" id="{57EB399A-F06E-4E0A-8FFC-38085592CF41}"/>
              </a:ext>
            </a:extLst>
          </p:cNvPr>
          <p:cNvSpPr>
            <a:spLocks xmlns:a="http://schemas.openxmlformats.org/drawingml/2006/main" noGrp="1"/>
          </p:cNvSpPr>
          <p:nvPr/>
        </p:nvSpPr>
        <p:spPr>
          <a:xfrm xmlns:a="http://schemas.openxmlformats.org/drawingml/2006/main">
            <a:off x="6715125" y="30289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a:t>
            </a:r>
          </a:p>
        </p:txBody>
      </p:sp>
      <p:sp>
        <p:nvSpPr>
          <p:cNvPr id="1964665134" name="Rectangle: Rounded Corners 1259444808">
            <a:extLst xmlns:a="http://schemas.openxmlformats.org/drawingml/2006/main">
              <a:ext uri="{FF2B5EF4-FFF2-40B4-BE49-F238E27FC236}">
                <a16:creationId xmlns:a16="http://schemas.microsoft.com/office/drawing/2014/main" id="{1C2F7260-9CB2-4662-A1C1-B9962001B966}"/>
              </a:ext>
            </a:extLst>
          </p:cNvPr>
          <p:cNvSpPr>
            <a:spLocks xmlns:a="http://schemas.openxmlformats.org/drawingml/2006/main" noGrp="1"/>
          </p:cNvSpPr>
          <p:nvPr/>
        </p:nvSpPr>
        <p:spPr>
          <a:xfrm xmlns:a="http://schemas.openxmlformats.org/drawingml/2006/main">
            <a:off x="747712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94023530" name="Rectangle: Rounded Corners 2072463858">
            <a:extLst xmlns:a="http://schemas.openxmlformats.org/drawingml/2006/main">
              <a:ext uri="{FF2B5EF4-FFF2-40B4-BE49-F238E27FC236}">
                <a16:creationId xmlns:a16="http://schemas.microsoft.com/office/drawing/2014/main" id="{D490F31E-4A5D-4827-BBFE-8A94AC1F5E18}"/>
              </a:ext>
            </a:extLst>
          </p:cNvPr>
          <p:cNvSpPr>
            <a:spLocks xmlns:a="http://schemas.openxmlformats.org/drawingml/2006/main" noGrp="1"/>
          </p:cNvSpPr>
          <p:nvPr/>
        </p:nvSpPr>
        <p:spPr>
          <a:xfrm xmlns:a="http://schemas.openxmlformats.org/drawingml/2006/main">
            <a:off x="787717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19570966" name="Rectangle: Rounded Corners 1445922739">
            <a:extLst xmlns:a="http://schemas.openxmlformats.org/drawingml/2006/main">
              <a:ext uri="{FF2B5EF4-FFF2-40B4-BE49-F238E27FC236}">
                <a16:creationId xmlns:a16="http://schemas.microsoft.com/office/drawing/2014/main" id="{960E12F7-B8B7-4EC6-BD54-F833D8F691D5}"/>
              </a:ext>
            </a:extLst>
          </p:cNvPr>
          <p:cNvSpPr>
            <a:spLocks xmlns:a="http://schemas.openxmlformats.org/drawingml/2006/main" noGrp="1"/>
          </p:cNvSpPr>
          <p:nvPr/>
        </p:nvSpPr>
        <p:spPr>
          <a:xfrm xmlns:a="http://schemas.openxmlformats.org/drawingml/2006/main">
            <a:off x="827722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020646" name="Rectangle: Rounded Corners 643271562">
            <a:extLst xmlns:a="http://schemas.openxmlformats.org/drawingml/2006/main">
              <a:ext uri="{FF2B5EF4-FFF2-40B4-BE49-F238E27FC236}">
                <a16:creationId xmlns:a16="http://schemas.microsoft.com/office/drawing/2014/main" id="{E033959A-DC56-4AAF-B04C-A7A3D2EECC8F}"/>
              </a:ext>
            </a:extLst>
          </p:cNvPr>
          <p:cNvSpPr>
            <a:spLocks xmlns:a="http://schemas.openxmlformats.org/drawingml/2006/main" noGrp="1"/>
          </p:cNvSpPr>
          <p:nvPr/>
        </p:nvSpPr>
        <p:spPr>
          <a:xfrm xmlns:a="http://schemas.openxmlformats.org/drawingml/2006/main">
            <a:off x="867727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196694" name="Rectangle: Rounded Corners 1549215512">
            <a:extLst xmlns:a="http://schemas.openxmlformats.org/drawingml/2006/main">
              <a:ext uri="{FF2B5EF4-FFF2-40B4-BE49-F238E27FC236}">
                <a16:creationId xmlns:a16="http://schemas.microsoft.com/office/drawing/2014/main" id="{1918E5F1-C5AA-46C2-9066-FEE3609D7987}"/>
              </a:ext>
            </a:extLst>
          </p:cNvPr>
          <p:cNvSpPr>
            <a:spLocks xmlns:a="http://schemas.openxmlformats.org/drawingml/2006/main" noGrp="1"/>
          </p:cNvSpPr>
          <p:nvPr/>
        </p:nvSpPr>
        <p:spPr>
          <a:xfrm xmlns:a="http://schemas.openxmlformats.org/drawingml/2006/main">
            <a:off x="907732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9012350" name="Rectangle: Rounded Corners 644461917">
            <a:extLst xmlns:a="http://schemas.openxmlformats.org/drawingml/2006/main">
              <a:ext uri="{FF2B5EF4-FFF2-40B4-BE49-F238E27FC236}">
                <a16:creationId xmlns:a16="http://schemas.microsoft.com/office/drawing/2014/main" id="{696D3C99-F46D-4E0F-A8A9-CB022AD9773F}"/>
              </a:ext>
            </a:extLst>
          </p:cNvPr>
          <p:cNvSpPr>
            <a:spLocks xmlns:a="http://schemas.openxmlformats.org/drawingml/2006/main" noGrp="1"/>
          </p:cNvSpPr>
          <p:nvPr/>
        </p:nvSpPr>
        <p:spPr>
          <a:xfrm xmlns:a="http://schemas.openxmlformats.org/drawingml/2006/main">
            <a:off x="747712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1946122" name="Rectangle: Rounded Corners 34278904">
            <a:extLst xmlns:a="http://schemas.openxmlformats.org/drawingml/2006/main">
              <a:ext uri="{FF2B5EF4-FFF2-40B4-BE49-F238E27FC236}">
                <a16:creationId xmlns:a16="http://schemas.microsoft.com/office/drawing/2014/main" id="{530A675C-7E6A-473C-AA5B-CC752002090D}"/>
              </a:ext>
            </a:extLst>
          </p:cNvPr>
          <p:cNvSpPr>
            <a:spLocks xmlns:a="http://schemas.openxmlformats.org/drawingml/2006/main" noGrp="1"/>
          </p:cNvSpPr>
          <p:nvPr/>
        </p:nvSpPr>
        <p:spPr>
          <a:xfrm xmlns:a="http://schemas.openxmlformats.org/drawingml/2006/main">
            <a:off x="787717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7979327" name="Rectangle: Rounded Corners 169519880">
            <a:extLst xmlns:a="http://schemas.openxmlformats.org/drawingml/2006/main">
              <a:ext uri="{FF2B5EF4-FFF2-40B4-BE49-F238E27FC236}">
                <a16:creationId xmlns:a16="http://schemas.microsoft.com/office/drawing/2014/main" id="{66BCDFFB-8D1B-4BED-AF72-034D63257D72}"/>
              </a:ext>
            </a:extLst>
          </p:cNvPr>
          <p:cNvSpPr>
            <a:spLocks xmlns:a="http://schemas.openxmlformats.org/drawingml/2006/main" noGrp="1"/>
          </p:cNvSpPr>
          <p:nvPr/>
        </p:nvSpPr>
        <p:spPr>
          <a:xfrm xmlns:a="http://schemas.openxmlformats.org/drawingml/2006/main">
            <a:off x="827722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41512128" name="Rectangle: Rounded Corners 327524537">
            <a:extLst xmlns:a="http://schemas.openxmlformats.org/drawingml/2006/main">
              <a:ext uri="{FF2B5EF4-FFF2-40B4-BE49-F238E27FC236}">
                <a16:creationId xmlns:a16="http://schemas.microsoft.com/office/drawing/2014/main" id="{8F19A2F5-92A6-42DC-BB68-7E09B7F8DB12}"/>
              </a:ext>
            </a:extLst>
          </p:cNvPr>
          <p:cNvSpPr>
            <a:spLocks xmlns:a="http://schemas.openxmlformats.org/drawingml/2006/main" noGrp="1"/>
          </p:cNvSpPr>
          <p:nvPr/>
        </p:nvSpPr>
        <p:spPr>
          <a:xfrm xmlns:a="http://schemas.openxmlformats.org/drawingml/2006/main">
            <a:off x="867727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79679652" name="Rectangle: Rounded Corners 625063415">
            <a:extLst xmlns:a="http://schemas.openxmlformats.org/drawingml/2006/main">
              <a:ext uri="{FF2B5EF4-FFF2-40B4-BE49-F238E27FC236}">
                <a16:creationId xmlns:a16="http://schemas.microsoft.com/office/drawing/2014/main" id="{C7B7132C-D341-43FC-A4B9-7C57707A765F}"/>
              </a:ext>
            </a:extLst>
          </p:cNvPr>
          <p:cNvSpPr>
            <a:spLocks xmlns:a="http://schemas.openxmlformats.org/drawingml/2006/main" noGrp="1"/>
          </p:cNvSpPr>
          <p:nvPr/>
        </p:nvSpPr>
        <p:spPr>
          <a:xfrm xmlns:a="http://schemas.openxmlformats.org/drawingml/2006/main">
            <a:off x="907732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4730591" name="Rectangle: Rounded Corners 187962697">
            <a:extLst xmlns:a="http://schemas.openxmlformats.org/drawingml/2006/main">
              <a:ext uri="{FF2B5EF4-FFF2-40B4-BE49-F238E27FC236}">
                <a16:creationId xmlns:a16="http://schemas.microsoft.com/office/drawing/2014/main" id="{FF4D99BF-2118-4C2E-8311-94F22CD00E20}"/>
              </a:ext>
            </a:extLst>
          </p:cNvPr>
          <p:cNvSpPr>
            <a:spLocks xmlns:a="http://schemas.openxmlformats.org/drawingml/2006/main" noGrp="1"/>
          </p:cNvSpPr>
          <p:nvPr/>
        </p:nvSpPr>
        <p:spPr>
          <a:xfrm xmlns:a="http://schemas.openxmlformats.org/drawingml/2006/main">
            <a:off x="747712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66796701" name="Rectangle: Rounded Corners 617106715">
            <a:extLst xmlns:a="http://schemas.openxmlformats.org/drawingml/2006/main">
              <a:ext uri="{FF2B5EF4-FFF2-40B4-BE49-F238E27FC236}">
                <a16:creationId xmlns:a16="http://schemas.microsoft.com/office/drawing/2014/main" id="{1D2A34B8-CA3C-4171-9075-48DFD672F230}"/>
              </a:ext>
            </a:extLst>
          </p:cNvPr>
          <p:cNvSpPr>
            <a:spLocks xmlns:a="http://schemas.openxmlformats.org/drawingml/2006/main" noGrp="1"/>
          </p:cNvSpPr>
          <p:nvPr/>
        </p:nvSpPr>
        <p:spPr>
          <a:xfrm xmlns:a="http://schemas.openxmlformats.org/drawingml/2006/main">
            <a:off x="787717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0235279" name="Rectangle: Rounded Corners 1217876155">
            <a:extLst xmlns:a="http://schemas.openxmlformats.org/drawingml/2006/main">
              <a:ext uri="{FF2B5EF4-FFF2-40B4-BE49-F238E27FC236}">
                <a16:creationId xmlns:a16="http://schemas.microsoft.com/office/drawing/2014/main" id="{3888A5CF-9F89-41EB-940B-A61B3AE87938}"/>
              </a:ext>
            </a:extLst>
          </p:cNvPr>
          <p:cNvSpPr>
            <a:spLocks xmlns:a="http://schemas.openxmlformats.org/drawingml/2006/main" noGrp="1"/>
          </p:cNvSpPr>
          <p:nvPr/>
        </p:nvSpPr>
        <p:spPr>
          <a:xfrm xmlns:a="http://schemas.openxmlformats.org/drawingml/2006/main">
            <a:off x="827722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70388527" name="Rectangle: Rounded Corners 973209118">
            <a:extLst xmlns:a="http://schemas.openxmlformats.org/drawingml/2006/main">
              <a:ext uri="{FF2B5EF4-FFF2-40B4-BE49-F238E27FC236}">
                <a16:creationId xmlns:a16="http://schemas.microsoft.com/office/drawing/2014/main" id="{2C4EA487-CA3A-458E-98CB-DE00E8CB486C}"/>
              </a:ext>
            </a:extLst>
          </p:cNvPr>
          <p:cNvSpPr>
            <a:spLocks xmlns:a="http://schemas.openxmlformats.org/drawingml/2006/main" noGrp="1"/>
          </p:cNvSpPr>
          <p:nvPr/>
        </p:nvSpPr>
        <p:spPr>
          <a:xfrm xmlns:a="http://schemas.openxmlformats.org/drawingml/2006/main">
            <a:off x="867727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12113981" name="Rectangle: Rounded Corners 292029273">
            <a:extLst xmlns:a="http://schemas.openxmlformats.org/drawingml/2006/main">
              <a:ext uri="{FF2B5EF4-FFF2-40B4-BE49-F238E27FC236}">
                <a16:creationId xmlns:a16="http://schemas.microsoft.com/office/drawing/2014/main" id="{0B9BCFB6-4977-4928-89EE-234EA295C55D}"/>
              </a:ext>
            </a:extLst>
          </p:cNvPr>
          <p:cNvSpPr>
            <a:spLocks xmlns:a="http://schemas.openxmlformats.org/drawingml/2006/main" noGrp="1"/>
          </p:cNvSpPr>
          <p:nvPr/>
        </p:nvSpPr>
        <p:spPr>
          <a:xfrm xmlns:a="http://schemas.openxmlformats.org/drawingml/2006/main">
            <a:off x="907732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80898535" name="Rectangle: Rounded Corners 1630725395">
            <a:extLst xmlns:a="http://schemas.openxmlformats.org/drawingml/2006/main">
              <a:ext uri="{FF2B5EF4-FFF2-40B4-BE49-F238E27FC236}">
                <a16:creationId xmlns:a16="http://schemas.microsoft.com/office/drawing/2014/main" id="{70601FD3-90D7-4BDF-95B6-D1884C0359D2}"/>
              </a:ext>
            </a:extLst>
          </p:cNvPr>
          <p:cNvSpPr>
            <a:spLocks xmlns:a="http://schemas.openxmlformats.org/drawingml/2006/main" noGrp="1"/>
          </p:cNvSpPr>
          <p:nvPr/>
        </p:nvSpPr>
        <p:spPr>
          <a:xfrm xmlns:a="http://schemas.openxmlformats.org/drawingml/2006/main">
            <a:off x="747712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05879825" name="Rectangle: Rounded Corners 1409978096">
            <a:extLst xmlns:a="http://schemas.openxmlformats.org/drawingml/2006/main">
              <a:ext uri="{FF2B5EF4-FFF2-40B4-BE49-F238E27FC236}">
                <a16:creationId xmlns:a16="http://schemas.microsoft.com/office/drawing/2014/main" id="{5D5BC3D8-FEE4-40B8-B6BA-4262A8ABCAB3}"/>
              </a:ext>
            </a:extLst>
          </p:cNvPr>
          <p:cNvSpPr>
            <a:spLocks xmlns:a="http://schemas.openxmlformats.org/drawingml/2006/main" noGrp="1"/>
          </p:cNvSpPr>
          <p:nvPr/>
        </p:nvSpPr>
        <p:spPr>
          <a:xfrm xmlns:a="http://schemas.openxmlformats.org/drawingml/2006/main">
            <a:off x="787717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55503720" name="Rectangle: Rounded Corners 784116432">
            <a:extLst xmlns:a="http://schemas.openxmlformats.org/drawingml/2006/main">
              <a:ext uri="{FF2B5EF4-FFF2-40B4-BE49-F238E27FC236}">
                <a16:creationId xmlns:a16="http://schemas.microsoft.com/office/drawing/2014/main" id="{57EC947B-55FB-4D01-B96F-31E705B6BE7A}"/>
              </a:ext>
            </a:extLst>
          </p:cNvPr>
          <p:cNvSpPr>
            <a:spLocks xmlns:a="http://schemas.openxmlformats.org/drawingml/2006/main" noGrp="1"/>
          </p:cNvSpPr>
          <p:nvPr/>
        </p:nvSpPr>
        <p:spPr>
          <a:xfrm xmlns:a="http://schemas.openxmlformats.org/drawingml/2006/main">
            <a:off x="827722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07655819" name="Rectangle: Rounded Corners 520917594">
            <a:extLst xmlns:a="http://schemas.openxmlformats.org/drawingml/2006/main">
              <a:ext uri="{FF2B5EF4-FFF2-40B4-BE49-F238E27FC236}">
                <a16:creationId xmlns:a16="http://schemas.microsoft.com/office/drawing/2014/main" id="{870E6B31-5626-43E3-B258-34FB073C9047}"/>
              </a:ext>
            </a:extLst>
          </p:cNvPr>
          <p:cNvSpPr>
            <a:spLocks xmlns:a="http://schemas.openxmlformats.org/drawingml/2006/main" noGrp="1"/>
          </p:cNvSpPr>
          <p:nvPr/>
        </p:nvSpPr>
        <p:spPr>
          <a:xfrm xmlns:a="http://schemas.openxmlformats.org/drawingml/2006/main">
            <a:off x="867727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24875480" name="Rectangle: Rounded Corners 1352837898">
            <a:extLst xmlns:a="http://schemas.openxmlformats.org/drawingml/2006/main">
              <a:ext uri="{FF2B5EF4-FFF2-40B4-BE49-F238E27FC236}">
                <a16:creationId xmlns:a16="http://schemas.microsoft.com/office/drawing/2014/main" id="{E6DE9CB5-A39E-492A-9BCF-4BA0F408025D}"/>
              </a:ext>
            </a:extLst>
          </p:cNvPr>
          <p:cNvSpPr>
            <a:spLocks xmlns:a="http://schemas.openxmlformats.org/drawingml/2006/main" noGrp="1"/>
          </p:cNvSpPr>
          <p:nvPr/>
        </p:nvSpPr>
        <p:spPr>
          <a:xfrm xmlns:a="http://schemas.openxmlformats.org/drawingml/2006/main">
            <a:off x="907732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42894377" name="Rectangle 511812881">
            <a:extLst xmlns:a="http://schemas.openxmlformats.org/drawingml/2006/main">
              <a:ext uri="{FF2B5EF4-FFF2-40B4-BE49-F238E27FC236}">
                <a16:creationId xmlns:a16="http://schemas.microsoft.com/office/drawing/2014/main" id="{FAA57ACD-E9B5-4641-A3CB-66325FA3AAA0}"/>
              </a:ext>
            </a:extLst>
          </p:cNvPr>
          <p:cNvSpPr>
            <a:spLocks xmlns:a="http://schemas.openxmlformats.org/drawingml/2006/main" noGrp="1"/>
          </p:cNvSpPr>
          <p:nvPr/>
        </p:nvSpPr>
        <p:spPr>
          <a:xfrm xmlns:a="http://schemas.openxmlformats.org/drawingml/2006/main">
            <a:off x="7477125" y="4143375"/>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Y</a:t>
            </a:r>
          </a:p>
        </p:txBody>
      </p:sp>
      <p:sp>
        <p:nvSpPr>
          <p:cNvPr id="1488474129" name="Rectangle 16501534">
            <a:extLst xmlns:a="http://schemas.openxmlformats.org/drawingml/2006/main">
              <a:ext uri="{FF2B5EF4-FFF2-40B4-BE49-F238E27FC236}">
                <a16:creationId xmlns:a16="http://schemas.microsoft.com/office/drawing/2014/main" id="{E7FBA21F-E9BA-4F11-A37C-C3037E81DED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25</a:t>
            </a:r>
          </a:p>
        </p:txBody>
      </p:sp>
    </p:spTree>
    <p:extLst>
      <p:ext uri="{BB962C8B-B14F-4D97-AF65-F5344CB8AC3E}">
        <p14:creationId xmlns:p14="http://schemas.microsoft.com/office/powerpoint/2010/main" val="157691419"/>
      </p:ext>
    </p:extLst>
  </p:cSld>
</p:sld>
</file>

<file path=ppt/slides/slide2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55ABE96-CF9D-4497-897C-9A05EB0E57E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B210FB9-4938-42E4-848B-B0BAD06E53C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Vision</a:t>
            </a:r>
          </a:p>
        </p:txBody>
      </p:sp>
      <p:sp>
        <p:nvSpPr>
          <p:cNvPr id="3" name="">
            <a:extLst xmlns:a="http://schemas.openxmlformats.org/drawingml/2006/main">
              <a:ext uri="{FF2B5EF4-FFF2-40B4-BE49-F238E27FC236}">
                <a16:creationId xmlns:a16="http://schemas.microsoft.com/office/drawing/2014/main" id="{9F0A4A16-6B46-4E62-8EFD-554A59032502}"/>
              </a:ext>
            </a:extLst>
          </p:cNvPr>
          <p:cNvSpPr>
            <a:spLocks xmlns:a="http://schemas.openxmlformats.org/drawingml/2006/main" noGrp="1"/>
          </p:cNvSpPr>
          <p:nvPr/>
        </p:nvSpPr>
        <p:spPr>
          <a:xfrm xmlns:a="http://schemas.openxmlformats.org/drawingml/2006/main">
            <a:off x="609600" y="59055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latin typeface="Calibri"/>
                <a:ea typeface="Calibri"/>
                <a:cs typeface="Calibri"/>
              </a:defRPr>
            </a:pPr>
            <a:r>
              <a:rPr sz="3000" b="1">
                <a:solidFill>
                  <a:srgbClr val="0B0F19"/>
                </a:solidFill>
                <a:latin typeface="Calibri"/>
                <a:ea typeface="Calibri"/>
                <a:cs typeface="Calibri"/>
              </a:rPr>
              <a:t>CNNs reuse filters to find local patterns</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4ba4dd41accf4b55"/>
          <a:stretch xmlns:a="http://schemas.openxmlformats.org/drawingml/2006/main"/>
        </p:blipFill>
        <p:spPr>
          <a:xfrm xmlns:a="http://schemas.openxmlformats.org/drawingml/2006/main">
            <a:off x="1181505" y="1571625"/>
            <a:ext cx="9828989" cy="46196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069B00D-A004-49B8-AD4B-A12FB27FB77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26</a:t>
            </a:r>
          </a:p>
        </p:txBody>
      </p:sp>
    </p:spTree>
    <p:extLst>
      <p:ext uri="{BB962C8B-B14F-4D97-AF65-F5344CB8AC3E}">
        <p14:creationId xmlns:p14="http://schemas.microsoft.com/office/powerpoint/2010/main" val="1056219267"/>
      </p:ext>
    </p:extLst>
  </p:cSld>
</p:sld>
</file>

<file path=ppt/slides/slide2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28507626" name="Rectangle 2057689870">
            <a:extLst xmlns:a="http://schemas.openxmlformats.org/drawingml/2006/main">
              <a:ext uri="{FF2B5EF4-FFF2-40B4-BE49-F238E27FC236}">
                <a16:creationId xmlns:a16="http://schemas.microsoft.com/office/drawing/2014/main" id="{F13FAE91-2750-4727-9C1A-77D7D71462A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Training</a:t>
            </a:r>
          </a:p>
        </p:txBody>
      </p:sp>
      <p:sp>
        <p:nvSpPr>
          <p:cNvPr id="1053457488" name="Rectangle 2050535816">
            <a:extLst xmlns:a="http://schemas.openxmlformats.org/drawingml/2006/main">
              <a:ext uri="{FF2B5EF4-FFF2-40B4-BE49-F238E27FC236}">
                <a16:creationId xmlns:a16="http://schemas.microsoft.com/office/drawing/2014/main" id="{3687D1D3-3E4B-495E-BB76-65008614C1C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Backprop sends error backward</a:t>
            </a:r>
          </a:p>
        </p:txBody>
      </p:sp>
      <p:sp>
        <p:nvSpPr>
          <p:cNvPr id="206056591" name="Rectangle: Rounded Corners 719342456">
            <a:extLst xmlns:a="http://schemas.openxmlformats.org/drawingml/2006/main">
              <a:ext uri="{FF2B5EF4-FFF2-40B4-BE49-F238E27FC236}">
                <a16:creationId xmlns:a16="http://schemas.microsoft.com/office/drawing/2014/main" id="{3ACF6B77-DB50-464A-88C1-8521E46D3FB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45958739" name="Rectangle: Rounded Corners 167806762">
            <a:extLst xmlns:a="http://schemas.openxmlformats.org/drawingml/2006/main">
              <a:ext uri="{FF2B5EF4-FFF2-40B4-BE49-F238E27FC236}">
                <a16:creationId xmlns:a16="http://schemas.microsoft.com/office/drawing/2014/main" id="{BF9886DA-1D4B-4A6F-A73D-72239E53CFFC}"/>
              </a:ext>
            </a:extLst>
          </p:cNvPr>
          <p:cNvSpPr>
            <a:spLocks xmlns:a="http://schemas.openxmlformats.org/drawingml/2006/main" noGrp="1"/>
          </p:cNvSpPr>
          <p:nvPr/>
        </p:nvSpPr>
        <p:spPr>
          <a:xfrm xmlns:a="http://schemas.openxmlformats.org/drawingml/2006/main">
            <a:off x="1238250"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input</a:t>
            </a:r>
          </a:p>
        </p:txBody>
      </p:sp>
      <p:sp>
        <p:nvSpPr>
          <p:cNvPr id="2065892251" name="Rectangle: Rounded Corners 1568972460">
            <a:extLst xmlns:a="http://schemas.openxmlformats.org/drawingml/2006/main">
              <a:ext uri="{FF2B5EF4-FFF2-40B4-BE49-F238E27FC236}">
                <a16:creationId xmlns:a16="http://schemas.microsoft.com/office/drawing/2014/main" id="{FD9E84CB-2DDD-491C-B43D-500BB2D000F7}"/>
              </a:ext>
            </a:extLst>
          </p:cNvPr>
          <p:cNvSpPr>
            <a:spLocks xmlns:a="http://schemas.openxmlformats.org/drawingml/2006/main" noGrp="1"/>
          </p:cNvSpPr>
          <p:nvPr/>
        </p:nvSpPr>
        <p:spPr>
          <a:xfrm xmlns:a="http://schemas.openxmlformats.org/drawingml/2006/main">
            <a:off x="3286125"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hidden</a:t>
            </a:r>
          </a:p>
        </p:txBody>
      </p:sp>
      <p:sp>
        <p:nvSpPr>
          <p:cNvPr id="413316780" name="Rectangle: Rounded Corners 1178997927">
            <a:extLst xmlns:a="http://schemas.openxmlformats.org/drawingml/2006/main">
              <a:ext uri="{FF2B5EF4-FFF2-40B4-BE49-F238E27FC236}">
                <a16:creationId xmlns:a16="http://schemas.microsoft.com/office/drawing/2014/main" id="{A734E832-D576-410F-BE95-F60697800F43}"/>
              </a:ext>
            </a:extLst>
          </p:cNvPr>
          <p:cNvSpPr>
            <a:spLocks xmlns:a="http://schemas.openxmlformats.org/drawingml/2006/main" noGrp="1"/>
          </p:cNvSpPr>
          <p:nvPr/>
        </p:nvSpPr>
        <p:spPr>
          <a:xfrm xmlns:a="http://schemas.openxmlformats.org/drawingml/2006/main">
            <a:off x="5334000"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hidden</a:t>
            </a:r>
          </a:p>
        </p:txBody>
      </p:sp>
      <p:sp>
        <p:nvSpPr>
          <p:cNvPr id="1747101422" name="Rectangle: Rounded Corners 720728368">
            <a:extLst xmlns:a="http://schemas.openxmlformats.org/drawingml/2006/main">
              <a:ext uri="{FF2B5EF4-FFF2-40B4-BE49-F238E27FC236}">
                <a16:creationId xmlns:a16="http://schemas.microsoft.com/office/drawing/2014/main" id="{E081AB4F-B7E3-408B-BFE3-0EC831AF1352}"/>
              </a:ext>
            </a:extLst>
          </p:cNvPr>
          <p:cNvSpPr>
            <a:spLocks xmlns:a="http://schemas.openxmlformats.org/drawingml/2006/main" noGrp="1"/>
          </p:cNvSpPr>
          <p:nvPr/>
        </p:nvSpPr>
        <p:spPr>
          <a:xfrm xmlns:a="http://schemas.openxmlformats.org/drawingml/2006/main">
            <a:off x="7381875"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output</a:t>
            </a:r>
          </a:p>
        </p:txBody>
      </p:sp>
      <p:sp>
        <p:nvSpPr>
          <p:cNvPr id="192577826" name="Rectangle: Rounded Corners 1681988418">
            <a:extLst xmlns:a="http://schemas.openxmlformats.org/drawingml/2006/main">
              <a:ext uri="{FF2B5EF4-FFF2-40B4-BE49-F238E27FC236}">
                <a16:creationId xmlns:a16="http://schemas.microsoft.com/office/drawing/2014/main" id="{467E4294-C304-4F41-A516-59DBF409027B}"/>
              </a:ext>
            </a:extLst>
          </p:cNvPr>
          <p:cNvSpPr>
            <a:spLocks xmlns:a="http://schemas.openxmlformats.org/drawingml/2006/main" noGrp="1"/>
          </p:cNvSpPr>
          <p:nvPr/>
        </p:nvSpPr>
        <p:spPr>
          <a:xfrm xmlns:a="http://schemas.openxmlformats.org/drawingml/2006/main">
            <a:off x="9429750" y="3048000"/>
            <a:ext cx="1381125" cy="742950"/>
          </a:xfrm>
          <a:prstGeom xmlns:a="http://schemas.openxmlformats.org/drawingml/2006/main" prst="roundRect">
            <a:avLst>
              <a:gd name="adj" fmla="val 15385"/>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loss</a:t>
            </a:r>
          </a:p>
        </p:txBody>
      </p:sp>
      <p:sp>
        <p:nvSpPr>
          <p:cNvPr id="2069002563" name="Arrow: Right 120451244">
            <a:extLst xmlns:a="http://schemas.openxmlformats.org/drawingml/2006/main">
              <a:ext uri="{FF2B5EF4-FFF2-40B4-BE49-F238E27FC236}">
                <a16:creationId xmlns:a16="http://schemas.microsoft.com/office/drawing/2014/main" id="{CC07F3F0-934B-4E88-B72D-A8A1EFA516CC}"/>
              </a:ext>
            </a:extLst>
          </p:cNvPr>
          <p:cNvSpPr>
            <a:spLocks xmlns:a="http://schemas.openxmlformats.org/drawingml/2006/main" noGrp="1"/>
          </p:cNvSpPr>
          <p:nvPr/>
        </p:nvSpPr>
        <p:spPr>
          <a:xfrm xmlns:a="http://schemas.openxmlformats.org/drawingml/2006/main">
            <a:off x="2714625"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75209950" name="Arrow: Right 785835781">
            <a:extLst xmlns:a="http://schemas.openxmlformats.org/drawingml/2006/main">
              <a:ext uri="{FF2B5EF4-FFF2-40B4-BE49-F238E27FC236}">
                <a16:creationId xmlns:a16="http://schemas.microsoft.com/office/drawing/2014/main" id="{8A2F1010-330E-4E0D-8630-D4127D5F9914}"/>
              </a:ext>
            </a:extLst>
          </p:cNvPr>
          <p:cNvSpPr>
            <a:spLocks xmlns:a="http://schemas.openxmlformats.org/drawingml/2006/main" noGrp="1"/>
          </p:cNvSpPr>
          <p:nvPr/>
        </p:nvSpPr>
        <p:spPr>
          <a:xfrm xmlns:a="http://schemas.openxmlformats.org/drawingml/2006/main">
            <a:off x="4762500"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85755709" name="Arrow: Right 89529180">
            <a:extLst xmlns:a="http://schemas.openxmlformats.org/drawingml/2006/main">
              <a:ext uri="{FF2B5EF4-FFF2-40B4-BE49-F238E27FC236}">
                <a16:creationId xmlns:a16="http://schemas.microsoft.com/office/drawing/2014/main" id="{BF98A705-3F75-4F6D-8B80-0E683B2BB07E}"/>
              </a:ext>
            </a:extLst>
          </p:cNvPr>
          <p:cNvSpPr>
            <a:spLocks xmlns:a="http://schemas.openxmlformats.org/drawingml/2006/main" noGrp="1"/>
          </p:cNvSpPr>
          <p:nvPr/>
        </p:nvSpPr>
        <p:spPr>
          <a:xfrm xmlns:a="http://schemas.openxmlformats.org/drawingml/2006/main">
            <a:off x="6810375"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1661753" name="Arrow: Right 331720123">
            <a:extLst xmlns:a="http://schemas.openxmlformats.org/drawingml/2006/main">
              <a:ext uri="{FF2B5EF4-FFF2-40B4-BE49-F238E27FC236}">
                <a16:creationId xmlns:a16="http://schemas.microsoft.com/office/drawing/2014/main" id="{92BBDF2C-B06F-4145-956F-353B2F49D122}"/>
              </a:ext>
            </a:extLst>
          </p:cNvPr>
          <p:cNvSpPr>
            <a:spLocks xmlns:a="http://schemas.openxmlformats.org/drawingml/2006/main" noGrp="1"/>
          </p:cNvSpPr>
          <p:nvPr/>
        </p:nvSpPr>
        <p:spPr>
          <a:xfrm xmlns:a="http://schemas.openxmlformats.org/drawingml/2006/main">
            <a:off x="8858250"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02253608" name="Arrow: Left 639340520">
            <a:extLst xmlns:a="http://schemas.openxmlformats.org/drawingml/2006/main">
              <a:ext uri="{FF2B5EF4-FFF2-40B4-BE49-F238E27FC236}">
                <a16:creationId xmlns:a16="http://schemas.microsoft.com/office/drawing/2014/main" id="{F9A8BEAB-7B76-42BA-A2E2-459C80D2B29E}"/>
              </a:ext>
            </a:extLst>
          </p:cNvPr>
          <p:cNvSpPr>
            <a:spLocks xmlns:a="http://schemas.openxmlformats.org/drawingml/2006/main" noGrp="1"/>
          </p:cNvSpPr>
          <p:nvPr/>
        </p:nvSpPr>
        <p:spPr>
          <a:xfrm xmlns:a="http://schemas.openxmlformats.org/drawingml/2006/main">
            <a:off x="7715250"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00678017" name="Arrow: Left 357252725">
            <a:extLst xmlns:a="http://schemas.openxmlformats.org/drawingml/2006/main">
              <a:ext uri="{FF2B5EF4-FFF2-40B4-BE49-F238E27FC236}">
                <a16:creationId xmlns:a16="http://schemas.microsoft.com/office/drawing/2014/main" id="{1C34EA40-431D-4A8E-8AFA-4CFE60B717AB}"/>
              </a:ext>
            </a:extLst>
          </p:cNvPr>
          <p:cNvSpPr>
            <a:spLocks xmlns:a="http://schemas.openxmlformats.org/drawingml/2006/main" noGrp="1"/>
          </p:cNvSpPr>
          <p:nvPr/>
        </p:nvSpPr>
        <p:spPr>
          <a:xfrm xmlns:a="http://schemas.openxmlformats.org/drawingml/2006/main">
            <a:off x="5667375"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3327586" name="Arrow: Left 785836935">
            <a:extLst xmlns:a="http://schemas.openxmlformats.org/drawingml/2006/main">
              <a:ext uri="{FF2B5EF4-FFF2-40B4-BE49-F238E27FC236}">
                <a16:creationId xmlns:a16="http://schemas.microsoft.com/office/drawing/2014/main" id="{0298A8A0-AB18-44A7-8529-4E85559F8837}"/>
              </a:ext>
            </a:extLst>
          </p:cNvPr>
          <p:cNvSpPr>
            <a:spLocks xmlns:a="http://schemas.openxmlformats.org/drawingml/2006/main" noGrp="1"/>
          </p:cNvSpPr>
          <p:nvPr/>
        </p:nvSpPr>
        <p:spPr>
          <a:xfrm xmlns:a="http://schemas.openxmlformats.org/drawingml/2006/main">
            <a:off x="3619500"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25780776" name="Arrow: Left 915421947">
            <a:extLst xmlns:a="http://schemas.openxmlformats.org/drawingml/2006/main">
              <a:ext uri="{FF2B5EF4-FFF2-40B4-BE49-F238E27FC236}">
                <a16:creationId xmlns:a16="http://schemas.microsoft.com/office/drawing/2014/main" id="{3F6A4A7A-A6AB-4C7D-BD85-BD0428C82746}"/>
              </a:ext>
            </a:extLst>
          </p:cNvPr>
          <p:cNvSpPr>
            <a:spLocks xmlns:a="http://schemas.openxmlformats.org/drawingml/2006/main" noGrp="1"/>
          </p:cNvSpPr>
          <p:nvPr/>
        </p:nvSpPr>
        <p:spPr>
          <a:xfrm xmlns:a="http://schemas.openxmlformats.org/drawingml/2006/main">
            <a:off x="1571625"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83760190" name="Rectangle 1920294034">
            <a:extLst xmlns:a="http://schemas.openxmlformats.org/drawingml/2006/main">
              <a:ext uri="{FF2B5EF4-FFF2-40B4-BE49-F238E27FC236}">
                <a16:creationId xmlns:a16="http://schemas.microsoft.com/office/drawing/2014/main" id="{3E39F7A8-559D-4D0C-AF23-E2C96675170C}"/>
              </a:ext>
            </a:extLst>
          </p:cNvPr>
          <p:cNvSpPr>
            <a:spLocks xmlns:a="http://schemas.openxmlformats.org/drawingml/2006/main" noGrp="1"/>
          </p:cNvSpPr>
          <p:nvPr/>
        </p:nvSpPr>
        <p:spPr>
          <a:xfrm xmlns:a="http://schemas.openxmlformats.org/drawingml/2006/main">
            <a:off x="4762500" y="2381250"/>
            <a:ext cx="152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2563EB"/>
                </a:solidFill>
              </a:defRPr>
            </a:pPr>
            <a:r>
              <a:rPr sz="1950" b="1">
                <a:solidFill>
                  <a:srgbClr val="2563EB"/>
                </a:solidFill>
              </a:rPr>
              <a:t>forward</a:t>
            </a:r>
          </a:p>
        </p:txBody>
      </p:sp>
      <p:sp>
        <p:nvSpPr>
          <p:cNvPr id="1480989395" name="Rectangle 14864956">
            <a:extLst xmlns:a="http://schemas.openxmlformats.org/drawingml/2006/main">
              <a:ext uri="{FF2B5EF4-FFF2-40B4-BE49-F238E27FC236}">
                <a16:creationId xmlns:a16="http://schemas.microsoft.com/office/drawing/2014/main" id="{AB63EF76-D065-4918-A812-66016FB91B0D}"/>
              </a:ext>
            </a:extLst>
          </p:cNvPr>
          <p:cNvSpPr>
            <a:spLocks xmlns:a="http://schemas.openxmlformats.org/drawingml/2006/main" noGrp="1"/>
          </p:cNvSpPr>
          <p:nvPr/>
        </p:nvSpPr>
        <p:spPr>
          <a:xfrm xmlns:a="http://schemas.openxmlformats.org/drawingml/2006/main">
            <a:off x="4762500" y="487680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EF4444"/>
                </a:solidFill>
              </a:defRPr>
            </a:pPr>
            <a:r>
              <a:rPr sz="1950" b="1">
                <a:solidFill>
                  <a:srgbClr val="EF4444"/>
                </a:solidFill>
              </a:rPr>
              <a:t>gradients</a:t>
            </a:r>
          </a:p>
        </p:txBody>
      </p:sp>
      <p:sp>
        <p:nvSpPr>
          <p:cNvPr id="491544953" name="Rectangle 977617615">
            <a:extLst xmlns:a="http://schemas.openxmlformats.org/drawingml/2006/main">
              <a:ext uri="{FF2B5EF4-FFF2-40B4-BE49-F238E27FC236}">
                <a16:creationId xmlns:a16="http://schemas.microsoft.com/office/drawing/2014/main" id="{C4A7F85F-E714-4D91-8F63-FA3B42C04D2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27</a:t>
            </a:r>
          </a:p>
        </p:txBody>
      </p:sp>
    </p:spTree>
    <p:extLst>
      <p:ext uri="{BB962C8B-B14F-4D97-AF65-F5344CB8AC3E}">
        <p14:creationId xmlns:p14="http://schemas.microsoft.com/office/powerpoint/2010/main" val="1436123587"/>
      </p:ext>
    </p:extLst>
  </p:cSld>
</p:sld>
</file>

<file path=ppt/slides/slide2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46353480" name="Rectangle 757161452">
            <a:extLst xmlns:a="http://schemas.openxmlformats.org/drawingml/2006/main">
              <a:ext uri="{FF2B5EF4-FFF2-40B4-BE49-F238E27FC236}">
                <a16:creationId xmlns:a16="http://schemas.microsoft.com/office/drawing/2014/main" id="{D881AC11-48F6-438A-A520-70C24B7DFA8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Loop</a:t>
            </a:r>
          </a:p>
        </p:txBody>
      </p:sp>
      <p:sp>
        <p:nvSpPr>
          <p:cNvPr id="2078939221" name="Rectangle 1485490077">
            <a:extLst xmlns:a="http://schemas.openxmlformats.org/drawingml/2006/main">
              <a:ext uri="{FF2B5EF4-FFF2-40B4-BE49-F238E27FC236}">
                <a16:creationId xmlns:a16="http://schemas.microsoft.com/office/drawing/2014/main" id="{012B0255-B806-4C18-B5E3-D1E8F20A8BB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Training is a loop</a:t>
            </a:r>
          </a:p>
        </p:txBody>
      </p:sp>
      <p:sp>
        <p:nvSpPr>
          <p:cNvPr id="260076840" name="Rectangle: Rounded Corners 1281445229">
            <a:extLst xmlns:a="http://schemas.openxmlformats.org/drawingml/2006/main">
              <a:ext uri="{FF2B5EF4-FFF2-40B4-BE49-F238E27FC236}">
                <a16:creationId xmlns:a16="http://schemas.microsoft.com/office/drawing/2014/main" id="{7DE7C3BB-FC1E-4592-8422-8C3A861340F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35584949" name="Oval 1725871866">
            <a:extLst xmlns:a="http://schemas.openxmlformats.org/drawingml/2006/main">
              <a:ext uri="{FF2B5EF4-FFF2-40B4-BE49-F238E27FC236}">
                <a16:creationId xmlns:a16="http://schemas.microsoft.com/office/drawing/2014/main" id="{C15E637A-A606-43B2-9B61-8DBF11BC0D1F}"/>
              </a:ext>
            </a:extLst>
          </p:cNvPr>
          <p:cNvSpPr>
            <a:spLocks xmlns:a="http://schemas.openxmlformats.org/drawingml/2006/main" noGrp="1"/>
          </p:cNvSpPr>
          <p:nvPr/>
        </p:nvSpPr>
        <p:spPr>
          <a:xfrm xmlns:a="http://schemas.openxmlformats.org/drawingml/2006/main">
            <a:off x="5505450" y="140970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predict</a:t>
            </a:r>
          </a:p>
        </p:txBody>
      </p:sp>
      <p:sp>
        <p:nvSpPr>
          <p:cNvPr id="849250831" name="Oval 1328597483">
            <a:extLst xmlns:a="http://schemas.openxmlformats.org/drawingml/2006/main">
              <a:ext uri="{FF2B5EF4-FFF2-40B4-BE49-F238E27FC236}">
                <a16:creationId xmlns:a16="http://schemas.microsoft.com/office/drawing/2014/main" id="{9B734AB0-5679-40F9-931B-BAD4BD600DC8}"/>
              </a:ext>
            </a:extLst>
          </p:cNvPr>
          <p:cNvSpPr>
            <a:spLocks xmlns:a="http://schemas.openxmlformats.org/drawingml/2006/main" noGrp="1"/>
          </p:cNvSpPr>
          <p:nvPr/>
        </p:nvSpPr>
        <p:spPr>
          <a:xfrm xmlns:a="http://schemas.openxmlformats.org/drawingml/2006/main">
            <a:off x="7410450" y="3028950"/>
            <a:ext cx="1181099" cy="1181099"/>
          </a:xfrm>
          <a:prstGeom xmlns:a="http://schemas.openxmlformats.org/drawingml/2006/main" prst="ellipse">
            <a:avLst/>
          </a:prstGeom>
          <a:solidFill xmlns:a="http://schemas.openxmlformats.org/drawingml/2006/main">
            <a:srgbClr val="FEF2F2"/>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measure</a:t>
            </a:r>
          </a:p>
        </p:txBody>
      </p:sp>
      <p:sp>
        <p:nvSpPr>
          <p:cNvPr id="1714818403" name="Oval 1819707772">
            <a:extLst xmlns:a="http://schemas.openxmlformats.org/drawingml/2006/main">
              <a:ext uri="{FF2B5EF4-FFF2-40B4-BE49-F238E27FC236}">
                <a16:creationId xmlns:a16="http://schemas.microsoft.com/office/drawing/2014/main" id="{F019B1F1-02DF-4E1F-8508-BB09636C0CCF}"/>
              </a:ext>
            </a:extLst>
          </p:cNvPr>
          <p:cNvSpPr>
            <a:spLocks xmlns:a="http://schemas.openxmlformats.org/drawingml/2006/main" noGrp="1"/>
          </p:cNvSpPr>
          <p:nvPr/>
        </p:nvSpPr>
        <p:spPr>
          <a:xfrm xmlns:a="http://schemas.openxmlformats.org/drawingml/2006/main">
            <a:off x="5505450" y="464820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backprop</a:t>
            </a:r>
          </a:p>
        </p:txBody>
      </p:sp>
      <p:sp>
        <p:nvSpPr>
          <p:cNvPr id="1168705398" name="Oval 1950704622">
            <a:extLst xmlns:a="http://schemas.openxmlformats.org/drawingml/2006/main">
              <a:ext uri="{FF2B5EF4-FFF2-40B4-BE49-F238E27FC236}">
                <a16:creationId xmlns:a16="http://schemas.microsoft.com/office/drawing/2014/main" id="{B3CC6B01-6ED8-4ADF-9BD3-E10B8C39699E}"/>
              </a:ext>
            </a:extLst>
          </p:cNvPr>
          <p:cNvSpPr>
            <a:spLocks xmlns:a="http://schemas.openxmlformats.org/drawingml/2006/main" noGrp="1"/>
          </p:cNvSpPr>
          <p:nvPr/>
        </p:nvSpPr>
        <p:spPr>
          <a:xfrm xmlns:a="http://schemas.openxmlformats.org/drawingml/2006/main">
            <a:off x="3600450" y="302895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update</a:t>
            </a:r>
          </a:p>
        </p:txBody>
      </p:sp>
      <p:sp>
        <p:nvSpPr>
          <p:cNvPr id="273287793" name="Arrow: Right 631911999">
            <a:extLst xmlns:a="http://schemas.openxmlformats.org/drawingml/2006/main">
              <a:ext uri="{FF2B5EF4-FFF2-40B4-BE49-F238E27FC236}">
                <a16:creationId xmlns:a16="http://schemas.microsoft.com/office/drawing/2014/main" id="{C4B57712-A6BF-4425-B897-5A53A079F8BD}"/>
              </a:ext>
            </a:extLst>
          </p:cNvPr>
          <p:cNvSpPr>
            <a:spLocks xmlns:a="http://schemas.openxmlformats.org/drawingml/2006/main" noGrp="1"/>
          </p:cNvSpPr>
          <p:nvPr/>
        </p:nvSpPr>
        <p:spPr>
          <a:xfrm xmlns:a="http://schemas.openxmlformats.org/drawingml/2006/main">
            <a:off x="6477000" y="2266950"/>
            <a:ext cx="1285875" cy="5524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68676163" name="Arrow: Left 341998999">
            <a:extLst xmlns:a="http://schemas.openxmlformats.org/drawingml/2006/main">
              <a:ext uri="{FF2B5EF4-FFF2-40B4-BE49-F238E27FC236}">
                <a16:creationId xmlns:a16="http://schemas.microsoft.com/office/drawing/2014/main" id="{D0E13C62-32C6-4E16-8758-12140671AA52}"/>
              </a:ext>
            </a:extLst>
          </p:cNvPr>
          <p:cNvSpPr>
            <a:spLocks xmlns:a="http://schemas.openxmlformats.org/drawingml/2006/main" noGrp="1"/>
          </p:cNvSpPr>
          <p:nvPr/>
        </p:nvSpPr>
        <p:spPr>
          <a:xfrm xmlns:a="http://schemas.openxmlformats.org/drawingml/2006/main">
            <a:off x="6286500" y="4076699"/>
            <a:ext cx="1143000" cy="552450"/>
          </a:xfrm>
          <a:prstGeom xmlns:a="http://schemas.openxmlformats.org/drawingml/2006/main" prst="lef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21863544" name="Arrow: Right 254648643">
            <a:extLst xmlns:a="http://schemas.openxmlformats.org/drawingml/2006/main">
              <a:ext uri="{FF2B5EF4-FFF2-40B4-BE49-F238E27FC236}">
                <a16:creationId xmlns:a16="http://schemas.microsoft.com/office/drawing/2014/main" id="{2D5B1B69-E6A5-464B-B486-CD0FA29FDB0A}"/>
              </a:ext>
            </a:extLst>
          </p:cNvPr>
          <p:cNvSpPr>
            <a:spLocks xmlns:a="http://schemas.openxmlformats.org/drawingml/2006/main" noGrp="1"/>
          </p:cNvSpPr>
          <p:nvPr/>
        </p:nvSpPr>
        <p:spPr>
          <a:xfrm xmlns:a="http://schemas.openxmlformats.org/drawingml/2006/main">
            <a:off x="4476750" y="4076699"/>
            <a:ext cx="1143000" cy="5524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75188860" name="Arrow: Left 1015649989">
            <a:extLst xmlns:a="http://schemas.openxmlformats.org/drawingml/2006/main">
              <a:ext uri="{FF2B5EF4-FFF2-40B4-BE49-F238E27FC236}">
                <a16:creationId xmlns:a16="http://schemas.microsoft.com/office/drawing/2014/main" id="{D2861F83-2AF7-4414-BD83-DB9E98009166}"/>
              </a:ext>
            </a:extLst>
          </p:cNvPr>
          <p:cNvSpPr>
            <a:spLocks xmlns:a="http://schemas.openxmlformats.org/drawingml/2006/main" noGrp="1"/>
          </p:cNvSpPr>
          <p:nvPr/>
        </p:nvSpPr>
        <p:spPr>
          <a:xfrm xmlns:a="http://schemas.openxmlformats.org/drawingml/2006/main">
            <a:off x="3171825" y="2266950"/>
            <a:ext cx="1285875" cy="552450"/>
          </a:xfrm>
          <a:prstGeom xmlns:a="http://schemas.openxmlformats.org/drawingml/2006/main" prst="lef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60899751" name="Rectangle 1286149260">
            <a:extLst xmlns:a="http://schemas.openxmlformats.org/drawingml/2006/main">
              <a:ext uri="{FF2B5EF4-FFF2-40B4-BE49-F238E27FC236}">
                <a16:creationId xmlns:a16="http://schemas.microsoft.com/office/drawing/2014/main" id="{2622E11D-FB18-4D6F-AAB7-DA83109D5D00}"/>
              </a:ext>
            </a:extLst>
          </p:cNvPr>
          <p:cNvSpPr>
            <a:spLocks xmlns:a="http://schemas.openxmlformats.org/drawingml/2006/main" noGrp="1"/>
          </p:cNvSpPr>
          <p:nvPr/>
        </p:nvSpPr>
        <p:spPr>
          <a:xfrm xmlns:a="http://schemas.openxmlformats.org/drawingml/2006/main">
            <a:off x="5334000" y="3429000"/>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550" b="1">
                <a:solidFill>
                  <a:srgbClr val="0B0F19"/>
                </a:solidFill>
              </a:defRPr>
            </a:pPr>
            <a:r>
              <a:rPr sz="2550" b="1">
                <a:solidFill>
                  <a:srgbClr val="0B0F19"/>
                </a:solidFill>
              </a:rPr>
              <a:t>repeat</a:t>
            </a:r>
          </a:p>
        </p:txBody>
      </p:sp>
      <p:sp>
        <p:nvSpPr>
          <p:cNvPr id="1218746948" name="Rectangle 598068433">
            <a:extLst xmlns:a="http://schemas.openxmlformats.org/drawingml/2006/main">
              <a:ext uri="{FF2B5EF4-FFF2-40B4-BE49-F238E27FC236}">
                <a16:creationId xmlns:a16="http://schemas.microsoft.com/office/drawing/2014/main" id="{61B0C603-6202-4521-8328-0F376D25731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28</a:t>
            </a:r>
          </a:p>
        </p:txBody>
      </p:sp>
    </p:spTree>
    <p:extLst>
      <p:ext uri="{BB962C8B-B14F-4D97-AF65-F5344CB8AC3E}">
        <p14:creationId xmlns:p14="http://schemas.microsoft.com/office/powerpoint/2010/main" val="712348801"/>
      </p:ext>
    </p:extLst>
  </p:cSld>
</p:sld>
</file>

<file path=ppt/slides/slide2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89421629" name="Rectangle 596912551">
            <a:extLst xmlns:a="http://schemas.openxmlformats.org/drawingml/2006/main">
              <a:ext uri="{FF2B5EF4-FFF2-40B4-BE49-F238E27FC236}">
                <a16:creationId xmlns:a16="http://schemas.microsoft.com/office/drawing/2014/main" id="{25E6F14E-9BC4-4880-B2C5-421F83B919E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1522509940" name="Rectangle 290873250">
            <a:extLst xmlns:a="http://schemas.openxmlformats.org/drawingml/2006/main">
              <a:ext uri="{FF2B5EF4-FFF2-40B4-BE49-F238E27FC236}">
                <a16:creationId xmlns:a16="http://schemas.microsoft.com/office/drawing/2014/main" id="{5A2C3B06-F506-41D9-848A-2D120A3E537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Words become vectors</a:t>
            </a:r>
          </a:p>
        </p:txBody>
      </p:sp>
      <p:sp>
        <p:nvSpPr>
          <p:cNvPr id="222255566" name="Rectangle: Rounded Corners 81270832">
            <a:extLst xmlns:a="http://schemas.openxmlformats.org/drawingml/2006/main">
              <a:ext uri="{FF2B5EF4-FFF2-40B4-BE49-F238E27FC236}">
                <a16:creationId xmlns:a16="http://schemas.microsoft.com/office/drawing/2014/main" id="{44C4B0AD-2605-465A-8117-EDB35268980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2674344" name="Rectangle: Rounded Corners 1587413913">
            <a:extLst xmlns:a="http://schemas.openxmlformats.org/drawingml/2006/main">
              <a:ext uri="{FF2B5EF4-FFF2-40B4-BE49-F238E27FC236}">
                <a16:creationId xmlns:a16="http://schemas.microsoft.com/office/drawing/2014/main" id="{3036FB08-F338-49C8-9AA8-E909F8002777}"/>
              </a:ext>
            </a:extLst>
          </p:cNvPr>
          <p:cNvSpPr>
            <a:spLocks xmlns:a="http://schemas.openxmlformats.org/drawingml/2006/main" noGrp="1"/>
          </p:cNvSpPr>
          <p:nvPr/>
        </p:nvSpPr>
        <p:spPr>
          <a:xfrm xmlns:a="http://schemas.openxmlformats.org/drawingml/2006/main">
            <a:off x="1619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825330235" name="Rectangle: Rounded Corners 493815563">
            <a:extLst xmlns:a="http://schemas.openxmlformats.org/drawingml/2006/main">
              <a:ext uri="{FF2B5EF4-FFF2-40B4-BE49-F238E27FC236}">
                <a16:creationId xmlns:a16="http://schemas.microsoft.com/office/drawing/2014/main" id="{0F283941-9284-4AE1-A2EE-EA84FD9AF01E}"/>
              </a:ext>
            </a:extLst>
          </p:cNvPr>
          <p:cNvSpPr>
            <a:spLocks xmlns:a="http://schemas.openxmlformats.org/drawingml/2006/main" noGrp="1"/>
          </p:cNvSpPr>
          <p:nvPr/>
        </p:nvSpPr>
        <p:spPr>
          <a:xfrm xmlns:a="http://schemas.openxmlformats.org/drawingml/2006/main">
            <a:off x="29527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1449912338" name="Rectangle: Rounded Corners 770580154">
            <a:extLst xmlns:a="http://schemas.openxmlformats.org/drawingml/2006/main">
              <a:ext uri="{FF2B5EF4-FFF2-40B4-BE49-F238E27FC236}">
                <a16:creationId xmlns:a16="http://schemas.microsoft.com/office/drawing/2014/main" id="{00742CFA-BF69-4E45-8D5B-BE58318AB8A7}"/>
              </a:ext>
            </a:extLst>
          </p:cNvPr>
          <p:cNvSpPr>
            <a:spLocks xmlns:a="http://schemas.openxmlformats.org/drawingml/2006/main" noGrp="1"/>
          </p:cNvSpPr>
          <p:nvPr/>
        </p:nvSpPr>
        <p:spPr>
          <a:xfrm xmlns:a="http://schemas.openxmlformats.org/drawingml/2006/main">
            <a:off x="4286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sat</a:t>
            </a:r>
          </a:p>
        </p:txBody>
      </p:sp>
      <p:sp>
        <p:nvSpPr>
          <p:cNvPr id="1284512142" name="Arrow: Right 719400496">
            <a:extLst xmlns:a="http://schemas.openxmlformats.org/drawingml/2006/main">
              <a:ext uri="{FF2B5EF4-FFF2-40B4-BE49-F238E27FC236}">
                <a16:creationId xmlns:a16="http://schemas.microsoft.com/office/drawing/2014/main" id="{83E7F052-8FF4-4A01-9704-2E8C1F07D74F}"/>
              </a:ext>
            </a:extLst>
          </p:cNvPr>
          <p:cNvSpPr>
            <a:spLocks xmlns:a="http://schemas.openxmlformats.org/drawingml/2006/main" noGrp="1"/>
          </p:cNvSpPr>
          <p:nvPr/>
        </p:nvSpPr>
        <p:spPr>
          <a:xfrm xmlns:a="http://schemas.openxmlformats.org/drawingml/2006/main">
            <a:off x="5476875" y="3095625"/>
            <a:ext cx="1190625" cy="4762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93044692" name="Rectangle: Rounded Corners 1479447591">
            <a:extLst xmlns:a="http://schemas.openxmlformats.org/drawingml/2006/main">
              <a:ext uri="{FF2B5EF4-FFF2-40B4-BE49-F238E27FC236}">
                <a16:creationId xmlns:a16="http://schemas.microsoft.com/office/drawing/2014/main" id="{B7026413-14F3-4DF0-84B3-BB6684B5DDE5}"/>
              </a:ext>
            </a:extLst>
          </p:cNvPr>
          <p:cNvSpPr>
            <a:spLocks xmlns:a="http://schemas.openxmlformats.org/drawingml/2006/main" noGrp="1"/>
          </p:cNvSpPr>
          <p:nvPr/>
        </p:nvSpPr>
        <p:spPr>
          <a:xfrm xmlns:a="http://schemas.openxmlformats.org/drawingml/2006/main">
            <a:off x="7429500" y="2500313"/>
            <a:ext cx="333375" cy="1214438"/>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697340332" name="Rectangle: Rounded Corners 2028005840">
            <a:extLst xmlns:a="http://schemas.openxmlformats.org/drawingml/2006/main">
              <a:ext uri="{FF2B5EF4-FFF2-40B4-BE49-F238E27FC236}">
                <a16:creationId xmlns:a16="http://schemas.microsoft.com/office/drawing/2014/main" id="{8FB34F4B-E472-4D55-B96D-A2C0ED18DEA2}"/>
              </a:ext>
            </a:extLst>
          </p:cNvPr>
          <p:cNvSpPr>
            <a:spLocks xmlns:a="http://schemas.openxmlformats.org/drawingml/2006/main" noGrp="1"/>
          </p:cNvSpPr>
          <p:nvPr/>
        </p:nvSpPr>
        <p:spPr>
          <a:xfrm xmlns:a="http://schemas.openxmlformats.org/drawingml/2006/main">
            <a:off x="7953375" y="3309937"/>
            <a:ext cx="333375" cy="404813"/>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138536474" name="Rectangle: Rounded Corners 1882830141">
            <a:extLst xmlns:a="http://schemas.openxmlformats.org/drawingml/2006/main">
              <a:ext uri="{FF2B5EF4-FFF2-40B4-BE49-F238E27FC236}">
                <a16:creationId xmlns:a16="http://schemas.microsoft.com/office/drawing/2014/main" id="{74D14C5F-62ED-4515-A321-876930796BA1}"/>
              </a:ext>
            </a:extLst>
          </p:cNvPr>
          <p:cNvSpPr>
            <a:spLocks xmlns:a="http://schemas.openxmlformats.org/drawingml/2006/main" noGrp="1"/>
          </p:cNvSpPr>
          <p:nvPr/>
        </p:nvSpPr>
        <p:spPr>
          <a:xfrm xmlns:a="http://schemas.openxmlformats.org/drawingml/2006/main">
            <a:off x="8477250" y="2257425"/>
            <a:ext cx="333375" cy="1457325"/>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429240879" name="Rectangle: Rounded Corners 60243026">
            <a:extLst xmlns:a="http://schemas.openxmlformats.org/drawingml/2006/main">
              <a:ext uri="{FF2B5EF4-FFF2-40B4-BE49-F238E27FC236}">
                <a16:creationId xmlns:a16="http://schemas.microsoft.com/office/drawing/2014/main" id="{686B13BF-C8D6-443D-9B9A-4718D4041343}"/>
              </a:ext>
            </a:extLst>
          </p:cNvPr>
          <p:cNvSpPr>
            <a:spLocks xmlns:a="http://schemas.openxmlformats.org/drawingml/2006/main" noGrp="1"/>
          </p:cNvSpPr>
          <p:nvPr/>
        </p:nvSpPr>
        <p:spPr>
          <a:xfrm xmlns:a="http://schemas.openxmlformats.org/drawingml/2006/main">
            <a:off x="9001125" y="3067050"/>
            <a:ext cx="333375" cy="647700"/>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347715908" name="Rectangle: Rounded Corners 1134928050">
            <a:extLst xmlns:a="http://schemas.openxmlformats.org/drawingml/2006/main">
              <a:ext uri="{FF2B5EF4-FFF2-40B4-BE49-F238E27FC236}">
                <a16:creationId xmlns:a16="http://schemas.microsoft.com/office/drawing/2014/main" id="{A3566E7B-9849-4AF1-A8A7-C0C4CB220598}"/>
              </a:ext>
            </a:extLst>
          </p:cNvPr>
          <p:cNvSpPr>
            <a:spLocks xmlns:a="http://schemas.openxmlformats.org/drawingml/2006/main" noGrp="1"/>
          </p:cNvSpPr>
          <p:nvPr/>
        </p:nvSpPr>
        <p:spPr>
          <a:xfrm xmlns:a="http://schemas.openxmlformats.org/drawingml/2006/main">
            <a:off x="9525000" y="2743200"/>
            <a:ext cx="333375" cy="971550"/>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1190559483" name="Rectangle 1354337603">
            <a:extLst xmlns:a="http://schemas.openxmlformats.org/drawingml/2006/main">
              <a:ext uri="{FF2B5EF4-FFF2-40B4-BE49-F238E27FC236}">
                <a16:creationId xmlns:a16="http://schemas.microsoft.com/office/drawing/2014/main" id="{5746077E-12BE-462A-9437-4287E84965B3}"/>
              </a:ext>
            </a:extLst>
          </p:cNvPr>
          <p:cNvSpPr>
            <a:spLocks xmlns:a="http://schemas.openxmlformats.org/drawingml/2006/main" noGrp="1"/>
          </p:cNvSpPr>
          <p:nvPr/>
        </p:nvSpPr>
        <p:spPr>
          <a:xfrm xmlns:a="http://schemas.openxmlformats.org/drawingml/2006/main">
            <a:off x="7286625" y="4095750"/>
            <a:ext cx="295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[0.75, 0.25, ...]</a:t>
            </a:r>
          </a:p>
        </p:txBody>
      </p:sp>
      <p:sp>
        <p:nvSpPr>
          <p:cNvPr id="1323229949" name="Rectangle 564634627">
            <a:extLst xmlns:a="http://schemas.openxmlformats.org/drawingml/2006/main">
              <a:ext uri="{FF2B5EF4-FFF2-40B4-BE49-F238E27FC236}">
                <a16:creationId xmlns:a16="http://schemas.microsoft.com/office/drawing/2014/main" id="{0D1041D2-7201-45D2-8B55-F458E89ED70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29</a:t>
            </a:r>
          </a:p>
        </p:txBody>
      </p:sp>
    </p:spTree>
    <p:extLst>
      <p:ext uri="{BB962C8B-B14F-4D97-AF65-F5344CB8AC3E}">
        <p14:creationId xmlns:p14="http://schemas.microsoft.com/office/powerpoint/2010/main" val="1091084925"/>
      </p:ext>
    </p:extLst>
  </p:cSld>
</p:sld>
</file>

<file path=ppt/slides/slide3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13789299" name="Rectangle 804913496">
            <a:extLst xmlns:a="http://schemas.openxmlformats.org/drawingml/2006/main">
              <a:ext uri="{FF2B5EF4-FFF2-40B4-BE49-F238E27FC236}">
                <a16:creationId xmlns:a16="http://schemas.microsoft.com/office/drawing/2014/main" id="{878AD1ED-55A6-41FD-A3F4-49E5C69B746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1878387925" name="Rectangle 977578111">
            <a:extLst xmlns:a="http://schemas.openxmlformats.org/drawingml/2006/main">
              <a:ext uri="{FF2B5EF4-FFF2-40B4-BE49-F238E27FC236}">
                <a16:creationId xmlns:a16="http://schemas.microsoft.com/office/drawing/2014/main" id="{4248D64F-E57F-49EC-8627-C02BAE6FF52B}"/>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Meaning becomes geometry</a:t>
            </a:r>
          </a:p>
        </p:txBody>
      </p:sp>
      <p:sp>
        <p:nvSpPr>
          <p:cNvPr id="182947853" name="Rectangle: Rounded Corners 1169649151">
            <a:extLst xmlns:a="http://schemas.openxmlformats.org/drawingml/2006/main">
              <a:ext uri="{FF2B5EF4-FFF2-40B4-BE49-F238E27FC236}">
                <a16:creationId xmlns:a16="http://schemas.microsoft.com/office/drawing/2014/main" id="{1D8D8B8F-6C1C-4529-B653-C82FF59D625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89220522" name="Straight Connector 2011469827">
            <a:extLst xmlns:a="http://schemas.openxmlformats.org/drawingml/2006/main">
              <a:ext uri="{FF2B5EF4-FFF2-40B4-BE49-F238E27FC236}">
                <a16:creationId xmlns:a16="http://schemas.microsoft.com/office/drawing/2014/main" id="{E46BE0EA-F421-4F2D-871B-A7AC02D019AB}"/>
              </a:ext>
            </a:extLst>
          </p:cNvPr>
          <p:cNvSpPr>
            <a:spLocks xmlns:a="http://schemas.openxmlformats.org/drawingml/2006/main" noGrp="1"/>
          </p:cNvSpPr>
          <p:nvPr/>
        </p:nvSpPr>
        <p:spPr>
          <a:xfrm xmlns:a="http://schemas.openxmlformats.org/drawingml/2006/main">
            <a:off x="1857375" y="5095875"/>
            <a:ext cx="8143875" cy="9525"/>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31017699" name="Straight Connector 181034433">
            <a:extLst xmlns:a="http://schemas.openxmlformats.org/drawingml/2006/main">
              <a:ext uri="{FF2B5EF4-FFF2-40B4-BE49-F238E27FC236}">
                <a16:creationId xmlns:a16="http://schemas.microsoft.com/office/drawing/2014/main" id="{0714D561-5641-4044-BE50-5225E6061848}"/>
              </a:ext>
            </a:extLst>
          </p:cNvPr>
          <p:cNvSpPr>
            <a:spLocks xmlns:a="http://schemas.openxmlformats.org/drawingml/2006/main" noGrp="1"/>
          </p:cNvSpPr>
          <p:nvPr/>
        </p:nvSpPr>
        <p:spPr>
          <a:xfrm xmlns:a="http://schemas.openxmlformats.org/drawingml/2006/main">
            <a:off x="1857375" y="1952625"/>
            <a:ext cx="9525" cy="31432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73088587" name="Oval 1553006746">
            <a:extLst xmlns:a="http://schemas.openxmlformats.org/drawingml/2006/main">
              <a:ext uri="{FF2B5EF4-FFF2-40B4-BE49-F238E27FC236}">
                <a16:creationId xmlns:a16="http://schemas.microsoft.com/office/drawing/2014/main" id="{A0761ED3-2966-4B61-AF3F-B9D25C3AC905}"/>
              </a:ext>
            </a:extLst>
          </p:cNvPr>
          <p:cNvSpPr>
            <a:spLocks xmlns:a="http://schemas.openxmlformats.org/drawingml/2006/main" noGrp="1"/>
          </p:cNvSpPr>
          <p:nvPr/>
        </p:nvSpPr>
        <p:spPr>
          <a:xfrm xmlns:a="http://schemas.openxmlformats.org/drawingml/2006/main">
            <a:off x="3419475" y="2609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9177173" name="Rectangle 1709600281">
            <a:extLst xmlns:a="http://schemas.openxmlformats.org/drawingml/2006/main">
              <a:ext uri="{FF2B5EF4-FFF2-40B4-BE49-F238E27FC236}">
                <a16:creationId xmlns:a16="http://schemas.microsoft.com/office/drawing/2014/main" id="{61471B4A-C14C-46B8-A91E-8A14CDEAEE7F}"/>
              </a:ext>
            </a:extLst>
          </p:cNvPr>
          <p:cNvSpPr>
            <a:spLocks xmlns:a="http://schemas.openxmlformats.org/drawingml/2006/main" noGrp="1"/>
          </p:cNvSpPr>
          <p:nvPr/>
        </p:nvSpPr>
        <p:spPr>
          <a:xfrm xmlns:a="http://schemas.openxmlformats.org/drawingml/2006/main">
            <a:off x="3657600" y="2571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king</a:t>
            </a:r>
          </a:p>
        </p:txBody>
      </p:sp>
      <p:sp>
        <p:nvSpPr>
          <p:cNvPr id="1197672880" name="Oval 21898783">
            <a:extLst xmlns:a="http://schemas.openxmlformats.org/drawingml/2006/main">
              <a:ext uri="{FF2B5EF4-FFF2-40B4-BE49-F238E27FC236}">
                <a16:creationId xmlns:a16="http://schemas.microsoft.com/office/drawing/2014/main" id="{219F44E4-B22A-49CD-BC97-07F47C052553}"/>
              </a:ext>
            </a:extLst>
          </p:cNvPr>
          <p:cNvSpPr>
            <a:spLocks xmlns:a="http://schemas.openxmlformats.org/drawingml/2006/main" noGrp="1"/>
          </p:cNvSpPr>
          <p:nvPr/>
        </p:nvSpPr>
        <p:spPr>
          <a:xfrm xmlns:a="http://schemas.openxmlformats.org/drawingml/2006/main">
            <a:off x="3895725" y="2276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6500175" name="Rectangle 948343370">
            <a:extLst xmlns:a="http://schemas.openxmlformats.org/drawingml/2006/main">
              <a:ext uri="{FF2B5EF4-FFF2-40B4-BE49-F238E27FC236}">
                <a16:creationId xmlns:a16="http://schemas.microsoft.com/office/drawing/2014/main" id="{7B07D4BA-7626-4AE9-95A6-0E75013948DD}"/>
              </a:ext>
            </a:extLst>
          </p:cNvPr>
          <p:cNvSpPr>
            <a:spLocks xmlns:a="http://schemas.openxmlformats.org/drawingml/2006/main" noGrp="1"/>
          </p:cNvSpPr>
          <p:nvPr/>
        </p:nvSpPr>
        <p:spPr>
          <a:xfrm xmlns:a="http://schemas.openxmlformats.org/drawingml/2006/main">
            <a:off x="4133850" y="2238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queen</a:t>
            </a:r>
          </a:p>
        </p:txBody>
      </p:sp>
      <p:sp>
        <p:nvSpPr>
          <p:cNvPr id="1334975142" name="Oval 2041526387">
            <a:extLst xmlns:a="http://schemas.openxmlformats.org/drawingml/2006/main">
              <a:ext uri="{FF2B5EF4-FFF2-40B4-BE49-F238E27FC236}">
                <a16:creationId xmlns:a16="http://schemas.microsoft.com/office/drawing/2014/main" id="{9B443279-3017-4DA0-82AE-E687D9152707}"/>
              </a:ext>
            </a:extLst>
          </p:cNvPr>
          <p:cNvSpPr>
            <a:spLocks xmlns:a="http://schemas.openxmlformats.org/drawingml/2006/main" noGrp="1"/>
          </p:cNvSpPr>
          <p:nvPr/>
        </p:nvSpPr>
        <p:spPr>
          <a:xfrm xmlns:a="http://schemas.openxmlformats.org/drawingml/2006/main">
            <a:off x="3038475" y="3514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45655926" name="Rectangle 1876813262">
            <a:extLst xmlns:a="http://schemas.openxmlformats.org/drawingml/2006/main">
              <a:ext uri="{FF2B5EF4-FFF2-40B4-BE49-F238E27FC236}">
                <a16:creationId xmlns:a16="http://schemas.microsoft.com/office/drawing/2014/main" id="{C788E0E5-0920-4637-94B2-DC5A9C79F2E5}"/>
              </a:ext>
            </a:extLst>
          </p:cNvPr>
          <p:cNvSpPr>
            <a:spLocks xmlns:a="http://schemas.openxmlformats.org/drawingml/2006/main" noGrp="1"/>
          </p:cNvSpPr>
          <p:nvPr/>
        </p:nvSpPr>
        <p:spPr>
          <a:xfrm xmlns:a="http://schemas.openxmlformats.org/drawingml/2006/main">
            <a:off x="3276600" y="3476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man</a:t>
            </a:r>
          </a:p>
        </p:txBody>
      </p:sp>
      <p:sp>
        <p:nvSpPr>
          <p:cNvPr id="732754242" name="Oval 1942427474">
            <a:extLst xmlns:a="http://schemas.openxmlformats.org/drawingml/2006/main">
              <a:ext uri="{FF2B5EF4-FFF2-40B4-BE49-F238E27FC236}">
                <a16:creationId xmlns:a16="http://schemas.microsoft.com/office/drawing/2014/main" id="{F7C451BE-7AD1-47A3-A54F-87ADA410B625}"/>
              </a:ext>
            </a:extLst>
          </p:cNvPr>
          <p:cNvSpPr>
            <a:spLocks xmlns:a="http://schemas.openxmlformats.org/drawingml/2006/main" noGrp="1"/>
          </p:cNvSpPr>
          <p:nvPr/>
        </p:nvSpPr>
        <p:spPr>
          <a:xfrm xmlns:a="http://schemas.openxmlformats.org/drawingml/2006/main">
            <a:off x="4038600" y="3371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42739853" name="Rectangle 888296365">
            <a:extLst xmlns:a="http://schemas.openxmlformats.org/drawingml/2006/main">
              <a:ext uri="{FF2B5EF4-FFF2-40B4-BE49-F238E27FC236}">
                <a16:creationId xmlns:a16="http://schemas.microsoft.com/office/drawing/2014/main" id="{45ACB0E7-23DA-4EB2-949A-9EE5D75AAF0F}"/>
              </a:ext>
            </a:extLst>
          </p:cNvPr>
          <p:cNvSpPr>
            <a:spLocks xmlns:a="http://schemas.openxmlformats.org/drawingml/2006/main" noGrp="1"/>
          </p:cNvSpPr>
          <p:nvPr/>
        </p:nvSpPr>
        <p:spPr>
          <a:xfrm xmlns:a="http://schemas.openxmlformats.org/drawingml/2006/main">
            <a:off x="4276725" y="3333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woman</a:t>
            </a:r>
          </a:p>
        </p:txBody>
      </p:sp>
      <p:sp>
        <p:nvSpPr>
          <p:cNvPr id="1528157056" name="Oval 358440105">
            <a:extLst xmlns:a="http://schemas.openxmlformats.org/drawingml/2006/main">
              <a:ext uri="{FF2B5EF4-FFF2-40B4-BE49-F238E27FC236}">
                <a16:creationId xmlns:a16="http://schemas.microsoft.com/office/drawing/2014/main" id="{A9C287D1-2EBD-4B34-B558-435BC91F9A5D}"/>
              </a:ext>
            </a:extLst>
          </p:cNvPr>
          <p:cNvSpPr>
            <a:spLocks xmlns:a="http://schemas.openxmlformats.org/drawingml/2006/main" noGrp="1"/>
          </p:cNvSpPr>
          <p:nvPr/>
        </p:nvSpPr>
        <p:spPr>
          <a:xfrm xmlns:a="http://schemas.openxmlformats.org/drawingml/2006/main">
            <a:off x="7134225" y="3038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60544960" name="Rectangle 1076600515">
            <a:extLst xmlns:a="http://schemas.openxmlformats.org/drawingml/2006/main">
              <a:ext uri="{FF2B5EF4-FFF2-40B4-BE49-F238E27FC236}">
                <a16:creationId xmlns:a16="http://schemas.microsoft.com/office/drawing/2014/main" id="{40C46CE3-2E36-4F4A-A73C-8C237930A462}"/>
              </a:ext>
            </a:extLst>
          </p:cNvPr>
          <p:cNvSpPr>
            <a:spLocks xmlns:a="http://schemas.openxmlformats.org/drawingml/2006/main" noGrp="1"/>
          </p:cNvSpPr>
          <p:nvPr/>
        </p:nvSpPr>
        <p:spPr>
          <a:xfrm xmlns:a="http://schemas.openxmlformats.org/drawingml/2006/main">
            <a:off x="7372350" y="3000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cat</a:t>
            </a:r>
          </a:p>
        </p:txBody>
      </p:sp>
      <p:sp>
        <p:nvSpPr>
          <p:cNvPr id="1483689163" name="Oval 1935212152">
            <a:extLst xmlns:a="http://schemas.openxmlformats.org/drawingml/2006/main">
              <a:ext uri="{FF2B5EF4-FFF2-40B4-BE49-F238E27FC236}">
                <a16:creationId xmlns:a16="http://schemas.microsoft.com/office/drawing/2014/main" id="{0426B7C1-0FBC-4C50-A46A-42BD70275B9F}"/>
              </a:ext>
            </a:extLst>
          </p:cNvPr>
          <p:cNvSpPr>
            <a:spLocks xmlns:a="http://schemas.openxmlformats.org/drawingml/2006/main" noGrp="1"/>
          </p:cNvSpPr>
          <p:nvPr/>
        </p:nvSpPr>
        <p:spPr>
          <a:xfrm xmlns:a="http://schemas.openxmlformats.org/drawingml/2006/main">
            <a:off x="7705725" y="2752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64397363" name="Rectangle 40298214">
            <a:extLst xmlns:a="http://schemas.openxmlformats.org/drawingml/2006/main">
              <a:ext uri="{FF2B5EF4-FFF2-40B4-BE49-F238E27FC236}">
                <a16:creationId xmlns:a16="http://schemas.microsoft.com/office/drawing/2014/main" id="{BDD00036-3AC7-4921-9F23-6F913132E974}"/>
              </a:ext>
            </a:extLst>
          </p:cNvPr>
          <p:cNvSpPr>
            <a:spLocks xmlns:a="http://schemas.openxmlformats.org/drawingml/2006/main" noGrp="1"/>
          </p:cNvSpPr>
          <p:nvPr/>
        </p:nvSpPr>
        <p:spPr>
          <a:xfrm xmlns:a="http://schemas.openxmlformats.org/drawingml/2006/main">
            <a:off x="7943850" y="2714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dog</a:t>
            </a:r>
          </a:p>
        </p:txBody>
      </p:sp>
      <p:sp>
        <p:nvSpPr>
          <p:cNvPr id="1690122395" name="Oval 1096938976">
            <a:extLst xmlns:a="http://schemas.openxmlformats.org/drawingml/2006/main">
              <a:ext uri="{FF2B5EF4-FFF2-40B4-BE49-F238E27FC236}">
                <a16:creationId xmlns:a16="http://schemas.microsoft.com/office/drawing/2014/main" id="{8D472DD2-362F-43C0-A62E-97370DE582B9}"/>
              </a:ext>
            </a:extLst>
          </p:cNvPr>
          <p:cNvSpPr>
            <a:spLocks xmlns:a="http://schemas.openxmlformats.org/drawingml/2006/main" noGrp="1"/>
          </p:cNvSpPr>
          <p:nvPr/>
        </p:nvSpPr>
        <p:spPr>
          <a:xfrm xmlns:a="http://schemas.openxmlformats.org/drawingml/2006/main">
            <a:off x="8753475" y="4419600"/>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04697145" name="Rectangle 251020529">
            <a:extLst xmlns:a="http://schemas.openxmlformats.org/drawingml/2006/main">
              <a:ext uri="{FF2B5EF4-FFF2-40B4-BE49-F238E27FC236}">
                <a16:creationId xmlns:a16="http://schemas.microsoft.com/office/drawing/2014/main" id="{A8C8C107-9627-47FF-8BB8-C2DEF11438F7}"/>
              </a:ext>
            </a:extLst>
          </p:cNvPr>
          <p:cNvSpPr>
            <a:spLocks xmlns:a="http://schemas.openxmlformats.org/drawingml/2006/main" noGrp="1"/>
          </p:cNvSpPr>
          <p:nvPr/>
        </p:nvSpPr>
        <p:spPr>
          <a:xfrm xmlns:a="http://schemas.openxmlformats.org/drawingml/2006/main">
            <a:off x="8991600" y="438150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car</a:t>
            </a:r>
          </a:p>
        </p:txBody>
      </p:sp>
      <p:sp>
        <p:nvSpPr>
          <p:cNvPr id="1612626524" name="Rectangle 1844580113">
            <a:extLst xmlns:a="http://schemas.openxmlformats.org/drawingml/2006/main">
              <a:ext uri="{FF2B5EF4-FFF2-40B4-BE49-F238E27FC236}">
                <a16:creationId xmlns:a16="http://schemas.microsoft.com/office/drawing/2014/main" id="{54741B3E-E1E6-4030-B2A5-3F247AE0362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30</a:t>
            </a:r>
          </a:p>
        </p:txBody>
      </p:sp>
    </p:spTree>
    <p:extLst>
      <p:ext uri="{BB962C8B-B14F-4D97-AF65-F5344CB8AC3E}">
        <p14:creationId xmlns:p14="http://schemas.microsoft.com/office/powerpoint/2010/main" val="270388214"/>
      </p:ext>
    </p:extLst>
  </p:cSld>
</p:sld>
</file>

<file path=ppt/slides/slide3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03025600" name="Rectangle 316490786">
            <a:extLst xmlns:a="http://schemas.openxmlformats.org/drawingml/2006/main">
              <a:ext uri="{FF2B5EF4-FFF2-40B4-BE49-F238E27FC236}">
                <a16:creationId xmlns:a16="http://schemas.microsoft.com/office/drawing/2014/main" id="{6083AF29-3A70-46ED-85E9-963292FC00A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Sequences</a:t>
            </a:r>
          </a:p>
        </p:txBody>
      </p:sp>
      <p:sp>
        <p:nvSpPr>
          <p:cNvPr id="1021460426" name="Rectangle 1088829960">
            <a:extLst xmlns:a="http://schemas.openxmlformats.org/drawingml/2006/main">
              <a:ext uri="{FF2B5EF4-FFF2-40B4-BE49-F238E27FC236}">
                <a16:creationId xmlns:a16="http://schemas.microsoft.com/office/drawing/2014/main" id="{35C80DFD-6321-4086-9F87-CE0CB95D0FB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Order changes the meaning</a:t>
            </a:r>
          </a:p>
        </p:txBody>
      </p:sp>
      <p:sp>
        <p:nvSpPr>
          <p:cNvPr id="1202053836" name="Rectangle: Rounded Corners 1185614033">
            <a:extLst xmlns:a="http://schemas.openxmlformats.org/drawingml/2006/main">
              <a:ext uri="{FF2B5EF4-FFF2-40B4-BE49-F238E27FC236}">
                <a16:creationId xmlns:a16="http://schemas.microsoft.com/office/drawing/2014/main" id="{BD9159BF-5680-47A8-8D0E-DC911A00634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80999758" name="Rectangle: Rounded Corners 1637263549">
            <a:extLst xmlns:a="http://schemas.openxmlformats.org/drawingml/2006/main">
              <a:ext uri="{FF2B5EF4-FFF2-40B4-BE49-F238E27FC236}">
                <a16:creationId xmlns:a16="http://schemas.microsoft.com/office/drawing/2014/main" id="{8A195182-044D-4A68-A426-BD99E8141C64}"/>
              </a:ext>
            </a:extLst>
          </p:cNvPr>
          <p:cNvSpPr>
            <a:spLocks xmlns:a="http://schemas.openxmlformats.org/drawingml/2006/main" noGrp="1"/>
          </p:cNvSpPr>
          <p:nvPr/>
        </p:nvSpPr>
        <p:spPr>
          <a:xfrm xmlns:a="http://schemas.openxmlformats.org/drawingml/2006/main">
            <a:off x="2381250" y="266700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1747069247" name="Arrow: Right 483904790">
            <a:extLst xmlns:a="http://schemas.openxmlformats.org/drawingml/2006/main">
              <a:ext uri="{FF2B5EF4-FFF2-40B4-BE49-F238E27FC236}">
                <a16:creationId xmlns:a16="http://schemas.microsoft.com/office/drawing/2014/main" id="{EFACF218-BB47-4DE8-8108-7AF43013E9A8}"/>
              </a:ext>
            </a:extLst>
          </p:cNvPr>
          <p:cNvSpPr>
            <a:spLocks xmlns:a="http://schemas.openxmlformats.org/drawingml/2006/main" noGrp="1"/>
          </p:cNvSpPr>
          <p:nvPr/>
        </p:nvSpPr>
        <p:spPr>
          <a:xfrm xmlns:a="http://schemas.openxmlformats.org/drawingml/2006/main">
            <a:off x="4095750" y="276225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1686144907" name="Rectangle: Rounded Corners 112366508">
            <a:extLst xmlns:a="http://schemas.openxmlformats.org/drawingml/2006/main">
              <a:ext uri="{FF2B5EF4-FFF2-40B4-BE49-F238E27FC236}">
                <a16:creationId xmlns:a16="http://schemas.microsoft.com/office/drawing/2014/main" id="{039E9407-6152-454B-88DC-9A83260C1B9C}"/>
              </a:ext>
            </a:extLst>
          </p:cNvPr>
          <p:cNvSpPr>
            <a:spLocks xmlns:a="http://schemas.openxmlformats.org/drawingml/2006/main" noGrp="1"/>
          </p:cNvSpPr>
          <p:nvPr/>
        </p:nvSpPr>
        <p:spPr>
          <a:xfrm xmlns:a="http://schemas.openxmlformats.org/drawingml/2006/main">
            <a:off x="6477000" y="266700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67610336" name="Rectangle: Rounded Corners 1684869887">
            <a:extLst xmlns:a="http://schemas.openxmlformats.org/drawingml/2006/main">
              <a:ext uri="{FF2B5EF4-FFF2-40B4-BE49-F238E27FC236}">
                <a16:creationId xmlns:a16="http://schemas.microsoft.com/office/drawing/2014/main" id="{478DFDDA-1C60-4FA6-9ECA-248A9F69584C}"/>
              </a:ext>
            </a:extLst>
          </p:cNvPr>
          <p:cNvSpPr>
            <a:spLocks xmlns:a="http://schemas.openxmlformats.org/drawingml/2006/main" noGrp="1"/>
          </p:cNvSpPr>
          <p:nvPr/>
        </p:nvSpPr>
        <p:spPr>
          <a:xfrm xmlns:a="http://schemas.openxmlformats.org/drawingml/2006/main">
            <a:off x="2381250" y="409575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1596005276" name="Arrow: Right 582027638">
            <a:extLst xmlns:a="http://schemas.openxmlformats.org/drawingml/2006/main">
              <a:ext uri="{FF2B5EF4-FFF2-40B4-BE49-F238E27FC236}">
                <a16:creationId xmlns:a16="http://schemas.microsoft.com/office/drawing/2014/main" id="{15635A12-21AB-4A47-8EBB-F735C5DEF0BE}"/>
              </a:ext>
            </a:extLst>
          </p:cNvPr>
          <p:cNvSpPr>
            <a:spLocks xmlns:a="http://schemas.openxmlformats.org/drawingml/2006/main" noGrp="1"/>
          </p:cNvSpPr>
          <p:nvPr/>
        </p:nvSpPr>
        <p:spPr>
          <a:xfrm xmlns:a="http://schemas.openxmlformats.org/drawingml/2006/main">
            <a:off x="4095750" y="419100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530568163" name="Rectangle: Rounded Corners 415203980">
            <a:extLst xmlns:a="http://schemas.openxmlformats.org/drawingml/2006/main">
              <a:ext uri="{FF2B5EF4-FFF2-40B4-BE49-F238E27FC236}">
                <a16:creationId xmlns:a16="http://schemas.microsoft.com/office/drawing/2014/main" id="{4A25E9EE-CF1B-4BE2-BC25-FFA0828DEBDC}"/>
              </a:ext>
            </a:extLst>
          </p:cNvPr>
          <p:cNvSpPr>
            <a:spLocks xmlns:a="http://schemas.openxmlformats.org/drawingml/2006/main" noGrp="1"/>
          </p:cNvSpPr>
          <p:nvPr/>
        </p:nvSpPr>
        <p:spPr>
          <a:xfrm xmlns:a="http://schemas.openxmlformats.org/drawingml/2006/main">
            <a:off x="6477000" y="409575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612970804" name="Rectangle 1659565154">
            <a:extLst xmlns:a="http://schemas.openxmlformats.org/drawingml/2006/main">
              <a:ext uri="{FF2B5EF4-FFF2-40B4-BE49-F238E27FC236}">
                <a16:creationId xmlns:a16="http://schemas.microsoft.com/office/drawing/2014/main" id="{64B6A0C1-2A0C-4A4F-AAE1-C6FA8B6D40B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31</a:t>
            </a:r>
          </a:p>
        </p:txBody>
      </p:sp>
    </p:spTree>
    <p:extLst>
      <p:ext uri="{BB962C8B-B14F-4D97-AF65-F5344CB8AC3E}">
        <p14:creationId xmlns:p14="http://schemas.microsoft.com/office/powerpoint/2010/main" val="1762589039"/>
      </p:ext>
    </p:extLst>
  </p:cSld>
</p:sld>
</file>

<file path=ppt/slides/slide3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98602963" name="Rectangle 1412031494">
            <a:extLst xmlns:a="http://schemas.openxmlformats.org/drawingml/2006/main">
              <a:ext uri="{FF2B5EF4-FFF2-40B4-BE49-F238E27FC236}">
                <a16:creationId xmlns:a16="http://schemas.microsoft.com/office/drawing/2014/main" id="{BF4C9364-416B-4709-AE23-EA31CC8478F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Before attention</a:t>
            </a:r>
          </a:p>
        </p:txBody>
      </p:sp>
      <p:sp>
        <p:nvSpPr>
          <p:cNvPr id="55527484" name="Rectangle 795213251">
            <a:extLst xmlns:a="http://schemas.openxmlformats.org/drawingml/2006/main">
              <a:ext uri="{FF2B5EF4-FFF2-40B4-BE49-F238E27FC236}">
                <a16:creationId xmlns:a16="http://schemas.microsoft.com/office/drawing/2014/main" id="{7422EFED-5A42-4681-AC48-3E84B6AB8C87}"/>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RNNs read one token at a time</a:t>
            </a:r>
          </a:p>
        </p:txBody>
      </p:sp>
      <p:sp>
        <p:nvSpPr>
          <p:cNvPr id="503428187" name="Rectangle: Rounded Corners 39970162">
            <a:extLst xmlns:a="http://schemas.openxmlformats.org/drawingml/2006/main">
              <a:ext uri="{FF2B5EF4-FFF2-40B4-BE49-F238E27FC236}">
                <a16:creationId xmlns:a16="http://schemas.microsoft.com/office/drawing/2014/main" id="{2729287D-83D0-4684-B23E-200AF8D8B9D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80251754" name="Rectangle: Rounded Corners 1580614387">
            <a:extLst xmlns:a="http://schemas.openxmlformats.org/drawingml/2006/main">
              <a:ext uri="{FF2B5EF4-FFF2-40B4-BE49-F238E27FC236}">
                <a16:creationId xmlns:a16="http://schemas.microsoft.com/office/drawing/2014/main" id="{D5B80679-BE5E-4E63-90C0-C2738C85A121}"/>
              </a:ext>
            </a:extLst>
          </p:cNvPr>
          <p:cNvSpPr>
            <a:spLocks xmlns:a="http://schemas.openxmlformats.org/drawingml/2006/main" noGrp="1"/>
          </p:cNvSpPr>
          <p:nvPr/>
        </p:nvSpPr>
        <p:spPr>
          <a:xfrm xmlns:a="http://schemas.openxmlformats.org/drawingml/2006/main">
            <a:off x="157162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318158269" name="Oval 1990550395">
            <a:extLst xmlns:a="http://schemas.openxmlformats.org/drawingml/2006/main">
              <a:ext uri="{FF2B5EF4-FFF2-40B4-BE49-F238E27FC236}">
                <a16:creationId xmlns:a16="http://schemas.microsoft.com/office/drawing/2014/main" id="{6BB29872-805C-4937-9DD2-E5E1C911636E}"/>
              </a:ext>
            </a:extLst>
          </p:cNvPr>
          <p:cNvSpPr>
            <a:spLocks xmlns:a="http://schemas.openxmlformats.org/drawingml/2006/main" noGrp="1"/>
          </p:cNvSpPr>
          <p:nvPr/>
        </p:nvSpPr>
        <p:spPr>
          <a:xfrm xmlns:a="http://schemas.openxmlformats.org/drawingml/2006/main">
            <a:off x="166687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1701383989" name="Straight Connector 2100406639">
            <a:extLst xmlns:a="http://schemas.openxmlformats.org/drawingml/2006/main">
              <a:ext uri="{FF2B5EF4-FFF2-40B4-BE49-F238E27FC236}">
                <a16:creationId xmlns:a16="http://schemas.microsoft.com/office/drawing/2014/main" id="{68174C9A-5151-44AF-ACC7-E8133CE73DD8}"/>
              </a:ext>
            </a:extLst>
          </p:cNvPr>
          <p:cNvSpPr>
            <a:spLocks xmlns:a="http://schemas.openxmlformats.org/drawingml/2006/main" noGrp="1"/>
          </p:cNvSpPr>
          <p:nvPr/>
        </p:nvSpPr>
        <p:spPr>
          <a:xfrm xmlns:a="http://schemas.openxmlformats.org/drawingml/2006/main">
            <a:off x="209550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3329439" name="Arrow: Right 538775388">
            <a:extLst xmlns:a="http://schemas.openxmlformats.org/drawingml/2006/main">
              <a:ext uri="{FF2B5EF4-FFF2-40B4-BE49-F238E27FC236}">
                <a16:creationId xmlns:a16="http://schemas.microsoft.com/office/drawing/2014/main" id="{7CBE77C6-4AA4-4FEB-98B7-DD1C5AF8E3B3}"/>
              </a:ext>
            </a:extLst>
          </p:cNvPr>
          <p:cNvSpPr>
            <a:spLocks xmlns:a="http://schemas.openxmlformats.org/drawingml/2006/main" noGrp="1"/>
          </p:cNvSpPr>
          <p:nvPr/>
        </p:nvSpPr>
        <p:spPr>
          <a:xfrm xmlns:a="http://schemas.openxmlformats.org/drawingml/2006/main">
            <a:off x="2647949"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5232617" name="Rectangle: Rounded Corners 1064614972">
            <a:extLst xmlns:a="http://schemas.openxmlformats.org/drawingml/2006/main">
              <a:ext uri="{FF2B5EF4-FFF2-40B4-BE49-F238E27FC236}">
                <a16:creationId xmlns:a16="http://schemas.microsoft.com/office/drawing/2014/main" id="{A21DFB09-7E10-48B3-8300-EF5314078142}"/>
              </a:ext>
            </a:extLst>
          </p:cNvPr>
          <p:cNvSpPr>
            <a:spLocks xmlns:a="http://schemas.openxmlformats.org/drawingml/2006/main" noGrp="1"/>
          </p:cNvSpPr>
          <p:nvPr/>
        </p:nvSpPr>
        <p:spPr>
          <a:xfrm xmlns:a="http://schemas.openxmlformats.org/drawingml/2006/main">
            <a:off x="376237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1386667857" name="Oval 1803721867">
            <a:extLst xmlns:a="http://schemas.openxmlformats.org/drawingml/2006/main">
              <a:ext uri="{FF2B5EF4-FFF2-40B4-BE49-F238E27FC236}">
                <a16:creationId xmlns:a16="http://schemas.microsoft.com/office/drawing/2014/main" id="{4B317A1F-8F2C-4F52-A1FC-B15CCDB6A4B4}"/>
              </a:ext>
            </a:extLst>
          </p:cNvPr>
          <p:cNvSpPr>
            <a:spLocks xmlns:a="http://schemas.openxmlformats.org/drawingml/2006/main" noGrp="1"/>
          </p:cNvSpPr>
          <p:nvPr/>
        </p:nvSpPr>
        <p:spPr>
          <a:xfrm xmlns:a="http://schemas.openxmlformats.org/drawingml/2006/main">
            <a:off x="385762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1173279136" name="Straight Connector 583856608">
            <a:extLst xmlns:a="http://schemas.openxmlformats.org/drawingml/2006/main">
              <a:ext uri="{FF2B5EF4-FFF2-40B4-BE49-F238E27FC236}">
                <a16:creationId xmlns:a16="http://schemas.microsoft.com/office/drawing/2014/main" id="{98256118-D7C6-4DE6-A4D8-AC19C9D7EC98}"/>
              </a:ext>
            </a:extLst>
          </p:cNvPr>
          <p:cNvSpPr>
            <a:spLocks xmlns:a="http://schemas.openxmlformats.org/drawingml/2006/main" noGrp="1"/>
          </p:cNvSpPr>
          <p:nvPr/>
        </p:nvSpPr>
        <p:spPr>
          <a:xfrm xmlns:a="http://schemas.openxmlformats.org/drawingml/2006/main">
            <a:off x="428625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95628385" name="Arrow: Right 2139349875">
            <a:extLst xmlns:a="http://schemas.openxmlformats.org/drawingml/2006/main">
              <a:ext uri="{FF2B5EF4-FFF2-40B4-BE49-F238E27FC236}">
                <a16:creationId xmlns:a16="http://schemas.microsoft.com/office/drawing/2014/main" id="{6E9AB245-4AC9-478E-89FE-9A7661A23EE8}"/>
              </a:ext>
            </a:extLst>
          </p:cNvPr>
          <p:cNvSpPr>
            <a:spLocks xmlns:a="http://schemas.openxmlformats.org/drawingml/2006/main" noGrp="1"/>
          </p:cNvSpPr>
          <p:nvPr/>
        </p:nvSpPr>
        <p:spPr>
          <a:xfrm xmlns:a="http://schemas.openxmlformats.org/drawingml/2006/main">
            <a:off x="4838700"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3110329" name="Rectangle: Rounded Corners 1635700100">
            <a:extLst xmlns:a="http://schemas.openxmlformats.org/drawingml/2006/main">
              <a:ext uri="{FF2B5EF4-FFF2-40B4-BE49-F238E27FC236}">
                <a16:creationId xmlns:a16="http://schemas.microsoft.com/office/drawing/2014/main" id="{9D3FCE35-DBBF-41A1-9CFD-03BAB79D235C}"/>
              </a:ext>
            </a:extLst>
          </p:cNvPr>
          <p:cNvSpPr>
            <a:spLocks xmlns:a="http://schemas.openxmlformats.org/drawingml/2006/main" noGrp="1"/>
          </p:cNvSpPr>
          <p:nvPr/>
        </p:nvSpPr>
        <p:spPr>
          <a:xfrm xmlns:a="http://schemas.openxmlformats.org/drawingml/2006/main">
            <a:off x="595312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sat</a:t>
            </a:r>
          </a:p>
        </p:txBody>
      </p:sp>
      <p:sp>
        <p:nvSpPr>
          <p:cNvPr id="735297547" name="Oval 841796169">
            <a:extLst xmlns:a="http://schemas.openxmlformats.org/drawingml/2006/main">
              <a:ext uri="{FF2B5EF4-FFF2-40B4-BE49-F238E27FC236}">
                <a16:creationId xmlns:a16="http://schemas.microsoft.com/office/drawing/2014/main" id="{7852AD77-921F-4C49-9DF5-D2A8A0519E98}"/>
              </a:ext>
            </a:extLst>
          </p:cNvPr>
          <p:cNvSpPr>
            <a:spLocks xmlns:a="http://schemas.openxmlformats.org/drawingml/2006/main" noGrp="1"/>
          </p:cNvSpPr>
          <p:nvPr/>
        </p:nvSpPr>
        <p:spPr>
          <a:xfrm xmlns:a="http://schemas.openxmlformats.org/drawingml/2006/main">
            <a:off x="604837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662508419" name="Straight Connector 925426090">
            <a:extLst xmlns:a="http://schemas.openxmlformats.org/drawingml/2006/main">
              <a:ext uri="{FF2B5EF4-FFF2-40B4-BE49-F238E27FC236}">
                <a16:creationId xmlns:a16="http://schemas.microsoft.com/office/drawing/2014/main" id="{491FD60F-6AC2-428F-9465-A0AEC6C20CDD}"/>
              </a:ext>
            </a:extLst>
          </p:cNvPr>
          <p:cNvSpPr>
            <a:spLocks xmlns:a="http://schemas.openxmlformats.org/drawingml/2006/main" noGrp="1"/>
          </p:cNvSpPr>
          <p:nvPr/>
        </p:nvSpPr>
        <p:spPr>
          <a:xfrm xmlns:a="http://schemas.openxmlformats.org/drawingml/2006/main">
            <a:off x="647700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325711" name="Arrow: Right 999883120">
            <a:extLst xmlns:a="http://schemas.openxmlformats.org/drawingml/2006/main">
              <a:ext uri="{FF2B5EF4-FFF2-40B4-BE49-F238E27FC236}">
                <a16:creationId xmlns:a16="http://schemas.microsoft.com/office/drawing/2014/main" id="{85DE3AEF-8F9C-4DA4-A2DB-4B83BC845969}"/>
              </a:ext>
            </a:extLst>
          </p:cNvPr>
          <p:cNvSpPr>
            <a:spLocks xmlns:a="http://schemas.openxmlformats.org/drawingml/2006/main" noGrp="1"/>
          </p:cNvSpPr>
          <p:nvPr/>
        </p:nvSpPr>
        <p:spPr>
          <a:xfrm xmlns:a="http://schemas.openxmlformats.org/drawingml/2006/main">
            <a:off x="7029450"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17929652" name="Rectangle: Rounded Corners 1232593896">
            <a:extLst xmlns:a="http://schemas.openxmlformats.org/drawingml/2006/main">
              <a:ext uri="{FF2B5EF4-FFF2-40B4-BE49-F238E27FC236}">
                <a16:creationId xmlns:a16="http://schemas.microsoft.com/office/drawing/2014/main" id="{F1B94BC5-EE7F-4C3A-BA56-40E6CFAD0013}"/>
              </a:ext>
            </a:extLst>
          </p:cNvPr>
          <p:cNvSpPr>
            <a:spLocks xmlns:a="http://schemas.openxmlformats.org/drawingml/2006/main" noGrp="1"/>
          </p:cNvSpPr>
          <p:nvPr/>
        </p:nvSpPr>
        <p:spPr>
          <a:xfrm xmlns:a="http://schemas.openxmlformats.org/drawingml/2006/main">
            <a:off x="814387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there</a:t>
            </a:r>
          </a:p>
        </p:txBody>
      </p:sp>
      <p:sp>
        <p:nvSpPr>
          <p:cNvPr id="453812924" name="Oval 353672065">
            <a:extLst xmlns:a="http://schemas.openxmlformats.org/drawingml/2006/main">
              <a:ext uri="{FF2B5EF4-FFF2-40B4-BE49-F238E27FC236}">
                <a16:creationId xmlns:a16="http://schemas.microsoft.com/office/drawing/2014/main" id="{37DEF72D-0DD6-406A-9F44-BB51F579F50B}"/>
              </a:ext>
            </a:extLst>
          </p:cNvPr>
          <p:cNvSpPr>
            <a:spLocks xmlns:a="http://schemas.openxmlformats.org/drawingml/2006/main" noGrp="1"/>
          </p:cNvSpPr>
          <p:nvPr/>
        </p:nvSpPr>
        <p:spPr>
          <a:xfrm xmlns:a="http://schemas.openxmlformats.org/drawingml/2006/main">
            <a:off x="823912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1234226483" name="Straight Connector 250778965">
            <a:extLst xmlns:a="http://schemas.openxmlformats.org/drawingml/2006/main">
              <a:ext uri="{FF2B5EF4-FFF2-40B4-BE49-F238E27FC236}">
                <a16:creationId xmlns:a16="http://schemas.microsoft.com/office/drawing/2014/main" id="{AC5E3DB7-0557-45EF-AB17-68BA67AACD4D}"/>
              </a:ext>
            </a:extLst>
          </p:cNvPr>
          <p:cNvSpPr>
            <a:spLocks xmlns:a="http://schemas.openxmlformats.org/drawingml/2006/main" noGrp="1"/>
          </p:cNvSpPr>
          <p:nvPr/>
        </p:nvSpPr>
        <p:spPr>
          <a:xfrm xmlns:a="http://schemas.openxmlformats.org/drawingml/2006/main">
            <a:off x="866775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36213659" name="Rectangle 558237288">
            <a:extLst xmlns:a="http://schemas.openxmlformats.org/drawingml/2006/main">
              <a:ext uri="{FF2B5EF4-FFF2-40B4-BE49-F238E27FC236}">
                <a16:creationId xmlns:a16="http://schemas.microsoft.com/office/drawing/2014/main" id="{04D25533-01D5-4FB8-8128-B6EF56133A8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32</a:t>
            </a:r>
          </a:p>
        </p:txBody>
      </p:sp>
    </p:spTree>
    <p:extLst>
      <p:ext uri="{BB962C8B-B14F-4D97-AF65-F5344CB8AC3E}">
        <p14:creationId xmlns:p14="http://schemas.microsoft.com/office/powerpoint/2010/main" val="737338533"/>
      </p:ext>
    </p:extLst>
  </p:cSld>
</p:sld>
</file>

<file path=ppt/slides/slide3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2766740" name="Rectangle 1731358443">
            <a:extLst xmlns:a="http://schemas.openxmlformats.org/drawingml/2006/main">
              <a:ext uri="{FF2B5EF4-FFF2-40B4-BE49-F238E27FC236}">
                <a16:creationId xmlns:a16="http://schemas.microsoft.com/office/drawing/2014/main" id="{2B0A6CEC-0BE2-46C5-AE03-377CC44287B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Limit</a:t>
            </a:r>
          </a:p>
        </p:txBody>
      </p:sp>
      <p:sp>
        <p:nvSpPr>
          <p:cNvPr id="240636333" name="Rectangle 1129691951">
            <a:extLst xmlns:a="http://schemas.openxmlformats.org/drawingml/2006/main">
              <a:ext uri="{FF2B5EF4-FFF2-40B4-BE49-F238E27FC236}">
                <a16:creationId xmlns:a16="http://schemas.microsoft.com/office/drawing/2014/main" id="{2086C7A1-7F95-4095-9361-822929335BE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Long memory fades</a:t>
            </a:r>
          </a:p>
        </p:txBody>
      </p:sp>
      <p:sp>
        <p:nvSpPr>
          <p:cNvPr id="1331633154" name="Rectangle: Rounded Corners 153614357">
            <a:extLst xmlns:a="http://schemas.openxmlformats.org/drawingml/2006/main">
              <a:ext uri="{FF2B5EF4-FFF2-40B4-BE49-F238E27FC236}">
                <a16:creationId xmlns:a16="http://schemas.microsoft.com/office/drawing/2014/main" id="{F47D55B8-1A7B-4F50-80A3-22C2BFD3BAB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21317943" name="Rectangle: Rounded Corners 1660434667">
            <a:extLst xmlns:a="http://schemas.openxmlformats.org/drawingml/2006/main">
              <a:ext uri="{FF2B5EF4-FFF2-40B4-BE49-F238E27FC236}">
                <a16:creationId xmlns:a16="http://schemas.microsoft.com/office/drawing/2014/main" id="{70E3F127-DBC6-4B20-A5EA-672108B0CE4D}"/>
              </a:ext>
            </a:extLst>
          </p:cNvPr>
          <p:cNvSpPr>
            <a:spLocks xmlns:a="http://schemas.openxmlformats.org/drawingml/2006/main" noGrp="1"/>
          </p:cNvSpPr>
          <p:nvPr/>
        </p:nvSpPr>
        <p:spPr>
          <a:xfrm xmlns:a="http://schemas.openxmlformats.org/drawingml/2006/main">
            <a:off x="104775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1773855676" name="Rectangle: Rounded Corners 331123784">
            <a:extLst xmlns:a="http://schemas.openxmlformats.org/drawingml/2006/main">
              <a:ext uri="{FF2B5EF4-FFF2-40B4-BE49-F238E27FC236}">
                <a16:creationId xmlns:a16="http://schemas.microsoft.com/office/drawing/2014/main" id="{10FD9F31-4B77-4E8B-A569-9F6B42ACA9F7}"/>
              </a:ext>
            </a:extLst>
          </p:cNvPr>
          <p:cNvSpPr>
            <a:spLocks xmlns:a="http://schemas.openxmlformats.org/drawingml/2006/main" noGrp="1"/>
          </p:cNvSpPr>
          <p:nvPr/>
        </p:nvSpPr>
        <p:spPr>
          <a:xfrm xmlns:a="http://schemas.openxmlformats.org/drawingml/2006/main">
            <a:off x="252412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animal</a:t>
            </a:r>
          </a:p>
        </p:txBody>
      </p:sp>
      <p:sp>
        <p:nvSpPr>
          <p:cNvPr id="729015190" name="Rectangle: Rounded Corners 1408528115">
            <a:extLst xmlns:a="http://schemas.openxmlformats.org/drawingml/2006/main">
              <a:ext uri="{FF2B5EF4-FFF2-40B4-BE49-F238E27FC236}">
                <a16:creationId xmlns:a16="http://schemas.microsoft.com/office/drawing/2014/main" id="{7911C8EC-EBE8-41C6-BCC5-96E17ACFFCDB}"/>
              </a:ext>
            </a:extLst>
          </p:cNvPr>
          <p:cNvSpPr>
            <a:spLocks xmlns:a="http://schemas.openxmlformats.org/drawingml/2006/main" noGrp="1"/>
          </p:cNvSpPr>
          <p:nvPr/>
        </p:nvSpPr>
        <p:spPr>
          <a:xfrm xmlns:a="http://schemas.openxmlformats.org/drawingml/2006/main">
            <a:off x="400050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near</a:t>
            </a:r>
          </a:p>
        </p:txBody>
      </p:sp>
      <p:sp>
        <p:nvSpPr>
          <p:cNvPr id="881429834" name="Rectangle: Rounded Corners 929702956">
            <a:extLst xmlns:a="http://schemas.openxmlformats.org/drawingml/2006/main">
              <a:ext uri="{FF2B5EF4-FFF2-40B4-BE49-F238E27FC236}">
                <a16:creationId xmlns:a16="http://schemas.microsoft.com/office/drawing/2014/main" id="{04B4BAF5-54BC-443C-836E-E4C6F178A6DA}"/>
              </a:ext>
            </a:extLst>
          </p:cNvPr>
          <p:cNvSpPr>
            <a:spLocks xmlns:a="http://schemas.openxmlformats.org/drawingml/2006/main" noGrp="1"/>
          </p:cNvSpPr>
          <p:nvPr/>
        </p:nvSpPr>
        <p:spPr>
          <a:xfrm xmlns:a="http://schemas.openxmlformats.org/drawingml/2006/main">
            <a:off x="547687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1092207654" name="Rectangle: Rounded Corners 747840371">
            <a:extLst xmlns:a="http://schemas.openxmlformats.org/drawingml/2006/main">
              <a:ext uri="{FF2B5EF4-FFF2-40B4-BE49-F238E27FC236}">
                <a16:creationId xmlns:a16="http://schemas.microsoft.com/office/drawing/2014/main" id="{1CF9CDF7-F37E-45C5-ACD5-1708719ABF56}"/>
              </a:ext>
            </a:extLst>
          </p:cNvPr>
          <p:cNvSpPr>
            <a:spLocks xmlns:a="http://schemas.openxmlformats.org/drawingml/2006/main" noGrp="1"/>
          </p:cNvSpPr>
          <p:nvPr/>
        </p:nvSpPr>
        <p:spPr>
          <a:xfrm xmlns:a="http://schemas.openxmlformats.org/drawingml/2006/main">
            <a:off x="695325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river</a:t>
            </a:r>
          </a:p>
        </p:txBody>
      </p:sp>
      <p:sp>
        <p:nvSpPr>
          <p:cNvPr id="200405104" name="Rectangle: Rounded Corners 1625402858">
            <a:extLst xmlns:a="http://schemas.openxmlformats.org/drawingml/2006/main">
              <a:ext uri="{FF2B5EF4-FFF2-40B4-BE49-F238E27FC236}">
                <a16:creationId xmlns:a16="http://schemas.microsoft.com/office/drawing/2014/main" id="{C8512E6B-1C1E-45B2-BEBB-21DB8380F7B0}"/>
              </a:ext>
            </a:extLst>
          </p:cNvPr>
          <p:cNvSpPr>
            <a:spLocks xmlns:a="http://schemas.openxmlformats.org/drawingml/2006/main" noGrp="1"/>
          </p:cNvSpPr>
          <p:nvPr/>
        </p:nvSpPr>
        <p:spPr>
          <a:xfrm xmlns:a="http://schemas.openxmlformats.org/drawingml/2006/main">
            <a:off x="842962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was</a:t>
            </a:r>
          </a:p>
        </p:txBody>
      </p:sp>
      <p:sp>
        <p:nvSpPr>
          <p:cNvPr id="2107596333" name="Rectangle: Rounded Corners 1678137837">
            <a:extLst xmlns:a="http://schemas.openxmlformats.org/drawingml/2006/main">
              <a:ext uri="{FF2B5EF4-FFF2-40B4-BE49-F238E27FC236}">
                <a16:creationId xmlns:a16="http://schemas.microsoft.com/office/drawing/2014/main" id="{DAEB873F-1E14-4CD8-A4F4-0848F884799F}"/>
              </a:ext>
            </a:extLst>
          </p:cNvPr>
          <p:cNvSpPr>
            <a:spLocks xmlns:a="http://schemas.openxmlformats.org/drawingml/2006/main" noGrp="1"/>
          </p:cNvSpPr>
          <p:nvPr/>
        </p:nvSpPr>
        <p:spPr>
          <a:xfrm xmlns:a="http://schemas.openxmlformats.org/drawingml/2006/main">
            <a:off x="990600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tired</a:t>
            </a:r>
          </a:p>
        </p:txBody>
      </p:sp>
      <p:sp>
        <p:nvSpPr>
          <p:cNvPr id="425367573" name="Straight Connector 1472942795">
            <a:extLst xmlns:a="http://schemas.openxmlformats.org/drawingml/2006/main">
              <a:ext uri="{FF2B5EF4-FFF2-40B4-BE49-F238E27FC236}">
                <a16:creationId xmlns:a16="http://schemas.microsoft.com/office/drawing/2014/main" id="{09147040-84EB-4135-9E03-822CA2660107}"/>
              </a:ext>
            </a:extLst>
          </p:cNvPr>
          <p:cNvSpPr>
            <a:spLocks xmlns:a="http://schemas.openxmlformats.org/drawingml/2006/main" noGrp="1"/>
          </p:cNvSpPr>
          <p:nvPr/>
        </p:nvSpPr>
        <p:spPr>
          <a:xfrm xmlns:a="http://schemas.openxmlformats.org/drawingml/2006/main">
            <a:off x="1524000" y="3190875"/>
            <a:ext cx="8382000" cy="9525"/>
          </a:xfrm>
          <a:prstGeom xmlns:a="http://schemas.openxmlformats.org/drawingml/2006/main" prst="line">
            <a:avLst/>
          </a:prstGeom>
          <a:noFill xmlns:a="http://schemas.openxmlformats.org/drawingml/2006/main"/>
          <a:ln xmlns:a="http://schemas.openxmlformats.org/drawingml/2006/main" w="4762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9482330" name="Oval 1613721530">
            <a:extLst xmlns:a="http://schemas.openxmlformats.org/drawingml/2006/main">
              <a:ext uri="{FF2B5EF4-FFF2-40B4-BE49-F238E27FC236}">
                <a16:creationId xmlns:a16="http://schemas.microsoft.com/office/drawing/2014/main" id="{00B6D623-71EE-4518-8DD7-419BB3D3BF37}"/>
              </a:ext>
            </a:extLst>
          </p:cNvPr>
          <p:cNvSpPr>
            <a:spLocks xmlns:a="http://schemas.openxmlformats.org/drawingml/2006/main" noGrp="1"/>
          </p:cNvSpPr>
          <p:nvPr/>
        </p:nvSpPr>
        <p:spPr>
          <a:xfrm xmlns:a="http://schemas.openxmlformats.org/drawingml/2006/main">
            <a:off x="1428750" y="3095625"/>
            <a:ext cx="190500" cy="1905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87094476" name="Oval 1579085889">
            <a:extLst xmlns:a="http://schemas.openxmlformats.org/drawingml/2006/main">
              <a:ext uri="{FF2B5EF4-FFF2-40B4-BE49-F238E27FC236}">
                <a16:creationId xmlns:a16="http://schemas.microsoft.com/office/drawing/2014/main" id="{FC7F793B-80E9-4106-A839-F31AC0B30362}"/>
              </a:ext>
            </a:extLst>
          </p:cNvPr>
          <p:cNvSpPr>
            <a:spLocks xmlns:a="http://schemas.openxmlformats.org/drawingml/2006/main" noGrp="1"/>
          </p:cNvSpPr>
          <p:nvPr/>
        </p:nvSpPr>
        <p:spPr>
          <a:xfrm xmlns:a="http://schemas.openxmlformats.org/drawingml/2006/main">
            <a:off x="2905125" y="3095625"/>
            <a:ext cx="190500" cy="1905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02893629" name="Oval 2077149345">
            <a:extLst xmlns:a="http://schemas.openxmlformats.org/drawingml/2006/main">
              <a:ext uri="{FF2B5EF4-FFF2-40B4-BE49-F238E27FC236}">
                <a16:creationId xmlns:a16="http://schemas.microsoft.com/office/drawing/2014/main" id="{828DD024-F600-4F33-9EDC-E254E851F085}"/>
              </a:ext>
            </a:extLst>
          </p:cNvPr>
          <p:cNvSpPr>
            <a:spLocks xmlns:a="http://schemas.openxmlformats.org/drawingml/2006/main" noGrp="1"/>
          </p:cNvSpPr>
          <p:nvPr/>
        </p:nvSpPr>
        <p:spPr>
          <a:xfrm xmlns:a="http://schemas.openxmlformats.org/drawingml/2006/main">
            <a:off x="438150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05691459" name="Oval 1872952085">
            <a:extLst xmlns:a="http://schemas.openxmlformats.org/drawingml/2006/main">
              <a:ext uri="{FF2B5EF4-FFF2-40B4-BE49-F238E27FC236}">
                <a16:creationId xmlns:a16="http://schemas.microsoft.com/office/drawing/2014/main" id="{82F1D56D-FC48-47EF-9EF8-23AEC73D52FB}"/>
              </a:ext>
            </a:extLst>
          </p:cNvPr>
          <p:cNvSpPr>
            <a:spLocks xmlns:a="http://schemas.openxmlformats.org/drawingml/2006/main" noGrp="1"/>
          </p:cNvSpPr>
          <p:nvPr/>
        </p:nvSpPr>
        <p:spPr>
          <a:xfrm xmlns:a="http://schemas.openxmlformats.org/drawingml/2006/main">
            <a:off x="5857875"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8842229" name="Oval 20816396">
            <a:extLst xmlns:a="http://schemas.openxmlformats.org/drawingml/2006/main">
              <a:ext uri="{FF2B5EF4-FFF2-40B4-BE49-F238E27FC236}">
                <a16:creationId xmlns:a16="http://schemas.microsoft.com/office/drawing/2014/main" id="{278DCD55-EF42-4C05-8C7C-2D95DB8567F0}"/>
              </a:ext>
            </a:extLst>
          </p:cNvPr>
          <p:cNvSpPr>
            <a:spLocks xmlns:a="http://schemas.openxmlformats.org/drawingml/2006/main" noGrp="1"/>
          </p:cNvSpPr>
          <p:nvPr/>
        </p:nvSpPr>
        <p:spPr>
          <a:xfrm xmlns:a="http://schemas.openxmlformats.org/drawingml/2006/main">
            <a:off x="733425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46763028" name="Oval 677953628">
            <a:extLst xmlns:a="http://schemas.openxmlformats.org/drawingml/2006/main">
              <a:ext uri="{FF2B5EF4-FFF2-40B4-BE49-F238E27FC236}">
                <a16:creationId xmlns:a16="http://schemas.microsoft.com/office/drawing/2014/main" id="{F8D488A1-49C4-4F98-A4A6-44D4BC842319}"/>
              </a:ext>
            </a:extLst>
          </p:cNvPr>
          <p:cNvSpPr>
            <a:spLocks xmlns:a="http://schemas.openxmlformats.org/drawingml/2006/main" noGrp="1"/>
          </p:cNvSpPr>
          <p:nvPr/>
        </p:nvSpPr>
        <p:spPr>
          <a:xfrm xmlns:a="http://schemas.openxmlformats.org/drawingml/2006/main">
            <a:off x="8810625"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24483946" name="Oval 1792512939">
            <a:extLst xmlns:a="http://schemas.openxmlformats.org/drawingml/2006/main">
              <a:ext uri="{FF2B5EF4-FFF2-40B4-BE49-F238E27FC236}">
                <a16:creationId xmlns:a16="http://schemas.microsoft.com/office/drawing/2014/main" id="{D630BA8E-EF4D-403F-BFA0-33F773813207}"/>
              </a:ext>
            </a:extLst>
          </p:cNvPr>
          <p:cNvSpPr>
            <a:spLocks xmlns:a="http://schemas.openxmlformats.org/drawingml/2006/main" noGrp="1"/>
          </p:cNvSpPr>
          <p:nvPr/>
        </p:nvSpPr>
        <p:spPr>
          <a:xfrm xmlns:a="http://schemas.openxmlformats.org/drawingml/2006/main">
            <a:off x="981075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83127297" name="Rectangle 1915767503">
            <a:extLst xmlns:a="http://schemas.openxmlformats.org/drawingml/2006/main">
              <a:ext uri="{FF2B5EF4-FFF2-40B4-BE49-F238E27FC236}">
                <a16:creationId xmlns:a16="http://schemas.microsoft.com/office/drawing/2014/main" id="{3CA60B88-20B3-408E-9C11-B9A4706C1349}"/>
              </a:ext>
            </a:extLst>
          </p:cNvPr>
          <p:cNvSpPr>
            <a:spLocks xmlns:a="http://schemas.openxmlformats.org/drawingml/2006/main" noGrp="1"/>
          </p:cNvSpPr>
          <p:nvPr/>
        </p:nvSpPr>
        <p:spPr>
          <a:xfrm xmlns:a="http://schemas.openxmlformats.org/drawingml/2006/main">
            <a:off x="3095625" y="2333625"/>
            <a:ext cx="600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EF4444"/>
                </a:solidFill>
              </a:defRPr>
            </a:pPr>
            <a:r>
              <a:rPr sz="2250" b="1">
                <a:solidFill>
                  <a:srgbClr val="EF4444"/>
                </a:solidFill>
              </a:rPr>
              <a:t>early context must survive many steps</a:t>
            </a:r>
          </a:p>
        </p:txBody>
      </p:sp>
      <p:sp>
        <p:nvSpPr>
          <p:cNvPr id="661720839" name="Rectangle 523783432">
            <a:extLst xmlns:a="http://schemas.openxmlformats.org/drawingml/2006/main">
              <a:ext uri="{FF2B5EF4-FFF2-40B4-BE49-F238E27FC236}">
                <a16:creationId xmlns:a16="http://schemas.microsoft.com/office/drawing/2014/main" id="{0061AD10-4A93-4564-ABFA-BDFFB5C1172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33</a:t>
            </a:r>
          </a:p>
        </p:txBody>
      </p:sp>
    </p:spTree>
    <p:extLst>
      <p:ext uri="{BB962C8B-B14F-4D97-AF65-F5344CB8AC3E}">
        <p14:creationId xmlns:p14="http://schemas.microsoft.com/office/powerpoint/2010/main" val="408320693"/>
      </p:ext>
    </p:extLst>
  </p:cSld>
</p:sld>
</file>

<file path=ppt/slides/slide3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69512504" name="Rectangle 935271156">
            <a:extLst xmlns:a="http://schemas.openxmlformats.org/drawingml/2006/main">
              <a:ext uri="{FF2B5EF4-FFF2-40B4-BE49-F238E27FC236}">
                <a16:creationId xmlns:a16="http://schemas.microsoft.com/office/drawing/2014/main" id="{B6E89DF7-3031-477C-8C24-EEDA6D104E1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Memory</a:t>
            </a:r>
          </a:p>
        </p:txBody>
      </p:sp>
      <p:sp>
        <p:nvSpPr>
          <p:cNvPr id="7061085" name="Rectangle 251777344">
            <a:extLst xmlns:a="http://schemas.openxmlformats.org/drawingml/2006/main">
              <a:ext uri="{FF2B5EF4-FFF2-40B4-BE49-F238E27FC236}">
                <a16:creationId xmlns:a16="http://schemas.microsoft.com/office/drawing/2014/main" id="{1B9B1DD6-FB7C-482D-93F7-0AECB18970F3}"/>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LSTM and GRU add gates to the RNN</a:t>
            </a:r>
          </a:p>
        </p:txBody>
      </p:sp>
      <p:sp>
        <p:nvSpPr>
          <p:cNvPr id="1468229680" name="Rectangle: Rounded Corners 1456392341">
            <a:extLst xmlns:a="http://schemas.openxmlformats.org/drawingml/2006/main">
              <a:ext uri="{FF2B5EF4-FFF2-40B4-BE49-F238E27FC236}">
                <a16:creationId xmlns:a16="http://schemas.microsoft.com/office/drawing/2014/main" id="{CF7917E8-0C07-4FAD-89B3-396D407A7167}"/>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42749720" name="Rectangle 2132047703">
            <a:extLst xmlns:a="http://schemas.openxmlformats.org/drawingml/2006/main">
              <a:ext uri="{FF2B5EF4-FFF2-40B4-BE49-F238E27FC236}">
                <a16:creationId xmlns:a16="http://schemas.microsoft.com/office/drawing/2014/main" id="{D05D0F7C-2782-4EEC-93B7-24097F9DDC24}"/>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Gates decide what to keep, update, and forget</a:t>
            </a:r>
          </a:p>
        </p:txBody>
      </p:sp>
      <p:sp>
        <p:nvSpPr>
          <p:cNvPr id="769915207" name="Rectangle 1495975732">
            <a:extLst xmlns:a="http://schemas.openxmlformats.org/drawingml/2006/main">
              <a:ext uri="{FF2B5EF4-FFF2-40B4-BE49-F238E27FC236}">
                <a16:creationId xmlns:a16="http://schemas.microsoft.com/office/drawing/2014/main" id="{C96A5F5F-591A-4561-B306-2EB156F36F9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34</a:t>
            </a:r>
          </a:p>
        </p:txBody>
      </p:sp>
      <p:pic>
        <p:nvPicPr>
          <p:cNvPr id="1468229687" name="Picture 2132047710"/>
          <p:cNvPicPr>
            <a:picLocks xmlns:a="http://schemas.openxmlformats.org/drawingml/2006/main" noChangeAspect="1"/>
          </p:cNvPicPr>
          <p:nvPr/>
        </p:nvPicPr>
        <p:blipFill rotWithShape="1">
          <a:blip xmlns:r="http://schemas.openxmlformats.org/officeDocument/2006/relationships" xmlns:a="http://schemas.openxmlformats.org/drawingml/2006/main" r:embed="R9c147f315d454545"/>
          <a:stretch xmlns:a="http://schemas.openxmlformats.org/drawingml/2006/main"/>
        </p:blipFill>
        <p:spPr>
          <a:xfrm xmlns:a="http://schemas.openxmlformats.org/drawingml/2006/main">
            <a:off x="1050530" y="1952625"/>
            <a:ext cx="10090939" cy="2924175"/>
          </a:xfrm>
          <a:prstGeom xmlns:a="http://schemas.openxmlformats.org/drawingml/2006/main" prst="rect">
            <a:avLst/>
          </a:prstGeom>
        </p:spPr>
      </p:pic>
    </p:spTree>
    <p:extLst>
      <p:ext uri="{BB962C8B-B14F-4D97-AF65-F5344CB8AC3E}">
        <p14:creationId xmlns:p14="http://schemas.microsoft.com/office/powerpoint/2010/main" val="820794630"/>
      </p:ext>
    </p:extLst>
  </p:cSld>
</p:sld>
</file>

<file path=ppt/slides/slide3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17772817" name="Rectangle 935271156">
            <a:extLst xmlns:a="http://schemas.openxmlformats.org/drawingml/2006/main">
              <a:ext uri="{FF2B5EF4-FFF2-40B4-BE49-F238E27FC236}">
                <a16:creationId xmlns:a16="http://schemas.microsoft.com/office/drawing/2014/main" id="{E5AA8ED4-3577-4A8C-80FC-87B8A4C1662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Encoder-decoder</a:t>
            </a:r>
          </a:p>
        </p:txBody>
      </p:sp>
      <p:sp>
        <p:nvSpPr>
          <p:cNvPr id="902346918" name="Rectangle 251777344">
            <a:extLst xmlns:a="http://schemas.openxmlformats.org/drawingml/2006/main">
              <a:ext uri="{FF2B5EF4-FFF2-40B4-BE49-F238E27FC236}">
                <a16:creationId xmlns:a16="http://schemas.microsoft.com/office/drawing/2014/main" id="{8A3F16DF-E583-4E4C-BC44-8B0B03135C5F}"/>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Seq2Seq compresses the input into one context</a:t>
            </a:r>
          </a:p>
        </p:txBody>
      </p:sp>
      <p:sp>
        <p:nvSpPr>
          <p:cNvPr id="173421075" name="Rectangle: Rounded Corners 1456392341">
            <a:extLst xmlns:a="http://schemas.openxmlformats.org/drawingml/2006/main">
              <a:ext uri="{FF2B5EF4-FFF2-40B4-BE49-F238E27FC236}">
                <a16:creationId xmlns:a16="http://schemas.microsoft.com/office/drawing/2014/main" id="{F970FB5E-2111-463E-B85A-A6A10EA04F1E}"/>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78203665" name="Rectangle 2132047703">
            <a:extLst xmlns:a="http://schemas.openxmlformats.org/drawingml/2006/main">
              <a:ext uri="{FF2B5EF4-FFF2-40B4-BE49-F238E27FC236}">
                <a16:creationId xmlns:a16="http://schemas.microsoft.com/office/drawing/2014/main" id="{1F234FF3-97AB-4FCF-9943-9AA95AF32296}"/>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One context vector must carry the whole input</a:t>
            </a:r>
          </a:p>
        </p:txBody>
      </p:sp>
      <p:sp>
        <p:nvSpPr>
          <p:cNvPr id="1056654150" name="Rectangle 1495975732">
            <a:extLst xmlns:a="http://schemas.openxmlformats.org/drawingml/2006/main">
              <a:ext uri="{FF2B5EF4-FFF2-40B4-BE49-F238E27FC236}">
                <a16:creationId xmlns:a16="http://schemas.microsoft.com/office/drawing/2014/main" id="{2F5FC495-18F1-4DF0-BDDA-360E90ECD45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35</a:t>
            </a:r>
          </a:p>
        </p:txBody>
      </p:sp>
      <p:pic>
        <p:nvPicPr>
          <p:cNvPr id="1717772824" name="Picture 2132047710"/>
          <p:cNvPicPr>
            <a:picLocks xmlns:a="http://schemas.openxmlformats.org/drawingml/2006/main" noChangeAspect="1"/>
          </p:cNvPicPr>
          <p:nvPr/>
        </p:nvPicPr>
        <p:blipFill rotWithShape="1">
          <a:blip xmlns:r="http://schemas.openxmlformats.org/officeDocument/2006/relationships" xmlns:a="http://schemas.openxmlformats.org/drawingml/2006/main" r:embed="Rd6c0e78cd25c4080"/>
          <a:stretch xmlns:a="http://schemas.openxmlformats.org/drawingml/2006/main"/>
        </p:blipFill>
        <p:spPr>
          <a:xfrm xmlns:a="http://schemas.openxmlformats.org/drawingml/2006/main">
            <a:off x="1365172" y="1666875"/>
            <a:ext cx="9461656" cy="3524250"/>
          </a:xfrm>
          <a:prstGeom xmlns:a="http://schemas.openxmlformats.org/drawingml/2006/main" prst="rect">
            <a:avLst/>
          </a:prstGeom>
        </p:spPr>
      </p:pic>
    </p:spTree>
    <p:extLst>
      <p:ext uri="{BB962C8B-B14F-4D97-AF65-F5344CB8AC3E}">
        <p14:creationId xmlns:p14="http://schemas.microsoft.com/office/powerpoint/2010/main" val="1053973804"/>
      </p:ext>
    </p:extLst>
  </p:cSld>
</p:sld>
</file>

<file path=ppt/slides/slide3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06642978" name="Rectangle 828705700">
            <a:extLst xmlns:a="http://schemas.openxmlformats.org/drawingml/2006/main">
              <a:ext uri="{FF2B5EF4-FFF2-40B4-BE49-F238E27FC236}">
                <a16:creationId xmlns:a16="http://schemas.microsoft.com/office/drawing/2014/main" id="{2891ECEB-A1EB-4DC3-9231-63483CA171A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Attention</a:t>
            </a:r>
          </a:p>
        </p:txBody>
      </p:sp>
      <p:sp>
        <p:nvSpPr>
          <p:cNvPr id="390348908" name="Rectangle 1834494691">
            <a:extLst xmlns:a="http://schemas.openxmlformats.org/drawingml/2006/main">
              <a:ext uri="{FF2B5EF4-FFF2-40B4-BE49-F238E27FC236}">
                <a16:creationId xmlns:a16="http://schemas.microsoft.com/office/drawing/2014/main" id="{EDB8FC1D-2BB6-45E5-8098-EE3EDB76B2D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Attention lets words look around</a:t>
            </a:r>
          </a:p>
        </p:txBody>
      </p:sp>
      <p:sp>
        <p:nvSpPr>
          <p:cNvPr id="2071867725" name="Rectangle: Rounded Corners 1119805207">
            <a:extLst xmlns:a="http://schemas.openxmlformats.org/drawingml/2006/main">
              <a:ext uri="{FF2B5EF4-FFF2-40B4-BE49-F238E27FC236}">
                <a16:creationId xmlns:a16="http://schemas.microsoft.com/office/drawing/2014/main" id="{742C4F53-CD27-4011-B5A7-51C7DDF4E92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27964014" name="Oval 378451326">
            <a:extLst xmlns:a="http://schemas.openxmlformats.org/drawingml/2006/main">
              <a:ext uri="{FF2B5EF4-FFF2-40B4-BE49-F238E27FC236}">
                <a16:creationId xmlns:a16="http://schemas.microsoft.com/office/drawing/2014/main" id="{E5FC886F-A7F4-4733-8463-04EF895AC0B2}"/>
              </a:ext>
            </a:extLst>
          </p:cNvPr>
          <p:cNvSpPr>
            <a:spLocks xmlns:a="http://schemas.openxmlformats.org/drawingml/2006/main" noGrp="1"/>
          </p:cNvSpPr>
          <p:nvPr/>
        </p:nvSpPr>
        <p:spPr>
          <a:xfrm xmlns:a="http://schemas.openxmlformats.org/drawingml/2006/main">
            <a:off x="16573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551577713" name="Oval 1710653340">
            <a:extLst xmlns:a="http://schemas.openxmlformats.org/drawingml/2006/main">
              <a:ext uri="{FF2B5EF4-FFF2-40B4-BE49-F238E27FC236}">
                <a16:creationId xmlns:a16="http://schemas.microsoft.com/office/drawing/2014/main" id="{BF5D230A-7345-48B0-8F85-667E538B056F}"/>
              </a:ext>
            </a:extLst>
          </p:cNvPr>
          <p:cNvSpPr>
            <a:spLocks xmlns:a="http://schemas.openxmlformats.org/drawingml/2006/main" noGrp="1"/>
          </p:cNvSpPr>
          <p:nvPr/>
        </p:nvSpPr>
        <p:spPr>
          <a:xfrm xmlns:a="http://schemas.openxmlformats.org/drawingml/2006/main">
            <a:off x="3276600" y="3181350"/>
            <a:ext cx="876299" cy="876299"/>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cat</a:t>
            </a:r>
          </a:p>
        </p:txBody>
      </p:sp>
      <p:sp>
        <p:nvSpPr>
          <p:cNvPr id="1008840628" name="Oval 1215104595">
            <a:extLst xmlns:a="http://schemas.openxmlformats.org/drawingml/2006/main">
              <a:ext uri="{FF2B5EF4-FFF2-40B4-BE49-F238E27FC236}">
                <a16:creationId xmlns:a16="http://schemas.microsoft.com/office/drawing/2014/main" id="{F7126586-113F-4BDA-8517-28829D0C697E}"/>
              </a:ext>
            </a:extLst>
          </p:cNvPr>
          <p:cNvSpPr>
            <a:spLocks xmlns:a="http://schemas.openxmlformats.org/drawingml/2006/main" noGrp="1"/>
          </p:cNvSpPr>
          <p:nvPr/>
        </p:nvSpPr>
        <p:spPr>
          <a:xfrm xmlns:a="http://schemas.openxmlformats.org/drawingml/2006/main">
            <a:off x="48958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sat</a:t>
            </a:r>
          </a:p>
        </p:txBody>
      </p:sp>
      <p:sp>
        <p:nvSpPr>
          <p:cNvPr id="859859456" name="Oval 1626294488">
            <a:extLst xmlns:a="http://schemas.openxmlformats.org/drawingml/2006/main">
              <a:ext uri="{FF2B5EF4-FFF2-40B4-BE49-F238E27FC236}">
                <a16:creationId xmlns:a16="http://schemas.microsoft.com/office/drawing/2014/main" id="{85B4854C-93BE-4AE2-96A7-41C848F46D0B}"/>
              </a:ext>
            </a:extLst>
          </p:cNvPr>
          <p:cNvSpPr>
            <a:spLocks xmlns:a="http://schemas.openxmlformats.org/drawingml/2006/main" noGrp="1"/>
          </p:cNvSpPr>
          <p:nvPr/>
        </p:nvSpPr>
        <p:spPr>
          <a:xfrm xmlns:a="http://schemas.openxmlformats.org/drawingml/2006/main">
            <a:off x="651510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on</a:t>
            </a:r>
          </a:p>
        </p:txBody>
      </p:sp>
      <p:sp>
        <p:nvSpPr>
          <p:cNvPr id="2001330342" name="Oval 1273413100">
            <a:extLst xmlns:a="http://schemas.openxmlformats.org/drawingml/2006/main">
              <a:ext uri="{FF2B5EF4-FFF2-40B4-BE49-F238E27FC236}">
                <a16:creationId xmlns:a16="http://schemas.microsoft.com/office/drawing/2014/main" id="{015F078E-B1B2-43F4-947C-25D1A7084B0C}"/>
              </a:ext>
            </a:extLst>
          </p:cNvPr>
          <p:cNvSpPr>
            <a:spLocks xmlns:a="http://schemas.openxmlformats.org/drawingml/2006/main" noGrp="1"/>
          </p:cNvSpPr>
          <p:nvPr/>
        </p:nvSpPr>
        <p:spPr>
          <a:xfrm xmlns:a="http://schemas.openxmlformats.org/drawingml/2006/main">
            <a:off x="81343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mat</a:t>
            </a:r>
          </a:p>
        </p:txBody>
      </p:sp>
      <p:sp>
        <p:nvSpPr>
          <p:cNvPr id="388067486" name="Straight Connector 1283471484">
            <a:extLst xmlns:a="http://schemas.openxmlformats.org/drawingml/2006/main">
              <a:ext uri="{FF2B5EF4-FFF2-40B4-BE49-F238E27FC236}">
                <a16:creationId xmlns:a16="http://schemas.microsoft.com/office/drawing/2014/main" id="{C0F60AEC-9D1C-42DE-897D-49C2DF0B8D14}"/>
              </a:ext>
            </a:extLst>
          </p:cNvPr>
          <p:cNvSpPr>
            <a:spLocks xmlns:a="http://schemas.openxmlformats.org/drawingml/2006/main" noGrp="1"/>
          </p:cNvSpPr>
          <p:nvPr/>
        </p:nvSpPr>
        <p:spPr>
          <a:xfrm xmlns:a="http://schemas.openxmlformats.org/drawingml/2006/main">
            <a:off x="2095500" y="3619500"/>
            <a:ext cx="16192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53249545" name="Straight Connector 366393265">
            <a:extLst xmlns:a="http://schemas.openxmlformats.org/drawingml/2006/main">
              <a:ext uri="{FF2B5EF4-FFF2-40B4-BE49-F238E27FC236}">
                <a16:creationId xmlns:a16="http://schemas.microsoft.com/office/drawing/2014/main" id="{20BCC85B-4560-430A-87F4-1A679F57F9DF}"/>
              </a:ext>
            </a:extLst>
          </p:cNvPr>
          <p:cNvSpPr>
            <a:spLocks xmlns:a="http://schemas.openxmlformats.org/drawingml/2006/main" noGrp="1"/>
          </p:cNvSpPr>
          <p:nvPr/>
        </p:nvSpPr>
        <p:spPr>
          <a:xfrm xmlns:a="http://schemas.openxmlformats.org/drawingml/2006/main">
            <a:off x="3714750" y="3619500"/>
            <a:ext cx="16192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74944971" name="Straight Connector 682316421">
            <a:extLst xmlns:a="http://schemas.openxmlformats.org/drawingml/2006/main">
              <a:ext uri="{FF2B5EF4-FFF2-40B4-BE49-F238E27FC236}">
                <a16:creationId xmlns:a16="http://schemas.microsoft.com/office/drawing/2014/main" id="{873BFD34-38DD-46BE-A025-523F55A95A77}"/>
              </a:ext>
            </a:extLst>
          </p:cNvPr>
          <p:cNvSpPr>
            <a:spLocks xmlns:a="http://schemas.openxmlformats.org/drawingml/2006/main" noGrp="1"/>
          </p:cNvSpPr>
          <p:nvPr/>
        </p:nvSpPr>
        <p:spPr>
          <a:xfrm xmlns:a="http://schemas.openxmlformats.org/drawingml/2006/main">
            <a:off x="3714750" y="3619500"/>
            <a:ext cx="3238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0377957" name="Straight Connector 1432998768">
            <a:extLst xmlns:a="http://schemas.openxmlformats.org/drawingml/2006/main">
              <a:ext uri="{FF2B5EF4-FFF2-40B4-BE49-F238E27FC236}">
                <a16:creationId xmlns:a16="http://schemas.microsoft.com/office/drawing/2014/main" id="{6096BD8B-C270-4B72-97CA-D88DD0911D2D}"/>
              </a:ext>
            </a:extLst>
          </p:cNvPr>
          <p:cNvSpPr>
            <a:spLocks xmlns:a="http://schemas.openxmlformats.org/drawingml/2006/main" noGrp="1"/>
          </p:cNvSpPr>
          <p:nvPr/>
        </p:nvSpPr>
        <p:spPr>
          <a:xfrm xmlns:a="http://schemas.openxmlformats.org/drawingml/2006/main">
            <a:off x="3714750" y="3619500"/>
            <a:ext cx="4857750" cy="9525"/>
          </a:xfrm>
          <a:prstGeom xmlns:a="http://schemas.openxmlformats.org/drawingml/2006/main" prst="line">
            <a:avLst/>
          </a:prstGeom>
          <a:noFill xmlns:a="http://schemas.openxmlformats.org/drawingml/2006/main"/>
          <a:ln xmlns:a="http://schemas.openxmlformats.org/drawingml/2006/main" w="47625">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3526319" name="Rectangle 2040235337">
            <a:extLst xmlns:a="http://schemas.openxmlformats.org/drawingml/2006/main">
              <a:ext uri="{FF2B5EF4-FFF2-40B4-BE49-F238E27FC236}">
                <a16:creationId xmlns:a16="http://schemas.microsoft.com/office/drawing/2014/main" id="{563E5A94-EBCE-4D40-B3EA-E2BDB82BB41C}"/>
              </a:ext>
            </a:extLst>
          </p:cNvPr>
          <p:cNvSpPr>
            <a:spLocks xmlns:a="http://schemas.openxmlformats.org/drawingml/2006/main" noGrp="1"/>
          </p:cNvSpPr>
          <p:nvPr/>
        </p:nvSpPr>
        <p:spPr>
          <a:xfrm xmlns:a="http://schemas.openxmlformats.org/drawingml/2006/main">
            <a:off x="3238500" y="2333625"/>
            <a:ext cx="571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one token compares with all others</a:t>
            </a:r>
          </a:p>
        </p:txBody>
      </p:sp>
      <p:sp>
        <p:nvSpPr>
          <p:cNvPr id="1922288703" name="Rectangle 1823092831">
            <a:extLst xmlns:a="http://schemas.openxmlformats.org/drawingml/2006/main">
              <a:ext uri="{FF2B5EF4-FFF2-40B4-BE49-F238E27FC236}">
                <a16:creationId xmlns:a16="http://schemas.microsoft.com/office/drawing/2014/main" id="{73E44271-F430-4D7D-8654-8EAA29EA8EA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36</a:t>
            </a:r>
          </a:p>
        </p:txBody>
      </p:sp>
    </p:spTree>
    <p:extLst>
      <p:ext uri="{BB962C8B-B14F-4D97-AF65-F5344CB8AC3E}">
        <p14:creationId xmlns:p14="http://schemas.microsoft.com/office/powerpoint/2010/main" val="435666479"/>
      </p:ext>
    </p:extLst>
  </p:cSld>
</p:sld>
</file>

<file path=ppt/slides/slide3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69016185" name="Rectangle 2031595678">
            <a:extLst xmlns:a="http://schemas.openxmlformats.org/drawingml/2006/main">
              <a:ext uri="{FF2B5EF4-FFF2-40B4-BE49-F238E27FC236}">
                <a16:creationId xmlns:a16="http://schemas.microsoft.com/office/drawing/2014/main" id="{E5C782A5-B48F-4F81-AB5D-AC3C4DF382F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45021725" name="Rectangle 1958034541">
            <a:extLst xmlns:a="http://schemas.openxmlformats.org/drawingml/2006/main">
              <a:ext uri="{FF2B5EF4-FFF2-40B4-BE49-F238E27FC236}">
                <a16:creationId xmlns:a16="http://schemas.microsoft.com/office/drawing/2014/main" id="{A7AA36C7-2C09-4D78-84E3-072A4B678E0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Query, key, value</a:t>
            </a:r>
          </a:p>
        </p:txBody>
      </p:sp>
      <p:sp>
        <p:nvSpPr>
          <p:cNvPr id="813423342" name="Rectangle: Rounded Corners 856291304">
            <a:extLst xmlns:a="http://schemas.openxmlformats.org/drawingml/2006/main">
              <a:ext uri="{FF2B5EF4-FFF2-40B4-BE49-F238E27FC236}">
                <a16:creationId xmlns:a16="http://schemas.microsoft.com/office/drawing/2014/main" id="{4D2A66E8-BA22-41CF-969C-B413D491DBC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6669223" name="Oval 915562435">
            <a:extLst xmlns:a="http://schemas.openxmlformats.org/drawingml/2006/main">
              <a:ext uri="{FF2B5EF4-FFF2-40B4-BE49-F238E27FC236}">
                <a16:creationId xmlns:a16="http://schemas.microsoft.com/office/drawing/2014/main" id="{7EC9B7E5-7DDF-4806-B593-7F82FA2B1EA1}"/>
              </a:ext>
            </a:extLst>
          </p:cNvPr>
          <p:cNvSpPr>
            <a:spLocks xmlns:a="http://schemas.openxmlformats.org/drawingml/2006/main" noGrp="1"/>
          </p:cNvSpPr>
          <p:nvPr/>
        </p:nvSpPr>
        <p:spPr>
          <a:xfrm xmlns:a="http://schemas.openxmlformats.org/drawingml/2006/main">
            <a:off x="1905000" y="2762250"/>
            <a:ext cx="1333500" cy="13335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1759100598" name="Oval 2063706273">
            <a:extLst xmlns:a="http://schemas.openxmlformats.org/drawingml/2006/main">
              <a:ext uri="{FF2B5EF4-FFF2-40B4-BE49-F238E27FC236}">
                <a16:creationId xmlns:a16="http://schemas.microsoft.com/office/drawing/2014/main" id="{445AA4E3-CB8C-4B9C-B425-B25EDD6CEA18}"/>
              </a:ext>
            </a:extLst>
          </p:cNvPr>
          <p:cNvSpPr>
            <a:spLocks xmlns:a="http://schemas.openxmlformats.org/drawingml/2006/main" noGrp="1"/>
          </p:cNvSpPr>
          <p:nvPr/>
        </p:nvSpPr>
        <p:spPr>
          <a:xfrm xmlns:a="http://schemas.openxmlformats.org/drawingml/2006/main">
            <a:off x="5429250" y="1857375"/>
            <a:ext cx="1333500" cy="1333500"/>
          </a:xfrm>
          <a:prstGeom xmlns:a="http://schemas.openxmlformats.org/drawingml/2006/main" prst="ellipse">
            <a:avLst/>
          </a:prstGeom>
          <a:solidFill xmlns:a="http://schemas.openxmlformats.org/drawingml/2006/main">
            <a:srgbClr val="FEF3C7"/>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1264567266" name="Oval 1843251255">
            <a:extLst xmlns:a="http://schemas.openxmlformats.org/drawingml/2006/main">
              <a:ext uri="{FF2B5EF4-FFF2-40B4-BE49-F238E27FC236}">
                <a16:creationId xmlns:a16="http://schemas.microsoft.com/office/drawing/2014/main" id="{04FFC1D1-DB2F-4FE3-9FF3-88FA7322E342}"/>
              </a:ext>
            </a:extLst>
          </p:cNvPr>
          <p:cNvSpPr>
            <a:spLocks xmlns:a="http://schemas.openxmlformats.org/drawingml/2006/main" noGrp="1"/>
          </p:cNvSpPr>
          <p:nvPr/>
        </p:nvSpPr>
        <p:spPr>
          <a:xfrm xmlns:a="http://schemas.openxmlformats.org/drawingml/2006/main">
            <a:off x="5429250" y="3667125"/>
            <a:ext cx="1333500" cy="13335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V</a:t>
            </a:r>
          </a:p>
        </p:txBody>
      </p:sp>
      <p:sp>
        <p:nvSpPr>
          <p:cNvPr id="1873373923" name="Arrow: Right 1047507270">
            <a:extLst xmlns:a="http://schemas.openxmlformats.org/drawingml/2006/main">
              <a:ext uri="{FF2B5EF4-FFF2-40B4-BE49-F238E27FC236}">
                <a16:creationId xmlns:a16="http://schemas.microsoft.com/office/drawing/2014/main" id="{86D45AF1-6F69-401F-8015-99AC883EF601}"/>
              </a:ext>
            </a:extLst>
          </p:cNvPr>
          <p:cNvSpPr>
            <a:spLocks xmlns:a="http://schemas.openxmlformats.org/drawingml/2006/main" noGrp="1"/>
          </p:cNvSpPr>
          <p:nvPr/>
        </p:nvSpPr>
        <p:spPr>
          <a:xfrm xmlns:a="http://schemas.openxmlformats.org/drawingml/2006/main">
            <a:off x="3381375" y="3181350"/>
            <a:ext cx="1762125"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match</a:t>
            </a:r>
          </a:p>
        </p:txBody>
      </p:sp>
      <p:sp>
        <p:nvSpPr>
          <p:cNvPr id="125098908" name="Arrow: Right 416431706">
            <a:extLst xmlns:a="http://schemas.openxmlformats.org/drawingml/2006/main">
              <a:ext uri="{FF2B5EF4-FFF2-40B4-BE49-F238E27FC236}">
                <a16:creationId xmlns:a16="http://schemas.microsoft.com/office/drawing/2014/main" id="{62D6DA0B-5567-421F-B474-4BDDD1E8BBDC}"/>
              </a:ext>
            </a:extLst>
          </p:cNvPr>
          <p:cNvSpPr>
            <a:spLocks xmlns:a="http://schemas.openxmlformats.org/drawingml/2006/main" noGrp="1"/>
          </p:cNvSpPr>
          <p:nvPr/>
        </p:nvSpPr>
        <p:spPr>
          <a:xfrm xmlns:a="http://schemas.openxmlformats.org/drawingml/2006/main">
            <a:off x="6858000" y="4143375"/>
            <a:ext cx="1714500"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carry</a:t>
            </a:r>
          </a:p>
        </p:txBody>
      </p:sp>
      <p:sp>
        <p:nvSpPr>
          <p:cNvPr id="2060064164" name="Rectangle: Rounded Corners 685887359">
            <a:extLst xmlns:a="http://schemas.openxmlformats.org/drawingml/2006/main">
              <a:ext uri="{FF2B5EF4-FFF2-40B4-BE49-F238E27FC236}">
                <a16:creationId xmlns:a16="http://schemas.microsoft.com/office/drawing/2014/main" id="{1DF5DAB3-6917-42CF-8B0B-4D3A20D212A2}"/>
              </a:ext>
            </a:extLst>
          </p:cNvPr>
          <p:cNvSpPr>
            <a:spLocks xmlns:a="http://schemas.openxmlformats.org/drawingml/2006/main" noGrp="1"/>
          </p:cNvSpPr>
          <p:nvPr/>
        </p:nvSpPr>
        <p:spPr>
          <a:xfrm xmlns:a="http://schemas.openxmlformats.org/drawingml/2006/main">
            <a:off x="8810625" y="3857625"/>
            <a:ext cx="1524000" cy="762000"/>
          </a:xfrm>
          <a:prstGeom xmlns:a="http://schemas.openxmlformats.org/drawingml/2006/main" prst="roundRect">
            <a:avLst>
              <a:gd name="adj" fmla="val 15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context</a:t>
            </a:r>
          </a:p>
        </p:txBody>
      </p:sp>
      <p:sp>
        <p:nvSpPr>
          <p:cNvPr id="1804241531" name="Rectangle 1087270730">
            <a:extLst xmlns:a="http://schemas.openxmlformats.org/drawingml/2006/main">
              <a:ext uri="{FF2B5EF4-FFF2-40B4-BE49-F238E27FC236}">
                <a16:creationId xmlns:a16="http://schemas.microsoft.com/office/drawing/2014/main" id="{3ABB793E-9402-4A45-8546-B9A0EA27F78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37</a:t>
            </a:r>
          </a:p>
        </p:txBody>
      </p:sp>
    </p:spTree>
    <p:extLst>
      <p:ext uri="{BB962C8B-B14F-4D97-AF65-F5344CB8AC3E}">
        <p14:creationId xmlns:p14="http://schemas.microsoft.com/office/powerpoint/2010/main" val="458732920"/>
      </p:ext>
    </p:extLst>
  </p:cSld>
</p:sld>
</file>

<file path=ppt/slides/slide3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1167153" name="Rectangle 274056230">
            <a:extLst xmlns:a="http://schemas.openxmlformats.org/drawingml/2006/main">
              <a:ext uri="{FF2B5EF4-FFF2-40B4-BE49-F238E27FC236}">
                <a16:creationId xmlns:a16="http://schemas.microsoft.com/office/drawing/2014/main" id="{F8E94891-DA41-4A71-89AF-677280DD41C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709555596" name="Rectangle 2069842662">
            <a:extLst xmlns:a="http://schemas.openxmlformats.org/drawingml/2006/main">
              <a:ext uri="{FF2B5EF4-FFF2-40B4-BE49-F238E27FC236}">
                <a16:creationId xmlns:a16="http://schemas.microsoft.com/office/drawing/2014/main" id="{5642F752-DBEF-4349-B5DE-3D54EB8A9E6B}"/>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Dot product turns Q and K into scores</a:t>
            </a:r>
          </a:p>
        </p:txBody>
      </p:sp>
      <p:sp>
        <p:nvSpPr>
          <p:cNvPr id="962903409" name="Rectangle: Rounded Corners 1012080298">
            <a:extLst xmlns:a="http://schemas.openxmlformats.org/drawingml/2006/main">
              <a:ext uri="{FF2B5EF4-FFF2-40B4-BE49-F238E27FC236}">
                <a16:creationId xmlns:a16="http://schemas.microsoft.com/office/drawing/2014/main" id="{44A5D4C8-3CEB-4785-AC2A-8F098084B6D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7413901" name="Rectangle: Rounded Corners 268010825">
            <a:extLst xmlns:a="http://schemas.openxmlformats.org/drawingml/2006/main">
              <a:ext uri="{FF2B5EF4-FFF2-40B4-BE49-F238E27FC236}">
                <a16:creationId xmlns:a16="http://schemas.microsoft.com/office/drawing/2014/main" id="{6FA90432-953F-4D98-84C8-AB916019537E}"/>
              </a:ext>
            </a:extLst>
          </p:cNvPr>
          <p:cNvSpPr>
            <a:spLocks xmlns:a="http://schemas.openxmlformats.org/drawingml/2006/main" noGrp="1"/>
          </p:cNvSpPr>
          <p:nvPr/>
        </p:nvSpPr>
        <p:spPr>
          <a:xfrm xmlns:a="http://schemas.openxmlformats.org/drawingml/2006/main">
            <a:off x="2095500" y="3000375"/>
            <a:ext cx="10477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1539420106" name="Rectangle 859411994">
            <a:extLst xmlns:a="http://schemas.openxmlformats.org/drawingml/2006/main">
              <a:ext uri="{FF2B5EF4-FFF2-40B4-BE49-F238E27FC236}">
                <a16:creationId xmlns:a16="http://schemas.microsoft.com/office/drawing/2014/main" id="{6C3F1733-82F1-460B-8CA7-E5DF05E4F837}"/>
              </a:ext>
            </a:extLst>
          </p:cNvPr>
          <p:cNvSpPr>
            <a:spLocks xmlns:a="http://schemas.openxmlformats.org/drawingml/2006/main" noGrp="1"/>
          </p:cNvSpPr>
          <p:nvPr/>
        </p:nvSpPr>
        <p:spPr>
          <a:xfrm xmlns:a="http://schemas.openxmlformats.org/drawingml/2006/main">
            <a:off x="361950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0B0F19"/>
                </a:solidFill>
              </a:defRPr>
            </a:pPr>
            <a:r>
              <a:rPr sz="2850" b="1">
                <a:solidFill>
                  <a:srgbClr val="0B0F19"/>
                </a:solidFill>
              </a:rPr>
              <a:t>·</a:t>
            </a:r>
          </a:p>
        </p:txBody>
      </p:sp>
      <p:sp>
        <p:nvSpPr>
          <p:cNvPr id="420921194" name="Rectangle: Rounded Corners 462313761">
            <a:extLst xmlns:a="http://schemas.openxmlformats.org/drawingml/2006/main">
              <a:ext uri="{FF2B5EF4-FFF2-40B4-BE49-F238E27FC236}">
                <a16:creationId xmlns:a16="http://schemas.microsoft.com/office/drawing/2014/main" id="{37FE845F-E32A-41A4-877B-6F92D1238999}"/>
              </a:ext>
            </a:extLst>
          </p:cNvPr>
          <p:cNvSpPr>
            <a:spLocks xmlns:a="http://schemas.openxmlformats.org/drawingml/2006/main" noGrp="1"/>
          </p:cNvSpPr>
          <p:nvPr/>
        </p:nvSpPr>
        <p:spPr>
          <a:xfrm xmlns:a="http://schemas.openxmlformats.org/drawingml/2006/main">
            <a:off x="4762500" y="3000375"/>
            <a:ext cx="1047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353219166" name="Rectangle 256178726">
            <a:extLst xmlns:a="http://schemas.openxmlformats.org/drawingml/2006/main">
              <a:ext uri="{FF2B5EF4-FFF2-40B4-BE49-F238E27FC236}">
                <a16:creationId xmlns:a16="http://schemas.microsoft.com/office/drawing/2014/main" id="{CEA06E04-CAD2-4434-A6E2-385F277443EF}"/>
              </a:ext>
            </a:extLst>
          </p:cNvPr>
          <p:cNvSpPr>
            <a:spLocks xmlns:a="http://schemas.openxmlformats.org/drawingml/2006/main" noGrp="1"/>
          </p:cNvSpPr>
          <p:nvPr/>
        </p:nvSpPr>
        <p:spPr>
          <a:xfrm xmlns:a="http://schemas.openxmlformats.org/drawingml/2006/main">
            <a:off x="619125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0B0F19"/>
                </a:solidFill>
              </a:defRPr>
            </a:pPr>
            <a:r>
              <a:rPr sz="2850" b="1">
                <a:solidFill>
                  <a:srgbClr val="0B0F19"/>
                </a:solidFill>
              </a:rPr>
              <a:t>=</a:t>
            </a:r>
          </a:p>
        </p:txBody>
      </p:sp>
      <p:sp>
        <p:nvSpPr>
          <p:cNvPr id="725441401" name="Rectangle: Rounded Corners 570514558">
            <a:extLst xmlns:a="http://schemas.openxmlformats.org/drawingml/2006/main">
              <a:ext uri="{FF2B5EF4-FFF2-40B4-BE49-F238E27FC236}">
                <a16:creationId xmlns:a16="http://schemas.microsoft.com/office/drawing/2014/main" id="{B9531FA6-3238-4916-AFA6-616E8B12970B}"/>
              </a:ext>
            </a:extLst>
          </p:cNvPr>
          <p:cNvSpPr>
            <a:spLocks xmlns:a="http://schemas.openxmlformats.org/drawingml/2006/main" noGrp="1"/>
          </p:cNvSpPr>
          <p:nvPr/>
        </p:nvSpPr>
        <p:spPr>
          <a:xfrm xmlns:a="http://schemas.openxmlformats.org/drawingml/2006/main">
            <a:off x="7334250" y="3714750"/>
            <a:ext cx="285750" cy="381000"/>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53493369" name="Rectangle: Rounded Corners 1825339525">
            <a:extLst xmlns:a="http://schemas.openxmlformats.org/drawingml/2006/main">
              <a:ext uri="{FF2B5EF4-FFF2-40B4-BE49-F238E27FC236}">
                <a16:creationId xmlns:a16="http://schemas.microsoft.com/office/drawing/2014/main" id="{C9216994-C0BF-40FF-B1EF-6CE182B04239}"/>
              </a:ext>
            </a:extLst>
          </p:cNvPr>
          <p:cNvSpPr>
            <a:spLocks xmlns:a="http://schemas.openxmlformats.org/drawingml/2006/main" noGrp="1"/>
          </p:cNvSpPr>
          <p:nvPr/>
        </p:nvSpPr>
        <p:spPr>
          <a:xfrm xmlns:a="http://schemas.openxmlformats.org/drawingml/2006/main">
            <a:off x="7791450" y="3381375"/>
            <a:ext cx="285750" cy="7143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51648857" name="Rectangle: Rounded Corners 1330424870">
            <a:extLst xmlns:a="http://schemas.openxmlformats.org/drawingml/2006/main">
              <a:ext uri="{FF2B5EF4-FFF2-40B4-BE49-F238E27FC236}">
                <a16:creationId xmlns:a16="http://schemas.microsoft.com/office/drawing/2014/main" id="{0578B575-877E-4EDD-887D-ECABCE767B7B}"/>
              </a:ext>
            </a:extLst>
          </p:cNvPr>
          <p:cNvSpPr>
            <a:spLocks xmlns:a="http://schemas.openxmlformats.org/drawingml/2006/main" noGrp="1"/>
          </p:cNvSpPr>
          <p:nvPr/>
        </p:nvSpPr>
        <p:spPr>
          <a:xfrm xmlns:a="http://schemas.openxmlformats.org/drawingml/2006/main">
            <a:off x="8248650" y="3857625"/>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5290047" name="Rectangle: Rounded Corners 1894137061">
            <a:extLst xmlns:a="http://schemas.openxmlformats.org/drawingml/2006/main">
              <a:ext uri="{FF2B5EF4-FFF2-40B4-BE49-F238E27FC236}">
                <a16:creationId xmlns:a16="http://schemas.microsoft.com/office/drawing/2014/main" id="{62713270-6DDE-4370-9C10-6F82BCB112BC}"/>
              </a:ext>
            </a:extLst>
          </p:cNvPr>
          <p:cNvSpPr>
            <a:spLocks xmlns:a="http://schemas.openxmlformats.org/drawingml/2006/main" noGrp="1"/>
          </p:cNvSpPr>
          <p:nvPr/>
        </p:nvSpPr>
        <p:spPr>
          <a:xfrm xmlns:a="http://schemas.openxmlformats.org/drawingml/2006/main">
            <a:off x="8705850" y="3190875"/>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88945085" name="Rectangle: Rounded Corners 402898928">
            <a:extLst xmlns:a="http://schemas.openxmlformats.org/drawingml/2006/main">
              <a:ext uri="{FF2B5EF4-FFF2-40B4-BE49-F238E27FC236}">
                <a16:creationId xmlns:a16="http://schemas.microsoft.com/office/drawing/2014/main" id="{191ECF74-2F99-478D-9D99-9CAC7362A50F}"/>
              </a:ext>
            </a:extLst>
          </p:cNvPr>
          <p:cNvSpPr>
            <a:spLocks xmlns:a="http://schemas.openxmlformats.org/drawingml/2006/main" noGrp="1"/>
          </p:cNvSpPr>
          <p:nvPr/>
        </p:nvSpPr>
        <p:spPr>
          <a:xfrm xmlns:a="http://schemas.openxmlformats.org/drawingml/2006/main">
            <a:off x="9163050" y="3571875"/>
            <a:ext cx="285750" cy="523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58814881" name="Rectangle 1777770755">
            <a:extLst xmlns:a="http://schemas.openxmlformats.org/drawingml/2006/main">
              <a:ext uri="{FF2B5EF4-FFF2-40B4-BE49-F238E27FC236}">
                <a16:creationId xmlns:a16="http://schemas.microsoft.com/office/drawing/2014/main" id="{C610B822-ABD7-4561-816E-AF6673ABB4EC}"/>
              </a:ext>
            </a:extLst>
          </p:cNvPr>
          <p:cNvSpPr>
            <a:spLocks xmlns:a="http://schemas.openxmlformats.org/drawingml/2006/main" noGrp="1"/>
          </p:cNvSpPr>
          <p:nvPr/>
        </p:nvSpPr>
        <p:spPr>
          <a:xfrm xmlns:a="http://schemas.openxmlformats.org/drawingml/2006/main">
            <a:off x="7048500" y="4333875"/>
            <a:ext cx="276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one score per key</a:t>
            </a:r>
          </a:p>
        </p:txBody>
      </p:sp>
      <p:sp>
        <p:nvSpPr>
          <p:cNvPr id="1881627338" name="Rectangle 664374673">
            <a:extLst xmlns:a="http://schemas.openxmlformats.org/drawingml/2006/main">
              <a:ext uri="{FF2B5EF4-FFF2-40B4-BE49-F238E27FC236}">
                <a16:creationId xmlns:a16="http://schemas.microsoft.com/office/drawing/2014/main" id="{A018C574-9E4E-4211-8983-196652022A0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38</a:t>
            </a:r>
          </a:p>
        </p:txBody>
      </p:sp>
      <p:sp>
        <p:nvSpPr>
          <p:cNvPr id="2142062590" name="qk-score-formula">
            <a:extLst xmlns:a="http://schemas.openxmlformats.org/drawingml/2006/main">
              <a:ext uri="{FF2B5EF4-FFF2-40B4-BE49-F238E27FC236}">
                <a16:creationId xmlns:a16="http://schemas.microsoft.com/office/drawing/2014/main" id="{B034A534-2000-4E53-B8E6-5C2EDCACAB09}"/>
              </a:ext>
            </a:extLst>
          </p:cNvPr>
          <p:cNvSpPr>
            <a:spLocks xmlns:a="http://schemas.openxmlformats.org/drawingml/2006/main" noGrp="1"/>
          </p:cNvSpPr>
          <p:nvPr/>
        </p:nvSpPr>
        <p:spPr>
          <a:xfrm xmlns:a="http://schemas.openxmlformats.org/drawingml/2006/main">
            <a:off x="2095500" y="1695450"/>
            <a:ext cx="7429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400" b="1">
                <a:solidFill>
                  <a:srgbClr val="2563EB"/>
                </a:solidFill>
              </a:defRPr>
            </a:pPr>
            <a:r>
              <a:rPr sz="2400" b="1">
                <a:solidFill>
                  <a:srgbClr val="2563EB"/>
                </a:solidFill>
              </a:rPr>
              <a:t>score = QKᵀ</a:t>
            </a:r>
          </a:p>
        </p:txBody>
      </p:sp>
      <p:sp>
        <p:nvSpPr>
          <p:cNvPr id="31225795" name="dot-product-explanation">
            <a:extLst xmlns:a="http://schemas.openxmlformats.org/drawingml/2006/main">
              <a:ext uri="{FF2B5EF4-FFF2-40B4-BE49-F238E27FC236}">
                <a16:creationId xmlns:a16="http://schemas.microsoft.com/office/drawing/2014/main" id="{34BCFFB9-8ED7-4BCB-A5D5-13E3DFFFB9B7}"/>
              </a:ext>
            </a:extLst>
          </p:cNvPr>
          <p:cNvSpPr>
            <a:spLocks xmlns:a="http://schemas.openxmlformats.org/drawingml/2006/main" noGrp="1"/>
          </p:cNvSpPr>
          <p:nvPr/>
        </p:nvSpPr>
        <p:spPr>
          <a:xfrm xmlns:a="http://schemas.openxmlformats.org/drawingml/2006/main">
            <a:off x="1619250" y="4857750"/>
            <a:ext cx="8953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00" b="0">
                <a:solidFill>
                  <a:srgbClr val="667085"/>
                </a:solidFill>
              </a:defRPr>
            </a:pPr>
            <a:r>
              <a:rPr sz="1600" b="0">
                <a:solidFill>
                  <a:srgbClr val="667085"/>
                </a:solidFill>
              </a:rPr>
              <a:t>Dot product: multiply matching dimensions, then add them.</a:t>
            </a:r>
          </a:p>
          <a:p xmlns:a="http://schemas.openxmlformats.org/drawingml/2006/main">
            <a:pPr algn="ctr">
              <a:buNone/>
              <a:defRPr sz="1600" b="0">
                <a:solidFill>
                  <a:srgbClr val="667085"/>
                </a:solidFill>
              </a:defRPr>
            </a:pPr>
            <a:r>
              <a:rPr sz="1600" b="0">
                <a:solidFill>
                  <a:srgbClr val="667085"/>
                </a:solidFill>
              </a:rPr>
              <a:t>&lt;BOS&gt; query · each encoder key → one score for each source token</a:t>
            </a:r>
          </a:p>
        </p:txBody>
      </p:sp>
    </p:spTree>
    <p:extLst>
      <p:ext uri="{BB962C8B-B14F-4D97-AF65-F5344CB8AC3E}">
        <p14:creationId xmlns:p14="http://schemas.microsoft.com/office/powerpoint/2010/main" val="473729085"/>
      </p:ext>
    </p:extLst>
  </p:cSld>
</p:sld>
</file>

<file path=ppt/slides/slide3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2531892" name="Rectangle 1701338696">
            <a:extLst xmlns:a="http://schemas.openxmlformats.org/drawingml/2006/main">
              <a:ext uri="{FF2B5EF4-FFF2-40B4-BE49-F238E27FC236}">
                <a16:creationId xmlns:a16="http://schemas.microsoft.com/office/drawing/2014/main" id="{73BFDBCF-2051-4554-9AC9-6120C6AF7EA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914711084" name="Rectangle 1786653114">
            <a:extLst xmlns:a="http://schemas.openxmlformats.org/drawingml/2006/main">
              <a:ext uri="{FF2B5EF4-FFF2-40B4-BE49-F238E27FC236}">
                <a16:creationId xmlns:a16="http://schemas.microsoft.com/office/drawing/2014/main" id="{68A9E7BA-30E4-4BB0-833E-0413955B91A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Scale scores, then Softmax makes weights</a:t>
            </a:r>
          </a:p>
        </p:txBody>
      </p:sp>
      <p:sp>
        <p:nvSpPr>
          <p:cNvPr id="1256147291" name="Rectangle: Rounded Corners 464705818">
            <a:extLst xmlns:a="http://schemas.openxmlformats.org/drawingml/2006/main">
              <a:ext uri="{FF2B5EF4-FFF2-40B4-BE49-F238E27FC236}">
                <a16:creationId xmlns:a16="http://schemas.microsoft.com/office/drawing/2014/main" id="{64F80220-D4D0-4EAB-9AF3-F8D97DC6936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68471049" name="Rectangle: Rounded Corners 1141548239">
            <a:extLst xmlns:a="http://schemas.openxmlformats.org/drawingml/2006/main">
              <a:ext uri="{FF2B5EF4-FFF2-40B4-BE49-F238E27FC236}">
                <a16:creationId xmlns:a16="http://schemas.microsoft.com/office/drawing/2014/main" id="{50968449-D83B-447C-87F8-C83408289E40}"/>
              </a:ext>
            </a:extLst>
          </p:cNvPr>
          <p:cNvSpPr>
            <a:spLocks xmlns:a="http://schemas.openxmlformats.org/drawingml/2006/main" noGrp="1"/>
          </p:cNvSpPr>
          <p:nvPr/>
        </p:nvSpPr>
        <p:spPr>
          <a:xfrm xmlns:a="http://schemas.openxmlformats.org/drawingml/2006/main">
            <a:off x="2476500" y="3476625"/>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27519353" name="Rectangle: Rounded Corners 498832919">
            <a:extLst xmlns:a="http://schemas.openxmlformats.org/drawingml/2006/main">
              <a:ext uri="{FF2B5EF4-FFF2-40B4-BE49-F238E27FC236}">
                <a16:creationId xmlns:a16="http://schemas.microsoft.com/office/drawing/2014/main" id="{C38D55A2-88EF-4491-9A36-7720B4187AEC}"/>
              </a:ext>
            </a:extLst>
          </p:cNvPr>
          <p:cNvSpPr>
            <a:spLocks xmlns:a="http://schemas.openxmlformats.org/drawingml/2006/main" noGrp="1"/>
          </p:cNvSpPr>
          <p:nvPr/>
        </p:nvSpPr>
        <p:spPr>
          <a:xfrm xmlns:a="http://schemas.openxmlformats.org/drawingml/2006/main">
            <a:off x="2933699" y="3048000"/>
            <a:ext cx="285750" cy="7620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11416896" name="Rectangle: Rounded Corners 1769908897">
            <a:extLst xmlns:a="http://schemas.openxmlformats.org/drawingml/2006/main">
              <a:ext uri="{FF2B5EF4-FFF2-40B4-BE49-F238E27FC236}">
                <a16:creationId xmlns:a16="http://schemas.microsoft.com/office/drawing/2014/main" id="{C7F722F7-F41A-4DA5-8057-2EAAB198F773}"/>
              </a:ext>
            </a:extLst>
          </p:cNvPr>
          <p:cNvSpPr>
            <a:spLocks xmlns:a="http://schemas.openxmlformats.org/drawingml/2006/main" noGrp="1"/>
          </p:cNvSpPr>
          <p:nvPr/>
        </p:nvSpPr>
        <p:spPr>
          <a:xfrm xmlns:a="http://schemas.openxmlformats.org/drawingml/2006/main">
            <a:off x="3390900" y="3619500"/>
            <a:ext cx="285750" cy="190500"/>
          </a:xfrm>
          <a:prstGeom xmlns:a="http://schemas.openxmlformats.org/drawingml/2006/main" prst="roundRect">
            <a:avLst>
              <a:gd name="adj" fmla="val 10000"/>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55678160" name="Rectangle: Rounded Corners 1914348486">
            <a:extLst xmlns:a="http://schemas.openxmlformats.org/drawingml/2006/main">
              <a:ext uri="{FF2B5EF4-FFF2-40B4-BE49-F238E27FC236}">
                <a16:creationId xmlns:a16="http://schemas.microsoft.com/office/drawing/2014/main" id="{BCFAD87C-A359-43EC-8207-BF16F7C5A764}"/>
              </a:ext>
            </a:extLst>
          </p:cNvPr>
          <p:cNvSpPr>
            <a:spLocks xmlns:a="http://schemas.openxmlformats.org/drawingml/2006/main" noGrp="1"/>
          </p:cNvSpPr>
          <p:nvPr/>
        </p:nvSpPr>
        <p:spPr>
          <a:xfrm xmlns:a="http://schemas.openxmlformats.org/drawingml/2006/main">
            <a:off x="3848100" y="2905125"/>
            <a:ext cx="285750" cy="904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38692091" name="Rectangle: Rounded Corners 1678518739">
            <a:extLst xmlns:a="http://schemas.openxmlformats.org/drawingml/2006/main">
              <a:ext uri="{FF2B5EF4-FFF2-40B4-BE49-F238E27FC236}">
                <a16:creationId xmlns:a16="http://schemas.microsoft.com/office/drawing/2014/main" id="{D4FDE180-1890-4FFA-BC44-31910F08615F}"/>
              </a:ext>
            </a:extLst>
          </p:cNvPr>
          <p:cNvSpPr>
            <a:spLocks xmlns:a="http://schemas.openxmlformats.org/drawingml/2006/main" noGrp="1"/>
          </p:cNvSpPr>
          <p:nvPr/>
        </p:nvSpPr>
        <p:spPr>
          <a:xfrm xmlns:a="http://schemas.openxmlformats.org/drawingml/2006/main">
            <a:off x="4305300" y="3381375"/>
            <a:ext cx="285750" cy="42862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6647338" name="Arrow: Right 2119966246">
            <a:extLst xmlns:a="http://schemas.openxmlformats.org/drawingml/2006/main">
              <a:ext uri="{FF2B5EF4-FFF2-40B4-BE49-F238E27FC236}">
                <a16:creationId xmlns:a16="http://schemas.microsoft.com/office/drawing/2014/main" id="{8289AE3F-AADD-4F43-BF5A-74B6D891306C}"/>
              </a:ext>
            </a:extLst>
          </p:cNvPr>
          <p:cNvSpPr>
            <a:spLocks xmlns:a="http://schemas.openxmlformats.org/drawingml/2006/main" noGrp="1"/>
          </p:cNvSpPr>
          <p:nvPr/>
        </p:nvSpPr>
        <p:spPr>
          <a:xfrm xmlns:a="http://schemas.openxmlformats.org/drawingml/2006/main">
            <a:off x="5095875" y="3143250"/>
            <a:ext cx="1619250" cy="52387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0B0F19"/>
                </a:solidFill>
              </a:defRPr>
            </a:pPr>
            <a:r>
              <a:rPr sz="1300" b="1">
                <a:solidFill>
                  <a:srgbClr val="0B0F19"/>
                </a:solidFill>
              </a:rPr>
              <a:t>scale + softmax</a:t>
            </a:r>
          </a:p>
        </p:txBody>
      </p:sp>
      <p:sp>
        <p:nvSpPr>
          <p:cNvPr id="924385106" name="Rectangle: Rounded Corners 211572738">
            <a:extLst xmlns:a="http://schemas.openxmlformats.org/drawingml/2006/main">
              <a:ext uri="{FF2B5EF4-FFF2-40B4-BE49-F238E27FC236}">
                <a16:creationId xmlns:a16="http://schemas.microsoft.com/office/drawing/2014/main" id="{B4320786-DEB3-42E5-9FFE-BD92A7837714}"/>
              </a:ext>
            </a:extLst>
          </p:cNvPr>
          <p:cNvSpPr>
            <a:spLocks xmlns:a="http://schemas.openxmlformats.org/drawingml/2006/main" noGrp="1"/>
          </p:cNvSpPr>
          <p:nvPr/>
        </p:nvSpPr>
        <p:spPr>
          <a:xfrm xmlns:a="http://schemas.openxmlformats.org/drawingml/2006/main">
            <a:off x="7620000" y="3571875"/>
            <a:ext cx="285750" cy="238125"/>
          </a:xfrm>
          <a:prstGeom xmlns:a="http://schemas.openxmlformats.org/drawingml/2006/main" prst="roundRect">
            <a:avLst>
              <a:gd name="adj" fmla="val 8000"/>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67591786" name="Rectangle: Rounded Corners 1030269239">
            <a:extLst xmlns:a="http://schemas.openxmlformats.org/drawingml/2006/main">
              <a:ext uri="{FF2B5EF4-FFF2-40B4-BE49-F238E27FC236}">
                <a16:creationId xmlns:a16="http://schemas.microsoft.com/office/drawing/2014/main" id="{6645EB32-0B24-4B69-A9F8-719A40AA0B03}"/>
              </a:ext>
            </a:extLst>
          </p:cNvPr>
          <p:cNvSpPr>
            <a:spLocks xmlns:a="http://schemas.openxmlformats.org/drawingml/2006/main" noGrp="1"/>
          </p:cNvSpPr>
          <p:nvPr/>
        </p:nvSpPr>
        <p:spPr>
          <a:xfrm xmlns:a="http://schemas.openxmlformats.org/drawingml/2006/main">
            <a:off x="8077200" y="3143250"/>
            <a:ext cx="285750" cy="6667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5696267" name="Rectangle: Rounded Corners 642494706">
            <a:extLst xmlns:a="http://schemas.openxmlformats.org/drawingml/2006/main">
              <a:ext uri="{FF2B5EF4-FFF2-40B4-BE49-F238E27FC236}">
                <a16:creationId xmlns:a16="http://schemas.microsoft.com/office/drawing/2014/main" id="{E2794966-1B9B-4219-8C5F-BCE5FB921DA8}"/>
              </a:ext>
            </a:extLst>
          </p:cNvPr>
          <p:cNvSpPr>
            <a:spLocks xmlns:a="http://schemas.openxmlformats.org/drawingml/2006/main" noGrp="1"/>
          </p:cNvSpPr>
          <p:nvPr/>
        </p:nvSpPr>
        <p:spPr>
          <a:xfrm xmlns:a="http://schemas.openxmlformats.org/drawingml/2006/main">
            <a:off x="8534400" y="3667125"/>
            <a:ext cx="285750" cy="142875"/>
          </a:xfrm>
          <a:prstGeom xmlns:a="http://schemas.openxmlformats.org/drawingml/2006/main" prst="roundRect">
            <a:avLst>
              <a:gd name="adj" fmla="val 13333"/>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15716262" name="Rectangle: Rounded Corners 1203968868">
            <a:extLst xmlns:a="http://schemas.openxmlformats.org/drawingml/2006/main">
              <a:ext uri="{FF2B5EF4-FFF2-40B4-BE49-F238E27FC236}">
                <a16:creationId xmlns:a16="http://schemas.microsoft.com/office/drawing/2014/main" id="{D91CA113-4EFD-4086-BCDF-D721D8F0413F}"/>
              </a:ext>
            </a:extLst>
          </p:cNvPr>
          <p:cNvSpPr>
            <a:spLocks xmlns:a="http://schemas.openxmlformats.org/drawingml/2006/main" noGrp="1"/>
          </p:cNvSpPr>
          <p:nvPr/>
        </p:nvSpPr>
        <p:spPr>
          <a:xfrm xmlns:a="http://schemas.openxmlformats.org/drawingml/2006/main">
            <a:off x="8991600" y="2952750"/>
            <a:ext cx="285750" cy="8572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955615" name="Rectangle: Rounded Corners 666818066">
            <a:extLst xmlns:a="http://schemas.openxmlformats.org/drawingml/2006/main">
              <a:ext uri="{FF2B5EF4-FFF2-40B4-BE49-F238E27FC236}">
                <a16:creationId xmlns:a16="http://schemas.microsoft.com/office/drawing/2014/main" id="{70506562-0AA2-438C-A158-3C3604BFD1DC}"/>
              </a:ext>
            </a:extLst>
          </p:cNvPr>
          <p:cNvSpPr>
            <a:spLocks xmlns:a="http://schemas.openxmlformats.org/drawingml/2006/main" noGrp="1"/>
          </p:cNvSpPr>
          <p:nvPr/>
        </p:nvSpPr>
        <p:spPr>
          <a:xfrm xmlns:a="http://schemas.openxmlformats.org/drawingml/2006/main">
            <a:off x="9448799" y="3429000"/>
            <a:ext cx="285750" cy="38100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7758901" name="Rectangle 1940968764">
            <a:extLst xmlns:a="http://schemas.openxmlformats.org/drawingml/2006/main">
              <a:ext uri="{FF2B5EF4-FFF2-40B4-BE49-F238E27FC236}">
                <a16:creationId xmlns:a16="http://schemas.microsoft.com/office/drawing/2014/main" id="{E3E2F41D-FF96-45A8-98F2-4425D9E060EB}"/>
              </a:ext>
            </a:extLst>
          </p:cNvPr>
          <p:cNvSpPr>
            <a:spLocks xmlns:a="http://schemas.openxmlformats.org/drawingml/2006/main" noGrp="1"/>
          </p:cNvSpPr>
          <p:nvPr/>
        </p:nvSpPr>
        <p:spPr>
          <a:xfrm xmlns:a="http://schemas.openxmlformats.org/drawingml/2006/main">
            <a:off x="1952625" y="43815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QKᵀ / √dₖ</a:t>
            </a:r>
          </a:p>
        </p:txBody>
      </p:sp>
      <p:sp>
        <p:nvSpPr>
          <p:cNvPr id="1312145369" name="Rectangle 1848061419">
            <a:extLst xmlns:a="http://schemas.openxmlformats.org/drawingml/2006/main">
              <a:ext uri="{FF2B5EF4-FFF2-40B4-BE49-F238E27FC236}">
                <a16:creationId xmlns:a16="http://schemas.microsoft.com/office/drawing/2014/main" id="{A5EEAEE8-A2A5-47FF-8284-D1E5013B672E}"/>
              </a:ext>
            </a:extLst>
          </p:cNvPr>
          <p:cNvSpPr>
            <a:spLocks xmlns:a="http://schemas.openxmlformats.org/drawingml/2006/main" noGrp="1"/>
          </p:cNvSpPr>
          <p:nvPr/>
        </p:nvSpPr>
        <p:spPr>
          <a:xfrm xmlns:a="http://schemas.openxmlformats.org/drawingml/2006/main">
            <a:off x="6953250" y="438150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attention weights (sum = 1)</a:t>
            </a:r>
          </a:p>
        </p:txBody>
      </p:sp>
      <p:sp>
        <p:nvSpPr>
          <p:cNvPr id="869249179" name="Rectangle 2016234214">
            <a:extLst xmlns:a="http://schemas.openxmlformats.org/drawingml/2006/main">
              <a:ext uri="{FF2B5EF4-FFF2-40B4-BE49-F238E27FC236}">
                <a16:creationId xmlns:a16="http://schemas.microsoft.com/office/drawing/2014/main" id="{70090DAF-F3CD-457F-9ECB-D151F8E0C27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39</a:t>
            </a:r>
          </a:p>
        </p:txBody>
      </p:sp>
      <p:sp>
        <p:nvSpPr>
          <p:cNvPr id="1713142890" name="scaled-dot-product-attention-formula">
            <a:extLst xmlns:a="http://schemas.openxmlformats.org/drawingml/2006/main">
              <a:ext uri="{FF2B5EF4-FFF2-40B4-BE49-F238E27FC236}">
                <a16:creationId xmlns:a16="http://schemas.microsoft.com/office/drawing/2014/main" id="{122E97B8-214B-4C0D-9CB3-59592B7BC550}"/>
              </a:ext>
            </a:extLst>
          </p:cNvPr>
          <p:cNvSpPr>
            <a:spLocks xmlns:a="http://schemas.openxmlformats.org/drawingml/2006/main" noGrp="1"/>
          </p:cNvSpPr>
          <p:nvPr/>
        </p:nvSpPr>
        <p:spPr>
          <a:xfrm xmlns:a="http://schemas.openxmlformats.org/drawingml/2006/main">
            <a:off x="1428750" y="1695450"/>
            <a:ext cx="933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2563EB"/>
                </a:solidFill>
              </a:defRPr>
            </a:pPr>
            <a:r>
              <a:rPr sz="2250" b="1">
                <a:solidFill>
                  <a:srgbClr val="2563EB"/>
                </a:solidFill>
              </a:rPr>
              <a:t>Attention(Q, K, V) = Softmax(QKᵀ / √dₖ)V</a:t>
            </a:r>
          </a:p>
        </p:txBody>
      </p:sp>
      <p:sp>
        <p:nvSpPr>
          <p:cNvPr id="1076462459" name="scaling-explanation">
            <a:extLst xmlns:a="http://schemas.openxmlformats.org/drawingml/2006/main">
              <a:ext uri="{FF2B5EF4-FFF2-40B4-BE49-F238E27FC236}">
                <a16:creationId xmlns:a16="http://schemas.microsoft.com/office/drawing/2014/main" id="{00254DFE-FCD5-4327-8BD2-7F77B5AA1334}"/>
              </a:ext>
            </a:extLst>
          </p:cNvPr>
          <p:cNvSpPr>
            <a:spLocks xmlns:a="http://schemas.openxmlformats.org/drawingml/2006/main" noGrp="1"/>
          </p:cNvSpPr>
          <p:nvPr/>
        </p:nvSpPr>
        <p:spPr>
          <a:xfrm xmlns:a="http://schemas.openxmlformats.org/drawingml/2006/main">
            <a:off x="2000250" y="4953000"/>
            <a:ext cx="819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0">
                <a:solidFill>
                  <a:srgbClr val="667085"/>
                </a:solidFill>
              </a:defRPr>
            </a:pPr>
            <a:r>
              <a:rPr sz="1500" b="0">
                <a:solidFill>
                  <a:srgbClr val="667085"/>
                </a:solidFill>
              </a:rPr>
              <a:t>Dividing by √dₖ keeps large vectors from making the scores too extreme.</a:t>
            </a:r>
          </a:p>
        </p:txBody>
      </p:sp>
    </p:spTree>
    <p:extLst>
      <p:ext uri="{BB962C8B-B14F-4D97-AF65-F5344CB8AC3E}">
        <p14:creationId xmlns:p14="http://schemas.microsoft.com/office/powerpoint/2010/main" val="2138756591"/>
      </p:ext>
    </p:extLst>
  </p:cSld>
</p:sld>
</file>

<file path=ppt/slides/slide4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30140161" name="Rectangle 667720717">
            <a:extLst xmlns:a="http://schemas.openxmlformats.org/drawingml/2006/main">
              <a:ext uri="{FF2B5EF4-FFF2-40B4-BE49-F238E27FC236}">
                <a16:creationId xmlns:a16="http://schemas.microsoft.com/office/drawing/2014/main" id="{C38DF3E9-9CC9-480A-B9DE-D4B1CC83294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595795035" name="Rectangle 1521779778">
            <a:extLst xmlns:a="http://schemas.openxmlformats.org/drawingml/2006/main">
              <a:ext uri="{FF2B5EF4-FFF2-40B4-BE49-F238E27FC236}">
                <a16:creationId xmlns:a16="http://schemas.microsoft.com/office/drawing/2014/main" id="{22DEA480-6DC0-4CFF-A1CB-F1A26B47A47B}"/>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Values are mixed into context</a:t>
            </a:r>
          </a:p>
        </p:txBody>
      </p:sp>
      <p:sp>
        <p:nvSpPr>
          <p:cNvPr id="1419431968" name="Rectangle: Rounded Corners 832807897">
            <a:extLst xmlns:a="http://schemas.openxmlformats.org/drawingml/2006/main">
              <a:ext uri="{FF2B5EF4-FFF2-40B4-BE49-F238E27FC236}">
                <a16:creationId xmlns:a16="http://schemas.microsoft.com/office/drawing/2014/main" id="{F118CA2C-E995-49D5-B129-07E7927DCAB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58801772" name="Rectangle: Rounded Corners 1099418884">
            <a:extLst xmlns:a="http://schemas.openxmlformats.org/drawingml/2006/main">
              <a:ext uri="{FF2B5EF4-FFF2-40B4-BE49-F238E27FC236}">
                <a16:creationId xmlns:a16="http://schemas.microsoft.com/office/drawing/2014/main" id="{9572E761-97C6-4471-9C6A-2C59683AC642}"/>
              </a:ext>
            </a:extLst>
          </p:cNvPr>
          <p:cNvSpPr>
            <a:spLocks xmlns:a="http://schemas.openxmlformats.org/drawingml/2006/main" noGrp="1"/>
          </p:cNvSpPr>
          <p:nvPr/>
        </p:nvSpPr>
        <p:spPr>
          <a:xfrm xmlns:a="http://schemas.openxmlformats.org/drawingml/2006/main">
            <a:off x="171450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V1</a:t>
            </a:r>
          </a:p>
        </p:txBody>
      </p:sp>
      <p:sp>
        <p:nvSpPr>
          <p:cNvPr id="568642794" name="Rectangle 605842497">
            <a:extLst xmlns:a="http://schemas.openxmlformats.org/drawingml/2006/main">
              <a:ext uri="{FF2B5EF4-FFF2-40B4-BE49-F238E27FC236}">
                <a16:creationId xmlns:a16="http://schemas.microsoft.com/office/drawing/2014/main" id="{978EFAB0-4514-4C6D-B341-8F9F2501A0B1}"/>
              </a:ext>
            </a:extLst>
          </p:cNvPr>
          <p:cNvSpPr>
            <a:spLocks xmlns:a="http://schemas.openxmlformats.org/drawingml/2006/main" noGrp="1"/>
          </p:cNvSpPr>
          <p:nvPr/>
        </p:nvSpPr>
        <p:spPr>
          <a:xfrm xmlns:a="http://schemas.openxmlformats.org/drawingml/2006/main">
            <a:off x="171450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0.15</a:t>
            </a:r>
          </a:p>
        </p:txBody>
      </p:sp>
      <p:sp>
        <p:nvSpPr>
          <p:cNvPr id="287442587" name="Rectangle: Rounded Corners 1810780251">
            <a:extLst xmlns:a="http://schemas.openxmlformats.org/drawingml/2006/main">
              <a:ext uri="{FF2B5EF4-FFF2-40B4-BE49-F238E27FC236}">
                <a16:creationId xmlns:a16="http://schemas.microsoft.com/office/drawing/2014/main" id="{745512D5-2762-4ECB-A924-6670DE762CC3}"/>
              </a:ext>
            </a:extLst>
          </p:cNvPr>
          <p:cNvSpPr>
            <a:spLocks xmlns:a="http://schemas.openxmlformats.org/drawingml/2006/main" noGrp="1"/>
          </p:cNvSpPr>
          <p:nvPr/>
        </p:nvSpPr>
        <p:spPr>
          <a:xfrm xmlns:a="http://schemas.openxmlformats.org/drawingml/2006/main">
            <a:off x="319087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V2</a:t>
            </a:r>
          </a:p>
        </p:txBody>
      </p:sp>
      <p:sp>
        <p:nvSpPr>
          <p:cNvPr id="1184156525" name="Rectangle 1903860279">
            <a:extLst xmlns:a="http://schemas.openxmlformats.org/drawingml/2006/main">
              <a:ext uri="{FF2B5EF4-FFF2-40B4-BE49-F238E27FC236}">
                <a16:creationId xmlns:a16="http://schemas.microsoft.com/office/drawing/2014/main" id="{A9F80593-D6F2-45C1-B60B-F65B658D7E20}"/>
              </a:ext>
            </a:extLst>
          </p:cNvPr>
          <p:cNvSpPr>
            <a:spLocks xmlns:a="http://schemas.openxmlformats.org/drawingml/2006/main" noGrp="1"/>
          </p:cNvSpPr>
          <p:nvPr/>
        </p:nvSpPr>
        <p:spPr>
          <a:xfrm xmlns:a="http://schemas.openxmlformats.org/drawingml/2006/main">
            <a:off x="319087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0.55</a:t>
            </a:r>
          </a:p>
        </p:txBody>
      </p:sp>
      <p:sp>
        <p:nvSpPr>
          <p:cNvPr id="1526600282" name="Rectangle: Rounded Corners 453837605">
            <a:extLst xmlns:a="http://schemas.openxmlformats.org/drawingml/2006/main">
              <a:ext uri="{FF2B5EF4-FFF2-40B4-BE49-F238E27FC236}">
                <a16:creationId xmlns:a16="http://schemas.microsoft.com/office/drawing/2014/main" id="{F1790433-3C98-4104-B2BE-3CD30690093B}"/>
              </a:ext>
            </a:extLst>
          </p:cNvPr>
          <p:cNvSpPr>
            <a:spLocks xmlns:a="http://schemas.openxmlformats.org/drawingml/2006/main" noGrp="1"/>
          </p:cNvSpPr>
          <p:nvPr/>
        </p:nvSpPr>
        <p:spPr>
          <a:xfrm xmlns:a="http://schemas.openxmlformats.org/drawingml/2006/main">
            <a:off x="466725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V3</a:t>
            </a:r>
          </a:p>
        </p:txBody>
      </p:sp>
      <p:sp>
        <p:nvSpPr>
          <p:cNvPr id="659118353" name="Rectangle 1961512127">
            <a:extLst xmlns:a="http://schemas.openxmlformats.org/drawingml/2006/main">
              <a:ext uri="{FF2B5EF4-FFF2-40B4-BE49-F238E27FC236}">
                <a16:creationId xmlns:a16="http://schemas.microsoft.com/office/drawing/2014/main" id="{939E3951-65B0-4430-BABA-BE969E1D027F}"/>
              </a:ext>
            </a:extLst>
          </p:cNvPr>
          <p:cNvSpPr>
            <a:spLocks xmlns:a="http://schemas.openxmlformats.org/drawingml/2006/main" noGrp="1"/>
          </p:cNvSpPr>
          <p:nvPr/>
        </p:nvSpPr>
        <p:spPr>
          <a:xfrm xmlns:a="http://schemas.openxmlformats.org/drawingml/2006/main">
            <a:off x="466725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1365411774" name="Rectangle: Rounded Corners 866508350">
            <a:extLst xmlns:a="http://schemas.openxmlformats.org/drawingml/2006/main">
              <a:ext uri="{FF2B5EF4-FFF2-40B4-BE49-F238E27FC236}">
                <a16:creationId xmlns:a16="http://schemas.microsoft.com/office/drawing/2014/main" id="{8874064F-6D87-4E9C-AEEB-FDF0C021339A}"/>
              </a:ext>
            </a:extLst>
          </p:cNvPr>
          <p:cNvSpPr>
            <a:spLocks xmlns:a="http://schemas.openxmlformats.org/drawingml/2006/main" noGrp="1"/>
          </p:cNvSpPr>
          <p:nvPr/>
        </p:nvSpPr>
        <p:spPr>
          <a:xfrm xmlns:a="http://schemas.openxmlformats.org/drawingml/2006/main">
            <a:off x="614362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V4</a:t>
            </a:r>
          </a:p>
        </p:txBody>
      </p:sp>
      <p:sp>
        <p:nvSpPr>
          <p:cNvPr id="1471274622" name="Rectangle 1031075147">
            <a:extLst xmlns:a="http://schemas.openxmlformats.org/drawingml/2006/main">
              <a:ext uri="{FF2B5EF4-FFF2-40B4-BE49-F238E27FC236}">
                <a16:creationId xmlns:a16="http://schemas.microsoft.com/office/drawing/2014/main" id="{C444043E-1512-4DED-A43A-0C0845FE0A5E}"/>
              </a:ext>
            </a:extLst>
          </p:cNvPr>
          <p:cNvSpPr>
            <a:spLocks xmlns:a="http://schemas.openxmlformats.org/drawingml/2006/main" noGrp="1"/>
          </p:cNvSpPr>
          <p:nvPr/>
        </p:nvSpPr>
        <p:spPr>
          <a:xfrm xmlns:a="http://schemas.openxmlformats.org/drawingml/2006/main">
            <a:off x="614362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0.2</a:t>
            </a:r>
          </a:p>
        </p:txBody>
      </p:sp>
      <p:sp>
        <p:nvSpPr>
          <p:cNvPr id="156180429" name="Arrow: Right 691035972">
            <a:extLst xmlns:a="http://schemas.openxmlformats.org/drawingml/2006/main">
              <a:ext uri="{FF2B5EF4-FFF2-40B4-BE49-F238E27FC236}">
                <a16:creationId xmlns:a16="http://schemas.microsoft.com/office/drawing/2014/main" id="{654A1A87-C2B4-4FE1-BBCF-1E0D3B14312F}"/>
              </a:ext>
            </a:extLst>
          </p:cNvPr>
          <p:cNvSpPr>
            <a:spLocks xmlns:a="http://schemas.openxmlformats.org/drawingml/2006/main" noGrp="1"/>
          </p:cNvSpPr>
          <p:nvPr/>
        </p:nvSpPr>
        <p:spPr>
          <a:xfrm xmlns:a="http://schemas.openxmlformats.org/drawingml/2006/main">
            <a:off x="7524750" y="3190875"/>
            <a:ext cx="114300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sum</a:t>
            </a:r>
          </a:p>
        </p:txBody>
      </p:sp>
      <p:sp>
        <p:nvSpPr>
          <p:cNvPr id="13246867" name="Rectangle: Rounded Corners 997542731">
            <a:extLst xmlns:a="http://schemas.openxmlformats.org/drawingml/2006/main">
              <a:ext uri="{FF2B5EF4-FFF2-40B4-BE49-F238E27FC236}">
                <a16:creationId xmlns:a16="http://schemas.microsoft.com/office/drawing/2014/main" id="{42AD3544-C2A7-406B-A9E5-8C64DFF4B286}"/>
              </a:ext>
            </a:extLst>
          </p:cNvPr>
          <p:cNvSpPr>
            <a:spLocks xmlns:a="http://schemas.openxmlformats.org/drawingml/2006/main" noGrp="1"/>
          </p:cNvSpPr>
          <p:nvPr/>
        </p:nvSpPr>
        <p:spPr>
          <a:xfrm xmlns:a="http://schemas.openxmlformats.org/drawingml/2006/main">
            <a:off x="8953500" y="2857500"/>
            <a:ext cx="1619250" cy="1047750"/>
          </a:xfrm>
          <a:prstGeom xmlns:a="http://schemas.openxmlformats.org/drawingml/2006/main" prst="roundRect">
            <a:avLst>
              <a:gd name="adj" fmla="val 10909"/>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context vector</a:t>
            </a:r>
          </a:p>
        </p:txBody>
      </p:sp>
      <p:sp>
        <p:nvSpPr>
          <p:cNvPr id="1996513314" name="Rectangle 1562003282">
            <a:extLst xmlns:a="http://schemas.openxmlformats.org/drawingml/2006/main">
              <a:ext uri="{FF2B5EF4-FFF2-40B4-BE49-F238E27FC236}">
                <a16:creationId xmlns:a16="http://schemas.microsoft.com/office/drawing/2014/main" id="{E48BF19C-4BC5-4DE9-BDC5-78278B3D57F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40</a:t>
            </a:r>
          </a:p>
        </p:txBody>
      </p:sp>
    </p:spTree>
    <p:extLst>
      <p:ext uri="{BB962C8B-B14F-4D97-AF65-F5344CB8AC3E}">
        <p14:creationId xmlns:p14="http://schemas.microsoft.com/office/powerpoint/2010/main" val="655262600"/>
      </p:ext>
    </p:extLst>
  </p:cSld>
</p:sld>
</file>

<file path=ppt/slides/slide4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8116459" name="Rectangle 836461681">
            <a:extLst xmlns:a="http://schemas.openxmlformats.org/drawingml/2006/main">
              <a:ext uri="{FF2B5EF4-FFF2-40B4-BE49-F238E27FC236}">
                <a16:creationId xmlns:a16="http://schemas.microsoft.com/office/drawing/2014/main" id="{97C61692-51CE-4ECB-9327-3C863B2D9E0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Self-attention</a:t>
            </a:r>
          </a:p>
        </p:txBody>
      </p:sp>
      <p:sp>
        <p:nvSpPr>
          <p:cNvPr id="233031097" name="Rectangle 1767099124">
            <a:extLst xmlns:a="http://schemas.openxmlformats.org/drawingml/2006/main">
              <a:ext uri="{FF2B5EF4-FFF2-40B4-BE49-F238E27FC236}">
                <a16:creationId xmlns:a16="http://schemas.microsoft.com/office/drawing/2014/main" id="{E034CF17-DE1B-4602-9068-4FE0772F77B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Self-attention updates every token</a:t>
            </a:r>
          </a:p>
        </p:txBody>
      </p:sp>
      <p:sp>
        <p:nvSpPr>
          <p:cNvPr id="1885524692" name="Rectangle: Rounded Corners 658275056">
            <a:extLst xmlns:a="http://schemas.openxmlformats.org/drawingml/2006/main">
              <a:ext uri="{FF2B5EF4-FFF2-40B4-BE49-F238E27FC236}">
                <a16:creationId xmlns:a16="http://schemas.microsoft.com/office/drawing/2014/main" id="{26560DA5-6B24-49AC-8E1F-5E290ABF207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16140426" name="Oval 1632534857">
            <a:extLst xmlns:a="http://schemas.openxmlformats.org/drawingml/2006/main">
              <a:ext uri="{FF2B5EF4-FFF2-40B4-BE49-F238E27FC236}">
                <a16:creationId xmlns:a16="http://schemas.microsoft.com/office/drawing/2014/main" id="{34AFB822-ED18-4643-9928-91CBE18F65F4}"/>
              </a:ext>
            </a:extLst>
          </p:cNvPr>
          <p:cNvSpPr>
            <a:spLocks xmlns:a="http://schemas.openxmlformats.org/drawingml/2006/main" noGrp="1"/>
          </p:cNvSpPr>
          <p:nvPr/>
        </p:nvSpPr>
        <p:spPr>
          <a:xfrm xmlns:a="http://schemas.openxmlformats.org/drawingml/2006/main">
            <a:off x="2028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205506303" name="Oval 1413970628">
            <a:extLst xmlns:a="http://schemas.openxmlformats.org/drawingml/2006/main">
              <a:ext uri="{FF2B5EF4-FFF2-40B4-BE49-F238E27FC236}">
                <a16:creationId xmlns:a16="http://schemas.microsoft.com/office/drawing/2014/main" id="{AF719BBB-1823-454E-AEDC-51A42B33E0CA}"/>
              </a:ext>
            </a:extLst>
          </p:cNvPr>
          <p:cNvSpPr>
            <a:spLocks xmlns:a="http://schemas.openxmlformats.org/drawingml/2006/main" noGrp="1"/>
          </p:cNvSpPr>
          <p:nvPr/>
        </p:nvSpPr>
        <p:spPr>
          <a:xfrm xmlns:a="http://schemas.openxmlformats.org/drawingml/2006/main">
            <a:off x="3457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999372916" name="Oval 1148745044">
            <a:extLst xmlns:a="http://schemas.openxmlformats.org/drawingml/2006/main">
              <a:ext uri="{FF2B5EF4-FFF2-40B4-BE49-F238E27FC236}">
                <a16:creationId xmlns:a16="http://schemas.microsoft.com/office/drawing/2014/main" id="{E6CAF74E-8A7F-46CC-B3B4-BD267C78085A}"/>
              </a:ext>
            </a:extLst>
          </p:cNvPr>
          <p:cNvSpPr>
            <a:spLocks xmlns:a="http://schemas.openxmlformats.org/drawingml/2006/main" noGrp="1"/>
          </p:cNvSpPr>
          <p:nvPr/>
        </p:nvSpPr>
        <p:spPr>
          <a:xfrm xmlns:a="http://schemas.openxmlformats.org/drawingml/2006/main">
            <a:off x="48863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1439138438" name="Oval 1579502936">
            <a:extLst xmlns:a="http://schemas.openxmlformats.org/drawingml/2006/main">
              <a:ext uri="{FF2B5EF4-FFF2-40B4-BE49-F238E27FC236}">
                <a16:creationId xmlns:a16="http://schemas.microsoft.com/office/drawing/2014/main" id="{A75FA55B-0065-4635-B7B5-1AC1114DFF0B}"/>
              </a:ext>
            </a:extLst>
          </p:cNvPr>
          <p:cNvSpPr>
            <a:spLocks xmlns:a="http://schemas.openxmlformats.org/drawingml/2006/main" noGrp="1"/>
          </p:cNvSpPr>
          <p:nvPr/>
        </p:nvSpPr>
        <p:spPr>
          <a:xfrm xmlns:a="http://schemas.openxmlformats.org/drawingml/2006/main">
            <a:off x="63150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1998240333" name="Oval 638914901">
            <a:extLst xmlns:a="http://schemas.openxmlformats.org/drawingml/2006/main">
              <a:ext uri="{FF2B5EF4-FFF2-40B4-BE49-F238E27FC236}">
                <a16:creationId xmlns:a16="http://schemas.microsoft.com/office/drawing/2014/main" id="{E79672BE-D099-4B42-A1BF-BB67E4504947}"/>
              </a:ext>
            </a:extLst>
          </p:cNvPr>
          <p:cNvSpPr>
            <a:spLocks xmlns:a="http://schemas.openxmlformats.org/drawingml/2006/main" noGrp="1"/>
          </p:cNvSpPr>
          <p:nvPr/>
        </p:nvSpPr>
        <p:spPr>
          <a:xfrm xmlns:a="http://schemas.openxmlformats.org/drawingml/2006/main">
            <a:off x="7743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394078221" name="Oval 1524084679">
            <a:extLst xmlns:a="http://schemas.openxmlformats.org/drawingml/2006/main">
              <a:ext uri="{FF2B5EF4-FFF2-40B4-BE49-F238E27FC236}">
                <a16:creationId xmlns:a16="http://schemas.microsoft.com/office/drawing/2014/main" id="{4E4217A8-6CD9-4A31-86E5-17514AFF9FB0}"/>
              </a:ext>
            </a:extLst>
          </p:cNvPr>
          <p:cNvSpPr>
            <a:spLocks xmlns:a="http://schemas.openxmlformats.org/drawingml/2006/main" noGrp="1"/>
          </p:cNvSpPr>
          <p:nvPr/>
        </p:nvSpPr>
        <p:spPr>
          <a:xfrm xmlns:a="http://schemas.openxmlformats.org/drawingml/2006/main">
            <a:off x="9172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1179497020" name="Oval 1617060268">
            <a:extLst xmlns:a="http://schemas.openxmlformats.org/drawingml/2006/main">
              <a:ext uri="{FF2B5EF4-FFF2-40B4-BE49-F238E27FC236}">
                <a16:creationId xmlns:a16="http://schemas.microsoft.com/office/drawing/2014/main" id="{79305448-55A1-40AA-AF21-E22C4CDC3DC7}"/>
              </a:ext>
            </a:extLst>
          </p:cNvPr>
          <p:cNvSpPr>
            <a:spLocks xmlns:a="http://schemas.openxmlformats.org/drawingml/2006/main" noGrp="1"/>
          </p:cNvSpPr>
          <p:nvPr/>
        </p:nvSpPr>
        <p:spPr>
          <a:xfrm xmlns:a="http://schemas.openxmlformats.org/drawingml/2006/main">
            <a:off x="2028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59724407" name="Oval 1577893088">
            <a:extLst xmlns:a="http://schemas.openxmlformats.org/drawingml/2006/main">
              <a:ext uri="{FF2B5EF4-FFF2-40B4-BE49-F238E27FC236}">
                <a16:creationId xmlns:a16="http://schemas.microsoft.com/office/drawing/2014/main" id="{6A70923A-6305-4933-9F23-2F12D1E86D47}"/>
              </a:ext>
            </a:extLst>
          </p:cNvPr>
          <p:cNvSpPr>
            <a:spLocks xmlns:a="http://schemas.openxmlformats.org/drawingml/2006/main" noGrp="1"/>
          </p:cNvSpPr>
          <p:nvPr/>
        </p:nvSpPr>
        <p:spPr>
          <a:xfrm xmlns:a="http://schemas.openxmlformats.org/drawingml/2006/main">
            <a:off x="3457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273745079" name="Oval 1071333543">
            <a:extLst xmlns:a="http://schemas.openxmlformats.org/drawingml/2006/main">
              <a:ext uri="{FF2B5EF4-FFF2-40B4-BE49-F238E27FC236}">
                <a16:creationId xmlns:a16="http://schemas.microsoft.com/office/drawing/2014/main" id="{9C9020EF-0B57-4A56-9FFB-BB8D2C34F9E0}"/>
              </a:ext>
            </a:extLst>
          </p:cNvPr>
          <p:cNvSpPr>
            <a:spLocks xmlns:a="http://schemas.openxmlformats.org/drawingml/2006/main" noGrp="1"/>
          </p:cNvSpPr>
          <p:nvPr/>
        </p:nvSpPr>
        <p:spPr>
          <a:xfrm xmlns:a="http://schemas.openxmlformats.org/drawingml/2006/main">
            <a:off x="48863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43638721" name="Oval 399974577">
            <a:extLst xmlns:a="http://schemas.openxmlformats.org/drawingml/2006/main">
              <a:ext uri="{FF2B5EF4-FFF2-40B4-BE49-F238E27FC236}">
                <a16:creationId xmlns:a16="http://schemas.microsoft.com/office/drawing/2014/main" id="{B9ECD15D-E55B-41B3-9485-1C27E40B9B5A}"/>
              </a:ext>
            </a:extLst>
          </p:cNvPr>
          <p:cNvSpPr>
            <a:spLocks xmlns:a="http://schemas.openxmlformats.org/drawingml/2006/main" noGrp="1"/>
          </p:cNvSpPr>
          <p:nvPr/>
        </p:nvSpPr>
        <p:spPr>
          <a:xfrm xmlns:a="http://schemas.openxmlformats.org/drawingml/2006/main">
            <a:off x="63150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1437723384" name="Oval 1223483228">
            <a:extLst xmlns:a="http://schemas.openxmlformats.org/drawingml/2006/main">
              <a:ext uri="{FF2B5EF4-FFF2-40B4-BE49-F238E27FC236}">
                <a16:creationId xmlns:a16="http://schemas.microsoft.com/office/drawing/2014/main" id="{7C19E7E4-D304-4B42-8A67-B229689B80A8}"/>
              </a:ext>
            </a:extLst>
          </p:cNvPr>
          <p:cNvSpPr>
            <a:spLocks xmlns:a="http://schemas.openxmlformats.org/drawingml/2006/main" noGrp="1"/>
          </p:cNvSpPr>
          <p:nvPr/>
        </p:nvSpPr>
        <p:spPr>
          <a:xfrm xmlns:a="http://schemas.openxmlformats.org/drawingml/2006/main">
            <a:off x="7743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20031821" name="Oval 494721319">
            <a:extLst xmlns:a="http://schemas.openxmlformats.org/drawingml/2006/main">
              <a:ext uri="{FF2B5EF4-FFF2-40B4-BE49-F238E27FC236}">
                <a16:creationId xmlns:a16="http://schemas.microsoft.com/office/drawing/2014/main" id="{9E365E9F-DCC5-45DC-9611-48EA2EC25743}"/>
              </a:ext>
            </a:extLst>
          </p:cNvPr>
          <p:cNvSpPr>
            <a:spLocks xmlns:a="http://schemas.openxmlformats.org/drawingml/2006/main" noGrp="1"/>
          </p:cNvSpPr>
          <p:nvPr/>
        </p:nvSpPr>
        <p:spPr>
          <a:xfrm xmlns:a="http://schemas.openxmlformats.org/drawingml/2006/main">
            <a:off x="9172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2052263373" name="Straight Connector 484203624">
            <a:extLst xmlns:a="http://schemas.openxmlformats.org/drawingml/2006/main">
              <a:ext uri="{FF2B5EF4-FFF2-40B4-BE49-F238E27FC236}">
                <a16:creationId xmlns:a16="http://schemas.microsoft.com/office/drawing/2014/main" id="{6A6DAC49-9E03-475D-8E30-865616600B41}"/>
              </a:ext>
            </a:extLst>
          </p:cNvPr>
          <p:cNvSpPr>
            <a:spLocks xmlns:a="http://schemas.openxmlformats.org/drawingml/2006/main" noGrp="1"/>
          </p:cNvSpPr>
          <p:nvPr/>
        </p:nvSpPr>
        <p:spPr>
          <a:xfrm xmlns:a="http://schemas.openxmlformats.org/drawingml/2006/main">
            <a:off x="2333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02522162" name="Straight Connector 390803704">
            <a:extLst xmlns:a="http://schemas.openxmlformats.org/drawingml/2006/main">
              <a:ext uri="{FF2B5EF4-FFF2-40B4-BE49-F238E27FC236}">
                <a16:creationId xmlns:a16="http://schemas.microsoft.com/office/drawing/2014/main" id="{36F8E43B-A698-4972-AA86-80BD6158BB5F}"/>
              </a:ext>
            </a:extLst>
          </p:cNvPr>
          <p:cNvSpPr>
            <a:spLocks xmlns:a="http://schemas.openxmlformats.org/drawingml/2006/main" noGrp="1"/>
          </p:cNvSpPr>
          <p:nvPr/>
        </p:nvSpPr>
        <p:spPr>
          <a:xfrm xmlns:a="http://schemas.openxmlformats.org/drawingml/2006/main">
            <a:off x="3762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0827548" name="Straight Connector 1483356268">
            <a:extLst xmlns:a="http://schemas.openxmlformats.org/drawingml/2006/main">
              <a:ext uri="{FF2B5EF4-FFF2-40B4-BE49-F238E27FC236}">
                <a16:creationId xmlns:a16="http://schemas.microsoft.com/office/drawing/2014/main" id="{E824A3F5-A742-4E63-987D-A85575CD13DF}"/>
              </a:ext>
            </a:extLst>
          </p:cNvPr>
          <p:cNvSpPr>
            <a:spLocks xmlns:a="http://schemas.openxmlformats.org/drawingml/2006/main" noGrp="1"/>
          </p:cNvSpPr>
          <p:nvPr/>
        </p:nvSpPr>
        <p:spPr>
          <a:xfrm xmlns:a="http://schemas.openxmlformats.org/drawingml/2006/main">
            <a:off x="51911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7927976" name="Straight Connector 491113418">
            <a:extLst xmlns:a="http://schemas.openxmlformats.org/drawingml/2006/main">
              <a:ext uri="{FF2B5EF4-FFF2-40B4-BE49-F238E27FC236}">
                <a16:creationId xmlns:a16="http://schemas.microsoft.com/office/drawing/2014/main" id="{341D9029-EE79-485B-BC0F-467C6EF5ACF2}"/>
              </a:ext>
            </a:extLst>
          </p:cNvPr>
          <p:cNvSpPr>
            <a:spLocks xmlns:a="http://schemas.openxmlformats.org/drawingml/2006/main" noGrp="1"/>
          </p:cNvSpPr>
          <p:nvPr/>
        </p:nvSpPr>
        <p:spPr>
          <a:xfrm xmlns:a="http://schemas.openxmlformats.org/drawingml/2006/main">
            <a:off x="66198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54368340" name="Straight Connector 1895177637">
            <a:extLst xmlns:a="http://schemas.openxmlformats.org/drawingml/2006/main">
              <a:ext uri="{FF2B5EF4-FFF2-40B4-BE49-F238E27FC236}">
                <a16:creationId xmlns:a16="http://schemas.microsoft.com/office/drawing/2014/main" id="{9EFB9C46-2AB8-4F59-BFD9-CD22921F8B1E}"/>
              </a:ext>
            </a:extLst>
          </p:cNvPr>
          <p:cNvSpPr>
            <a:spLocks xmlns:a="http://schemas.openxmlformats.org/drawingml/2006/main" noGrp="1"/>
          </p:cNvSpPr>
          <p:nvPr/>
        </p:nvSpPr>
        <p:spPr>
          <a:xfrm xmlns:a="http://schemas.openxmlformats.org/drawingml/2006/main">
            <a:off x="8048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06619263" name="Straight Connector 1498279708">
            <a:extLst xmlns:a="http://schemas.openxmlformats.org/drawingml/2006/main">
              <a:ext uri="{FF2B5EF4-FFF2-40B4-BE49-F238E27FC236}">
                <a16:creationId xmlns:a16="http://schemas.microsoft.com/office/drawing/2014/main" id="{F7F32653-FFCD-439D-97D8-B3E0836AE5C8}"/>
              </a:ext>
            </a:extLst>
          </p:cNvPr>
          <p:cNvSpPr>
            <a:spLocks xmlns:a="http://schemas.openxmlformats.org/drawingml/2006/main" noGrp="1"/>
          </p:cNvSpPr>
          <p:nvPr/>
        </p:nvSpPr>
        <p:spPr>
          <a:xfrm xmlns:a="http://schemas.openxmlformats.org/drawingml/2006/main">
            <a:off x="9477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0933081" name="Straight Connector 139583842">
            <a:extLst xmlns:a="http://schemas.openxmlformats.org/drawingml/2006/main">
              <a:ext uri="{FF2B5EF4-FFF2-40B4-BE49-F238E27FC236}">
                <a16:creationId xmlns:a16="http://schemas.microsoft.com/office/drawing/2014/main" id="{7B0E7518-4685-4C43-B7B9-E6072FAB9D23}"/>
              </a:ext>
            </a:extLst>
          </p:cNvPr>
          <p:cNvSpPr>
            <a:spLocks xmlns:a="http://schemas.openxmlformats.org/drawingml/2006/main" noGrp="1"/>
          </p:cNvSpPr>
          <p:nvPr/>
        </p:nvSpPr>
        <p:spPr>
          <a:xfrm xmlns:a="http://schemas.openxmlformats.org/drawingml/2006/main">
            <a:off x="2333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34469453" name="Straight Connector 810730709">
            <a:extLst xmlns:a="http://schemas.openxmlformats.org/drawingml/2006/main">
              <a:ext uri="{FF2B5EF4-FFF2-40B4-BE49-F238E27FC236}">
                <a16:creationId xmlns:a16="http://schemas.microsoft.com/office/drawing/2014/main" id="{067AC3EF-BEFF-4872-87CA-7B9D6246E8F8}"/>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3520164" name="Straight Connector 521066155">
            <a:extLst xmlns:a="http://schemas.openxmlformats.org/drawingml/2006/main">
              <a:ext uri="{FF2B5EF4-FFF2-40B4-BE49-F238E27FC236}">
                <a16:creationId xmlns:a16="http://schemas.microsoft.com/office/drawing/2014/main" id="{D852D04A-873A-4E59-B7CA-DD84CABDC6BF}"/>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7442656" name="Straight Connector 316407275">
            <a:extLst xmlns:a="http://schemas.openxmlformats.org/drawingml/2006/main">
              <a:ext uri="{FF2B5EF4-FFF2-40B4-BE49-F238E27FC236}">
                <a16:creationId xmlns:a16="http://schemas.microsoft.com/office/drawing/2014/main" id="{078440CD-C1D7-4C08-BC23-0AB6FC749550}"/>
              </a:ext>
            </a:extLst>
          </p:cNvPr>
          <p:cNvSpPr>
            <a:spLocks xmlns:a="http://schemas.openxmlformats.org/drawingml/2006/main" noGrp="1"/>
          </p:cNvSpPr>
          <p:nvPr/>
        </p:nvSpPr>
        <p:spPr>
          <a:xfrm xmlns:a="http://schemas.openxmlformats.org/drawingml/2006/main">
            <a:off x="2333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71769227" name="Straight Connector 218150276">
            <a:extLst xmlns:a="http://schemas.openxmlformats.org/drawingml/2006/main">
              <a:ext uri="{FF2B5EF4-FFF2-40B4-BE49-F238E27FC236}">
                <a16:creationId xmlns:a16="http://schemas.microsoft.com/office/drawing/2014/main" id="{14ACC318-BE00-4892-BD3F-7738B34BF7A7}"/>
              </a:ext>
            </a:extLst>
          </p:cNvPr>
          <p:cNvSpPr>
            <a:spLocks xmlns:a="http://schemas.openxmlformats.org/drawingml/2006/main" noGrp="1"/>
          </p:cNvSpPr>
          <p:nvPr/>
        </p:nvSpPr>
        <p:spPr>
          <a:xfrm xmlns:a="http://schemas.openxmlformats.org/drawingml/2006/main">
            <a:off x="37623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5768124" name="Straight Connector 499927860">
            <a:extLst xmlns:a="http://schemas.openxmlformats.org/drawingml/2006/main">
              <a:ext uri="{FF2B5EF4-FFF2-40B4-BE49-F238E27FC236}">
                <a16:creationId xmlns:a16="http://schemas.microsoft.com/office/drawing/2014/main" id="{394C6260-2B9F-43F6-8D73-AA11EA1C97D0}"/>
              </a:ext>
            </a:extLst>
          </p:cNvPr>
          <p:cNvSpPr>
            <a:spLocks xmlns:a="http://schemas.openxmlformats.org/drawingml/2006/main" noGrp="1"/>
          </p:cNvSpPr>
          <p:nvPr/>
        </p:nvSpPr>
        <p:spPr>
          <a:xfrm xmlns:a="http://schemas.openxmlformats.org/drawingml/2006/main">
            <a:off x="376237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85910634" name="Straight Connector 1350622295">
            <a:extLst xmlns:a="http://schemas.openxmlformats.org/drawingml/2006/main">
              <a:ext uri="{FF2B5EF4-FFF2-40B4-BE49-F238E27FC236}">
                <a16:creationId xmlns:a16="http://schemas.microsoft.com/office/drawing/2014/main" id="{9691F64D-5050-4A96-A6FD-840952801706}"/>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554486" name="Straight Connector 45691064">
            <a:extLst xmlns:a="http://schemas.openxmlformats.org/drawingml/2006/main">
              <a:ext uri="{FF2B5EF4-FFF2-40B4-BE49-F238E27FC236}">
                <a16:creationId xmlns:a16="http://schemas.microsoft.com/office/drawing/2014/main" id="{3D3684C3-8640-4502-90B2-DFDEA184178B}"/>
              </a:ext>
            </a:extLst>
          </p:cNvPr>
          <p:cNvSpPr>
            <a:spLocks xmlns:a="http://schemas.openxmlformats.org/drawingml/2006/main" noGrp="1"/>
          </p:cNvSpPr>
          <p:nvPr/>
        </p:nvSpPr>
        <p:spPr>
          <a:xfrm xmlns:a="http://schemas.openxmlformats.org/drawingml/2006/main">
            <a:off x="51911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55360718" name="Straight Connector 1145050028">
            <a:extLst xmlns:a="http://schemas.openxmlformats.org/drawingml/2006/main">
              <a:ext uri="{FF2B5EF4-FFF2-40B4-BE49-F238E27FC236}">
                <a16:creationId xmlns:a16="http://schemas.microsoft.com/office/drawing/2014/main" id="{1CDE59A7-0DC5-4E24-9417-AED24B48F388}"/>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6636921" name="Straight Connector 969983034">
            <a:extLst xmlns:a="http://schemas.openxmlformats.org/drawingml/2006/main">
              <a:ext uri="{FF2B5EF4-FFF2-40B4-BE49-F238E27FC236}">
                <a16:creationId xmlns:a16="http://schemas.microsoft.com/office/drawing/2014/main" id="{8A3BFCEF-ADA7-4A20-915F-4C3EC7B5B43F}"/>
              </a:ext>
            </a:extLst>
          </p:cNvPr>
          <p:cNvSpPr>
            <a:spLocks xmlns:a="http://schemas.openxmlformats.org/drawingml/2006/main" noGrp="1"/>
          </p:cNvSpPr>
          <p:nvPr/>
        </p:nvSpPr>
        <p:spPr>
          <a:xfrm xmlns:a="http://schemas.openxmlformats.org/drawingml/2006/main">
            <a:off x="23336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36718214" name="Straight Connector 452016390">
            <a:extLst xmlns:a="http://schemas.openxmlformats.org/drawingml/2006/main">
              <a:ext uri="{FF2B5EF4-FFF2-40B4-BE49-F238E27FC236}">
                <a16:creationId xmlns:a16="http://schemas.microsoft.com/office/drawing/2014/main" id="{37D0E0BA-3515-40D7-BE58-7E99DEEE2882}"/>
              </a:ext>
            </a:extLst>
          </p:cNvPr>
          <p:cNvSpPr>
            <a:spLocks xmlns:a="http://schemas.openxmlformats.org/drawingml/2006/main" noGrp="1"/>
          </p:cNvSpPr>
          <p:nvPr/>
        </p:nvSpPr>
        <p:spPr>
          <a:xfrm xmlns:a="http://schemas.openxmlformats.org/drawingml/2006/main">
            <a:off x="51911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20267923" name="Straight Connector 1200418004">
            <a:extLst xmlns:a="http://schemas.openxmlformats.org/drawingml/2006/main">
              <a:ext uri="{FF2B5EF4-FFF2-40B4-BE49-F238E27FC236}">
                <a16:creationId xmlns:a16="http://schemas.microsoft.com/office/drawing/2014/main" id="{20ABB5C0-50ED-411A-82E7-4B7E9ED104EA}"/>
              </a:ext>
            </a:extLst>
          </p:cNvPr>
          <p:cNvSpPr>
            <a:spLocks xmlns:a="http://schemas.openxmlformats.org/drawingml/2006/main" noGrp="1"/>
          </p:cNvSpPr>
          <p:nvPr/>
        </p:nvSpPr>
        <p:spPr>
          <a:xfrm xmlns:a="http://schemas.openxmlformats.org/drawingml/2006/main">
            <a:off x="66198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36331271" name="Straight Connector 1516866411">
            <a:extLst xmlns:a="http://schemas.openxmlformats.org/drawingml/2006/main">
              <a:ext uri="{FF2B5EF4-FFF2-40B4-BE49-F238E27FC236}">
                <a16:creationId xmlns:a16="http://schemas.microsoft.com/office/drawing/2014/main" id="{DA93C990-9305-40EC-AB88-2266F433AEAF}"/>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44750081" name="Straight Connector 251999135">
            <a:extLst xmlns:a="http://schemas.openxmlformats.org/drawingml/2006/main">
              <a:ext uri="{FF2B5EF4-FFF2-40B4-BE49-F238E27FC236}">
                <a16:creationId xmlns:a16="http://schemas.microsoft.com/office/drawing/2014/main" id="{9CB966E3-D5ED-434A-AC21-861778AB2A64}"/>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72277092" name="Straight Connector 86571184">
            <a:extLst xmlns:a="http://schemas.openxmlformats.org/drawingml/2006/main">
              <a:ext uri="{FF2B5EF4-FFF2-40B4-BE49-F238E27FC236}">
                <a16:creationId xmlns:a16="http://schemas.microsoft.com/office/drawing/2014/main" id="{B5A570D3-D347-44ED-BFD1-1C2CB40DD5A9}"/>
              </a:ext>
            </a:extLst>
          </p:cNvPr>
          <p:cNvSpPr>
            <a:spLocks xmlns:a="http://schemas.openxmlformats.org/drawingml/2006/main" noGrp="1"/>
          </p:cNvSpPr>
          <p:nvPr/>
        </p:nvSpPr>
        <p:spPr>
          <a:xfrm xmlns:a="http://schemas.openxmlformats.org/drawingml/2006/main">
            <a:off x="8048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93564825" name="Straight Connector 602661193">
            <a:extLst xmlns:a="http://schemas.openxmlformats.org/drawingml/2006/main">
              <a:ext uri="{FF2B5EF4-FFF2-40B4-BE49-F238E27FC236}">
                <a16:creationId xmlns:a16="http://schemas.microsoft.com/office/drawing/2014/main" id="{7B0F1834-8487-4FE5-8B77-7D7082483232}"/>
              </a:ext>
            </a:extLst>
          </p:cNvPr>
          <p:cNvSpPr>
            <a:spLocks xmlns:a="http://schemas.openxmlformats.org/drawingml/2006/main" noGrp="1"/>
          </p:cNvSpPr>
          <p:nvPr/>
        </p:nvSpPr>
        <p:spPr>
          <a:xfrm xmlns:a="http://schemas.openxmlformats.org/drawingml/2006/main">
            <a:off x="2333625" y="2857500"/>
            <a:ext cx="7143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82497626" name="Straight Connector 2078817605">
            <a:extLst xmlns:a="http://schemas.openxmlformats.org/drawingml/2006/main">
              <a:ext uri="{FF2B5EF4-FFF2-40B4-BE49-F238E27FC236}">
                <a16:creationId xmlns:a16="http://schemas.microsoft.com/office/drawing/2014/main" id="{D02345D1-322D-453F-BD2C-ADC5340428AF}"/>
              </a:ext>
            </a:extLst>
          </p:cNvPr>
          <p:cNvSpPr>
            <a:spLocks xmlns:a="http://schemas.openxmlformats.org/drawingml/2006/main" noGrp="1"/>
          </p:cNvSpPr>
          <p:nvPr/>
        </p:nvSpPr>
        <p:spPr>
          <a:xfrm xmlns:a="http://schemas.openxmlformats.org/drawingml/2006/main">
            <a:off x="51911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0399911" name="Straight Connector 37467791">
            <a:extLst xmlns:a="http://schemas.openxmlformats.org/drawingml/2006/main">
              <a:ext uri="{FF2B5EF4-FFF2-40B4-BE49-F238E27FC236}">
                <a16:creationId xmlns:a16="http://schemas.microsoft.com/office/drawing/2014/main" id="{56B8F131-561C-43F0-9A42-78591B35AA13}"/>
              </a:ext>
            </a:extLst>
          </p:cNvPr>
          <p:cNvSpPr>
            <a:spLocks xmlns:a="http://schemas.openxmlformats.org/drawingml/2006/main" noGrp="1"/>
          </p:cNvSpPr>
          <p:nvPr/>
        </p:nvSpPr>
        <p:spPr>
          <a:xfrm xmlns:a="http://schemas.openxmlformats.org/drawingml/2006/main">
            <a:off x="8048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86077846" name="Rectangle 118172492">
            <a:extLst xmlns:a="http://schemas.openxmlformats.org/drawingml/2006/main">
              <a:ext uri="{FF2B5EF4-FFF2-40B4-BE49-F238E27FC236}">
                <a16:creationId xmlns:a16="http://schemas.microsoft.com/office/drawing/2014/main" id="{40FC5915-C70F-4210-A6FA-1A5EF9031E4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41</a:t>
            </a:r>
          </a:p>
        </p:txBody>
      </p:sp>
    </p:spTree>
    <p:extLst>
      <p:ext uri="{BB962C8B-B14F-4D97-AF65-F5344CB8AC3E}">
        <p14:creationId xmlns:p14="http://schemas.microsoft.com/office/powerpoint/2010/main" val="1405910038"/>
      </p:ext>
    </p:extLst>
  </p:cSld>
</p:sld>
</file>

<file path=ppt/slides/slide4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30759569" name="Rectangle 1367258729">
            <a:extLst xmlns:a="http://schemas.openxmlformats.org/drawingml/2006/main">
              <a:ext uri="{FF2B5EF4-FFF2-40B4-BE49-F238E27FC236}">
                <a16:creationId xmlns:a16="http://schemas.microsoft.com/office/drawing/2014/main" id="{5B281D35-5D73-4846-BF0B-B21CEE13A19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Multi-head</a:t>
            </a:r>
          </a:p>
        </p:txBody>
      </p:sp>
      <p:sp>
        <p:nvSpPr>
          <p:cNvPr id="590940437" name="Rectangle 1284678877">
            <a:extLst xmlns:a="http://schemas.openxmlformats.org/drawingml/2006/main">
              <a:ext uri="{FF2B5EF4-FFF2-40B4-BE49-F238E27FC236}">
                <a16:creationId xmlns:a16="http://schemas.microsoft.com/office/drawing/2014/main" id="{82CF7129-FFAA-4D63-8741-61B7D0390CE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Many heads learn different links</a:t>
            </a:r>
          </a:p>
        </p:txBody>
      </p:sp>
      <p:sp>
        <p:nvSpPr>
          <p:cNvPr id="1347427052" name="Rectangle: Rounded Corners 800864107">
            <a:extLst xmlns:a="http://schemas.openxmlformats.org/drawingml/2006/main">
              <a:ext uri="{FF2B5EF4-FFF2-40B4-BE49-F238E27FC236}">
                <a16:creationId xmlns:a16="http://schemas.microsoft.com/office/drawing/2014/main" id="{AC2AAAB7-10A9-414A-844C-8D34DE23FFF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12569221" name="Oval 233773315">
            <a:extLst xmlns:a="http://schemas.openxmlformats.org/drawingml/2006/main">
              <a:ext uri="{FF2B5EF4-FFF2-40B4-BE49-F238E27FC236}">
                <a16:creationId xmlns:a16="http://schemas.microsoft.com/office/drawing/2014/main" id="{77D83191-4DAF-458D-B7EE-EA353103CE07}"/>
              </a:ext>
            </a:extLst>
          </p:cNvPr>
          <p:cNvSpPr>
            <a:spLocks xmlns:a="http://schemas.openxmlformats.org/drawingml/2006/main" noGrp="1"/>
          </p:cNvSpPr>
          <p:nvPr/>
        </p:nvSpPr>
        <p:spPr>
          <a:xfrm xmlns:a="http://schemas.openxmlformats.org/drawingml/2006/main">
            <a:off x="1619250" y="2381250"/>
            <a:ext cx="1524000" cy="1524000"/>
          </a:xfrm>
          <a:prstGeom xmlns:a="http://schemas.openxmlformats.org/drawingml/2006/main" prst="ellipse">
            <a:avLst/>
          </a:prstGeom>
          <a:solidFill xmlns:a="http://schemas.openxmlformats.org/drawingml/2006/main">
            <a:srgbClr val="2563EB">
              <a:alpha val="12000"/>
            </a:srgbClr>
          </a:solidFill>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9472413" name="Straight Connector 1564947674">
            <a:extLst xmlns:a="http://schemas.openxmlformats.org/drawingml/2006/main">
              <a:ext uri="{FF2B5EF4-FFF2-40B4-BE49-F238E27FC236}">
                <a16:creationId xmlns:a16="http://schemas.microsoft.com/office/drawing/2014/main" id="{333ADF83-A5FC-4F1D-99BC-FF084ABA5296}"/>
              </a:ext>
            </a:extLst>
          </p:cNvPr>
          <p:cNvSpPr>
            <a:spLocks xmlns:a="http://schemas.openxmlformats.org/drawingml/2006/main" noGrp="1"/>
          </p:cNvSpPr>
          <p:nvPr/>
        </p:nvSpPr>
        <p:spPr>
          <a:xfrm xmlns:a="http://schemas.openxmlformats.org/drawingml/2006/main">
            <a:off x="1952625" y="3143250"/>
            <a:ext cx="857250" cy="9525"/>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67178496" name="Straight Connector 995560161">
            <a:extLst xmlns:a="http://schemas.openxmlformats.org/drawingml/2006/main">
              <a:ext uri="{FF2B5EF4-FFF2-40B4-BE49-F238E27FC236}">
                <a16:creationId xmlns:a16="http://schemas.microsoft.com/office/drawing/2014/main" id="{4A522585-0699-411E-915C-050A50F2516E}"/>
              </a:ext>
            </a:extLst>
          </p:cNvPr>
          <p:cNvSpPr>
            <a:spLocks xmlns:a="http://schemas.openxmlformats.org/drawingml/2006/main" noGrp="1"/>
          </p:cNvSpPr>
          <p:nvPr/>
        </p:nvSpPr>
        <p:spPr>
          <a:xfrm xmlns:a="http://schemas.openxmlformats.org/drawingml/2006/main">
            <a:off x="2381250" y="2714625"/>
            <a:ext cx="9525" cy="857250"/>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5641479" name="Rectangle 1698038425">
            <a:extLst xmlns:a="http://schemas.openxmlformats.org/drawingml/2006/main">
              <a:ext uri="{FF2B5EF4-FFF2-40B4-BE49-F238E27FC236}">
                <a16:creationId xmlns:a16="http://schemas.microsoft.com/office/drawing/2014/main" id="{AC8A9ABC-C7E3-426B-803F-1B64C99AC6EC}"/>
              </a:ext>
            </a:extLst>
          </p:cNvPr>
          <p:cNvSpPr>
            <a:spLocks xmlns:a="http://schemas.openxmlformats.org/drawingml/2006/main" noGrp="1"/>
          </p:cNvSpPr>
          <p:nvPr/>
        </p:nvSpPr>
        <p:spPr>
          <a:xfrm xmlns:a="http://schemas.openxmlformats.org/drawingml/2006/main">
            <a:off x="166687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syntax</a:t>
            </a:r>
          </a:p>
        </p:txBody>
      </p:sp>
      <p:sp>
        <p:nvSpPr>
          <p:cNvPr id="556041701" name="Oval 79558485">
            <a:extLst xmlns:a="http://schemas.openxmlformats.org/drawingml/2006/main">
              <a:ext uri="{FF2B5EF4-FFF2-40B4-BE49-F238E27FC236}">
                <a16:creationId xmlns:a16="http://schemas.microsoft.com/office/drawing/2014/main" id="{5E1EE086-2484-46BF-97D1-810CD64EF72A}"/>
              </a:ext>
            </a:extLst>
          </p:cNvPr>
          <p:cNvSpPr>
            <a:spLocks xmlns:a="http://schemas.openxmlformats.org/drawingml/2006/main" noGrp="1"/>
          </p:cNvSpPr>
          <p:nvPr/>
        </p:nvSpPr>
        <p:spPr>
          <a:xfrm xmlns:a="http://schemas.openxmlformats.org/drawingml/2006/main">
            <a:off x="4143375" y="2381250"/>
            <a:ext cx="1524000" cy="1524000"/>
          </a:xfrm>
          <a:prstGeom xmlns:a="http://schemas.openxmlformats.org/drawingml/2006/main" prst="ellipse">
            <a:avLst/>
          </a:prstGeom>
          <a:solidFill xmlns:a="http://schemas.openxmlformats.org/drawingml/2006/main">
            <a:srgbClr val="10B981">
              <a:alpha val="12000"/>
            </a:srgbClr>
          </a:solidFill>
          <a:ln xmlns:a="http://schemas.openxmlformats.org/drawingml/2006/main" w="2857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13805765" name="Straight Connector 1609830998">
            <a:extLst xmlns:a="http://schemas.openxmlformats.org/drawingml/2006/main">
              <a:ext uri="{FF2B5EF4-FFF2-40B4-BE49-F238E27FC236}">
                <a16:creationId xmlns:a16="http://schemas.microsoft.com/office/drawing/2014/main" id="{08484CCE-ED54-4FD6-9BD6-037536DD64D8}"/>
              </a:ext>
            </a:extLst>
          </p:cNvPr>
          <p:cNvSpPr>
            <a:spLocks xmlns:a="http://schemas.openxmlformats.org/drawingml/2006/main" noGrp="1"/>
          </p:cNvSpPr>
          <p:nvPr/>
        </p:nvSpPr>
        <p:spPr>
          <a:xfrm xmlns:a="http://schemas.openxmlformats.org/drawingml/2006/main">
            <a:off x="4476750" y="3143250"/>
            <a:ext cx="857250" cy="952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22263350" name="Straight Connector 1713490366">
            <a:extLst xmlns:a="http://schemas.openxmlformats.org/drawingml/2006/main">
              <a:ext uri="{FF2B5EF4-FFF2-40B4-BE49-F238E27FC236}">
                <a16:creationId xmlns:a16="http://schemas.microsoft.com/office/drawing/2014/main" id="{86CD6BA0-EDDE-4251-89FA-C76E6952989C}"/>
              </a:ext>
            </a:extLst>
          </p:cNvPr>
          <p:cNvSpPr>
            <a:spLocks xmlns:a="http://schemas.openxmlformats.org/drawingml/2006/main" noGrp="1"/>
          </p:cNvSpPr>
          <p:nvPr/>
        </p:nvSpPr>
        <p:spPr>
          <a:xfrm xmlns:a="http://schemas.openxmlformats.org/drawingml/2006/main">
            <a:off x="4905375" y="2714625"/>
            <a:ext cx="9525" cy="857250"/>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29682335" name="Rectangle 1540777176">
            <a:extLst xmlns:a="http://schemas.openxmlformats.org/drawingml/2006/main">
              <a:ext uri="{FF2B5EF4-FFF2-40B4-BE49-F238E27FC236}">
                <a16:creationId xmlns:a16="http://schemas.microsoft.com/office/drawing/2014/main" id="{1A16315A-A377-4AA9-9503-7E9D7022754D}"/>
              </a:ext>
            </a:extLst>
          </p:cNvPr>
          <p:cNvSpPr>
            <a:spLocks xmlns:a="http://schemas.openxmlformats.org/drawingml/2006/main" noGrp="1"/>
          </p:cNvSpPr>
          <p:nvPr/>
        </p:nvSpPr>
        <p:spPr>
          <a:xfrm xmlns:a="http://schemas.openxmlformats.org/drawingml/2006/main">
            <a:off x="419100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reference</a:t>
            </a:r>
          </a:p>
        </p:txBody>
      </p:sp>
      <p:sp>
        <p:nvSpPr>
          <p:cNvPr id="1596811190" name="Oval 1805008483">
            <a:extLst xmlns:a="http://schemas.openxmlformats.org/drawingml/2006/main">
              <a:ext uri="{FF2B5EF4-FFF2-40B4-BE49-F238E27FC236}">
                <a16:creationId xmlns:a16="http://schemas.microsoft.com/office/drawing/2014/main" id="{B38BEAAE-AA16-42B5-8570-DCBCDD1BCEE1}"/>
              </a:ext>
            </a:extLst>
          </p:cNvPr>
          <p:cNvSpPr>
            <a:spLocks xmlns:a="http://schemas.openxmlformats.org/drawingml/2006/main" noGrp="1"/>
          </p:cNvSpPr>
          <p:nvPr/>
        </p:nvSpPr>
        <p:spPr>
          <a:xfrm xmlns:a="http://schemas.openxmlformats.org/drawingml/2006/main">
            <a:off x="6667500" y="2381250"/>
            <a:ext cx="1524000" cy="1524000"/>
          </a:xfrm>
          <a:prstGeom xmlns:a="http://schemas.openxmlformats.org/drawingml/2006/main" prst="ellipse">
            <a:avLst/>
          </a:prstGeom>
          <a:solidFill xmlns:a="http://schemas.openxmlformats.org/drawingml/2006/main">
            <a:srgbClr val="F97316">
              <a:alpha val="12000"/>
            </a:srgbClr>
          </a:solidFill>
          <a:ln xmlns:a="http://schemas.openxmlformats.org/drawingml/2006/main" w="28575">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2555316" name="Straight Connector 1911549704">
            <a:extLst xmlns:a="http://schemas.openxmlformats.org/drawingml/2006/main">
              <a:ext uri="{FF2B5EF4-FFF2-40B4-BE49-F238E27FC236}">
                <a16:creationId xmlns:a16="http://schemas.microsoft.com/office/drawing/2014/main" id="{ABEAF95F-F2A1-434D-9A6B-038C1551812C}"/>
              </a:ext>
            </a:extLst>
          </p:cNvPr>
          <p:cNvSpPr>
            <a:spLocks xmlns:a="http://schemas.openxmlformats.org/drawingml/2006/main" noGrp="1"/>
          </p:cNvSpPr>
          <p:nvPr/>
        </p:nvSpPr>
        <p:spPr>
          <a:xfrm xmlns:a="http://schemas.openxmlformats.org/drawingml/2006/main">
            <a:off x="7000875" y="3143250"/>
            <a:ext cx="857250" cy="9525"/>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713900" name="Straight Connector 1791936671">
            <a:extLst xmlns:a="http://schemas.openxmlformats.org/drawingml/2006/main">
              <a:ext uri="{FF2B5EF4-FFF2-40B4-BE49-F238E27FC236}">
                <a16:creationId xmlns:a16="http://schemas.microsoft.com/office/drawing/2014/main" id="{7FCA9637-FFF4-4B88-957E-4FD8C04AAA37}"/>
              </a:ext>
            </a:extLst>
          </p:cNvPr>
          <p:cNvSpPr>
            <a:spLocks xmlns:a="http://schemas.openxmlformats.org/drawingml/2006/main" noGrp="1"/>
          </p:cNvSpPr>
          <p:nvPr/>
        </p:nvSpPr>
        <p:spPr>
          <a:xfrm xmlns:a="http://schemas.openxmlformats.org/drawingml/2006/main">
            <a:off x="7429500" y="2714625"/>
            <a:ext cx="9525" cy="85725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32139292" name="Rectangle 109414286">
            <a:extLst xmlns:a="http://schemas.openxmlformats.org/drawingml/2006/main">
              <a:ext uri="{FF2B5EF4-FFF2-40B4-BE49-F238E27FC236}">
                <a16:creationId xmlns:a16="http://schemas.microsoft.com/office/drawing/2014/main" id="{C8405B7C-607E-46F2-9924-9DA4EFA66DB9}"/>
              </a:ext>
            </a:extLst>
          </p:cNvPr>
          <p:cNvSpPr>
            <a:spLocks xmlns:a="http://schemas.openxmlformats.org/drawingml/2006/main" noGrp="1"/>
          </p:cNvSpPr>
          <p:nvPr/>
        </p:nvSpPr>
        <p:spPr>
          <a:xfrm xmlns:a="http://schemas.openxmlformats.org/drawingml/2006/main">
            <a:off x="671512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topic</a:t>
            </a:r>
          </a:p>
        </p:txBody>
      </p:sp>
      <p:sp>
        <p:nvSpPr>
          <p:cNvPr id="1580527467" name="Oval 446622830">
            <a:extLst xmlns:a="http://schemas.openxmlformats.org/drawingml/2006/main">
              <a:ext uri="{FF2B5EF4-FFF2-40B4-BE49-F238E27FC236}">
                <a16:creationId xmlns:a16="http://schemas.microsoft.com/office/drawing/2014/main" id="{AAA15723-FCA3-4751-BE88-523550D767AD}"/>
              </a:ext>
            </a:extLst>
          </p:cNvPr>
          <p:cNvSpPr>
            <a:spLocks xmlns:a="http://schemas.openxmlformats.org/drawingml/2006/main" noGrp="1"/>
          </p:cNvSpPr>
          <p:nvPr/>
        </p:nvSpPr>
        <p:spPr>
          <a:xfrm xmlns:a="http://schemas.openxmlformats.org/drawingml/2006/main">
            <a:off x="9191625" y="2381250"/>
            <a:ext cx="1524000" cy="1524000"/>
          </a:xfrm>
          <a:prstGeom xmlns:a="http://schemas.openxmlformats.org/drawingml/2006/main" prst="ellipse">
            <a:avLst/>
          </a:prstGeom>
          <a:solidFill xmlns:a="http://schemas.openxmlformats.org/drawingml/2006/main">
            <a:srgbClr val="7C3AED">
              <a:alpha val="12000"/>
            </a:srgbClr>
          </a:solidFill>
          <a:ln xmlns:a="http://schemas.openxmlformats.org/drawingml/2006/main" w="28575">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12154352" name="Straight Connector 858706386">
            <a:extLst xmlns:a="http://schemas.openxmlformats.org/drawingml/2006/main">
              <a:ext uri="{FF2B5EF4-FFF2-40B4-BE49-F238E27FC236}">
                <a16:creationId xmlns:a16="http://schemas.microsoft.com/office/drawing/2014/main" id="{126BF8E1-5516-4C96-B668-7ACEBE5B5836}"/>
              </a:ext>
            </a:extLst>
          </p:cNvPr>
          <p:cNvSpPr>
            <a:spLocks xmlns:a="http://schemas.openxmlformats.org/drawingml/2006/main" noGrp="1"/>
          </p:cNvSpPr>
          <p:nvPr/>
        </p:nvSpPr>
        <p:spPr>
          <a:xfrm xmlns:a="http://schemas.openxmlformats.org/drawingml/2006/main">
            <a:off x="9525000" y="3143250"/>
            <a:ext cx="857250" cy="9525"/>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53244570" name="Straight Connector 1428863682">
            <a:extLst xmlns:a="http://schemas.openxmlformats.org/drawingml/2006/main">
              <a:ext uri="{FF2B5EF4-FFF2-40B4-BE49-F238E27FC236}">
                <a16:creationId xmlns:a16="http://schemas.microsoft.com/office/drawing/2014/main" id="{89C87E51-CFD5-40D5-AF96-F27481E68D26}"/>
              </a:ext>
            </a:extLst>
          </p:cNvPr>
          <p:cNvSpPr>
            <a:spLocks xmlns:a="http://schemas.openxmlformats.org/drawingml/2006/main" noGrp="1"/>
          </p:cNvSpPr>
          <p:nvPr/>
        </p:nvSpPr>
        <p:spPr>
          <a:xfrm xmlns:a="http://schemas.openxmlformats.org/drawingml/2006/main">
            <a:off x="9953625" y="2714625"/>
            <a:ext cx="9525" cy="857250"/>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78241269" name="Rectangle 1133392472">
            <a:extLst xmlns:a="http://schemas.openxmlformats.org/drawingml/2006/main">
              <a:ext uri="{FF2B5EF4-FFF2-40B4-BE49-F238E27FC236}">
                <a16:creationId xmlns:a16="http://schemas.microsoft.com/office/drawing/2014/main" id="{73248A21-63B2-4C49-B547-3546A0D96EFD}"/>
              </a:ext>
            </a:extLst>
          </p:cNvPr>
          <p:cNvSpPr>
            <a:spLocks xmlns:a="http://schemas.openxmlformats.org/drawingml/2006/main" noGrp="1"/>
          </p:cNvSpPr>
          <p:nvPr/>
        </p:nvSpPr>
        <p:spPr>
          <a:xfrm xmlns:a="http://schemas.openxmlformats.org/drawingml/2006/main">
            <a:off x="923925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a:t>
            </a:r>
          </a:p>
        </p:txBody>
      </p:sp>
      <p:sp>
        <p:nvSpPr>
          <p:cNvPr id="1564322419" name="Rectangle 438456562">
            <a:extLst xmlns:a="http://schemas.openxmlformats.org/drawingml/2006/main">
              <a:ext uri="{FF2B5EF4-FFF2-40B4-BE49-F238E27FC236}">
                <a16:creationId xmlns:a16="http://schemas.microsoft.com/office/drawing/2014/main" id="{2C1E8C96-4182-45CF-8B30-263EB3B51E9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42</a:t>
            </a:r>
          </a:p>
        </p:txBody>
      </p:sp>
    </p:spTree>
    <p:extLst>
      <p:ext uri="{BB962C8B-B14F-4D97-AF65-F5344CB8AC3E}">
        <p14:creationId xmlns:p14="http://schemas.microsoft.com/office/powerpoint/2010/main" val="1545959761"/>
      </p:ext>
    </p:extLst>
  </p:cSld>
</p:sld>
</file>

<file path=ppt/slides/slide4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75955450" name="Rectangle 1411052237">
            <a:extLst xmlns:a="http://schemas.openxmlformats.org/drawingml/2006/main">
              <a:ext uri="{FF2B5EF4-FFF2-40B4-BE49-F238E27FC236}">
                <a16:creationId xmlns:a16="http://schemas.microsoft.com/office/drawing/2014/main" id="{14BDEFC9-2EDD-41EB-A7B0-7D93B94F430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Order</a:t>
            </a:r>
          </a:p>
        </p:txBody>
      </p:sp>
      <p:sp>
        <p:nvSpPr>
          <p:cNvPr id="849320369" name="Rectangle 106512870">
            <a:extLst xmlns:a="http://schemas.openxmlformats.org/drawingml/2006/main">
              <a:ext uri="{FF2B5EF4-FFF2-40B4-BE49-F238E27FC236}">
                <a16:creationId xmlns:a16="http://schemas.microsoft.com/office/drawing/2014/main" id="{1C5156A7-6B80-4389-A78C-5100F8B0D9C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Position is added to meaning</a:t>
            </a:r>
          </a:p>
        </p:txBody>
      </p:sp>
      <p:sp>
        <p:nvSpPr>
          <p:cNvPr id="1530846731" name="Rectangle: Rounded Corners 87118212">
            <a:extLst xmlns:a="http://schemas.openxmlformats.org/drawingml/2006/main">
              <a:ext uri="{FF2B5EF4-FFF2-40B4-BE49-F238E27FC236}">
                <a16:creationId xmlns:a16="http://schemas.microsoft.com/office/drawing/2014/main" id="{28F60C85-A943-4363-9445-B9B2CC33EDD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5341230" name="Rectangle: Rounded Corners 437710827">
            <a:extLst xmlns:a="http://schemas.openxmlformats.org/drawingml/2006/main">
              <a:ext uri="{FF2B5EF4-FFF2-40B4-BE49-F238E27FC236}">
                <a16:creationId xmlns:a16="http://schemas.microsoft.com/office/drawing/2014/main" id="{C94CB038-811F-4AE8-98DE-949B6DF6BBFC}"/>
              </a:ext>
            </a:extLst>
          </p:cNvPr>
          <p:cNvSpPr>
            <a:spLocks xmlns:a="http://schemas.openxmlformats.org/drawingml/2006/main" noGrp="1"/>
          </p:cNvSpPr>
          <p:nvPr/>
        </p:nvSpPr>
        <p:spPr>
          <a:xfrm xmlns:a="http://schemas.openxmlformats.org/drawingml/2006/main">
            <a:off x="2381250" y="2952750"/>
            <a:ext cx="20002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token vector</a:t>
            </a:r>
          </a:p>
        </p:txBody>
      </p:sp>
      <p:sp>
        <p:nvSpPr>
          <p:cNvPr id="1946551492" name="Rectangle 1111010882">
            <a:extLst xmlns:a="http://schemas.openxmlformats.org/drawingml/2006/main">
              <a:ext uri="{FF2B5EF4-FFF2-40B4-BE49-F238E27FC236}">
                <a16:creationId xmlns:a16="http://schemas.microsoft.com/office/drawing/2014/main" id="{20A5C645-03B6-43EF-91F7-68F8FFA1DE42}"/>
              </a:ext>
            </a:extLst>
          </p:cNvPr>
          <p:cNvSpPr>
            <a:spLocks xmlns:a="http://schemas.openxmlformats.org/drawingml/2006/main" noGrp="1"/>
          </p:cNvSpPr>
          <p:nvPr/>
        </p:nvSpPr>
        <p:spPr>
          <a:xfrm xmlns:a="http://schemas.openxmlformats.org/drawingml/2006/main">
            <a:off x="4810125"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2050219135" name="Rectangle: Rounded Corners 1831606846">
            <a:extLst xmlns:a="http://schemas.openxmlformats.org/drawingml/2006/main">
              <a:ext uri="{FF2B5EF4-FFF2-40B4-BE49-F238E27FC236}">
                <a16:creationId xmlns:a16="http://schemas.microsoft.com/office/drawing/2014/main" id="{0D20EC9E-5A07-4EF7-B438-F3310ACE1945}"/>
              </a:ext>
            </a:extLst>
          </p:cNvPr>
          <p:cNvSpPr>
            <a:spLocks xmlns:a="http://schemas.openxmlformats.org/drawingml/2006/main" noGrp="1"/>
          </p:cNvSpPr>
          <p:nvPr/>
        </p:nvSpPr>
        <p:spPr>
          <a:xfrm xmlns:a="http://schemas.openxmlformats.org/drawingml/2006/main">
            <a:off x="5572125" y="2952750"/>
            <a:ext cx="2190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 vector</a:t>
            </a:r>
          </a:p>
        </p:txBody>
      </p:sp>
      <p:sp>
        <p:nvSpPr>
          <p:cNvPr id="597749418" name="Rectangle 1646324530">
            <a:extLst xmlns:a="http://schemas.openxmlformats.org/drawingml/2006/main">
              <a:ext uri="{FF2B5EF4-FFF2-40B4-BE49-F238E27FC236}">
                <a16:creationId xmlns:a16="http://schemas.microsoft.com/office/drawing/2014/main" id="{14CCD571-3528-4F50-AAF9-DE2AF3D57267}"/>
              </a:ext>
            </a:extLst>
          </p:cNvPr>
          <p:cNvSpPr>
            <a:spLocks xmlns:a="http://schemas.openxmlformats.org/drawingml/2006/main" noGrp="1"/>
          </p:cNvSpPr>
          <p:nvPr/>
        </p:nvSpPr>
        <p:spPr>
          <a:xfrm xmlns:a="http://schemas.openxmlformats.org/drawingml/2006/main">
            <a:off x="8096250"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2078881683" name="Rectangle: Rounded Corners 1489327302">
            <a:extLst xmlns:a="http://schemas.openxmlformats.org/drawingml/2006/main">
              <a:ext uri="{FF2B5EF4-FFF2-40B4-BE49-F238E27FC236}">
                <a16:creationId xmlns:a16="http://schemas.microsoft.com/office/drawing/2014/main" id="{2E850850-BC1D-4B7B-B343-A926C258A8D9}"/>
              </a:ext>
            </a:extLst>
          </p:cNvPr>
          <p:cNvSpPr>
            <a:spLocks xmlns:a="http://schemas.openxmlformats.org/drawingml/2006/main" noGrp="1"/>
          </p:cNvSpPr>
          <p:nvPr/>
        </p:nvSpPr>
        <p:spPr>
          <a:xfrm xmlns:a="http://schemas.openxmlformats.org/drawingml/2006/main">
            <a:off x="8810625" y="2952750"/>
            <a:ext cx="2190750" cy="857250"/>
          </a:xfrm>
          <a:prstGeom xmlns:a="http://schemas.openxmlformats.org/drawingml/2006/main" prst="roundRect">
            <a:avLst>
              <a:gd name="adj" fmla="val 1333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ordered meaning</a:t>
            </a:r>
          </a:p>
        </p:txBody>
      </p:sp>
      <p:sp>
        <p:nvSpPr>
          <p:cNvPr id="1653696835" name="Rectangle 1229374656">
            <a:extLst xmlns:a="http://schemas.openxmlformats.org/drawingml/2006/main">
              <a:ext uri="{FF2B5EF4-FFF2-40B4-BE49-F238E27FC236}">
                <a16:creationId xmlns:a16="http://schemas.microsoft.com/office/drawing/2014/main" id="{3755B160-B1FD-4F6B-A4EF-351CA686B9A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43</a:t>
            </a:r>
          </a:p>
        </p:txBody>
      </p:sp>
    </p:spTree>
    <p:extLst>
      <p:ext uri="{BB962C8B-B14F-4D97-AF65-F5344CB8AC3E}">
        <p14:creationId xmlns:p14="http://schemas.microsoft.com/office/powerpoint/2010/main" val="490774053"/>
      </p:ext>
    </p:extLst>
  </p:cSld>
</p:sld>
</file>

<file path=ppt/slides/slide4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11023410" name="Rectangle 935271156">
            <a:extLst xmlns:a="http://schemas.openxmlformats.org/drawingml/2006/main">
              <a:ext uri="{FF2B5EF4-FFF2-40B4-BE49-F238E27FC236}">
                <a16:creationId xmlns:a16="http://schemas.microsoft.com/office/drawing/2014/main" id="{3E6C5340-CAC6-4B3F-A516-9EDC7D3DD35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Architecture</a:t>
            </a:r>
          </a:p>
        </p:txBody>
      </p:sp>
      <p:sp>
        <p:nvSpPr>
          <p:cNvPr id="1274559998" name="Rectangle 251777344">
            <a:extLst xmlns:a="http://schemas.openxmlformats.org/drawingml/2006/main">
              <a:ext uri="{FF2B5EF4-FFF2-40B4-BE49-F238E27FC236}">
                <a16:creationId xmlns:a16="http://schemas.microsoft.com/office/drawing/2014/main" id="{E2EDB639-BDDF-4B45-BF12-095BADC5708E}"/>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Transformer connects encoder and decoder stacks</a:t>
            </a:r>
          </a:p>
        </p:txBody>
      </p:sp>
      <p:sp>
        <p:nvSpPr>
          <p:cNvPr id="1317046043" name="Rectangle: Rounded Corners 1456392341">
            <a:extLst xmlns:a="http://schemas.openxmlformats.org/drawingml/2006/main">
              <a:ext uri="{FF2B5EF4-FFF2-40B4-BE49-F238E27FC236}">
                <a16:creationId xmlns:a16="http://schemas.microsoft.com/office/drawing/2014/main" id="{DE9F1FBD-1598-4E63-A9FA-93532BAE7DBD}"/>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1731776" name="Rectangle: Rounded Corners 1987074982">
            <a:extLst xmlns:a="http://schemas.openxmlformats.org/drawingml/2006/main">
              <a:ext uri="{FF2B5EF4-FFF2-40B4-BE49-F238E27FC236}">
                <a16:creationId xmlns:a16="http://schemas.microsoft.com/office/drawing/2014/main" id="{E7F3F4B7-FAA6-47E2-93C3-21772121BC6C}"/>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17254749" name="Rectangle 1286956634">
            <a:extLst xmlns:a="http://schemas.openxmlformats.org/drawingml/2006/main">
              <a:ext uri="{FF2B5EF4-FFF2-40B4-BE49-F238E27FC236}">
                <a16:creationId xmlns:a16="http://schemas.microsoft.com/office/drawing/2014/main" id="{2771E33D-4670-4AFD-84BD-E05EA65556B1}"/>
              </a:ext>
            </a:extLst>
          </p:cNvPr>
          <p:cNvSpPr>
            <a:spLocks xmlns:a="http://schemas.openxmlformats.org/drawingml/2006/main" noGrp="1"/>
          </p:cNvSpPr>
          <p:nvPr/>
        </p:nvSpPr>
        <p:spPr>
          <a:xfrm xmlns:a="http://schemas.openxmlformats.org/drawingml/2006/main">
            <a:off x="8153399" y="2305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Encoder</a:t>
            </a:r>
          </a:p>
        </p:txBody>
      </p:sp>
      <p:sp>
        <p:nvSpPr>
          <p:cNvPr id="1795745349" name="Rectangle 399762638">
            <a:extLst xmlns:a="http://schemas.openxmlformats.org/drawingml/2006/main">
              <a:ext uri="{FF2B5EF4-FFF2-40B4-BE49-F238E27FC236}">
                <a16:creationId xmlns:a16="http://schemas.microsoft.com/office/drawing/2014/main" id="{0615CCAA-F7A9-4F7F-BF76-A40C1EA36A2B}"/>
              </a:ext>
            </a:extLst>
          </p:cNvPr>
          <p:cNvSpPr>
            <a:spLocks xmlns:a="http://schemas.openxmlformats.org/drawingml/2006/main" noGrp="1"/>
          </p:cNvSpPr>
          <p:nvPr/>
        </p:nvSpPr>
        <p:spPr>
          <a:xfrm xmlns:a="http://schemas.openxmlformats.org/drawingml/2006/main">
            <a:off x="8153399" y="268605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00" b="0">
                <a:solidFill>
                  <a:srgbClr val="667085"/>
                </a:solidFill>
              </a:defRPr>
            </a:pPr>
            <a:r>
              <a:rPr sz="1600" b="0">
                <a:solidFill>
                  <a:srgbClr val="667085"/>
                </a:solidFill>
              </a:rPr>
              <a:t>self-attention</a:t>
            </a:r>
          </a:p>
          <a:p xmlns:a="http://schemas.openxmlformats.org/drawingml/2006/main">
            <a:pPr algn="l">
              <a:buNone/>
              <a:defRPr sz="1600" b="0">
                <a:solidFill>
                  <a:srgbClr val="667085"/>
                </a:solidFill>
              </a:defRPr>
            </a:pPr>
            <a:r>
              <a:rPr sz="1600" b="0">
                <a:solidFill>
                  <a:srgbClr val="667085"/>
                </a:solidFill>
              </a:rPr>
              <a:t>feed-forward</a:t>
            </a:r>
          </a:p>
        </p:txBody>
      </p:sp>
      <p:sp>
        <p:nvSpPr>
          <p:cNvPr id="1596738650" name="Rectangle 1233632033">
            <a:extLst xmlns:a="http://schemas.openxmlformats.org/drawingml/2006/main">
              <a:ext uri="{FF2B5EF4-FFF2-40B4-BE49-F238E27FC236}">
                <a16:creationId xmlns:a16="http://schemas.microsoft.com/office/drawing/2014/main" id="{56906084-3E66-4ED1-A33D-0B317877D3EF}"/>
              </a:ext>
            </a:extLst>
          </p:cNvPr>
          <p:cNvSpPr>
            <a:spLocks xmlns:a="http://schemas.openxmlformats.org/drawingml/2006/main" noGrp="1"/>
          </p:cNvSpPr>
          <p:nvPr/>
        </p:nvSpPr>
        <p:spPr>
          <a:xfrm xmlns:a="http://schemas.openxmlformats.org/drawingml/2006/main">
            <a:off x="8153399" y="35623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Decoder</a:t>
            </a:r>
          </a:p>
        </p:txBody>
      </p:sp>
      <p:sp>
        <p:nvSpPr>
          <p:cNvPr id="631707952" name="Rectangle 987778106">
            <a:extLst xmlns:a="http://schemas.openxmlformats.org/drawingml/2006/main">
              <a:ext uri="{FF2B5EF4-FFF2-40B4-BE49-F238E27FC236}">
                <a16:creationId xmlns:a16="http://schemas.microsoft.com/office/drawing/2014/main" id="{C8A25BA9-F033-486F-A149-6BFCF10DE061}"/>
              </a:ext>
            </a:extLst>
          </p:cNvPr>
          <p:cNvSpPr>
            <a:spLocks xmlns:a="http://schemas.openxmlformats.org/drawingml/2006/main" noGrp="1"/>
          </p:cNvSpPr>
          <p:nvPr/>
        </p:nvSpPr>
        <p:spPr>
          <a:xfrm xmlns:a="http://schemas.openxmlformats.org/drawingml/2006/main">
            <a:off x="8153399" y="3943350"/>
            <a:ext cx="2571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masked self-attention</a:t>
            </a:r>
          </a:p>
          <a:p xmlns:a="http://schemas.openxmlformats.org/drawingml/2006/main">
            <a:pPr algn="l">
              <a:buNone/>
              <a:defRPr sz="1500" b="0">
                <a:solidFill>
                  <a:srgbClr val="667085"/>
                </a:solidFill>
              </a:defRPr>
            </a:pPr>
            <a:r>
              <a:rPr sz="1500" b="0">
                <a:solidFill>
                  <a:srgbClr val="667085"/>
                </a:solidFill>
              </a:rPr>
              <a:t>cross-attention</a:t>
            </a:r>
          </a:p>
          <a:p xmlns:a="http://schemas.openxmlformats.org/drawingml/2006/main">
            <a:pPr algn="l">
              <a:buNone/>
              <a:defRPr sz="1500" b="0">
                <a:solidFill>
                  <a:srgbClr val="667085"/>
                </a:solidFill>
              </a:defRPr>
            </a:pPr>
            <a:r>
              <a:rPr sz="1500" b="0">
                <a:solidFill>
                  <a:srgbClr val="667085"/>
                </a:solidFill>
              </a:rPr>
              <a:t>feed-forward</a:t>
            </a:r>
          </a:p>
        </p:txBody>
      </p:sp>
      <p:sp>
        <p:nvSpPr>
          <p:cNvPr id="377944071" name="Rectangle 1495975732">
            <a:extLst xmlns:a="http://schemas.openxmlformats.org/drawingml/2006/main">
              <a:ext uri="{FF2B5EF4-FFF2-40B4-BE49-F238E27FC236}">
                <a16:creationId xmlns:a16="http://schemas.microsoft.com/office/drawing/2014/main" id="{0034C2AD-EA51-4DBB-825C-9D0AAC0B634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44</a:t>
            </a:r>
          </a:p>
        </p:txBody>
      </p:sp>
      <p:pic>
        <p:nvPicPr>
          <p:cNvPr id="1795745360" name="Picture 1987074993"/>
          <p:cNvPicPr>
            <a:picLocks xmlns:a="http://schemas.openxmlformats.org/drawingml/2006/main" noChangeAspect="1"/>
          </p:cNvPicPr>
          <p:nvPr/>
        </p:nvPicPr>
        <p:blipFill rotWithShape="1">
          <a:blip xmlns:r="http://schemas.openxmlformats.org/officeDocument/2006/relationships" xmlns:a="http://schemas.openxmlformats.org/drawingml/2006/main" r:embed="Raca2293ba25c48d6"/>
          <a:stretch xmlns:a="http://schemas.openxmlformats.org/drawingml/2006/main"/>
        </p:blipFill>
        <p:spPr>
          <a:xfrm xmlns:a="http://schemas.openxmlformats.org/drawingml/2006/main">
            <a:off x="2286000" y="1505808"/>
            <a:ext cx="3333750" cy="4475034"/>
          </a:xfrm>
          <a:prstGeom xmlns:a="http://schemas.openxmlformats.org/drawingml/2006/main" prst="rect">
            <a:avLst/>
          </a:prstGeom>
        </p:spPr>
      </p:pic>
    </p:spTree>
    <p:extLst>
      <p:ext uri="{BB962C8B-B14F-4D97-AF65-F5344CB8AC3E}">
        <p14:creationId xmlns:p14="http://schemas.microsoft.com/office/powerpoint/2010/main" val="2075804788"/>
      </p:ext>
    </p:extLst>
  </p:cSld>
</p:sld>
</file>

<file path=ppt/slides/slide4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35900607" name="Rectangle 1844228020">
            <a:extLst xmlns:a="http://schemas.openxmlformats.org/drawingml/2006/main">
              <a:ext uri="{FF2B5EF4-FFF2-40B4-BE49-F238E27FC236}">
                <a16:creationId xmlns:a16="http://schemas.microsoft.com/office/drawing/2014/main" id="{4E4B8DDF-D0B2-480A-BB29-15FB700F29A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Block</a:t>
            </a:r>
          </a:p>
        </p:txBody>
      </p:sp>
      <p:sp>
        <p:nvSpPr>
          <p:cNvPr id="1948208127" name="Rectangle 619868867">
            <a:extLst xmlns:a="http://schemas.openxmlformats.org/drawingml/2006/main">
              <a:ext uri="{FF2B5EF4-FFF2-40B4-BE49-F238E27FC236}">
                <a16:creationId xmlns:a16="http://schemas.microsoft.com/office/drawing/2014/main" id="{742F3AF5-DCCC-456C-9ED0-FCCCBECC3CC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Transformer block mixes and computes</a:t>
            </a:r>
          </a:p>
        </p:txBody>
      </p:sp>
      <p:sp>
        <p:nvSpPr>
          <p:cNvPr id="662979316" name="Rectangle: Rounded Corners 1987948612">
            <a:extLst xmlns:a="http://schemas.openxmlformats.org/drawingml/2006/main">
              <a:ext uri="{FF2B5EF4-FFF2-40B4-BE49-F238E27FC236}">
                <a16:creationId xmlns:a16="http://schemas.microsoft.com/office/drawing/2014/main" id="{B4C256B7-CC9F-4492-B38D-6758FB69D24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9241712" name="Rectangle: Rounded Corners 1704183002">
            <a:extLst xmlns:a="http://schemas.openxmlformats.org/drawingml/2006/main">
              <a:ext uri="{FF2B5EF4-FFF2-40B4-BE49-F238E27FC236}">
                <a16:creationId xmlns:a16="http://schemas.microsoft.com/office/drawing/2014/main" id="{43D2AEA6-6ADF-4866-A873-FB1258158A82}"/>
              </a:ext>
            </a:extLst>
          </p:cNvPr>
          <p:cNvSpPr>
            <a:spLocks xmlns:a="http://schemas.openxmlformats.org/drawingml/2006/main" noGrp="1"/>
          </p:cNvSpPr>
          <p:nvPr/>
        </p:nvSpPr>
        <p:spPr>
          <a:xfrm xmlns:a="http://schemas.openxmlformats.org/drawingml/2006/main">
            <a:off x="2000250" y="4619625"/>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input</a:t>
            </a:r>
          </a:p>
        </p:txBody>
      </p:sp>
      <p:sp>
        <p:nvSpPr>
          <p:cNvPr id="1054156642" name="Rectangle: Rounded Corners 2064136095">
            <a:extLst xmlns:a="http://schemas.openxmlformats.org/drawingml/2006/main">
              <a:ext uri="{FF2B5EF4-FFF2-40B4-BE49-F238E27FC236}">
                <a16:creationId xmlns:a16="http://schemas.microsoft.com/office/drawing/2014/main" id="{2A5C7CD6-39B3-40F5-9476-D62369F40246}"/>
              </a:ext>
            </a:extLst>
          </p:cNvPr>
          <p:cNvSpPr>
            <a:spLocks xmlns:a="http://schemas.openxmlformats.org/drawingml/2006/main" noGrp="1"/>
          </p:cNvSpPr>
          <p:nvPr/>
        </p:nvSpPr>
        <p:spPr>
          <a:xfrm xmlns:a="http://schemas.openxmlformats.org/drawingml/2006/main">
            <a:off x="4238625" y="3857625"/>
            <a:ext cx="2476500" cy="762000"/>
          </a:xfrm>
          <a:prstGeom xmlns:a="http://schemas.openxmlformats.org/drawingml/2006/main" prst="roundRect">
            <a:avLst>
              <a:gd name="adj" fmla="val 15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self-attention</a:t>
            </a:r>
          </a:p>
        </p:txBody>
      </p:sp>
      <p:sp>
        <p:nvSpPr>
          <p:cNvPr id="98604788" name="Rectangle: Rounded Corners 1859104578">
            <a:extLst xmlns:a="http://schemas.openxmlformats.org/drawingml/2006/main">
              <a:ext uri="{FF2B5EF4-FFF2-40B4-BE49-F238E27FC236}">
                <a16:creationId xmlns:a16="http://schemas.microsoft.com/office/drawing/2014/main" id="{C8D5193A-A835-4A41-92EC-A3FF861FD70B}"/>
              </a:ext>
            </a:extLst>
          </p:cNvPr>
          <p:cNvSpPr>
            <a:spLocks xmlns:a="http://schemas.openxmlformats.org/drawingml/2006/main" noGrp="1"/>
          </p:cNvSpPr>
          <p:nvPr/>
        </p:nvSpPr>
        <p:spPr>
          <a:xfrm xmlns:a="http://schemas.openxmlformats.org/drawingml/2006/main">
            <a:off x="7381875" y="2714625"/>
            <a:ext cx="247650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feed-forward</a:t>
            </a:r>
          </a:p>
        </p:txBody>
      </p:sp>
      <p:sp>
        <p:nvSpPr>
          <p:cNvPr id="1576780213" name="Rectangle: Rounded Corners 1016569497">
            <a:extLst xmlns:a="http://schemas.openxmlformats.org/drawingml/2006/main">
              <a:ext uri="{FF2B5EF4-FFF2-40B4-BE49-F238E27FC236}">
                <a16:creationId xmlns:a16="http://schemas.microsoft.com/office/drawing/2014/main" id="{873B17C0-1C64-4D62-BD6E-84815D6F0A29}"/>
              </a:ext>
            </a:extLst>
          </p:cNvPr>
          <p:cNvSpPr>
            <a:spLocks xmlns:a="http://schemas.openxmlformats.org/drawingml/2006/main" noGrp="1"/>
          </p:cNvSpPr>
          <p:nvPr/>
        </p:nvSpPr>
        <p:spPr>
          <a:xfrm xmlns:a="http://schemas.openxmlformats.org/drawingml/2006/main">
            <a:off x="8715375" y="1809750"/>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output</a:t>
            </a:r>
          </a:p>
        </p:txBody>
      </p:sp>
      <p:sp>
        <p:nvSpPr>
          <p:cNvPr id="1181709478" name="Straight Connector 94601081">
            <a:extLst xmlns:a="http://schemas.openxmlformats.org/drawingml/2006/main">
              <a:ext uri="{FF2B5EF4-FFF2-40B4-BE49-F238E27FC236}">
                <a16:creationId xmlns:a16="http://schemas.microsoft.com/office/drawing/2014/main" id="{977B7842-7C60-4B50-A0D0-A40B376853E8}"/>
              </a:ext>
            </a:extLst>
          </p:cNvPr>
          <p:cNvSpPr>
            <a:spLocks xmlns:a="http://schemas.openxmlformats.org/drawingml/2006/main" noGrp="1"/>
          </p:cNvSpPr>
          <p:nvPr/>
        </p:nvSpPr>
        <p:spPr>
          <a:xfrm xmlns:a="http://schemas.openxmlformats.org/drawingml/2006/main">
            <a:off x="3619500" y="4238625"/>
            <a:ext cx="619125" cy="63817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01676984" name="Straight Connector 1000744926">
            <a:extLst xmlns:a="http://schemas.openxmlformats.org/drawingml/2006/main">
              <a:ext uri="{FF2B5EF4-FFF2-40B4-BE49-F238E27FC236}">
                <a16:creationId xmlns:a16="http://schemas.microsoft.com/office/drawing/2014/main" id="{69000C0F-A457-41B8-909E-FC58127F0635}"/>
              </a:ext>
            </a:extLst>
          </p:cNvPr>
          <p:cNvSpPr>
            <a:spLocks xmlns:a="http://schemas.openxmlformats.org/drawingml/2006/main" noGrp="1"/>
          </p:cNvSpPr>
          <p:nvPr/>
        </p:nvSpPr>
        <p:spPr>
          <a:xfrm xmlns:a="http://schemas.openxmlformats.org/drawingml/2006/main">
            <a:off x="6715125" y="3095625"/>
            <a:ext cx="666750" cy="1143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26333213" name="Straight Connector 781772780">
            <a:extLst xmlns:a="http://schemas.openxmlformats.org/drawingml/2006/main">
              <a:ext uri="{FF2B5EF4-FFF2-40B4-BE49-F238E27FC236}">
                <a16:creationId xmlns:a16="http://schemas.microsoft.com/office/drawing/2014/main" id="{110409EC-64A2-40CD-B9F3-293CBF026655}"/>
              </a:ext>
            </a:extLst>
          </p:cNvPr>
          <p:cNvSpPr>
            <a:spLocks xmlns:a="http://schemas.openxmlformats.org/drawingml/2006/main" noGrp="1"/>
          </p:cNvSpPr>
          <p:nvPr/>
        </p:nvSpPr>
        <p:spPr>
          <a:xfrm xmlns:a="http://schemas.openxmlformats.org/drawingml/2006/main">
            <a:off x="9525000" y="2333625"/>
            <a:ext cx="333375" cy="762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15315505" name="Rectangle 1007733503">
            <a:extLst xmlns:a="http://schemas.openxmlformats.org/drawingml/2006/main">
              <a:ext uri="{FF2B5EF4-FFF2-40B4-BE49-F238E27FC236}">
                <a16:creationId xmlns:a16="http://schemas.microsoft.com/office/drawing/2014/main" id="{2026510A-9882-4E57-94FA-793CC5556CA4}"/>
              </a:ext>
            </a:extLst>
          </p:cNvPr>
          <p:cNvSpPr>
            <a:spLocks xmlns:a="http://schemas.openxmlformats.org/drawingml/2006/main" noGrp="1"/>
          </p:cNvSpPr>
          <p:nvPr/>
        </p:nvSpPr>
        <p:spPr>
          <a:xfrm xmlns:a="http://schemas.openxmlformats.org/drawingml/2006/main">
            <a:off x="3714750" y="528637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667085"/>
                </a:solidFill>
              </a:defRPr>
            </a:pPr>
            <a:r>
              <a:rPr sz="1900" b="1">
                <a:solidFill>
                  <a:srgbClr val="667085"/>
                </a:solidFill>
              </a:rPr>
              <a:t>residual + norm around each step</a:t>
            </a:r>
          </a:p>
        </p:txBody>
      </p:sp>
      <p:sp>
        <p:nvSpPr>
          <p:cNvPr id="890946704" name="Rectangle 1520419495">
            <a:extLst xmlns:a="http://schemas.openxmlformats.org/drawingml/2006/main">
              <a:ext uri="{FF2B5EF4-FFF2-40B4-BE49-F238E27FC236}">
                <a16:creationId xmlns:a16="http://schemas.microsoft.com/office/drawing/2014/main" id="{BA87A7A1-2919-4459-B22C-0CAC9A1FB22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45</a:t>
            </a:r>
          </a:p>
        </p:txBody>
      </p:sp>
    </p:spTree>
    <p:extLst>
      <p:ext uri="{BB962C8B-B14F-4D97-AF65-F5344CB8AC3E}">
        <p14:creationId xmlns:p14="http://schemas.microsoft.com/office/powerpoint/2010/main" val="1285993044"/>
      </p:ext>
    </p:extLst>
  </p:cSld>
</p:sld>
</file>

<file path=ppt/slides/slide4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48909585" name="Rectangle 1860349465">
            <a:extLst xmlns:a="http://schemas.openxmlformats.org/drawingml/2006/main">
              <a:ext uri="{FF2B5EF4-FFF2-40B4-BE49-F238E27FC236}">
                <a16:creationId xmlns:a16="http://schemas.microsoft.com/office/drawing/2014/main" id="{ABC96C30-54F1-40F8-B89A-65DED3A4173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Encoder</a:t>
            </a:r>
          </a:p>
        </p:txBody>
      </p:sp>
      <p:sp>
        <p:nvSpPr>
          <p:cNvPr id="99230796" name="Rectangle 1379853287">
            <a:extLst xmlns:a="http://schemas.openxmlformats.org/drawingml/2006/main">
              <a:ext uri="{FF2B5EF4-FFF2-40B4-BE49-F238E27FC236}">
                <a16:creationId xmlns:a16="http://schemas.microsoft.com/office/drawing/2014/main" id="{059EFF84-34A3-4E08-958F-09A31FA4997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encoder reads the whole input</a:t>
            </a:r>
          </a:p>
        </p:txBody>
      </p:sp>
      <p:sp>
        <p:nvSpPr>
          <p:cNvPr id="1629168523" name="Rectangle: Rounded Corners 1919655130">
            <a:extLst xmlns:a="http://schemas.openxmlformats.org/drawingml/2006/main">
              <a:ext uri="{FF2B5EF4-FFF2-40B4-BE49-F238E27FC236}">
                <a16:creationId xmlns:a16="http://schemas.microsoft.com/office/drawing/2014/main" id="{5348B275-1E35-4CB7-8A75-9EF84593F78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56404697" name="Rectangle: Rounded Corners 1257118693">
            <a:extLst xmlns:a="http://schemas.openxmlformats.org/drawingml/2006/main">
              <a:ext uri="{FF2B5EF4-FFF2-40B4-BE49-F238E27FC236}">
                <a16:creationId xmlns:a16="http://schemas.microsoft.com/office/drawing/2014/main" id="{9D981FD5-DCFE-4CE1-9204-8D797829A86D}"/>
              </a:ext>
            </a:extLst>
          </p:cNvPr>
          <p:cNvSpPr>
            <a:spLocks xmlns:a="http://schemas.openxmlformats.org/drawingml/2006/main" noGrp="1"/>
          </p:cNvSpPr>
          <p:nvPr/>
        </p:nvSpPr>
        <p:spPr>
          <a:xfrm xmlns:a="http://schemas.openxmlformats.org/drawingml/2006/main">
            <a:off x="13335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I</a:t>
            </a:r>
          </a:p>
        </p:txBody>
      </p:sp>
      <p:sp>
        <p:nvSpPr>
          <p:cNvPr id="405452660" name="Rectangle: Rounded Corners 139886069">
            <a:extLst xmlns:a="http://schemas.openxmlformats.org/drawingml/2006/main">
              <a:ext uri="{FF2B5EF4-FFF2-40B4-BE49-F238E27FC236}">
                <a16:creationId xmlns:a16="http://schemas.microsoft.com/office/drawing/2014/main" id="{E2E99700-4C7C-4164-A254-2C20CDEF6B2D}"/>
              </a:ext>
            </a:extLst>
          </p:cNvPr>
          <p:cNvSpPr>
            <a:spLocks xmlns:a="http://schemas.openxmlformats.org/drawingml/2006/main" noGrp="1"/>
          </p:cNvSpPr>
          <p:nvPr/>
        </p:nvSpPr>
        <p:spPr>
          <a:xfrm xmlns:a="http://schemas.openxmlformats.org/drawingml/2006/main">
            <a:off x="26289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love</a:t>
            </a:r>
          </a:p>
        </p:txBody>
      </p:sp>
      <p:sp>
        <p:nvSpPr>
          <p:cNvPr id="1627226559" name="Rectangle: Rounded Corners 1995249494">
            <a:extLst xmlns:a="http://schemas.openxmlformats.org/drawingml/2006/main">
              <a:ext uri="{FF2B5EF4-FFF2-40B4-BE49-F238E27FC236}">
                <a16:creationId xmlns:a16="http://schemas.microsoft.com/office/drawing/2014/main" id="{4D165083-5025-4406-9420-BD4B6C0C79A7}"/>
              </a:ext>
            </a:extLst>
          </p:cNvPr>
          <p:cNvSpPr>
            <a:spLocks xmlns:a="http://schemas.openxmlformats.org/drawingml/2006/main" noGrp="1"/>
          </p:cNvSpPr>
          <p:nvPr/>
        </p:nvSpPr>
        <p:spPr>
          <a:xfrm xmlns:a="http://schemas.openxmlformats.org/drawingml/2006/main">
            <a:off x="39243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machine</a:t>
            </a:r>
          </a:p>
        </p:txBody>
      </p:sp>
      <p:sp>
        <p:nvSpPr>
          <p:cNvPr id="869421889" name="Rectangle: Rounded Corners 486029296">
            <a:extLst xmlns:a="http://schemas.openxmlformats.org/drawingml/2006/main">
              <a:ext uri="{FF2B5EF4-FFF2-40B4-BE49-F238E27FC236}">
                <a16:creationId xmlns:a16="http://schemas.microsoft.com/office/drawing/2014/main" id="{0B815776-DC7C-4660-B92A-44FDEDED3711}"/>
              </a:ext>
            </a:extLst>
          </p:cNvPr>
          <p:cNvSpPr>
            <a:spLocks xmlns:a="http://schemas.openxmlformats.org/drawingml/2006/main" noGrp="1"/>
          </p:cNvSpPr>
          <p:nvPr/>
        </p:nvSpPr>
        <p:spPr>
          <a:xfrm xmlns:a="http://schemas.openxmlformats.org/drawingml/2006/main">
            <a:off x="5219700" y="4953000"/>
            <a:ext cx="12192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0B0F19"/>
                </a:solidFill>
              </a:defRPr>
            </a:pPr>
            <a:r>
              <a:rPr sz="1300" b="1">
                <a:solidFill>
                  <a:srgbClr val="0B0F19"/>
                </a:solidFill>
              </a:rPr>
              <a:t>learning</a:t>
            </a:r>
          </a:p>
        </p:txBody>
      </p:sp>
      <p:sp>
        <p:nvSpPr>
          <p:cNvPr id="1903835323" name="Rectangle: Rounded Corners 2009773558">
            <a:extLst xmlns:a="http://schemas.openxmlformats.org/drawingml/2006/main">
              <a:ext uri="{FF2B5EF4-FFF2-40B4-BE49-F238E27FC236}">
                <a16:creationId xmlns:a16="http://schemas.microsoft.com/office/drawing/2014/main" id="{F117E4CF-5FEC-41EF-B22B-A0E886AD1E8F}"/>
              </a:ext>
            </a:extLst>
          </p:cNvPr>
          <p:cNvSpPr>
            <a:spLocks xmlns:a="http://schemas.openxmlformats.org/drawingml/2006/main" noGrp="1"/>
          </p:cNvSpPr>
          <p:nvPr/>
        </p:nvSpPr>
        <p:spPr>
          <a:xfrm xmlns:a="http://schemas.openxmlformats.org/drawingml/2006/main">
            <a:off x="6477000" y="3905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1</a:t>
            </a:r>
          </a:p>
        </p:txBody>
      </p:sp>
      <p:sp>
        <p:nvSpPr>
          <p:cNvPr id="1272058967" name="Rectangle: Rounded Corners 607891528">
            <a:extLst xmlns:a="http://schemas.openxmlformats.org/drawingml/2006/main">
              <a:ext uri="{FF2B5EF4-FFF2-40B4-BE49-F238E27FC236}">
                <a16:creationId xmlns:a16="http://schemas.microsoft.com/office/drawing/2014/main" id="{0FF38B1D-81A9-4171-8C8C-A7077BB26E29}"/>
              </a:ext>
            </a:extLst>
          </p:cNvPr>
          <p:cNvSpPr>
            <a:spLocks xmlns:a="http://schemas.openxmlformats.org/drawingml/2006/main" noGrp="1"/>
          </p:cNvSpPr>
          <p:nvPr/>
        </p:nvSpPr>
        <p:spPr>
          <a:xfrm xmlns:a="http://schemas.openxmlformats.org/drawingml/2006/main">
            <a:off x="6477000" y="3143250"/>
            <a:ext cx="2476500" cy="666750"/>
          </a:xfrm>
          <a:prstGeom xmlns:a="http://schemas.openxmlformats.org/drawingml/2006/main" prst="roundRect">
            <a:avLst>
              <a:gd name="adj" fmla="val 1714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2</a:t>
            </a:r>
          </a:p>
        </p:txBody>
      </p:sp>
      <p:sp>
        <p:nvSpPr>
          <p:cNvPr id="276282247" name="Rectangle: Rounded Corners 1953501824">
            <a:extLst xmlns:a="http://schemas.openxmlformats.org/drawingml/2006/main">
              <a:ext uri="{FF2B5EF4-FFF2-40B4-BE49-F238E27FC236}">
                <a16:creationId xmlns:a16="http://schemas.microsoft.com/office/drawing/2014/main" id="{E872C8EA-7147-42D4-AD38-9EDB74AD7406}"/>
              </a:ext>
            </a:extLst>
          </p:cNvPr>
          <p:cNvSpPr>
            <a:spLocks xmlns:a="http://schemas.openxmlformats.org/drawingml/2006/main" noGrp="1"/>
          </p:cNvSpPr>
          <p:nvPr/>
        </p:nvSpPr>
        <p:spPr>
          <a:xfrm xmlns:a="http://schemas.openxmlformats.org/drawingml/2006/main">
            <a:off x="6477000" y="2381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3</a:t>
            </a:r>
          </a:p>
        </p:txBody>
      </p:sp>
      <p:sp>
        <p:nvSpPr>
          <p:cNvPr id="374373364" name="Arrow: Right 237891345">
            <a:extLst xmlns:a="http://schemas.openxmlformats.org/drawingml/2006/main">
              <a:ext uri="{FF2B5EF4-FFF2-40B4-BE49-F238E27FC236}">
                <a16:creationId xmlns:a16="http://schemas.microsoft.com/office/drawing/2014/main" id="{C7BD51DC-A554-4B6B-B938-DBED16273505}"/>
              </a:ext>
            </a:extLst>
          </p:cNvPr>
          <p:cNvSpPr>
            <a:spLocks xmlns:a="http://schemas.openxmlformats.org/drawingml/2006/main" noGrp="1"/>
          </p:cNvSpPr>
          <p:nvPr/>
        </p:nvSpPr>
        <p:spPr>
          <a:xfrm xmlns:a="http://schemas.openxmlformats.org/drawingml/2006/main">
            <a:off x="5381625" y="4381500"/>
            <a:ext cx="904875"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52709443" name="Rectangle 567787381">
            <a:extLst xmlns:a="http://schemas.openxmlformats.org/drawingml/2006/main">
              <a:ext uri="{FF2B5EF4-FFF2-40B4-BE49-F238E27FC236}">
                <a16:creationId xmlns:a16="http://schemas.microsoft.com/office/drawing/2014/main" id="{432948E8-5A31-4A5A-81B8-C1630551C570}"/>
              </a:ext>
            </a:extLst>
          </p:cNvPr>
          <p:cNvSpPr>
            <a:spLocks xmlns:a="http://schemas.openxmlformats.org/drawingml/2006/main" noGrp="1"/>
          </p:cNvSpPr>
          <p:nvPr/>
        </p:nvSpPr>
        <p:spPr>
          <a:xfrm xmlns:a="http://schemas.openxmlformats.org/drawingml/2006/main">
            <a:off x="5905500" y="1619250"/>
            <a:ext cx="3905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contextual representations</a:t>
            </a:r>
          </a:p>
        </p:txBody>
      </p:sp>
      <p:sp>
        <p:nvSpPr>
          <p:cNvPr id="1456010531" name="Rectangle 1811573039">
            <a:extLst xmlns:a="http://schemas.openxmlformats.org/drawingml/2006/main">
              <a:ext uri="{FF2B5EF4-FFF2-40B4-BE49-F238E27FC236}">
                <a16:creationId xmlns:a16="http://schemas.microsoft.com/office/drawing/2014/main" id="{53291DEF-C4BE-457B-9EF0-007038EF2D3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46</a:t>
            </a:r>
          </a:p>
        </p:txBody>
      </p:sp>
    </p:spTree>
    <p:extLst>
      <p:ext uri="{BB962C8B-B14F-4D97-AF65-F5344CB8AC3E}">
        <p14:creationId xmlns:p14="http://schemas.microsoft.com/office/powerpoint/2010/main" val="785148979"/>
      </p:ext>
    </p:extLst>
  </p:cSld>
</p:sld>
</file>

<file path=ppt/slides/slide4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90082410" name="Rectangle 698847192">
            <a:extLst xmlns:a="http://schemas.openxmlformats.org/drawingml/2006/main">
              <a:ext uri="{FF2B5EF4-FFF2-40B4-BE49-F238E27FC236}">
                <a16:creationId xmlns:a16="http://schemas.microsoft.com/office/drawing/2014/main" id="{91910135-9281-4681-A1AA-4887A034D97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Decoder</a:t>
            </a:r>
          </a:p>
        </p:txBody>
      </p:sp>
      <p:sp>
        <p:nvSpPr>
          <p:cNvPr id="1050451329" name="Rectangle 892173066">
            <a:extLst xmlns:a="http://schemas.openxmlformats.org/drawingml/2006/main">
              <a:ext uri="{FF2B5EF4-FFF2-40B4-BE49-F238E27FC236}">
                <a16:creationId xmlns:a16="http://schemas.microsoft.com/office/drawing/2014/main" id="{0EE7D23D-077B-442E-ACF2-1F54FC9880B7}"/>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decoder hides the future</a:t>
            </a:r>
          </a:p>
        </p:txBody>
      </p:sp>
      <p:sp>
        <p:nvSpPr>
          <p:cNvPr id="790216046" name="Rectangle: Rounded Corners 634225882">
            <a:extLst xmlns:a="http://schemas.openxmlformats.org/drawingml/2006/main">
              <a:ext uri="{FF2B5EF4-FFF2-40B4-BE49-F238E27FC236}">
                <a16:creationId xmlns:a16="http://schemas.microsoft.com/office/drawing/2014/main" id="{C8386061-C5A2-4352-8584-52D94255234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57418293" name="Rectangle: Rounded Corners 2010502302">
            <a:extLst xmlns:a="http://schemas.openxmlformats.org/drawingml/2006/main">
              <a:ext uri="{FF2B5EF4-FFF2-40B4-BE49-F238E27FC236}">
                <a16:creationId xmlns:a16="http://schemas.microsoft.com/office/drawing/2014/main" id="{BF7E1E3F-E2DA-4103-BB60-68A8A232BC81}"/>
              </a:ext>
            </a:extLst>
          </p:cNvPr>
          <p:cNvSpPr>
            <a:spLocks xmlns:a="http://schemas.openxmlformats.org/drawingml/2006/main" noGrp="1"/>
          </p:cNvSpPr>
          <p:nvPr/>
        </p:nvSpPr>
        <p:spPr>
          <a:xfrm xmlns:a="http://schemas.openxmlformats.org/drawingml/2006/main">
            <a:off x="3429000" y="22860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5559406" name="Rectangle: Rounded Corners 1366762973">
            <a:extLst xmlns:a="http://schemas.openxmlformats.org/drawingml/2006/main">
              <a:ext uri="{FF2B5EF4-FFF2-40B4-BE49-F238E27FC236}">
                <a16:creationId xmlns:a16="http://schemas.microsoft.com/office/drawing/2014/main" id="{8D039307-A5E5-4D35-882C-7A400D1B4353}"/>
              </a:ext>
            </a:extLst>
          </p:cNvPr>
          <p:cNvSpPr>
            <a:spLocks xmlns:a="http://schemas.openxmlformats.org/drawingml/2006/main" noGrp="1"/>
          </p:cNvSpPr>
          <p:nvPr/>
        </p:nvSpPr>
        <p:spPr>
          <a:xfrm xmlns:a="http://schemas.openxmlformats.org/drawingml/2006/main">
            <a:off x="38671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1092093" name="Rectangle: Rounded Corners 1460632181">
            <a:extLst xmlns:a="http://schemas.openxmlformats.org/drawingml/2006/main">
              <a:ext uri="{FF2B5EF4-FFF2-40B4-BE49-F238E27FC236}">
                <a16:creationId xmlns:a16="http://schemas.microsoft.com/office/drawing/2014/main" id="{02467804-BE73-44AD-872F-5339D0F83592}"/>
              </a:ext>
            </a:extLst>
          </p:cNvPr>
          <p:cNvSpPr>
            <a:spLocks xmlns:a="http://schemas.openxmlformats.org/drawingml/2006/main" noGrp="1"/>
          </p:cNvSpPr>
          <p:nvPr/>
        </p:nvSpPr>
        <p:spPr>
          <a:xfrm xmlns:a="http://schemas.openxmlformats.org/drawingml/2006/main">
            <a:off x="43053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82611661" name="Rectangle: Rounded Corners 1175856486">
            <a:extLst xmlns:a="http://schemas.openxmlformats.org/drawingml/2006/main">
              <a:ext uri="{FF2B5EF4-FFF2-40B4-BE49-F238E27FC236}">
                <a16:creationId xmlns:a16="http://schemas.microsoft.com/office/drawing/2014/main" id="{10A16B88-6DA9-4164-BA3F-0206499CBF22}"/>
              </a:ext>
            </a:extLst>
          </p:cNvPr>
          <p:cNvSpPr>
            <a:spLocks xmlns:a="http://schemas.openxmlformats.org/drawingml/2006/main" noGrp="1"/>
          </p:cNvSpPr>
          <p:nvPr/>
        </p:nvSpPr>
        <p:spPr>
          <a:xfrm xmlns:a="http://schemas.openxmlformats.org/drawingml/2006/main">
            <a:off x="47434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5406210" name="Rectangle: Rounded Corners 2061757066">
            <a:extLst xmlns:a="http://schemas.openxmlformats.org/drawingml/2006/main">
              <a:ext uri="{FF2B5EF4-FFF2-40B4-BE49-F238E27FC236}">
                <a16:creationId xmlns:a16="http://schemas.microsoft.com/office/drawing/2014/main" id="{60E30B3A-FF55-4EBC-9A9F-635D7B7DC6BA}"/>
              </a:ext>
            </a:extLst>
          </p:cNvPr>
          <p:cNvSpPr>
            <a:spLocks xmlns:a="http://schemas.openxmlformats.org/drawingml/2006/main" noGrp="1"/>
          </p:cNvSpPr>
          <p:nvPr/>
        </p:nvSpPr>
        <p:spPr>
          <a:xfrm xmlns:a="http://schemas.openxmlformats.org/drawingml/2006/main">
            <a:off x="51816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22366447" name="Rectangle: Rounded Corners 1169118889">
            <a:extLst xmlns:a="http://schemas.openxmlformats.org/drawingml/2006/main">
              <a:ext uri="{FF2B5EF4-FFF2-40B4-BE49-F238E27FC236}">
                <a16:creationId xmlns:a16="http://schemas.microsoft.com/office/drawing/2014/main" id="{3FBC2CE3-D617-4731-8D23-7FB7E3AAFFE0}"/>
              </a:ext>
            </a:extLst>
          </p:cNvPr>
          <p:cNvSpPr>
            <a:spLocks xmlns:a="http://schemas.openxmlformats.org/drawingml/2006/main" noGrp="1"/>
          </p:cNvSpPr>
          <p:nvPr/>
        </p:nvSpPr>
        <p:spPr>
          <a:xfrm xmlns:a="http://schemas.openxmlformats.org/drawingml/2006/main">
            <a:off x="56197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72903983" name="Rectangle: Rounded Corners 238188300">
            <a:extLst xmlns:a="http://schemas.openxmlformats.org/drawingml/2006/main">
              <a:ext uri="{FF2B5EF4-FFF2-40B4-BE49-F238E27FC236}">
                <a16:creationId xmlns:a16="http://schemas.microsoft.com/office/drawing/2014/main" id="{F66381DE-BA71-4A0C-9600-70405ACE0289}"/>
              </a:ext>
            </a:extLst>
          </p:cNvPr>
          <p:cNvSpPr>
            <a:spLocks xmlns:a="http://schemas.openxmlformats.org/drawingml/2006/main" noGrp="1"/>
          </p:cNvSpPr>
          <p:nvPr/>
        </p:nvSpPr>
        <p:spPr>
          <a:xfrm xmlns:a="http://schemas.openxmlformats.org/drawingml/2006/main">
            <a:off x="342900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99855817" name="Rectangle: Rounded Corners 2049301056">
            <a:extLst xmlns:a="http://schemas.openxmlformats.org/drawingml/2006/main">
              <a:ext uri="{FF2B5EF4-FFF2-40B4-BE49-F238E27FC236}">
                <a16:creationId xmlns:a16="http://schemas.microsoft.com/office/drawing/2014/main" id="{B4F406A4-DFED-47C4-9D7E-7CC60129BA0C}"/>
              </a:ext>
            </a:extLst>
          </p:cNvPr>
          <p:cNvSpPr>
            <a:spLocks xmlns:a="http://schemas.openxmlformats.org/drawingml/2006/main" noGrp="1"/>
          </p:cNvSpPr>
          <p:nvPr/>
        </p:nvSpPr>
        <p:spPr>
          <a:xfrm xmlns:a="http://schemas.openxmlformats.org/drawingml/2006/main">
            <a:off x="386715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39445202" name="Rectangle: Rounded Corners 1282082344">
            <a:extLst xmlns:a="http://schemas.openxmlformats.org/drawingml/2006/main">
              <a:ext uri="{FF2B5EF4-FFF2-40B4-BE49-F238E27FC236}">
                <a16:creationId xmlns:a16="http://schemas.microsoft.com/office/drawing/2014/main" id="{F6926201-F6B6-4A98-9594-34E9DDBA857E}"/>
              </a:ext>
            </a:extLst>
          </p:cNvPr>
          <p:cNvSpPr>
            <a:spLocks xmlns:a="http://schemas.openxmlformats.org/drawingml/2006/main" noGrp="1"/>
          </p:cNvSpPr>
          <p:nvPr/>
        </p:nvSpPr>
        <p:spPr>
          <a:xfrm xmlns:a="http://schemas.openxmlformats.org/drawingml/2006/main">
            <a:off x="43053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08039169" name="Rectangle: Rounded Corners 1172922271">
            <a:extLst xmlns:a="http://schemas.openxmlformats.org/drawingml/2006/main">
              <a:ext uri="{FF2B5EF4-FFF2-40B4-BE49-F238E27FC236}">
                <a16:creationId xmlns:a16="http://schemas.microsoft.com/office/drawing/2014/main" id="{2DEF00D1-11E3-412F-981F-E4061DD3F5D3}"/>
              </a:ext>
            </a:extLst>
          </p:cNvPr>
          <p:cNvSpPr>
            <a:spLocks xmlns:a="http://schemas.openxmlformats.org/drawingml/2006/main" noGrp="1"/>
          </p:cNvSpPr>
          <p:nvPr/>
        </p:nvSpPr>
        <p:spPr>
          <a:xfrm xmlns:a="http://schemas.openxmlformats.org/drawingml/2006/main">
            <a:off x="47434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65755779" name="Rectangle: Rounded Corners 603029256">
            <a:extLst xmlns:a="http://schemas.openxmlformats.org/drawingml/2006/main">
              <a:ext uri="{FF2B5EF4-FFF2-40B4-BE49-F238E27FC236}">
                <a16:creationId xmlns:a16="http://schemas.microsoft.com/office/drawing/2014/main" id="{6885A907-E4F4-4BFB-904D-3C4165362423}"/>
              </a:ext>
            </a:extLst>
          </p:cNvPr>
          <p:cNvSpPr>
            <a:spLocks xmlns:a="http://schemas.openxmlformats.org/drawingml/2006/main" noGrp="1"/>
          </p:cNvSpPr>
          <p:nvPr/>
        </p:nvSpPr>
        <p:spPr>
          <a:xfrm xmlns:a="http://schemas.openxmlformats.org/drawingml/2006/main">
            <a:off x="51816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79557413" name="Rectangle: Rounded Corners 1879817439">
            <a:extLst xmlns:a="http://schemas.openxmlformats.org/drawingml/2006/main">
              <a:ext uri="{FF2B5EF4-FFF2-40B4-BE49-F238E27FC236}">
                <a16:creationId xmlns:a16="http://schemas.microsoft.com/office/drawing/2014/main" id="{4E6AD4F1-DCA7-4D59-B57B-2E0C02FCC75F}"/>
              </a:ext>
            </a:extLst>
          </p:cNvPr>
          <p:cNvSpPr>
            <a:spLocks xmlns:a="http://schemas.openxmlformats.org/drawingml/2006/main" noGrp="1"/>
          </p:cNvSpPr>
          <p:nvPr/>
        </p:nvSpPr>
        <p:spPr>
          <a:xfrm xmlns:a="http://schemas.openxmlformats.org/drawingml/2006/main">
            <a:off x="56197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85889408" name="Rectangle: Rounded Corners 875542064">
            <a:extLst xmlns:a="http://schemas.openxmlformats.org/drawingml/2006/main">
              <a:ext uri="{FF2B5EF4-FFF2-40B4-BE49-F238E27FC236}">
                <a16:creationId xmlns:a16="http://schemas.microsoft.com/office/drawing/2014/main" id="{58389BD5-8A1E-4F18-8B61-4936AFE3D653}"/>
              </a:ext>
            </a:extLst>
          </p:cNvPr>
          <p:cNvSpPr>
            <a:spLocks xmlns:a="http://schemas.openxmlformats.org/drawingml/2006/main" noGrp="1"/>
          </p:cNvSpPr>
          <p:nvPr/>
        </p:nvSpPr>
        <p:spPr>
          <a:xfrm xmlns:a="http://schemas.openxmlformats.org/drawingml/2006/main">
            <a:off x="34290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56454132" name="Rectangle: Rounded Corners 51908471">
            <a:extLst xmlns:a="http://schemas.openxmlformats.org/drawingml/2006/main">
              <a:ext uri="{FF2B5EF4-FFF2-40B4-BE49-F238E27FC236}">
                <a16:creationId xmlns:a16="http://schemas.microsoft.com/office/drawing/2014/main" id="{F284995C-F203-4288-A806-9B290C95B69F}"/>
              </a:ext>
            </a:extLst>
          </p:cNvPr>
          <p:cNvSpPr>
            <a:spLocks xmlns:a="http://schemas.openxmlformats.org/drawingml/2006/main" noGrp="1"/>
          </p:cNvSpPr>
          <p:nvPr/>
        </p:nvSpPr>
        <p:spPr>
          <a:xfrm xmlns:a="http://schemas.openxmlformats.org/drawingml/2006/main">
            <a:off x="386715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34900059" name="Rectangle: Rounded Corners 1689509712">
            <a:extLst xmlns:a="http://schemas.openxmlformats.org/drawingml/2006/main">
              <a:ext uri="{FF2B5EF4-FFF2-40B4-BE49-F238E27FC236}">
                <a16:creationId xmlns:a16="http://schemas.microsoft.com/office/drawing/2014/main" id="{DB476757-FB90-43A3-9B20-C6B6A99AA7F6}"/>
              </a:ext>
            </a:extLst>
          </p:cNvPr>
          <p:cNvSpPr>
            <a:spLocks xmlns:a="http://schemas.openxmlformats.org/drawingml/2006/main" noGrp="1"/>
          </p:cNvSpPr>
          <p:nvPr/>
        </p:nvSpPr>
        <p:spPr>
          <a:xfrm xmlns:a="http://schemas.openxmlformats.org/drawingml/2006/main">
            <a:off x="43053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4901140" name="Rectangle: Rounded Corners 791720529">
            <a:extLst xmlns:a="http://schemas.openxmlformats.org/drawingml/2006/main">
              <a:ext uri="{FF2B5EF4-FFF2-40B4-BE49-F238E27FC236}">
                <a16:creationId xmlns:a16="http://schemas.microsoft.com/office/drawing/2014/main" id="{0119588F-4B98-425E-8858-9C4E185946C1}"/>
              </a:ext>
            </a:extLst>
          </p:cNvPr>
          <p:cNvSpPr>
            <a:spLocks xmlns:a="http://schemas.openxmlformats.org/drawingml/2006/main" noGrp="1"/>
          </p:cNvSpPr>
          <p:nvPr/>
        </p:nvSpPr>
        <p:spPr>
          <a:xfrm xmlns:a="http://schemas.openxmlformats.org/drawingml/2006/main">
            <a:off x="47434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8670317" name="Rectangle: Rounded Corners 105367441">
            <a:extLst xmlns:a="http://schemas.openxmlformats.org/drawingml/2006/main">
              <a:ext uri="{FF2B5EF4-FFF2-40B4-BE49-F238E27FC236}">
                <a16:creationId xmlns:a16="http://schemas.microsoft.com/office/drawing/2014/main" id="{FDA548CC-48C9-4BA0-B255-703C3A8FFEBD}"/>
              </a:ext>
            </a:extLst>
          </p:cNvPr>
          <p:cNvSpPr>
            <a:spLocks xmlns:a="http://schemas.openxmlformats.org/drawingml/2006/main" noGrp="1"/>
          </p:cNvSpPr>
          <p:nvPr/>
        </p:nvSpPr>
        <p:spPr>
          <a:xfrm xmlns:a="http://schemas.openxmlformats.org/drawingml/2006/main">
            <a:off x="518160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2443122" name="Rectangle: Rounded Corners 1563215529">
            <a:extLst xmlns:a="http://schemas.openxmlformats.org/drawingml/2006/main">
              <a:ext uri="{FF2B5EF4-FFF2-40B4-BE49-F238E27FC236}">
                <a16:creationId xmlns:a16="http://schemas.microsoft.com/office/drawing/2014/main" id="{ABB7F524-A6B3-4DB5-863F-56F707B92514}"/>
              </a:ext>
            </a:extLst>
          </p:cNvPr>
          <p:cNvSpPr>
            <a:spLocks xmlns:a="http://schemas.openxmlformats.org/drawingml/2006/main" noGrp="1"/>
          </p:cNvSpPr>
          <p:nvPr/>
        </p:nvSpPr>
        <p:spPr>
          <a:xfrm xmlns:a="http://schemas.openxmlformats.org/drawingml/2006/main">
            <a:off x="56197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96205978" name="Rectangle: Rounded Corners 315081294">
            <a:extLst xmlns:a="http://schemas.openxmlformats.org/drawingml/2006/main">
              <a:ext uri="{FF2B5EF4-FFF2-40B4-BE49-F238E27FC236}">
                <a16:creationId xmlns:a16="http://schemas.microsoft.com/office/drawing/2014/main" id="{FB4043E6-24BD-46FB-8FBE-FB9F4E2859F1}"/>
              </a:ext>
            </a:extLst>
          </p:cNvPr>
          <p:cNvSpPr>
            <a:spLocks xmlns:a="http://schemas.openxmlformats.org/drawingml/2006/main" noGrp="1"/>
          </p:cNvSpPr>
          <p:nvPr/>
        </p:nvSpPr>
        <p:spPr>
          <a:xfrm xmlns:a="http://schemas.openxmlformats.org/drawingml/2006/main">
            <a:off x="34290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65626242" name="Rectangle: Rounded Corners 248452190">
            <a:extLst xmlns:a="http://schemas.openxmlformats.org/drawingml/2006/main">
              <a:ext uri="{FF2B5EF4-FFF2-40B4-BE49-F238E27FC236}">
                <a16:creationId xmlns:a16="http://schemas.microsoft.com/office/drawing/2014/main" id="{D15A0DA0-1E6A-45CC-81F0-8F308438D8EB}"/>
              </a:ext>
            </a:extLst>
          </p:cNvPr>
          <p:cNvSpPr>
            <a:spLocks xmlns:a="http://schemas.openxmlformats.org/drawingml/2006/main" noGrp="1"/>
          </p:cNvSpPr>
          <p:nvPr/>
        </p:nvSpPr>
        <p:spPr>
          <a:xfrm xmlns:a="http://schemas.openxmlformats.org/drawingml/2006/main">
            <a:off x="38671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90399791" name="Rectangle: Rounded Corners 1671279799">
            <a:extLst xmlns:a="http://schemas.openxmlformats.org/drawingml/2006/main">
              <a:ext uri="{FF2B5EF4-FFF2-40B4-BE49-F238E27FC236}">
                <a16:creationId xmlns:a16="http://schemas.microsoft.com/office/drawing/2014/main" id="{0499BF9F-7659-4E42-A835-38FF1D79BB39}"/>
              </a:ext>
            </a:extLst>
          </p:cNvPr>
          <p:cNvSpPr>
            <a:spLocks xmlns:a="http://schemas.openxmlformats.org/drawingml/2006/main" noGrp="1"/>
          </p:cNvSpPr>
          <p:nvPr/>
        </p:nvSpPr>
        <p:spPr>
          <a:xfrm xmlns:a="http://schemas.openxmlformats.org/drawingml/2006/main">
            <a:off x="43053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02423882" name="Rectangle: Rounded Corners 1239843558">
            <a:extLst xmlns:a="http://schemas.openxmlformats.org/drawingml/2006/main">
              <a:ext uri="{FF2B5EF4-FFF2-40B4-BE49-F238E27FC236}">
                <a16:creationId xmlns:a16="http://schemas.microsoft.com/office/drawing/2014/main" id="{B9DEA55F-5A89-493A-9C41-820148C6E8A5}"/>
              </a:ext>
            </a:extLst>
          </p:cNvPr>
          <p:cNvSpPr>
            <a:spLocks xmlns:a="http://schemas.openxmlformats.org/drawingml/2006/main" noGrp="1"/>
          </p:cNvSpPr>
          <p:nvPr/>
        </p:nvSpPr>
        <p:spPr>
          <a:xfrm xmlns:a="http://schemas.openxmlformats.org/drawingml/2006/main">
            <a:off x="47434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67887" name="Rectangle: Rounded Corners 1474960510">
            <a:extLst xmlns:a="http://schemas.openxmlformats.org/drawingml/2006/main">
              <a:ext uri="{FF2B5EF4-FFF2-40B4-BE49-F238E27FC236}">
                <a16:creationId xmlns:a16="http://schemas.microsoft.com/office/drawing/2014/main" id="{CF99A4AD-477D-4CE4-9728-D799A1E579CA}"/>
              </a:ext>
            </a:extLst>
          </p:cNvPr>
          <p:cNvSpPr>
            <a:spLocks xmlns:a="http://schemas.openxmlformats.org/drawingml/2006/main" noGrp="1"/>
          </p:cNvSpPr>
          <p:nvPr/>
        </p:nvSpPr>
        <p:spPr>
          <a:xfrm xmlns:a="http://schemas.openxmlformats.org/drawingml/2006/main">
            <a:off x="518160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32659365" name="Rectangle: Rounded Corners 1705162463">
            <a:extLst xmlns:a="http://schemas.openxmlformats.org/drawingml/2006/main">
              <a:ext uri="{FF2B5EF4-FFF2-40B4-BE49-F238E27FC236}">
                <a16:creationId xmlns:a16="http://schemas.microsoft.com/office/drawing/2014/main" id="{EAE213B1-230D-44A0-9F54-8E25BF677095}"/>
              </a:ext>
            </a:extLst>
          </p:cNvPr>
          <p:cNvSpPr>
            <a:spLocks xmlns:a="http://schemas.openxmlformats.org/drawingml/2006/main" noGrp="1"/>
          </p:cNvSpPr>
          <p:nvPr/>
        </p:nvSpPr>
        <p:spPr>
          <a:xfrm xmlns:a="http://schemas.openxmlformats.org/drawingml/2006/main">
            <a:off x="561975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03421757" name="Rectangle: Rounded Corners 7576924">
            <a:extLst xmlns:a="http://schemas.openxmlformats.org/drawingml/2006/main">
              <a:ext uri="{FF2B5EF4-FFF2-40B4-BE49-F238E27FC236}">
                <a16:creationId xmlns:a16="http://schemas.microsoft.com/office/drawing/2014/main" id="{14AB4B8C-1F5A-4A7C-B0EB-C847C2A7138E}"/>
              </a:ext>
            </a:extLst>
          </p:cNvPr>
          <p:cNvSpPr>
            <a:spLocks xmlns:a="http://schemas.openxmlformats.org/drawingml/2006/main" noGrp="1"/>
          </p:cNvSpPr>
          <p:nvPr/>
        </p:nvSpPr>
        <p:spPr>
          <a:xfrm xmlns:a="http://schemas.openxmlformats.org/drawingml/2006/main">
            <a:off x="34290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39871076" name="Rectangle: Rounded Corners 426996610">
            <a:extLst xmlns:a="http://schemas.openxmlformats.org/drawingml/2006/main">
              <a:ext uri="{FF2B5EF4-FFF2-40B4-BE49-F238E27FC236}">
                <a16:creationId xmlns:a16="http://schemas.microsoft.com/office/drawing/2014/main" id="{1AB33BF7-4E7F-4121-8198-53C835D83CE7}"/>
              </a:ext>
            </a:extLst>
          </p:cNvPr>
          <p:cNvSpPr>
            <a:spLocks xmlns:a="http://schemas.openxmlformats.org/drawingml/2006/main" noGrp="1"/>
          </p:cNvSpPr>
          <p:nvPr/>
        </p:nvSpPr>
        <p:spPr>
          <a:xfrm xmlns:a="http://schemas.openxmlformats.org/drawingml/2006/main">
            <a:off x="38671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03408503" name="Rectangle: Rounded Corners 4937970">
            <a:extLst xmlns:a="http://schemas.openxmlformats.org/drawingml/2006/main">
              <a:ext uri="{FF2B5EF4-FFF2-40B4-BE49-F238E27FC236}">
                <a16:creationId xmlns:a16="http://schemas.microsoft.com/office/drawing/2014/main" id="{34838A89-197A-4515-AC90-8398B7A7632C}"/>
              </a:ext>
            </a:extLst>
          </p:cNvPr>
          <p:cNvSpPr>
            <a:spLocks xmlns:a="http://schemas.openxmlformats.org/drawingml/2006/main" noGrp="1"/>
          </p:cNvSpPr>
          <p:nvPr/>
        </p:nvSpPr>
        <p:spPr>
          <a:xfrm xmlns:a="http://schemas.openxmlformats.org/drawingml/2006/main">
            <a:off x="43053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07369742" name="Rectangle: Rounded Corners 318411884">
            <a:extLst xmlns:a="http://schemas.openxmlformats.org/drawingml/2006/main">
              <a:ext uri="{FF2B5EF4-FFF2-40B4-BE49-F238E27FC236}">
                <a16:creationId xmlns:a16="http://schemas.microsoft.com/office/drawing/2014/main" id="{ED301499-84E3-413B-A192-FB3A79B944D1}"/>
              </a:ext>
            </a:extLst>
          </p:cNvPr>
          <p:cNvSpPr>
            <a:spLocks xmlns:a="http://schemas.openxmlformats.org/drawingml/2006/main" noGrp="1"/>
          </p:cNvSpPr>
          <p:nvPr/>
        </p:nvSpPr>
        <p:spPr>
          <a:xfrm xmlns:a="http://schemas.openxmlformats.org/drawingml/2006/main">
            <a:off x="47434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75854445" name="Rectangle: Rounded Corners 615608590">
            <a:extLst xmlns:a="http://schemas.openxmlformats.org/drawingml/2006/main">
              <a:ext uri="{FF2B5EF4-FFF2-40B4-BE49-F238E27FC236}">
                <a16:creationId xmlns:a16="http://schemas.microsoft.com/office/drawing/2014/main" id="{B92959CD-C2B7-4FC4-AAC6-3FECBC231A55}"/>
              </a:ext>
            </a:extLst>
          </p:cNvPr>
          <p:cNvSpPr>
            <a:spLocks xmlns:a="http://schemas.openxmlformats.org/drawingml/2006/main" noGrp="1"/>
          </p:cNvSpPr>
          <p:nvPr/>
        </p:nvSpPr>
        <p:spPr>
          <a:xfrm xmlns:a="http://schemas.openxmlformats.org/drawingml/2006/main">
            <a:off x="51816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92267787" name="Rectangle: Rounded Corners 1731456271">
            <a:extLst xmlns:a="http://schemas.openxmlformats.org/drawingml/2006/main">
              <a:ext uri="{FF2B5EF4-FFF2-40B4-BE49-F238E27FC236}">
                <a16:creationId xmlns:a16="http://schemas.microsoft.com/office/drawing/2014/main" id="{B839F467-76A8-405B-86F4-5F9C20A9610C}"/>
              </a:ext>
            </a:extLst>
          </p:cNvPr>
          <p:cNvSpPr>
            <a:spLocks xmlns:a="http://schemas.openxmlformats.org/drawingml/2006/main" noGrp="1"/>
          </p:cNvSpPr>
          <p:nvPr/>
        </p:nvSpPr>
        <p:spPr>
          <a:xfrm xmlns:a="http://schemas.openxmlformats.org/drawingml/2006/main">
            <a:off x="5619750" y="40386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69657024" name="Rectangle: Rounded Corners 484935539">
            <a:extLst xmlns:a="http://schemas.openxmlformats.org/drawingml/2006/main">
              <a:ext uri="{FF2B5EF4-FFF2-40B4-BE49-F238E27FC236}">
                <a16:creationId xmlns:a16="http://schemas.microsoft.com/office/drawing/2014/main" id="{B53D0664-8AC8-42CF-BA87-8F4F7E1FEFE2}"/>
              </a:ext>
            </a:extLst>
          </p:cNvPr>
          <p:cNvSpPr>
            <a:spLocks xmlns:a="http://schemas.openxmlformats.org/drawingml/2006/main" noGrp="1"/>
          </p:cNvSpPr>
          <p:nvPr/>
        </p:nvSpPr>
        <p:spPr>
          <a:xfrm xmlns:a="http://schemas.openxmlformats.org/drawingml/2006/main">
            <a:off x="34290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1965704" name="Rectangle: Rounded Corners 1134420310">
            <a:extLst xmlns:a="http://schemas.openxmlformats.org/drawingml/2006/main">
              <a:ext uri="{FF2B5EF4-FFF2-40B4-BE49-F238E27FC236}">
                <a16:creationId xmlns:a16="http://schemas.microsoft.com/office/drawing/2014/main" id="{CA4CCB88-7FF5-4CCA-ABC8-F5AB2C13BB0C}"/>
              </a:ext>
            </a:extLst>
          </p:cNvPr>
          <p:cNvSpPr>
            <a:spLocks xmlns:a="http://schemas.openxmlformats.org/drawingml/2006/main" noGrp="1"/>
          </p:cNvSpPr>
          <p:nvPr/>
        </p:nvSpPr>
        <p:spPr>
          <a:xfrm xmlns:a="http://schemas.openxmlformats.org/drawingml/2006/main">
            <a:off x="38671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6411909" name="Rectangle: Rounded Corners 1355285829">
            <a:extLst xmlns:a="http://schemas.openxmlformats.org/drawingml/2006/main">
              <a:ext uri="{FF2B5EF4-FFF2-40B4-BE49-F238E27FC236}">
                <a16:creationId xmlns:a16="http://schemas.microsoft.com/office/drawing/2014/main" id="{A46122A8-12DD-4CF7-BC95-0C6BCFD489AA}"/>
              </a:ext>
            </a:extLst>
          </p:cNvPr>
          <p:cNvSpPr>
            <a:spLocks xmlns:a="http://schemas.openxmlformats.org/drawingml/2006/main" noGrp="1"/>
          </p:cNvSpPr>
          <p:nvPr/>
        </p:nvSpPr>
        <p:spPr>
          <a:xfrm xmlns:a="http://schemas.openxmlformats.org/drawingml/2006/main">
            <a:off x="43053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14416055" name="Rectangle: Rounded Corners 1945716100">
            <a:extLst xmlns:a="http://schemas.openxmlformats.org/drawingml/2006/main">
              <a:ext uri="{FF2B5EF4-FFF2-40B4-BE49-F238E27FC236}">
                <a16:creationId xmlns:a16="http://schemas.microsoft.com/office/drawing/2014/main" id="{DA423CE8-C536-40E7-8CEB-BA90E578AD1B}"/>
              </a:ext>
            </a:extLst>
          </p:cNvPr>
          <p:cNvSpPr>
            <a:spLocks xmlns:a="http://schemas.openxmlformats.org/drawingml/2006/main" noGrp="1"/>
          </p:cNvSpPr>
          <p:nvPr/>
        </p:nvSpPr>
        <p:spPr>
          <a:xfrm xmlns:a="http://schemas.openxmlformats.org/drawingml/2006/main">
            <a:off x="47434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09923379" name="Rectangle: Rounded Corners 903673204">
            <a:extLst xmlns:a="http://schemas.openxmlformats.org/drawingml/2006/main">
              <a:ext uri="{FF2B5EF4-FFF2-40B4-BE49-F238E27FC236}">
                <a16:creationId xmlns:a16="http://schemas.microsoft.com/office/drawing/2014/main" id="{CCF7EF93-7CE9-46D1-9BF1-467FAB85411F}"/>
              </a:ext>
            </a:extLst>
          </p:cNvPr>
          <p:cNvSpPr>
            <a:spLocks xmlns:a="http://schemas.openxmlformats.org/drawingml/2006/main" noGrp="1"/>
          </p:cNvSpPr>
          <p:nvPr/>
        </p:nvSpPr>
        <p:spPr>
          <a:xfrm xmlns:a="http://schemas.openxmlformats.org/drawingml/2006/main">
            <a:off x="51816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61458556" name="Rectangle: Rounded Corners 41920753">
            <a:extLst xmlns:a="http://schemas.openxmlformats.org/drawingml/2006/main">
              <a:ext uri="{FF2B5EF4-FFF2-40B4-BE49-F238E27FC236}">
                <a16:creationId xmlns:a16="http://schemas.microsoft.com/office/drawing/2014/main" id="{C5E59AC2-9102-483E-80BC-A5F7BBBF3954}"/>
              </a:ext>
            </a:extLst>
          </p:cNvPr>
          <p:cNvSpPr>
            <a:spLocks xmlns:a="http://schemas.openxmlformats.org/drawingml/2006/main" noGrp="1"/>
          </p:cNvSpPr>
          <p:nvPr/>
        </p:nvSpPr>
        <p:spPr>
          <a:xfrm xmlns:a="http://schemas.openxmlformats.org/drawingml/2006/main">
            <a:off x="56197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62082099" name="Rectangle 1090731607">
            <a:extLst xmlns:a="http://schemas.openxmlformats.org/drawingml/2006/main">
              <a:ext uri="{FF2B5EF4-FFF2-40B4-BE49-F238E27FC236}">
                <a16:creationId xmlns:a16="http://schemas.microsoft.com/office/drawing/2014/main" id="{81D1685F-E29F-4E5B-A4B7-DF1BB2FD13FE}"/>
              </a:ext>
            </a:extLst>
          </p:cNvPr>
          <p:cNvSpPr>
            <a:spLocks xmlns:a="http://schemas.openxmlformats.org/drawingml/2006/main" noGrp="1"/>
          </p:cNvSpPr>
          <p:nvPr/>
        </p:nvSpPr>
        <p:spPr>
          <a:xfrm xmlns:a="http://schemas.openxmlformats.org/drawingml/2006/main">
            <a:off x="238125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2563EB"/>
                </a:solidFill>
              </a:defRPr>
            </a:pPr>
            <a:r>
              <a:rPr sz="1800" b="1">
                <a:solidFill>
                  <a:srgbClr val="2563EB"/>
                </a:solidFill>
              </a:rPr>
              <a:t>visible</a:t>
            </a:r>
          </a:p>
        </p:txBody>
      </p:sp>
      <p:sp>
        <p:nvSpPr>
          <p:cNvPr id="1640342669" name="Rectangle 1864567656">
            <a:extLst xmlns:a="http://schemas.openxmlformats.org/drawingml/2006/main">
              <a:ext uri="{FF2B5EF4-FFF2-40B4-BE49-F238E27FC236}">
                <a16:creationId xmlns:a16="http://schemas.microsoft.com/office/drawing/2014/main" id="{642F3956-D6EF-4236-8502-51F6D0BA05DB}"/>
              </a:ext>
            </a:extLst>
          </p:cNvPr>
          <p:cNvSpPr>
            <a:spLocks xmlns:a="http://schemas.openxmlformats.org/drawingml/2006/main" noGrp="1"/>
          </p:cNvSpPr>
          <p:nvPr/>
        </p:nvSpPr>
        <p:spPr>
          <a:xfrm xmlns:a="http://schemas.openxmlformats.org/drawingml/2006/main">
            <a:off x="742950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masked</a:t>
            </a:r>
          </a:p>
        </p:txBody>
      </p:sp>
      <p:sp>
        <p:nvSpPr>
          <p:cNvPr id="1454391476" name="Rectangle 353583897">
            <a:extLst xmlns:a="http://schemas.openxmlformats.org/drawingml/2006/main">
              <a:ext uri="{FF2B5EF4-FFF2-40B4-BE49-F238E27FC236}">
                <a16:creationId xmlns:a16="http://schemas.microsoft.com/office/drawing/2014/main" id="{B0861240-978C-4628-A737-E52182AB560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47</a:t>
            </a:r>
          </a:p>
        </p:txBody>
      </p:sp>
    </p:spTree>
    <p:extLst>
      <p:ext uri="{BB962C8B-B14F-4D97-AF65-F5344CB8AC3E}">
        <p14:creationId xmlns:p14="http://schemas.microsoft.com/office/powerpoint/2010/main" val="1107660352"/>
      </p:ext>
    </p:extLst>
  </p:cSld>
</p:sld>
</file>

<file path=ppt/slides/slide4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41168700" name="Rectangle 352308475">
            <a:extLst xmlns:a="http://schemas.openxmlformats.org/drawingml/2006/main">
              <a:ext uri="{FF2B5EF4-FFF2-40B4-BE49-F238E27FC236}">
                <a16:creationId xmlns:a16="http://schemas.microsoft.com/office/drawing/2014/main" id="{8AFD4E99-AB22-4875-844D-5DEC51C85B5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2017</a:t>
            </a:r>
          </a:p>
        </p:txBody>
      </p:sp>
      <p:sp>
        <p:nvSpPr>
          <p:cNvPr id="1720494528" name="Rectangle 890164865">
            <a:extLst xmlns:a="http://schemas.openxmlformats.org/drawingml/2006/main">
              <a:ext uri="{FF2B5EF4-FFF2-40B4-BE49-F238E27FC236}">
                <a16:creationId xmlns:a16="http://schemas.microsoft.com/office/drawing/2014/main" id="{4FDDD03C-9617-4804-BC4C-6CAF00FE5E3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Attention replaced recurrence</a:t>
            </a:r>
          </a:p>
        </p:txBody>
      </p:sp>
      <p:sp>
        <p:nvSpPr>
          <p:cNvPr id="450160219" name="Rectangle: Rounded Corners 1302761572">
            <a:extLst xmlns:a="http://schemas.openxmlformats.org/drawingml/2006/main">
              <a:ext uri="{FF2B5EF4-FFF2-40B4-BE49-F238E27FC236}">
                <a16:creationId xmlns:a16="http://schemas.microsoft.com/office/drawing/2014/main" id="{0F3DAD16-818E-4133-BA78-F8163E93628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11662154" name="Rectangle: Rounded Corners 2031370086">
            <a:extLst xmlns:a="http://schemas.openxmlformats.org/drawingml/2006/main">
              <a:ext uri="{FF2B5EF4-FFF2-40B4-BE49-F238E27FC236}">
                <a16:creationId xmlns:a16="http://schemas.microsoft.com/office/drawing/2014/main" id="{D4BD98FE-702D-499D-A6F8-63DAD92FFCD7}"/>
              </a:ext>
            </a:extLst>
          </p:cNvPr>
          <p:cNvSpPr>
            <a:spLocks xmlns:a="http://schemas.openxmlformats.org/drawingml/2006/main" noGrp="1"/>
          </p:cNvSpPr>
          <p:nvPr/>
        </p:nvSpPr>
        <p:spPr>
          <a:xfrm xmlns:a="http://schemas.openxmlformats.org/drawingml/2006/main">
            <a:off x="1714500" y="2857500"/>
            <a:ext cx="2762250" cy="1238250"/>
          </a:xfrm>
          <a:prstGeom xmlns:a="http://schemas.openxmlformats.org/drawingml/2006/main" prst="roundRect">
            <a:avLst>
              <a:gd name="adj" fmla="val 9231"/>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RNN</a:t>
            </a:r>
          </a:p>
          <a:p xmlns:a="http://schemas.openxmlformats.org/drawingml/2006/main">
            <a:pPr algn="ctr">
              <a:buNone/>
              <a:defRPr sz="2250" b="1">
                <a:solidFill>
                  <a:srgbClr val="0B0F19"/>
                </a:solidFill>
              </a:defRPr>
            </a:pPr>
            <a:r>
              <a:rPr sz="2250" b="1">
                <a:solidFill>
                  <a:srgbClr val="0B0F19"/>
                </a:solidFill>
              </a:rPr>
              <a:t>step by step</a:t>
            </a:r>
          </a:p>
        </p:txBody>
      </p:sp>
      <p:sp>
        <p:nvSpPr>
          <p:cNvPr id="432642715" name="Rectangle 1726456331">
            <a:extLst xmlns:a="http://schemas.openxmlformats.org/drawingml/2006/main">
              <a:ext uri="{FF2B5EF4-FFF2-40B4-BE49-F238E27FC236}">
                <a16:creationId xmlns:a16="http://schemas.microsoft.com/office/drawing/2014/main" id="{1C2BBF31-39AB-4D03-8FEE-A851CC81FC19}"/>
              </a:ext>
            </a:extLst>
          </p:cNvPr>
          <p:cNvSpPr>
            <a:spLocks xmlns:a="http://schemas.openxmlformats.org/drawingml/2006/main" noGrp="1"/>
          </p:cNvSpPr>
          <p:nvPr/>
        </p:nvSpPr>
        <p:spPr>
          <a:xfrm xmlns:a="http://schemas.openxmlformats.org/drawingml/2006/main">
            <a:off x="5572125" y="3238500"/>
            <a:ext cx="666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300" b="1">
                <a:solidFill>
                  <a:srgbClr val="2563EB"/>
                </a:solidFill>
              </a:defRPr>
            </a:pPr>
            <a:r>
              <a:rPr sz="3300" b="1">
                <a:solidFill>
                  <a:srgbClr val="2563EB"/>
                </a:solidFill>
              </a:rPr>
              <a:t>-&gt;</a:t>
            </a:r>
          </a:p>
        </p:txBody>
      </p:sp>
      <p:sp>
        <p:nvSpPr>
          <p:cNvPr id="1818131910" name="Rectangle: Rounded Corners 412394112">
            <a:extLst xmlns:a="http://schemas.openxmlformats.org/drawingml/2006/main">
              <a:ext uri="{FF2B5EF4-FFF2-40B4-BE49-F238E27FC236}">
                <a16:creationId xmlns:a16="http://schemas.microsoft.com/office/drawing/2014/main" id="{AA53DF98-218D-45AB-81C2-609F65C19D99}"/>
              </a:ext>
            </a:extLst>
          </p:cNvPr>
          <p:cNvSpPr>
            <a:spLocks xmlns:a="http://schemas.openxmlformats.org/drawingml/2006/main" noGrp="1"/>
          </p:cNvSpPr>
          <p:nvPr/>
        </p:nvSpPr>
        <p:spPr>
          <a:xfrm xmlns:a="http://schemas.openxmlformats.org/drawingml/2006/main">
            <a:off x="7334250" y="2857500"/>
            <a:ext cx="3143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a:p xmlns:a="http://schemas.openxmlformats.org/drawingml/2006/main">
            <a:pPr algn="ctr">
              <a:buNone/>
              <a:defRPr sz="2250" b="1">
                <a:solidFill>
                  <a:srgbClr val="0B0F19"/>
                </a:solidFill>
              </a:defRPr>
            </a:pPr>
            <a:r>
              <a:rPr sz="2250" b="1">
                <a:solidFill>
                  <a:srgbClr val="0B0F19"/>
                </a:solidFill>
              </a:rPr>
              <a:t>direct comparison</a:t>
            </a:r>
          </a:p>
        </p:txBody>
      </p:sp>
      <p:sp>
        <p:nvSpPr>
          <p:cNvPr id="246766181" name="Rectangle 225213445">
            <a:extLst xmlns:a="http://schemas.openxmlformats.org/drawingml/2006/main">
              <a:ext uri="{FF2B5EF4-FFF2-40B4-BE49-F238E27FC236}">
                <a16:creationId xmlns:a16="http://schemas.microsoft.com/office/drawing/2014/main" id="{5A606B03-32D8-42E2-8DE7-CC6836D5E2B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48</a:t>
            </a:r>
          </a:p>
        </p:txBody>
      </p:sp>
    </p:spTree>
    <p:extLst>
      <p:ext uri="{BB962C8B-B14F-4D97-AF65-F5344CB8AC3E}">
        <p14:creationId xmlns:p14="http://schemas.microsoft.com/office/powerpoint/2010/main" val="581387420"/>
      </p:ext>
    </p:extLst>
  </p:cSld>
</p:sld>
</file>

<file path=ppt/slides/slide4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47318275" name="Rectangle 935271156">
            <a:extLst xmlns:a="http://schemas.openxmlformats.org/drawingml/2006/main">
              <a:ext uri="{FF2B5EF4-FFF2-40B4-BE49-F238E27FC236}">
                <a16:creationId xmlns:a16="http://schemas.microsoft.com/office/drawing/2014/main" id="{BC861CF6-6313-4C3D-BF45-8D337476338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 architecture</a:t>
            </a:r>
          </a:p>
        </p:txBody>
      </p:sp>
      <p:sp>
        <p:nvSpPr>
          <p:cNvPr id="624027662" name="Rectangle 251777344">
            <a:extLst xmlns:a="http://schemas.openxmlformats.org/drawingml/2006/main">
              <a:ext uri="{FF2B5EF4-FFF2-40B4-BE49-F238E27FC236}">
                <a16:creationId xmlns:a16="http://schemas.microsoft.com/office/drawing/2014/main" id="{BD9124A4-ACED-450D-8CA6-F710A48BE4E4}"/>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GPT repeats a decoder-only Transformer block</a:t>
            </a:r>
          </a:p>
        </p:txBody>
      </p:sp>
      <p:sp>
        <p:nvSpPr>
          <p:cNvPr id="266739342" name="Rectangle: Rounded Corners 1456392341">
            <a:extLst xmlns:a="http://schemas.openxmlformats.org/drawingml/2006/main">
              <a:ext uri="{FF2B5EF4-FFF2-40B4-BE49-F238E27FC236}">
                <a16:creationId xmlns:a16="http://schemas.microsoft.com/office/drawing/2014/main" id="{CBA2B972-5950-4105-A0CB-D392C4E8685E}"/>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1953025" name="Rectangle: Rounded Corners 1987074982">
            <a:extLst xmlns:a="http://schemas.openxmlformats.org/drawingml/2006/main">
              <a:ext uri="{FF2B5EF4-FFF2-40B4-BE49-F238E27FC236}">
                <a16:creationId xmlns:a16="http://schemas.microsoft.com/office/drawing/2014/main" id="{9934CF82-08DC-4157-8425-A6BFE4D2070D}"/>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41148673" name="Rectangle 1286956634">
            <a:extLst xmlns:a="http://schemas.openxmlformats.org/drawingml/2006/main">
              <a:ext uri="{FF2B5EF4-FFF2-40B4-BE49-F238E27FC236}">
                <a16:creationId xmlns:a16="http://schemas.microsoft.com/office/drawing/2014/main" id="{D1E84F43-C1B3-4F0F-9D7C-1D9FC9109517}"/>
              </a:ext>
            </a:extLst>
          </p:cNvPr>
          <p:cNvSpPr>
            <a:spLocks xmlns:a="http://schemas.openxmlformats.org/drawingml/2006/main" noGrp="1"/>
          </p:cNvSpPr>
          <p:nvPr/>
        </p:nvSpPr>
        <p:spPr>
          <a:xfrm xmlns:a="http://schemas.openxmlformats.org/drawingml/2006/main">
            <a:off x="8096250" y="230505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Decoder-only stack</a:t>
            </a:r>
          </a:p>
        </p:txBody>
      </p:sp>
      <p:sp>
        <p:nvSpPr>
          <p:cNvPr id="1604163876" name="Rectangle 399762638">
            <a:extLst xmlns:a="http://schemas.openxmlformats.org/drawingml/2006/main">
              <a:ext uri="{FF2B5EF4-FFF2-40B4-BE49-F238E27FC236}">
                <a16:creationId xmlns:a16="http://schemas.microsoft.com/office/drawing/2014/main" id="{3804B417-CF87-497B-B64E-700B910683D9}"/>
              </a:ext>
            </a:extLst>
          </p:cNvPr>
          <p:cNvSpPr>
            <a:spLocks xmlns:a="http://schemas.openxmlformats.org/drawingml/2006/main" noGrp="1"/>
          </p:cNvSpPr>
          <p:nvPr/>
        </p:nvSpPr>
        <p:spPr>
          <a:xfrm xmlns:a="http://schemas.openxmlformats.org/drawingml/2006/main">
            <a:off x="8096250" y="2705100"/>
            <a:ext cx="28575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masked self-attention</a:t>
            </a:r>
          </a:p>
          <a:p xmlns:a="http://schemas.openxmlformats.org/drawingml/2006/main">
            <a:pPr algn="l">
              <a:buNone/>
              <a:defRPr sz="1500" b="0">
                <a:solidFill>
                  <a:srgbClr val="667085"/>
                </a:solidFill>
              </a:defRPr>
            </a:pPr>
            <a:r>
              <a:rPr sz="1500" b="0">
                <a:solidFill>
                  <a:srgbClr val="667085"/>
                </a:solidFill>
              </a:rPr>
              <a:t>feed-forward network</a:t>
            </a:r>
          </a:p>
          <a:p xmlns:a="http://schemas.openxmlformats.org/drawingml/2006/main">
            <a:pPr algn="l">
              <a:buNone/>
              <a:defRPr sz="1500" b="0">
                <a:solidFill>
                  <a:srgbClr val="667085"/>
                </a:solidFill>
              </a:defRPr>
            </a:pPr>
            <a:r>
              <a:rPr sz="1500" b="0">
                <a:solidFill>
                  <a:srgbClr val="667085"/>
                </a:solidFill>
              </a:rPr>
              <a:t>residual + LayerNorm</a:t>
            </a:r>
          </a:p>
        </p:txBody>
      </p:sp>
      <p:sp>
        <p:nvSpPr>
          <p:cNvPr id="1390565143" name="Rectangle 1233632033">
            <a:extLst xmlns:a="http://schemas.openxmlformats.org/drawingml/2006/main">
              <a:ext uri="{FF2B5EF4-FFF2-40B4-BE49-F238E27FC236}">
                <a16:creationId xmlns:a16="http://schemas.microsoft.com/office/drawing/2014/main" id="{59FEB0C8-BB23-41E4-8939-998453DDC9B1}"/>
              </a:ext>
            </a:extLst>
          </p:cNvPr>
          <p:cNvSpPr>
            <a:spLocks xmlns:a="http://schemas.openxmlformats.org/drawingml/2006/main" noGrp="1"/>
          </p:cNvSpPr>
          <p:nvPr/>
        </p:nvSpPr>
        <p:spPr>
          <a:xfrm xmlns:a="http://schemas.openxmlformats.org/drawingml/2006/main">
            <a:off x="8096250" y="409575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Next-token output</a:t>
            </a:r>
          </a:p>
        </p:txBody>
      </p:sp>
      <p:sp>
        <p:nvSpPr>
          <p:cNvPr id="619566003" name="Rectangle 987778106">
            <a:extLst xmlns:a="http://schemas.openxmlformats.org/drawingml/2006/main">
              <a:ext uri="{FF2B5EF4-FFF2-40B4-BE49-F238E27FC236}">
                <a16:creationId xmlns:a16="http://schemas.microsoft.com/office/drawing/2014/main" id="{93440FBF-CC47-4A31-A4C9-7345D3F9E641}"/>
              </a:ext>
            </a:extLst>
          </p:cNvPr>
          <p:cNvSpPr>
            <a:spLocks xmlns:a="http://schemas.openxmlformats.org/drawingml/2006/main" noGrp="1"/>
          </p:cNvSpPr>
          <p:nvPr/>
        </p:nvSpPr>
        <p:spPr>
          <a:xfrm xmlns:a="http://schemas.openxmlformats.org/drawingml/2006/main">
            <a:off x="8096250" y="4495800"/>
            <a:ext cx="285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50" b="0">
                <a:solidFill>
                  <a:srgbClr val="667085"/>
                </a:solidFill>
              </a:defRPr>
            </a:pPr>
            <a:r>
              <a:rPr sz="1450" b="0">
                <a:solidFill>
                  <a:srgbClr val="667085"/>
                </a:solidFill>
              </a:rPr>
              <a:t>Linear + Softmax turns the final state into a token distribution.</a:t>
            </a:r>
          </a:p>
        </p:txBody>
      </p:sp>
      <p:sp>
        <p:nvSpPr>
          <p:cNvPr id="2049453" name="Rectangle 1495975732">
            <a:extLst xmlns:a="http://schemas.openxmlformats.org/drawingml/2006/main">
              <a:ext uri="{FF2B5EF4-FFF2-40B4-BE49-F238E27FC236}">
                <a16:creationId xmlns:a16="http://schemas.microsoft.com/office/drawing/2014/main" id="{960C9FE1-0AE0-4592-8760-23EFC7FC5C3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49</a:t>
            </a:r>
          </a:p>
        </p:txBody>
      </p:sp>
      <p:pic>
        <p:nvPicPr>
          <p:cNvPr id="1631953036" name="Picture 1987074993"/>
          <p:cNvPicPr>
            <a:picLocks xmlns:a="http://schemas.openxmlformats.org/drawingml/2006/main" noChangeAspect="1"/>
          </p:cNvPicPr>
          <p:nvPr/>
        </p:nvPicPr>
        <p:blipFill rotWithShape="1">
          <a:blip xmlns:r="http://schemas.openxmlformats.org/officeDocument/2006/relationships" xmlns:a="http://schemas.openxmlformats.org/drawingml/2006/main" r:embed="Rc52a1773a0404573"/>
          <a:stretch xmlns:a="http://schemas.openxmlformats.org/drawingml/2006/main"/>
        </p:blipFill>
        <p:spPr>
          <a:xfrm xmlns:a="http://schemas.openxmlformats.org/drawingml/2006/main">
            <a:off x="2417331" y="1524000"/>
            <a:ext cx="3737838" cy="4495800"/>
          </a:xfrm>
          <a:prstGeom xmlns:a="http://schemas.openxmlformats.org/drawingml/2006/main" prst="rect">
            <a:avLst/>
          </a:prstGeom>
        </p:spPr>
      </p:pic>
    </p:spTree>
    <p:extLst>
      <p:ext uri="{BB962C8B-B14F-4D97-AF65-F5344CB8AC3E}">
        <p14:creationId xmlns:p14="http://schemas.microsoft.com/office/powerpoint/2010/main" val="269460193"/>
      </p:ext>
    </p:extLst>
  </p:cSld>
</p:sld>
</file>

<file path=ppt/slides/slide5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86180648" name="Rectangle 1548456798">
            <a:extLst xmlns:a="http://schemas.openxmlformats.org/drawingml/2006/main">
              <a:ext uri="{FF2B5EF4-FFF2-40B4-BE49-F238E27FC236}">
                <a16:creationId xmlns:a16="http://schemas.microsoft.com/office/drawing/2014/main" id="{C2B8E538-9145-4259-A784-9B960BCE7AA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1279596503" name="Rectangle 1277068294">
            <a:extLst xmlns:a="http://schemas.openxmlformats.org/drawingml/2006/main">
              <a:ext uri="{FF2B5EF4-FFF2-40B4-BE49-F238E27FC236}">
                <a16:creationId xmlns:a16="http://schemas.microsoft.com/office/drawing/2014/main" id="{0085DF4E-E8A2-45EF-BCB6-436057FF0B87}"/>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GPT keeps the decoder idea</a:t>
            </a:r>
          </a:p>
        </p:txBody>
      </p:sp>
      <p:sp>
        <p:nvSpPr>
          <p:cNvPr id="783224540" name="Rectangle: Rounded Corners 700677848">
            <a:extLst xmlns:a="http://schemas.openxmlformats.org/drawingml/2006/main">
              <a:ext uri="{FF2B5EF4-FFF2-40B4-BE49-F238E27FC236}">
                <a16:creationId xmlns:a16="http://schemas.microsoft.com/office/drawing/2014/main" id="{4EAB363B-305B-4637-82C9-611FB9BFC48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0768645" name="Rectangle: Rounded Corners 614717420">
            <a:extLst xmlns:a="http://schemas.openxmlformats.org/drawingml/2006/main">
              <a:ext uri="{FF2B5EF4-FFF2-40B4-BE49-F238E27FC236}">
                <a16:creationId xmlns:a16="http://schemas.microsoft.com/office/drawing/2014/main" id="{C9C1B9FD-06C1-41EF-8495-69616C49BF58}"/>
              </a:ext>
            </a:extLst>
          </p:cNvPr>
          <p:cNvSpPr>
            <a:spLocks xmlns:a="http://schemas.openxmlformats.org/drawingml/2006/main" noGrp="1"/>
          </p:cNvSpPr>
          <p:nvPr/>
        </p:nvSpPr>
        <p:spPr>
          <a:xfrm xmlns:a="http://schemas.openxmlformats.org/drawingml/2006/main">
            <a:off x="4333875" y="476250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4</a:t>
            </a:r>
          </a:p>
        </p:txBody>
      </p:sp>
      <p:sp>
        <p:nvSpPr>
          <p:cNvPr id="2073686153" name="Rectangle: Rounded Corners 1854427874">
            <a:extLst xmlns:a="http://schemas.openxmlformats.org/drawingml/2006/main">
              <a:ext uri="{FF2B5EF4-FFF2-40B4-BE49-F238E27FC236}">
                <a16:creationId xmlns:a16="http://schemas.microsoft.com/office/drawing/2014/main" id="{A320D5D4-1479-4636-B703-43350462405E}"/>
              </a:ext>
            </a:extLst>
          </p:cNvPr>
          <p:cNvSpPr>
            <a:spLocks xmlns:a="http://schemas.openxmlformats.org/drawingml/2006/main" noGrp="1"/>
          </p:cNvSpPr>
          <p:nvPr/>
        </p:nvSpPr>
        <p:spPr>
          <a:xfrm xmlns:a="http://schemas.openxmlformats.org/drawingml/2006/main">
            <a:off x="4333875" y="385762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3</a:t>
            </a:r>
          </a:p>
        </p:txBody>
      </p:sp>
      <p:sp>
        <p:nvSpPr>
          <p:cNvPr id="1460242570" name="Rectangle: Rounded Corners 1506494527">
            <a:extLst xmlns:a="http://schemas.openxmlformats.org/drawingml/2006/main">
              <a:ext uri="{FF2B5EF4-FFF2-40B4-BE49-F238E27FC236}">
                <a16:creationId xmlns:a16="http://schemas.microsoft.com/office/drawing/2014/main" id="{A93EF9A1-CA92-4250-8565-03C2D157CAA8}"/>
              </a:ext>
            </a:extLst>
          </p:cNvPr>
          <p:cNvSpPr>
            <a:spLocks xmlns:a="http://schemas.openxmlformats.org/drawingml/2006/main" noGrp="1"/>
          </p:cNvSpPr>
          <p:nvPr/>
        </p:nvSpPr>
        <p:spPr>
          <a:xfrm xmlns:a="http://schemas.openxmlformats.org/drawingml/2006/main">
            <a:off x="4333875" y="295275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2</a:t>
            </a:r>
          </a:p>
        </p:txBody>
      </p:sp>
      <p:sp>
        <p:nvSpPr>
          <p:cNvPr id="1394497641" name="Rectangle: Rounded Corners 310583424">
            <a:extLst xmlns:a="http://schemas.openxmlformats.org/drawingml/2006/main">
              <a:ext uri="{FF2B5EF4-FFF2-40B4-BE49-F238E27FC236}">
                <a16:creationId xmlns:a16="http://schemas.microsoft.com/office/drawing/2014/main" id="{E56E5CB6-6A1F-432B-BD7E-223F8818A985}"/>
              </a:ext>
            </a:extLst>
          </p:cNvPr>
          <p:cNvSpPr>
            <a:spLocks xmlns:a="http://schemas.openxmlformats.org/drawingml/2006/main" noGrp="1"/>
          </p:cNvSpPr>
          <p:nvPr/>
        </p:nvSpPr>
        <p:spPr>
          <a:xfrm xmlns:a="http://schemas.openxmlformats.org/drawingml/2006/main">
            <a:off x="4333875" y="204787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1</a:t>
            </a:r>
          </a:p>
        </p:txBody>
      </p:sp>
      <p:sp>
        <p:nvSpPr>
          <p:cNvPr id="790572272" name="Rectangle: Rounded Corners 701546865">
            <a:extLst xmlns:a="http://schemas.openxmlformats.org/drawingml/2006/main">
              <a:ext uri="{FF2B5EF4-FFF2-40B4-BE49-F238E27FC236}">
                <a16:creationId xmlns:a16="http://schemas.microsoft.com/office/drawing/2014/main" id="{A2AE7681-7FE3-422F-B460-3101CF032C5C}"/>
              </a:ext>
            </a:extLst>
          </p:cNvPr>
          <p:cNvSpPr>
            <a:spLocks xmlns:a="http://schemas.openxmlformats.org/drawingml/2006/main" noGrp="1"/>
          </p:cNvSpPr>
          <p:nvPr/>
        </p:nvSpPr>
        <p:spPr>
          <a:xfrm xmlns:a="http://schemas.openxmlformats.org/drawingml/2006/main">
            <a:off x="1619250" y="4762500"/>
            <a:ext cx="1905000"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 tokens</a:t>
            </a:r>
          </a:p>
        </p:txBody>
      </p:sp>
      <p:sp>
        <p:nvSpPr>
          <p:cNvPr id="562133978" name="Arrow: Right 622048333">
            <a:extLst xmlns:a="http://schemas.openxmlformats.org/drawingml/2006/main">
              <a:ext uri="{FF2B5EF4-FFF2-40B4-BE49-F238E27FC236}">
                <a16:creationId xmlns:a16="http://schemas.microsoft.com/office/drawing/2014/main" id="{F716F7B9-CDAB-4B1E-B36C-6180C9E5E19E}"/>
              </a:ext>
            </a:extLst>
          </p:cNvPr>
          <p:cNvSpPr>
            <a:spLocks xmlns:a="http://schemas.openxmlformats.org/drawingml/2006/main" noGrp="1"/>
          </p:cNvSpPr>
          <p:nvPr/>
        </p:nvSpPr>
        <p:spPr>
          <a:xfrm xmlns:a="http://schemas.openxmlformats.org/drawingml/2006/main">
            <a:off x="3667125" y="4829175"/>
            <a:ext cx="619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66655668" name="Arrow: Right 476163819">
            <a:extLst xmlns:a="http://schemas.openxmlformats.org/drawingml/2006/main">
              <a:ext uri="{FF2B5EF4-FFF2-40B4-BE49-F238E27FC236}">
                <a16:creationId xmlns:a16="http://schemas.microsoft.com/office/drawing/2014/main" id="{36E29292-5D96-43FF-AB2E-35001034EBF9}"/>
              </a:ext>
            </a:extLst>
          </p:cNvPr>
          <p:cNvSpPr>
            <a:spLocks xmlns:a="http://schemas.openxmlformats.org/drawingml/2006/main" noGrp="1"/>
          </p:cNvSpPr>
          <p:nvPr/>
        </p:nvSpPr>
        <p:spPr>
          <a:xfrm xmlns:a="http://schemas.openxmlformats.org/drawingml/2006/main">
            <a:off x="7334250" y="2143125"/>
            <a:ext cx="1381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1709794" name="Rectangle: Rounded Corners 1396234520">
            <a:extLst xmlns:a="http://schemas.openxmlformats.org/drawingml/2006/main">
              <a:ext uri="{FF2B5EF4-FFF2-40B4-BE49-F238E27FC236}">
                <a16:creationId xmlns:a16="http://schemas.microsoft.com/office/drawing/2014/main" id="{03C05DAD-2BB9-4423-A33A-3C6943AEC2D3}"/>
              </a:ext>
            </a:extLst>
          </p:cNvPr>
          <p:cNvSpPr>
            <a:spLocks xmlns:a="http://schemas.openxmlformats.org/drawingml/2006/main" noGrp="1"/>
          </p:cNvSpPr>
          <p:nvPr/>
        </p:nvSpPr>
        <p:spPr>
          <a:xfrm xmlns:a="http://schemas.openxmlformats.org/drawingml/2006/main">
            <a:off x="8953500" y="2047875"/>
            <a:ext cx="171450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next token</a:t>
            </a:r>
          </a:p>
        </p:txBody>
      </p:sp>
      <p:sp>
        <p:nvSpPr>
          <p:cNvPr id="1273743980" name="Rectangle 1921889684">
            <a:extLst xmlns:a="http://schemas.openxmlformats.org/drawingml/2006/main">
              <a:ext uri="{FF2B5EF4-FFF2-40B4-BE49-F238E27FC236}">
                <a16:creationId xmlns:a16="http://schemas.microsoft.com/office/drawing/2014/main" id="{656A9E97-AC35-4A97-8B32-388BE23D15A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50</a:t>
            </a:r>
          </a:p>
        </p:txBody>
      </p:sp>
    </p:spTree>
    <p:extLst>
      <p:ext uri="{BB962C8B-B14F-4D97-AF65-F5344CB8AC3E}">
        <p14:creationId xmlns:p14="http://schemas.microsoft.com/office/powerpoint/2010/main" val="1251961071"/>
      </p:ext>
    </p:extLst>
  </p:cSld>
</p:sld>
</file>

<file path=ppt/slides/slide5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61321716" name="Rectangle 7713821">
            <a:extLst xmlns:a="http://schemas.openxmlformats.org/drawingml/2006/main">
              <a:ext uri="{FF2B5EF4-FFF2-40B4-BE49-F238E27FC236}">
                <a16:creationId xmlns:a16="http://schemas.microsoft.com/office/drawing/2014/main" id="{A334F438-CEC4-4A5E-848F-3D2318CF39F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Objective</a:t>
            </a:r>
          </a:p>
        </p:txBody>
      </p:sp>
      <p:sp>
        <p:nvSpPr>
          <p:cNvPr id="1379263282" name="Rectangle 1381388514">
            <a:extLst xmlns:a="http://schemas.openxmlformats.org/drawingml/2006/main">
              <a:ext uri="{FF2B5EF4-FFF2-40B4-BE49-F238E27FC236}">
                <a16:creationId xmlns:a16="http://schemas.microsoft.com/office/drawing/2014/main" id="{56954ACD-FB15-4B81-8B6A-BAEC25DECA17}"/>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Training target: the next token</a:t>
            </a:r>
          </a:p>
        </p:txBody>
      </p:sp>
      <p:sp>
        <p:nvSpPr>
          <p:cNvPr id="129107387" name="Rectangle: Rounded Corners 661849784">
            <a:extLst xmlns:a="http://schemas.openxmlformats.org/drawingml/2006/main">
              <a:ext uri="{FF2B5EF4-FFF2-40B4-BE49-F238E27FC236}">
                <a16:creationId xmlns:a16="http://schemas.microsoft.com/office/drawing/2014/main" id="{49481E63-46DF-44D4-A2B7-413D2304DA1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1481024" name="Rectangle: Rounded Corners 1954931325">
            <a:extLst xmlns:a="http://schemas.openxmlformats.org/drawingml/2006/main">
              <a:ext uri="{FF2B5EF4-FFF2-40B4-BE49-F238E27FC236}">
                <a16:creationId xmlns:a16="http://schemas.microsoft.com/office/drawing/2014/main" id="{DC20948D-D4FF-4014-A2B2-AA4406E40272}"/>
              </a:ext>
            </a:extLst>
          </p:cNvPr>
          <p:cNvSpPr>
            <a:spLocks xmlns:a="http://schemas.openxmlformats.org/drawingml/2006/main" noGrp="1"/>
          </p:cNvSpPr>
          <p:nvPr/>
        </p:nvSpPr>
        <p:spPr>
          <a:xfrm xmlns:a="http://schemas.openxmlformats.org/drawingml/2006/main">
            <a:off x="1428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201558311" name="Rectangle: Rounded Corners 1479007971">
            <a:extLst xmlns:a="http://schemas.openxmlformats.org/drawingml/2006/main">
              <a:ext uri="{FF2B5EF4-FFF2-40B4-BE49-F238E27FC236}">
                <a16:creationId xmlns:a16="http://schemas.microsoft.com/office/drawing/2014/main" id="{5D3A61B5-83D2-4BD5-A38A-94CEB29433E1}"/>
              </a:ext>
            </a:extLst>
          </p:cNvPr>
          <p:cNvSpPr>
            <a:spLocks xmlns:a="http://schemas.openxmlformats.org/drawingml/2006/main" noGrp="1"/>
          </p:cNvSpPr>
          <p:nvPr/>
        </p:nvSpPr>
        <p:spPr>
          <a:xfrm xmlns:a="http://schemas.openxmlformats.org/drawingml/2006/main">
            <a:off x="2952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capital</a:t>
            </a:r>
          </a:p>
        </p:txBody>
      </p:sp>
      <p:sp>
        <p:nvSpPr>
          <p:cNvPr id="916597672" name="Rectangle: Rounded Corners 337911440">
            <a:extLst xmlns:a="http://schemas.openxmlformats.org/drawingml/2006/main">
              <a:ext uri="{FF2B5EF4-FFF2-40B4-BE49-F238E27FC236}">
                <a16:creationId xmlns:a16="http://schemas.microsoft.com/office/drawing/2014/main" id="{F35761C9-8AB3-45B0-BE88-C905F6E4EBB1}"/>
              </a:ext>
            </a:extLst>
          </p:cNvPr>
          <p:cNvSpPr>
            <a:spLocks xmlns:a="http://schemas.openxmlformats.org/drawingml/2006/main" noGrp="1"/>
          </p:cNvSpPr>
          <p:nvPr/>
        </p:nvSpPr>
        <p:spPr>
          <a:xfrm xmlns:a="http://schemas.openxmlformats.org/drawingml/2006/main">
            <a:off x="4476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of</a:t>
            </a:r>
          </a:p>
        </p:txBody>
      </p:sp>
      <p:sp>
        <p:nvSpPr>
          <p:cNvPr id="1671978684" name="Rectangle: Rounded Corners 812565267">
            <a:extLst xmlns:a="http://schemas.openxmlformats.org/drawingml/2006/main">
              <a:ext uri="{FF2B5EF4-FFF2-40B4-BE49-F238E27FC236}">
                <a16:creationId xmlns:a16="http://schemas.microsoft.com/office/drawing/2014/main" id="{347A90E5-9F5D-44DE-87D8-DC1DCA077FA3}"/>
              </a:ext>
            </a:extLst>
          </p:cNvPr>
          <p:cNvSpPr>
            <a:spLocks xmlns:a="http://schemas.openxmlformats.org/drawingml/2006/main" noGrp="1"/>
          </p:cNvSpPr>
          <p:nvPr/>
        </p:nvSpPr>
        <p:spPr>
          <a:xfrm xmlns:a="http://schemas.openxmlformats.org/drawingml/2006/main">
            <a:off x="6000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France</a:t>
            </a:r>
          </a:p>
        </p:txBody>
      </p:sp>
      <p:sp>
        <p:nvSpPr>
          <p:cNvPr id="333718270" name="Rectangle: Rounded Corners 210839016">
            <a:extLst xmlns:a="http://schemas.openxmlformats.org/drawingml/2006/main">
              <a:ext uri="{FF2B5EF4-FFF2-40B4-BE49-F238E27FC236}">
                <a16:creationId xmlns:a16="http://schemas.microsoft.com/office/drawing/2014/main" id="{2A680117-D28C-4C7B-8971-4FEFE671F1BF}"/>
              </a:ext>
            </a:extLst>
          </p:cNvPr>
          <p:cNvSpPr>
            <a:spLocks xmlns:a="http://schemas.openxmlformats.org/drawingml/2006/main" noGrp="1"/>
          </p:cNvSpPr>
          <p:nvPr/>
        </p:nvSpPr>
        <p:spPr>
          <a:xfrm xmlns:a="http://schemas.openxmlformats.org/drawingml/2006/main">
            <a:off x="7524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is</a:t>
            </a:r>
          </a:p>
        </p:txBody>
      </p:sp>
      <p:sp>
        <p:nvSpPr>
          <p:cNvPr id="1215159028" name="Arrow: Right 923890290">
            <a:extLst xmlns:a="http://schemas.openxmlformats.org/drawingml/2006/main">
              <a:ext uri="{FF2B5EF4-FFF2-40B4-BE49-F238E27FC236}">
                <a16:creationId xmlns:a16="http://schemas.microsoft.com/office/drawing/2014/main" id="{1E0CEA73-567D-4DFC-A066-FC66F0AA5209}"/>
              </a:ext>
            </a:extLst>
          </p:cNvPr>
          <p:cNvSpPr>
            <a:spLocks xmlns:a="http://schemas.openxmlformats.org/drawingml/2006/main" noGrp="1"/>
          </p:cNvSpPr>
          <p:nvPr/>
        </p:nvSpPr>
        <p:spPr>
          <a:xfrm xmlns:a="http://schemas.openxmlformats.org/drawingml/2006/main">
            <a:off x="8953500" y="3219449"/>
            <a:ext cx="90487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1804308" name="Rectangle: Rounded Corners 549922296">
            <a:extLst xmlns:a="http://schemas.openxmlformats.org/drawingml/2006/main">
              <a:ext uri="{FF2B5EF4-FFF2-40B4-BE49-F238E27FC236}">
                <a16:creationId xmlns:a16="http://schemas.microsoft.com/office/drawing/2014/main" id="{54A2E309-371E-431D-82EC-E5E281466E02}"/>
              </a:ext>
            </a:extLst>
          </p:cNvPr>
          <p:cNvSpPr>
            <a:spLocks xmlns:a="http://schemas.openxmlformats.org/drawingml/2006/main" noGrp="1"/>
          </p:cNvSpPr>
          <p:nvPr/>
        </p:nvSpPr>
        <p:spPr>
          <a:xfrm xmlns:a="http://schemas.openxmlformats.org/drawingml/2006/main">
            <a:off x="10096500" y="3143250"/>
            <a:ext cx="1190625"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Paris</a:t>
            </a:r>
          </a:p>
        </p:txBody>
      </p:sp>
      <p:sp>
        <p:nvSpPr>
          <p:cNvPr id="99625198" name="Rectangle 313069816">
            <a:extLst xmlns:a="http://schemas.openxmlformats.org/drawingml/2006/main">
              <a:ext uri="{FF2B5EF4-FFF2-40B4-BE49-F238E27FC236}">
                <a16:creationId xmlns:a16="http://schemas.microsoft.com/office/drawing/2014/main" id="{F886ACB6-9EBF-4EF0-B143-93172CB47878}"/>
              </a:ext>
            </a:extLst>
          </p:cNvPr>
          <p:cNvSpPr>
            <a:spLocks xmlns:a="http://schemas.openxmlformats.org/drawingml/2006/main" noGrp="1"/>
          </p:cNvSpPr>
          <p:nvPr/>
        </p:nvSpPr>
        <p:spPr>
          <a:xfrm xmlns:a="http://schemas.openxmlformats.org/drawingml/2006/main">
            <a:off x="9667875" y="419100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predict this</a:t>
            </a:r>
          </a:p>
        </p:txBody>
      </p:sp>
      <p:sp>
        <p:nvSpPr>
          <p:cNvPr id="1328172975" name="Rectangle 181180573">
            <a:extLst xmlns:a="http://schemas.openxmlformats.org/drawingml/2006/main">
              <a:ext uri="{FF2B5EF4-FFF2-40B4-BE49-F238E27FC236}">
                <a16:creationId xmlns:a16="http://schemas.microsoft.com/office/drawing/2014/main" id="{C9276E08-F898-4B9F-B432-48C4EB82F72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51</a:t>
            </a:r>
          </a:p>
        </p:txBody>
      </p:sp>
    </p:spTree>
    <p:extLst>
      <p:ext uri="{BB962C8B-B14F-4D97-AF65-F5344CB8AC3E}">
        <p14:creationId xmlns:p14="http://schemas.microsoft.com/office/powerpoint/2010/main" val="1356232467"/>
      </p:ext>
    </p:extLst>
  </p:cSld>
</p:sld>
</file>

<file path=ppt/slides/slide5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56670413" name="Rectangle 106407163">
            <a:extLst xmlns:a="http://schemas.openxmlformats.org/drawingml/2006/main">
              <a:ext uri="{FF2B5EF4-FFF2-40B4-BE49-F238E27FC236}">
                <a16:creationId xmlns:a16="http://schemas.microsoft.com/office/drawing/2014/main" id="{E3774E79-66BA-4697-B48D-799117A93A6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Scale</a:t>
            </a:r>
          </a:p>
        </p:txBody>
      </p:sp>
      <p:sp>
        <p:nvSpPr>
          <p:cNvPr id="1277930073" name="Rectangle 440135367">
            <a:extLst xmlns:a="http://schemas.openxmlformats.org/drawingml/2006/main">
              <a:ext uri="{FF2B5EF4-FFF2-40B4-BE49-F238E27FC236}">
                <a16:creationId xmlns:a16="http://schemas.microsoft.com/office/drawing/2014/main" id="{A5942BC8-5A69-41F4-8185-D0A0905E381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Pretraining compresses patterns into weights</a:t>
            </a:r>
          </a:p>
        </p:txBody>
      </p:sp>
      <p:sp>
        <p:nvSpPr>
          <p:cNvPr id="45854183" name="Rectangle: Rounded Corners 989138248">
            <a:extLst xmlns:a="http://schemas.openxmlformats.org/drawingml/2006/main">
              <a:ext uri="{FF2B5EF4-FFF2-40B4-BE49-F238E27FC236}">
                <a16:creationId xmlns:a16="http://schemas.microsoft.com/office/drawing/2014/main" id="{303E85EA-3A6E-4BF8-9A0B-778F5DF4D4D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9744274" name="Rectangle: Rounded Corners 1616044445">
            <a:extLst xmlns:a="http://schemas.openxmlformats.org/drawingml/2006/main">
              <a:ext uri="{FF2B5EF4-FFF2-40B4-BE49-F238E27FC236}">
                <a16:creationId xmlns:a16="http://schemas.microsoft.com/office/drawing/2014/main" id="{3FBA79A1-45BE-4C75-B2E4-A4C4A3484D1F}"/>
              </a:ext>
            </a:extLst>
          </p:cNvPr>
          <p:cNvSpPr>
            <a:spLocks xmlns:a="http://schemas.openxmlformats.org/drawingml/2006/main" noGrp="1"/>
          </p:cNvSpPr>
          <p:nvPr/>
        </p:nvSpPr>
        <p:spPr>
          <a:xfrm xmlns:a="http://schemas.openxmlformats.org/drawingml/2006/main">
            <a:off x="1428750" y="2952750"/>
            <a:ext cx="1476375"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text</a:t>
            </a:r>
          </a:p>
        </p:txBody>
      </p:sp>
      <p:sp>
        <p:nvSpPr>
          <p:cNvPr id="2035167172" name="Arrow: Right 594282241">
            <a:extLst xmlns:a="http://schemas.openxmlformats.org/drawingml/2006/main">
              <a:ext uri="{FF2B5EF4-FFF2-40B4-BE49-F238E27FC236}">
                <a16:creationId xmlns:a16="http://schemas.microsoft.com/office/drawing/2014/main" id="{D2106C1A-94AD-455B-A229-288F4E67DECA}"/>
              </a:ext>
            </a:extLst>
          </p:cNvPr>
          <p:cNvSpPr>
            <a:spLocks xmlns:a="http://schemas.openxmlformats.org/drawingml/2006/main" noGrp="1"/>
          </p:cNvSpPr>
          <p:nvPr/>
        </p:nvSpPr>
        <p:spPr>
          <a:xfrm xmlns:a="http://schemas.openxmlformats.org/drawingml/2006/main">
            <a:off x="3143250"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tokens</a:t>
            </a:r>
          </a:p>
        </p:txBody>
      </p:sp>
      <p:sp>
        <p:nvSpPr>
          <p:cNvPr id="2123588150" name="Rectangle: Rounded Corners 733975538">
            <a:extLst xmlns:a="http://schemas.openxmlformats.org/drawingml/2006/main">
              <a:ext uri="{FF2B5EF4-FFF2-40B4-BE49-F238E27FC236}">
                <a16:creationId xmlns:a16="http://schemas.microsoft.com/office/drawing/2014/main" id="{91353D67-906F-47EE-9C11-7EB9A91A61B4}"/>
              </a:ext>
            </a:extLst>
          </p:cNvPr>
          <p:cNvSpPr>
            <a:spLocks xmlns:a="http://schemas.openxmlformats.org/drawingml/2006/main" noGrp="1"/>
          </p:cNvSpPr>
          <p:nvPr/>
        </p:nvSpPr>
        <p:spPr>
          <a:xfrm xmlns:a="http://schemas.openxmlformats.org/drawingml/2006/main">
            <a:off x="4476750" y="2952750"/>
            <a:ext cx="1619250"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batches</a:t>
            </a:r>
          </a:p>
        </p:txBody>
      </p:sp>
      <p:sp>
        <p:nvSpPr>
          <p:cNvPr id="1951504168" name="Arrow: Right 826463740">
            <a:extLst xmlns:a="http://schemas.openxmlformats.org/drawingml/2006/main">
              <a:ext uri="{FF2B5EF4-FFF2-40B4-BE49-F238E27FC236}">
                <a16:creationId xmlns:a16="http://schemas.microsoft.com/office/drawing/2014/main" id="{5BEF1ED0-BF16-478D-B5AE-40C9C9D7FFA4}"/>
              </a:ext>
            </a:extLst>
          </p:cNvPr>
          <p:cNvSpPr>
            <a:spLocks xmlns:a="http://schemas.openxmlformats.org/drawingml/2006/main" noGrp="1"/>
          </p:cNvSpPr>
          <p:nvPr/>
        </p:nvSpPr>
        <p:spPr>
          <a:xfrm xmlns:a="http://schemas.openxmlformats.org/drawingml/2006/main">
            <a:off x="6334125"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train</a:t>
            </a:r>
          </a:p>
        </p:txBody>
      </p:sp>
      <p:sp>
        <p:nvSpPr>
          <p:cNvPr id="969931957" name="Rectangle: Rounded Corners 1611946980">
            <a:extLst xmlns:a="http://schemas.openxmlformats.org/drawingml/2006/main">
              <a:ext uri="{FF2B5EF4-FFF2-40B4-BE49-F238E27FC236}">
                <a16:creationId xmlns:a16="http://schemas.microsoft.com/office/drawing/2014/main" id="{089EF71B-F837-448E-971C-45D66645374C}"/>
              </a:ext>
            </a:extLst>
          </p:cNvPr>
          <p:cNvSpPr>
            <a:spLocks xmlns:a="http://schemas.openxmlformats.org/drawingml/2006/main" noGrp="1"/>
          </p:cNvSpPr>
          <p:nvPr/>
        </p:nvSpPr>
        <p:spPr>
          <a:xfrm xmlns:a="http://schemas.openxmlformats.org/drawingml/2006/main">
            <a:off x="7667625" y="2809875"/>
            <a:ext cx="2000250" cy="1143000"/>
          </a:xfrm>
          <a:prstGeom xmlns:a="http://schemas.openxmlformats.org/drawingml/2006/main" prst="roundRect">
            <a:avLst>
              <a:gd name="adj" fmla="val 1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p:txBody>
      </p:sp>
      <p:sp>
        <p:nvSpPr>
          <p:cNvPr id="912641925" name="Arrow: Right 1141760594">
            <a:extLst xmlns:a="http://schemas.openxmlformats.org/drawingml/2006/main">
              <a:ext uri="{FF2B5EF4-FFF2-40B4-BE49-F238E27FC236}">
                <a16:creationId xmlns:a16="http://schemas.microsoft.com/office/drawing/2014/main" id="{8825A24B-BE31-4BEA-8C31-198398009F6A}"/>
              </a:ext>
            </a:extLst>
          </p:cNvPr>
          <p:cNvSpPr>
            <a:spLocks xmlns:a="http://schemas.openxmlformats.org/drawingml/2006/main" noGrp="1"/>
          </p:cNvSpPr>
          <p:nvPr/>
        </p:nvSpPr>
        <p:spPr>
          <a:xfrm xmlns:a="http://schemas.openxmlformats.org/drawingml/2006/main">
            <a:off x="9858375" y="3181350"/>
            <a:ext cx="8572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84621924" name="Oval 546463300">
            <a:extLst xmlns:a="http://schemas.openxmlformats.org/drawingml/2006/main">
              <a:ext uri="{FF2B5EF4-FFF2-40B4-BE49-F238E27FC236}">
                <a16:creationId xmlns:a16="http://schemas.microsoft.com/office/drawing/2014/main" id="{2758CF0F-4954-4D57-8D95-CF577102508A}"/>
              </a:ext>
            </a:extLst>
          </p:cNvPr>
          <p:cNvSpPr>
            <a:spLocks xmlns:a="http://schemas.openxmlformats.org/drawingml/2006/main" noGrp="1"/>
          </p:cNvSpPr>
          <p:nvPr/>
        </p:nvSpPr>
        <p:spPr>
          <a:xfrm xmlns:a="http://schemas.openxmlformats.org/drawingml/2006/main">
            <a:off x="10487025" y="2886075"/>
            <a:ext cx="1028700" cy="10287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weights</a:t>
            </a:r>
          </a:p>
        </p:txBody>
      </p:sp>
      <p:sp>
        <p:nvSpPr>
          <p:cNvPr id="290894606" name="Rectangle 1547793054">
            <a:extLst xmlns:a="http://schemas.openxmlformats.org/drawingml/2006/main">
              <a:ext uri="{FF2B5EF4-FFF2-40B4-BE49-F238E27FC236}">
                <a16:creationId xmlns:a16="http://schemas.microsoft.com/office/drawing/2014/main" id="{BE80E2C1-386D-48DD-8548-A668E4E4A29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52</a:t>
            </a:r>
          </a:p>
        </p:txBody>
      </p:sp>
    </p:spTree>
    <p:extLst>
      <p:ext uri="{BB962C8B-B14F-4D97-AF65-F5344CB8AC3E}">
        <p14:creationId xmlns:p14="http://schemas.microsoft.com/office/powerpoint/2010/main" val="1267576482"/>
      </p:ext>
    </p:extLst>
  </p:cSld>
</p:sld>
</file>

<file path=ppt/slides/slide5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66184115" name="Rectangle 106407163">
            <a:extLst xmlns:a="http://schemas.openxmlformats.org/drawingml/2006/main">
              <a:ext uri="{FF2B5EF4-FFF2-40B4-BE49-F238E27FC236}">
                <a16:creationId xmlns:a16="http://schemas.microsoft.com/office/drawing/2014/main" id="{DC44E629-BB9F-4107-B01E-9E25E20F581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Loading</a:t>
            </a:r>
          </a:p>
        </p:txBody>
      </p:sp>
      <p:sp>
        <p:nvSpPr>
          <p:cNvPr id="256831776" name="Rectangle 440135367">
            <a:extLst xmlns:a="http://schemas.openxmlformats.org/drawingml/2006/main">
              <a:ext uri="{FF2B5EF4-FFF2-40B4-BE49-F238E27FC236}">
                <a16:creationId xmlns:a16="http://schemas.microsoft.com/office/drawing/2014/main" id="{6DF6E568-87CF-43DB-85E8-70A3B62F03C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An LLM needs three matching parts</a:t>
            </a:r>
          </a:p>
        </p:txBody>
      </p:sp>
      <p:sp>
        <p:nvSpPr>
          <p:cNvPr id="909058205" name="Rectangle: Rounded Corners 989138248">
            <a:extLst xmlns:a="http://schemas.openxmlformats.org/drawingml/2006/main">
              <a:ext uri="{FF2B5EF4-FFF2-40B4-BE49-F238E27FC236}">
                <a16:creationId xmlns:a16="http://schemas.microsoft.com/office/drawing/2014/main" id="{F2F688E3-E512-41BE-AAEE-049C388D67A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2428571" name="Rectangle 1547793054">
            <a:extLst xmlns:a="http://schemas.openxmlformats.org/drawingml/2006/main">
              <a:ext uri="{FF2B5EF4-FFF2-40B4-BE49-F238E27FC236}">
                <a16:creationId xmlns:a16="http://schemas.microsoft.com/office/drawing/2014/main" id="{7781F3EE-A85E-4574-A0F3-5F817A85F3D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53</a:t>
            </a:r>
          </a:p>
        </p:txBody>
      </p:sp>
      <p:sp>
        <p:nvSpPr>
          <p:cNvPr id="1699996303" name="model-group-label">
            <a:extLst xmlns:a="http://schemas.openxmlformats.org/drawingml/2006/main">
              <a:ext uri="{FF2B5EF4-FFF2-40B4-BE49-F238E27FC236}">
                <a16:creationId xmlns:a16="http://schemas.microsoft.com/office/drawing/2014/main" id="{6C8050F5-6E32-4FEF-90B0-98667DFC33EB}"/>
              </a:ext>
            </a:extLst>
          </p:cNvPr>
          <p:cNvSpPr>
            <a:spLocks xmlns:a="http://schemas.openxmlformats.org/drawingml/2006/main" noGrp="1"/>
          </p:cNvSpPr>
          <p:nvPr/>
        </p:nvSpPr>
        <p:spPr>
          <a:xfrm xmlns:a="http://schemas.openxmlformats.org/drawingml/2006/main">
            <a:off x="1390650" y="1714500"/>
            <a:ext cx="5753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model</a:t>
            </a:r>
          </a:p>
        </p:txBody>
      </p:sp>
      <p:sp>
        <p:nvSpPr>
          <p:cNvPr id="520491988" name="config-component">
            <a:extLst xmlns:a="http://schemas.openxmlformats.org/drawingml/2006/main">
              <a:ext uri="{FF2B5EF4-FFF2-40B4-BE49-F238E27FC236}">
                <a16:creationId xmlns:a16="http://schemas.microsoft.com/office/drawing/2014/main" id="{1655467F-7CB0-4CB6-8C7A-B7CCEF6A5C4F}"/>
              </a:ext>
            </a:extLst>
          </p:cNvPr>
          <p:cNvSpPr>
            <a:spLocks xmlns:a="http://schemas.openxmlformats.org/drawingml/2006/main" noGrp="1"/>
          </p:cNvSpPr>
          <p:nvPr/>
        </p:nvSpPr>
        <p:spPr>
          <a:xfrm xmlns:a="http://schemas.openxmlformats.org/drawingml/2006/main">
            <a:off x="1028700" y="2305050"/>
            <a:ext cx="2857500" cy="2190750"/>
          </a:xfrm>
          <a:prstGeom xmlns:a="http://schemas.openxmlformats.org/drawingml/2006/main" prst="roundRect">
            <a:avLst>
              <a:gd name="adj" fmla="val 5217"/>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34509850" name="config-label">
            <a:extLst xmlns:a="http://schemas.openxmlformats.org/drawingml/2006/main">
              <a:ext uri="{FF2B5EF4-FFF2-40B4-BE49-F238E27FC236}">
                <a16:creationId xmlns:a16="http://schemas.microsoft.com/office/drawing/2014/main" id="{C9B32A3A-4EF5-4F5B-981F-8DCB37755AE3}"/>
              </a:ext>
            </a:extLst>
          </p:cNvPr>
          <p:cNvSpPr>
            <a:spLocks xmlns:a="http://schemas.openxmlformats.org/drawingml/2006/main" noGrp="1"/>
          </p:cNvSpPr>
          <p:nvPr/>
        </p:nvSpPr>
        <p:spPr>
          <a:xfrm xmlns:a="http://schemas.openxmlformats.org/drawingml/2006/main">
            <a:off x="1257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2563EB"/>
                </a:solidFill>
              </a:defRPr>
            </a:pPr>
            <a:r>
              <a:rPr sz="1150" b="1">
                <a:solidFill>
                  <a:srgbClr val="2563EB"/>
                </a:solidFill>
              </a:rPr>
              <a:t>CONFIG</a:t>
            </a:r>
          </a:p>
        </p:txBody>
      </p:sp>
      <p:sp>
        <p:nvSpPr>
          <p:cNvPr id="693186498" name="config-title">
            <a:extLst xmlns:a="http://schemas.openxmlformats.org/drawingml/2006/main">
              <a:ext uri="{FF2B5EF4-FFF2-40B4-BE49-F238E27FC236}">
                <a16:creationId xmlns:a16="http://schemas.microsoft.com/office/drawing/2014/main" id="{1E07383D-D2C5-49AB-BBE0-D5D9082CCA8D}"/>
              </a:ext>
            </a:extLst>
          </p:cNvPr>
          <p:cNvSpPr>
            <a:spLocks xmlns:a="http://schemas.openxmlformats.org/drawingml/2006/main" noGrp="1"/>
          </p:cNvSpPr>
          <p:nvPr/>
        </p:nvSpPr>
        <p:spPr>
          <a:xfrm xmlns:a="http://schemas.openxmlformats.org/drawingml/2006/main">
            <a:off x="1238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defRPr>
            </a:pPr>
            <a:r>
              <a:rPr sz="2050" b="1">
                <a:solidFill>
                  <a:srgbClr val="0B0F19"/>
                </a:solidFill>
              </a:rPr>
              <a:t>Architecture</a:t>
            </a:r>
          </a:p>
        </p:txBody>
      </p:sp>
      <p:sp>
        <p:nvSpPr>
          <p:cNvPr id="1989305167" name="config-detail">
            <a:extLst xmlns:a="http://schemas.openxmlformats.org/drawingml/2006/main">
              <a:ext uri="{FF2B5EF4-FFF2-40B4-BE49-F238E27FC236}">
                <a16:creationId xmlns:a16="http://schemas.microsoft.com/office/drawing/2014/main" id="{03527123-7310-45CE-AA9A-1435C76889C5}"/>
              </a:ext>
            </a:extLst>
          </p:cNvPr>
          <p:cNvSpPr>
            <a:spLocks xmlns:a="http://schemas.openxmlformats.org/drawingml/2006/main" noGrp="1"/>
          </p:cNvSpPr>
          <p:nvPr/>
        </p:nvSpPr>
        <p:spPr>
          <a:xfrm xmlns:a="http://schemas.openxmlformats.org/drawingml/2006/main">
            <a:off x="1295400"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layers · hidden size</a:t>
            </a:r>
          </a:p>
          <a:p xmlns:a="http://schemas.openxmlformats.org/drawingml/2006/main">
            <a:pPr algn="ctr">
              <a:buNone/>
              <a:defRPr sz="1350" b="0">
                <a:solidFill>
                  <a:srgbClr val="667085"/>
                </a:solidFill>
              </a:defRPr>
            </a:pPr>
            <a:r>
              <a:rPr sz="1350" b="0">
                <a:solidFill>
                  <a:srgbClr val="667085"/>
                </a:solidFill>
              </a:rPr>
              <a:t>attention heads</a:t>
            </a:r>
          </a:p>
        </p:txBody>
      </p:sp>
      <p:sp>
        <p:nvSpPr>
          <p:cNvPr id="1844784630" name="model-plus">
            <a:extLst xmlns:a="http://schemas.openxmlformats.org/drawingml/2006/main">
              <a:ext uri="{FF2B5EF4-FFF2-40B4-BE49-F238E27FC236}">
                <a16:creationId xmlns:a16="http://schemas.microsoft.com/office/drawing/2014/main" id="{13548935-A9EA-4437-B6D3-839C1A4CD170}"/>
              </a:ext>
            </a:extLst>
          </p:cNvPr>
          <p:cNvSpPr>
            <a:spLocks xmlns:a="http://schemas.openxmlformats.org/drawingml/2006/main" noGrp="1"/>
          </p:cNvSpPr>
          <p:nvPr/>
        </p:nvSpPr>
        <p:spPr>
          <a:xfrm xmlns:a="http://schemas.openxmlformats.org/drawingml/2006/main">
            <a:off x="3943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1014197305" name="checkpoint-component">
            <a:extLst xmlns:a="http://schemas.openxmlformats.org/drawingml/2006/main">
              <a:ext uri="{FF2B5EF4-FFF2-40B4-BE49-F238E27FC236}">
                <a16:creationId xmlns:a16="http://schemas.microsoft.com/office/drawing/2014/main" id="{37F14023-D6B5-49D2-A03C-3B967FF45B32}"/>
              </a:ext>
            </a:extLst>
          </p:cNvPr>
          <p:cNvSpPr>
            <a:spLocks xmlns:a="http://schemas.openxmlformats.org/drawingml/2006/main" noGrp="1"/>
          </p:cNvSpPr>
          <p:nvPr/>
        </p:nvSpPr>
        <p:spPr>
          <a:xfrm xmlns:a="http://schemas.openxmlformats.org/drawingml/2006/main">
            <a:off x="4457700" y="2305050"/>
            <a:ext cx="2857500" cy="2190750"/>
          </a:xfrm>
          <a:prstGeom xmlns:a="http://schemas.openxmlformats.org/drawingml/2006/main" prst="roundRect">
            <a:avLst>
              <a:gd name="adj" fmla="val 5217"/>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32749946" name="checkpoint-label">
            <a:extLst xmlns:a="http://schemas.openxmlformats.org/drawingml/2006/main">
              <a:ext uri="{FF2B5EF4-FFF2-40B4-BE49-F238E27FC236}">
                <a16:creationId xmlns:a16="http://schemas.microsoft.com/office/drawing/2014/main" id="{8AC9B328-64D2-4754-85AB-2B576280B268}"/>
              </a:ext>
            </a:extLst>
          </p:cNvPr>
          <p:cNvSpPr>
            <a:spLocks xmlns:a="http://schemas.openxmlformats.org/drawingml/2006/main" noGrp="1"/>
          </p:cNvSpPr>
          <p:nvPr/>
        </p:nvSpPr>
        <p:spPr>
          <a:xfrm xmlns:a="http://schemas.openxmlformats.org/drawingml/2006/main">
            <a:off x="4686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10B981"/>
                </a:solidFill>
              </a:defRPr>
            </a:pPr>
            <a:r>
              <a:rPr sz="1150" b="1">
                <a:solidFill>
                  <a:srgbClr val="10B981"/>
                </a:solidFill>
              </a:rPr>
              <a:t>CHECKPOINT</a:t>
            </a:r>
          </a:p>
        </p:txBody>
      </p:sp>
      <p:sp>
        <p:nvSpPr>
          <p:cNvPr id="1498864847" name="checkpoint-title">
            <a:extLst xmlns:a="http://schemas.openxmlformats.org/drawingml/2006/main">
              <a:ext uri="{FF2B5EF4-FFF2-40B4-BE49-F238E27FC236}">
                <a16:creationId xmlns:a16="http://schemas.microsoft.com/office/drawing/2014/main" id="{B6CBEA7D-DEAA-4918-B9BF-4A84AEA13E30}"/>
              </a:ext>
            </a:extLst>
          </p:cNvPr>
          <p:cNvSpPr>
            <a:spLocks xmlns:a="http://schemas.openxmlformats.org/drawingml/2006/main" noGrp="1"/>
          </p:cNvSpPr>
          <p:nvPr/>
        </p:nvSpPr>
        <p:spPr>
          <a:xfrm xmlns:a="http://schemas.openxmlformats.org/drawingml/2006/main">
            <a:off x="4667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defRPr>
            </a:pPr>
            <a:r>
              <a:rPr sz="2050" b="1">
                <a:solidFill>
                  <a:srgbClr val="0B0F19"/>
                </a:solidFill>
              </a:rPr>
              <a:t>Trained weights</a:t>
            </a:r>
          </a:p>
        </p:txBody>
      </p:sp>
      <p:sp>
        <p:nvSpPr>
          <p:cNvPr id="275989003" name="checkpoint-detail">
            <a:extLst xmlns:a="http://schemas.openxmlformats.org/drawingml/2006/main">
              <a:ext uri="{FF2B5EF4-FFF2-40B4-BE49-F238E27FC236}">
                <a16:creationId xmlns:a16="http://schemas.microsoft.com/office/drawing/2014/main" id="{513E0526-E4E6-442E-989D-0504E9805088}"/>
              </a:ext>
            </a:extLst>
          </p:cNvPr>
          <p:cNvSpPr>
            <a:spLocks xmlns:a="http://schemas.openxmlformats.org/drawingml/2006/main" noGrp="1"/>
          </p:cNvSpPr>
          <p:nvPr/>
        </p:nvSpPr>
        <p:spPr>
          <a:xfrm xmlns:a="http://schemas.openxmlformats.org/drawingml/2006/main">
            <a:off x="4724399"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learned parameters</a:t>
            </a:r>
          </a:p>
          <a:p xmlns:a="http://schemas.openxmlformats.org/drawingml/2006/main">
            <a:pPr algn="ctr">
              <a:buNone/>
              <a:defRPr sz="1350" b="0">
                <a:solidFill>
                  <a:srgbClr val="667085"/>
                </a:solidFill>
              </a:defRPr>
            </a:pPr>
            <a:r>
              <a:rPr sz="1350" b="0">
                <a:solidFill>
                  <a:srgbClr val="667085"/>
                </a:solidFill>
              </a:rPr>
              <a:t>that store patterns</a:t>
            </a:r>
          </a:p>
        </p:txBody>
      </p:sp>
      <p:sp>
        <p:nvSpPr>
          <p:cNvPr id="74053885" name="tokenizer-plus">
            <a:extLst xmlns:a="http://schemas.openxmlformats.org/drawingml/2006/main">
              <a:ext uri="{FF2B5EF4-FFF2-40B4-BE49-F238E27FC236}">
                <a16:creationId xmlns:a16="http://schemas.microsoft.com/office/drawing/2014/main" id="{0A103ED7-6A01-4EB7-96C6-0832907E3C88}"/>
              </a:ext>
            </a:extLst>
          </p:cNvPr>
          <p:cNvSpPr>
            <a:spLocks xmlns:a="http://schemas.openxmlformats.org/drawingml/2006/main" noGrp="1"/>
          </p:cNvSpPr>
          <p:nvPr/>
        </p:nvSpPr>
        <p:spPr>
          <a:xfrm xmlns:a="http://schemas.openxmlformats.org/drawingml/2006/main">
            <a:off x="7372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620549864" name="text ↔ ids-component">
            <a:extLst xmlns:a="http://schemas.openxmlformats.org/drawingml/2006/main">
              <a:ext uri="{FF2B5EF4-FFF2-40B4-BE49-F238E27FC236}">
                <a16:creationId xmlns:a16="http://schemas.microsoft.com/office/drawing/2014/main" id="{E7A02E99-2AB6-4BF4-BBD6-FFB6F024C37A}"/>
              </a:ext>
            </a:extLst>
          </p:cNvPr>
          <p:cNvSpPr>
            <a:spLocks xmlns:a="http://schemas.openxmlformats.org/drawingml/2006/main" noGrp="1"/>
          </p:cNvSpPr>
          <p:nvPr/>
        </p:nvSpPr>
        <p:spPr>
          <a:xfrm xmlns:a="http://schemas.openxmlformats.org/drawingml/2006/main">
            <a:off x="7886700" y="2305050"/>
            <a:ext cx="2857500" cy="2190750"/>
          </a:xfrm>
          <a:prstGeom xmlns:a="http://schemas.openxmlformats.org/drawingml/2006/main" prst="roundRect">
            <a:avLst>
              <a:gd name="adj" fmla="val 5217"/>
            </a:avLst>
          </a:prstGeom>
          <a:solidFill xmlns:a="http://schemas.openxmlformats.org/drawingml/2006/main">
            <a:srgbClr val="FEF3C7"/>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9109345" name="text ↔ ids-label">
            <a:extLst xmlns:a="http://schemas.openxmlformats.org/drawingml/2006/main">
              <a:ext uri="{FF2B5EF4-FFF2-40B4-BE49-F238E27FC236}">
                <a16:creationId xmlns:a16="http://schemas.microsoft.com/office/drawing/2014/main" id="{94D33C7C-BC47-4C52-9C36-7DE84A5CB818}"/>
              </a:ext>
            </a:extLst>
          </p:cNvPr>
          <p:cNvSpPr>
            <a:spLocks xmlns:a="http://schemas.openxmlformats.org/drawingml/2006/main" noGrp="1"/>
          </p:cNvSpPr>
          <p:nvPr/>
        </p:nvSpPr>
        <p:spPr>
          <a:xfrm xmlns:a="http://schemas.openxmlformats.org/drawingml/2006/main">
            <a:off x="8115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F97316"/>
                </a:solidFill>
              </a:defRPr>
            </a:pPr>
            <a:r>
              <a:rPr sz="1150" b="1">
                <a:solidFill>
                  <a:srgbClr val="F97316"/>
                </a:solidFill>
              </a:rPr>
              <a:t>TEXT ↔ IDS</a:t>
            </a:r>
          </a:p>
        </p:txBody>
      </p:sp>
      <p:sp>
        <p:nvSpPr>
          <p:cNvPr id="1838176392" name="text ↔ ids-title">
            <a:extLst xmlns:a="http://schemas.openxmlformats.org/drawingml/2006/main">
              <a:ext uri="{FF2B5EF4-FFF2-40B4-BE49-F238E27FC236}">
                <a16:creationId xmlns:a16="http://schemas.microsoft.com/office/drawing/2014/main" id="{844FEB7B-FAA9-4E1C-9614-2E68805D8443}"/>
              </a:ext>
            </a:extLst>
          </p:cNvPr>
          <p:cNvSpPr>
            <a:spLocks xmlns:a="http://schemas.openxmlformats.org/drawingml/2006/main" noGrp="1"/>
          </p:cNvSpPr>
          <p:nvPr/>
        </p:nvSpPr>
        <p:spPr>
          <a:xfrm xmlns:a="http://schemas.openxmlformats.org/drawingml/2006/main">
            <a:off x="8096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defRPr>
            </a:pPr>
            <a:r>
              <a:rPr sz="2050" b="1">
                <a:solidFill>
                  <a:srgbClr val="0B0F19"/>
                </a:solidFill>
              </a:rPr>
              <a:t>Tokenizer</a:t>
            </a:r>
          </a:p>
        </p:txBody>
      </p:sp>
      <p:sp>
        <p:nvSpPr>
          <p:cNvPr id="703523177" name="text ↔ ids-detail">
            <a:extLst xmlns:a="http://schemas.openxmlformats.org/drawingml/2006/main">
              <a:ext uri="{FF2B5EF4-FFF2-40B4-BE49-F238E27FC236}">
                <a16:creationId xmlns:a16="http://schemas.microsoft.com/office/drawing/2014/main" id="{F12557E1-4C59-4AE5-8439-997CA07DEC7A}"/>
              </a:ext>
            </a:extLst>
          </p:cNvPr>
          <p:cNvSpPr>
            <a:spLocks xmlns:a="http://schemas.openxmlformats.org/drawingml/2006/main" noGrp="1"/>
          </p:cNvSpPr>
          <p:nvPr/>
        </p:nvSpPr>
        <p:spPr>
          <a:xfrm xmlns:a="http://schemas.openxmlformats.org/drawingml/2006/main">
            <a:off x="8153399"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vocabulary · split rules</a:t>
            </a:r>
          </a:p>
          <a:p xmlns:a="http://schemas.openxmlformats.org/drawingml/2006/main">
            <a:pPr algn="ctr">
              <a:buNone/>
              <a:defRPr sz="1350" b="0">
                <a:solidFill>
                  <a:srgbClr val="667085"/>
                </a:solidFill>
              </a:defRPr>
            </a:pPr>
            <a:r>
              <a:rPr sz="1350" b="0">
                <a:solidFill>
                  <a:srgbClr val="667085"/>
                </a:solidFill>
              </a:rPr>
              <a:t>special tokens</a:t>
            </a:r>
          </a:p>
        </p:txBody>
      </p:sp>
      <p:sp>
        <p:nvSpPr>
          <p:cNvPr id="573511606" name="matching-takeaway">
            <a:extLst xmlns:a="http://schemas.openxmlformats.org/drawingml/2006/main">
              <a:ext uri="{FF2B5EF4-FFF2-40B4-BE49-F238E27FC236}">
                <a16:creationId xmlns:a16="http://schemas.microsoft.com/office/drawing/2014/main" id="{AB7CDB94-44D2-4477-9BB7-783494A768EC}"/>
              </a:ext>
            </a:extLst>
          </p:cNvPr>
          <p:cNvSpPr>
            <a:spLocks xmlns:a="http://schemas.openxmlformats.org/drawingml/2006/main" noGrp="1"/>
          </p:cNvSpPr>
          <p:nvPr/>
        </p:nvSpPr>
        <p:spPr>
          <a:xfrm xmlns:a="http://schemas.openxmlformats.org/drawingml/2006/main">
            <a:off x="1657350" y="5048250"/>
            <a:ext cx="8877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750" b="1">
                <a:solidFill>
                  <a:srgbClr val="0B0F19"/>
                </a:solidFill>
              </a:defRPr>
            </a:pPr>
            <a:r>
              <a:rPr sz="1750" b="1">
                <a:solidFill>
                  <a:srgbClr val="0B0F19"/>
                </a:solidFill>
              </a:rPr>
              <a:t>The tokenizer must match the checkpoint — otherwise token IDs mean something else.</a:t>
            </a:r>
          </a:p>
        </p:txBody>
      </p:sp>
    </p:spTree>
    <p:extLst>
      <p:ext uri="{BB962C8B-B14F-4D97-AF65-F5344CB8AC3E}">
        <p14:creationId xmlns:p14="http://schemas.microsoft.com/office/powerpoint/2010/main" val="1621004278"/>
      </p:ext>
    </p:extLst>
  </p:cSld>
</p:sld>
</file>

<file path=ppt/slides/slide5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94431657" name="Rectangle 965507380">
            <a:extLst xmlns:a="http://schemas.openxmlformats.org/drawingml/2006/main">
              <a:ext uri="{FF2B5EF4-FFF2-40B4-BE49-F238E27FC236}">
                <a16:creationId xmlns:a16="http://schemas.microsoft.com/office/drawing/2014/main" id="{048A0C6F-14B1-483D-859F-D63C39212C1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Generation</a:t>
            </a:r>
          </a:p>
        </p:txBody>
      </p:sp>
      <p:sp>
        <p:nvSpPr>
          <p:cNvPr id="1659696970" name="Rectangle 139921793">
            <a:extLst xmlns:a="http://schemas.openxmlformats.org/drawingml/2006/main">
              <a:ext uri="{FF2B5EF4-FFF2-40B4-BE49-F238E27FC236}">
                <a16:creationId xmlns:a16="http://schemas.microsoft.com/office/drawing/2014/main" id="{544BDDF3-7A46-4C65-BB32-CCFB6C12837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Inference repeats the same move</a:t>
            </a:r>
          </a:p>
        </p:txBody>
      </p:sp>
      <p:sp>
        <p:nvSpPr>
          <p:cNvPr id="924561746" name="Rectangle: Rounded Corners 1511732123">
            <a:extLst xmlns:a="http://schemas.openxmlformats.org/drawingml/2006/main">
              <a:ext uri="{FF2B5EF4-FFF2-40B4-BE49-F238E27FC236}">
                <a16:creationId xmlns:a16="http://schemas.microsoft.com/office/drawing/2014/main" id="{5CF8815B-0D22-46C6-B11B-FBEC3EABC8D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40024937" name="Rectangle: Rounded Corners 2034787168">
            <a:extLst xmlns:a="http://schemas.openxmlformats.org/drawingml/2006/main">
              <a:ext uri="{FF2B5EF4-FFF2-40B4-BE49-F238E27FC236}">
                <a16:creationId xmlns:a16="http://schemas.microsoft.com/office/drawing/2014/main" id="{A3AB180A-DE45-479E-B8C0-7A4AD0B189FC}"/>
              </a:ext>
            </a:extLst>
          </p:cNvPr>
          <p:cNvSpPr>
            <a:spLocks xmlns:a="http://schemas.openxmlformats.org/drawingml/2006/main" noGrp="1"/>
          </p:cNvSpPr>
          <p:nvPr/>
        </p:nvSpPr>
        <p:spPr>
          <a:xfrm xmlns:a="http://schemas.openxmlformats.org/drawingml/2006/main">
            <a:off x="1905000" y="3143250"/>
            <a:ext cx="15240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a:t>
            </a:r>
          </a:p>
        </p:txBody>
      </p:sp>
      <p:sp>
        <p:nvSpPr>
          <p:cNvPr id="1535388664" name="Arrow: Right 1804858146">
            <a:extLst xmlns:a="http://schemas.openxmlformats.org/drawingml/2006/main">
              <a:ext uri="{FF2B5EF4-FFF2-40B4-BE49-F238E27FC236}">
                <a16:creationId xmlns:a16="http://schemas.microsoft.com/office/drawing/2014/main" id="{D515AF30-9830-4F85-961A-115D37320160}"/>
              </a:ext>
            </a:extLst>
          </p:cNvPr>
          <p:cNvSpPr>
            <a:spLocks xmlns:a="http://schemas.openxmlformats.org/drawingml/2006/main" noGrp="1"/>
          </p:cNvSpPr>
          <p:nvPr/>
        </p:nvSpPr>
        <p:spPr>
          <a:xfrm xmlns:a="http://schemas.openxmlformats.org/drawingml/2006/main">
            <a:off x="36671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58155816" name="Rectangle: Rounded Corners 2119234794">
            <a:extLst xmlns:a="http://schemas.openxmlformats.org/drawingml/2006/main">
              <a:ext uri="{FF2B5EF4-FFF2-40B4-BE49-F238E27FC236}">
                <a16:creationId xmlns:a16="http://schemas.microsoft.com/office/drawing/2014/main" id="{9F906116-35C7-40EA-B8AE-DB258101E7DF}"/>
              </a:ext>
            </a:extLst>
          </p:cNvPr>
          <p:cNvSpPr>
            <a:spLocks xmlns:a="http://schemas.openxmlformats.org/drawingml/2006/main" noGrp="1"/>
          </p:cNvSpPr>
          <p:nvPr/>
        </p:nvSpPr>
        <p:spPr>
          <a:xfrm xmlns:a="http://schemas.openxmlformats.org/drawingml/2006/main">
            <a:off x="5143500" y="2857500"/>
            <a:ext cx="190500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0B0F19"/>
                </a:solidFill>
              </a:defRPr>
            </a:pPr>
            <a:r>
              <a:rPr sz="2400" b="1">
                <a:solidFill>
                  <a:srgbClr val="0B0F19"/>
                </a:solidFill>
              </a:rPr>
              <a:t>model</a:t>
            </a:r>
          </a:p>
        </p:txBody>
      </p:sp>
      <p:sp>
        <p:nvSpPr>
          <p:cNvPr id="1819688221" name="Arrow: Right 1610655777">
            <a:extLst xmlns:a="http://schemas.openxmlformats.org/drawingml/2006/main">
              <a:ext uri="{FF2B5EF4-FFF2-40B4-BE49-F238E27FC236}">
                <a16:creationId xmlns:a16="http://schemas.microsoft.com/office/drawing/2014/main" id="{C9266AF7-56BE-4C27-BEE0-54D7F9D37682}"/>
              </a:ext>
            </a:extLst>
          </p:cNvPr>
          <p:cNvSpPr>
            <a:spLocks xmlns:a="http://schemas.openxmlformats.org/drawingml/2006/main" noGrp="1"/>
          </p:cNvSpPr>
          <p:nvPr/>
        </p:nvSpPr>
        <p:spPr>
          <a:xfrm xmlns:a="http://schemas.openxmlformats.org/drawingml/2006/main">
            <a:off x="72866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15953035" name="Rectangle: Rounded Corners 67679862">
            <a:extLst xmlns:a="http://schemas.openxmlformats.org/drawingml/2006/main">
              <a:ext uri="{FF2B5EF4-FFF2-40B4-BE49-F238E27FC236}">
                <a16:creationId xmlns:a16="http://schemas.microsoft.com/office/drawing/2014/main" id="{067375E2-1844-4FF0-A94B-632320DAF16E}"/>
              </a:ext>
            </a:extLst>
          </p:cNvPr>
          <p:cNvSpPr>
            <a:spLocks xmlns:a="http://schemas.openxmlformats.org/drawingml/2006/main" noGrp="1"/>
          </p:cNvSpPr>
          <p:nvPr/>
        </p:nvSpPr>
        <p:spPr>
          <a:xfrm xmlns:a="http://schemas.openxmlformats.org/drawingml/2006/main">
            <a:off x="8763000" y="3143250"/>
            <a:ext cx="1619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new token</a:t>
            </a:r>
          </a:p>
        </p:txBody>
      </p:sp>
      <p:sp>
        <p:nvSpPr>
          <p:cNvPr id="1355629880" name="Straight Connector 1129615995">
            <a:extLst xmlns:a="http://schemas.openxmlformats.org/drawingml/2006/main">
              <a:ext uri="{FF2B5EF4-FFF2-40B4-BE49-F238E27FC236}">
                <a16:creationId xmlns:a16="http://schemas.microsoft.com/office/drawing/2014/main" id="{D92AE581-7340-4526-A3DB-32CCCF43BA37}"/>
              </a:ext>
            </a:extLst>
          </p:cNvPr>
          <p:cNvSpPr>
            <a:spLocks xmlns:a="http://schemas.openxmlformats.org/drawingml/2006/main" noGrp="1"/>
          </p:cNvSpPr>
          <p:nvPr/>
        </p:nvSpPr>
        <p:spPr>
          <a:xfrm xmlns:a="http://schemas.openxmlformats.org/drawingml/2006/main">
            <a:off x="2714625" y="3857625"/>
            <a:ext cx="6858000" cy="90487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5191032" name="Rectangle 701260999">
            <a:extLst xmlns:a="http://schemas.openxmlformats.org/drawingml/2006/main">
              <a:ext uri="{FF2B5EF4-FFF2-40B4-BE49-F238E27FC236}">
                <a16:creationId xmlns:a16="http://schemas.microsoft.com/office/drawing/2014/main" id="{91F1AD08-C984-4184-B9B7-47607B3531CF}"/>
              </a:ext>
            </a:extLst>
          </p:cNvPr>
          <p:cNvSpPr>
            <a:spLocks xmlns:a="http://schemas.openxmlformats.org/drawingml/2006/main" noGrp="1"/>
          </p:cNvSpPr>
          <p:nvPr/>
        </p:nvSpPr>
        <p:spPr>
          <a:xfrm xmlns:a="http://schemas.openxmlformats.org/drawingml/2006/main">
            <a:off x="4619625" y="4953000"/>
            <a:ext cx="285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append and repeat</a:t>
            </a:r>
          </a:p>
        </p:txBody>
      </p:sp>
      <p:sp>
        <p:nvSpPr>
          <p:cNvPr id="1275969665" name="Rectangle 567537238">
            <a:extLst xmlns:a="http://schemas.openxmlformats.org/drawingml/2006/main">
              <a:ext uri="{FF2B5EF4-FFF2-40B4-BE49-F238E27FC236}">
                <a16:creationId xmlns:a16="http://schemas.microsoft.com/office/drawing/2014/main" id="{2490941C-B137-4895-A33B-C7F4A8B376C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54</a:t>
            </a:r>
          </a:p>
        </p:txBody>
      </p:sp>
    </p:spTree>
    <p:extLst>
      <p:ext uri="{BB962C8B-B14F-4D97-AF65-F5344CB8AC3E}">
        <p14:creationId xmlns:p14="http://schemas.microsoft.com/office/powerpoint/2010/main" val="1163744220"/>
      </p:ext>
    </p:extLst>
  </p:cSld>
</p:sld>
</file>

<file path=ppt/slides/slide5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1025463" name="Rectangle 1814109763">
            <a:extLst xmlns:a="http://schemas.openxmlformats.org/drawingml/2006/main">
              <a:ext uri="{FF2B5EF4-FFF2-40B4-BE49-F238E27FC236}">
                <a16:creationId xmlns:a16="http://schemas.microsoft.com/office/drawing/2014/main" id="{9D40036C-B7B2-4072-8D85-AF9F7DEA2E4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851775383" name="Rectangle 2024296005">
            <a:extLst xmlns:a="http://schemas.openxmlformats.org/drawingml/2006/main">
              <a:ext uri="{FF2B5EF4-FFF2-40B4-BE49-F238E27FC236}">
                <a16:creationId xmlns:a16="http://schemas.microsoft.com/office/drawing/2014/main" id="{E26FFD33-E7F9-4907-8FD8-3D8172728C93}"/>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Sampling changes the voice</a:t>
            </a:r>
          </a:p>
        </p:txBody>
      </p:sp>
      <p:sp>
        <p:nvSpPr>
          <p:cNvPr id="121905851" name="Rectangle: Rounded Corners 520397166">
            <a:extLst xmlns:a="http://schemas.openxmlformats.org/drawingml/2006/main">
              <a:ext uri="{FF2B5EF4-FFF2-40B4-BE49-F238E27FC236}">
                <a16:creationId xmlns:a16="http://schemas.microsoft.com/office/drawing/2014/main" id="{437E2066-BD52-4E06-9440-8185796690CF}"/>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78313689" name="Rectangle 1861104430">
            <a:extLst xmlns:a="http://schemas.openxmlformats.org/drawingml/2006/main">
              <a:ext uri="{FF2B5EF4-FFF2-40B4-BE49-F238E27FC236}">
                <a16:creationId xmlns:a16="http://schemas.microsoft.com/office/drawing/2014/main" id="{687E29AB-5227-45BA-A449-3B275A935763}"/>
              </a:ext>
            </a:extLst>
          </p:cNvPr>
          <p:cNvSpPr>
            <a:spLocks xmlns:a="http://schemas.openxmlformats.org/drawingml/2006/main" noGrp="1"/>
          </p:cNvSpPr>
          <p:nvPr/>
        </p:nvSpPr>
        <p:spPr>
          <a:xfrm xmlns:a="http://schemas.openxmlformats.org/drawingml/2006/main">
            <a:off x="2190750" y="219075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low temperature</a:t>
            </a:r>
          </a:p>
        </p:txBody>
      </p:sp>
      <p:sp>
        <p:nvSpPr>
          <p:cNvPr id="1680709906" name="Rectangle: Rounded Corners 1392389716">
            <a:extLst xmlns:a="http://schemas.openxmlformats.org/drawingml/2006/main">
              <a:ext uri="{FF2B5EF4-FFF2-40B4-BE49-F238E27FC236}">
                <a16:creationId xmlns:a16="http://schemas.microsoft.com/office/drawing/2014/main" id="{6BAD1337-2C3E-4B62-828F-B7940DBE044E}"/>
              </a:ext>
            </a:extLst>
          </p:cNvPr>
          <p:cNvSpPr>
            <a:spLocks xmlns:a="http://schemas.openxmlformats.org/drawingml/2006/main" noGrp="1"/>
          </p:cNvSpPr>
          <p:nvPr/>
        </p:nvSpPr>
        <p:spPr>
          <a:xfrm xmlns:a="http://schemas.openxmlformats.org/drawingml/2006/main">
            <a:off x="2571750" y="3524250"/>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72142659" name="Rectangle: Rounded Corners 304746229">
            <a:extLst xmlns:a="http://schemas.openxmlformats.org/drawingml/2006/main">
              <a:ext uri="{FF2B5EF4-FFF2-40B4-BE49-F238E27FC236}">
                <a16:creationId xmlns:a16="http://schemas.microsoft.com/office/drawing/2014/main" id="{E2850334-A252-426C-BA8F-142A34F0C943}"/>
              </a:ext>
            </a:extLst>
          </p:cNvPr>
          <p:cNvSpPr>
            <a:spLocks xmlns:a="http://schemas.openxmlformats.org/drawingml/2006/main" noGrp="1"/>
          </p:cNvSpPr>
          <p:nvPr/>
        </p:nvSpPr>
        <p:spPr>
          <a:xfrm xmlns:a="http://schemas.openxmlformats.org/drawingml/2006/main">
            <a:off x="3028950" y="4191000"/>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84213923" name="Rectangle: Rounded Corners 1222174650">
            <a:extLst xmlns:a="http://schemas.openxmlformats.org/drawingml/2006/main">
              <a:ext uri="{FF2B5EF4-FFF2-40B4-BE49-F238E27FC236}">
                <a16:creationId xmlns:a16="http://schemas.microsoft.com/office/drawing/2014/main" id="{DCDEDC82-F721-4218-9C02-F134CC88AF2D}"/>
              </a:ext>
            </a:extLst>
          </p:cNvPr>
          <p:cNvSpPr>
            <a:spLocks xmlns:a="http://schemas.openxmlformats.org/drawingml/2006/main" noGrp="1"/>
          </p:cNvSpPr>
          <p:nvPr/>
        </p:nvSpPr>
        <p:spPr>
          <a:xfrm xmlns:a="http://schemas.openxmlformats.org/drawingml/2006/main">
            <a:off x="3486150" y="4333875"/>
            <a:ext cx="285750" cy="95250"/>
          </a:xfrm>
          <a:prstGeom xmlns:a="http://schemas.openxmlformats.org/drawingml/2006/main" prst="roundRect">
            <a:avLst>
              <a:gd name="adj" fmla="val 20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3786872" name="Rectangle: Rounded Corners 221083532">
            <a:extLst xmlns:a="http://schemas.openxmlformats.org/drawingml/2006/main">
              <a:ext uri="{FF2B5EF4-FFF2-40B4-BE49-F238E27FC236}">
                <a16:creationId xmlns:a16="http://schemas.microsoft.com/office/drawing/2014/main" id="{D6BCF90C-3BF7-4255-A69A-CFEA660B358F}"/>
              </a:ext>
            </a:extLst>
          </p:cNvPr>
          <p:cNvSpPr>
            <a:spLocks xmlns:a="http://schemas.openxmlformats.org/drawingml/2006/main" noGrp="1"/>
          </p:cNvSpPr>
          <p:nvPr/>
        </p:nvSpPr>
        <p:spPr>
          <a:xfrm xmlns:a="http://schemas.openxmlformats.org/drawingml/2006/main">
            <a:off x="3943350" y="4352925"/>
            <a:ext cx="285750" cy="76200"/>
          </a:xfrm>
          <a:prstGeom xmlns:a="http://schemas.openxmlformats.org/drawingml/2006/main" prst="roundRect">
            <a:avLst>
              <a:gd name="adj" fmla="val 25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24935630" name="Rectangle: Rounded Corners 1871169587">
            <a:extLst xmlns:a="http://schemas.openxmlformats.org/drawingml/2006/main">
              <a:ext uri="{FF2B5EF4-FFF2-40B4-BE49-F238E27FC236}">
                <a16:creationId xmlns:a16="http://schemas.microsoft.com/office/drawing/2014/main" id="{4737E155-C067-403C-9EE4-DA71783AA1C8}"/>
              </a:ext>
            </a:extLst>
          </p:cNvPr>
          <p:cNvSpPr>
            <a:spLocks xmlns:a="http://schemas.openxmlformats.org/drawingml/2006/main" noGrp="1"/>
          </p:cNvSpPr>
          <p:nvPr/>
        </p:nvSpPr>
        <p:spPr>
          <a:xfrm xmlns:a="http://schemas.openxmlformats.org/drawingml/2006/main">
            <a:off x="4400550" y="4381500"/>
            <a:ext cx="285750" cy="47625"/>
          </a:xfrm>
          <a:prstGeom xmlns:a="http://schemas.openxmlformats.org/drawingml/2006/main" prst="roundRect">
            <a:avLst>
              <a:gd name="adj" fmla="val 40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79189602" name="Rectangle 1899079274">
            <a:extLst xmlns:a="http://schemas.openxmlformats.org/drawingml/2006/main">
              <a:ext uri="{FF2B5EF4-FFF2-40B4-BE49-F238E27FC236}">
                <a16:creationId xmlns:a16="http://schemas.microsoft.com/office/drawing/2014/main" id="{C8CE7AEB-DDDD-4B2B-B936-D902FE58D6ED}"/>
              </a:ext>
            </a:extLst>
          </p:cNvPr>
          <p:cNvSpPr>
            <a:spLocks xmlns:a="http://schemas.openxmlformats.org/drawingml/2006/main" noGrp="1"/>
          </p:cNvSpPr>
          <p:nvPr/>
        </p:nvSpPr>
        <p:spPr>
          <a:xfrm xmlns:a="http://schemas.openxmlformats.org/drawingml/2006/main">
            <a:off x="7239000" y="219075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high temperature</a:t>
            </a:r>
          </a:p>
        </p:txBody>
      </p:sp>
      <p:sp>
        <p:nvSpPr>
          <p:cNvPr id="765544263" name="Rectangle: Rounded Corners 557756631">
            <a:extLst xmlns:a="http://schemas.openxmlformats.org/drawingml/2006/main">
              <a:ext uri="{FF2B5EF4-FFF2-40B4-BE49-F238E27FC236}">
                <a16:creationId xmlns:a16="http://schemas.microsoft.com/office/drawing/2014/main" id="{0047726B-C25D-4C01-A6D5-CA8D047B703C}"/>
              </a:ext>
            </a:extLst>
          </p:cNvPr>
          <p:cNvSpPr>
            <a:spLocks xmlns:a="http://schemas.openxmlformats.org/drawingml/2006/main" noGrp="1"/>
          </p:cNvSpPr>
          <p:nvPr/>
        </p:nvSpPr>
        <p:spPr>
          <a:xfrm xmlns:a="http://schemas.openxmlformats.org/drawingml/2006/main">
            <a:off x="7620000" y="3905250"/>
            <a:ext cx="285750" cy="523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14321461" name="Rectangle: Rounded Corners 421477788">
            <a:extLst xmlns:a="http://schemas.openxmlformats.org/drawingml/2006/main">
              <a:ext uri="{FF2B5EF4-FFF2-40B4-BE49-F238E27FC236}">
                <a16:creationId xmlns:a16="http://schemas.microsoft.com/office/drawing/2014/main" id="{AD98624C-3D45-49BA-9A12-994331141F86}"/>
              </a:ext>
            </a:extLst>
          </p:cNvPr>
          <p:cNvSpPr>
            <a:spLocks xmlns:a="http://schemas.openxmlformats.org/drawingml/2006/main" noGrp="1"/>
          </p:cNvSpPr>
          <p:nvPr/>
        </p:nvSpPr>
        <p:spPr>
          <a:xfrm xmlns:a="http://schemas.openxmlformats.org/drawingml/2006/main">
            <a:off x="8077200" y="3971925"/>
            <a:ext cx="285750" cy="4572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26780722" name="Rectangle: Rounded Corners 358930618">
            <a:extLst xmlns:a="http://schemas.openxmlformats.org/drawingml/2006/main">
              <a:ext uri="{FF2B5EF4-FFF2-40B4-BE49-F238E27FC236}">
                <a16:creationId xmlns:a16="http://schemas.microsoft.com/office/drawing/2014/main" id="{1A1CAC27-EE63-4127-B6DE-8EB534D29258}"/>
              </a:ext>
            </a:extLst>
          </p:cNvPr>
          <p:cNvSpPr>
            <a:spLocks xmlns:a="http://schemas.openxmlformats.org/drawingml/2006/main" noGrp="1"/>
          </p:cNvSpPr>
          <p:nvPr/>
        </p:nvSpPr>
        <p:spPr>
          <a:xfrm xmlns:a="http://schemas.openxmlformats.org/drawingml/2006/main">
            <a:off x="8534400" y="4019550"/>
            <a:ext cx="285750" cy="4095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9196721" name="Rectangle: Rounded Corners 92675593">
            <a:extLst xmlns:a="http://schemas.openxmlformats.org/drawingml/2006/main">
              <a:ext uri="{FF2B5EF4-FFF2-40B4-BE49-F238E27FC236}">
                <a16:creationId xmlns:a16="http://schemas.microsoft.com/office/drawing/2014/main" id="{20446538-C486-4873-8612-EF22461573CF}"/>
              </a:ext>
            </a:extLst>
          </p:cNvPr>
          <p:cNvSpPr>
            <a:spLocks xmlns:a="http://schemas.openxmlformats.org/drawingml/2006/main" noGrp="1"/>
          </p:cNvSpPr>
          <p:nvPr/>
        </p:nvSpPr>
        <p:spPr>
          <a:xfrm xmlns:a="http://schemas.openxmlformats.org/drawingml/2006/main">
            <a:off x="8991600" y="4095750"/>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70300012" name="Rectangle: Rounded Corners 1199041677">
            <a:extLst xmlns:a="http://schemas.openxmlformats.org/drawingml/2006/main">
              <a:ext uri="{FF2B5EF4-FFF2-40B4-BE49-F238E27FC236}">
                <a16:creationId xmlns:a16="http://schemas.microsoft.com/office/drawing/2014/main" id="{634CF3CE-5874-4272-BEE3-571A7B93E044}"/>
              </a:ext>
            </a:extLst>
          </p:cNvPr>
          <p:cNvSpPr>
            <a:spLocks xmlns:a="http://schemas.openxmlformats.org/drawingml/2006/main" noGrp="1"/>
          </p:cNvSpPr>
          <p:nvPr/>
        </p:nvSpPr>
        <p:spPr>
          <a:xfrm xmlns:a="http://schemas.openxmlformats.org/drawingml/2006/main">
            <a:off x="9448799" y="4143375"/>
            <a:ext cx="285750" cy="28575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26997229" name="Rectangle 35073005">
            <a:extLst xmlns:a="http://schemas.openxmlformats.org/drawingml/2006/main">
              <a:ext uri="{FF2B5EF4-FFF2-40B4-BE49-F238E27FC236}">
                <a16:creationId xmlns:a16="http://schemas.microsoft.com/office/drawing/2014/main" id="{3A834DFC-5869-4E7D-BBCE-641B36C221F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55</a:t>
            </a:r>
          </a:p>
        </p:txBody>
      </p:sp>
    </p:spTree>
    <p:extLst>
      <p:ext uri="{BB962C8B-B14F-4D97-AF65-F5344CB8AC3E}">
        <p14:creationId xmlns:p14="http://schemas.microsoft.com/office/powerpoint/2010/main" val="1917030062"/>
      </p:ext>
    </p:extLst>
  </p:cSld>
</p:sld>
</file>

<file path=ppt/slides/slide5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04668569" name="Rectangle 642368024">
            <a:extLst xmlns:a="http://schemas.openxmlformats.org/drawingml/2006/main">
              <a:ext uri="{FF2B5EF4-FFF2-40B4-BE49-F238E27FC236}">
                <a16:creationId xmlns:a16="http://schemas.microsoft.com/office/drawing/2014/main" id="{C8993C28-017A-459D-B6DB-B25EA9282F8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2067126332" name="Rectangle 1340580572">
            <a:extLst xmlns:a="http://schemas.openxmlformats.org/drawingml/2006/main">
              <a:ext uri="{FF2B5EF4-FFF2-40B4-BE49-F238E27FC236}">
                <a16:creationId xmlns:a16="http://schemas.microsoft.com/office/drawing/2014/main" id="{15C6C178-A138-470C-BDBA-DCCDBF80D01B}"/>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Generation has adjustable controls</a:t>
            </a:r>
          </a:p>
        </p:txBody>
      </p:sp>
      <p:sp>
        <p:nvSpPr>
          <p:cNvPr id="307490606" name="Rectangle: Rounded Corners 1167098246">
            <a:extLst xmlns:a="http://schemas.openxmlformats.org/drawingml/2006/main">
              <a:ext uri="{FF2B5EF4-FFF2-40B4-BE49-F238E27FC236}">
                <a16:creationId xmlns:a16="http://schemas.microsoft.com/office/drawing/2014/main" id="{59E9D5D6-045F-4C1A-A8F8-43F11BA9BA85}"/>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10344649" name="Rectangle: Rounded Corners 391850247">
            <a:extLst xmlns:a="http://schemas.openxmlformats.org/drawingml/2006/main">
              <a:ext uri="{FF2B5EF4-FFF2-40B4-BE49-F238E27FC236}">
                <a16:creationId xmlns:a16="http://schemas.microsoft.com/office/drawing/2014/main" id="{7F627ACF-B21C-4178-9DCA-6CE91AC80C0B}"/>
              </a:ext>
            </a:extLst>
          </p:cNvPr>
          <p:cNvSpPr>
            <a:spLocks xmlns:a="http://schemas.openxmlformats.org/drawingml/2006/main" noGrp="1"/>
          </p:cNvSpPr>
          <p:nvPr/>
        </p:nvSpPr>
        <p:spPr>
          <a:xfrm xmlns:a="http://schemas.openxmlformats.org/drawingml/2006/main">
            <a:off x="10287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23838219" name="Rectangle 558602476">
            <a:extLst xmlns:a="http://schemas.openxmlformats.org/drawingml/2006/main">
              <a:ext uri="{FF2B5EF4-FFF2-40B4-BE49-F238E27FC236}">
                <a16:creationId xmlns:a16="http://schemas.microsoft.com/office/drawing/2014/main" id="{51E88608-26BF-4C72-9D86-82BBE889CA95}"/>
              </a:ext>
            </a:extLst>
          </p:cNvPr>
          <p:cNvSpPr>
            <a:spLocks xmlns:a="http://schemas.openxmlformats.org/drawingml/2006/main" noGrp="1"/>
          </p:cNvSpPr>
          <p:nvPr/>
        </p:nvSpPr>
        <p:spPr>
          <a:xfrm xmlns:a="http://schemas.openxmlformats.org/drawingml/2006/main">
            <a:off x="1352550" y="220980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F97316"/>
                </a:solidFill>
              </a:defRPr>
            </a:pPr>
            <a:r>
              <a:rPr sz="2050" b="1">
                <a:solidFill>
                  <a:srgbClr val="F97316"/>
                </a:solidFill>
              </a:rPr>
              <a:t>temperature</a:t>
            </a:r>
          </a:p>
        </p:txBody>
      </p:sp>
      <p:sp>
        <p:nvSpPr>
          <p:cNvPr id="803837369" name="Rectangle 908481340">
            <a:extLst xmlns:a="http://schemas.openxmlformats.org/drawingml/2006/main">
              <a:ext uri="{FF2B5EF4-FFF2-40B4-BE49-F238E27FC236}">
                <a16:creationId xmlns:a16="http://schemas.microsoft.com/office/drawing/2014/main" id="{98F3BA89-66A8-401D-AC6D-FDBBAEDFB386}"/>
              </a:ext>
            </a:extLst>
          </p:cNvPr>
          <p:cNvSpPr>
            <a:spLocks xmlns:a="http://schemas.openxmlformats.org/drawingml/2006/main" noGrp="1"/>
          </p:cNvSpPr>
          <p:nvPr/>
        </p:nvSpPr>
        <p:spPr>
          <a:xfrm xmlns:a="http://schemas.openxmlformats.org/drawingml/2006/main">
            <a:off x="1428750"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low = focused</a:t>
            </a:r>
          </a:p>
        </p:txBody>
      </p:sp>
      <p:sp>
        <p:nvSpPr>
          <p:cNvPr id="1134384372" name="Rectangle 803342785">
            <a:extLst xmlns:a="http://schemas.openxmlformats.org/drawingml/2006/main">
              <a:ext uri="{FF2B5EF4-FFF2-40B4-BE49-F238E27FC236}">
                <a16:creationId xmlns:a16="http://schemas.microsoft.com/office/drawing/2014/main" id="{A2D1C378-4C7E-483B-BBF7-337AA26263E0}"/>
              </a:ext>
            </a:extLst>
          </p:cNvPr>
          <p:cNvSpPr>
            <a:spLocks xmlns:a="http://schemas.openxmlformats.org/drawingml/2006/main" noGrp="1"/>
          </p:cNvSpPr>
          <p:nvPr/>
        </p:nvSpPr>
        <p:spPr>
          <a:xfrm xmlns:a="http://schemas.openxmlformats.org/drawingml/2006/main">
            <a:off x="3790949"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97316"/>
                </a:solidFill>
              </a:defRPr>
            </a:pPr>
            <a:r>
              <a:rPr sz="1350" b="1">
                <a:solidFill>
                  <a:srgbClr val="F97316"/>
                </a:solidFill>
              </a:rPr>
              <a:t>high = varied</a:t>
            </a:r>
          </a:p>
        </p:txBody>
      </p:sp>
      <p:sp>
        <p:nvSpPr>
          <p:cNvPr id="1193538459" name="Rectangle: Rounded Corners 1990101030">
            <a:extLst xmlns:a="http://schemas.openxmlformats.org/drawingml/2006/main">
              <a:ext uri="{FF2B5EF4-FFF2-40B4-BE49-F238E27FC236}">
                <a16:creationId xmlns:a16="http://schemas.microsoft.com/office/drawing/2014/main" id="{0EBFACAF-A3BA-4056-9507-DEFD32E834E8}"/>
              </a:ext>
            </a:extLst>
          </p:cNvPr>
          <p:cNvSpPr>
            <a:spLocks xmlns:a="http://schemas.openxmlformats.org/drawingml/2006/main" noGrp="1"/>
          </p:cNvSpPr>
          <p:nvPr/>
        </p:nvSpPr>
        <p:spPr>
          <a:xfrm xmlns:a="http://schemas.openxmlformats.org/drawingml/2006/main">
            <a:off x="1524000" y="2609850"/>
            <a:ext cx="209550" cy="10668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15235911" name="Rectangle 1511392786">
            <a:extLst xmlns:a="http://schemas.openxmlformats.org/drawingml/2006/main">
              <a:ext uri="{FF2B5EF4-FFF2-40B4-BE49-F238E27FC236}">
                <a16:creationId xmlns:a16="http://schemas.microsoft.com/office/drawing/2014/main" id="{85F7BEEE-D201-40FB-A4F7-EAADE5759A3C}"/>
              </a:ext>
            </a:extLst>
          </p:cNvPr>
          <p:cNvSpPr>
            <a:spLocks xmlns:a="http://schemas.openxmlformats.org/drawingml/2006/main" noGrp="1"/>
          </p:cNvSpPr>
          <p:nvPr/>
        </p:nvSpPr>
        <p:spPr>
          <a:xfrm xmlns:a="http://schemas.openxmlformats.org/drawingml/2006/main">
            <a:off x="14478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419065369" name="Rectangle: Rounded Corners 768585734">
            <a:extLst xmlns:a="http://schemas.openxmlformats.org/drawingml/2006/main">
              <a:ext uri="{FF2B5EF4-FFF2-40B4-BE49-F238E27FC236}">
                <a16:creationId xmlns:a16="http://schemas.microsoft.com/office/drawing/2014/main" id="{1479F930-E799-43CC-9D2E-F7FFCA02B8AC}"/>
              </a:ext>
            </a:extLst>
          </p:cNvPr>
          <p:cNvSpPr>
            <a:spLocks xmlns:a="http://schemas.openxmlformats.org/drawingml/2006/main" noGrp="1"/>
          </p:cNvSpPr>
          <p:nvPr/>
        </p:nvSpPr>
        <p:spPr>
          <a:xfrm xmlns:a="http://schemas.openxmlformats.org/drawingml/2006/main">
            <a:off x="1847850" y="3181350"/>
            <a:ext cx="209550" cy="4953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5947295" name="Rectangle 734996419">
            <a:extLst xmlns:a="http://schemas.openxmlformats.org/drawingml/2006/main">
              <a:ext uri="{FF2B5EF4-FFF2-40B4-BE49-F238E27FC236}">
                <a16:creationId xmlns:a16="http://schemas.microsoft.com/office/drawing/2014/main" id="{58C3CA28-ECB4-4EC8-9168-CB519EB071A1}"/>
              </a:ext>
            </a:extLst>
          </p:cNvPr>
          <p:cNvSpPr>
            <a:spLocks xmlns:a="http://schemas.openxmlformats.org/drawingml/2006/main" noGrp="1"/>
          </p:cNvSpPr>
          <p:nvPr/>
        </p:nvSpPr>
        <p:spPr>
          <a:xfrm xmlns:a="http://schemas.openxmlformats.org/drawingml/2006/main">
            <a:off x="17716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898006826" name="Rectangle: Rounded Corners 904396018">
            <a:extLst xmlns:a="http://schemas.openxmlformats.org/drawingml/2006/main">
              <a:ext uri="{FF2B5EF4-FFF2-40B4-BE49-F238E27FC236}">
                <a16:creationId xmlns:a16="http://schemas.microsoft.com/office/drawing/2014/main" id="{06CD735D-C6B9-4A4F-9836-7679B041D80C}"/>
              </a:ext>
            </a:extLst>
          </p:cNvPr>
          <p:cNvSpPr>
            <a:spLocks xmlns:a="http://schemas.openxmlformats.org/drawingml/2006/main" noGrp="1"/>
          </p:cNvSpPr>
          <p:nvPr/>
        </p:nvSpPr>
        <p:spPr>
          <a:xfrm xmlns:a="http://schemas.openxmlformats.org/drawingml/2006/main">
            <a:off x="2171700" y="3409950"/>
            <a:ext cx="209550" cy="2667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72079037" name="Rectangle 1723400869">
            <a:extLst xmlns:a="http://schemas.openxmlformats.org/drawingml/2006/main">
              <a:ext uri="{FF2B5EF4-FFF2-40B4-BE49-F238E27FC236}">
                <a16:creationId xmlns:a16="http://schemas.microsoft.com/office/drawing/2014/main" id="{EA0C7C4E-D210-4D0B-AAA7-259ADD9016CC}"/>
              </a:ext>
            </a:extLst>
          </p:cNvPr>
          <p:cNvSpPr>
            <a:spLocks xmlns:a="http://schemas.openxmlformats.org/drawingml/2006/main" noGrp="1"/>
          </p:cNvSpPr>
          <p:nvPr/>
        </p:nvSpPr>
        <p:spPr>
          <a:xfrm xmlns:a="http://schemas.openxmlformats.org/drawingml/2006/main">
            <a:off x="20955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2135328685" name="Rectangle: Rounded Corners 1904735606">
            <a:extLst xmlns:a="http://schemas.openxmlformats.org/drawingml/2006/main">
              <a:ext uri="{FF2B5EF4-FFF2-40B4-BE49-F238E27FC236}">
                <a16:creationId xmlns:a16="http://schemas.microsoft.com/office/drawing/2014/main" id="{2C9B4EDD-501D-4DB1-A1C0-5926ACC397D6}"/>
              </a:ext>
            </a:extLst>
          </p:cNvPr>
          <p:cNvSpPr>
            <a:spLocks xmlns:a="http://schemas.openxmlformats.org/drawingml/2006/main" noGrp="1"/>
          </p:cNvSpPr>
          <p:nvPr/>
        </p:nvSpPr>
        <p:spPr>
          <a:xfrm xmlns:a="http://schemas.openxmlformats.org/drawingml/2006/main">
            <a:off x="2495550" y="3533775"/>
            <a:ext cx="209550" cy="142875"/>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06471871" name="Rectangle 1977779495">
            <a:extLst xmlns:a="http://schemas.openxmlformats.org/drawingml/2006/main">
              <a:ext uri="{FF2B5EF4-FFF2-40B4-BE49-F238E27FC236}">
                <a16:creationId xmlns:a16="http://schemas.microsoft.com/office/drawing/2014/main" id="{B508263D-D3DC-4461-A345-9ACE544E51D2}"/>
              </a:ext>
            </a:extLst>
          </p:cNvPr>
          <p:cNvSpPr>
            <a:spLocks xmlns:a="http://schemas.openxmlformats.org/drawingml/2006/main" noGrp="1"/>
          </p:cNvSpPr>
          <p:nvPr/>
        </p:nvSpPr>
        <p:spPr>
          <a:xfrm xmlns:a="http://schemas.openxmlformats.org/drawingml/2006/main">
            <a:off x="24193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912304798" name="Rectangle: Rounded Corners 758909754">
            <a:extLst xmlns:a="http://schemas.openxmlformats.org/drawingml/2006/main">
              <a:ext uri="{FF2B5EF4-FFF2-40B4-BE49-F238E27FC236}">
                <a16:creationId xmlns:a16="http://schemas.microsoft.com/office/drawing/2014/main" id="{E16E4FAB-7AA7-438D-AEBE-3DE69EA1476E}"/>
              </a:ext>
            </a:extLst>
          </p:cNvPr>
          <p:cNvSpPr>
            <a:spLocks xmlns:a="http://schemas.openxmlformats.org/drawingml/2006/main" noGrp="1"/>
          </p:cNvSpPr>
          <p:nvPr/>
        </p:nvSpPr>
        <p:spPr>
          <a:xfrm xmlns:a="http://schemas.openxmlformats.org/drawingml/2006/main">
            <a:off x="3886200" y="2971800"/>
            <a:ext cx="209550" cy="704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44038495" name="Rectangle 1103671468">
            <a:extLst xmlns:a="http://schemas.openxmlformats.org/drawingml/2006/main">
              <a:ext uri="{FF2B5EF4-FFF2-40B4-BE49-F238E27FC236}">
                <a16:creationId xmlns:a16="http://schemas.microsoft.com/office/drawing/2014/main" id="{85757F81-686B-4C81-9304-F255F68EE4EF}"/>
              </a:ext>
            </a:extLst>
          </p:cNvPr>
          <p:cNvSpPr>
            <a:spLocks xmlns:a="http://schemas.openxmlformats.org/drawingml/2006/main" noGrp="1"/>
          </p:cNvSpPr>
          <p:nvPr/>
        </p:nvSpPr>
        <p:spPr>
          <a:xfrm xmlns:a="http://schemas.openxmlformats.org/drawingml/2006/main">
            <a:off x="38100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1236860617" name="Rectangle: Rounded Corners 1109785804">
            <a:extLst xmlns:a="http://schemas.openxmlformats.org/drawingml/2006/main">
              <a:ext uri="{FF2B5EF4-FFF2-40B4-BE49-F238E27FC236}">
                <a16:creationId xmlns:a16="http://schemas.microsoft.com/office/drawing/2014/main" id="{923E8047-4BF9-46C4-B260-4A0C5CAB5583}"/>
              </a:ext>
            </a:extLst>
          </p:cNvPr>
          <p:cNvSpPr>
            <a:spLocks xmlns:a="http://schemas.openxmlformats.org/drawingml/2006/main" noGrp="1"/>
          </p:cNvSpPr>
          <p:nvPr/>
        </p:nvSpPr>
        <p:spPr>
          <a:xfrm xmlns:a="http://schemas.openxmlformats.org/drawingml/2006/main">
            <a:off x="4210050" y="3095625"/>
            <a:ext cx="209550" cy="581025"/>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51061898" name="Rectangle 87535763">
            <a:extLst xmlns:a="http://schemas.openxmlformats.org/drawingml/2006/main">
              <a:ext uri="{FF2B5EF4-FFF2-40B4-BE49-F238E27FC236}">
                <a16:creationId xmlns:a16="http://schemas.microsoft.com/office/drawing/2014/main" id="{7A8495D1-4C26-4978-A668-6853781C2B8F}"/>
              </a:ext>
            </a:extLst>
          </p:cNvPr>
          <p:cNvSpPr>
            <a:spLocks xmlns:a="http://schemas.openxmlformats.org/drawingml/2006/main" noGrp="1"/>
          </p:cNvSpPr>
          <p:nvPr/>
        </p:nvSpPr>
        <p:spPr>
          <a:xfrm xmlns:a="http://schemas.openxmlformats.org/drawingml/2006/main">
            <a:off x="41338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185385491" name="Rectangle: Rounded Corners 395524451">
            <a:extLst xmlns:a="http://schemas.openxmlformats.org/drawingml/2006/main">
              <a:ext uri="{FF2B5EF4-FFF2-40B4-BE49-F238E27FC236}">
                <a16:creationId xmlns:a16="http://schemas.microsoft.com/office/drawing/2014/main" id="{554900A7-74F0-418D-A068-89B0836FF028}"/>
              </a:ext>
            </a:extLst>
          </p:cNvPr>
          <p:cNvSpPr>
            <a:spLocks xmlns:a="http://schemas.openxmlformats.org/drawingml/2006/main" noGrp="1"/>
          </p:cNvSpPr>
          <p:nvPr/>
        </p:nvSpPr>
        <p:spPr>
          <a:xfrm xmlns:a="http://schemas.openxmlformats.org/drawingml/2006/main">
            <a:off x="4533900" y="3219449"/>
            <a:ext cx="209550" cy="45720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29959559" name="Rectangle 752117888">
            <a:extLst xmlns:a="http://schemas.openxmlformats.org/drawingml/2006/main">
              <a:ext uri="{FF2B5EF4-FFF2-40B4-BE49-F238E27FC236}">
                <a16:creationId xmlns:a16="http://schemas.microsoft.com/office/drawing/2014/main" id="{C88AA4F4-F847-4C8E-88B2-BC1A0BF9FAA0}"/>
              </a:ext>
            </a:extLst>
          </p:cNvPr>
          <p:cNvSpPr>
            <a:spLocks xmlns:a="http://schemas.openxmlformats.org/drawingml/2006/main" noGrp="1"/>
          </p:cNvSpPr>
          <p:nvPr/>
        </p:nvSpPr>
        <p:spPr>
          <a:xfrm xmlns:a="http://schemas.openxmlformats.org/drawingml/2006/main">
            <a:off x="44577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138695926" name="Rectangle: Rounded Corners 1187034514">
            <a:extLst xmlns:a="http://schemas.openxmlformats.org/drawingml/2006/main">
              <a:ext uri="{FF2B5EF4-FFF2-40B4-BE49-F238E27FC236}">
                <a16:creationId xmlns:a16="http://schemas.microsoft.com/office/drawing/2014/main" id="{520EC7EC-4F46-4631-8A46-3EE1699087DE}"/>
              </a:ext>
            </a:extLst>
          </p:cNvPr>
          <p:cNvSpPr>
            <a:spLocks xmlns:a="http://schemas.openxmlformats.org/drawingml/2006/main" noGrp="1"/>
          </p:cNvSpPr>
          <p:nvPr/>
        </p:nvSpPr>
        <p:spPr>
          <a:xfrm xmlns:a="http://schemas.openxmlformats.org/drawingml/2006/main">
            <a:off x="4857750" y="3352800"/>
            <a:ext cx="209550" cy="323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90077671" name="Rectangle 1239831952">
            <a:extLst xmlns:a="http://schemas.openxmlformats.org/drawingml/2006/main">
              <a:ext uri="{FF2B5EF4-FFF2-40B4-BE49-F238E27FC236}">
                <a16:creationId xmlns:a16="http://schemas.microsoft.com/office/drawing/2014/main" id="{7329DCB8-8082-4737-B2BE-71F0167AD8B4}"/>
              </a:ext>
            </a:extLst>
          </p:cNvPr>
          <p:cNvSpPr>
            <a:spLocks xmlns:a="http://schemas.openxmlformats.org/drawingml/2006/main" noGrp="1"/>
          </p:cNvSpPr>
          <p:nvPr/>
        </p:nvSpPr>
        <p:spPr>
          <a:xfrm xmlns:a="http://schemas.openxmlformats.org/drawingml/2006/main">
            <a:off x="47815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5797139" name="Rectangle: Rounded Corners 1990686703">
            <a:extLst xmlns:a="http://schemas.openxmlformats.org/drawingml/2006/main">
              <a:ext uri="{FF2B5EF4-FFF2-40B4-BE49-F238E27FC236}">
                <a16:creationId xmlns:a16="http://schemas.microsoft.com/office/drawing/2014/main" id="{5EC53EBA-1003-4130-9DAA-2C8484389F07}"/>
              </a:ext>
            </a:extLst>
          </p:cNvPr>
          <p:cNvSpPr>
            <a:spLocks xmlns:a="http://schemas.openxmlformats.org/drawingml/2006/main" noGrp="1"/>
          </p:cNvSpPr>
          <p:nvPr/>
        </p:nvSpPr>
        <p:spPr>
          <a:xfrm xmlns:a="http://schemas.openxmlformats.org/drawingml/2006/main">
            <a:off x="64008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6118490" name="Rectangle 790741738">
            <a:extLst xmlns:a="http://schemas.openxmlformats.org/drawingml/2006/main">
              <a:ext uri="{FF2B5EF4-FFF2-40B4-BE49-F238E27FC236}">
                <a16:creationId xmlns:a16="http://schemas.microsoft.com/office/drawing/2014/main" id="{2F6553CF-3F20-4851-8A5D-DF3C56D3EFAB}"/>
              </a:ext>
            </a:extLst>
          </p:cNvPr>
          <p:cNvSpPr>
            <a:spLocks xmlns:a="http://schemas.openxmlformats.org/drawingml/2006/main" noGrp="1"/>
          </p:cNvSpPr>
          <p:nvPr/>
        </p:nvSpPr>
        <p:spPr>
          <a:xfrm xmlns:a="http://schemas.openxmlformats.org/drawingml/2006/main">
            <a:off x="6724649" y="2209800"/>
            <a:ext cx="133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10B981"/>
                </a:solidFill>
              </a:defRPr>
            </a:pPr>
            <a:r>
              <a:rPr sz="2050" b="1">
                <a:solidFill>
                  <a:srgbClr val="10B981"/>
                </a:solidFill>
              </a:rPr>
              <a:t>top-p</a:t>
            </a:r>
          </a:p>
        </p:txBody>
      </p:sp>
      <p:sp>
        <p:nvSpPr>
          <p:cNvPr id="443085388" name="Rectangle 1344716697">
            <a:extLst xmlns:a="http://schemas.openxmlformats.org/drawingml/2006/main">
              <a:ext uri="{FF2B5EF4-FFF2-40B4-BE49-F238E27FC236}">
                <a16:creationId xmlns:a16="http://schemas.microsoft.com/office/drawing/2014/main" id="{F3A92B0A-0567-41F1-A7A4-85D6B5C30425}"/>
              </a:ext>
            </a:extLst>
          </p:cNvPr>
          <p:cNvSpPr>
            <a:spLocks xmlns:a="http://schemas.openxmlformats.org/drawingml/2006/main" noGrp="1"/>
          </p:cNvSpPr>
          <p:nvPr/>
        </p:nvSpPr>
        <p:spPr>
          <a:xfrm xmlns:a="http://schemas.openxmlformats.org/drawingml/2006/main">
            <a:off x="6724649" y="255270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keep the smallest set whose probability mass reaches p</a:t>
            </a:r>
          </a:p>
        </p:txBody>
      </p:sp>
      <p:sp>
        <p:nvSpPr>
          <p:cNvPr id="210240481" name="Rectangle: Rounded Corners 505587208">
            <a:extLst xmlns:a="http://schemas.openxmlformats.org/drawingml/2006/main">
              <a:ext uri="{FF2B5EF4-FFF2-40B4-BE49-F238E27FC236}">
                <a16:creationId xmlns:a16="http://schemas.microsoft.com/office/drawing/2014/main" id="{DBAA93F5-71AF-4849-8C90-16ED7C84786F}"/>
              </a:ext>
            </a:extLst>
          </p:cNvPr>
          <p:cNvSpPr>
            <a:spLocks xmlns:a="http://schemas.openxmlformats.org/drawingml/2006/main" noGrp="1"/>
          </p:cNvSpPr>
          <p:nvPr/>
        </p:nvSpPr>
        <p:spPr>
          <a:xfrm xmlns:a="http://schemas.openxmlformats.org/drawingml/2006/main">
            <a:off x="6953250" y="2952750"/>
            <a:ext cx="323850" cy="8382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75268425" name="Rectangle 1817540189">
            <a:extLst xmlns:a="http://schemas.openxmlformats.org/drawingml/2006/main">
              <a:ext uri="{FF2B5EF4-FFF2-40B4-BE49-F238E27FC236}">
                <a16:creationId xmlns:a16="http://schemas.microsoft.com/office/drawing/2014/main" id="{96CE6D7A-D267-4B99-B379-20C0F707A266}"/>
              </a:ext>
            </a:extLst>
          </p:cNvPr>
          <p:cNvSpPr>
            <a:spLocks xmlns:a="http://schemas.openxmlformats.org/drawingml/2006/main" noGrp="1"/>
          </p:cNvSpPr>
          <p:nvPr/>
        </p:nvSpPr>
        <p:spPr>
          <a:xfrm xmlns:a="http://schemas.openxmlformats.org/drawingml/2006/main">
            <a:off x="68770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720708871" name="Rectangle: Rounded Corners 1412774459">
            <a:extLst xmlns:a="http://schemas.openxmlformats.org/drawingml/2006/main">
              <a:ext uri="{FF2B5EF4-FFF2-40B4-BE49-F238E27FC236}">
                <a16:creationId xmlns:a16="http://schemas.microsoft.com/office/drawing/2014/main" id="{8CE7F8DC-8D6B-449E-B411-85E0E282B661}"/>
              </a:ext>
            </a:extLst>
          </p:cNvPr>
          <p:cNvSpPr>
            <a:spLocks xmlns:a="http://schemas.openxmlformats.org/drawingml/2006/main" noGrp="1"/>
          </p:cNvSpPr>
          <p:nvPr/>
        </p:nvSpPr>
        <p:spPr>
          <a:xfrm xmlns:a="http://schemas.openxmlformats.org/drawingml/2006/main">
            <a:off x="7477125" y="3143250"/>
            <a:ext cx="323850" cy="6477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4262881" name="Rectangle 842999192">
            <a:extLst xmlns:a="http://schemas.openxmlformats.org/drawingml/2006/main">
              <a:ext uri="{FF2B5EF4-FFF2-40B4-BE49-F238E27FC236}">
                <a16:creationId xmlns:a16="http://schemas.microsoft.com/office/drawing/2014/main" id="{672501E5-DED6-4076-A216-4816ADF463D9}"/>
              </a:ext>
            </a:extLst>
          </p:cNvPr>
          <p:cNvSpPr>
            <a:spLocks xmlns:a="http://schemas.openxmlformats.org/drawingml/2006/main" noGrp="1"/>
          </p:cNvSpPr>
          <p:nvPr/>
        </p:nvSpPr>
        <p:spPr>
          <a:xfrm xmlns:a="http://schemas.openxmlformats.org/drawingml/2006/main">
            <a:off x="74009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B</a:t>
            </a:r>
          </a:p>
        </p:txBody>
      </p:sp>
      <p:sp>
        <p:nvSpPr>
          <p:cNvPr id="274226686" name="Rectangle: Rounded Corners 1720875966">
            <a:extLst xmlns:a="http://schemas.openxmlformats.org/drawingml/2006/main">
              <a:ext uri="{FF2B5EF4-FFF2-40B4-BE49-F238E27FC236}">
                <a16:creationId xmlns:a16="http://schemas.microsoft.com/office/drawing/2014/main" id="{8E313DDD-CB28-468C-9D92-0D2B9BD7BC85}"/>
              </a:ext>
            </a:extLst>
          </p:cNvPr>
          <p:cNvSpPr>
            <a:spLocks xmlns:a="http://schemas.openxmlformats.org/drawingml/2006/main" noGrp="1"/>
          </p:cNvSpPr>
          <p:nvPr/>
        </p:nvSpPr>
        <p:spPr>
          <a:xfrm xmlns:a="http://schemas.openxmlformats.org/drawingml/2006/main">
            <a:off x="8001000" y="3314700"/>
            <a:ext cx="323850" cy="47625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27335873" name="Rectangle 66502239">
            <a:extLst xmlns:a="http://schemas.openxmlformats.org/drawingml/2006/main">
              <a:ext uri="{FF2B5EF4-FFF2-40B4-BE49-F238E27FC236}">
                <a16:creationId xmlns:a16="http://schemas.microsoft.com/office/drawing/2014/main" id="{03F48DAE-C4BC-4DD6-9BC2-42427D31CC20}"/>
              </a:ext>
            </a:extLst>
          </p:cNvPr>
          <p:cNvSpPr>
            <a:spLocks xmlns:a="http://schemas.openxmlformats.org/drawingml/2006/main" noGrp="1"/>
          </p:cNvSpPr>
          <p:nvPr/>
        </p:nvSpPr>
        <p:spPr>
          <a:xfrm xmlns:a="http://schemas.openxmlformats.org/drawingml/2006/main">
            <a:off x="792480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C</a:t>
            </a:r>
          </a:p>
        </p:txBody>
      </p:sp>
      <p:sp>
        <p:nvSpPr>
          <p:cNvPr id="222569548" name="Rectangle: Rounded Corners 2118371450">
            <a:extLst xmlns:a="http://schemas.openxmlformats.org/drawingml/2006/main">
              <a:ext uri="{FF2B5EF4-FFF2-40B4-BE49-F238E27FC236}">
                <a16:creationId xmlns:a16="http://schemas.microsoft.com/office/drawing/2014/main" id="{70CC611B-D4C9-4E1A-A615-2D1EAB94D157}"/>
              </a:ext>
            </a:extLst>
          </p:cNvPr>
          <p:cNvSpPr>
            <a:spLocks xmlns:a="http://schemas.openxmlformats.org/drawingml/2006/main" noGrp="1"/>
          </p:cNvSpPr>
          <p:nvPr/>
        </p:nvSpPr>
        <p:spPr>
          <a:xfrm xmlns:a="http://schemas.openxmlformats.org/drawingml/2006/main">
            <a:off x="8524875" y="3486150"/>
            <a:ext cx="323850" cy="304800"/>
          </a:xfrm>
          <a:prstGeom xmlns:a="http://schemas.openxmlformats.org/drawingml/2006/main" prst="roundRect">
            <a:avLst>
              <a:gd name="adj" fmla="val 375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29396688" name="Rectangle 1265886563">
            <a:extLst xmlns:a="http://schemas.openxmlformats.org/drawingml/2006/main">
              <a:ext uri="{FF2B5EF4-FFF2-40B4-BE49-F238E27FC236}">
                <a16:creationId xmlns:a16="http://schemas.microsoft.com/office/drawing/2014/main" id="{D8218CA5-6BEF-47F9-BC48-A916BE141831}"/>
              </a:ext>
            </a:extLst>
          </p:cNvPr>
          <p:cNvSpPr>
            <a:spLocks xmlns:a="http://schemas.openxmlformats.org/drawingml/2006/main" noGrp="1"/>
          </p:cNvSpPr>
          <p:nvPr/>
        </p:nvSpPr>
        <p:spPr>
          <a:xfrm xmlns:a="http://schemas.openxmlformats.org/drawingml/2006/main">
            <a:off x="844867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D</a:t>
            </a:r>
          </a:p>
        </p:txBody>
      </p:sp>
      <p:sp>
        <p:nvSpPr>
          <p:cNvPr id="91375062" name="Rectangle: Rounded Corners 2042608732">
            <a:extLst xmlns:a="http://schemas.openxmlformats.org/drawingml/2006/main">
              <a:ext uri="{FF2B5EF4-FFF2-40B4-BE49-F238E27FC236}">
                <a16:creationId xmlns:a16="http://schemas.microsoft.com/office/drawing/2014/main" id="{B230E23A-9D2E-41E8-815C-A4E63C86EC1D}"/>
              </a:ext>
            </a:extLst>
          </p:cNvPr>
          <p:cNvSpPr>
            <a:spLocks xmlns:a="http://schemas.openxmlformats.org/drawingml/2006/main" noGrp="1"/>
          </p:cNvSpPr>
          <p:nvPr/>
        </p:nvSpPr>
        <p:spPr>
          <a:xfrm xmlns:a="http://schemas.openxmlformats.org/drawingml/2006/main">
            <a:off x="9048750" y="3600450"/>
            <a:ext cx="323850" cy="1905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005228" name="Rectangle 661207096">
            <a:extLst xmlns:a="http://schemas.openxmlformats.org/drawingml/2006/main">
              <a:ext uri="{FF2B5EF4-FFF2-40B4-BE49-F238E27FC236}">
                <a16:creationId xmlns:a16="http://schemas.microsoft.com/office/drawing/2014/main" id="{1587C417-88D0-4D1A-86F5-A400518A6371}"/>
              </a:ext>
            </a:extLst>
          </p:cNvPr>
          <p:cNvSpPr>
            <a:spLocks xmlns:a="http://schemas.openxmlformats.org/drawingml/2006/main" noGrp="1"/>
          </p:cNvSpPr>
          <p:nvPr/>
        </p:nvSpPr>
        <p:spPr>
          <a:xfrm xmlns:a="http://schemas.openxmlformats.org/drawingml/2006/main">
            <a:off x="89725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E</a:t>
            </a:r>
          </a:p>
        </p:txBody>
      </p:sp>
      <p:sp>
        <p:nvSpPr>
          <p:cNvPr id="1495511344" name="Rectangle: Rounded Corners 1098391783">
            <a:extLst xmlns:a="http://schemas.openxmlformats.org/drawingml/2006/main">
              <a:ext uri="{FF2B5EF4-FFF2-40B4-BE49-F238E27FC236}">
                <a16:creationId xmlns:a16="http://schemas.microsoft.com/office/drawing/2014/main" id="{9137729C-AB01-4AA4-A95E-45B576A13618}"/>
              </a:ext>
            </a:extLst>
          </p:cNvPr>
          <p:cNvSpPr>
            <a:spLocks xmlns:a="http://schemas.openxmlformats.org/drawingml/2006/main" noGrp="1"/>
          </p:cNvSpPr>
          <p:nvPr/>
        </p:nvSpPr>
        <p:spPr>
          <a:xfrm xmlns:a="http://schemas.openxmlformats.org/drawingml/2006/main">
            <a:off x="9572625" y="3676650"/>
            <a:ext cx="323850" cy="1143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73624096" name="Rectangle 1867510340">
            <a:extLst xmlns:a="http://schemas.openxmlformats.org/drawingml/2006/main">
              <a:ext uri="{FF2B5EF4-FFF2-40B4-BE49-F238E27FC236}">
                <a16:creationId xmlns:a16="http://schemas.microsoft.com/office/drawing/2014/main" id="{252B0AA9-9ECE-49D7-8C90-97C8D8672428}"/>
              </a:ext>
            </a:extLst>
          </p:cNvPr>
          <p:cNvSpPr>
            <a:spLocks xmlns:a="http://schemas.openxmlformats.org/drawingml/2006/main" noGrp="1"/>
          </p:cNvSpPr>
          <p:nvPr/>
        </p:nvSpPr>
        <p:spPr>
          <a:xfrm xmlns:a="http://schemas.openxmlformats.org/drawingml/2006/main">
            <a:off x="94964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F</a:t>
            </a:r>
          </a:p>
        </p:txBody>
      </p:sp>
      <p:sp>
        <p:nvSpPr>
          <p:cNvPr id="1438549567" name="Rectangle 610821016">
            <a:extLst xmlns:a="http://schemas.openxmlformats.org/drawingml/2006/main">
              <a:ext uri="{FF2B5EF4-FFF2-40B4-BE49-F238E27FC236}">
                <a16:creationId xmlns:a16="http://schemas.microsoft.com/office/drawing/2014/main" id="{327F90BB-6611-4EF9-8A2B-4BBA32E1BFCA}"/>
              </a:ext>
            </a:extLst>
          </p:cNvPr>
          <p:cNvSpPr>
            <a:spLocks xmlns:a="http://schemas.openxmlformats.org/drawingml/2006/main" noGrp="1"/>
          </p:cNvSpPr>
          <p:nvPr/>
        </p:nvSpPr>
        <p:spPr>
          <a:xfrm xmlns:a="http://schemas.openxmlformats.org/drawingml/2006/main">
            <a:off x="7239000" y="40957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10B981"/>
                </a:solidFill>
              </a:defRPr>
            </a:pPr>
            <a:r>
              <a:rPr sz="1350" b="1">
                <a:solidFill>
                  <a:srgbClr val="10B981"/>
                </a:solidFill>
              </a:rPr>
              <a:t>sample only inside nucleus</a:t>
            </a:r>
          </a:p>
        </p:txBody>
      </p:sp>
      <p:sp>
        <p:nvSpPr>
          <p:cNvPr id="1020606715" name="Rectangle: Rounded Corners 1846748793">
            <a:extLst xmlns:a="http://schemas.openxmlformats.org/drawingml/2006/main">
              <a:ext uri="{FF2B5EF4-FFF2-40B4-BE49-F238E27FC236}">
                <a16:creationId xmlns:a16="http://schemas.microsoft.com/office/drawing/2014/main" id="{A8A95FBD-2F89-44BA-910F-BCE3E8074699}"/>
              </a:ext>
            </a:extLst>
          </p:cNvPr>
          <p:cNvSpPr>
            <a:spLocks xmlns:a="http://schemas.openxmlformats.org/drawingml/2006/main" noGrp="1"/>
          </p:cNvSpPr>
          <p:nvPr/>
        </p:nvSpPr>
        <p:spPr>
          <a:xfrm xmlns:a="http://schemas.openxmlformats.org/drawingml/2006/main">
            <a:off x="16002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max tokens</a:t>
            </a:r>
          </a:p>
        </p:txBody>
      </p:sp>
      <p:sp>
        <p:nvSpPr>
          <p:cNvPr id="1534798674" name="Rectangle 569626175">
            <a:extLst xmlns:a="http://schemas.openxmlformats.org/drawingml/2006/main">
              <a:ext uri="{FF2B5EF4-FFF2-40B4-BE49-F238E27FC236}">
                <a16:creationId xmlns:a16="http://schemas.microsoft.com/office/drawing/2014/main" id="{423AA3D2-F1BE-4E79-B09F-E920C037C127}"/>
              </a:ext>
            </a:extLst>
          </p:cNvPr>
          <p:cNvSpPr>
            <a:spLocks xmlns:a="http://schemas.openxmlformats.org/drawingml/2006/main" noGrp="1"/>
          </p:cNvSpPr>
          <p:nvPr/>
        </p:nvSpPr>
        <p:spPr>
          <a:xfrm xmlns:a="http://schemas.openxmlformats.org/drawingml/2006/main">
            <a:off x="16002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how long to continue</a:t>
            </a:r>
          </a:p>
        </p:txBody>
      </p:sp>
      <p:sp>
        <p:nvSpPr>
          <p:cNvPr id="1467872017" name="Rectangle: Rounded Corners 43298065">
            <a:extLst xmlns:a="http://schemas.openxmlformats.org/drawingml/2006/main">
              <a:ext uri="{FF2B5EF4-FFF2-40B4-BE49-F238E27FC236}">
                <a16:creationId xmlns:a16="http://schemas.microsoft.com/office/drawing/2014/main" id="{EEA66665-B8E9-4704-9332-9919B3294C24}"/>
              </a:ext>
            </a:extLst>
          </p:cNvPr>
          <p:cNvSpPr>
            <a:spLocks xmlns:a="http://schemas.openxmlformats.org/drawingml/2006/main" noGrp="1"/>
          </p:cNvSpPr>
          <p:nvPr/>
        </p:nvSpPr>
        <p:spPr>
          <a:xfrm xmlns:a="http://schemas.openxmlformats.org/drawingml/2006/main">
            <a:off x="49530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penalties</a:t>
            </a:r>
          </a:p>
        </p:txBody>
      </p:sp>
      <p:sp>
        <p:nvSpPr>
          <p:cNvPr id="735313704" name="Rectangle 114239354">
            <a:extLst xmlns:a="http://schemas.openxmlformats.org/drawingml/2006/main">
              <a:ext uri="{FF2B5EF4-FFF2-40B4-BE49-F238E27FC236}">
                <a16:creationId xmlns:a16="http://schemas.microsoft.com/office/drawing/2014/main" id="{D89AADCE-0AA7-42C0-A006-BD13B8D316D2}"/>
              </a:ext>
            </a:extLst>
          </p:cNvPr>
          <p:cNvSpPr>
            <a:spLocks xmlns:a="http://schemas.openxmlformats.org/drawingml/2006/main" noGrp="1"/>
          </p:cNvSpPr>
          <p:nvPr/>
        </p:nvSpPr>
        <p:spPr>
          <a:xfrm xmlns:a="http://schemas.openxmlformats.org/drawingml/2006/main">
            <a:off x="49530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reduce repetition</a:t>
            </a:r>
          </a:p>
        </p:txBody>
      </p:sp>
      <p:sp>
        <p:nvSpPr>
          <p:cNvPr id="971861094" name="Rectangle: Rounded Corners 1589723464">
            <a:extLst xmlns:a="http://schemas.openxmlformats.org/drawingml/2006/main">
              <a:ext uri="{FF2B5EF4-FFF2-40B4-BE49-F238E27FC236}">
                <a16:creationId xmlns:a16="http://schemas.microsoft.com/office/drawing/2014/main" id="{AEF89217-2D20-4B2A-A5D6-A0D72F3F2FBE}"/>
              </a:ext>
            </a:extLst>
          </p:cNvPr>
          <p:cNvSpPr>
            <a:spLocks xmlns:a="http://schemas.openxmlformats.org/drawingml/2006/main" noGrp="1"/>
          </p:cNvSpPr>
          <p:nvPr/>
        </p:nvSpPr>
        <p:spPr>
          <a:xfrm xmlns:a="http://schemas.openxmlformats.org/drawingml/2006/main">
            <a:off x="83058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stop</a:t>
            </a:r>
          </a:p>
        </p:txBody>
      </p:sp>
      <p:sp>
        <p:nvSpPr>
          <p:cNvPr id="1247886694" name="Rectangle 127230098">
            <a:extLst xmlns:a="http://schemas.openxmlformats.org/drawingml/2006/main">
              <a:ext uri="{FF2B5EF4-FFF2-40B4-BE49-F238E27FC236}">
                <a16:creationId xmlns:a16="http://schemas.microsoft.com/office/drawing/2014/main" id="{76FCE316-BC7A-4931-8965-C5D955EB2919}"/>
              </a:ext>
            </a:extLst>
          </p:cNvPr>
          <p:cNvSpPr>
            <a:spLocks xmlns:a="http://schemas.openxmlformats.org/drawingml/2006/main" noGrp="1"/>
          </p:cNvSpPr>
          <p:nvPr/>
        </p:nvSpPr>
        <p:spPr>
          <a:xfrm xmlns:a="http://schemas.openxmlformats.org/drawingml/2006/main">
            <a:off x="83058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where to end</a:t>
            </a:r>
          </a:p>
        </p:txBody>
      </p:sp>
      <p:sp>
        <p:nvSpPr>
          <p:cNvPr id="2041195910" name="Rectangle 760303360">
            <a:extLst xmlns:a="http://schemas.openxmlformats.org/drawingml/2006/main">
              <a:ext uri="{FF2B5EF4-FFF2-40B4-BE49-F238E27FC236}">
                <a16:creationId xmlns:a16="http://schemas.microsoft.com/office/drawing/2014/main" id="{90D5A918-2853-41D5-B48F-AD89D76EFEB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56</a:t>
            </a:r>
          </a:p>
        </p:txBody>
      </p:sp>
      <p:pic>
        <p:nvPicPr>
          <p:cNvPr id="2135328733" name="Graphic 2118371498"/>
          <p:cNvPicPr>
            <a:picLocks xmlns:a="http://schemas.openxmlformats.org/drawingml/2006/main" noChangeAspect="1"/>
          </p:cNvPicPr>
          <p:nvPr/>
        </p:nvPicPr>
        <p:blipFill rotWithShape="1">
          <a:blip xmlns:r="http://schemas.openxmlformats.org/officeDocument/2006/relationships" xmlns:a="http://schemas.openxmlformats.org/drawingml/2006/main" r:embed="R6e1cced7fe654e0d">
            <a:extLst>
              <a:ext uri="{96DAC541-7B7A-43D3-8B79-37D633B846F1}">
                <asvg:svgBlip xmlns:asvg="http://schemas.microsoft.com/office/drawing/2016/SVG/main" r:embed="Rfbef9c53d1284927"/>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383813699"/>
      </p:ext>
    </p:extLst>
  </p:cSld>
</p:sld>
</file>

<file path=ppt/slides/slide5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604620" name="Rectangle 1109576543">
            <a:extLst xmlns:a="http://schemas.openxmlformats.org/drawingml/2006/main">
              <a:ext uri="{FF2B5EF4-FFF2-40B4-BE49-F238E27FC236}">
                <a16:creationId xmlns:a16="http://schemas.microsoft.com/office/drawing/2014/main" id="{1CBF8D81-E7A5-4ACA-A1F3-C554E23865E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Recap</a:t>
            </a:r>
          </a:p>
        </p:txBody>
      </p:sp>
      <p:sp>
        <p:nvSpPr>
          <p:cNvPr id="1270177819" name="Rectangle 165357682">
            <a:extLst xmlns:a="http://schemas.openxmlformats.org/drawingml/2006/main">
              <a:ext uri="{FF2B5EF4-FFF2-40B4-BE49-F238E27FC236}">
                <a16:creationId xmlns:a16="http://schemas.microsoft.com/office/drawing/2014/main" id="{86B6B59A-CEAF-46CE-BFEA-3943085FA633}"/>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whole path is one learning story</a:t>
            </a:r>
          </a:p>
        </p:txBody>
      </p:sp>
      <p:sp>
        <p:nvSpPr>
          <p:cNvPr id="268236312" name="Rectangle: Rounded Corners 1373434995">
            <a:extLst xmlns:a="http://schemas.openxmlformats.org/drawingml/2006/main">
              <a:ext uri="{FF2B5EF4-FFF2-40B4-BE49-F238E27FC236}">
                <a16:creationId xmlns:a16="http://schemas.microsoft.com/office/drawing/2014/main" id="{899ABE9C-9710-498B-A3A5-F1B72824B2B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64314639" name="Straight Connector 247695513">
            <a:extLst xmlns:a="http://schemas.openxmlformats.org/drawingml/2006/main">
              <a:ext uri="{FF2B5EF4-FFF2-40B4-BE49-F238E27FC236}">
                <a16:creationId xmlns:a16="http://schemas.microsoft.com/office/drawing/2014/main" id="{C61E842A-6890-4A17-8429-5955E6277B3E}"/>
              </a:ext>
            </a:extLst>
          </p:cNvPr>
          <p:cNvSpPr>
            <a:spLocks xmlns:a="http://schemas.openxmlformats.org/drawingml/2006/main" noGrp="1"/>
          </p:cNvSpPr>
          <p:nvPr/>
        </p:nvSpPr>
        <p:spPr>
          <a:xfrm xmlns:a="http://schemas.openxmlformats.org/drawingml/2006/main">
            <a:off x="1428750" y="3619500"/>
            <a:ext cx="885825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34426370" name="Oval 628746849">
            <a:extLst xmlns:a="http://schemas.openxmlformats.org/drawingml/2006/main">
              <a:ext uri="{FF2B5EF4-FFF2-40B4-BE49-F238E27FC236}">
                <a16:creationId xmlns:a16="http://schemas.microsoft.com/office/drawing/2014/main" id="{D67B3191-DFB4-4AD1-8102-FC0B0B88BC48}"/>
              </a:ext>
            </a:extLst>
          </p:cNvPr>
          <p:cNvSpPr>
            <a:spLocks xmlns:a="http://schemas.openxmlformats.org/drawingml/2006/main" noGrp="1"/>
          </p:cNvSpPr>
          <p:nvPr/>
        </p:nvSpPr>
        <p:spPr>
          <a:xfrm xmlns:a="http://schemas.openxmlformats.org/drawingml/2006/main">
            <a:off x="1285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003840338" name="Rectangle 1898660202">
            <a:extLst xmlns:a="http://schemas.openxmlformats.org/drawingml/2006/main">
              <a:ext uri="{FF2B5EF4-FFF2-40B4-BE49-F238E27FC236}">
                <a16:creationId xmlns:a16="http://schemas.microsoft.com/office/drawing/2014/main" id="{4C74D619-9BF0-41C0-96B5-158E8779E7CB}"/>
              </a:ext>
            </a:extLst>
          </p:cNvPr>
          <p:cNvSpPr>
            <a:spLocks xmlns:a="http://schemas.openxmlformats.org/drawingml/2006/main" noGrp="1"/>
          </p:cNvSpPr>
          <p:nvPr/>
        </p:nvSpPr>
        <p:spPr>
          <a:xfrm xmlns:a="http://schemas.openxmlformats.org/drawingml/2006/main">
            <a:off x="904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line</a:t>
            </a:r>
          </a:p>
        </p:txBody>
      </p:sp>
      <p:sp>
        <p:nvSpPr>
          <p:cNvPr id="1868176078" name="Oval 901053968">
            <a:extLst xmlns:a="http://schemas.openxmlformats.org/drawingml/2006/main">
              <a:ext uri="{FF2B5EF4-FFF2-40B4-BE49-F238E27FC236}">
                <a16:creationId xmlns:a16="http://schemas.microsoft.com/office/drawing/2014/main" id="{3B184283-2E2E-4317-B972-6AEC9729C3B9}"/>
              </a:ext>
            </a:extLst>
          </p:cNvPr>
          <p:cNvSpPr>
            <a:spLocks xmlns:a="http://schemas.openxmlformats.org/drawingml/2006/main" noGrp="1"/>
          </p:cNvSpPr>
          <p:nvPr/>
        </p:nvSpPr>
        <p:spPr>
          <a:xfrm xmlns:a="http://schemas.openxmlformats.org/drawingml/2006/main">
            <a:off x="2809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938729528" name="Rectangle 2049675483">
            <a:extLst xmlns:a="http://schemas.openxmlformats.org/drawingml/2006/main">
              <a:ext uri="{FF2B5EF4-FFF2-40B4-BE49-F238E27FC236}">
                <a16:creationId xmlns:a16="http://schemas.microsoft.com/office/drawing/2014/main" id="{62E59438-EFE9-4E62-88D1-C414F73778D0}"/>
              </a:ext>
            </a:extLst>
          </p:cNvPr>
          <p:cNvSpPr>
            <a:spLocks xmlns:a="http://schemas.openxmlformats.org/drawingml/2006/main" noGrp="1"/>
          </p:cNvSpPr>
          <p:nvPr/>
        </p:nvSpPr>
        <p:spPr>
          <a:xfrm xmlns:a="http://schemas.openxmlformats.org/drawingml/2006/main">
            <a:off x="2428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network</a:t>
            </a:r>
          </a:p>
        </p:txBody>
      </p:sp>
      <p:sp>
        <p:nvSpPr>
          <p:cNvPr id="1699065432" name="Oval 80204406">
            <a:extLst xmlns:a="http://schemas.openxmlformats.org/drawingml/2006/main">
              <a:ext uri="{FF2B5EF4-FFF2-40B4-BE49-F238E27FC236}">
                <a16:creationId xmlns:a16="http://schemas.microsoft.com/office/drawing/2014/main" id="{1DE3C361-266A-410E-820C-D88024DAFA13}"/>
              </a:ext>
            </a:extLst>
          </p:cNvPr>
          <p:cNvSpPr>
            <a:spLocks xmlns:a="http://schemas.openxmlformats.org/drawingml/2006/main" noGrp="1"/>
          </p:cNvSpPr>
          <p:nvPr/>
        </p:nvSpPr>
        <p:spPr>
          <a:xfrm xmlns:a="http://schemas.openxmlformats.org/drawingml/2006/main">
            <a:off x="442912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1903800428" name="Rectangle 1419699716">
            <a:extLst xmlns:a="http://schemas.openxmlformats.org/drawingml/2006/main">
              <a:ext uri="{FF2B5EF4-FFF2-40B4-BE49-F238E27FC236}">
                <a16:creationId xmlns:a16="http://schemas.microsoft.com/office/drawing/2014/main" id="{1B2E9AB7-3C0F-4FE0-AF56-D2FEB95BE251}"/>
              </a:ext>
            </a:extLst>
          </p:cNvPr>
          <p:cNvSpPr>
            <a:spLocks xmlns:a="http://schemas.openxmlformats.org/drawingml/2006/main" noGrp="1"/>
          </p:cNvSpPr>
          <p:nvPr/>
        </p:nvSpPr>
        <p:spPr>
          <a:xfrm xmlns:a="http://schemas.openxmlformats.org/drawingml/2006/main">
            <a:off x="4048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backprop</a:t>
            </a:r>
          </a:p>
        </p:txBody>
      </p:sp>
      <p:sp>
        <p:nvSpPr>
          <p:cNvPr id="437639721" name="Oval 1824188964">
            <a:extLst xmlns:a="http://schemas.openxmlformats.org/drawingml/2006/main">
              <a:ext uri="{FF2B5EF4-FFF2-40B4-BE49-F238E27FC236}">
                <a16:creationId xmlns:a16="http://schemas.microsoft.com/office/drawing/2014/main" id="{EF6886B0-E370-475F-BA7B-933FFB581D3D}"/>
              </a:ext>
            </a:extLst>
          </p:cNvPr>
          <p:cNvSpPr>
            <a:spLocks xmlns:a="http://schemas.openxmlformats.org/drawingml/2006/main" noGrp="1"/>
          </p:cNvSpPr>
          <p:nvPr/>
        </p:nvSpPr>
        <p:spPr>
          <a:xfrm xmlns:a="http://schemas.openxmlformats.org/drawingml/2006/main">
            <a:off x="6238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195574848" name="Rectangle 1161191516">
            <a:extLst xmlns:a="http://schemas.openxmlformats.org/drawingml/2006/main">
              <a:ext uri="{FF2B5EF4-FFF2-40B4-BE49-F238E27FC236}">
                <a16:creationId xmlns:a16="http://schemas.microsoft.com/office/drawing/2014/main" id="{E2047562-86F2-41EA-AA9A-9A01C9C63697}"/>
              </a:ext>
            </a:extLst>
          </p:cNvPr>
          <p:cNvSpPr>
            <a:spLocks xmlns:a="http://schemas.openxmlformats.org/drawingml/2006/main" noGrp="1"/>
          </p:cNvSpPr>
          <p:nvPr/>
        </p:nvSpPr>
        <p:spPr>
          <a:xfrm xmlns:a="http://schemas.openxmlformats.org/drawingml/2006/main">
            <a:off x="5857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attention</a:t>
            </a:r>
          </a:p>
        </p:txBody>
      </p:sp>
      <p:sp>
        <p:nvSpPr>
          <p:cNvPr id="2054954298" name="Oval 506955708">
            <a:extLst xmlns:a="http://schemas.openxmlformats.org/drawingml/2006/main">
              <a:ext uri="{FF2B5EF4-FFF2-40B4-BE49-F238E27FC236}">
                <a16:creationId xmlns:a16="http://schemas.microsoft.com/office/drawing/2014/main" id="{1145F127-F8D0-4C74-AFAF-E024D99311AB}"/>
              </a:ext>
            </a:extLst>
          </p:cNvPr>
          <p:cNvSpPr>
            <a:spLocks xmlns:a="http://schemas.openxmlformats.org/drawingml/2006/main" noGrp="1"/>
          </p:cNvSpPr>
          <p:nvPr/>
        </p:nvSpPr>
        <p:spPr>
          <a:xfrm xmlns:a="http://schemas.openxmlformats.org/drawingml/2006/main">
            <a:off x="8143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2142477074" name="Rectangle 1606354811">
            <a:extLst xmlns:a="http://schemas.openxmlformats.org/drawingml/2006/main">
              <a:ext uri="{FF2B5EF4-FFF2-40B4-BE49-F238E27FC236}">
                <a16:creationId xmlns:a16="http://schemas.microsoft.com/office/drawing/2014/main" id="{6EFA6F68-EB9B-4DAF-BA3B-050BBDC9032F}"/>
              </a:ext>
            </a:extLst>
          </p:cNvPr>
          <p:cNvSpPr>
            <a:spLocks xmlns:a="http://schemas.openxmlformats.org/drawingml/2006/main" noGrp="1"/>
          </p:cNvSpPr>
          <p:nvPr/>
        </p:nvSpPr>
        <p:spPr>
          <a:xfrm xmlns:a="http://schemas.openxmlformats.org/drawingml/2006/main">
            <a:off x="7762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Transformer</a:t>
            </a:r>
          </a:p>
        </p:txBody>
      </p:sp>
      <p:sp>
        <p:nvSpPr>
          <p:cNvPr id="759970617" name="Oval 759270822">
            <a:extLst xmlns:a="http://schemas.openxmlformats.org/drawingml/2006/main">
              <a:ext uri="{FF2B5EF4-FFF2-40B4-BE49-F238E27FC236}">
                <a16:creationId xmlns:a16="http://schemas.microsoft.com/office/drawing/2014/main" id="{437F2301-077D-40C9-8C8D-7AE67A879218}"/>
              </a:ext>
            </a:extLst>
          </p:cNvPr>
          <p:cNvSpPr>
            <a:spLocks xmlns:a="http://schemas.openxmlformats.org/drawingml/2006/main" noGrp="1"/>
          </p:cNvSpPr>
          <p:nvPr/>
        </p:nvSpPr>
        <p:spPr>
          <a:xfrm xmlns:a="http://schemas.openxmlformats.org/drawingml/2006/main">
            <a:off x="976312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2046036215" name="Rectangle 2044500735">
            <a:extLst xmlns:a="http://schemas.openxmlformats.org/drawingml/2006/main">
              <a:ext uri="{FF2B5EF4-FFF2-40B4-BE49-F238E27FC236}">
                <a16:creationId xmlns:a16="http://schemas.microsoft.com/office/drawing/2014/main" id="{4A305094-18A4-450C-A1F9-041D36224A2D}"/>
              </a:ext>
            </a:extLst>
          </p:cNvPr>
          <p:cNvSpPr>
            <a:spLocks xmlns:a="http://schemas.openxmlformats.org/drawingml/2006/main" noGrp="1"/>
          </p:cNvSpPr>
          <p:nvPr/>
        </p:nvSpPr>
        <p:spPr>
          <a:xfrm xmlns:a="http://schemas.openxmlformats.org/drawingml/2006/main">
            <a:off x="9382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GPT</a:t>
            </a:r>
          </a:p>
        </p:txBody>
      </p:sp>
      <p:sp>
        <p:nvSpPr>
          <p:cNvPr id="1423435749" name="Rectangle 421878984">
            <a:extLst xmlns:a="http://schemas.openxmlformats.org/drawingml/2006/main">
              <a:ext uri="{FF2B5EF4-FFF2-40B4-BE49-F238E27FC236}">
                <a16:creationId xmlns:a16="http://schemas.microsoft.com/office/drawing/2014/main" id="{29A79C06-0E0B-42C9-90B0-D6036629BCCE}"/>
              </a:ext>
            </a:extLst>
          </p:cNvPr>
          <p:cNvSpPr>
            <a:spLocks xmlns:a="http://schemas.openxmlformats.org/drawingml/2006/main" noGrp="1"/>
          </p:cNvSpPr>
          <p:nvPr/>
        </p:nvSpPr>
        <p:spPr>
          <a:xfrm xmlns:a="http://schemas.openxmlformats.org/drawingml/2006/main">
            <a:off x="2047875" y="2333625"/>
            <a:ext cx="809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learn from error -&gt; compare tokens -&gt; predict the next token</a:t>
            </a:r>
          </a:p>
        </p:txBody>
      </p:sp>
      <p:sp>
        <p:nvSpPr>
          <p:cNvPr id="2099687170" name="Rectangle 865122751">
            <a:extLst xmlns:a="http://schemas.openxmlformats.org/drawingml/2006/main">
              <a:ext uri="{FF2B5EF4-FFF2-40B4-BE49-F238E27FC236}">
                <a16:creationId xmlns:a16="http://schemas.microsoft.com/office/drawing/2014/main" id="{0F03138D-6339-47CA-8FE6-5F6CFEABA9E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57</a:t>
            </a:r>
          </a:p>
        </p:txBody>
      </p:sp>
    </p:spTree>
    <p:extLst>
      <p:ext uri="{BB962C8B-B14F-4D97-AF65-F5344CB8AC3E}">
        <p14:creationId xmlns:p14="http://schemas.microsoft.com/office/powerpoint/2010/main" val="1285907791"/>
      </p:ext>
    </p:extLst>
  </p:cSld>
</p:sld>
</file>

<file path=ppt/slides/slide5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7558925" name="Rectangle 720144411">
            <a:extLst xmlns:a="http://schemas.openxmlformats.org/drawingml/2006/main">
              <a:ext uri="{FF2B5EF4-FFF2-40B4-BE49-F238E27FC236}">
                <a16:creationId xmlns:a16="http://schemas.microsoft.com/office/drawing/2014/main" id="{4E3918A9-035C-4BCC-B4F6-6F1309ED0DD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1166156102" name="Rectangle 1225833152">
            <a:extLst xmlns:a="http://schemas.openxmlformats.org/drawingml/2006/main">
              <a:ext uri="{FF2B5EF4-FFF2-40B4-BE49-F238E27FC236}">
                <a16:creationId xmlns:a16="http://schemas.microsoft.com/office/drawing/2014/main" id="{4584CF9F-4D3B-492D-961F-A8173F41B02B}"/>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Special tokens can change behavior</a:t>
            </a:r>
          </a:p>
        </p:txBody>
      </p:sp>
      <p:sp>
        <p:nvSpPr>
          <p:cNvPr id="930245936" name="Rectangle: Rounded Corners 259784900">
            <a:extLst xmlns:a="http://schemas.openxmlformats.org/drawingml/2006/main">
              <a:ext uri="{FF2B5EF4-FFF2-40B4-BE49-F238E27FC236}">
                <a16:creationId xmlns:a16="http://schemas.microsoft.com/office/drawing/2014/main" id="{EF62ED2F-C23A-4447-BE4C-F659C7AFBD1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544257" name="Rectangle: Rounded Corners 590363604">
            <a:extLst xmlns:a="http://schemas.openxmlformats.org/drawingml/2006/main">
              <a:ext uri="{FF2B5EF4-FFF2-40B4-BE49-F238E27FC236}">
                <a16:creationId xmlns:a16="http://schemas.microsoft.com/office/drawing/2014/main" id="{A0DEF179-26E5-4BFD-AB9D-FDBBAC6B2612}"/>
              </a:ext>
            </a:extLst>
          </p:cNvPr>
          <p:cNvSpPr>
            <a:spLocks xmlns:a="http://schemas.openxmlformats.org/drawingml/2006/main" noGrp="1"/>
          </p:cNvSpPr>
          <p:nvPr/>
        </p:nvSpPr>
        <p:spPr>
          <a:xfrm xmlns:a="http://schemas.openxmlformats.org/drawingml/2006/main">
            <a:off x="1285875"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235055999" name="Rectangle: Rounded Corners 646256513">
            <a:extLst xmlns:a="http://schemas.openxmlformats.org/drawingml/2006/main">
              <a:ext uri="{FF2B5EF4-FFF2-40B4-BE49-F238E27FC236}">
                <a16:creationId xmlns:a16="http://schemas.microsoft.com/office/drawing/2014/main" id="{A37ACE36-87FD-4330-8F0B-67DF706375CE}"/>
              </a:ext>
            </a:extLst>
          </p:cNvPr>
          <p:cNvSpPr>
            <a:spLocks xmlns:a="http://schemas.openxmlformats.org/drawingml/2006/main" noGrp="1"/>
          </p:cNvSpPr>
          <p:nvPr/>
        </p:nvSpPr>
        <p:spPr>
          <a:xfrm xmlns:a="http://schemas.openxmlformats.org/drawingml/2006/main">
            <a:off x="3238500"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answer</a:t>
            </a:r>
          </a:p>
        </p:txBody>
      </p:sp>
      <p:sp>
        <p:nvSpPr>
          <p:cNvPr id="439075460" name="Rectangle: Rounded Corners 904291872">
            <a:extLst xmlns:a="http://schemas.openxmlformats.org/drawingml/2006/main">
              <a:ext uri="{FF2B5EF4-FFF2-40B4-BE49-F238E27FC236}">
                <a16:creationId xmlns:a16="http://schemas.microsoft.com/office/drawing/2014/main" id="{E3BB6552-91CD-4A1E-B11B-C5501BD41D28}"/>
              </a:ext>
            </a:extLst>
          </p:cNvPr>
          <p:cNvSpPr>
            <a:spLocks xmlns:a="http://schemas.openxmlformats.org/drawingml/2006/main" noGrp="1"/>
          </p:cNvSpPr>
          <p:nvPr/>
        </p:nvSpPr>
        <p:spPr>
          <a:xfrm xmlns:a="http://schemas.openxmlformats.org/drawingml/2006/main">
            <a:off x="519112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&lt;end&gt;</a:t>
            </a:r>
          </a:p>
        </p:txBody>
      </p:sp>
      <p:sp>
        <p:nvSpPr>
          <p:cNvPr id="2012004353" name="Rectangle: Rounded Corners 1609756684">
            <a:extLst xmlns:a="http://schemas.openxmlformats.org/drawingml/2006/main">
              <a:ext uri="{FF2B5EF4-FFF2-40B4-BE49-F238E27FC236}">
                <a16:creationId xmlns:a16="http://schemas.microsoft.com/office/drawing/2014/main" id="{1DF3FE98-6654-4607-95E6-7A859F278478}"/>
              </a:ext>
            </a:extLst>
          </p:cNvPr>
          <p:cNvSpPr>
            <a:spLocks xmlns:a="http://schemas.openxmlformats.org/drawingml/2006/main" noGrp="1"/>
          </p:cNvSpPr>
          <p:nvPr/>
        </p:nvSpPr>
        <p:spPr>
          <a:xfrm xmlns:a="http://schemas.openxmlformats.org/drawingml/2006/main">
            <a:off x="7143750"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&lt;tool_call&gt;</a:t>
            </a:r>
          </a:p>
        </p:txBody>
      </p:sp>
      <p:sp>
        <p:nvSpPr>
          <p:cNvPr id="685384307" name="Rectangle: Rounded Corners 855592258">
            <a:extLst xmlns:a="http://schemas.openxmlformats.org/drawingml/2006/main">
              <a:ext uri="{FF2B5EF4-FFF2-40B4-BE49-F238E27FC236}">
                <a16:creationId xmlns:a16="http://schemas.microsoft.com/office/drawing/2014/main" id="{40B85DE1-B344-433E-9360-8C6835428320}"/>
              </a:ext>
            </a:extLst>
          </p:cNvPr>
          <p:cNvSpPr>
            <a:spLocks xmlns:a="http://schemas.openxmlformats.org/drawingml/2006/main" noGrp="1"/>
          </p:cNvSpPr>
          <p:nvPr/>
        </p:nvSpPr>
        <p:spPr>
          <a:xfrm xmlns:a="http://schemas.openxmlformats.org/drawingml/2006/main">
            <a:off x="909637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&lt;image&gt;</a:t>
            </a:r>
          </a:p>
        </p:txBody>
      </p:sp>
      <p:sp>
        <p:nvSpPr>
          <p:cNvPr id="1785701605" name="Straight Connector 607889825">
            <a:extLst xmlns:a="http://schemas.openxmlformats.org/drawingml/2006/main">
              <a:ext uri="{FF2B5EF4-FFF2-40B4-BE49-F238E27FC236}">
                <a16:creationId xmlns:a16="http://schemas.microsoft.com/office/drawing/2014/main" id="{E2990601-F9AF-47C1-B0AE-DE4AB6034EF7}"/>
              </a:ext>
            </a:extLst>
          </p:cNvPr>
          <p:cNvSpPr>
            <a:spLocks xmlns:a="http://schemas.openxmlformats.org/drawingml/2006/main" noGrp="1"/>
          </p:cNvSpPr>
          <p:nvPr/>
        </p:nvSpPr>
        <p:spPr>
          <a:xfrm xmlns:a="http://schemas.openxmlformats.org/drawingml/2006/main">
            <a:off x="1428750" y="4143375"/>
            <a:ext cx="88582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35667249" name="Rectangle 1601584250">
            <a:extLst xmlns:a="http://schemas.openxmlformats.org/drawingml/2006/main">
              <a:ext uri="{FF2B5EF4-FFF2-40B4-BE49-F238E27FC236}">
                <a16:creationId xmlns:a16="http://schemas.microsoft.com/office/drawing/2014/main" id="{9025B257-A46D-4D71-BEE9-A384558D29FF}"/>
              </a:ext>
            </a:extLst>
          </p:cNvPr>
          <p:cNvSpPr>
            <a:spLocks xmlns:a="http://schemas.openxmlformats.org/drawingml/2006/main" noGrp="1"/>
          </p:cNvSpPr>
          <p:nvPr/>
        </p:nvSpPr>
        <p:spPr>
          <a:xfrm xmlns:a="http://schemas.openxmlformats.org/drawingml/2006/main">
            <a:off x="1143000" y="4333875"/>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667085"/>
                </a:solidFill>
              </a:defRPr>
            </a:pPr>
            <a:r>
              <a:rPr sz="1800" b="1">
                <a:solidFill>
                  <a:srgbClr val="667085"/>
                </a:solidFill>
              </a:rPr>
              <a:t>normal text tokens</a:t>
            </a:r>
          </a:p>
        </p:txBody>
      </p:sp>
      <p:sp>
        <p:nvSpPr>
          <p:cNvPr id="1807027632" name="Rectangle 734795484">
            <a:extLst xmlns:a="http://schemas.openxmlformats.org/drawingml/2006/main">
              <a:ext uri="{FF2B5EF4-FFF2-40B4-BE49-F238E27FC236}">
                <a16:creationId xmlns:a16="http://schemas.microsoft.com/office/drawing/2014/main" id="{61FCD0A9-2CB3-43D7-A585-B069D5C4A319}"/>
              </a:ext>
            </a:extLst>
          </p:cNvPr>
          <p:cNvSpPr>
            <a:spLocks xmlns:a="http://schemas.openxmlformats.org/drawingml/2006/main" noGrp="1"/>
          </p:cNvSpPr>
          <p:nvPr/>
        </p:nvSpPr>
        <p:spPr>
          <a:xfrm xmlns:a="http://schemas.openxmlformats.org/drawingml/2006/main">
            <a:off x="5905500" y="4333875"/>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control tokens</a:t>
            </a:r>
          </a:p>
        </p:txBody>
      </p:sp>
      <p:sp>
        <p:nvSpPr>
          <p:cNvPr id="1761934452" name="Rectangle 28239208">
            <a:extLst xmlns:a="http://schemas.openxmlformats.org/drawingml/2006/main">
              <a:ext uri="{FF2B5EF4-FFF2-40B4-BE49-F238E27FC236}">
                <a16:creationId xmlns:a16="http://schemas.microsoft.com/office/drawing/2014/main" id="{2DF330FC-4A8E-4F0D-BB53-D63CE639AB8A}"/>
              </a:ext>
            </a:extLst>
          </p:cNvPr>
          <p:cNvSpPr>
            <a:spLocks xmlns:a="http://schemas.openxmlformats.org/drawingml/2006/main" noGrp="1"/>
          </p:cNvSpPr>
          <p:nvPr/>
        </p:nvSpPr>
        <p:spPr>
          <a:xfrm xmlns:a="http://schemas.openxmlformats.org/drawingml/2006/main">
            <a:off x="1809750" y="5143500"/>
            <a:ext cx="857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Some tokens are instructions to the system, not words for the user.</a:t>
            </a:r>
          </a:p>
        </p:txBody>
      </p:sp>
      <p:sp>
        <p:nvSpPr>
          <p:cNvPr id="1179068518" name="Rectangle 1250386903">
            <a:extLst xmlns:a="http://schemas.openxmlformats.org/drawingml/2006/main">
              <a:ext uri="{FF2B5EF4-FFF2-40B4-BE49-F238E27FC236}">
                <a16:creationId xmlns:a16="http://schemas.microsoft.com/office/drawing/2014/main" id="{6E11B0E0-5C42-4BED-BA0A-5EF6A47DC2A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58</a:t>
            </a:r>
          </a:p>
        </p:txBody>
      </p:sp>
    </p:spTree>
    <p:extLst>
      <p:ext uri="{BB962C8B-B14F-4D97-AF65-F5344CB8AC3E}">
        <p14:creationId xmlns:p14="http://schemas.microsoft.com/office/powerpoint/2010/main" val="2094512972"/>
      </p:ext>
    </p:extLst>
  </p:cSld>
</p:sld>
</file>

<file path=ppt/slides/slide5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50901668" name="Rectangle 1667135521">
            <a:extLst xmlns:a="http://schemas.openxmlformats.org/drawingml/2006/main">
              <a:ext uri="{FF2B5EF4-FFF2-40B4-BE49-F238E27FC236}">
                <a16:creationId xmlns:a16="http://schemas.microsoft.com/office/drawing/2014/main" id="{E843512E-5B5B-4A53-8E9D-AC9B236F724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1662962438" name="Rectangle 753528189">
            <a:extLst xmlns:a="http://schemas.openxmlformats.org/drawingml/2006/main">
              <a:ext uri="{FF2B5EF4-FFF2-40B4-BE49-F238E27FC236}">
                <a16:creationId xmlns:a16="http://schemas.microsoft.com/office/drawing/2014/main" id="{AFAF8E6D-C02F-4DF7-91EA-7881A87AE4D7}"/>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special token can trigger an external tool</a:t>
            </a:r>
          </a:p>
        </p:txBody>
      </p:sp>
      <p:sp>
        <p:nvSpPr>
          <p:cNvPr id="808011650" name="Rectangle: Rounded Corners 870951437">
            <a:extLst xmlns:a="http://schemas.openxmlformats.org/drawingml/2006/main">
              <a:ext uri="{FF2B5EF4-FFF2-40B4-BE49-F238E27FC236}">
                <a16:creationId xmlns:a16="http://schemas.microsoft.com/office/drawing/2014/main" id="{C1E4C8AC-8D0C-4141-B34D-BDF1687B19B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15209533" name="Rectangle: Rounded Corners 1803074334">
            <a:extLst xmlns:a="http://schemas.openxmlformats.org/drawingml/2006/main">
              <a:ext uri="{FF2B5EF4-FFF2-40B4-BE49-F238E27FC236}">
                <a16:creationId xmlns:a16="http://schemas.microsoft.com/office/drawing/2014/main" id="{A9C012FD-3A69-49BE-8356-92681091EF92}"/>
              </a:ext>
            </a:extLst>
          </p:cNvPr>
          <p:cNvSpPr>
            <a:spLocks xmlns:a="http://schemas.openxmlformats.org/drawingml/2006/main" noGrp="1"/>
          </p:cNvSpPr>
          <p:nvPr/>
        </p:nvSpPr>
        <p:spPr>
          <a:xfrm xmlns:a="http://schemas.openxmlformats.org/drawingml/2006/main">
            <a:off x="1190625" y="3143250"/>
            <a:ext cx="1381125"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prompt</a:t>
            </a:r>
          </a:p>
        </p:txBody>
      </p:sp>
      <p:sp>
        <p:nvSpPr>
          <p:cNvPr id="1229993170" name="Arrow: Right 2018184415">
            <a:extLst xmlns:a="http://schemas.openxmlformats.org/drawingml/2006/main">
              <a:ext uri="{FF2B5EF4-FFF2-40B4-BE49-F238E27FC236}">
                <a16:creationId xmlns:a16="http://schemas.microsoft.com/office/drawing/2014/main" id="{6BD9FC2A-70BC-440C-852C-5ED3DB0A0F4B}"/>
              </a:ext>
            </a:extLst>
          </p:cNvPr>
          <p:cNvSpPr>
            <a:spLocks xmlns:a="http://schemas.openxmlformats.org/drawingml/2006/main" noGrp="1"/>
          </p:cNvSpPr>
          <p:nvPr/>
        </p:nvSpPr>
        <p:spPr>
          <a:xfrm xmlns:a="http://schemas.openxmlformats.org/drawingml/2006/main">
            <a:off x="2809875"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54683634" name="Rectangle: Rounded Corners 850855695">
            <a:extLst xmlns:a="http://schemas.openxmlformats.org/drawingml/2006/main">
              <a:ext uri="{FF2B5EF4-FFF2-40B4-BE49-F238E27FC236}">
                <a16:creationId xmlns:a16="http://schemas.microsoft.com/office/drawing/2014/main" id="{BEE2B617-505D-4BC5-B530-C3A75277C38F}"/>
              </a:ext>
            </a:extLst>
          </p:cNvPr>
          <p:cNvSpPr>
            <a:spLocks xmlns:a="http://schemas.openxmlformats.org/drawingml/2006/main" noGrp="1"/>
          </p:cNvSpPr>
          <p:nvPr/>
        </p:nvSpPr>
        <p:spPr>
          <a:xfrm xmlns:a="http://schemas.openxmlformats.org/drawingml/2006/main">
            <a:off x="4095750" y="2857500"/>
            <a:ext cx="1619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model</a:t>
            </a:r>
          </a:p>
        </p:txBody>
      </p:sp>
      <p:sp>
        <p:nvSpPr>
          <p:cNvPr id="1657233999" name="Arrow: Right 1111035308">
            <a:extLst xmlns:a="http://schemas.openxmlformats.org/drawingml/2006/main">
              <a:ext uri="{FF2B5EF4-FFF2-40B4-BE49-F238E27FC236}">
                <a16:creationId xmlns:a16="http://schemas.microsoft.com/office/drawing/2014/main" id="{65D17367-CE68-4A3A-B2C6-00F2C0CD879C}"/>
              </a:ext>
            </a:extLst>
          </p:cNvPr>
          <p:cNvSpPr>
            <a:spLocks xmlns:a="http://schemas.openxmlformats.org/drawingml/2006/main" noGrp="1"/>
          </p:cNvSpPr>
          <p:nvPr/>
        </p:nvSpPr>
        <p:spPr>
          <a:xfrm xmlns:a="http://schemas.openxmlformats.org/drawingml/2006/main">
            <a:off x="6000750" y="3286125"/>
            <a:ext cx="109537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94232095" name="Rectangle: Rounded Corners 360549355">
            <a:extLst xmlns:a="http://schemas.openxmlformats.org/drawingml/2006/main">
              <a:ext uri="{FF2B5EF4-FFF2-40B4-BE49-F238E27FC236}">
                <a16:creationId xmlns:a16="http://schemas.microsoft.com/office/drawing/2014/main" id="{9FF6F8AD-9C91-4DBA-8336-4B38DC676732}"/>
              </a:ext>
            </a:extLst>
          </p:cNvPr>
          <p:cNvSpPr>
            <a:spLocks xmlns:a="http://schemas.openxmlformats.org/drawingml/2006/main" noGrp="1"/>
          </p:cNvSpPr>
          <p:nvPr/>
        </p:nvSpPr>
        <p:spPr>
          <a:xfrm xmlns:a="http://schemas.openxmlformats.org/drawingml/2006/main">
            <a:off x="7381875" y="3048000"/>
            <a:ext cx="1619250" cy="838200"/>
          </a:xfrm>
          <a:prstGeom xmlns:a="http://schemas.openxmlformats.org/drawingml/2006/main" prst="roundRect">
            <a:avLst>
              <a:gd name="adj" fmla="val 13636"/>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&lt;tool_call&gt;</a:t>
            </a:r>
          </a:p>
        </p:txBody>
      </p:sp>
      <p:sp>
        <p:nvSpPr>
          <p:cNvPr id="1250739881" name="Arrow: Right 1294665978">
            <a:extLst xmlns:a="http://schemas.openxmlformats.org/drawingml/2006/main">
              <a:ext uri="{FF2B5EF4-FFF2-40B4-BE49-F238E27FC236}">
                <a16:creationId xmlns:a16="http://schemas.microsoft.com/office/drawing/2014/main" id="{B64CAE4E-F61D-4776-AF4A-F1C21A894F15}"/>
              </a:ext>
            </a:extLst>
          </p:cNvPr>
          <p:cNvSpPr>
            <a:spLocks xmlns:a="http://schemas.openxmlformats.org/drawingml/2006/main" noGrp="1"/>
          </p:cNvSpPr>
          <p:nvPr/>
        </p:nvSpPr>
        <p:spPr>
          <a:xfrm xmlns:a="http://schemas.openxmlformats.org/drawingml/2006/main">
            <a:off x="9239250"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92930917" name="Rectangle: Rounded Corners 1581615348">
            <a:extLst xmlns:a="http://schemas.openxmlformats.org/drawingml/2006/main">
              <a:ext uri="{FF2B5EF4-FFF2-40B4-BE49-F238E27FC236}">
                <a16:creationId xmlns:a16="http://schemas.microsoft.com/office/drawing/2014/main" id="{77B82CAF-8AB0-40FE-A8F6-23968D74F3FE}"/>
              </a:ext>
            </a:extLst>
          </p:cNvPr>
          <p:cNvSpPr>
            <a:spLocks xmlns:a="http://schemas.openxmlformats.org/drawingml/2006/main" noGrp="1"/>
          </p:cNvSpPr>
          <p:nvPr/>
        </p:nvSpPr>
        <p:spPr>
          <a:xfrm xmlns:a="http://schemas.openxmlformats.org/drawingml/2006/main">
            <a:off x="10477500" y="3143250"/>
            <a:ext cx="857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tool</a:t>
            </a:r>
          </a:p>
        </p:txBody>
      </p:sp>
      <p:sp>
        <p:nvSpPr>
          <p:cNvPr id="1246179457" name="Rectangle: Rounded Corners 143885393">
            <a:extLst xmlns:a="http://schemas.openxmlformats.org/drawingml/2006/main">
              <a:ext uri="{FF2B5EF4-FFF2-40B4-BE49-F238E27FC236}">
                <a16:creationId xmlns:a16="http://schemas.microsoft.com/office/drawing/2014/main" id="{92252A27-5A3A-4CCF-AF22-A6D6496BFA14}"/>
              </a:ext>
            </a:extLst>
          </p:cNvPr>
          <p:cNvSpPr>
            <a:spLocks xmlns:a="http://schemas.openxmlformats.org/drawingml/2006/main" noGrp="1"/>
          </p:cNvSpPr>
          <p:nvPr/>
        </p:nvSpPr>
        <p:spPr>
          <a:xfrm xmlns:a="http://schemas.openxmlformats.org/drawingml/2006/main">
            <a:off x="4762500" y="4810125"/>
            <a:ext cx="1381125" cy="590549"/>
          </a:xfrm>
          <a:prstGeom xmlns:a="http://schemas.openxmlformats.org/drawingml/2006/main" prst="roundRect">
            <a:avLst>
              <a:gd name="adj" fmla="val 19355"/>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EF4444"/>
                </a:solidFill>
              </a:defRPr>
            </a:pPr>
            <a:r>
              <a:rPr sz="1950" b="1">
                <a:solidFill>
                  <a:srgbClr val="EF4444"/>
                </a:solidFill>
              </a:rPr>
              <a:t>&lt;end&gt;</a:t>
            </a:r>
          </a:p>
        </p:txBody>
      </p:sp>
      <p:sp>
        <p:nvSpPr>
          <p:cNvPr id="722956720" name="Rectangle 310012483">
            <a:extLst xmlns:a="http://schemas.openxmlformats.org/drawingml/2006/main">
              <a:ext uri="{FF2B5EF4-FFF2-40B4-BE49-F238E27FC236}">
                <a16:creationId xmlns:a16="http://schemas.microsoft.com/office/drawing/2014/main" id="{02B35156-D0DE-4AC6-B13B-95150B8510DC}"/>
              </a:ext>
            </a:extLst>
          </p:cNvPr>
          <p:cNvSpPr>
            <a:spLocks xmlns:a="http://schemas.openxmlformats.org/drawingml/2006/main" noGrp="1"/>
          </p:cNvSpPr>
          <p:nvPr/>
        </p:nvSpPr>
        <p:spPr>
          <a:xfrm xmlns:a="http://schemas.openxmlformats.org/drawingml/2006/main">
            <a:off x="6381750" y="495300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EF4444"/>
                </a:solidFill>
              </a:defRPr>
            </a:pPr>
            <a:r>
              <a:rPr sz="1950" b="1">
                <a:solidFill>
                  <a:srgbClr val="EF4444"/>
                </a:solidFill>
              </a:rPr>
              <a:t>stop generation</a:t>
            </a:r>
          </a:p>
        </p:txBody>
      </p:sp>
      <p:sp>
        <p:nvSpPr>
          <p:cNvPr id="634353939" name="Rectangle 131870986">
            <a:extLst xmlns:a="http://schemas.openxmlformats.org/drawingml/2006/main">
              <a:ext uri="{FF2B5EF4-FFF2-40B4-BE49-F238E27FC236}">
                <a16:creationId xmlns:a16="http://schemas.microsoft.com/office/drawing/2014/main" id="{8A6BAE7E-AF89-4740-BD11-B133CDE34870}"/>
              </a:ext>
            </a:extLst>
          </p:cNvPr>
          <p:cNvSpPr>
            <a:spLocks xmlns:a="http://schemas.openxmlformats.org/drawingml/2006/main" noGrp="1"/>
          </p:cNvSpPr>
          <p:nvPr/>
        </p:nvSpPr>
        <p:spPr>
          <a:xfrm xmlns:a="http://schemas.openxmlformats.org/drawingml/2006/main">
            <a:off x="1952625" y="1857375"/>
            <a:ext cx="809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The model may emit a control token instead of ordinary text.</a:t>
            </a:r>
          </a:p>
        </p:txBody>
      </p:sp>
      <p:sp>
        <p:nvSpPr>
          <p:cNvPr id="474201406" name="Rectangle 2042090532">
            <a:extLst xmlns:a="http://schemas.openxmlformats.org/drawingml/2006/main">
              <a:ext uri="{FF2B5EF4-FFF2-40B4-BE49-F238E27FC236}">
                <a16:creationId xmlns:a16="http://schemas.microsoft.com/office/drawing/2014/main" id="{7EDA74B0-398D-4B2D-9784-3F3F5CD9229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59</a:t>
            </a:r>
          </a:p>
        </p:txBody>
      </p:sp>
    </p:spTree>
    <p:extLst>
      <p:ext uri="{BB962C8B-B14F-4D97-AF65-F5344CB8AC3E}">
        <p14:creationId xmlns:p14="http://schemas.microsoft.com/office/powerpoint/2010/main" val="892122378"/>
      </p:ext>
    </p:extLst>
  </p:cSld>
</p:sld>
</file>

<file path=ppt/slides/slide6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94031999" name="Rectangle 1747625471">
            <a:extLst xmlns:a="http://schemas.openxmlformats.org/drawingml/2006/main">
              <a:ext uri="{FF2B5EF4-FFF2-40B4-BE49-F238E27FC236}">
                <a16:creationId xmlns:a16="http://schemas.microsoft.com/office/drawing/2014/main" id="{59759456-6A46-4977-AC46-AEDE5BFD845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Transformer</a:t>
            </a:r>
          </a:p>
        </p:txBody>
      </p:sp>
      <p:sp>
        <p:nvSpPr>
          <p:cNvPr id="2093628680" name="Rectangle 1692741899">
            <a:extLst xmlns:a="http://schemas.openxmlformats.org/drawingml/2006/main">
              <a:ext uri="{FF2B5EF4-FFF2-40B4-BE49-F238E27FC236}">
                <a16:creationId xmlns:a16="http://schemas.microsoft.com/office/drawing/2014/main" id="{6384A323-09C7-469E-A916-9C09CBFEB372}"/>
              </a:ext>
            </a:extLst>
          </p:cNvPr>
          <p:cNvSpPr>
            <a:spLocks xmlns:a="http://schemas.openxmlformats.org/drawingml/2006/main" noGrp="1"/>
          </p:cNvSpPr>
          <p:nvPr/>
        </p:nvSpPr>
        <p:spPr>
          <a:xfrm xmlns:a="http://schemas.openxmlformats.org/drawingml/2006/main">
            <a:off x="609600" y="590549"/>
            <a:ext cx="9906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Why FFNs help is still not fully settled</a:t>
            </a:r>
          </a:p>
        </p:txBody>
      </p:sp>
      <p:sp>
        <p:nvSpPr>
          <p:cNvPr id="43520482" name="Rectangle: Rounded Corners 258575892">
            <a:extLst xmlns:a="http://schemas.openxmlformats.org/drawingml/2006/main">
              <a:ext uri="{FF2B5EF4-FFF2-40B4-BE49-F238E27FC236}">
                <a16:creationId xmlns:a16="http://schemas.microsoft.com/office/drawing/2014/main" id="{7C3896C7-E4AC-4EE7-9B5E-3CF9A16B0FB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89272491" name="Rectangle: Rounded Corners 1069258196">
            <a:extLst xmlns:a="http://schemas.openxmlformats.org/drawingml/2006/main">
              <a:ext uri="{FF2B5EF4-FFF2-40B4-BE49-F238E27FC236}">
                <a16:creationId xmlns:a16="http://schemas.microsoft.com/office/drawing/2014/main" id="{F60286A2-601E-4594-A965-0D0B189DDF61}"/>
              </a:ext>
            </a:extLst>
          </p:cNvPr>
          <p:cNvSpPr>
            <a:spLocks xmlns:a="http://schemas.openxmlformats.org/drawingml/2006/main" noGrp="1"/>
          </p:cNvSpPr>
          <p:nvPr/>
        </p:nvSpPr>
        <p:spPr>
          <a:xfrm xmlns:a="http://schemas.openxmlformats.org/drawingml/2006/main">
            <a:off x="1000125" y="2457450"/>
            <a:ext cx="4953000"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l">
              <a:buNone/>
              <a:defRPr sz="1600" b="1">
                <a:solidFill>
                  <a:srgbClr val="0B0F19"/>
                </a:solidFill>
              </a:defRPr>
            </a:pPr>
            <a:r>
              <a:rPr sz="1600" b="1">
                <a:solidFill>
                  <a:srgbClr val="0B0F19"/>
                </a:solidFill>
              </a:rPr>
              <a:t>Known: FFNs detect and combine learned features.</a:t>
            </a:r>
          </a:p>
        </p:txBody>
      </p:sp>
      <p:sp>
        <p:nvSpPr>
          <p:cNvPr id="1116561873" name="Rectangle: Rounded Corners 1837153769">
            <a:extLst xmlns:a="http://schemas.openxmlformats.org/drawingml/2006/main">
              <a:ext uri="{FF2B5EF4-FFF2-40B4-BE49-F238E27FC236}">
                <a16:creationId xmlns:a16="http://schemas.microsoft.com/office/drawing/2014/main" id="{F08ACA62-43DB-421D-BD80-DE0EEEA5C98E}"/>
              </a:ext>
            </a:extLst>
          </p:cNvPr>
          <p:cNvSpPr>
            <a:spLocks xmlns:a="http://schemas.openxmlformats.org/drawingml/2006/main" noGrp="1"/>
          </p:cNvSpPr>
          <p:nvPr/>
        </p:nvSpPr>
        <p:spPr>
          <a:xfrm xmlns:a="http://schemas.openxmlformats.org/drawingml/2006/main">
            <a:off x="1000125" y="3314700"/>
            <a:ext cx="4953000" cy="6858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l">
              <a:buNone/>
              <a:defRPr sz="1450" b="1">
                <a:solidFill>
                  <a:srgbClr val="0B0F19"/>
                </a:solidFill>
              </a:defRPr>
            </a:pPr>
            <a:r>
              <a:rPr sz="1450" b="1">
                <a:solidFill>
                  <a:srgbClr val="0B0F19"/>
                </a:solidFill>
              </a:rPr>
              <a:t>Evidence: FFN weights can act like key–value parameter memory.</a:t>
            </a:r>
          </a:p>
        </p:txBody>
      </p:sp>
      <p:sp>
        <p:nvSpPr>
          <p:cNvPr id="684956968" name="Rectangle: Rounded Corners 744058578">
            <a:extLst xmlns:a="http://schemas.openxmlformats.org/drawingml/2006/main">
              <a:ext uri="{FF2B5EF4-FFF2-40B4-BE49-F238E27FC236}">
                <a16:creationId xmlns:a16="http://schemas.microsoft.com/office/drawing/2014/main" id="{01E4696E-73F9-41F6-A674-9FDC9BA04DAA}"/>
              </a:ext>
            </a:extLst>
          </p:cNvPr>
          <p:cNvSpPr>
            <a:spLocks xmlns:a="http://schemas.openxmlformats.org/drawingml/2006/main" noGrp="1"/>
          </p:cNvSpPr>
          <p:nvPr/>
        </p:nvSpPr>
        <p:spPr>
          <a:xfrm xmlns:a="http://schemas.openxmlformats.org/drawingml/2006/main">
            <a:off x="1000125" y="4210050"/>
            <a:ext cx="4953000" cy="704850"/>
          </a:xfrm>
          <a:prstGeom xmlns:a="http://schemas.openxmlformats.org/drawingml/2006/main" prst="roundRect">
            <a:avLst>
              <a:gd name="adj" fmla="val 17647"/>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nchor="ctr"/>
          <a:lstStyle xmlns:a="http://schemas.openxmlformats.org/drawingml/2006/main"/>
          <a:p xmlns:a="http://schemas.openxmlformats.org/drawingml/2006/main">
            <a:pPr algn="l">
              <a:buNone/>
              <a:defRPr sz="1450" b="1">
                <a:solidFill>
                  <a:srgbClr val="FF4D4F"/>
                </a:solidFill>
              </a:defRPr>
            </a:pPr>
            <a:r>
              <a:rPr sz="1450" b="1">
                <a:solidFill>
                  <a:srgbClr val="FF4D4F"/>
                </a:solidFill>
              </a:rPr>
              <a:t>Ablations: reducing FFN capacity shifts work elsewhere and can cost more compute.</a:t>
            </a:r>
          </a:p>
        </p:txBody>
      </p:sp>
      <p:sp>
        <p:nvSpPr>
          <p:cNvPr id="1244193774" name="Rectangle 1294874812">
            <a:extLst xmlns:a="http://schemas.openxmlformats.org/drawingml/2006/main">
              <a:ext uri="{FF2B5EF4-FFF2-40B4-BE49-F238E27FC236}">
                <a16:creationId xmlns:a16="http://schemas.microsoft.com/office/drawing/2014/main" id="{14FBB8AC-4841-4014-9185-C424B275B3C6}"/>
              </a:ext>
            </a:extLst>
          </p:cNvPr>
          <p:cNvSpPr>
            <a:spLocks xmlns:a="http://schemas.openxmlformats.org/drawingml/2006/main" noGrp="1"/>
          </p:cNvSpPr>
          <p:nvPr/>
        </p:nvSpPr>
        <p:spPr>
          <a:xfrm xmlns:a="http://schemas.openxmlformats.org/drawingml/2006/main">
            <a:off x="1000125" y="1657350"/>
            <a:ext cx="4953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00" b="1">
                <a:solidFill>
                  <a:srgbClr val="2563EB"/>
                </a:solidFill>
              </a:defRPr>
            </a:pPr>
            <a:r>
              <a:rPr sz="1600" b="1">
                <a:solidFill>
                  <a:srgbClr val="2563EB"/>
                </a:solidFill>
              </a:rPr>
              <a:t>Attention mixes tokens; the FFN transforms each token nonlinearly.</a:t>
            </a:r>
          </a:p>
        </p:txBody>
      </p:sp>
      <p:sp>
        <p:nvSpPr>
          <p:cNvPr id="116587217" name="Rectangle 1106276676">
            <a:extLst xmlns:a="http://schemas.openxmlformats.org/drawingml/2006/main">
              <a:ext uri="{FF2B5EF4-FFF2-40B4-BE49-F238E27FC236}">
                <a16:creationId xmlns:a16="http://schemas.microsoft.com/office/drawing/2014/main" id="{F129C3F5-7972-4C79-9513-7470C7534A2A}"/>
              </a:ext>
            </a:extLst>
          </p:cNvPr>
          <p:cNvSpPr>
            <a:spLocks xmlns:a="http://schemas.openxmlformats.org/drawingml/2006/main" noGrp="1"/>
          </p:cNvSpPr>
          <p:nvPr/>
        </p:nvSpPr>
        <p:spPr>
          <a:xfrm xmlns:a="http://schemas.openxmlformats.org/drawingml/2006/main">
            <a:off x="1000125" y="5124450"/>
            <a:ext cx="4953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FF4D4F"/>
                </a:solidFill>
              </a:defRPr>
            </a:pPr>
            <a:r>
              <a:rPr sz="1350" b="1">
                <a:solidFill>
                  <a:srgbClr val="FF4D4F"/>
                </a:solidFill>
              </a:rPr>
              <a:t>Conclusion: the mechanism is clearer than the single cause of the performance gain.</a:t>
            </a:r>
          </a:p>
        </p:txBody>
      </p:sp>
      <p:sp>
        <p:nvSpPr>
          <p:cNvPr id="1847304415" name="Rectangle 1479918333">
            <a:extLst xmlns:a="http://schemas.openxmlformats.org/drawingml/2006/main">
              <a:ext uri="{FF2B5EF4-FFF2-40B4-BE49-F238E27FC236}">
                <a16:creationId xmlns:a16="http://schemas.microsoft.com/office/drawing/2014/main" id="{A1599F8D-07ED-4D4C-B79C-6338239FF25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60</a:t>
            </a:r>
          </a:p>
        </p:txBody>
      </p:sp>
      <p:pic>
        <p:nvPicPr>
          <p:cNvPr id="2093628691" name="Picture 1837153780"/>
          <p:cNvPicPr>
            <a:picLocks xmlns:a="http://schemas.openxmlformats.org/drawingml/2006/main" noChangeAspect="1"/>
          </p:cNvPicPr>
          <p:nvPr/>
        </p:nvPicPr>
        <p:blipFill rotWithShape="1">
          <a:blip xmlns:r="http://schemas.openxmlformats.org/officeDocument/2006/relationships" xmlns:a="http://schemas.openxmlformats.org/drawingml/2006/main" r:embed="R3e866eb60029438e"/>
          <a:stretch xmlns:a="http://schemas.openxmlformats.org/drawingml/2006/main"/>
        </p:blipFill>
        <p:spPr>
          <a:xfrm xmlns:a="http://schemas.openxmlformats.org/drawingml/2006/main">
            <a:off x="7084067" y="1543050"/>
            <a:ext cx="3310241" cy="4381500"/>
          </a:xfrm>
          <a:prstGeom xmlns:a="http://schemas.openxmlformats.org/drawingml/2006/main" prst="rect">
            <a:avLst/>
          </a:prstGeom>
        </p:spPr>
      </p:pic>
    </p:spTree>
    <p:extLst>
      <p:ext uri="{BB962C8B-B14F-4D97-AF65-F5344CB8AC3E}">
        <p14:creationId xmlns:p14="http://schemas.microsoft.com/office/powerpoint/2010/main" val="89192857"/>
      </p:ext>
    </p:extLst>
  </p:cSld>
</p:sld>
</file>

<file path=ppt/slides/slide6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99434485" name="Rectangle 935271156">
            <a:extLst xmlns:a="http://schemas.openxmlformats.org/drawingml/2006/main">
              <a:ext uri="{FF2B5EF4-FFF2-40B4-BE49-F238E27FC236}">
                <a16:creationId xmlns:a16="http://schemas.microsoft.com/office/drawing/2014/main" id="{F4133C38-19EE-46A4-837C-AB403E4BA02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Diffusion</a:t>
            </a:r>
          </a:p>
        </p:txBody>
      </p:sp>
      <p:sp>
        <p:nvSpPr>
          <p:cNvPr id="2056373455" name="Rectangle 251777344">
            <a:extLst xmlns:a="http://schemas.openxmlformats.org/drawingml/2006/main">
              <a:ext uri="{FF2B5EF4-FFF2-40B4-BE49-F238E27FC236}">
                <a16:creationId xmlns:a16="http://schemas.microsoft.com/office/drawing/2014/main" id="{DBF7DAD6-C4EB-47FB-B47B-CA804C635101}"/>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Diffusion learns to reverse noise</a:t>
            </a:r>
          </a:p>
        </p:txBody>
      </p:sp>
      <p:sp>
        <p:nvSpPr>
          <p:cNvPr id="1535422449" name="Rectangle: Rounded Corners 1456392341">
            <a:extLst xmlns:a="http://schemas.openxmlformats.org/drawingml/2006/main">
              <a:ext uri="{FF2B5EF4-FFF2-40B4-BE49-F238E27FC236}">
                <a16:creationId xmlns:a16="http://schemas.microsoft.com/office/drawing/2014/main" id="{E1BED0A8-3AFE-4BA8-8DE7-869342729887}"/>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96980433" name="Rectangle 1495975732">
            <a:extLst xmlns:a="http://schemas.openxmlformats.org/drawingml/2006/main">
              <a:ext uri="{FF2B5EF4-FFF2-40B4-BE49-F238E27FC236}">
                <a16:creationId xmlns:a16="http://schemas.microsoft.com/office/drawing/2014/main" id="{231FD77C-2AFC-43FD-923A-56BA562EE87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61</a:t>
            </a:r>
          </a:p>
        </p:txBody>
      </p:sp>
      <p:pic>
        <p:nvPicPr>
          <p:cNvPr id="2057660854" name="Picture 1495975738"/>
          <p:cNvPicPr>
            <a:picLocks xmlns:a="http://schemas.openxmlformats.org/drawingml/2006/main" noChangeAspect="1"/>
          </p:cNvPicPr>
          <p:nvPr/>
        </p:nvPicPr>
        <p:blipFill rotWithShape="1">
          <a:blip xmlns:r="http://schemas.openxmlformats.org/officeDocument/2006/relationships" xmlns:a="http://schemas.openxmlformats.org/drawingml/2006/main" r:embed="R91bf6a00705b4569"/>
          <a:srcRect xmlns:a="http://schemas.openxmlformats.org/drawingml/2006/main" l="0" t="15961" r="0" b="15960"/>
          <a:stretch xmlns:a="http://schemas.openxmlformats.org/drawingml/2006/main">
            <a:fillRect l="0" t="0" r="0" b="0"/>
          </a:stretch>
        </p:blipFill>
        <p:spPr>
          <a:xfrm xmlns:a="http://schemas.openxmlformats.org/drawingml/2006/main">
            <a:off x="1000125" y="1695450"/>
            <a:ext cx="10191750" cy="3905250"/>
          </a:xfrm>
          <a:prstGeom xmlns:a="http://schemas.openxmlformats.org/drawingml/2006/main" prst="rect">
            <a:avLst/>
          </a:prstGeom>
        </p:spPr>
      </p:pic>
      <p:sp>
        <p:nvSpPr>
          <p:cNvPr id="2038184317" name="diffusion-forward-label">
            <a:extLst xmlns:a="http://schemas.openxmlformats.org/drawingml/2006/main">
              <a:ext uri="{FF2B5EF4-FFF2-40B4-BE49-F238E27FC236}">
                <a16:creationId xmlns:a16="http://schemas.microsoft.com/office/drawing/2014/main" id="{6F653C03-E8E7-4901-9887-B9C833149075}"/>
              </a:ext>
            </a:extLst>
          </p:cNvPr>
          <p:cNvSpPr>
            <a:spLocks xmlns:a="http://schemas.openxmlformats.org/drawingml/2006/main" noGrp="1"/>
          </p:cNvSpPr>
          <p:nvPr/>
        </p:nvSpPr>
        <p:spPr>
          <a:xfrm xmlns:a="http://schemas.openxmlformats.org/drawingml/2006/main">
            <a:off x="1571625" y="1600200"/>
            <a:ext cx="342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667085"/>
                </a:solidFill>
              </a:defRPr>
            </a:pPr>
            <a:r>
              <a:rPr sz="1500" b="1">
                <a:solidFill>
                  <a:srgbClr val="667085"/>
                </a:solidFill>
              </a:rPr>
              <a:t>Forward: gradually add noise →</a:t>
            </a:r>
          </a:p>
        </p:txBody>
      </p:sp>
      <p:sp>
        <p:nvSpPr>
          <p:cNvPr id="2057660848" name="diffusion-reverse-label">
            <a:extLst xmlns:a="http://schemas.openxmlformats.org/drawingml/2006/main">
              <a:ext uri="{FF2B5EF4-FFF2-40B4-BE49-F238E27FC236}">
                <a16:creationId xmlns:a16="http://schemas.microsoft.com/office/drawing/2014/main" id="{FF5EBF5D-7767-479C-9ABD-CF5B8B66F81D}"/>
              </a:ext>
            </a:extLst>
          </p:cNvPr>
          <p:cNvSpPr>
            <a:spLocks xmlns:a="http://schemas.openxmlformats.org/drawingml/2006/main" noGrp="1"/>
          </p:cNvSpPr>
          <p:nvPr/>
        </p:nvSpPr>
        <p:spPr>
          <a:xfrm xmlns:a="http://schemas.openxmlformats.org/drawingml/2006/main">
            <a:off x="6381750" y="5467350"/>
            <a:ext cx="438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500" b="1">
                <a:solidFill>
                  <a:srgbClr val="2563EB"/>
                </a:solidFill>
              </a:defRPr>
            </a:pPr>
            <a:r>
              <a:rPr sz="1500" b="1">
                <a:solidFill>
                  <a:srgbClr val="2563EB"/>
                </a:solidFill>
              </a:rPr>
              <a:t>← Generation: predict and remove noise step by step</a:t>
            </a:r>
          </a:p>
        </p:txBody>
      </p:sp>
    </p:spTree>
    <p:extLst>
      <p:ext uri="{BB962C8B-B14F-4D97-AF65-F5344CB8AC3E}">
        <p14:creationId xmlns:p14="http://schemas.microsoft.com/office/powerpoint/2010/main" val="1659855012"/>
      </p:ext>
    </p:extLst>
  </p:cSld>
</p:sld>
</file>

<file path=ppt/slides/slide6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50811291" name="Rectangle 550399601">
            <a:extLst xmlns:a="http://schemas.openxmlformats.org/drawingml/2006/main">
              <a:ext uri="{FF2B5EF4-FFF2-40B4-BE49-F238E27FC236}">
                <a16:creationId xmlns:a16="http://schemas.microsoft.com/office/drawing/2014/main" id="{A5CA0EFE-349B-4D0C-8E38-0BE81777C52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Alternative generation</a:t>
            </a:r>
          </a:p>
        </p:txBody>
      </p:sp>
      <p:sp>
        <p:nvSpPr>
          <p:cNvPr id="942600897" name="Rectangle 882538346">
            <a:extLst xmlns:a="http://schemas.openxmlformats.org/drawingml/2006/main">
              <a:ext uri="{FF2B5EF4-FFF2-40B4-BE49-F238E27FC236}">
                <a16:creationId xmlns:a16="http://schemas.microsoft.com/office/drawing/2014/main" id="{A4CDFCF5-C6FA-4A5D-8774-F327E0C89A77}"/>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dLLMs refine many token positions in parallel</a:t>
            </a:r>
          </a:p>
        </p:txBody>
      </p:sp>
      <p:sp>
        <p:nvSpPr>
          <p:cNvPr id="12932908" name="Rectangle: Rounded Corners 1990867235">
            <a:extLst xmlns:a="http://schemas.openxmlformats.org/drawingml/2006/main">
              <a:ext uri="{FF2B5EF4-FFF2-40B4-BE49-F238E27FC236}">
                <a16:creationId xmlns:a16="http://schemas.microsoft.com/office/drawing/2014/main" id="{11A68F30-0596-4A1B-BF62-6F57A8DFF3DD}"/>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77414420" name="Rectangle 9623160">
            <a:extLst xmlns:a="http://schemas.openxmlformats.org/drawingml/2006/main">
              <a:ext uri="{FF2B5EF4-FFF2-40B4-BE49-F238E27FC236}">
                <a16:creationId xmlns:a16="http://schemas.microsoft.com/office/drawing/2014/main" id="{87520A8F-5B91-43CC-9E60-B67C3F4FBA66}"/>
              </a:ext>
            </a:extLst>
          </p:cNvPr>
          <p:cNvSpPr>
            <a:spLocks xmlns:a="http://schemas.openxmlformats.org/drawingml/2006/main" noGrp="1"/>
          </p:cNvSpPr>
          <p:nvPr/>
        </p:nvSpPr>
        <p:spPr>
          <a:xfrm xmlns:a="http://schemas.openxmlformats.org/drawingml/2006/main">
            <a:off x="1123950" y="22860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667085"/>
                </a:solidFill>
              </a:defRPr>
            </a:pPr>
            <a:r>
              <a:rPr sz="1650" b="1">
                <a:solidFill>
                  <a:srgbClr val="667085"/>
                </a:solidFill>
              </a:rPr>
              <a:t>noise</a:t>
            </a:r>
          </a:p>
        </p:txBody>
      </p:sp>
      <p:sp>
        <p:nvSpPr>
          <p:cNvPr id="1683996709" name="Rectangle: Rounded Corners 114855872">
            <a:extLst xmlns:a="http://schemas.openxmlformats.org/drawingml/2006/main">
              <a:ext uri="{FF2B5EF4-FFF2-40B4-BE49-F238E27FC236}">
                <a16:creationId xmlns:a16="http://schemas.microsoft.com/office/drawing/2014/main" id="{D3291D8E-AC86-4D39-BDB3-2D23A9D717E2}"/>
              </a:ext>
            </a:extLst>
          </p:cNvPr>
          <p:cNvSpPr>
            <a:spLocks xmlns:a="http://schemas.openxmlformats.org/drawingml/2006/main" noGrp="1"/>
          </p:cNvSpPr>
          <p:nvPr/>
        </p:nvSpPr>
        <p:spPr>
          <a:xfrm xmlns:a="http://schemas.openxmlformats.org/drawingml/2006/main">
            <a:off x="26193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015979078" name="Rectangle: Rounded Corners 734158913">
            <a:extLst xmlns:a="http://schemas.openxmlformats.org/drawingml/2006/main">
              <a:ext uri="{FF2B5EF4-FFF2-40B4-BE49-F238E27FC236}">
                <a16:creationId xmlns:a16="http://schemas.microsoft.com/office/drawing/2014/main" id="{1E66C852-5CDA-47F3-BF3B-F951BC2A56A8}"/>
              </a:ext>
            </a:extLst>
          </p:cNvPr>
          <p:cNvSpPr>
            <a:spLocks xmlns:a="http://schemas.openxmlformats.org/drawingml/2006/main" noGrp="1"/>
          </p:cNvSpPr>
          <p:nvPr/>
        </p:nvSpPr>
        <p:spPr>
          <a:xfrm xmlns:a="http://schemas.openxmlformats.org/drawingml/2006/main">
            <a:off x="36195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114261116" name="Rectangle: Rounded Corners 1596678256">
            <a:extLst xmlns:a="http://schemas.openxmlformats.org/drawingml/2006/main">
              <a:ext uri="{FF2B5EF4-FFF2-40B4-BE49-F238E27FC236}">
                <a16:creationId xmlns:a16="http://schemas.microsoft.com/office/drawing/2014/main" id="{0B111E4C-FFF5-45DA-B58D-D06EB9DD27E8}"/>
              </a:ext>
            </a:extLst>
          </p:cNvPr>
          <p:cNvSpPr>
            <a:spLocks xmlns:a="http://schemas.openxmlformats.org/drawingml/2006/main" noGrp="1"/>
          </p:cNvSpPr>
          <p:nvPr/>
        </p:nvSpPr>
        <p:spPr>
          <a:xfrm xmlns:a="http://schemas.openxmlformats.org/drawingml/2006/main">
            <a:off x="461962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639810121" name="Rectangle: Rounded Corners 2059288131">
            <a:extLst xmlns:a="http://schemas.openxmlformats.org/drawingml/2006/main">
              <a:ext uri="{FF2B5EF4-FFF2-40B4-BE49-F238E27FC236}">
                <a16:creationId xmlns:a16="http://schemas.microsoft.com/office/drawing/2014/main" id="{5F85A0C1-38BB-45D1-8CB4-EB2ADAEF242E}"/>
              </a:ext>
            </a:extLst>
          </p:cNvPr>
          <p:cNvSpPr>
            <a:spLocks xmlns:a="http://schemas.openxmlformats.org/drawingml/2006/main" noGrp="1"/>
          </p:cNvSpPr>
          <p:nvPr/>
        </p:nvSpPr>
        <p:spPr>
          <a:xfrm xmlns:a="http://schemas.openxmlformats.org/drawingml/2006/main">
            <a:off x="561975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934962682" name="Rectangle: Rounded Corners 1010991302">
            <a:extLst xmlns:a="http://schemas.openxmlformats.org/drawingml/2006/main">
              <a:ext uri="{FF2B5EF4-FFF2-40B4-BE49-F238E27FC236}">
                <a16:creationId xmlns:a16="http://schemas.microsoft.com/office/drawing/2014/main" id="{4AD43B2A-9ED4-4524-88F0-44BB1B9108A1}"/>
              </a:ext>
            </a:extLst>
          </p:cNvPr>
          <p:cNvSpPr>
            <a:spLocks xmlns:a="http://schemas.openxmlformats.org/drawingml/2006/main" noGrp="1"/>
          </p:cNvSpPr>
          <p:nvPr/>
        </p:nvSpPr>
        <p:spPr>
          <a:xfrm xmlns:a="http://schemas.openxmlformats.org/drawingml/2006/main">
            <a:off x="66198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744685497" name="Rectangle: Rounded Corners 1730168992">
            <a:extLst xmlns:a="http://schemas.openxmlformats.org/drawingml/2006/main">
              <a:ext uri="{FF2B5EF4-FFF2-40B4-BE49-F238E27FC236}">
                <a16:creationId xmlns:a16="http://schemas.microsoft.com/office/drawing/2014/main" id="{BFC956DD-B8B1-4EDA-A9EB-9403FC005465}"/>
              </a:ext>
            </a:extLst>
          </p:cNvPr>
          <p:cNvSpPr>
            <a:spLocks xmlns:a="http://schemas.openxmlformats.org/drawingml/2006/main" noGrp="1"/>
          </p:cNvSpPr>
          <p:nvPr/>
        </p:nvSpPr>
        <p:spPr>
          <a:xfrm xmlns:a="http://schemas.openxmlformats.org/drawingml/2006/main">
            <a:off x="76200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426204055" name="Straight Connector 427538637">
            <a:extLst xmlns:a="http://schemas.openxmlformats.org/drawingml/2006/main">
              <a:ext uri="{FF2B5EF4-FFF2-40B4-BE49-F238E27FC236}">
                <a16:creationId xmlns:a16="http://schemas.microsoft.com/office/drawing/2014/main" id="{D5C6BD84-9BD9-4F60-9019-D69BB20B9383}"/>
              </a:ext>
            </a:extLst>
          </p:cNvPr>
          <p:cNvSpPr>
            <a:spLocks xmlns:a="http://schemas.openxmlformats.org/drawingml/2006/main" noGrp="1"/>
          </p:cNvSpPr>
          <p:nvPr/>
        </p:nvSpPr>
        <p:spPr>
          <a:xfrm xmlns:a="http://schemas.openxmlformats.org/drawingml/2006/main">
            <a:off x="5524500" y="28194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40361795" name="Rectangle 317775176">
            <a:extLst xmlns:a="http://schemas.openxmlformats.org/drawingml/2006/main">
              <a:ext uri="{FF2B5EF4-FFF2-40B4-BE49-F238E27FC236}">
                <a16:creationId xmlns:a16="http://schemas.microsoft.com/office/drawing/2014/main" id="{CE475B6C-EE52-44F6-9E40-06AABB162665}"/>
              </a:ext>
            </a:extLst>
          </p:cNvPr>
          <p:cNvSpPr>
            <a:spLocks xmlns:a="http://schemas.openxmlformats.org/drawingml/2006/main" noGrp="1"/>
          </p:cNvSpPr>
          <p:nvPr/>
        </p:nvSpPr>
        <p:spPr>
          <a:xfrm xmlns:a="http://schemas.openxmlformats.org/drawingml/2006/main">
            <a:off x="1123950" y="33147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F97316"/>
                </a:solidFill>
              </a:defRPr>
            </a:pPr>
            <a:r>
              <a:rPr sz="1650" b="1">
                <a:solidFill>
                  <a:srgbClr val="F97316"/>
                </a:solidFill>
              </a:rPr>
              <a:t>step 1</a:t>
            </a:r>
          </a:p>
        </p:txBody>
      </p:sp>
      <p:sp>
        <p:nvSpPr>
          <p:cNvPr id="1589627182" name="Rectangle: Rounded Corners 947755655">
            <a:extLst xmlns:a="http://schemas.openxmlformats.org/drawingml/2006/main">
              <a:ext uri="{FF2B5EF4-FFF2-40B4-BE49-F238E27FC236}">
                <a16:creationId xmlns:a16="http://schemas.microsoft.com/office/drawing/2014/main" id="{6BD52B26-48DE-4085-97C9-72E55573A63A}"/>
              </a:ext>
            </a:extLst>
          </p:cNvPr>
          <p:cNvSpPr>
            <a:spLocks xmlns:a="http://schemas.openxmlformats.org/drawingml/2006/main" noGrp="1"/>
          </p:cNvSpPr>
          <p:nvPr/>
        </p:nvSpPr>
        <p:spPr>
          <a:xfrm xmlns:a="http://schemas.openxmlformats.org/drawingml/2006/main">
            <a:off x="261937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1011767439" name="Rectangle: Rounded Corners 1310797679">
            <a:extLst xmlns:a="http://schemas.openxmlformats.org/drawingml/2006/main">
              <a:ext uri="{FF2B5EF4-FFF2-40B4-BE49-F238E27FC236}">
                <a16:creationId xmlns:a16="http://schemas.microsoft.com/office/drawing/2014/main" id="{2806AED0-8839-4B6A-910C-0D351708E0AC}"/>
              </a:ext>
            </a:extLst>
          </p:cNvPr>
          <p:cNvSpPr>
            <a:spLocks xmlns:a="http://schemas.openxmlformats.org/drawingml/2006/main" noGrp="1"/>
          </p:cNvSpPr>
          <p:nvPr/>
        </p:nvSpPr>
        <p:spPr>
          <a:xfrm xmlns:a="http://schemas.openxmlformats.org/drawingml/2006/main">
            <a:off x="361950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195322526" name="Rectangle: Rounded Corners 1996140323">
            <a:extLst xmlns:a="http://schemas.openxmlformats.org/drawingml/2006/main">
              <a:ext uri="{FF2B5EF4-FFF2-40B4-BE49-F238E27FC236}">
                <a16:creationId xmlns:a16="http://schemas.microsoft.com/office/drawing/2014/main" id="{D60FAC6D-2A33-475E-8555-C6BED90DCABC}"/>
              </a:ext>
            </a:extLst>
          </p:cNvPr>
          <p:cNvSpPr>
            <a:spLocks xmlns:a="http://schemas.openxmlformats.org/drawingml/2006/main" noGrp="1"/>
          </p:cNvSpPr>
          <p:nvPr/>
        </p:nvSpPr>
        <p:spPr>
          <a:xfrm xmlns:a="http://schemas.openxmlformats.org/drawingml/2006/main">
            <a:off x="461962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1344974030" name="Rectangle: Rounded Corners 242163070">
            <a:extLst xmlns:a="http://schemas.openxmlformats.org/drawingml/2006/main">
              <a:ext uri="{FF2B5EF4-FFF2-40B4-BE49-F238E27FC236}">
                <a16:creationId xmlns:a16="http://schemas.microsoft.com/office/drawing/2014/main" id="{E7155A79-5276-439A-9FC1-DAE1B7398722}"/>
              </a:ext>
            </a:extLst>
          </p:cNvPr>
          <p:cNvSpPr>
            <a:spLocks xmlns:a="http://schemas.openxmlformats.org/drawingml/2006/main" noGrp="1"/>
          </p:cNvSpPr>
          <p:nvPr/>
        </p:nvSpPr>
        <p:spPr>
          <a:xfrm xmlns:a="http://schemas.openxmlformats.org/drawingml/2006/main">
            <a:off x="561975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854310853" name="Rectangle: Rounded Corners 787924439">
            <a:extLst xmlns:a="http://schemas.openxmlformats.org/drawingml/2006/main">
              <a:ext uri="{FF2B5EF4-FFF2-40B4-BE49-F238E27FC236}">
                <a16:creationId xmlns:a16="http://schemas.microsoft.com/office/drawing/2014/main" id="{A18141D1-9DDC-491A-8647-415E89D24F5A}"/>
              </a:ext>
            </a:extLst>
          </p:cNvPr>
          <p:cNvSpPr>
            <a:spLocks xmlns:a="http://schemas.openxmlformats.org/drawingml/2006/main" noGrp="1"/>
          </p:cNvSpPr>
          <p:nvPr/>
        </p:nvSpPr>
        <p:spPr>
          <a:xfrm xmlns:a="http://schemas.openxmlformats.org/drawingml/2006/main">
            <a:off x="6619875"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471874188" name="Rectangle: Rounded Corners 2036973233">
            <a:extLst xmlns:a="http://schemas.openxmlformats.org/drawingml/2006/main">
              <a:ext uri="{FF2B5EF4-FFF2-40B4-BE49-F238E27FC236}">
                <a16:creationId xmlns:a16="http://schemas.microsoft.com/office/drawing/2014/main" id="{F0765072-69A4-4888-9134-0FD18400F8C3}"/>
              </a:ext>
            </a:extLst>
          </p:cNvPr>
          <p:cNvSpPr>
            <a:spLocks xmlns:a="http://schemas.openxmlformats.org/drawingml/2006/main" noGrp="1"/>
          </p:cNvSpPr>
          <p:nvPr/>
        </p:nvSpPr>
        <p:spPr>
          <a:xfrm xmlns:a="http://schemas.openxmlformats.org/drawingml/2006/main">
            <a:off x="7620000"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943222323" name="Straight Connector 2017847098">
            <a:extLst xmlns:a="http://schemas.openxmlformats.org/drawingml/2006/main">
              <a:ext uri="{FF2B5EF4-FFF2-40B4-BE49-F238E27FC236}">
                <a16:creationId xmlns:a16="http://schemas.microsoft.com/office/drawing/2014/main" id="{A79945FC-C363-4AE5-9AA1-F498CA1B6443}"/>
              </a:ext>
            </a:extLst>
          </p:cNvPr>
          <p:cNvSpPr>
            <a:spLocks xmlns:a="http://schemas.openxmlformats.org/drawingml/2006/main" noGrp="1"/>
          </p:cNvSpPr>
          <p:nvPr/>
        </p:nvSpPr>
        <p:spPr>
          <a:xfrm xmlns:a="http://schemas.openxmlformats.org/drawingml/2006/main">
            <a:off x="5524500" y="38481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19628900" name="Rectangle 420069148">
            <a:extLst xmlns:a="http://schemas.openxmlformats.org/drawingml/2006/main">
              <a:ext uri="{FF2B5EF4-FFF2-40B4-BE49-F238E27FC236}">
                <a16:creationId xmlns:a16="http://schemas.microsoft.com/office/drawing/2014/main" id="{6E18CB89-61AB-4E51-93E7-A91769841C09}"/>
              </a:ext>
            </a:extLst>
          </p:cNvPr>
          <p:cNvSpPr>
            <a:spLocks xmlns:a="http://schemas.openxmlformats.org/drawingml/2006/main" noGrp="1"/>
          </p:cNvSpPr>
          <p:nvPr/>
        </p:nvSpPr>
        <p:spPr>
          <a:xfrm xmlns:a="http://schemas.openxmlformats.org/drawingml/2006/main">
            <a:off x="1123950" y="43434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10B981"/>
                </a:solidFill>
              </a:defRPr>
            </a:pPr>
            <a:r>
              <a:rPr sz="1650" b="1">
                <a:solidFill>
                  <a:srgbClr val="10B981"/>
                </a:solidFill>
              </a:rPr>
              <a:t>step 2</a:t>
            </a:r>
          </a:p>
        </p:txBody>
      </p:sp>
      <p:sp>
        <p:nvSpPr>
          <p:cNvPr id="115814052" name="Rectangle: Rounded Corners 1532010383">
            <a:extLst xmlns:a="http://schemas.openxmlformats.org/drawingml/2006/main">
              <a:ext uri="{FF2B5EF4-FFF2-40B4-BE49-F238E27FC236}">
                <a16:creationId xmlns:a16="http://schemas.microsoft.com/office/drawing/2014/main" id="{C16DA120-6ACF-45FE-B486-DFD4577218C2}"/>
              </a:ext>
            </a:extLst>
          </p:cNvPr>
          <p:cNvSpPr>
            <a:spLocks xmlns:a="http://schemas.openxmlformats.org/drawingml/2006/main" noGrp="1"/>
          </p:cNvSpPr>
          <p:nvPr/>
        </p:nvSpPr>
        <p:spPr>
          <a:xfrm xmlns:a="http://schemas.openxmlformats.org/drawingml/2006/main">
            <a:off x="261937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97966738" name="Rectangle: Rounded Corners 1983276117">
            <a:extLst xmlns:a="http://schemas.openxmlformats.org/drawingml/2006/main">
              <a:ext uri="{FF2B5EF4-FFF2-40B4-BE49-F238E27FC236}">
                <a16:creationId xmlns:a16="http://schemas.microsoft.com/office/drawing/2014/main" id="{6F067CF8-E99E-4F35-8B3A-61CCB2A631D8}"/>
              </a:ext>
            </a:extLst>
          </p:cNvPr>
          <p:cNvSpPr>
            <a:spLocks xmlns:a="http://schemas.openxmlformats.org/drawingml/2006/main" noGrp="1"/>
          </p:cNvSpPr>
          <p:nvPr/>
        </p:nvSpPr>
        <p:spPr>
          <a:xfrm xmlns:a="http://schemas.openxmlformats.org/drawingml/2006/main">
            <a:off x="36195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484940224" name="Rectangle: Rounded Corners 1047163946">
            <a:extLst xmlns:a="http://schemas.openxmlformats.org/drawingml/2006/main">
              <a:ext uri="{FF2B5EF4-FFF2-40B4-BE49-F238E27FC236}">
                <a16:creationId xmlns:a16="http://schemas.microsoft.com/office/drawing/2014/main" id="{3CA4304E-1928-4C46-A9AC-893711B2C9F5}"/>
              </a:ext>
            </a:extLst>
          </p:cNvPr>
          <p:cNvSpPr>
            <a:spLocks xmlns:a="http://schemas.openxmlformats.org/drawingml/2006/main" noGrp="1"/>
          </p:cNvSpPr>
          <p:nvPr/>
        </p:nvSpPr>
        <p:spPr>
          <a:xfrm xmlns:a="http://schemas.openxmlformats.org/drawingml/2006/main">
            <a:off x="461962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1616547477" name="Rectangle: Rounded Corners 523171807">
            <a:extLst xmlns:a="http://schemas.openxmlformats.org/drawingml/2006/main">
              <a:ext uri="{FF2B5EF4-FFF2-40B4-BE49-F238E27FC236}">
                <a16:creationId xmlns:a16="http://schemas.microsoft.com/office/drawing/2014/main" id="{9055166C-4ECA-4C4E-8EA7-53714F0EFC16}"/>
              </a:ext>
            </a:extLst>
          </p:cNvPr>
          <p:cNvSpPr>
            <a:spLocks xmlns:a="http://schemas.openxmlformats.org/drawingml/2006/main" noGrp="1"/>
          </p:cNvSpPr>
          <p:nvPr/>
        </p:nvSpPr>
        <p:spPr>
          <a:xfrm xmlns:a="http://schemas.openxmlformats.org/drawingml/2006/main">
            <a:off x="561975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449476944" name="Rectangle: Rounded Corners 752356456">
            <a:extLst xmlns:a="http://schemas.openxmlformats.org/drawingml/2006/main">
              <a:ext uri="{FF2B5EF4-FFF2-40B4-BE49-F238E27FC236}">
                <a16:creationId xmlns:a16="http://schemas.microsoft.com/office/drawing/2014/main" id="{2EB5B388-ECEE-488A-BD7A-FF7C4E50C18C}"/>
              </a:ext>
            </a:extLst>
          </p:cNvPr>
          <p:cNvSpPr>
            <a:spLocks xmlns:a="http://schemas.openxmlformats.org/drawingml/2006/main" noGrp="1"/>
          </p:cNvSpPr>
          <p:nvPr/>
        </p:nvSpPr>
        <p:spPr>
          <a:xfrm xmlns:a="http://schemas.openxmlformats.org/drawingml/2006/main">
            <a:off x="6619875" y="42481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70023673" name="Rectangle: Rounded Corners 816374805">
            <a:extLst xmlns:a="http://schemas.openxmlformats.org/drawingml/2006/main">
              <a:ext uri="{FF2B5EF4-FFF2-40B4-BE49-F238E27FC236}">
                <a16:creationId xmlns:a16="http://schemas.microsoft.com/office/drawing/2014/main" id="{15A6A710-9E4B-41FD-8489-B604F98E6AD2}"/>
              </a:ext>
            </a:extLst>
          </p:cNvPr>
          <p:cNvSpPr>
            <a:spLocks xmlns:a="http://schemas.openxmlformats.org/drawingml/2006/main" noGrp="1"/>
          </p:cNvSpPr>
          <p:nvPr/>
        </p:nvSpPr>
        <p:spPr>
          <a:xfrm xmlns:a="http://schemas.openxmlformats.org/drawingml/2006/main">
            <a:off x="76200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1110144578" name="Straight Connector 1386166301">
            <a:extLst xmlns:a="http://schemas.openxmlformats.org/drawingml/2006/main">
              <a:ext uri="{FF2B5EF4-FFF2-40B4-BE49-F238E27FC236}">
                <a16:creationId xmlns:a16="http://schemas.microsoft.com/office/drawing/2014/main" id="{18BD10D7-8B79-498F-8412-683F2C0726A0}"/>
              </a:ext>
            </a:extLst>
          </p:cNvPr>
          <p:cNvSpPr>
            <a:spLocks xmlns:a="http://schemas.openxmlformats.org/drawingml/2006/main" noGrp="1"/>
          </p:cNvSpPr>
          <p:nvPr/>
        </p:nvSpPr>
        <p:spPr>
          <a:xfrm xmlns:a="http://schemas.openxmlformats.org/drawingml/2006/main">
            <a:off x="5524500" y="48768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11712568" name="Rectangle 1180679312">
            <a:extLst xmlns:a="http://schemas.openxmlformats.org/drawingml/2006/main">
              <a:ext uri="{FF2B5EF4-FFF2-40B4-BE49-F238E27FC236}">
                <a16:creationId xmlns:a16="http://schemas.microsoft.com/office/drawing/2014/main" id="{0FBBA6B5-FD66-4DB2-BCC2-3347A69BA003}"/>
              </a:ext>
            </a:extLst>
          </p:cNvPr>
          <p:cNvSpPr>
            <a:spLocks xmlns:a="http://schemas.openxmlformats.org/drawingml/2006/main" noGrp="1"/>
          </p:cNvSpPr>
          <p:nvPr/>
        </p:nvSpPr>
        <p:spPr>
          <a:xfrm xmlns:a="http://schemas.openxmlformats.org/drawingml/2006/main">
            <a:off x="1123950" y="53721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2563EB"/>
                </a:solidFill>
              </a:defRPr>
            </a:pPr>
            <a:r>
              <a:rPr sz="1650" b="1">
                <a:solidFill>
                  <a:srgbClr val="2563EB"/>
                </a:solidFill>
              </a:rPr>
              <a:t>text</a:t>
            </a:r>
          </a:p>
        </p:txBody>
      </p:sp>
      <p:sp>
        <p:nvSpPr>
          <p:cNvPr id="1319507314" name="Rectangle: Rounded Corners 1119801345">
            <a:extLst xmlns:a="http://schemas.openxmlformats.org/drawingml/2006/main">
              <a:ext uri="{FF2B5EF4-FFF2-40B4-BE49-F238E27FC236}">
                <a16:creationId xmlns:a16="http://schemas.microsoft.com/office/drawing/2014/main" id="{632EFEDE-6E37-446C-99B8-05091618BCD4}"/>
              </a:ext>
            </a:extLst>
          </p:cNvPr>
          <p:cNvSpPr>
            <a:spLocks xmlns:a="http://schemas.openxmlformats.org/drawingml/2006/main" noGrp="1"/>
          </p:cNvSpPr>
          <p:nvPr/>
        </p:nvSpPr>
        <p:spPr>
          <a:xfrm xmlns:a="http://schemas.openxmlformats.org/drawingml/2006/main">
            <a:off x="26193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1999241165" name="Rectangle: Rounded Corners 563472098">
            <a:extLst xmlns:a="http://schemas.openxmlformats.org/drawingml/2006/main">
              <a:ext uri="{FF2B5EF4-FFF2-40B4-BE49-F238E27FC236}">
                <a16:creationId xmlns:a16="http://schemas.microsoft.com/office/drawing/2014/main" id="{5BBEAEE2-2B54-44B9-9393-37814A819F6C}"/>
              </a:ext>
            </a:extLst>
          </p:cNvPr>
          <p:cNvSpPr>
            <a:spLocks xmlns:a="http://schemas.openxmlformats.org/drawingml/2006/main" noGrp="1"/>
          </p:cNvSpPr>
          <p:nvPr/>
        </p:nvSpPr>
        <p:spPr>
          <a:xfrm xmlns:a="http://schemas.openxmlformats.org/drawingml/2006/main">
            <a:off x="36195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356680950" name="Rectangle: Rounded Corners 1869507790">
            <a:extLst xmlns:a="http://schemas.openxmlformats.org/drawingml/2006/main">
              <a:ext uri="{FF2B5EF4-FFF2-40B4-BE49-F238E27FC236}">
                <a16:creationId xmlns:a16="http://schemas.microsoft.com/office/drawing/2014/main" id="{73158C2E-5F4C-431E-83D3-616A77C66492}"/>
              </a:ext>
            </a:extLst>
          </p:cNvPr>
          <p:cNvSpPr>
            <a:spLocks xmlns:a="http://schemas.openxmlformats.org/drawingml/2006/main" noGrp="1"/>
          </p:cNvSpPr>
          <p:nvPr/>
        </p:nvSpPr>
        <p:spPr>
          <a:xfrm xmlns:a="http://schemas.openxmlformats.org/drawingml/2006/main">
            <a:off x="461962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832125129" name="Rectangle: Rounded Corners 2113559938">
            <a:extLst xmlns:a="http://schemas.openxmlformats.org/drawingml/2006/main">
              <a:ext uri="{FF2B5EF4-FFF2-40B4-BE49-F238E27FC236}">
                <a16:creationId xmlns:a16="http://schemas.microsoft.com/office/drawing/2014/main" id="{C85C06E5-D48C-4C9E-BA66-E7F5553C065D}"/>
              </a:ext>
            </a:extLst>
          </p:cNvPr>
          <p:cNvSpPr>
            <a:spLocks xmlns:a="http://schemas.openxmlformats.org/drawingml/2006/main" noGrp="1"/>
          </p:cNvSpPr>
          <p:nvPr/>
        </p:nvSpPr>
        <p:spPr>
          <a:xfrm xmlns:a="http://schemas.openxmlformats.org/drawingml/2006/main">
            <a:off x="561975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919248641" name="Rectangle: Rounded Corners 274418513">
            <a:extLst xmlns:a="http://schemas.openxmlformats.org/drawingml/2006/main">
              <a:ext uri="{FF2B5EF4-FFF2-40B4-BE49-F238E27FC236}">
                <a16:creationId xmlns:a16="http://schemas.microsoft.com/office/drawing/2014/main" id="{CD1297AB-953F-47D2-9C0B-1AA03546DAFA}"/>
              </a:ext>
            </a:extLst>
          </p:cNvPr>
          <p:cNvSpPr>
            <a:spLocks xmlns:a="http://schemas.openxmlformats.org/drawingml/2006/main" noGrp="1"/>
          </p:cNvSpPr>
          <p:nvPr/>
        </p:nvSpPr>
        <p:spPr>
          <a:xfrm xmlns:a="http://schemas.openxmlformats.org/drawingml/2006/main">
            <a:off x="66198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data</a:t>
            </a:r>
          </a:p>
        </p:txBody>
      </p:sp>
      <p:sp>
        <p:nvSpPr>
          <p:cNvPr id="465104211" name="Rectangle: Rounded Corners 1941550636">
            <a:extLst xmlns:a="http://schemas.openxmlformats.org/drawingml/2006/main">
              <a:ext uri="{FF2B5EF4-FFF2-40B4-BE49-F238E27FC236}">
                <a16:creationId xmlns:a16="http://schemas.microsoft.com/office/drawing/2014/main" id="{3564E996-B5BE-4FD3-9061-846113DC4C04}"/>
              </a:ext>
            </a:extLst>
          </p:cNvPr>
          <p:cNvSpPr>
            <a:spLocks xmlns:a="http://schemas.openxmlformats.org/drawingml/2006/main" noGrp="1"/>
          </p:cNvSpPr>
          <p:nvPr/>
        </p:nvSpPr>
        <p:spPr>
          <a:xfrm xmlns:a="http://schemas.openxmlformats.org/drawingml/2006/main">
            <a:off x="76200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1762446768" name="Rectangle 1798355039">
            <a:extLst xmlns:a="http://schemas.openxmlformats.org/drawingml/2006/main">
              <a:ext uri="{FF2B5EF4-FFF2-40B4-BE49-F238E27FC236}">
                <a16:creationId xmlns:a16="http://schemas.microsoft.com/office/drawing/2014/main" id="{7FE6BFDC-4FB3-4DF2-A100-DAB671DB4E67}"/>
              </a:ext>
            </a:extLst>
          </p:cNvPr>
          <p:cNvSpPr>
            <a:spLocks xmlns:a="http://schemas.openxmlformats.org/drawingml/2006/main" noGrp="1"/>
          </p:cNvSpPr>
          <p:nvPr/>
        </p:nvSpPr>
        <p:spPr>
          <a:xfrm xmlns:a="http://schemas.openxmlformats.org/drawingml/2006/main">
            <a:off x="7562850" y="170497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7C3AED"/>
                </a:solidFill>
              </a:defRPr>
            </a:pPr>
            <a:r>
              <a:rPr sz="1800" b="1">
                <a:solidFill>
                  <a:srgbClr val="7C3AED"/>
                </a:solidFill>
              </a:rPr>
              <a:t>not always left-to-right</a:t>
            </a:r>
          </a:p>
        </p:txBody>
      </p:sp>
      <p:sp>
        <p:nvSpPr>
          <p:cNvPr id="1119297419" name="Rectangle 1161886986">
            <a:extLst xmlns:a="http://schemas.openxmlformats.org/drawingml/2006/main">
              <a:ext uri="{FF2B5EF4-FFF2-40B4-BE49-F238E27FC236}">
                <a16:creationId xmlns:a16="http://schemas.microsoft.com/office/drawing/2014/main" id="{F1AD57F6-C1D9-4BD0-BFA4-25BC0BFD799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62</a:t>
            </a:r>
          </a:p>
        </p:txBody>
      </p:sp>
      <p:sp>
        <p:nvSpPr>
          <p:cNvPr id="566730036" name="mercury-example-divider">
            <a:extLst xmlns:a="http://schemas.openxmlformats.org/drawingml/2006/main">
              <a:ext uri="{FF2B5EF4-FFF2-40B4-BE49-F238E27FC236}">
                <a16:creationId xmlns:a16="http://schemas.microsoft.com/office/drawing/2014/main" id="{72B9CAE4-2B55-4EE8-BCF0-500105CFF9FE}"/>
              </a:ext>
            </a:extLst>
          </p:cNvPr>
          <p:cNvSpPr>
            <a:spLocks xmlns:a="http://schemas.openxmlformats.org/drawingml/2006/main" noGrp="1"/>
          </p:cNvSpPr>
          <p:nvPr/>
        </p:nvSpPr>
        <p:spPr>
          <a:xfrm xmlns:a="http://schemas.openxmlformats.org/drawingml/2006/main">
            <a:off x="8763000" y="2266950"/>
            <a:ext cx="9525" cy="2857500"/>
          </a:xfrm>
          <a:prstGeom xmlns:a="http://schemas.openxmlformats.org/drawingml/2006/main" prst="line">
            <a:avLst/>
          </a:prstGeom>
          <a:noFill xmlns:a="http://schemas.openxmlformats.org/drawingml/2006/main"/>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32848878" name="mercury-example-label">
            <a:extLst xmlns:a="http://schemas.openxmlformats.org/drawingml/2006/main">
              <a:ext uri="{FF2B5EF4-FFF2-40B4-BE49-F238E27FC236}">
                <a16:creationId xmlns:a16="http://schemas.microsoft.com/office/drawing/2014/main" id="{6D7B0FFC-51D7-4A32-85D0-06F7F962584A}"/>
              </a:ext>
            </a:extLst>
          </p:cNvPr>
          <p:cNvSpPr>
            <a:spLocks xmlns:a="http://schemas.openxmlformats.org/drawingml/2006/main" noGrp="1"/>
          </p:cNvSpPr>
          <p:nvPr/>
        </p:nvSpPr>
        <p:spPr>
          <a:xfrm xmlns:a="http://schemas.openxmlformats.org/drawingml/2006/main">
            <a:off x="9067800" y="2362199"/>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667085"/>
                </a:solidFill>
              </a:defRPr>
            </a:pPr>
            <a:r>
              <a:rPr sz="1050" b="1">
                <a:solidFill>
                  <a:srgbClr val="667085"/>
                </a:solidFill>
              </a:rPr>
              <a:t>MERCURY 2</a:t>
            </a:r>
          </a:p>
        </p:txBody>
      </p:sp>
      <p:sp>
        <p:nvSpPr>
          <p:cNvPr id="256034705" name="mercury-2-link">
            <a:extLst xmlns:a="http://schemas.openxmlformats.org/drawingml/2006/main">
              <a:ext uri="{FF2B5EF4-FFF2-40B4-BE49-F238E27FC236}">
                <a16:creationId xmlns:a16="http://schemas.microsoft.com/office/drawing/2014/main" id="{B669ED5A-1944-463A-AE8C-AFACA0CC1E8A}"/>
              </a:ext>
            </a:extLst>
          </p:cNvPr>
          <p:cNvSpPr>
            <a:spLocks xmlns:a="http://schemas.openxmlformats.org/drawingml/2006/main" noGrp="1"/>
          </p:cNvSpPr>
          <p:nvPr/>
        </p:nvSpPr>
        <p:spPr>
          <a:xfrm xmlns:a="http://schemas.openxmlformats.org/drawingml/2006/main">
            <a:off x="9067800" y="2705100"/>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7C3AED"/>
                </a:solidFill>
              </a:defRPr>
            </a:pPr>
            <a:r>
              <a:rPr sz="1950" b="1" u="sng">
                <a:solidFill>
                  <a:srgbClr val="7C3AED"/>
                </a:solidFill>
                <a:hlinkClick xmlns:r="http://schemas.openxmlformats.org/officeDocument/2006/relationships" r:id="R35cf5a7bec3741f8"/>
              </a:rPr>
              <a:t>Transformer dLLM</a:t>
            </a:r>
          </a:p>
        </p:txBody>
      </p:sp>
      <p:sp>
        <p:nvSpPr>
          <p:cNvPr id="2597565" name="mercury-example-description">
            <a:extLst xmlns:a="http://schemas.openxmlformats.org/drawingml/2006/main">
              <a:ext uri="{FF2B5EF4-FFF2-40B4-BE49-F238E27FC236}">
                <a16:creationId xmlns:a16="http://schemas.microsoft.com/office/drawing/2014/main" id="{D32A0A9F-A812-449C-B63A-8A9773A3FECC}"/>
              </a:ext>
            </a:extLst>
          </p:cNvPr>
          <p:cNvSpPr>
            <a:spLocks xmlns:a="http://schemas.openxmlformats.org/drawingml/2006/main" noGrp="1"/>
          </p:cNvSpPr>
          <p:nvPr/>
        </p:nvSpPr>
        <p:spPr>
          <a:xfrm xmlns:a="http://schemas.openxmlformats.org/drawingml/2006/main">
            <a:off x="9067800" y="3200400"/>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noisy sequence</a:t>
            </a:r>
          </a:p>
          <a:p xmlns:a="http://schemas.openxmlformats.org/drawingml/2006/main">
            <a:pPr algn="l">
              <a:buNone/>
              <a:defRPr sz="1350" b="0">
                <a:solidFill>
                  <a:srgbClr val="0B0F19"/>
                </a:solidFill>
              </a:defRPr>
            </a:pPr>
            <a:r>
              <a:rPr sz="1350" b="0">
                <a:solidFill>
                  <a:srgbClr val="0B0F19"/>
                </a:solidFill>
              </a:rPr>
              <a:t>→ parallel predictions</a:t>
            </a:r>
          </a:p>
        </p:txBody>
      </p:sp>
      <p:sp>
        <p:nvSpPr>
          <p:cNvPr id="1507129406" name="mercury-example-contrast">
            <a:extLst xmlns:a="http://schemas.openxmlformats.org/drawingml/2006/main">
              <a:ext uri="{FF2B5EF4-FFF2-40B4-BE49-F238E27FC236}">
                <a16:creationId xmlns:a16="http://schemas.microsoft.com/office/drawing/2014/main" id="{C5B45E59-4D1E-428A-A2B9-2B1C75B0AC31}"/>
              </a:ext>
            </a:extLst>
          </p:cNvPr>
          <p:cNvSpPr>
            <a:spLocks xmlns:a="http://schemas.openxmlformats.org/drawingml/2006/main" noGrp="1"/>
          </p:cNvSpPr>
          <p:nvPr/>
        </p:nvSpPr>
        <p:spPr>
          <a:xfrm xmlns:a="http://schemas.openxmlformats.org/drawingml/2006/main">
            <a:off x="9067800" y="4000500"/>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2563EB"/>
                </a:solidFill>
              </a:defRPr>
            </a:pPr>
            <a:r>
              <a:rPr sz="1350" b="1">
                <a:solidFill>
                  <a:srgbClr val="2563EB"/>
                </a:solidFill>
              </a:rPr>
              <a:t>repeat refinement</a:t>
            </a:r>
          </a:p>
          <a:p xmlns:a="http://schemas.openxmlformats.org/drawingml/2006/main">
            <a:pPr algn="l">
              <a:buNone/>
              <a:defRPr sz="1350" b="1">
                <a:solidFill>
                  <a:srgbClr val="2563EB"/>
                </a:solidFill>
              </a:defRPr>
            </a:pPr>
            <a:r>
              <a:rPr sz="1350" b="1">
                <a:solidFill>
                  <a:srgbClr val="2563EB"/>
                </a:solidFill>
              </a:rPr>
              <a:t>→ final text</a:t>
            </a:r>
          </a:p>
        </p:txBody>
      </p:sp>
    </p:spTree>
    <p:extLst>
      <p:ext uri="{BB962C8B-B14F-4D97-AF65-F5344CB8AC3E}">
        <p14:creationId xmlns:p14="http://schemas.microsoft.com/office/powerpoint/2010/main" val="1616797455"/>
      </p:ext>
    </p:extLst>
  </p:cSld>
</p:sld>
</file>

<file path=ppt/slides/slide6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38001331" name="Rectangle 1487198538">
            <a:extLst xmlns:a="http://schemas.openxmlformats.org/drawingml/2006/main">
              <a:ext uri="{FF2B5EF4-FFF2-40B4-BE49-F238E27FC236}">
                <a16:creationId xmlns:a16="http://schemas.microsoft.com/office/drawing/2014/main" id="{94E26DFC-3DE7-4363-87AB-CF27579FD54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Faster inference</a:t>
            </a:r>
          </a:p>
        </p:txBody>
      </p:sp>
      <p:sp>
        <p:nvSpPr>
          <p:cNvPr id="182057763" name="Rectangle 1518038747">
            <a:extLst xmlns:a="http://schemas.openxmlformats.org/drawingml/2006/main">
              <a:ext uri="{FF2B5EF4-FFF2-40B4-BE49-F238E27FC236}">
                <a16:creationId xmlns:a16="http://schemas.microsoft.com/office/drawing/2014/main" id="{F70D7CA4-AE2F-40EB-B9DC-37B9A303C5CE}"/>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Speculative decoding uses a draft-and-verify loop</a:t>
            </a:r>
          </a:p>
        </p:txBody>
      </p:sp>
      <p:sp>
        <p:nvSpPr>
          <p:cNvPr id="1734279514" name="Rectangle: Rounded Corners 1531743003">
            <a:extLst xmlns:a="http://schemas.openxmlformats.org/drawingml/2006/main">
              <a:ext uri="{FF2B5EF4-FFF2-40B4-BE49-F238E27FC236}">
                <a16:creationId xmlns:a16="http://schemas.microsoft.com/office/drawing/2014/main" id="{259E0CC3-6FFA-4E03-AF70-8A368DE328EB}"/>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16518808" name="Rectangle: Rounded Corners 369702881">
            <a:extLst xmlns:a="http://schemas.openxmlformats.org/drawingml/2006/main">
              <a:ext uri="{FF2B5EF4-FFF2-40B4-BE49-F238E27FC236}">
                <a16:creationId xmlns:a16="http://schemas.microsoft.com/office/drawing/2014/main" id="{F5EADCA3-C0D7-4B90-82F1-8BCE5FFA61EB}"/>
              </a:ext>
            </a:extLst>
          </p:cNvPr>
          <p:cNvSpPr>
            <a:spLocks xmlns:a="http://schemas.openxmlformats.org/drawingml/2006/main" noGrp="1"/>
          </p:cNvSpPr>
          <p:nvPr/>
        </p:nvSpPr>
        <p:spPr>
          <a:xfrm xmlns:a="http://schemas.openxmlformats.org/drawingml/2006/main">
            <a:off x="1162050"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1  small draft model</a:t>
            </a:r>
          </a:p>
        </p:txBody>
      </p:sp>
      <p:sp>
        <p:nvSpPr>
          <p:cNvPr id="374573494" name="Rectangle 1197178350">
            <a:extLst xmlns:a="http://schemas.openxmlformats.org/drawingml/2006/main">
              <a:ext uri="{FF2B5EF4-FFF2-40B4-BE49-F238E27FC236}">
                <a16:creationId xmlns:a16="http://schemas.microsoft.com/office/drawing/2014/main" id="{4318E429-9D69-42C5-B9B1-78C9FD50F52B}"/>
              </a:ext>
            </a:extLst>
          </p:cNvPr>
          <p:cNvSpPr>
            <a:spLocks xmlns:a="http://schemas.openxmlformats.org/drawingml/2006/main" noGrp="1"/>
          </p:cNvSpPr>
          <p:nvPr/>
        </p:nvSpPr>
        <p:spPr>
          <a:xfrm xmlns:a="http://schemas.openxmlformats.org/drawingml/2006/main">
            <a:off x="1162050"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cheap guesses</a:t>
            </a:r>
          </a:p>
        </p:txBody>
      </p:sp>
      <p:sp>
        <p:nvSpPr>
          <p:cNvPr id="113256418" name="Rectangle: Rounded Corners 1914676260">
            <a:extLst xmlns:a="http://schemas.openxmlformats.org/drawingml/2006/main">
              <a:ext uri="{FF2B5EF4-FFF2-40B4-BE49-F238E27FC236}">
                <a16:creationId xmlns:a16="http://schemas.microsoft.com/office/drawing/2014/main" id="{3BDD3781-FF09-4CA9-ADDD-FF3DB2153740}"/>
              </a:ext>
            </a:extLst>
          </p:cNvPr>
          <p:cNvSpPr>
            <a:spLocks xmlns:a="http://schemas.openxmlformats.org/drawingml/2006/main" noGrp="1"/>
          </p:cNvSpPr>
          <p:nvPr/>
        </p:nvSpPr>
        <p:spPr>
          <a:xfrm xmlns:a="http://schemas.openxmlformats.org/drawingml/2006/main">
            <a:off x="440055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2102605070" name="Rectangle: Rounded Corners 58582831">
            <a:extLst xmlns:a="http://schemas.openxmlformats.org/drawingml/2006/main">
              <a:ext uri="{FF2B5EF4-FFF2-40B4-BE49-F238E27FC236}">
                <a16:creationId xmlns:a16="http://schemas.microsoft.com/office/drawing/2014/main" id="{75A90255-C20A-4C10-8EEF-9AB817233907}"/>
              </a:ext>
            </a:extLst>
          </p:cNvPr>
          <p:cNvSpPr>
            <a:spLocks xmlns:a="http://schemas.openxmlformats.org/drawingml/2006/main" noGrp="1"/>
          </p:cNvSpPr>
          <p:nvPr/>
        </p:nvSpPr>
        <p:spPr>
          <a:xfrm xmlns:a="http://schemas.openxmlformats.org/drawingml/2006/main">
            <a:off x="528637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1736783928" name="Rectangle: Rounded Corners 1580617481">
            <a:extLst xmlns:a="http://schemas.openxmlformats.org/drawingml/2006/main">
              <a:ext uri="{FF2B5EF4-FFF2-40B4-BE49-F238E27FC236}">
                <a16:creationId xmlns:a16="http://schemas.microsoft.com/office/drawing/2014/main" id="{C5AEC28F-05E1-41FD-921D-1EAC47B627A5}"/>
              </a:ext>
            </a:extLst>
          </p:cNvPr>
          <p:cNvSpPr>
            <a:spLocks xmlns:a="http://schemas.openxmlformats.org/drawingml/2006/main" noGrp="1"/>
          </p:cNvSpPr>
          <p:nvPr/>
        </p:nvSpPr>
        <p:spPr>
          <a:xfrm xmlns:a="http://schemas.openxmlformats.org/drawingml/2006/main">
            <a:off x="617220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1594607362" name="Rectangle: Rounded Corners 1783142644">
            <a:extLst xmlns:a="http://schemas.openxmlformats.org/drawingml/2006/main">
              <a:ext uri="{FF2B5EF4-FFF2-40B4-BE49-F238E27FC236}">
                <a16:creationId xmlns:a16="http://schemas.microsoft.com/office/drawing/2014/main" id="{EAD60634-5B3B-4314-B928-CE2D9AEE43B4}"/>
              </a:ext>
            </a:extLst>
          </p:cNvPr>
          <p:cNvSpPr>
            <a:spLocks xmlns:a="http://schemas.openxmlformats.org/drawingml/2006/main" noGrp="1"/>
          </p:cNvSpPr>
          <p:nvPr/>
        </p:nvSpPr>
        <p:spPr>
          <a:xfrm xmlns:a="http://schemas.openxmlformats.org/drawingml/2006/main">
            <a:off x="705802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259229599" name="Rectangle 1697788859">
            <a:extLst xmlns:a="http://schemas.openxmlformats.org/drawingml/2006/main">
              <a:ext uri="{FF2B5EF4-FFF2-40B4-BE49-F238E27FC236}">
                <a16:creationId xmlns:a16="http://schemas.microsoft.com/office/drawing/2014/main" id="{C898422E-1B41-4197-AEBF-C40348822BF6}"/>
              </a:ext>
            </a:extLst>
          </p:cNvPr>
          <p:cNvSpPr>
            <a:spLocks xmlns:a="http://schemas.openxmlformats.org/drawingml/2006/main" noGrp="1"/>
          </p:cNvSpPr>
          <p:nvPr/>
        </p:nvSpPr>
        <p:spPr>
          <a:xfrm xmlns:a="http://schemas.openxmlformats.org/drawingml/2006/main">
            <a:off x="4686300" y="302895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2  propose token block</a:t>
            </a:r>
          </a:p>
        </p:txBody>
      </p:sp>
      <p:sp>
        <p:nvSpPr>
          <p:cNvPr id="1321160303" name="Rectangle: Rounded Corners 1686198037">
            <a:extLst xmlns:a="http://schemas.openxmlformats.org/drawingml/2006/main">
              <a:ext uri="{FF2B5EF4-FFF2-40B4-BE49-F238E27FC236}">
                <a16:creationId xmlns:a16="http://schemas.microsoft.com/office/drawing/2014/main" id="{731ABD85-F193-4F49-B9CD-6B4D7FF2EA55}"/>
              </a:ext>
            </a:extLst>
          </p:cNvPr>
          <p:cNvSpPr>
            <a:spLocks xmlns:a="http://schemas.openxmlformats.org/drawingml/2006/main" noGrp="1"/>
          </p:cNvSpPr>
          <p:nvPr/>
        </p:nvSpPr>
        <p:spPr>
          <a:xfrm xmlns:a="http://schemas.openxmlformats.org/drawingml/2006/main">
            <a:off x="8429625"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3  large target model</a:t>
            </a:r>
          </a:p>
        </p:txBody>
      </p:sp>
      <p:sp>
        <p:nvSpPr>
          <p:cNvPr id="854890187" name="Rectangle 1556928439">
            <a:extLst xmlns:a="http://schemas.openxmlformats.org/drawingml/2006/main">
              <a:ext uri="{FF2B5EF4-FFF2-40B4-BE49-F238E27FC236}">
                <a16:creationId xmlns:a16="http://schemas.microsoft.com/office/drawing/2014/main" id="{92D2733E-A9B2-4CCB-86FE-0725D07B4114}"/>
              </a:ext>
            </a:extLst>
          </p:cNvPr>
          <p:cNvSpPr>
            <a:spLocks xmlns:a="http://schemas.openxmlformats.org/drawingml/2006/main" noGrp="1"/>
          </p:cNvSpPr>
          <p:nvPr/>
        </p:nvSpPr>
        <p:spPr>
          <a:xfrm xmlns:a="http://schemas.openxmlformats.org/drawingml/2006/main">
            <a:off x="8429625"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verify block in one pass</a:t>
            </a:r>
          </a:p>
        </p:txBody>
      </p:sp>
      <p:sp>
        <p:nvSpPr>
          <p:cNvPr id="1709584956" name="Straight Connector 170693198">
            <a:extLst xmlns:a="http://schemas.openxmlformats.org/drawingml/2006/main">
              <a:ext uri="{FF2B5EF4-FFF2-40B4-BE49-F238E27FC236}">
                <a16:creationId xmlns:a16="http://schemas.microsoft.com/office/drawing/2014/main" id="{3C6739E1-1563-46CE-BAC3-7C38C1DAB05A}"/>
              </a:ext>
            </a:extLst>
          </p:cNvPr>
          <p:cNvSpPr>
            <a:spLocks xmlns:a="http://schemas.openxmlformats.org/drawingml/2006/main" noGrp="1"/>
          </p:cNvSpPr>
          <p:nvPr/>
        </p:nvSpPr>
        <p:spPr>
          <a:xfrm xmlns:a="http://schemas.openxmlformats.org/drawingml/2006/main">
            <a:off x="3714750" y="2543175"/>
            <a:ext cx="49530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51158508" name="Straight Connector 2021615088">
            <a:extLst xmlns:a="http://schemas.openxmlformats.org/drawingml/2006/main">
              <a:ext uri="{FF2B5EF4-FFF2-40B4-BE49-F238E27FC236}">
                <a16:creationId xmlns:a16="http://schemas.microsoft.com/office/drawing/2014/main" id="{339B7E6B-B68B-431F-96E3-B455A65B7BBD}"/>
              </a:ext>
            </a:extLst>
          </p:cNvPr>
          <p:cNvSpPr>
            <a:spLocks xmlns:a="http://schemas.openxmlformats.org/drawingml/2006/main" noGrp="1"/>
          </p:cNvSpPr>
          <p:nvPr/>
        </p:nvSpPr>
        <p:spPr>
          <a:xfrm xmlns:a="http://schemas.openxmlformats.org/drawingml/2006/main">
            <a:off x="8001000" y="2543175"/>
            <a:ext cx="4000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6887138" name="Rectangle 1396476378">
            <a:extLst xmlns:a="http://schemas.openxmlformats.org/drawingml/2006/main">
              <a:ext uri="{FF2B5EF4-FFF2-40B4-BE49-F238E27FC236}">
                <a16:creationId xmlns:a16="http://schemas.microsoft.com/office/drawing/2014/main" id="{8D32CE51-DC3C-41F4-83BF-E72D30EBB3BF}"/>
              </a:ext>
            </a:extLst>
          </p:cNvPr>
          <p:cNvSpPr>
            <a:spLocks xmlns:a="http://schemas.openxmlformats.org/drawingml/2006/main" noGrp="1"/>
          </p:cNvSpPr>
          <p:nvPr/>
        </p:nvSpPr>
        <p:spPr>
          <a:xfrm xmlns:a="http://schemas.openxmlformats.org/drawingml/2006/main">
            <a:off x="2038349" y="36576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4a  accept prefix</a:t>
            </a:r>
          </a:p>
        </p:txBody>
      </p:sp>
      <p:sp>
        <p:nvSpPr>
          <p:cNvPr id="699298819" name="Rectangle: Rounded Corners 910307424">
            <a:extLst xmlns:a="http://schemas.openxmlformats.org/drawingml/2006/main">
              <a:ext uri="{FF2B5EF4-FFF2-40B4-BE49-F238E27FC236}">
                <a16:creationId xmlns:a16="http://schemas.microsoft.com/office/drawing/2014/main" id="{266B8CC4-E362-45D3-8509-CD002D448070}"/>
              </a:ext>
            </a:extLst>
          </p:cNvPr>
          <p:cNvSpPr>
            <a:spLocks xmlns:a="http://schemas.openxmlformats.org/drawingml/2006/main" noGrp="1"/>
          </p:cNvSpPr>
          <p:nvPr/>
        </p:nvSpPr>
        <p:spPr>
          <a:xfrm xmlns:a="http://schemas.openxmlformats.org/drawingml/2006/main">
            <a:off x="20955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2035632404" name="Rectangle: Rounded Corners 760188915">
            <a:extLst xmlns:a="http://schemas.openxmlformats.org/drawingml/2006/main">
              <a:ext uri="{FF2B5EF4-FFF2-40B4-BE49-F238E27FC236}">
                <a16:creationId xmlns:a16="http://schemas.microsoft.com/office/drawing/2014/main" id="{B293DB76-5452-4551-A5FB-AD74C3FDEF57}"/>
              </a:ext>
            </a:extLst>
          </p:cNvPr>
          <p:cNvSpPr>
            <a:spLocks xmlns:a="http://schemas.openxmlformats.org/drawingml/2006/main" noGrp="1"/>
          </p:cNvSpPr>
          <p:nvPr/>
        </p:nvSpPr>
        <p:spPr>
          <a:xfrm xmlns:a="http://schemas.openxmlformats.org/drawingml/2006/main">
            <a:off x="29813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1352040534" name="Rectangle: Rounded Corners 1604029254">
            <a:extLst xmlns:a="http://schemas.openxmlformats.org/drawingml/2006/main">
              <a:ext uri="{FF2B5EF4-FFF2-40B4-BE49-F238E27FC236}">
                <a16:creationId xmlns:a16="http://schemas.microsoft.com/office/drawing/2014/main" id="{FDE37A0F-67A8-4672-81AF-A5F1C133ADA5}"/>
              </a:ext>
            </a:extLst>
          </p:cNvPr>
          <p:cNvSpPr>
            <a:spLocks xmlns:a="http://schemas.openxmlformats.org/drawingml/2006/main" noGrp="1"/>
          </p:cNvSpPr>
          <p:nvPr/>
        </p:nvSpPr>
        <p:spPr>
          <a:xfrm xmlns:a="http://schemas.openxmlformats.org/drawingml/2006/main">
            <a:off x="386715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484710032" name="Rectangle 583346847">
            <a:extLst xmlns:a="http://schemas.openxmlformats.org/drawingml/2006/main">
              <a:ext uri="{FF2B5EF4-FFF2-40B4-BE49-F238E27FC236}">
                <a16:creationId xmlns:a16="http://schemas.microsoft.com/office/drawing/2014/main" id="{0E03D0E7-2105-4337-B7DE-E9CEB7C251A5}"/>
              </a:ext>
            </a:extLst>
          </p:cNvPr>
          <p:cNvSpPr>
            <a:spLocks xmlns:a="http://schemas.openxmlformats.org/drawingml/2006/main" noGrp="1"/>
          </p:cNvSpPr>
          <p:nvPr/>
        </p:nvSpPr>
        <p:spPr>
          <a:xfrm xmlns:a="http://schemas.openxmlformats.org/drawingml/2006/main">
            <a:off x="6610350" y="36576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4b  reject + resample</a:t>
            </a:r>
          </a:p>
        </p:txBody>
      </p:sp>
      <p:sp>
        <p:nvSpPr>
          <p:cNvPr id="724029883" name="Rectangle: Rounded Corners 5957980">
            <a:extLst xmlns:a="http://schemas.openxmlformats.org/drawingml/2006/main">
              <a:ext uri="{FF2B5EF4-FFF2-40B4-BE49-F238E27FC236}">
                <a16:creationId xmlns:a16="http://schemas.microsoft.com/office/drawing/2014/main" id="{99DFAB28-F32D-4800-ACDE-CB01F8402B9C}"/>
              </a:ext>
            </a:extLst>
          </p:cNvPr>
          <p:cNvSpPr>
            <a:spLocks xmlns:a="http://schemas.openxmlformats.org/drawingml/2006/main" noGrp="1"/>
          </p:cNvSpPr>
          <p:nvPr/>
        </p:nvSpPr>
        <p:spPr>
          <a:xfrm xmlns:a="http://schemas.openxmlformats.org/drawingml/2006/main">
            <a:off x="72771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953148724" name="Rectangle: Rounded Corners 410294816">
            <a:extLst xmlns:a="http://schemas.openxmlformats.org/drawingml/2006/main">
              <a:ext uri="{FF2B5EF4-FFF2-40B4-BE49-F238E27FC236}">
                <a16:creationId xmlns:a16="http://schemas.microsoft.com/office/drawing/2014/main" id="{AF62679F-5F3E-46C5-A771-8B8E3EA16648}"/>
              </a:ext>
            </a:extLst>
          </p:cNvPr>
          <p:cNvSpPr>
            <a:spLocks xmlns:a="http://schemas.openxmlformats.org/drawingml/2006/main" noGrp="1"/>
          </p:cNvSpPr>
          <p:nvPr/>
        </p:nvSpPr>
        <p:spPr>
          <a:xfrm xmlns:a="http://schemas.openxmlformats.org/drawingml/2006/main">
            <a:off x="81629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mat</a:t>
            </a:r>
          </a:p>
        </p:txBody>
      </p:sp>
      <p:sp>
        <p:nvSpPr>
          <p:cNvPr id="2116386192" name="Straight Connector 1668590987">
            <a:extLst xmlns:a="http://schemas.openxmlformats.org/drawingml/2006/main">
              <a:ext uri="{FF2B5EF4-FFF2-40B4-BE49-F238E27FC236}">
                <a16:creationId xmlns:a16="http://schemas.microsoft.com/office/drawing/2014/main" id="{D25DCA39-6E78-49F7-8EBB-FDB8E8AF8217}"/>
              </a:ext>
            </a:extLst>
          </p:cNvPr>
          <p:cNvSpPr>
            <a:spLocks xmlns:a="http://schemas.openxmlformats.org/drawingml/2006/main" noGrp="1"/>
          </p:cNvSpPr>
          <p:nvPr/>
        </p:nvSpPr>
        <p:spPr>
          <a:xfrm xmlns:a="http://schemas.openxmlformats.org/drawingml/2006/main">
            <a:off x="7981950" y="4448175"/>
            <a:ext cx="133350" cy="9525"/>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32325229" name="Rectangle 1956440405">
            <a:extLst xmlns:a="http://schemas.openxmlformats.org/drawingml/2006/main">
              <a:ext uri="{FF2B5EF4-FFF2-40B4-BE49-F238E27FC236}">
                <a16:creationId xmlns:a16="http://schemas.microsoft.com/office/drawing/2014/main" id="{BF330076-CD51-4A80-A1BD-F8600D23BE2C}"/>
              </a:ext>
            </a:extLst>
          </p:cNvPr>
          <p:cNvSpPr>
            <a:spLocks xmlns:a="http://schemas.openxmlformats.org/drawingml/2006/main" noGrp="1"/>
          </p:cNvSpPr>
          <p:nvPr/>
        </p:nvSpPr>
        <p:spPr>
          <a:xfrm xmlns:a="http://schemas.openxmlformats.org/drawingml/2006/main">
            <a:off x="2857500" y="5162550"/>
            <a:ext cx="647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450" b="1">
                <a:solidFill>
                  <a:srgbClr val="0B0F19"/>
                </a:solidFill>
              </a:defRPr>
            </a:pPr>
            <a:r>
              <a:rPr sz="1450" b="1">
                <a:solidFill>
                  <a:srgbClr val="0B0F19"/>
                </a:solidFill>
              </a:rPr>
              <a:t>draft → verify → accept / resample → repeat</a:t>
            </a:r>
          </a:p>
          <a:p xmlns:a="http://schemas.openxmlformats.org/drawingml/2006/main">
            <a:pPr algn="ctr">
              <a:buNone/>
              <a:defRPr sz="1450" b="1">
                <a:solidFill>
                  <a:srgbClr val="0B0F19"/>
                </a:solidFill>
              </a:defRPr>
            </a:pPr>
            <a:r>
              <a:rPr sz="1450" b="1">
                <a:solidFill>
                  <a:srgbClr val="0B0F19"/>
                </a:solidFill>
              </a:rPr>
              <a:t>same target distribution, fewer serial waits</a:t>
            </a:r>
          </a:p>
        </p:txBody>
      </p:sp>
      <p:sp>
        <p:nvSpPr>
          <p:cNvPr id="1849747714" name="Rectangle 918919992">
            <a:extLst xmlns:a="http://schemas.openxmlformats.org/drawingml/2006/main">
              <a:ext uri="{FF2B5EF4-FFF2-40B4-BE49-F238E27FC236}">
                <a16:creationId xmlns:a16="http://schemas.microsoft.com/office/drawing/2014/main" id="{DD03354E-666D-4470-B096-26C0B9FF522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63</a:t>
            </a:r>
          </a:p>
        </p:txBody>
      </p:sp>
    </p:spTree>
    <p:extLst>
      <p:ext uri="{BB962C8B-B14F-4D97-AF65-F5344CB8AC3E}">
        <p14:creationId xmlns:p14="http://schemas.microsoft.com/office/powerpoint/2010/main" val="878734957"/>
      </p:ext>
    </p:extLst>
  </p:cSld>
</p:sld>
</file>

<file path=ppt/slides/slide6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4954582" name="Rectangle 1682307419">
            <a:extLst xmlns:a="http://schemas.openxmlformats.org/drawingml/2006/main">
              <a:ext uri="{FF2B5EF4-FFF2-40B4-BE49-F238E27FC236}">
                <a16:creationId xmlns:a16="http://schemas.microsoft.com/office/drawing/2014/main" id="{C52C6088-EEE2-4195-A602-04F869905D7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Scaling trend</a:t>
            </a:r>
          </a:p>
        </p:txBody>
      </p:sp>
      <p:sp>
        <p:nvSpPr>
          <p:cNvPr id="1397020601" name="Rectangle 1048423222">
            <a:extLst xmlns:a="http://schemas.openxmlformats.org/drawingml/2006/main">
              <a:ext uri="{FF2B5EF4-FFF2-40B4-BE49-F238E27FC236}">
                <a16:creationId xmlns:a16="http://schemas.microsoft.com/office/drawing/2014/main" id="{1CE03167-3042-4CB8-8043-2C5382E76809}"/>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Frontier models scale total compute</a:t>
            </a:r>
          </a:p>
        </p:txBody>
      </p:sp>
      <p:sp>
        <p:nvSpPr>
          <p:cNvPr id="1733319360" name="Rectangle 1821451500">
            <a:extLst xmlns:a="http://schemas.openxmlformats.org/drawingml/2006/main">
              <a:ext uri="{FF2B5EF4-FFF2-40B4-BE49-F238E27FC236}">
                <a16:creationId xmlns:a16="http://schemas.microsoft.com/office/drawing/2014/main" id="{1AB5BF60-2BA4-4F2D-9DAD-C0DCDF5D1F1C}"/>
              </a:ext>
            </a:extLst>
          </p:cNvPr>
          <p:cNvSpPr>
            <a:spLocks xmlns:a="http://schemas.openxmlformats.org/drawingml/2006/main" noGrp="1"/>
          </p:cNvSpPr>
          <p:nvPr/>
        </p:nvSpPr>
        <p:spPr>
          <a:xfrm xmlns:a="http://schemas.openxmlformats.org/drawingml/2006/main">
            <a:off x="7829550" y="10287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750" b="1">
                <a:solidFill>
                  <a:srgbClr val="EF4444"/>
                </a:solidFill>
              </a:defRPr>
            </a:pPr>
            <a:r>
              <a:rPr sz="1750" b="1">
                <a:solidFill>
                  <a:srgbClr val="EF4444"/>
                </a:solidFill>
              </a:rPr>
              <a:t>not just parameter count</a:t>
            </a:r>
          </a:p>
        </p:txBody>
      </p:sp>
      <p:sp>
        <p:nvSpPr>
          <p:cNvPr id="1749544569" name="Rectangle: Rounded Corners 1912787708">
            <a:extLst xmlns:a="http://schemas.openxmlformats.org/drawingml/2006/main">
              <a:ext uri="{FF2B5EF4-FFF2-40B4-BE49-F238E27FC236}">
                <a16:creationId xmlns:a16="http://schemas.microsoft.com/office/drawing/2014/main" id="{C896746B-F09C-4A19-9B00-7192AA495160}"/>
              </a:ext>
            </a:extLst>
          </p:cNvPr>
          <p:cNvSpPr>
            <a:spLocks xmlns:a="http://schemas.openxmlformats.org/drawingml/2006/main" noGrp="1"/>
          </p:cNvSpPr>
          <p:nvPr/>
        </p:nvSpPr>
        <p:spPr>
          <a:xfrm xmlns:a="http://schemas.openxmlformats.org/drawingml/2006/main">
            <a:off x="704850" y="1562100"/>
            <a:ext cx="10782300" cy="4343400"/>
          </a:xfrm>
          <a:prstGeom xmlns:a="http://schemas.openxmlformats.org/drawingml/2006/main" prst="roundRect">
            <a:avLst>
              <a:gd name="adj" fmla="val 26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38957461" name="Rectangle 698160899">
            <a:extLst xmlns:a="http://schemas.openxmlformats.org/drawingml/2006/main">
              <a:ext uri="{FF2B5EF4-FFF2-40B4-BE49-F238E27FC236}">
                <a16:creationId xmlns:a16="http://schemas.microsoft.com/office/drawing/2014/main" id="{586963AE-1016-4F45-9059-DC53F1D2CC91}"/>
              </a:ext>
            </a:extLst>
          </p:cNvPr>
          <p:cNvSpPr>
            <a:spLocks xmlns:a="http://schemas.openxmlformats.org/drawingml/2006/main" noGrp="1"/>
          </p:cNvSpPr>
          <p:nvPr/>
        </p:nvSpPr>
        <p:spPr>
          <a:xfrm xmlns:a="http://schemas.openxmlformats.org/drawingml/2006/main">
            <a:off x="3771900" y="1752599"/>
            <a:ext cx="4648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more useful computation</a:t>
            </a:r>
          </a:p>
        </p:txBody>
      </p:sp>
      <p:sp>
        <p:nvSpPr>
          <p:cNvPr id="266601906" name="Straight Connector 820052219">
            <a:extLst xmlns:a="http://schemas.openxmlformats.org/drawingml/2006/main">
              <a:ext uri="{FF2B5EF4-FFF2-40B4-BE49-F238E27FC236}">
                <a16:creationId xmlns:a16="http://schemas.microsoft.com/office/drawing/2014/main" id="{91C03445-6032-4D52-8027-63DD00118B5F}"/>
              </a:ext>
            </a:extLst>
          </p:cNvPr>
          <p:cNvSpPr>
            <a:spLocks xmlns:a="http://schemas.openxmlformats.org/drawingml/2006/main" noGrp="1"/>
          </p:cNvSpPr>
          <p:nvPr/>
        </p:nvSpPr>
        <p:spPr>
          <a:xfrm xmlns:a="http://schemas.openxmlformats.org/drawingml/2006/main">
            <a:off x="2609850" y="2152650"/>
            <a:ext cx="697230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4141670" name="Rectangle: Rounded Corners 1977383084">
            <a:extLst xmlns:a="http://schemas.openxmlformats.org/drawingml/2006/main">
              <a:ext uri="{FF2B5EF4-FFF2-40B4-BE49-F238E27FC236}">
                <a16:creationId xmlns:a16="http://schemas.microsoft.com/office/drawing/2014/main" id="{1E8F910B-7516-4ED5-9221-71176AECD185}"/>
              </a:ext>
            </a:extLst>
          </p:cNvPr>
          <p:cNvSpPr>
            <a:spLocks xmlns:a="http://schemas.openxmlformats.org/drawingml/2006/main" noGrp="1"/>
          </p:cNvSpPr>
          <p:nvPr/>
        </p:nvSpPr>
        <p:spPr>
          <a:xfrm xmlns:a="http://schemas.openxmlformats.org/drawingml/2006/main">
            <a:off x="10668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91390755" name="Rectangle: Rounded Corners 1598161198">
            <a:extLst xmlns:a="http://schemas.openxmlformats.org/drawingml/2006/main">
              <a:ext uri="{FF2B5EF4-FFF2-40B4-BE49-F238E27FC236}">
                <a16:creationId xmlns:a16="http://schemas.microsoft.com/office/drawing/2014/main" id="{E6225635-7B5F-469D-A071-E14D4F884DCF}"/>
              </a:ext>
            </a:extLst>
          </p:cNvPr>
          <p:cNvSpPr>
            <a:spLocks xmlns:a="http://schemas.openxmlformats.org/drawingml/2006/main" noGrp="1"/>
          </p:cNvSpPr>
          <p:nvPr/>
        </p:nvSpPr>
        <p:spPr>
          <a:xfrm xmlns:a="http://schemas.openxmlformats.org/drawingml/2006/main">
            <a:off x="1714500" y="3105150"/>
            <a:ext cx="114300" cy="1714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84215585" name="Rectangle: Rounded Corners 1558195880">
            <a:extLst xmlns:a="http://schemas.openxmlformats.org/drawingml/2006/main">
              <a:ext uri="{FF2B5EF4-FFF2-40B4-BE49-F238E27FC236}">
                <a16:creationId xmlns:a16="http://schemas.microsoft.com/office/drawing/2014/main" id="{DC135FCE-8894-4C8E-B61A-863E7BBC513F}"/>
              </a:ext>
            </a:extLst>
          </p:cNvPr>
          <p:cNvSpPr>
            <a:spLocks xmlns:a="http://schemas.openxmlformats.org/drawingml/2006/main" noGrp="1"/>
          </p:cNvSpPr>
          <p:nvPr/>
        </p:nvSpPr>
        <p:spPr>
          <a:xfrm xmlns:a="http://schemas.openxmlformats.org/drawingml/2006/main">
            <a:off x="1885950" y="2990850"/>
            <a:ext cx="114300" cy="2857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29177473" name="Rectangle: Rounded Corners 521701979">
            <a:extLst xmlns:a="http://schemas.openxmlformats.org/drawingml/2006/main">
              <a:ext uri="{FF2B5EF4-FFF2-40B4-BE49-F238E27FC236}">
                <a16:creationId xmlns:a16="http://schemas.microsoft.com/office/drawing/2014/main" id="{11EC3CE9-3D60-42FA-BB31-C6BDDA8DC72C}"/>
              </a:ext>
            </a:extLst>
          </p:cNvPr>
          <p:cNvSpPr>
            <a:spLocks xmlns:a="http://schemas.openxmlformats.org/drawingml/2006/main" noGrp="1"/>
          </p:cNvSpPr>
          <p:nvPr/>
        </p:nvSpPr>
        <p:spPr>
          <a:xfrm xmlns:a="http://schemas.openxmlformats.org/drawingml/2006/main">
            <a:off x="2057400" y="2876550"/>
            <a:ext cx="114300" cy="4000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6279417" name="Rectangle: Rounded Corners 1995606132">
            <a:extLst xmlns:a="http://schemas.openxmlformats.org/drawingml/2006/main">
              <a:ext uri="{FF2B5EF4-FFF2-40B4-BE49-F238E27FC236}">
                <a16:creationId xmlns:a16="http://schemas.microsoft.com/office/drawing/2014/main" id="{773036A2-A18D-4F81-8B31-54A77C38A9D3}"/>
              </a:ext>
            </a:extLst>
          </p:cNvPr>
          <p:cNvSpPr>
            <a:spLocks xmlns:a="http://schemas.openxmlformats.org/drawingml/2006/main" noGrp="1"/>
          </p:cNvSpPr>
          <p:nvPr/>
        </p:nvSpPr>
        <p:spPr>
          <a:xfrm xmlns:a="http://schemas.openxmlformats.org/drawingml/2006/main">
            <a:off x="2228850" y="2762250"/>
            <a:ext cx="114300" cy="5143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40994264" name="Rectangle 1524836487">
            <a:extLst xmlns:a="http://schemas.openxmlformats.org/drawingml/2006/main">
              <a:ext uri="{FF2B5EF4-FFF2-40B4-BE49-F238E27FC236}">
                <a16:creationId xmlns:a16="http://schemas.microsoft.com/office/drawing/2014/main" id="{A8095ABB-9B3F-4B54-A0FF-7DA10D8F1093}"/>
              </a:ext>
            </a:extLst>
          </p:cNvPr>
          <p:cNvSpPr>
            <a:spLocks xmlns:a="http://schemas.openxmlformats.org/drawingml/2006/main" noGrp="1"/>
          </p:cNvSpPr>
          <p:nvPr/>
        </p:nvSpPr>
        <p:spPr>
          <a:xfrm xmlns:a="http://schemas.openxmlformats.org/drawingml/2006/main">
            <a:off x="12573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pretraining</a:t>
            </a:r>
          </a:p>
        </p:txBody>
      </p:sp>
      <p:sp>
        <p:nvSpPr>
          <p:cNvPr id="151767057" name="Rectangle 2124862657">
            <a:extLst xmlns:a="http://schemas.openxmlformats.org/drawingml/2006/main">
              <a:ext uri="{FF2B5EF4-FFF2-40B4-BE49-F238E27FC236}">
                <a16:creationId xmlns:a16="http://schemas.microsoft.com/office/drawing/2014/main" id="{E51364BA-0F0C-40FB-92CC-F46595EBCDF4}"/>
              </a:ext>
            </a:extLst>
          </p:cNvPr>
          <p:cNvSpPr>
            <a:spLocks xmlns:a="http://schemas.openxmlformats.org/drawingml/2006/main" noGrp="1"/>
          </p:cNvSpPr>
          <p:nvPr/>
        </p:nvSpPr>
        <p:spPr>
          <a:xfrm xmlns:a="http://schemas.openxmlformats.org/drawingml/2006/main">
            <a:off x="12763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bigger models</a:t>
            </a:r>
          </a:p>
          <a:p xmlns:a="http://schemas.openxmlformats.org/drawingml/2006/main">
            <a:pPr algn="ctr">
              <a:buNone/>
              <a:defRPr sz="1450" b="0">
                <a:solidFill>
                  <a:srgbClr val="0B0F19"/>
                </a:solidFill>
              </a:defRPr>
            </a:pPr>
            <a:r>
              <a:rPr sz="1450" b="0">
                <a:solidFill>
                  <a:srgbClr val="0B0F19"/>
                </a:solidFill>
              </a:rPr>
              <a:t>more data</a:t>
            </a:r>
          </a:p>
        </p:txBody>
      </p:sp>
      <p:sp>
        <p:nvSpPr>
          <p:cNvPr id="41076047" name="Rectangle 8219971">
            <a:extLst xmlns:a="http://schemas.openxmlformats.org/drawingml/2006/main">
              <a:ext uri="{FF2B5EF4-FFF2-40B4-BE49-F238E27FC236}">
                <a16:creationId xmlns:a16="http://schemas.microsoft.com/office/drawing/2014/main" id="{22C9EFDF-3ADF-4CC8-A61D-4D3C085AF18A}"/>
              </a:ext>
            </a:extLst>
          </p:cNvPr>
          <p:cNvSpPr>
            <a:spLocks xmlns:a="http://schemas.openxmlformats.org/drawingml/2006/main" noGrp="1"/>
          </p:cNvSpPr>
          <p:nvPr/>
        </p:nvSpPr>
        <p:spPr>
          <a:xfrm xmlns:a="http://schemas.openxmlformats.org/drawingml/2006/main">
            <a:off x="12763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train-time compute</a:t>
            </a:r>
          </a:p>
        </p:txBody>
      </p:sp>
      <p:sp>
        <p:nvSpPr>
          <p:cNvPr id="1054096204" name="Rectangle: Rounded Corners 1401385986">
            <a:extLst xmlns:a="http://schemas.openxmlformats.org/drawingml/2006/main">
              <a:ext uri="{FF2B5EF4-FFF2-40B4-BE49-F238E27FC236}">
                <a16:creationId xmlns:a16="http://schemas.microsoft.com/office/drawing/2014/main" id="{204EB9BE-4787-4502-9A13-2BF2D7071BF7}"/>
              </a:ext>
            </a:extLst>
          </p:cNvPr>
          <p:cNvSpPr>
            <a:spLocks xmlns:a="http://schemas.openxmlformats.org/drawingml/2006/main" noGrp="1"/>
          </p:cNvSpPr>
          <p:nvPr/>
        </p:nvSpPr>
        <p:spPr>
          <a:xfrm xmlns:a="http://schemas.openxmlformats.org/drawingml/2006/main">
            <a:off x="36766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502411" name="Oval 2082712540">
            <a:extLst xmlns:a="http://schemas.openxmlformats.org/drawingml/2006/main">
              <a:ext uri="{FF2B5EF4-FFF2-40B4-BE49-F238E27FC236}">
                <a16:creationId xmlns:a16="http://schemas.microsoft.com/office/drawing/2014/main" id="{18DD8DA8-9577-47D6-959E-AC7890AA2814}"/>
              </a:ext>
            </a:extLst>
          </p:cNvPr>
          <p:cNvSpPr>
            <a:spLocks xmlns:a="http://schemas.openxmlformats.org/drawingml/2006/main" noGrp="1"/>
          </p:cNvSpPr>
          <p:nvPr/>
        </p:nvSpPr>
        <p:spPr>
          <a:xfrm xmlns:a="http://schemas.openxmlformats.org/drawingml/2006/main">
            <a:off x="4619625" y="2876550"/>
            <a:ext cx="266700" cy="26670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0998425" name="Oval 1800286295">
            <a:extLst xmlns:a="http://schemas.openxmlformats.org/drawingml/2006/main">
              <a:ext uri="{FF2B5EF4-FFF2-40B4-BE49-F238E27FC236}">
                <a16:creationId xmlns:a16="http://schemas.microsoft.com/office/drawing/2014/main" id="{4C092E3F-BFD5-42E4-97AD-928A0FA3EFEA}"/>
              </a:ext>
            </a:extLst>
          </p:cNvPr>
          <p:cNvSpPr>
            <a:spLocks xmlns:a="http://schemas.openxmlformats.org/drawingml/2006/main" noGrp="1"/>
          </p:cNvSpPr>
          <p:nvPr/>
        </p:nvSpPr>
        <p:spPr>
          <a:xfrm xmlns:a="http://schemas.openxmlformats.org/drawingml/2006/main">
            <a:off x="5067300" y="2905125"/>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55899163" name="Straight Connector 1377652961">
            <a:extLst xmlns:a="http://schemas.openxmlformats.org/drawingml/2006/main">
              <a:ext uri="{FF2B5EF4-FFF2-40B4-BE49-F238E27FC236}">
                <a16:creationId xmlns:a16="http://schemas.microsoft.com/office/drawing/2014/main" id="{EFA2A31E-D36A-4057-A4D6-B39FD5AA7BC6}"/>
              </a:ext>
            </a:extLst>
          </p:cNvPr>
          <p:cNvSpPr>
            <a:spLocks xmlns:a="http://schemas.openxmlformats.org/drawingml/2006/main" noGrp="1"/>
          </p:cNvSpPr>
          <p:nvPr/>
        </p:nvSpPr>
        <p:spPr>
          <a:xfrm xmlns:a="http://schemas.openxmlformats.org/drawingml/2006/main">
            <a:off x="4752975" y="3009900"/>
            <a:ext cx="419100" cy="9525"/>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40685947" name="Oval 1129487082">
            <a:extLst xmlns:a="http://schemas.openxmlformats.org/drawingml/2006/main">
              <a:ext uri="{FF2B5EF4-FFF2-40B4-BE49-F238E27FC236}">
                <a16:creationId xmlns:a16="http://schemas.microsoft.com/office/drawing/2014/main" id="{66AA0F14-989E-4C8F-90A1-01E2A0FB3BC3}"/>
              </a:ext>
            </a:extLst>
          </p:cNvPr>
          <p:cNvSpPr>
            <a:spLocks xmlns:a="http://schemas.openxmlformats.org/drawingml/2006/main" noGrp="1"/>
          </p:cNvSpPr>
          <p:nvPr/>
        </p:nvSpPr>
        <p:spPr>
          <a:xfrm xmlns:a="http://schemas.openxmlformats.org/drawingml/2006/main">
            <a:off x="4857750" y="3185587"/>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82281409" name="Straight Connector 1835573147">
            <a:extLst xmlns:a="http://schemas.openxmlformats.org/drawingml/2006/main">
              <a:ext uri="{FF2B5EF4-FFF2-40B4-BE49-F238E27FC236}">
                <a16:creationId xmlns:a16="http://schemas.microsoft.com/office/drawing/2014/main" id="{133BD32C-5273-47D9-BF4C-6B86F900A832}"/>
              </a:ext>
            </a:extLst>
          </p:cNvPr>
          <p:cNvSpPr>
            <a:spLocks xmlns:a="http://schemas.openxmlformats.org/drawingml/2006/main" noGrp="1"/>
          </p:cNvSpPr>
          <p:nvPr/>
        </p:nvSpPr>
        <p:spPr>
          <a:xfrm xmlns:a="http://schemas.openxmlformats.org/drawingml/2006/main">
            <a:off x="4752975" y="3009900"/>
            <a:ext cx="209550" cy="280462"/>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5770613" name="Oval 1354002711">
            <a:extLst xmlns:a="http://schemas.openxmlformats.org/drawingml/2006/main">
              <a:ext uri="{FF2B5EF4-FFF2-40B4-BE49-F238E27FC236}">
                <a16:creationId xmlns:a16="http://schemas.microsoft.com/office/drawing/2014/main" id="{0A7A639F-83C1-44F1-9686-DE239CCC8D39}"/>
              </a:ext>
            </a:extLst>
          </p:cNvPr>
          <p:cNvSpPr>
            <a:spLocks xmlns:a="http://schemas.openxmlformats.org/drawingml/2006/main" noGrp="1"/>
          </p:cNvSpPr>
          <p:nvPr/>
        </p:nvSpPr>
        <p:spPr>
          <a:xfrm xmlns:a="http://schemas.openxmlformats.org/drawingml/2006/main">
            <a:off x="4438650" y="3185587"/>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33233080" name="Straight Connector 1642711494">
            <a:extLst xmlns:a="http://schemas.openxmlformats.org/drawingml/2006/main">
              <a:ext uri="{FF2B5EF4-FFF2-40B4-BE49-F238E27FC236}">
                <a16:creationId xmlns:a16="http://schemas.microsoft.com/office/drawing/2014/main" id="{A99E11F7-974E-4AB5-8B9C-F5BA1BEF9A9D}"/>
              </a:ext>
            </a:extLst>
          </p:cNvPr>
          <p:cNvSpPr>
            <a:spLocks xmlns:a="http://schemas.openxmlformats.org/drawingml/2006/main" noGrp="1"/>
          </p:cNvSpPr>
          <p:nvPr/>
        </p:nvSpPr>
        <p:spPr>
          <a:xfrm xmlns:a="http://schemas.openxmlformats.org/drawingml/2006/main">
            <a:off x="4543425" y="3009900"/>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89140853" name="Oval 1162477815">
            <a:extLst xmlns:a="http://schemas.openxmlformats.org/drawingml/2006/main">
              <a:ext uri="{FF2B5EF4-FFF2-40B4-BE49-F238E27FC236}">
                <a16:creationId xmlns:a16="http://schemas.microsoft.com/office/drawing/2014/main" id="{B466B8B9-3B55-41D8-B444-40F0385191D1}"/>
              </a:ext>
            </a:extLst>
          </p:cNvPr>
          <p:cNvSpPr>
            <a:spLocks xmlns:a="http://schemas.openxmlformats.org/drawingml/2006/main" noGrp="1"/>
          </p:cNvSpPr>
          <p:nvPr/>
        </p:nvSpPr>
        <p:spPr>
          <a:xfrm xmlns:a="http://schemas.openxmlformats.org/drawingml/2006/main">
            <a:off x="4229100" y="2905125"/>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85211134" name="Straight Connector 754093467">
            <a:extLst xmlns:a="http://schemas.openxmlformats.org/drawingml/2006/main">
              <a:ext uri="{FF2B5EF4-FFF2-40B4-BE49-F238E27FC236}">
                <a16:creationId xmlns:a16="http://schemas.microsoft.com/office/drawing/2014/main" id="{51ABC626-4556-4085-8510-8AE369343F4A}"/>
              </a:ext>
            </a:extLst>
          </p:cNvPr>
          <p:cNvSpPr>
            <a:spLocks xmlns:a="http://schemas.openxmlformats.org/drawingml/2006/main" noGrp="1"/>
          </p:cNvSpPr>
          <p:nvPr/>
        </p:nvSpPr>
        <p:spPr>
          <a:xfrm xmlns:a="http://schemas.openxmlformats.org/drawingml/2006/main">
            <a:off x="4333875" y="3009900"/>
            <a:ext cx="419100" cy="9525"/>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64702968" name="Oval 926903494">
            <a:extLst xmlns:a="http://schemas.openxmlformats.org/drawingml/2006/main">
              <a:ext uri="{FF2B5EF4-FFF2-40B4-BE49-F238E27FC236}">
                <a16:creationId xmlns:a16="http://schemas.microsoft.com/office/drawing/2014/main" id="{231C7CE2-EFEA-4177-BF0A-F1273E26F79F}"/>
              </a:ext>
            </a:extLst>
          </p:cNvPr>
          <p:cNvSpPr>
            <a:spLocks xmlns:a="http://schemas.openxmlformats.org/drawingml/2006/main" noGrp="1"/>
          </p:cNvSpPr>
          <p:nvPr/>
        </p:nvSpPr>
        <p:spPr>
          <a:xfrm xmlns:a="http://schemas.openxmlformats.org/drawingml/2006/main">
            <a:off x="44386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23865382" name="Straight Connector 1314704656">
            <a:extLst xmlns:a="http://schemas.openxmlformats.org/drawingml/2006/main">
              <a:ext uri="{FF2B5EF4-FFF2-40B4-BE49-F238E27FC236}">
                <a16:creationId xmlns:a16="http://schemas.microsoft.com/office/drawing/2014/main" id="{2ED70722-244B-4305-B773-8608F12CDEFE}"/>
              </a:ext>
            </a:extLst>
          </p:cNvPr>
          <p:cNvSpPr>
            <a:spLocks xmlns:a="http://schemas.openxmlformats.org/drawingml/2006/main" noGrp="1"/>
          </p:cNvSpPr>
          <p:nvPr/>
        </p:nvSpPr>
        <p:spPr>
          <a:xfrm xmlns:a="http://schemas.openxmlformats.org/drawingml/2006/main">
            <a:off x="454342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03858257" name="Oval 297993689">
            <a:extLst xmlns:a="http://schemas.openxmlformats.org/drawingml/2006/main">
              <a:ext uri="{FF2B5EF4-FFF2-40B4-BE49-F238E27FC236}">
                <a16:creationId xmlns:a16="http://schemas.microsoft.com/office/drawing/2014/main" id="{2758F899-617F-4BEB-835C-3913A54634AB}"/>
              </a:ext>
            </a:extLst>
          </p:cNvPr>
          <p:cNvSpPr>
            <a:spLocks xmlns:a="http://schemas.openxmlformats.org/drawingml/2006/main" noGrp="1"/>
          </p:cNvSpPr>
          <p:nvPr/>
        </p:nvSpPr>
        <p:spPr>
          <a:xfrm xmlns:a="http://schemas.openxmlformats.org/drawingml/2006/main">
            <a:off x="48577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22535684" name="Straight Connector 1869335124">
            <a:extLst xmlns:a="http://schemas.openxmlformats.org/drawingml/2006/main">
              <a:ext uri="{FF2B5EF4-FFF2-40B4-BE49-F238E27FC236}">
                <a16:creationId xmlns:a16="http://schemas.microsoft.com/office/drawing/2014/main" id="{ABBE2DE2-4AC3-49CA-9C7E-34F60B6ABE01}"/>
              </a:ext>
            </a:extLst>
          </p:cNvPr>
          <p:cNvSpPr>
            <a:spLocks xmlns:a="http://schemas.openxmlformats.org/drawingml/2006/main" noGrp="1"/>
          </p:cNvSpPr>
          <p:nvPr/>
        </p:nvSpPr>
        <p:spPr>
          <a:xfrm xmlns:a="http://schemas.openxmlformats.org/drawingml/2006/main">
            <a:off x="475297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56471644" name="Rectangle 1902597770">
            <a:extLst xmlns:a="http://schemas.openxmlformats.org/drawingml/2006/main">
              <a:ext uri="{FF2B5EF4-FFF2-40B4-BE49-F238E27FC236}">
                <a16:creationId xmlns:a16="http://schemas.microsoft.com/office/drawing/2014/main" id="{2FA8BCE9-4C19-4351-B503-88E51C1127B9}"/>
              </a:ext>
            </a:extLst>
          </p:cNvPr>
          <p:cNvSpPr>
            <a:spLocks xmlns:a="http://schemas.openxmlformats.org/drawingml/2006/main" noGrp="1"/>
          </p:cNvSpPr>
          <p:nvPr/>
        </p:nvSpPr>
        <p:spPr>
          <a:xfrm xmlns:a="http://schemas.openxmlformats.org/drawingml/2006/main">
            <a:off x="38671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MoE</a:t>
            </a:r>
          </a:p>
        </p:txBody>
      </p:sp>
      <p:sp>
        <p:nvSpPr>
          <p:cNvPr id="856383744" name="Rectangle 1200483564">
            <a:extLst xmlns:a="http://schemas.openxmlformats.org/drawingml/2006/main">
              <a:ext uri="{FF2B5EF4-FFF2-40B4-BE49-F238E27FC236}">
                <a16:creationId xmlns:a16="http://schemas.microsoft.com/office/drawing/2014/main" id="{F94383EB-9AD4-4665-B7FB-99BB6BC6AAE5}"/>
              </a:ext>
            </a:extLst>
          </p:cNvPr>
          <p:cNvSpPr>
            <a:spLocks xmlns:a="http://schemas.openxmlformats.org/drawingml/2006/main" noGrp="1"/>
          </p:cNvSpPr>
          <p:nvPr/>
        </p:nvSpPr>
        <p:spPr>
          <a:xfrm xmlns:a="http://schemas.openxmlformats.org/drawingml/2006/main">
            <a:off x="38862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many params</a:t>
            </a:r>
          </a:p>
          <a:p xmlns:a="http://schemas.openxmlformats.org/drawingml/2006/main">
            <a:pPr algn="ctr">
              <a:buNone/>
              <a:defRPr sz="1450" b="0">
                <a:solidFill>
                  <a:srgbClr val="0B0F19"/>
                </a:solidFill>
              </a:defRPr>
            </a:pPr>
            <a:r>
              <a:rPr sz="1450" b="0">
                <a:solidFill>
                  <a:srgbClr val="0B0F19"/>
                </a:solidFill>
              </a:rPr>
              <a:t>few active</a:t>
            </a:r>
          </a:p>
        </p:txBody>
      </p:sp>
      <p:sp>
        <p:nvSpPr>
          <p:cNvPr id="91772905" name="Rectangle 713949086">
            <a:extLst xmlns:a="http://schemas.openxmlformats.org/drawingml/2006/main">
              <a:ext uri="{FF2B5EF4-FFF2-40B4-BE49-F238E27FC236}">
                <a16:creationId xmlns:a16="http://schemas.microsoft.com/office/drawing/2014/main" id="{EC14E3BB-DF12-418E-B108-7C19C9AD9682}"/>
              </a:ext>
            </a:extLst>
          </p:cNvPr>
          <p:cNvSpPr>
            <a:spLocks xmlns:a="http://schemas.openxmlformats.org/drawingml/2006/main" noGrp="1"/>
          </p:cNvSpPr>
          <p:nvPr/>
        </p:nvSpPr>
        <p:spPr>
          <a:xfrm xmlns:a="http://schemas.openxmlformats.org/drawingml/2006/main">
            <a:off x="38862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sparse compute</a:t>
            </a:r>
          </a:p>
        </p:txBody>
      </p:sp>
      <p:sp>
        <p:nvSpPr>
          <p:cNvPr id="1091382662" name="Rectangle: Rounded Corners 731916211">
            <a:extLst xmlns:a="http://schemas.openxmlformats.org/drawingml/2006/main">
              <a:ext uri="{FF2B5EF4-FFF2-40B4-BE49-F238E27FC236}">
                <a16:creationId xmlns:a16="http://schemas.microsoft.com/office/drawing/2014/main" id="{A7F11D9A-A2A3-434C-86FF-33AD436AF9AC}"/>
              </a:ext>
            </a:extLst>
          </p:cNvPr>
          <p:cNvSpPr>
            <a:spLocks xmlns:a="http://schemas.openxmlformats.org/drawingml/2006/main" noGrp="1"/>
          </p:cNvSpPr>
          <p:nvPr/>
        </p:nvSpPr>
        <p:spPr>
          <a:xfrm xmlns:a="http://schemas.openxmlformats.org/drawingml/2006/main">
            <a:off x="62865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9236766" name="Oval 1174154410">
            <a:extLst xmlns:a="http://schemas.openxmlformats.org/drawingml/2006/main">
              <a:ext uri="{FF2B5EF4-FFF2-40B4-BE49-F238E27FC236}">
                <a16:creationId xmlns:a16="http://schemas.microsoft.com/office/drawing/2014/main" id="{4E2ECF8B-6614-415A-AD33-2CEF5F59C3CD}"/>
              </a:ext>
            </a:extLst>
          </p:cNvPr>
          <p:cNvSpPr>
            <a:spLocks xmlns:a="http://schemas.openxmlformats.org/drawingml/2006/main" noGrp="1"/>
          </p:cNvSpPr>
          <p:nvPr/>
        </p:nvSpPr>
        <p:spPr>
          <a:xfrm xmlns:a="http://schemas.openxmlformats.org/drawingml/2006/main">
            <a:off x="699135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51807920" name="Oval 125293162">
            <a:extLst xmlns:a="http://schemas.openxmlformats.org/drawingml/2006/main">
              <a:ext uri="{FF2B5EF4-FFF2-40B4-BE49-F238E27FC236}">
                <a16:creationId xmlns:a16="http://schemas.microsoft.com/office/drawing/2014/main" id="{10E7CD4E-C8EA-43B2-A9D2-0ABB6A3A6236}"/>
              </a:ext>
            </a:extLst>
          </p:cNvPr>
          <p:cNvSpPr>
            <a:spLocks xmlns:a="http://schemas.openxmlformats.org/drawingml/2006/main" noGrp="1"/>
          </p:cNvSpPr>
          <p:nvPr/>
        </p:nvSpPr>
        <p:spPr>
          <a:xfrm xmlns:a="http://schemas.openxmlformats.org/drawingml/2006/main">
            <a:off x="7343775" y="283845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01682183" name="Oval 1712601375">
            <a:extLst xmlns:a="http://schemas.openxmlformats.org/drawingml/2006/main">
              <a:ext uri="{FF2B5EF4-FFF2-40B4-BE49-F238E27FC236}">
                <a16:creationId xmlns:a16="http://schemas.microsoft.com/office/drawing/2014/main" id="{5647D103-A280-4939-8F45-CC7E5C15BB4E}"/>
              </a:ext>
            </a:extLst>
          </p:cNvPr>
          <p:cNvSpPr>
            <a:spLocks xmlns:a="http://schemas.openxmlformats.org/drawingml/2006/main" noGrp="1"/>
          </p:cNvSpPr>
          <p:nvPr/>
        </p:nvSpPr>
        <p:spPr>
          <a:xfrm xmlns:a="http://schemas.openxmlformats.org/drawingml/2006/main">
            <a:off x="769620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6443313" name="Straight Connector 361292721">
            <a:extLst xmlns:a="http://schemas.openxmlformats.org/drawingml/2006/main">
              <a:ext uri="{FF2B5EF4-FFF2-40B4-BE49-F238E27FC236}">
                <a16:creationId xmlns:a16="http://schemas.microsoft.com/office/drawing/2014/main" id="{9A3F0747-7042-4441-A847-59A29861B2D9}"/>
              </a:ext>
            </a:extLst>
          </p:cNvPr>
          <p:cNvSpPr>
            <a:spLocks xmlns:a="http://schemas.openxmlformats.org/drawingml/2006/main" noGrp="1"/>
          </p:cNvSpPr>
          <p:nvPr/>
        </p:nvSpPr>
        <p:spPr>
          <a:xfrm xmlns:a="http://schemas.openxmlformats.org/drawingml/2006/main">
            <a:off x="7200900"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1323891" name="Straight Connector 1216392229">
            <a:extLst xmlns:a="http://schemas.openxmlformats.org/drawingml/2006/main">
              <a:ext uri="{FF2B5EF4-FFF2-40B4-BE49-F238E27FC236}">
                <a16:creationId xmlns:a16="http://schemas.microsoft.com/office/drawing/2014/main" id="{B443095E-367F-49F8-AE38-9D941643F65B}"/>
              </a:ext>
            </a:extLst>
          </p:cNvPr>
          <p:cNvSpPr>
            <a:spLocks xmlns:a="http://schemas.openxmlformats.org/drawingml/2006/main" noGrp="1"/>
          </p:cNvSpPr>
          <p:nvPr/>
        </p:nvSpPr>
        <p:spPr>
          <a:xfrm xmlns:a="http://schemas.openxmlformats.org/drawingml/2006/main">
            <a:off x="7553325"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88883594" name="Rectangle 1760216901">
            <a:extLst xmlns:a="http://schemas.openxmlformats.org/drawingml/2006/main">
              <a:ext uri="{FF2B5EF4-FFF2-40B4-BE49-F238E27FC236}">
                <a16:creationId xmlns:a16="http://schemas.microsoft.com/office/drawing/2014/main" id="{568BADE4-5F16-4E3D-BD89-AA5C2D757DEC}"/>
              </a:ext>
            </a:extLst>
          </p:cNvPr>
          <p:cNvSpPr>
            <a:spLocks xmlns:a="http://schemas.openxmlformats.org/drawingml/2006/main" noGrp="1"/>
          </p:cNvSpPr>
          <p:nvPr/>
        </p:nvSpPr>
        <p:spPr>
          <a:xfrm xmlns:a="http://schemas.openxmlformats.org/drawingml/2006/main">
            <a:off x="64770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post-training</a:t>
            </a:r>
          </a:p>
        </p:txBody>
      </p:sp>
      <p:sp>
        <p:nvSpPr>
          <p:cNvPr id="1791769541" name="Rectangle 1432423854">
            <a:extLst xmlns:a="http://schemas.openxmlformats.org/drawingml/2006/main">
              <a:ext uri="{FF2B5EF4-FFF2-40B4-BE49-F238E27FC236}">
                <a16:creationId xmlns:a16="http://schemas.microsoft.com/office/drawing/2014/main" id="{F2728D36-B7AB-46D5-A528-912E77549D41}"/>
              </a:ext>
            </a:extLst>
          </p:cNvPr>
          <p:cNvSpPr>
            <a:spLocks xmlns:a="http://schemas.openxmlformats.org/drawingml/2006/main" noGrp="1"/>
          </p:cNvSpPr>
          <p:nvPr/>
        </p:nvSpPr>
        <p:spPr>
          <a:xfrm xmlns:a="http://schemas.openxmlformats.org/drawingml/2006/main">
            <a:off x="64960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SFT + RL</a:t>
            </a:r>
          </a:p>
          <a:p xmlns:a="http://schemas.openxmlformats.org/drawingml/2006/main">
            <a:pPr algn="ctr">
              <a:buNone/>
              <a:defRPr sz="1450" b="0">
                <a:solidFill>
                  <a:srgbClr val="0B0F19"/>
                </a:solidFill>
              </a:defRPr>
            </a:pPr>
            <a:r>
              <a:rPr sz="1450" b="0">
                <a:solidFill>
                  <a:srgbClr val="0B0F19"/>
                </a:solidFill>
              </a:rPr>
              <a:t>feedback loops</a:t>
            </a:r>
          </a:p>
        </p:txBody>
      </p:sp>
      <p:sp>
        <p:nvSpPr>
          <p:cNvPr id="477798546" name="Rectangle 1426602610">
            <a:extLst xmlns:a="http://schemas.openxmlformats.org/drawingml/2006/main">
              <a:ext uri="{FF2B5EF4-FFF2-40B4-BE49-F238E27FC236}">
                <a16:creationId xmlns:a16="http://schemas.microsoft.com/office/drawing/2014/main" id="{DB55F79D-C332-44ED-BC49-4E9D3068332E}"/>
              </a:ext>
            </a:extLst>
          </p:cNvPr>
          <p:cNvSpPr>
            <a:spLocks xmlns:a="http://schemas.openxmlformats.org/drawingml/2006/main" noGrp="1"/>
          </p:cNvSpPr>
          <p:nvPr/>
        </p:nvSpPr>
        <p:spPr>
          <a:xfrm xmlns:a="http://schemas.openxmlformats.org/drawingml/2006/main">
            <a:off x="64960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alignment compute</a:t>
            </a:r>
          </a:p>
        </p:txBody>
      </p:sp>
      <p:sp>
        <p:nvSpPr>
          <p:cNvPr id="291211605" name="Rectangle: Rounded Corners 1132936319">
            <a:extLst xmlns:a="http://schemas.openxmlformats.org/drawingml/2006/main">
              <a:ext uri="{FF2B5EF4-FFF2-40B4-BE49-F238E27FC236}">
                <a16:creationId xmlns:a16="http://schemas.microsoft.com/office/drawing/2014/main" id="{251BEC65-E9FA-4AA4-B600-A77D9B628EC4}"/>
              </a:ext>
            </a:extLst>
          </p:cNvPr>
          <p:cNvSpPr>
            <a:spLocks xmlns:a="http://schemas.openxmlformats.org/drawingml/2006/main" noGrp="1"/>
          </p:cNvSpPr>
          <p:nvPr/>
        </p:nvSpPr>
        <p:spPr>
          <a:xfrm xmlns:a="http://schemas.openxmlformats.org/drawingml/2006/main">
            <a:off x="88963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12267475" name="Oval 848102302">
            <a:extLst xmlns:a="http://schemas.openxmlformats.org/drawingml/2006/main">
              <a:ext uri="{FF2B5EF4-FFF2-40B4-BE49-F238E27FC236}">
                <a16:creationId xmlns:a16="http://schemas.microsoft.com/office/drawing/2014/main" id="{11D60245-2F7F-495F-9C00-B9C972D83E61}"/>
              </a:ext>
            </a:extLst>
          </p:cNvPr>
          <p:cNvSpPr>
            <a:spLocks xmlns:a="http://schemas.openxmlformats.org/drawingml/2006/main" noGrp="1"/>
          </p:cNvSpPr>
          <p:nvPr/>
        </p:nvSpPr>
        <p:spPr>
          <a:xfrm xmlns:a="http://schemas.openxmlformats.org/drawingml/2006/main">
            <a:off x="9639300" y="2705100"/>
            <a:ext cx="723900" cy="723900"/>
          </a:xfrm>
          <a:prstGeom xmlns:a="http://schemas.openxmlformats.org/drawingml/2006/main" prst="ellipse">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17501567" name="Straight Connector 2140277386">
            <a:extLst xmlns:a="http://schemas.openxmlformats.org/drawingml/2006/main">
              <a:ext uri="{FF2B5EF4-FFF2-40B4-BE49-F238E27FC236}">
                <a16:creationId xmlns:a16="http://schemas.microsoft.com/office/drawing/2014/main" id="{4911514F-FDB2-4C2D-8F0B-590AD994315B}"/>
              </a:ext>
            </a:extLst>
          </p:cNvPr>
          <p:cNvSpPr>
            <a:spLocks xmlns:a="http://schemas.openxmlformats.org/drawingml/2006/main" noGrp="1"/>
          </p:cNvSpPr>
          <p:nvPr/>
        </p:nvSpPr>
        <p:spPr>
          <a:xfrm xmlns:a="http://schemas.openxmlformats.org/drawingml/2006/main">
            <a:off x="10001250" y="2857500"/>
            <a:ext cx="9525" cy="2095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45959261" name="Straight Connector 546058830">
            <a:extLst xmlns:a="http://schemas.openxmlformats.org/drawingml/2006/main">
              <a:ext uri="{FF2B5EF4-FFF2-40B4-BE49-F238E27FC236}">
                <a16:creationId xmlns:a16="http://schemas.microsoft.com/office/drawing/2014/main" id="{41B7BD51-A7D2-4697-A876-ADC5FEB59587}"/>
              </a:ext>
            </a:extLst>
          </p:cNvPr>
          <p:cNvSpPr>
            <a:spLocks xmlns:a="http://schemas.openxmlformats.org/drawingml/2006/main" noGrp="1"/>
          </p:cNvSpPr>
          <p:nvPr/>
        </p:nvSpPr>
        <p:spPr>
          <a:xfrm xmlns:a="http://schemas.openxmlformats.org/drawingml/2006/main">
            <a:off x="10001250" y="3067050"/>
            <a:ext cx="200025" cy="571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43261516" name="Straight Connector 634911421">
            <a:extLst xmlns:a="http://schemas.openxmlformats.org/drawingml/2006/main">
              <a:ext uri="{FF2B5EF4-FFF2-40B4-BE49-F238E27FC236}">
                <a16:creationId xmlns:a16="http://schemas.microsoft.com/office/drawing/2014/main" id="{55FD2DA1-B30C-4CE6-852A-074E1E233B0E}"/>
              </a:ext>
            </a:extLst>
          </p:cNvPr>
          <p:cNvSpPr>
            <a:spLocks xmlns:a="http://schemas.openxmlformats.org/drawingml/2006/main" noGrp="1"/>
          </p:cNvSpPr>
          <p:nvPr/>
        </p:nvSpPr>
        <p:spPr>
          <a:xfrm xmlns:a="http://schemas.openxmlformats.org/drawingml/2006/main">
            <a:off x="10382250" y="3067050"/>
            <a:ext cx="266700" cy="9525"/>
          </a:xfrm>
          <a:prstGeom xmlns:a="http://schemas.openxmlformats.org/drawingml/2006/main" prst="line">
            <a:avLst/>
          </a:prstGeom>
          <a:noFill xmlns:a="http://schemas.openxmlformats.org/drawingml/2006/main"/>
          <a:ln xmlns:a="http://schemas.openxmlformats.org/drawingml/2006/main" w="23813">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840337" name="Rectangle 253059330">
            <a:extLst xmlns:a="http://schemas.openxmlformats.org/drawingml/2006/main">
              <a:ext uri="{FF2B5EF4-FFF2-40B4-BE49-F238E27FC236}">
                <a16:creationId xmlns:a16="http://schemas.microsoft.com/office/drawing/2014/main" id="{8DF702B2-A0F3-4663-8AEE-3091B2AE2B8A}"/>
              </a:ext>
            </a:extLst>
          </p:cNvPr>
          <p:cNvSpPr>
            <a:spLocks xmlns:a="http://schemas.openxmlformats.org/drawingml/2006/main" noGrp="1"/>
          </p:cNvSpPr>
          <p:nvPr/>
        </p:nvSpPr>
        <p:spPr>
          <a:xfrm xmlns:a="http://schemas.openxmlformats.org/drawingml/2006/main">
            <a:off x="90868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7C3AED"/>
                </a:solidFill>
              </a:defRPr>
            </a:pPr>
            <a:r>
              <a:rPr sz="1900" b="1">
                <a:solidFill>
                  <a:srgbClr val="7C3AED"/>
                </a:solidFill>
              </a:rPr>
              <a:t>test-time</a:t>
            </a:r>
          </a:p>
        </p:txBody>
      </p:sp>
      <p:sp>
        <p:nvSpPr>
          <p:cNvPr id="1687388656" name="Rectangle 1961211258">
            <a:extLst xmlns:a="http://schemas.openxmlformats.org/drawingml/2006/main">
              <a:ext uri="{FF2B5EF4-FFF2-40B4-BE49-F238E27FC236}">
                <a16:creationId xmlns:a16="http://schemas.microsoft.com/office/drawing/2014/main" id="{FE3C7203-288D-43AA-9DDE-CEBD9389C4CF}"/>
              </a:ext>
            </a:extLst>
          </p:cNvPr>
          <p:cNvSpPr>
            <a:spLocks xmlns:a="http://schemas.openxmlformats.org/drawingml/2006/main" noGrp="1"/>
          </p:cNvSpPr>
          <p:nvPr/>
        </p:nvSpPr>
        <p:spPr>
          <a:xfrm xmlns:a="http://schemas.openxmlformats.org/drawingml/2006/main">
            <a:off x="91059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think longer</a:t>
            </a:r>
          </a:p>
          <a:p xmlns:a="http://schemas.openxmlformats.org/drawingml/2006/main">
            <a:pPr algn="ctr">
              <a:buNone/>
              <a:defRPr sz="1450" b="0">
                <a:solidFill>
                  <a:srgbClr val="0B0F19"/>
                </a:solidFill>
              </a:defRPr>
            </a:pPr>
            <a:r>
              <a:rPr sz="1450" b="0">
                <a:solidFill>
                  <a:srgbClr val="0B0F19"/>
                </a:solidFill>
              </a:rPr>
              <a:t>before answer</a:t>
            </a:r>
          </a:p>
        </p:txBody>
      </p:sp>
      <p:sp>
        <p:nvSpPr>
          <p:cNvPr id="397130129" name="Rectangle 902052220">
            <a:extLst xmlns:a="http://schemas.openxmlformats.org/drawingml/2006/main">
              <a:ext uri="{FF2B5EF4-FFF2-40B4-BE49-F238E27FC236}">
                <a16:creationId xmlns:a16="http://schemas.microsoft.com/office/drawing/2014/main" id="{B262F126-2EE0-4348-A85F-6296F78122AB}"/>
              </a:ext>
            </a:extLst>
          </p:cNvPr>
          <p:cNvSpPr>
            <a:spLocks xmlns:a="http://schemas.openxmlformats.org/drawingml/2006/main" noGrp="1"/>
          </p:cNvSpPr>
          <p:nvPr/>
        </p:nvSpPr>
        <p:spPr>
          <a:xfrm xmlns:a="http://schemas.openxmlformats.org/drawingml/2006/main">
            <a:off x="91059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inference compute</a:t>
            </a:r>
          </a:p>
        </p:txBody>
      </p:sp>
      <p:sp>
        <p:nvSpPr>
          <p:cNvPr id="626983386" name="Rectangle 110604859">
            <a:extLst xmlns:a="http://schemas.openxmlformats.org/drawingml/2006/main">
              <a:ext uri="{FF2B5EF4-FFF2-40B4-BE49-F238E27FC236}">
                <a16:creationId xmlns:a16="http://schemas.microsoft.com/office/drawing/2014/main" id="{1A0E0386-3C40-44DD-B192-B17C9A40290A}"/>
              </a:ext>
            </a:extLst>
          </p:cNvPr>
          <p:cNvSpPr>
            <a:spLocks xmlns:a="http://schemas.openxmlformats.org/drawingml/2006/main" noGrp="1"/>
          </p:cNvSpPr>
          <p:nvPr/>
        </p:nvSpPr>
        <p:spPr>
          <a:xfrm xmlns:a="http://schemas.openxmlformats.org/drawingml/2006/main">
            <a:off x="3048000" y="5448300"/>
            <a:ext cx="609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Trend: scale the whole compute budget</a:t>
            </a:r>
          </a:p>
        </p:txBody>
      </p:sp>
      <p:sp>
        <p:nvSpPr>
          <p:cNvPr id="1619751773" name="Rectangle 1570659082">
            <a:extLst xmlns:a="http://schemas.openxmlformats.org/drawingml/2006/main">
              <a:ext uri="{FF2B5EF4-FFF2-40B4-BE49-F238E27FC236}">
                <a16:creationId xmlns:a16="http://schemas.microsoft.com/office/drawing/2014/main" id="{88DF0555-5D2C-4721-8EEB-DB2ADA1B2D5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64</a:t>
            </a:r>
          </a:p>
        </p:txBody>
      </p:sp>
    </p:spTree>
    <p:extLst>
      <p:ext uri="{BB962C8B-B14F-4D97-AF65-F5344CB8AC3E}">
        <p14:creationId xmlns:p14="http://schemas.microsoft.com/office/powerpoint/2010/main" val="1036701651"/>
      </p:ext>
    </p:extLst>
  </p:cSld>
</p:sld>
</file>

<file path=ppt/slides/slide6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02298296" name="Rectangle 1748329787">
            <a:extLst xmlns:a="http://schemas.openxmlformats.org/drawingml/2006/main">
              <a:ext uri="{FF2B5EF4-FFF2-40B4-BE49-F238E27FC236}">
                <a16:creationId xmlns:a16="http://schemas.microsoft.com/office/drawing/2014/main" id="{E2DE3CB0-3476-4CFC-9A36-FD8DB2D97B3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Compression</a:t>
            </a:r>
          </a:p>
        </p:txBody>
      </p:sp>
      <p:sp>
        <p:nvSpPr>
          <p:cNvPr id="809759587" name="Rectangle 1611343531">
            <a:extLst xmlns:a="http://schemas.openxmlformats.org/drawingml/2006/main">
              <a:ext uri="{FF2B5EF4-FFF2-40B4-BE49-F238E27FC236}">
                <a16:creationId xmlns:a16="http://schemas.microsoft.com/office/drawing/2014/main" id="{C18FB6F9-96D9-4C0D-942F-D7CED5A87159}"/>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Teacher-student distillation transfers behavior</a:t>
            </a:r>
          </a:p>
        </p:txBody>
      </p:sp>
      <p:sp>
        <p:nvSpPr>
          <p:cNvPr id="804145597" name="Rectangle: Rounded Corners 1015940866">
            <a:extLst xmlns:a="http://schemas.openxmlformats.org/drawingml/2006/main">
              <a:ext uri="{FF2B5EF4-FFF2-40B4-BE49-F238E27FC236}">
                <a16:creationId xmlns:a16="http://schemas.microsoft.com/office/drawing/2014/main" id="{16246737-AEAD-4863-A6B4-E68D9A7EB1C1}"/>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13410984" name="Rectangle: Rounded Corners 1808652943">
            <a:extLst xmlns:a="http://schemas.openxmlformats.org/drawingml/2006/main">
              <a:ext uri="{FF2B5EF4-FFF2-40B4-BE49-F238E27FC236}">
                <a16:creationId xmlns:a16="http://schemas.microsoft.com/office/drawing/2014/main" id="{D377BD4A-FF13-4602-8A66-3E34D25F5CF1}"/>
              </a:ext>
            </a:extLst>
          </p:cNvPr>
          <p:cNvSpPr>
            <a:spLocks xmlns:a="http://schemas.openxmlformats.org/drawingml/2006/main" noGrp="1"/>
          </p:cNvSpPr>
          <p:nvPr/>
        </p:nvSpPr>
        <p:spPr>
          <a:xfrm xmlns:a="http://schemas.openxmlformats.org/drawingml/2006/main">
            <a:off x="1390650" y="257175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34616855" name="Rectangle: Rounded Corners 1081078089">
            <a:extLst xmlns:a="http://schemas.openxmlformats.org/drawingml/2006/main">
              <a:ext uri="{FF2B5EF4-FFF2-40B4-BE49-F238E27FC236}">
                <a16:creationId xmlns:a16="http://schemas.microsoft.com/office/drawing/2014/main" id="{833DB946-7BF9-4672-BD65-AF2D52A34661}"/>
              </a:ext>
            </a:extLst>
          </p:cNvPr>
          <p:cNvSpPr>
            <a:spLocks xmlns:a="http://schemas.openxmlformats.org/drawingml/2006/main" noGrp="1"/>
          </p:cNvSpPr>
          <p:nvPr/>
        </p:nvSpPr>
        <p:spPr>
          <a:xfrm xmlns:a="http://schemas.openxmlformats.org/drawingml/2006/main">
            <a:off x="1485900" y="244792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08678882" name="Rectangle: Rounded Corners 492680344">
            <a:extLst xmlns:a="http://schemas.openxmlformats.org/drawingml/2006/main">
              <a:ext uri="{FF2B5EF4-FFF2-40B4-BE49-F238E27FC236}">
                <a16:creationId xmlns:a16="http://schemas.microsoft.com/office/drawing/2014/main" id="{FCEEA143-4D96-4671-A69F-11C5704FE9D0}"/>
              </a:ext>
            </a:extLst>
          </p:cNvPr>
          <p:cNvSpPr>
            <a:spLocks xmlns:a="http://schemas.openxmlformats.org/drawingml/2006/main" noGrp="1"/>
          </p:cNvSpPr>
          <p:nvPr/>
        </p:nvSpPr>
        <p:spPr>
          <a:xfrm xmlns:a="http://schemas.openxmlformats.org/drawingml/2006/main">
            <a:off x="1581150" y="23241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4594441" name="Rectangle: Rounded Corners 1482722514">
            <a:extLst xmlns:a="http://schemas.openxmlformats.org/drawingml/2006/main">
              <a:ext uri="{FF2B5EF4-FFF2-40B4-BE49-F238E27FC236}">
                <a16:creationId xmlns:a16="http://schemas.microsoft.com/office/drawing/2014/main" id="{3D8BF288-7E87-4FB2-B537-B9CCA5C921C9}"/>
              </a:ext>
            </a:extLst>
          </p:cNvPr>
          <p:cNvSpPr>
            <a:spLocks xmlns:a="http://schemas.openxmlformats.org/drawingml/2006/main" noGrp="1"/>
          </p:cNvSpPr>
          <p:nvPr/>
        </p:nvSpPr>
        <p:spPr>
          <a:xfrm xmlns:a="http://schemas.openxmlformats.org/drawingml/2006/main">
            <a:off x="1676400" y="22002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97027520" name="Rectangle: Rounded Corners 121026446">
            <a:extLst xmlns:a="http://schemas.openxmlformats.org/drawingml/2006/main">
              <a:ext uri="{FF2B5EF4-FFF2-40B4-BE49-F238E27FC236}">
                <a16:creationId xmlns:a16="http://schemas.microsoft.com/office/drawing/2014/main" id="{C07B8F78-791D-49FE-8D84-3C93B99BF093}"/>
              </a:ext>
            </a:extLst>
          </p:cNvPr>
          <p:cNvSpPr>
            <a:spLocks xmlns:a="http://schemas.openxmlformats.org/drawingml/2006/main" noGrp="1"/>
          </p:cNvSpPr>
          <p:nvPr/>
        </p:nvSpPr>
        <p:spPr>
          <a:xfrm xmlns:a="http://schemas.openxmlformats.org/drawingml/2006/main">
            <a:off x="1771650" y="20764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31971349" name="Rectangle 163980103">
            <a:extLst xmlns:a="http://schemas.openxmlformats.org/drawingml/2006/main">
              <a:ext uri="{FF2B5EF4-FFF2-40B4-BE49-F238E27FC236}">
                <a16:creationId xmlns:a16="http://schemas.microsoft.com/office/drawing/2014/main" id="{D2957F12-B9E3-43FD-839D-E63F6643E3F0}"/>
              </a:ext>
            </a:extLst>
          </p:cNvPr>
          <p:cNvSpPr>
            <a:spLocks xmlns:a="http://schemas.openxmlformats.org/drawingml/2006/main" noGrp="1"/>
          </p:cNvSpPr>
          <p:nvPr/>
        </p:nvSpPr>
        <p:spPr>
          <a:xfrm xmlns:a="http://schemas.openxmlformats.org/drawingml/2006/main">
            <a:off x="1181099" y="346710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teacher</a:t>
            </a:r>
          </a:p>
        </p:txBody>
      </p:sp>
      <p:sp>
        <p:nvSpPr>
          <p:cNvPr id="1415667739" name="Rectangle 693850306">
            <a:extLst xmlns:a="http://schemas.openxmlformats.org/drawingml/2006/main">
              <a:ext uri="{FF2B5EF4-FFF2-40B4-BE49-F238E27FC236}">
                <a16:creationId xmlns:a16="http://schemas.microsoft.com/office/drawing/2014/main" id="{7CDC7816-45FD-4507-BAC9-B249A5A1F86F}"/>
              </a:ext>
            </a:extLst>
          </p:cNvPr>
          <p:cNvSpPr>
            <a:spLocks xmlns:a="http://schemas.openxmlformats.org/drawingml/2006/main" noGrp="1"/>
          </p:cNvSpPr>
          <p:nvPr/>
        </p:nvSpPr>
        <p:spPr>
          <a:xfrm xmlns:a="http://schemas.openxmlformats.org/drawingml/2006/main">
            <a:off x="1181099" y="38481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large, expensive</a:t>
            </a:r>
          </a:p>
        </p:txBody>
      </p:sp>
      <p:sp>
        <p:nvSpPr>
          <p:cNvPr id="1200833239" name="Straight Connector 1622472842">
            <a:extLst xmlns:a="http://schemas.openxmlformats.org/drawingml/2006/main">
              <a:ext uri="{FF2B5EF4-FFF2-40B4-BE49-F238E27FC236}">
                <a16:creationId xmlns:a16="http://schemas.microsoft.com/office/drawing/2014/main" id="{A6CED5BF-D608-4038-9744-49C4E22F620E}"/>
              </a:ext>
            </a:extLst>
          </p:cNvPr>
          <p:cNvSpPr>
            <a:spLocks xmlns:a="http://schemas.openxmlformats.org/drawingml/2006/main" noGrp="1"/>
          </p:cNvSpPr>
          <p:nvPr/>
        </p:nvSpPr>
        <p:spPr>
          <a:xfrm xmlns:a="http://schemas.openxmlformats.org/drawingml/2006/main">
            <a:off x="3429000" y="2838450"/>
            <a:ext cx="1047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2496117" name="Rectangle: Rounded Corners 1311020404">
            <a:extLst xmlns:a="http://schemas.openxmlformats.org/drawingml/2006/main">
              <a:ext uri="{FF2B5EF4-FFF2-40B4-BE49-F238E27FC236}">
                <a16:creationId xmlns:a16="http://schemas.microsoft.com/office/drawing/2014/main" id="{7D9C57BD-1969-4BEA-8472-E1922D8DA349}"/>
              </a:ext>
            </a:extLst>
          </p:cNvPr>
          <p:cNvSpPr>
            <a:spLocks xmlns:a="http://schemas.openxmlformats.org/drawingml/2006/main" noGrp="1"/>
          </p:cNvSpPr>
          <p:nvPr/>
        </p:nvSpPr>
        <p:spPr>
          <a:xfrm xmlns:a="http://schemas.openxmlformats.org/drawingml/2006/main">
            <a:off x="4629150" y="2000250"/>
            <a:ext cx="27051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2095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soft targets</a:t>
            </a:r>
          </a:p>
        </p:txBody>
      </p:sp>
      <p:sp>
        <p:nvSpPr>
          <p:cNvPr id="1973779230" name="Rectangle 481459380">
            <a:extLst xmlns:a="http://schemas.openxmlformats.org/drawingml/2006/main">
              <a:ext uri="{FF2B5EF4-FFF2-40B4-BE49-F238E27FC236}">
                <a16:creationId xmlns:a16="http://schemas.microsoft.com/office/drawing/2014/main" id="{399398C9-ED1C-4B09-B7A6-FF823731E3E8}"/>
              </a:ext>
            </a:extLst>
          </p:cNvPr>
          <p:cNvSpPr>
            <a:spLocks xmlns:a="http://schemas.openxmlformats.org/drawingml/2006/main" noGrp="1"/>
          </p:cNvSpPr>
          <p:nvPr/>
        </p:nvSpPr>
        <p:spPr>
          <a:xfrm xmlns:a="http://schemas.openxmlformats.org/drawingml/2006/main">
            <a:off x="4362450" y="278130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probabilities carry extra signal</a:t>
            </a:r>
          </a:p>
        </p:txBody>
      </p:sp>
      <p:sp>
        <p:nvSpPr>
          <p:cNvPr id="335572359" name="Rectangle: Rounded Corners 1942037177">
            <a:extLst xmlns:a="http://schemas.openxmlformats.org/drawingml/2006/main">
              <a:ext uri="{FF2B5EF4-FFF2-40B4-BE49-F238E27FC236}">
                <a16:creationId xmlns:a16="http://schemas.microsoft.com/office/drawing/2014/main" id="{95B900F2-F2F9-4628-BACE-2B53D5F0306B}"/>
              </a:ext>
            </a:extLst>
          </p:cNvPr>
          <p:cNvSpPr>
            <a:spLocks xmlns:a="http://schemas.openxmlformats.org/drawingml/2006/main" noGrp="1"/>
          </p:cNvSpPr>
          <p:nvPr/>
        </p:nvSpPr>
        <p:spPr>
          <a:xfrm xmlns:a="http://schemas.openxmlformats.org/drawingml/2006/main">
            <a:off x="41910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cat .62</a:t>
            </a:r>
          </a:p>
        </p:txBody>
      </p:sp>
      <p:sp>
        <p:nvSpPr>
          <p:cNvPr id="698963310" name="Rectangle: Rounded Corners 75602190">
            <a:extLst xmlns:a="http://schemas.openxmlformats.org/drawingml/2006/main">
              <a:ext uri="{FF2B5EF4-FFF2-40B4-BE49-F238E27FC236}">
                <a16:creationId xmlns:a16="http://schemas.microsoft.com/office/drawing/2014/main" id="{DCA286D6-FCCF-4511-A091-AC536138F99A}"/>
              </a:ext>
            </a:extLst>
          </p:cNvPr>
          <p:cNvSpPr>
            <a:spLocks xmlns:a="http://schemas.openxmlformats.org/drawingml/2006/main" noGrp="1"/>
          </p:cNvSpPr>
          <p:nvPr/>
        </p:nvSpPr>
        <p:spPr>
          <a:xfrm xmlns:a="http://schemas.openxmlformats.org/drawingml/2006/main">
            <a:off x="52197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dog .21</a:t>
            </a:r>
          </a:p>
        </p:txBody>
      </p:sp>
      <p:sp>
        <p:nvSpPr>
          <p:cNvPr id="618006163" name="Rectangle: Rounded Corners 1789658254">
            <a:extLst xmlns:a="http://schemas.openxmlformats.org/drawingml/2006/main">
              <a:ext uri="{FF2B5EF4-FFF2-40B4-BE49-F238E27FC236}">
                <a16:creationId xmlns:a16="http://schemas.microsoft.com/office/drawing/2014/main" id="{A374CCFB-3399-4502-B701-9F396FDC29D9}"/>
              </a:ext>
            </a:extLst>
          </p:cNvPr>
          <p:cNvSpPr>
            <a:spLocks xmlns:a="http://schemas.openxmlformats.org/drawingml/2006/main" noGrp="1"/>
          </p:cNvSpPr>
          <p:nvPr/>
        </p:nvSpPr>
        <p:spPr>
          <a:xfrm xmlns:a="http://schemas.openxmlformats.org/drawingml/2006/main">
            <a:off x="62484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fox .09</a:t>
            </a:r>
          </a:p>
        </p:txBody>
      </p:sp>
      <p:sp>
        <p:nvSpPr>
          <p:cNvPr id="1489537179" name="Rectangle: Rounded Corners 1953288476">
            <a:extLst xmlns:a="http://schemas.openxmlformats.org/drawingml/2006/main">
              <a:ext uri="{FF2B5EF4-FFF2-40B4-BE49-F238E27FC236}">
                <a16:creationId xmlns:a16="http://schemas.microsoft.com/office/drawing/2014/main" id="{7BA533FC-7546-4469-A2BD-C3891D9C1EC6}"/>
              </a:ext>
            </a:extLst>
          </p:cNvPr>
          <p:cNvSpPr>
            <a:spLocks xmlns:a="http://schemas.openxmlformats.org/drawingml/2006/main" noGrp="1"/>
          </p:cNvSpPr>
          <p:nvPr/>
        </p:nvSpPr>
        <p:spPr>
          <a:xfrm xmlns:a="http://schemas.openxmlformats.org/drawingml/2006/main">
            <a:off x="72771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a:t>
            </a:r>
          </a:p>
        </p:txBody>
      </p:sp>
      <p:sp>
        <p:nvSpPr>
          <p:cNvPr id="739698879" name="Straight Connector 319643796">
            <a:extLst xmlns:a="http://schemas.openxmlformats.org/drawingml/2006/main">
              <a:ext uri="{FF2B5EF4-FFF2-40B4-BE49-F238E27FC236}">
                <a16:creationId xmlns:a16="http://schemas.microsoft.com/office/drawing/2014/main" id="{52FACA59-0A7E-4C10-AA28-98C84BD28163}"/>
              </a:ext>
            </a:extLst>
          </p:cNvPr>
          <p:cNvSpPr>
            <a:spLocks xmlns:a="http://schemas.openxmlformats.org/drawingml/2006/main" noGrp="1"/>
          </p:cNvSpPr>
          <p:nvPr/>
        </p:nvSpPr>
        <p:spPr>
          <a:xfrm xmlns:a="http://schemas.openxmlformats.org/drawingml/2006/main">
            <a:off x="7848600" y="2838450"/>
            <a:ext cx="8953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05722092" name="Rectangle: Rounded Corners 647942513">
            <a:extLst xmlns:a="http://schemas.openxmlformats.org/drawingml/2006/main">
              <a:ext uri="{FF2B5EF4-FFF2-40B4-BE49-F238E27FC236}">
                <a16:creationId xmlns:a16="http://schemas.microsoft.com/office/drawing/2014/main" id="{F963B165-B5AD-4648-9A80-116D26D7D8FA}"/>
              </a:ext>
            </a:extLst>
          </p:cNvPr>
          <p:cNvSpPr>
            <a:spLocks xmlns:a="http://schemas.openxmlformats.org/drawingml/2006/main" noGrp="1"/>
          </p:cNvSpPr>
          <p:nvPr/>
        </p:nvSpPr>
        <p:spPr>
          <a:xfrm xmlns:a="http://schemas.openxmlformats.org/drawingml/2006/main">
            <a:off x="8972550" y="28194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67667924" name="Rectangle: Rounded Corners 636131648">
            <a:extLst xmlns:a="http://schemas.openxmlformats.org/drawingml/2006/main">
              <a:ext uri="{FF2B5EF4-FFF2-40B4-BE49-F238E27FC236}">
                <a16:creationId xmlns:a16="http://schemas.microsoft.com/office/drawing/2014/main" id="{BB1E756D-9D73-43D6-9422-7F93BDBEA8A2}"/>
              </a:ext>
            </a:extLst>
          </p:cNvPr>
          <p:cNvSpPr>
            <a:spLocks xmlns:a="http://schemas.openxmlformats.org/drawingml/2006/main" noGrp="1"/>
          </p:cNvSpPr>
          <p:nvPr/>
        </p:nvSpPr>
        <p:spPr>
          <a:xfrm xmlns:a="http://schemas.openxmlformats.org/drawingml/2006/main">
            <a:off x="9067800" y="26955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8011793" name="Rectangle: Rounded Corners 261513705">
            <a:extLst xmlns:a="http://schemas.openxmlformats.org/drawingml/2006/main">
              <a:ext uri="{FF2B5EF4-FFF2-40B4-BE49-F238E27FC236}">
                <a16:creationId xmlns:a16="http://schemas.microsoft.com/office/drawing/2014/main" id="{D68D8156-216F-4E56-A6C7-CF1DE0D43B35}"/>
              </a:ext>
            </a:extLst>
          </p:cNvPr>
          <p:cNvSpPr>
            <a:spLocks xmlns:a="http://schemas.openxmlformats.org/drawingml/2006/main" noGrp="1"/>
          </p:cNvSpPr>
          <p:nvPr/>
        </p:nvSpPr>
        <p:spPr>
          <a:xfrm xmlns:a="http://schemas.openxmlformats.org/drawingml/2006/main">
            <a:off x="9163050" y="25717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5078796" name="Rectangle 1466779702">
            <a:extLst xmlns:a="http://schemas.openxmlformats.org/drawingml/2006/main">
              <a:ext uri="{FF2B5EF4-FFF2-40B4-BE49-F238E27FC236}">
                <a16:creationId xmlns:a16="http://schemas.microsoft.com/office/drawing/2014/main" id="{2585DAA0-A613-41A7-A475-B2BF89003C1A}"/>
              </a:ext>
            </a:extLst>
          </p:cNvPr>
          <p:cNvSpPr>
            <a:spLocks xmlns:a="http://schemas.openxmlformats.org/drawingml/2006/main" noGrp="1"/>
          </p:cNvSpPr>
          <p:nvPr/>
        </p:nvSpPr>
        <p:spPr>
          <a:xfrm xmlns:a="http://schemas.openxmlformats.org/drawingml/2006/main">
            <a:off x="8763000" y="371475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student</a:t>
            </a:r>
          </a:p>
        </p:txBody>
      </p:sp>
      <p:sp>
        <p:nvSpPr>
          <p:cNvPr id="1525827179" name="Rectangle 2140567318">
            <a:extLst xmlns:a="http://schemas.openxmlformats.org/drawingml/2006/main">
              <a:ext uri="{FF2B5EF4-FFF2-40B4-BE49-F238E27FC236}">
                <a16:creationId xmlns:a16="http://schemas.microsoft.com/office/drawing/2014/main" id="{8374F092-2243-4CD4-A554-DF3F3A3B0320}"/>
              </a:ext>
            </a:extLst>
          </p:cNvPr>
          <p:cNvSpPr>
            <a:spLocks xmlns:a="http://schemas.openxmlformats.org/drawingml/2006/main" noGrp="1"/>
          </p:cNvSpPr>
          <p:nvPr/>
        </p:nvSpPr>
        <p:spPr>
          <a:xfrm xmlns:a="http://schemas.openxmlformats.org/drawingml/2006/main">
            <a:off x="8763000" y="409575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smaller, faster</a:t>
            </a:r>
          </a:p>
        </p:txBody>
      </p:sp>
      <p:sp>
        <p:nvSpPr>
          <p:cNvPr id="1588721155" name="Rectangle 800090932">
            <a:extLst xmlns:a="http://schemas.openxmlformats.org/drawingml/2006/main">
              <a:ext uri="{FF2B5EF4-FFF2-40B4-BE49-F238E27FC236}">
                <a16:creationId xmlns:a16="http://schemas.microsoft.com/office/drawing/2014/main" id="{0C2511A9-5129-466C-8C8C-AECC2963A3E0}"/>
              </a:ext>
            </a:extLst>
          </p:cNvPr>
          <p:cNvSpPr>
            <a:spLocks xmlns:a="http://schemas.openxmlformats.org/drawingml/2006/main" noGrp="1"/>
          </p:cNvSpPr>
          <p:nvPr/>
        </p:nvSpPr>
        <p:spPr>
          <a:xfrm xmlns:a="http://schemas.openxmlformats.org/drawingml/2006/main">
            <a:off x="3295650" y="4876800"/>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learn the teacher's output distribution</a:t>
            </a:r>
          </a:p>
        </p:txBody>
      </p:sp>
      <p:sp>
        <p:nvSpPr>
          <p:cNvPr id="290813014" name="Oval 663275864">
            <a:extLst xmlns:a="http://schemas.openxmlformats.org/drawingml/2006/main">
              <a:ext uri="{FF2B5EF4-FFF2-40B4-BE49-F238E27FC236}">
                <a16:creationId xmlns:a16="http://schemas.microsoft.com/office/drawing/2014/main" id="{342FAE9A-83BA-4E55-B83F-ECC8904D3EBD}"/>
              </a:ext>
            </a:extLst>
          </p:cNvPr>
          <p:cNvSpPr>
            <a:spLocks xmlns:a="http://schemas.openxmlformats.org/drawingml/2006/main" noGrp="1"/>
          </p:cNvSpPr>
          <p:nvPr/>
        </p:nvSpPr>
        <p:spPr>
          <a:xfrm xmlns:a="http://schemas.openxmlformats.org/drawingml/2006/main">
            <a:off x="95345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78639000" name="Oval 302896655">
            <a:extLst xmlns:a="http://schemas.openxmlformats.org/drawingml/2006/main">
              <a:ext uri="{FF2B5EF4-FFF2-40B4-BE49-F238E27FC236}">
                <a16:creationId xmlns:a16="http://schemas.microsoft.com/office/drawing/2014/main" id="{26700057-8678-4DA0-BDFE-1937FCFD49E9}"/>
              </a:ext>
            </a:extLst>
          </p:cNvPr>
          <p:cNvSpPr>
            <a:spLocks xmlns:a="http://schemas.openxmlformats.org/drawingml/2006/main" noGrp="1"/>
          </p:cNvSpPr>
          <p:nvPr/>
        </p:nvSpPr>
        <p:spPr>
          <a:xfrm xmlns:a="http://schemas.openxmlformats.org/drawingml/2006/main">
            <a:off x="982027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3841886" name="Oval 1173073258">
            <a:extLst xmlns:a="http://schemas.openxmlformats.org/drawingml/2006/main">
              <a:ext uri="{FF2B5EF4-FFF2-40B4-BE49-F238E27FC236}">
                <a16:creationId xmlns:a16="http://schemas.microsoft.com/office/drawing/2014/main" id="{CC36EA3A-48E0-4221-B889-AC14415B1D28}"/>
              </a:ext>
            </a:extLst>
          </p:cNvPr>
          <p:cNvSpPr>
            <a:spLocks xmlns:a="http://schemas.openxmlformats.org/drawingml/2006/main" noGrp="1"/>
          </p:cNvSpPr>
          <p:nvPr/>
        </p:nvSpPr>
        <p:spPr>
          <a:xfrm xmlns:a="http://schemas.openxmlformats.org/drawingml/2006/main">
            <a:off x="101060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8127161" name="Rectangle 1351287707">
            <a:extLst xmlns:a="http://schemas.openxmlformats.org/drawingml/2006/main">
              <a:ext uri="{FF2B5EF4-FFF2-40B4-BE49-F238E27FC236}">
                <a16:creationId xmlns:a16="http://schemas.microsoft.com/office/drawing/2014/main" id="{D01A2E24-A327-42EE-BDE5-E3468BD98A19}"/>
              </a:ext>
            </a:extLst>
          </p:cNvPr>
          <p:cNvSpPr>
            <a:spLocks xmlns:a="http://schemas.openxmlformats.org/drawingml/2006/main" noGrp="1"/>
          </p:cNvSpPr>
          <p:nvPr/>
        </p:nvSpPr>
        <p:spPr>
          <a:xfrm xmlns:a="http://schemas.openxmlformats.org/drawingml/2006/main">
            <a:off x="9029700" y="180975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deployment</a:t>
            </a:r>
          </a:p>
        </p:txBody>
      </p:sp>
      <p:sp>
        <p:nvSpPr>
          <p:cNvPr id="1456515479" name="Rectangle 1523385386">
            <a:extLst xmlns:a="http://schemas.openxmlformats.org/drawingml/2006/main">
              <a:ext uri="{FF2B5EF4-FFF2-40B4-BE49-F238E27FC236}">
                <a16:creationId xmlns:a16="http://schemas.microsoft.com/office/drawing/2014/main" id="{E37A41B8-FB1F-41A1-948C-2F42942D29B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65</a:t>
            </a:r>
          </a:p>
        </p:txBody>
      </p:sp>
    </p:spTree>
    <p:extLst>
      <p:ext uri="{BB962C8B-B14F-4D97-AF65-F5344CB8AC3E}">
        <p14:creationId xmlns:p14="http://schemas.microsoft.com/office/powerpoint/2010/main" val="1508491679"/>
      </p:ext>
    </p:extLst>
  </p:cSld>
</p:sld>
</file>

<file path=ppt/theme/theme1.xml><?xml version="1.0" encoding="utf-8"?>
<a:theme xmlns:a="http://schemas.openxmlformats.org/drawingml/2006/main" name="Thesis">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Times New Roman"/>
        <a:ea typeface="SimSun"/>
        <a:cs typeface="Times New Roman"/>
      </a:majorFont>
      <a:minorFont>
        <a:latin typeface="Times New Roman"/>
        <a:ea typeface="SimSun"/>
        <a:cs typeface="Times New Roman"/>
      </a:minorFont>
    </a:fontScheme>
    <a:fmtScheme name="New Offi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2026-07-27T14:16:02.4720000Z</dcterms:created>
  <dcterms:modified xsi:type="dcterms:W3CDTF">2026-07-27T14:16:02.4720000Z</dcterms:modified>
</coreProperties>
</file>