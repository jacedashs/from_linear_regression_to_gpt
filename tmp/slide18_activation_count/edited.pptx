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7cd095f8824d35" /><Relationship Type="http://schemas.openxmlformats.org/officeDocument/2006/relationships/extended-properties" Target="/docProps/app.xml" Id="R7c1806dbce7045f2" /><Relationship Type="http://schemas.openxmlformats.org/officeDocument/2006/relationships/officeDocument" Target="/ppt/presentation.xml" Id="R7b641a655b264217" /></Relationships>
</file>

<file path=ppt/presentation.xml><?xml version="1.0" encoding="utf-8"?>
<p:presentation xmlns:p="http://schemas.openxmlformats.org/presentationml/2006/main">
  <p:sldMasterIdLst>
    <p:sldMasterId xmlns:r="http://schemas.openxmlformats.org/officeDocument/2006/relationships" id="2147483648" r:id="R8e2c3c9a31b14946"/>
  </p:sldMasterIdLst>
  <p:notesMasterIdLst>
    <p:notesMasterId xmlns:r="http://schemas.openxmlformats.org/officeDocument/2006/relationships" r:id="R405371f28e934db5"/>
  </p:notesMasterIdLst>
  <p:sldIdLst>
    <p:sldId xmlns:r="http://schemas.openxmlformats.org/officeDocument/2006/relationships" id="256" r:id="R5373b8e7dbab46eb"/>
    <p:sldId xmlns:r="http://schemas.openxmlformats.org/officeDocument/2006/relationships" id="257" r:id="R534bfeaead574648"/>
    <p:sldId xmlns:r="http://schemas.openxmlformats.org/officeDocument/2006/relationships" id="258" r:id="R984792128cad4442"/>
    <p:sldId xmlns:r="http://schemas.openxmlformats.org/officeDocument/2006/relationships" id="259" r:id="Rd38f0f99dee84dae"/>
    <p:sldId xmlns:r="http://schemas.openxmlformats.org/officeDocument/2006/relationships" id="260" r:id="R27ca3ece4993485c"/>
    <p:sldId xmlns:r="http://schemas.openxmlformats.org/officeDocument/2006/relationships" id="261" r:id="Rea86e8bbfe284e19"/>
    <p:sldId xmlns:r="http://schemas.openxmlformats.org/officeDocument/2006/relationships" id="262" r:id="Rdf5fdb645ffe4d51"/>
    <p:sldId xmlns:r="http://schemas.openxmlformats.org/officeDocument/2006/relationships" id="263" r:id="Reacd425d3ab2412e"/>
    <p:sldId xmlns:r="http://schemas.openxmlformats.org/officeDocument/2006/relationships" id="264" r:id="R484924d52d364197"/>
    <p:sldId xmlns:r="http://schemas.openxmlformats.org/officeDocument/2006/relationships" id="265" r:id="Re25796905333423a"/>
    <p:sldId xmlns:r="http://schemas.openxmlformats.org/officeDocument/2006/relationships" id="266" r:id="R9745aa1745734763"/>
    <p:sldId xmlns:r="http://schemas.openxmlformats.org/officeDocument/2006/relationships" id="267" r:id="Rd5e97821ea884653"/>
    <p:sldId xmlns:r="http://schemas.openxmlformats.org/officeDocument/2006/relationships" id="268" r:id="Rbdec79210ecd46a6"/>
    <p:sldId xmlns:r="http://schemas.openxmlformats.org/officeDocument/2006/relationships" id="269" r:id="R26a996501a734a95"/>
    <p:sldId xmlns:r="http://schemas.openxmlformats.org/officeDocument/2006/relationships" id="270" r:id="R3cada4b092424445"/>
    <p:sldId xmlns:r="http://schemas.openxmlformats.org/officeDocument/2006/relationships" id="271" r:id="R0e2baa2a13934517"/>
    <p:sldId xmlns:r="http://schemas.openxmlformats.org/officeDocument/2006/relationships" id="272" r:id="Re1aa16b9139e4080"/>
    <p:sldId xmlns:r="http://schemas.openxmlformats.org/officeDocument/2006/relationships" id="273" r:id="Ra93873cc917f4302"/>
    <p:sldId xmlns:r="http://schemas.openxmlformats.org/officeDocument/2006/relationships" id="274" r:id="Raef1c7d01a72425f"/>
    <p:sldId xmlns:r="http://schemas.openxmlformats.org/officeDocument/2006/relationships" id="275" r:id="R88a084bd5a904e94"/>
    <p:sldId xmlns:r="http://schemas.openxmlformats.org/officeDocument/2006/relationships" id="276" r:id="Rc9eab4122fa645df"/>
    <p:sldId xmlns:r="http://schemas.openxmlformats.org/officeDocument/2006/relationships" id="277" r:id="R5ed0b8ed99e2446f"/>
    <p:sldId xmlns:r="http://schemas.openxmlformats.org/officeDocument/2006/relationships" id="278" r:id="Rc1593b3d2a7e4720"/>
    <p:sldId xmlns:r="http://schemas.openxmlformats.org/officeDocument/2006/relationships" id="279" r:id="Rd9b9c5f3bf404b91"/>
    <p:sldId xmlns:r="http://schemas.openxmlformats.org/officeDocument/2006/relationships" id="280" r:id="R9daa5eb2240e44f2"/>
    <p:sldId xmlns:r="http://schemas.openxmlformats.org/officeDocument/2006/relationships" id="281" r:id="R087191c0f86f43dc"/>
    <p:sldId xmlns:r="http://schemas.openxmlformats.org/officeDocument/2006/relationships" id="282" r:id="R2fbc95d5fcb7451c"/>
    <p:sldId xmlns:r="http://schemas.openxmlformats.org/officeDocument/2006/relationships" id="283" r:id="Redc7794ad2dc48d7"/>
    <p:sldId xmlns:r="http://schemas.openxmlformats.org/officeDocument/2006/relationships" id="284" r:id="R27feb7b0cd6f4a08"/>
    <p:sldId xmlns:r="http://schemas.openxmlformats.org/officeDocument/2006/relationships" id="285" r:id="R551bb5b9dd754537"/>
    <p:sldId xmlns:r="http://schemas.openxmlformats.org/officeDocument/2006/relationships" id="286" r:id="R1c303cc98afd4a2d"/>
    <p:sldId xmlns:r="http://schemas.openxmlformats.org/officeDocument/2006/relationships" id="287" r:id="R77b05989cae94ab6"/>
    <p:sldId xmlns:r="http://schemas.openxmlformats.org/officeDocument/2006/relationships" id="288" r:id="R7763299345dc49a2"/>
    <p:sldId xmlns:r="http://schemas.openxmlformats.org/officeDocument/2006/relationships" id="289" r:id="Raa075caea2784277"/>
    <p:sldId xmlns:r="http://schemas.openxmlformats.org/officeDocument/2006/relationships" id="290" r:id="Rdb03074d187c4b13"/>
    <p:sldId xmlns:r="http://schemas.openxmlformats.org/officeDocument/2006/relationships" id="291" r:id="R5ddd750fbe3347aa"/>
    <p:sldId xmlns:r="http://schemas.openxmlformats.org/officeDocument/2006/relationships" id="292" r:id="Ra78ec009431c4818"/>
    <p:sldId xmlns:r="http://schemas.openxmlformats.org/officeDocument/2006/relationships" id="293" r:id="R5f4c893f10a04d01"/>
    <p:sldId xmlns:r="http://schemas.openxmlformats.org/officeDocument/2006/relationships" id="294" r:id="Ra163230926064507"/>
    <p:sldId xmlns:r="http://schemas.openxmlformats.org/officeDocument/2006/relationships" id="295" r:id="R63b385a097114925"/>
    <p:sldId xmlns:r="http://schemas.openxmlformats.org/officeDocument/2006/relationships" id="296" r:id="Ra44ff7ff3ce54238"/>
    <p:sldId xmlns:r="http://schemas.openxmlformats.org/officeDocument/2006/relationships" id="297" r:id="R23a9594f71d348f7"/>
    <p:sldId xmlns:r="http://schemas.openxmlformats.org/officeDocument/2006/relationships" id="298" r:id="Rfba76d834e344c6d"/>
    <p:sldId xmlns:r="http://schemas.openxmlformats.org/officeDocument/2006/relationships" id="299" r:id="R1ce41a6c743a415b"/>
    <p:sldId xmlns:r="http://schemas.openxmlformats.org/officeDocument/2006/relationships" id="300" r:id="Rc44ecc43fd3549fa"/>
    <p:sldId xmlns:r="http://schemas.openxmlformats.org/officeDocument/2006/relationships" id="301" r:id="Rce7c563d1cc34d5e"/>
    <p:sldId xmlns:r="http://schemas.openxmlformats.org/officeDocument/2006/relationships" id="302" r:id="Rd83f4d8de6794894"/>
    <p:sldId xmlns:r="http://schemas.openxmlformats.org/officeDocument/2006/relationships" id="303" r:id="Rfbc1a5fe340d4d89"/>
    <p:sldId xmlns:r="http://schemas.openxmlformats.org/officeDocument/2006/relationships" id="304" r:id="Re5e39935af894d3f"/>
    <p:sldId xmlns:r="http://schemas.openxmlformats.org/officeDocument/2006/relationships" id="305" r:id="R7797ae5035454dd3"/>
    <p:sldId xmlns:r="http://schemas.openxmlformats.org/officeDocument/2006/relationships" id="306" r:id="R5c52c3a255594b51"/>
    <p:sldId xmlns:r="http://schemas.openxmlformats.org/officeDocument/2006/relationships" id="307" r:id="R7299784a6537480f"/>
    <p:sldId xmlns:r="http://schemas.openxmlformats.org/officeDocument/2006/relationships" id="308" r:id="R5bb5968a8c22414d"/>
    <p:sldId xmlns:r="http://schemas.openxmlformats.org/officeDocument/2006/relationships" id="309" r:id="R6df791631a6748e0"/>
    <p:sldId xmlns:r="http://schemas.openxmlformats.org/officeDocument/2006/relationships" id="310" r:id="R52a62af43b114ec0"/>
    <p:sldId xmlns:r="http://schemas.openxmlformats.org/officeDocument/2006/relationships" id="311" r:id="R084eecd182a84d53"/>
    <p:sldId xmlns:r="http://schemas.openxmlformats.org/officeDocument/2006/relationships" id="312" r:id="Rdda947286bbc4278"/>
    <p:sldId xmlns:r="http://schemas.openxmlformats.org/officeDocument/2006/relationships" id="313" r:id="R5b5c5ba9574542bc"/>
    <p:sldId xmlns:r="http://schemas.openxmlformats.org/officeDocument/2006/relationships" id="314" r:id="R86c2a4c5a5604605"/>
    <p:sldId xmlns:r="http://schemas.openxmlformats.org/officeDocument/2006/relationships" id="315" r:id="Rd5a3752eeb554f96"/>
    <p:sldId xmlns:r="http://schemas.openxmlformats.org/officeDocument/2006/relationships" id="316" r:id="Rc1e5d82801e646eb"/>
    <p:sldId xmlns:r="http://schemas.openxmlformats.org/officeDocument/2006/relationships" id="317" r:id="R998d7aef5e4a4ccb"/>
    <p:sldId xmlns:r="http://schemas.openxmlformats.org/officeDocument/2006/relationships" id="318" r:id="R3c942e59196d4c28"/>
    <p:sldId xmlns:r="http://schemas.openxmlformats.org/officeDocument/2006/relationships" id="319" r:id="Rbee5e6965d0e42f2"/>
    <p:sldId xmlns:r="http://schemas.openxmlformats.org/officeDocument/2006/relationships" id="320" r:id="R499fc7c21fab42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e1b0189eef3467c" /><Relationship Type="http://schemas.openxmlformats.org/officeDocument/2006/relationships/slideMaster" Target="/ppt/slideMasters/slideMaster1.xml" Id="R8e2c3c9a31b14946" /><Relationship Type="http://schemas.openxmlformats.org/officeDocument/2006/relationships/notesMaster" Target="/ppt/notesMasters/notesMaster1.xml" Id="R405371f28e934db5" /><Relationship Type="http://schemas.openxmlformats.org/officeDocument/2006/relationships/presProps" Target="/ppt/presProps.xml" Id="R20d2c92a6927407e" /><Relationship Type="http://schemas.openxmlformats.org/officeDocument/2006/relationships/viewProps" Target="/ppt/viewProps.xml" Id="R791bc3788b604e51" /><Relationship Type="http://schemas.openxmlformats.org/officeDocument/2006/relationships/tableStyles" Target="/ppt/tableStyles.xml" Id="R4d03c59a2ff043c5" /><Relationship Type="http://schemas.openxmlformats.org/officeDocument/2006/relationships/slide" Target="/ppt/slides/slide1.xml" Id="R5373b8e7dbab46eb" /><Relationship Type="http://schemas.openxmlformats.org/officeDocument/2006/relationships/slide" Target="/ppt/slides/slide2.xml" Id="R534bfeaead574648" /><Relationship Type="http://schemas.openxmlformats.org/officeDocument/2006/relationships/slide" Target="/ppt/slides/slide3.xml" Id="R984792128cad4442" /><Relationship Type="http://schemas.openxmlformats.org/officeDocument/2006/relationships/slide" Target="/ppt/slides/slide4.xml" Id="Rd38f0f99dee84dae" /><Relationship Type="http://schemas.openxmlformats.org/officeDocument/2006/relationships/slide" Target="/ppt/slides/slide5.xml" Id="R27ca3ece4993485c" /><Relationship Type="http://schemas.openxmlformats.org/officeDocument/2006/relationships/slide" Target="/ppt/slides/slide6.xml" Id="Rea86e8bbfe284e19" /><Relationship Type="http://schemas.openxmlformats.org/officeDocument/2006/relationships/slide" Target="/ppt/slides/slide7.xml" Id="Rdf5fdb645ffe4d51" /><Relationship Type="http://schemas.openxmlformats.org/officeDocument/2006/relationships/slide" Target="/ppt/slides/slide8.xml" Id="Reacd425d3ab2412e" /><Relationship Type="http://schemas.openxmlformats.org/officeDocument/2006/relationships/slide" Target="/ppt/slides/slide9.xml" Id="R484924d52d364197" /><Relationship Type="http://schemas.openxmlformats.org/officeDocument/2006/relationships/slide" Target="/ppt/slides/slide10.xml" Id="Re25796905333423a" /><Relationship Type="http://schemas.openxmlformats.org/officeDocument/2006/relationships/slide" Target="/ppt/slides/slide11.xml" Id="R9745aa1745734763" /><Relationship Type="http://schemas.openxmlformats.org/officeDocument/2006/relationships/slide" Target="/ppt/slides/slide12.xml" Id="Rd5e97821ea884653" /><Relationship Type="http://schemas.openxmlformats.org/officeDocument/2006/relationships/slide" Target="/ppt/slides/slide13.xml" Id="Rbdec79210ecd46a6" /><Relationship Type="http://schemas.openxmlformats.org/officeDocument/2006/relationships/slide" Target="/ppt/slides/slide14.xml" Id="R26a996501a734a95" /><Relationship Type="http://schemas.openxmlformats.org/officeDocument/2006/relationships/slide" Target="/ppt/slides/slide15.xml" Id="R3cada4b092424445" /><Relationship Type="http://schemas.openxmlformats.org/officeDocument/2006/relationships/slide" Target="/ppt/slides/slide16.xml" Id="R0e2baa2a13934517" /><Relationship Type="http://schemas.openxmlformats.org/officeDocument/2006/relationships/slide" Target="/ppt/slides/slide17.xml" Id="Re1aa16b9139e4080" /><Relationship Type="http://schemas.openxmlformats.org/officeDocument/2006/relationships/slide" Target="/ppt/slides/slide18.xml" Id="Ra93873cc917f4302" /><Relationship Type="http://schemas.openxmlformats.org/officeDocument/2006/relationships/slide" Target="/ppt/slides/slide19.xml" Id="Raef1c7d01a72425f" /><Relationship Type="http://schemas.openxmlformats.org/officeDocument/2006/relationships/slide" Target="/ppt/slides/slide20.xml" Id="R88a084bd5a904e94" /><Relationship Type="http://schemas.openxmlformats.org/officeDocument/2006/relationships/slide" Target="/ppt/slides/slide21.xml" Id="Rc9eab4122fa645df" /><Relationship Type="http://schemas.openxmlformats.org/officeDocument/2006/relationships/slide" Target="/ppt/slides/slide22.xml" Id="R5ed0b8ed99e2446f" /><Relationship Type="http://schemas.openxmlformats.org/officeDocument/2006/relationships/slide" Target="/ppt/slides/slide23.xml" Id="Rc1593b3d2a7e4720" /><Relationship Type="http://schemas.openxmlformats.org/officeDocument/2006/relationships/slide" Target="/ppt/slides/slide24.xml" Id="Rd9b9c5f3bf404b91" /><Relationship Type="http://schemas.openxmlformats.org/officeDocument/2006/relationships/slide" Target="/ppt/slides/slide25.xml" Id="R9daa5eb2240e44f2" /><Relationship Type="http://schemas.openxmlformats.org/officeDocument/2006/relationships/slide" Target="/ppt/slides/slide26.xml" Id="R087191c0f86f43dc" /><Relationship Type="http://schemas.openxmlformats.org/officeDocument/2006/relationships/slide" Target="/ppt/slides/slide27.xml" Id="R2fbc95d5fcb7451c" /><Relationship Type="http://schemas.openxmlformats.org/officeDocument/2006/relationships/slide" Target="/ppt/slides/slide28.xml" Id="Redc7794ad2dc48d7" /><Relationship Type="http://schemas.openxmlformats.org/officeDocument/2006/relationships/slide" Target="/ppt/slides/slide29.xml" Id="R27feb7b0cd6f4a08" /><Relationship Type="http://schemas.openxmlformats.org/officeDocument/2006/relationships/slide" Target="/ppt/slides/slide30.xml" Id="R551bb5b9dd754537" /><Relationship Type="http://schemas.openxmlformats.org/officeDocument/2006/relationships/slide" Target="/ppt/slides/slide31.xml" Id="R1c303cc98afd4a2d" /><Relationship Type="http://schemas.openxmlformats.org/officeDocument/2006/relationships/slide" Target="/ppt/slides/slide32.xml" Id="R77b05989cae94ab6" /><Relationship Type="http://schemas.openxmlformats.org/officeDocument/2006/relationships/slide" Target="/ppt/slides/slide33.xml" Id="R7763299345dc49a2" /><Relationship Type="http://schemas.openxmlformats.org/officeDocument/2006/relationships/slide" Target="/ppt/slides/slide34.xml" Id="Raa075caea2784277" /><Relationship Type="http://schemas.openxmlformats.org/officeDocument/2006/relationships/slide" Target="/ppt/slides/slide35.xml" Id="Rdb03074d187c4b13" /><Relationship Type="http://schemas.openxmlformats.org/officeDocument/2006/relationships/slide" Target="/ppt/slides/slide36.xml" Id="R5ddd750fbe3347aa" /><Relationship Type="http://schemas.openxmlformats.org/officeDocument/2006/relationships/slide" Target="/ppt/slides/slide37.xml" Id="Ra78ec009431c4818" /><Relationship Type="http://schemas.openxmlformats.org/officeDocument/2006/relationships/slide" Target="/ppt/slides/slide38.xml" Id="R5f4c893f10a04d01" /><Relationship Type="http://schemas.openxmlformats.org/officeDocument/2006/relationships/slide" Target="/ppt/slides/slide39.xml" Id="Ra163230926064507" /><Relationship Type="http://schemas.openxmlformats.org/officeDocument/2006/relationships/slide" Target="/ppt/slides/slide40.xml" Id="R63b385a097114925" /><Relationship Type="http://schemas.openxmlformats.org/officeDocument/2006/relationships/slide" Target="/ppt/slides/slide41.xml" Id="Ra44ff7ff3ce54238" /><Relationship Type="http://schemas.openxmlformats.org/officeDocument/2006/relationships/slide" Target="/ppt/slides/slide42.xml" Id="R23a9594f71d348f7" /><Relationship Type="http://schemas.openxmlformats.org/officeDocument/2006/relationships/slide" Target="/ppt/slides/slide43.xml" Id="Rfba76d834e344c6d" /><Relationship Type="http://schemas.openxmlformats.org/officeDocument/2006/relationships/slide" Target="/ppt/slides/slide44.xml" Id="R1ce41a6c743a415b" /><Relationship Type="http://schemas.openxmlformats.org/officeDocument/2006/relationships/slide" Target="/ppt/slides/slide45.xml" Id="Rc44ecc43fd3549fa" /><Relationship Type="http://schemas.openxmlformats.org/officeDocument/2006/relationships/slide" Target="/ppt/slides/slide46.xml" Id="Rce7c563d1cc34d5e" /><Relationship Type="http://schemas.openxmlformats.org/officeDocument/2006/relationships/slide" Target="/ppt/slides/slide47.xml" Id="Rd83f4d8de6794894" /><Relationship Type="http://schemas.openxmlformats.org/officeDocument/2006/relationships/slide" Target="/ppt/slides/slide48.xml" Id="Rfbc1a5fe340d4d89" /><Relationship Type="http://schemas.openxmlformats.org/officeDocument/2006/relationships/slide" Target="/ppt/slides/slide49.xml" Id="Re5e39935af894d3f" /><Relationship Type="http://schemas.openxmlformats.org/officeDocument/2006/relationships/slide" Target="/ppt/slides/slide50.xml" Id="R7797ae5035454dd3" /><Relationship Type="http://schemas.openxmlformats.org/officeDocument/2006/relationships/slide" Target="/ppt/slides/slide51.xml" Id="R5c52c3a255594b51" /><Relationship Type="http://schemas.openxmlformats.org/officeDocument/2006/relationships/slide" Target="/ppt/slides/slide52.xml" Id="R7299784a6537480f" /><Relationship Type="http://schemas.openxmlformats.org/officeDocument/2006/relationships/slide" Target="/ppt/slides/slide53.xml" Id="R5bb5968a8c22414d" /><Relationship Type="http://schemas.openxmlformats.org/officeDocument/2006/relationships/slide" Target="/ppt/slides/slide54.xml" Id="R6df791631a6748e0" /><Relationship Type="http://schemas.openxmlformats.org/officeDocument/2006/relationships/slide" Target="/ppt/slides/slide55.xml" Id="R52a62af43b114ec0" /><Relationship Type="http://schemas.openxmlformats.org/officeDocument/2006/relationships/slide" Target="/ppt/slides/slide56.xml" Id="R084eecd182a84d53" /><Relationship Type="http://schemas.openxmlformats.org/officeDocument/2006/relationships/slide" Target="/ppt/slides/slide57.xml" Id="Rdda947286bbc4278" /><Relationship Type="http://schemas.openxmlformats.org/officeDocument/2006/relationships/slide" Target="/ppt/slides/slide58.xml" Id="R5b5c5ba9574542bc" /><Relationship Type="http://schemas.openxmlformats.org/officeDocument/2006/relationships/slide" Target="/ppt/slides/slide59.xml" Id="R86c2a4c5a5604605" /><Relationship Type="http://schemas.openxmlformats.org/officeDocument/2006/relationships/slide" Target="/ppt/slides/slide60.xml" Id="Rd5a3752eeb554f96" /><Relationship Type="http://schemas.openxmlformats.org/officeDocument/2006/relationships/slide" Target="/ppt/slides/slide61.xml" Id="Rc1e5d82801e646eb" /><Relationship Type="http://schemas.openxmlformats.org/officeDocument/2006/relationships/slide" Target="/ppt/slides/slide62.xml" Id="R998d7aef5e4a4ccb" /><Relationship Type="http://schemas.openxmlformats.org/officeDocument/2006/relationships/slide" Target="/ppt/slides/slide63.xml" Id="R3c942e59196d4c28" /><Relationship Type="http://schemas.openxmlformats.org/officeDocument/2006/relationships/slide" Target="/ppt/slides/slide64.xml" Id="Rbee5e6965d0e42f2" /><Relationship Type="http://schemas.openxmlformats.org/officeDocument/2006/relationships/slide" Target="/ppt/slides/slide65.xml" Id="R499fc7c21fab42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36077d9a8b4b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3dc7284cf44570" /><Relationship Type="http://schemas.openxmlformats.org/officeDocument/2006/relationships/notesMaster" Target="/ppt/notesMasters/notesMaster1.xml" Id="R8d0594da99204f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c1ffbac0274da6" /><Relationship Type="http://schemas.openxmlformats.org/officeDocument/2006/relationships/notesMaster" Target="/ppt/notesMasters/notesMaster1.xml" Id="R9606c7a5292146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29e0f5ffa545c8" /><Relationship Type="http://schemas.openxmlformats.org/officeDocument/2006/relationships/notesMaster" Target="/ppt/notesMasters/notesMaster1.xml" Id="R770e818e870944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65aa624e734905" /><Relationship Type="http://schemas.openxmlformats.org/officeDocument/2006/relationships/notesMaster" Target="/ppt/notesMasters/notesMaster1.xml" Id="R9934998feded45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1bf79e8ba74417" /><Relationship Type="http://schemas.openxmlformats.org/officeDocument/2006/relationships/notesMaster" Target="/ppt/notesMasters/notesMaster1.xml" Id="Rdc6088b91a384f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1059023a514b02" /><Relationship Type="http://schemas.openxmlformats.org/officeDocument/2006/relationships/notesMaster" Target="/ppt/notesMasters/notesMaster1.xml" Id="R64f53f057b6c48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eca8ca3ef4802" /><Relationship Type="http://schemas.openxmlformats.org/officeDocument/2006/relationships/notesMaster" Target="/ppt/notesMasters/notesMaster1.xml" Id="R6f38109f416040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af7a1ed05948ec" /><Relationship Type="http://schemas.openxmlformats.org/officeDocument/2006/relationships/notesMaster" Target="/ppt/notesMasters/notesMaster1.xml" Id="R47498929805a48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22a1ba7a1d4aec" /><Relationship Type="http://schemas.openxmlformats.org/officeDocument/2006/relationships/notesMaster" Target="/ppt/notesMasters/notesMaster1.xml" Id="R75a99bd59a3a44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6b41d9a66c418e" /><Relationship Type="http://schemas.openxmlformats.org/officeDocument/2006/relationships/notesMaster" Target="/ppt/notesMasters/notesMaster1.xml" Id="R78144b34466f45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0f80d84ccd4a4e" /><Relationship Type="http://schemas.openxmlformats.org/officeDocument/2006/relationships/notesMaster" Target="/ppt/notesMasters/notesMaster1.xml" Id="R9e7aac4beb3e49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28b5b4b1934a95" /><Relationship Type="http://schemas.openxmlformats.org/officeDocument/2006/relationships/notesMaster" Target="/ppt/notesMasters/notesMaster1.xml" Id="R4e3ea62a731240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5602551ec14c48" /><Relationship Type="http://schemas.openxmlformats.org/officeDocument/2006/relationships/notesMaster" Target="/ppt/notesMasters/notesMaster1.xml" Id="R0ced7fbab3f64f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013394ee9b47f5" /><Relationship Type="http://schemas.openxmlformats.org/officeDocument/2006/relationships/notesMaster" Target="/ppt/notesMasters/notesMaster1.xml" Id="Rc19f0d9fd45b42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ad8a7523db4f47" /><Relationship Type="http://schemas.openxmlformats.org/officeDocument/2006/relationships/notesMaster" Target="/ppt/notesMasters/notesMaster1.xml" Id="R9f711048e2be41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7d376e4b0740d5" /><Relationship Type="http://schemas.openxmlformats.org/officeDocument/2006/relationships/notesMaster" Target="/ppt/notesMasters/notesMaster1.xml" Id="R9cd60b395cb74c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f0ea95b763475b" /><Relationship Type="http://schemas.openxmlformats.org/officeDocument/2006/relationships/notesMaster" Target="/ppt/notesMasters/notesMaster1.xml" Id="R83de5aa6919745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df2202bc6d4be3" /><Relationship Type="http://schemas.openxmlformats.org/officeDocument/2006/relationships/notesMaster" Target="/ppt/notesMasters/notesMaster1.xml" Id="R6d9e7813ea854b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32f0d8deb643e4" /><Relationship Type="http://schemas.openxmlformats.org/officeDocument/2006/relationships/notesMaster" Target="/ppt/notesMasters/notesMaster1.xml" Id="Raeed2a0f54084d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87df9050864084" /><Relationship Type="http://schemas.openxmlformats.org/officeDocument/2006/relationships/notesMaster" Target="/ppt/notesMasters/notesMaster1.xml" Id="Ra2cb0b2bbe3d44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5b909ff52d4721" /><Relationship Type="http://schemas.openxmlformats.org/officeDocument/2006/relationships/notesMaster" Target="/ppt/notesMasters/notesMaster1.xml" Id="R21b61bf8f8894a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1cebe24cb3a4892" /><Relationship Type="http://schemas.openxmlformats.org/officeDocument/2006/relationships/notesMaster" Target="/ppt/notesMasters/notesMaster1.xml" Id="R04fc5a1fd9d74f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84c02cb4094c13" /><Relationship Type="http://schemas.openxmlformats.org/officeDocument/2006/relationships/notesMaster" Target="/ppt/notesMasters/notesMaster1.xml" Id="Rb0f48423163e45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e18e8e62fce4607" /><Relationship Type="http://schemas.openxmlformats.org/officeDocument/2006/relationships/notesMaster" Target="/ppt/notesMasters/notesMaster1.xml" Id="Re992b7d218b643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e326afb6034d03" /><Relationship Type="http://schemas.openxmlformats.org/officeDocument/2006/relationships/notesMaster" Target="/ppt/notesMasters/notesMaster1.xml" Id="R92265200c7b343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e3da7b961b645ce" /><Relationship Type="http://schemas.openxmlformats.org/officeDocument/2006/relationships/notesMaster" Target="/ppt/notesMasters/notesMaster1.xml" Id="R90fc7aa2a82146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49f35085ff469a" /><Relationship Type="http://schemas.openxmlformats.org/officeDocument/2006/relationships/notesMaster" Target="/ppt/notesMasters/notesMaster1.xml" Id="R105b3b88f2554ea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a28256b682423b" /><Relationship Type="http://schemas.openxmlformats.org/officeDocument/2006/relationships/notesMaster" Target="/ppt/notesMasters/notesMaster1.xml" Id="Rd5375e16cde54e5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660c064b9064cf9" /><Relationship Type="http://schemas.openxmlformats.org/officeDocument/2006/relationships/notesMaster" Target="/ppt/notesMasters/notesMaster1.xml" Id="R1e666919e84143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5a77474bfb64ba9" /><Relationship Type="http://schemas.openxmlformats.org/officeDocument/2006/relationships/notesMaster" Target="/ppt/notesMasters/notesMaster1.xml" Id="R1dceb4db03414f6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b3026010436414a" /><Relationship Type="http://schemas.openxmlformats.org/officeDocument/2006/relationships/notesMaster" Target="/ppt/notesMasters/notesMaster1.xml" Id="R33b343b7ed2d481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bd15f8c47745fd" /><Relationship Type="http://schemas.openxmlformats.org/officeDocument/2006/relationships/notesMaster" Target="/ppt/notesMasters/notesMaster1.xml" Id="R20aa15c2fcad4e5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836d0d9b71493e" /><Relationship Type="http://schemas.openxmlformats.org/officeDocument/2006/relationships/notesMaster" Target="/ppt/notesMasters/notesMaster1.xml" Id="Rcdb2becb85914a2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9bb213a20684d78" /><Relationship Type="http://schemas.openxmlformats.org/officeDocument/2006/relationships/notesMaster" Target="/ppt/notesMasters/notesMaster1.xml" Id="Re671e4d2907543c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9e0c9b9d25443a2" /><Relationship Type="http://schemas.openxmlformats.org/officeDocument/2006/relationships/notesMaster" Target="/ppt/notesMasters/notesMaster1.xml" Id="Ra07b2bb29883455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f28b2ab21ce4ec1" /><Relationship Type="http://schemas.openxmlformats.org/officeDocument/2006/relationships/notesMaster" Target="/ppt/notesMasters/notesMaster1.xml" Id="Rca4c8c61b73242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98c2f33705e4b46" /><Relationship Type="http://schemas.openxmlformats.org/officeDocument/2006/relationships/notesMaster" Target="/ppt/notesMasters/notesMaster1.xml" Id="Re3a5aa9b1f69464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84ada7563164520" /><Relationship Type="http://schemas.openxmlformats.org/officeDocument/2006/relationships/notesMaster" Target="/ppt/notesMasters/notesMaster1.xml" Id="R2ef12c5b0b77492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3e18ec5999b46dc" /><Relationship Type="http://schemas.openxmlformats.org/officeDocument/2006/relationships/notesMaster" Target="/ppt/notesMasters/notesMaster1.xml" Id="Rb06203c89b374b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36dfc13f2d84c0a" /><Relationship Type="http://schemas.openxmlformats.org/officeDocument/2006/relationships/notesMaster" Target="/ppt/notesMasters/notesMaster1.xml" Id="Rb1d16a44afa647c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6e76d26ea994c36" /><Relationship Type="http://schemas.openxmlformats.org/officeDocument/2006/relationships/notesMaster" Target="/ppt/notesMasters/notesMaster1.xml" Id="R1b6471df8c644ec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4d83cd2a08485b" /><Relationship Type="http://schemas.openxmlformats.org/officeDocument/2006/relationships/notesMaster" Target="/ppt/notesMasters/notesMaster1.xml" Id="R816935ae6df448f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7119194992f4790" /><Relationship Type="http://schemas.openxmlformats.org/officeDocument/2006/relationships/notesMaster" Target="/ppt/notesMasters/notesMaster1.xml" Id="R4c3226e1a2bb4cf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212315adf794ed1" /><Relationship Type="http://schemas.openxmlformats.org/officeDocument/2006/relationships/notesMaster" Target="/ppt/notesMasters/notesMaster1.xml" Id="R23762b30bd5b400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eda3976c37b4da6" /><Relationship Type="http://schemas.openxmlformats.org/officeDocument/2006/relationships/notesMaster" Target="/ppt/notesMasters/notesMaster1.xml" Id="R6bcb67541b7d47a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3cde4b7ef9d487c" /><Relationship Type="http://schemas.openxmlformats.org/officeDocument/2006/relationships/notesMaster" Target="/ppt/notesMasters/notesMaster1.xml" Id="Re961b4b233954bf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58369e68e474f94" /><Relationship Type="http://schemas.openxmlformats.org/officeDocument/2006/relationships/notesMaster" Target="/ppt/notesMasters/notesMaster1.xml" Id="R6b380b8f9794472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7401c495cfc47a5" /><Relationship Type="http://schemas.openxmlformats.org/officeDocument/2006/relationships/notesMaster" Target="/ppt/notesMasters/notesMaster1.xml" Id="R2acc6b8beffc4f8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18462e113fe4b4b" /><Relationship Type="http://schemas.openxmlformats.org/officeDocument/2006/relationships/notesMaster" Target="/ppt/notesMasters/notesMaster1.xml" Id="R599604a83e2343c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6c6acb297a4fc4" /><Relationship Type="http://schemas.openxmlformats.org/officeDocument/2006/relationships/notesMaster" Target="/ppt/notesMasters/notesMaster1.xml" Id="R918be05b5fde420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c1d0e00e9c14e12" /><Relationship Type="http://schemas.openxmlformats.org/officeDocument/2006/relationships/notesMaster" Target="/ppt/notesMasters/notesMaster1.xml" Id="Ra8705d643da44d3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af9ebec7ffc47fa" /><Relationship Type="http://schemas.openxmlformats.org/officeDocument/2006/relationships/notesMaster" Target="/ppt/notesMasters/notesMaster1.xml" Id="R3c2957bf4829418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8f83413e7fa4d2b" /><Relationship Type="http://schemas.openxmlformats.org/officeDocument/2006/relationships/notesMaster" Target="/ppt/notesMasters/notesMaster1.xml" Id="R7fc69d9aefc64ac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f7b174726e54580" /><Relationship Type="http://schemas.openxmlformats.org/officeDocument/2006/relationships/notesMaster" Target="/ppt/notesMasters/notesMaster1.xml" Id="Rca78ee6aa48d474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32cb5eb85694871" /><Relationship Type="http://schemas.openxmlformats.org/officeDocument/2006/relationships/notesMaster" Target="/ppt/notesMasters/notesMaster1.xml" Id="R575caefe0f93458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066f25a35434b9a" /><Relationship Type="http://schemas.openxmlformats.org/officeDocument/2006/relationships/notesMaster" Target="/ppt/notesMasters/notesMaster1.xml" Id="R00f4f93598a5412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3c6bb6d927240c5" /><Relationship Type="http://schemas.openxmlformats.org/officeDocument/2006/relationships/notesMaster" Target="/ppt/notesMasters/notesMaster1.xml" Id="Racac6f8c0d8b477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629cc2bb00244bf" /><Relationship Type="http://schemas.openxmlformats.org/officeDocument/2006/relationships/notesMaster" Target="/ppt/notesMasters/notesMaster1.xml" Id="R2cc018fa7987475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daa54ecf82d46d7" /><Relationship Type="http://schemas.openxmlformats.org/officeDocument/2006/relationships/notesMaster" Target="/ppt/notesMasters/notesMaster1.xml" Id="Rdd1974f958da420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2d101b8e8ec472b" /><Relationship Type="http://schemas.openxmlformats.org/officeDocument/2006/relationships/notesMaster" Target="/ppt/notesMasters/notesMaster1.xml" Id="Rff0ea080e95841b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622f2bfcdd94e0b" /><Relationship Type="http://schemas.openxmlformats.org/officeDocument/2006/relationships/notesMaster" Target="/ppt/notesMasters/notesMaster1.xml" Id="R2a557836ab864e1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6675089782143d0" /><Relationship Type="http://schemas.openxmlformats.org/officeDocument/2006/relationships/notesMaster" Target="/ppt/notesMasters/notesMaster1.xml" Id="R728ad0d7517f46f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dd04660912744e2" /><Relationship Type="http://schemas.openxmlformats.org/officeDocument/2006/relationships/notesMaster" Target="/ppt/notesMasters/notesMaster1.xml" Id="R1213336dc561470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87db22136564a50" /><Relationship Type="http://schemas.openxmlformats.org/officeDocument/2006/relationships/notesMaster" Target="/ppt/notesMasters/notesMaster1.xml" Id="Rdce5bd6574dc4c4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fc99d141d68478e" /><Relationship Type="http://schemas.openxmlformats.org/officeDocument/2006/relationships/notesMaster" Target="/ppt/notesMasters/notesMaster1.xml" Id="Ref40f7b67e1848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ad66653aad4a7c" /><Relationship Type="http://schemas.openxmlformats.org/officeDocument/2006/relationships/image" Target="/ppt/media/image.png" Id="R0bab6784826042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0a9bd4c22c4b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81e357013e4f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f186c7f1fb4638" /><Relationship Type="http://schemas.openxmlformats.org/officeDocument/2006/relationships/image" Target="/ppt/media/image.png" Id="Rac30dd997da04c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7a53835c7045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80e7a9c01f4e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37581baf7c54cf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cc9a9a5c1f34701" /><Relationship Type="http://schemas.openxmlformats.org/officeDocument/2006/relationships/image" Target="/ppt/media/image.png" Id="R237f9e8d875e49e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78ae4e43f4f4eb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c0a9e0d76524ba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695810265e14c1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181f6a1641d49c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0bab6784826042f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ac30dd997da04c96">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237f9e8d875e49e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fc85d0923d46e4" /><Relationship Type="http://schemas.openxmlformats.org/officeDocument/2006/relationships/slideLayout" Target="/ppt/slideLayouts/slideLayout1.xml" Id="R8174f3c1dca74b3a" /><Relationship Type="http://schemas.openxmlformats.org/officeDocument/2006/relationships/slideLayout" Target="/ppt/slideLayouts/slideLayout2.xml" Id="R69fa4d4c84bf413a" /><Relationship Type="http://schemas.openxmlformats.org/officeDocument/2006/relationships/slideLayout" Target="/ppt/slideLayouts/slideLayout3.xml" Id="Rab6ca365754646ad" /><Relationship Type="http://schemas.openxmlformats.org/officeDocument/2006/relationships/slideLayout" Target="/ppt/slideLayouts/slideLayout4.xml" Id="R35daa4dc84a6445b" /><Relationship Type="http://schemas.openxmlformats.org/officeDocument/2006/relationships/slideLayout" Target="/ppt/slideLayouts/slideLayout5.xml" Id="R4ec139f004ab4546" /><Relationship Type="http://schemas.openxmlformats.org/officeDocument/2006/relationships/slideLayout" Target="/ppt/slideLayouts/slideLayout6.xml" Id="Rb9244e2c6df44db9" /><Relationship Type="http://schemas.openxmlformats.org/officeDocument/2006/relationships/slideLayout" Target="/ppt/slideLayouts/slideLayout7.xml" Id="R314b8f23193d40ce" /><Relationship Type="http://schemas.openxmlformats.org/officeDocument/2006/relationships/slideLayout" Target="/ppt/slideLayouts/slideLayout8.xml" Id="Rb911e3e3a7704051" /><Relationship Type="http://schemas.openxmlformats.org/officeDocument/2006/relationships/slideLayout" Target="/ppt/slideLayouts/slideLayout9.xml" Id="Rcc0307d9d68a4fe6" /><Relationship Type="http://schemas.openxmlformats.org/officeDocument/2006/relationships/slideLayout" Target="/ppt/slideLayouts/slideLayout10.xml" Id="Raa4af94ff48243b3" /><Relationship Type="http://schemas.openxmlformats.org/officeDocument/2006/relationships/slideLayout" Target="/ppt/slideLayouts/slideLayout11.xml" Id="Ree6f26d45240446b" /><Relationship Type="http://schemas.openxmlformats.org/officeDocument/2006/relationships/slideLayout" Target="/ppt/slideLayouts/slideLayout12.xml" Id="R0c32e1de73b145ab"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4f3c1dca74b3a"/>
    <p:sldLayoutId xmlns:r="http://schemas.openxmlformats.org/officeDocument/2006/relationships" id="2147483650" r:id="R69fa4d4c84bf413a"/>
    <p:sldLayoutId xmlns:r="http://schemas.openxmlformats.org/officeDocument/2006/relationships" id="2147483651" r:id="Rab6ca365754646ad"/>
    <p:sldLayoutId xmlns:r="http://schemas.openxmlformats.org/officeDocument/2006/relationships" id="2147483652" r:id="R35daa4dc84a6445b"/>
    <p:sldLayoutId xmlns:r="http://schemas.openxmlformats.org/officeDocument/2006/relationships" id="2147483653" r:id="R4ec139f004ab4546"/>
    <p:sldLayoutId xmlns:r="http://schemas.openxmlformats.org/officeDocument/2006/relationships" id="2147483654" r:id="Rb9244e2c6df44db9"/>
    <p:sldLayoutId xmlns:r="http://schemas.openxmlformats.org/officeDocument/2006/relationships" id="2147483655" r:id="R314b8f23193d40ce"/>
    <p:sldLayoutId xmlns:r="http://schemas.openxmlformats.org/officeDocument/2006/relationships" id="2147483656" r:id="Rb911e3e3a7704051"/>
    <p:sldLayoutId xmlns:r="http://schemas.openxmlformats.org/officeDocument/2006/relationships" id="2147483657" r:id="Rcc0307d9d68a4fe6"/>
    <p:sldLayoutId xmlns:r="http://schemas.openxmlformats.org/officeDocument/2006/relationships" id="2147483658" r:id="Raa4af94ff48243b3"/>
    <p:sldLayoutId xmlns:r="http://schemas.openxmlformats.org/officeDocument/2006/relationships" id="2147483659" r:id="Ree6f26d45240446b"/>
    <p:sldLayoutId xmlns:r="http://schemas.openxmlformats.org/officeDocument/2006/relationships" id="2147483660" r:id="R0c32e1de73b145ab"/>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86c39f69f44669" /><Relationship Type="http://schemas.openxmlformats.org/officeDocument/2006/relationships/notesSlide" Target="/ppt/notesSlides/notesSlide1.xml" Id="Re5bba25a3e2e47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7a4b56b065407b" /><Relationship Type="http://schemas.openxmlformats.org/officeDocument/2006/relationships/image" Target="/ppt/media/image.jpeg" Id="R9735652f85fe4eb2" /><Relationship Type="http://schemas.openxmlformats.org/officeDocument/2006/relationships/notesSlide" Target="/ppt/notesSlides/notesSlide2.xml" Id="Rb5122848218748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3569efa6384cf9" /><Relationship Type="http://schemas.openxmlformats.org/officeDocument/2006/relationships/image" Target="/ppt/media/image2.png" Id="Rd6981a22a8ef4ebc" /><Relationship Type="http://schemas.openxmlformats.org/officeDocument/2006/relationships/notesSlide" Target="/ppt/notesSlides/notesSlide3.xml" Id="R8e1cf63482c04e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43d14bbfc44932" /><Relationship Type="http://schemas.openxmlformats.org/officeDocument/2006/relationships/image" Target="/ppt/media/image2.png" Id="Raeaaaada60454492" /><Relationship Type="http://schemas.openxmlformats.org/officeDocument/2006/relationships/notesSlide" Target="/ppt/notesSlides/notesSlide4.xml" Id="Rb042234f82b74e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b246883e8c4676" /><Relationship Type="http://schemas.openxmlformats.org/officeDocument/2006/relationships/image" Target="/ppt/media/image2.png" Id="R5a8c2d3006ff4a1e" /><Relationship Type="http://schemas.openxmlformats.org/officeDocument/2006/relationships/notesSlide" Target="/ppt/notesSlides/notesSlide5.xml" Id="Rd5fe10dea75747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42a5eddd934e07" /><Relationship Type="http://schemas.openxmlformats.org/officeDocument/2006/relationships/notesSlide" Target="/ppt/notesSlides/notesSlide6.xml" Id="Rb13b3b0e5b83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8afa30d16d4aa2" /><Relationship Type="http://schemas.openxmlformats.org/officeDocument/2006/relationships/image" Target="/ppt/media/image.svg" Id="R636f3857c85746c5" /><Relationship Type="http://schemas.openxmlformats.org/officeDocument/2006/relationships/image" Target="/ppt/media/image.jpeg" Id="R937fbd2ad55e4a15" /><Relationship Type="http://schemas.openxmlformats.org/officeDocument/2006/relationships/notesSlide" Target="/ppt/notesSlides/notesSlide7.xml" Id="R9733e0a4f77a4f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f5ff21944f458a" /><Relationship Type="http://schemas.openxmlformats.org/officeDocument/2006/relationships/image" Target="/ppt/media/image2.jpeg" Id="R5320d6590c394fbe" /><Relationship Type="http://schemas.openxmlformats.org/officeDocument/2006/relationships/image" Target="/ppt/media/image2.svg" Id="R393dd9e70f22432e" /><Relationship Type="http://schemas.openxmlformats.org/officeDocument/2006/relationships/notesSlide" Target="/ppt/notesSlides/notesSlide8.xml" Id="Re512e0f1140449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2faf06f05b460e" /><Relationship Type="http://schemas.openxmlformats.org/officeDocument/2006/relationships/notesSlide" Target="/ppt/notesSlides/notesSlide9.xml" Id="R2364159fa9b646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2ad6e45c84479f" /><Relationship Type="http://schemas.openxmlformats.org/officeDocument/2006/relationships/image" Target="/ppt/media/image3.png" Id="R6c19267ac4784f63" /><Relationship Type="http://schemas.openxmlformats.org/officeDocument/2006/relationships/image" Target="/ppt/media/image3.svg" Id="R2eb491708ef7438a" /><Relationship Type="http://schemas.openxmlformats.org/officeDocument/2006/relationships/notesSlide" Target="/ppt/notesSlides/notesSlide10.xml" Id="R246a4d78e1b94d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0721e7035e4810" /><Relationship Type="http://schemas.openxmlformats.org/officeDocument/2006/relationships/image" Target="/ppt/media/image4.png" Id="Rf39de10aaa19488d" /><Relationship Type="http://schemas.openxmlformats.org/officeDocument/2006/relationships/notesSlide" Target="/ppt/notesSlides/notesSlide11.xml" Id="Rd302e712bdb84c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cd109b2b204c27" /><Relationship Type="http://schemas.openxmlformats.org/officeDocument/2006/relationships/image" Target="/ppt/media/image5.png" Id="R2458e2c01cf0440e" /><Relationship Type="http://schemas.openxmlformats.org/officeDocument/2006/relationships/image" Target="/ppt/media/image4.svg" Id="R7f94a069d1d94c44" /><Relationship Type="http://schemas.openxmlformats.org/officeDocument/2006/relationships/image" Target="/ppt/media/image4.png" Id="Rf8c4f31832cc46ac" /><Relationship Type="http://schemas.openxmlformats.org/officeDocument/2006/relationships/notesSlide" Target="/ppt/notesSlides/notesSlide12.xml" Id="R541f34a593f14f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dd962d56604fb3" /><Relationship Type="http://schemas.openxmlformats.org/officeDocument/2006/relationships/image" Target="/ppt/media/image6.png" Id="R1098ed9c3b554dfb" /><Relationship Type="http://schemas.openxmlformats.org/officeDocument/2006/relationships/notesSlide" Target="/ppt/notesSlides/notesSlide13.xml" Id="R77d708a149e64d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ab132560e340f8" /><Relationship Type="http://schemas.openxmlformats.org/officeDocument/2006/relationships/image" Target="/ppt/media/image7.png" Id="Rf45383d7f0124595" /><Relationship Type="http://schemas.openxmlformats.org/officeDocument/2006/relationships/notesSlide" Target="/ppt/notesSlides/notesSlide14.xml" Id="Ra3adbdf9fd024d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1cc0806efc478c" /><Relationship Type="http://schemas.openxmlformats.org/officeDocument/2006/relationships/image" Target="/ppt/media/image8.png" Id="R0b50893c04ae424d" /><Relationship Type="http://schemas.openxmlformats.org/officeDocument/2006/relationships/image" Target="/ppt/media/image5.svg" Id="R6811ff45e18b4deb" /><Relationship Type="http://schemas.openxmlformats.org/officeDocument/2006/relationships/image" Target="/ppt/media/image5.png" Id="Rcef8624054eb41d7" /><Relationship Type="http://schemas.openxmlformats.org/officeDocument/2006/relationships/notesSlide" Target="/ppt/notesSlides/notesSlide15.xml" Id="Re26e5eb7ca954d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665d20e2174616" /><Relationship Type="http://schemas.openxmlformats.org/officeDocument/2006/relationships/notesSlide" Target="/ppt/notesSlides/notesSlide16.xml" Id="R99243ddf775140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971cabb1754d64" /><Relationship Type="http://schemas.openxmlformats.org/officeDocument/2006/relationships/notesSlide" Target="/ppt/notesSlides/notesSlide17.xml" Id="R5682f132fc9045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081a9a5b1274244" /><Relationship Type="http://schemas.openxmlformats.org/officeDocument/2006/relationships/notesSlide" Target="/ppt/notesSlides/notesSlide18.xml" Id="Rd0aa336e765c41a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ad6c781364347f0" /><Relationship Type="http://schemas.openxmlformats.org/officeDocument/2006/relationships/image" Target="/ppt/media/image9.png" Id="Rfaa22e873f554a3b" /><Relationship Type="http://schemas.openxmlformats.org/officeDocument/2006/relationships/notesSlide" Target="/ppt/notesSlides/notesSlide19.xml" Id="Rbd294d2341a440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0213cfe98c4165" /><Relationship Type="http://schemas.openxmlformats.org/officeDocument/2006/relationships/notesSlide" Target="/ppt/notesSlides/notesSlide20.xml" Id="R2e7aee39e83349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6d565f187c94dcd" /><Relationship Type="http://schemas.openxmlformats.org/officeDocument/2006/relationships/image" Target="/ppt/media/image6.svg" Id="R97c1d5706546462e" /><Relationship Type="http://schemas.openxmlformats.org/officeDocument/2006/relationships/image" Target="/ppt/media/image6.png" Id="Rbe5b84bd25564468" /><Relationship Type="http://schemas.openxmlformats.org/officeDocument/2006/relationships/notesSlide" Target="/ppt/notesSlides/notesSlide21.xml" Id="R0ebdb5f714c743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0ef5c58c2a640c6" /><Relationship Type="http://schemas.openxmlformats.org/officeDocument/2006/relationships/notesSlide" Target="/ppt/notesSlides/notesSlide22.xml" Id="Rad0f255e155043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65ee2c961cb4f0b" /><Relationship Type="http://schemas.openxmlformats.org/officeDocument/2006/relationships/notesSlide" Target="/ppt/notesSlides/notesSlide23.xml" Id="R8dbb958493ae4f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83194d816dc4ee5" /><Relationship Type="http://schemas.openxmlformats.org/officeDocument/2006/relationships/notesSlide" Target="/ppt/notesSlides/notesSlide24.xml" Id="Rd8c43222ea3c44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84f87d17af34961" /><Relationship Type="http://schemas.openxmlformats.org/officeDocument/2006/relationships/notesSlide" Target="/ppt/notesSlides/notesSlide25.xml" Id="Ref40add933634ce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96d175444d4751" /><Relationship Type="http://schemas.openxmlformats.org/officeDocument/2006/relationships/image" Target="/ppt/media/image10.png" Id="R1e6658ebf4944f81" /><Relationship Type="http://schemas.openxmlformats.org/officeDocument/2006/relationships/notesSlide" Target="/ppt/notesSlides/notesSlide26.xml" Id="R6a9ee03d59bb4c4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f4bc7df0f474aa2" /><Relationship Type="http://schemas.openxmlformats.org/officeDocument/2006/relationships/notesSlide" Target="/ppt/notesSlides/notesSlide27.xml" Id="R7fd2a9d5ef4645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4f87d48d7f84885" /><Relationship Type="http://schemas.openxmlformats.org/officeDocument/2006/relationships/notesSlide" Target="/ppt/notesSlides/notesSlide28.xml" Id="Re0f7e5b9b5924c5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a19a39397f246bc" /><Relationship Type="http://schemas.openxmlformats.org/officeDocument/2006/relationships/notesSlide" Target="/ppt/notesSlides/notesSlide29.xml" Id="R144a4743e63541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097539c85e34839" /><Relationship Type="http://schemas.openxmlformats.org/officeDocument/2006/relationships/notesSlide" Target="/ppt/notesSlides/notesSlide30.xml" Id="R405b5442b60946a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6038c5840064810" /><Relationship Type="http://schemas.openxmlformats.org/officeDocument/2006/relationships/notesSlide" Target="/ppt/notesSlides/notesSlide31.xml" Id="R43c3fc9be5794e9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ad729d2e1f943c9" /><Relationship Type="http://schemas.openxmlformats.org/officeDocument/2006/relationships/notesSlide" Target="/ppt/notesSlides/notesSlide32.xml" Id="R21c2a574ec234bd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8c790ec61254530" /><Relationship Type="http://schemas.openxmlformats.org/officeDocument/2006/relationships/notesSlide" Target="/ppt/notesSlides/notesSlide33.xml" Id="Ra52c2b1f9a0645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da7446dc5544386" /><Relationship Type="http://schemas.openxmlformats.org/officeDocument/2006/relationships/image" Target="/ppt/media/image11.png" Id="R1dd4f273a2b942e5" /><Relationship Type="http://schemas.openxmlformats.org/officeDocument/2006/relationships/notesSlide" Target="/ppt/notesSlides/notesSlide34.xml" Id="Rd97a3a4d6ccd446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fe62aa6fbc440dc" /><Relationship Type="http://schemas.openxmlformats.org/officeDocument/2006/relationships/image" Target="/ppt/media/image12.png" Id="Rfc989ddaa66b4383" /><Relationship Type="http://schemas.openxmlformats.org/officeDocument/2006/relationships/notesSlide" Target="/ppt/notesSlides/notesSlide35.xml" Id="R34acf951459646b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a2b9e742d52487e" /><Relationship Type="http://schemas.openxmlformats.org/officeDocument/2006/relationships/notesSlide" Target="/ppt/notesSlides/notesSlide36.xml" Id="R8af5174140b24f5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5fc69087081472c" /><Relationship Type="http://schemas.openxmlformats.org/officeDocument/2006/relationships/notesSlide" Target="/ppt/notesSlides/notesSlide37.xml" Id="R1e43b828e815433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8fe237d00dc4470" /><Relationship Type="http://schemas.openxmlformats.org/officeDocument/2006/relationships/notesSlide" Target="/ppt/notesSlides/notesSlide38.xml" Id="Rcc8d0cf0a6d6473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956fe1434fc4a25" /><Relationship Type="http://schemas.openxmlformats.org/officeDocument/2006/relationships/notesSlide" Target="/ppt/notesSlides/notesSlide39.xml" Id="R2bfec6f6ddbb474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6d7c6367c534c60" /><Relationship Type="http://schemas.openxmlformats.org/officeDocument/2006/relationships/notesSlide" Target="/ppt/notesSlides/notesSlide40.xml" Id="Rb4b56b040d46447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ee9bc2c661f4f55" /><Relationship Type="http://schemas.openxmlformats.org/officeDocument/2006/relationships/notesSlide" Target="/ppt/notesSlides/notesSlide41.xml" Id="Ra6e08017d7aa471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24ad870cc404324" /><Relationship Type="http://schemas.openxmlformats.org/officeDocument/2006/relationships/notesSlide" Target="/ppt/notesSlides/notesSlide42.xml" Id="Rdbce2af7cbce478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27ab0f5b25b4374" /><Relationship Type="http://schemas.openxmlformats.org/officeDocument/2006/relationships/notesSlide" Target="/ppt/notesSlides/notesSlide43.xml" Id="Rd3c04b70175241f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9923a1874c7442d" /><Relationship Type="http://schemas.openxmlformats.org/officeDocument/2006/relationships/image" Target="/ppt/media/image13.png" Id="Re63e21c082224461" /><Relationship Type="http://schemas.openxmlformats.org/officeDocument/2006/relationships/notesSlide" Target="/ppt/notesSlides/notesSlide44.xml" Id="Ra458727ff5f64f6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bc221ee50914120" /><Relationship Type="http://schemas.openxmlformats.org/officeDocument/2006/relationships/notesSlide" Target="/ppt/notesSlides/notesSlide45.xml" Id="Rdd9cb420f42b4be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d8cbb54f01d4d37" /><Relationship Type="http://schemas.openxmlformats.org/officeDocument/2006/relationships/notesSlide" Target="/ppt/notesSlides/notesSlide46.xml" Id="Rbc8fd902bf3a4a6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7d4942e866c4a33" /><Relationship Type="http://schemas.openxmlformats.org/officeDocument/2006/relationships/notesSlide" Target="/ppt/notesSlides/notesSlide47.xml" Id="Rf5e5a243e235473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e9d02ef79a74f49" /><Relationship Type="http://schemas.openxmlformats.org/officeDocument/2006/relationships/notesSlide" Target="/ppt/notesSlides/notesSlide48.xml" Id="Rddcba4f901b74f8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8583daf405646ae" /><Relationship Type="http://schemas.openxmlformats.org/officeDocument/2006/relationships/image" Target="/ppt/media/image2.jpeg" Id="Ra3676b2c14414e49" /><Relationship Type="http://schemas.openxmlformats.org/officeDocument/2006/relationships/notesSlide" Target="/ppt/notesSlides/notesSlide49.xml" Id="R6ff63953853c498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089a313af2443e1" /><Relationship Type="http://schemas.openxmlformats.org/officeDocument/2006/relationships/notesSlide" Target="/ppt/notesSlides/notesSlide50.xml" Id="Rfe606901699d422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4e04ab95ce24c81" /><Relationship Type="http://schemas.openxmlformats.org/officeDocument/2006/relationships/notesSlide" Target="/ppt/notesSlides/notesSlide51.xml" Id="R933bf4db69ae47d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f0b07414c854f4d" /><Relationship Type="http://schemas.openxmlformats.org/officeDocument/2006/relationships/notesSlide" Target="/ppt/notesSlides/notesSlide52.xml" Id="R17e20c4f5ab8439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8e1821ca5ec4c97" /><Relationship Type="http://schemas.openxmlformats.org/officeDocument/2006/relationships/notesSlide" Target="/ppt/notesSlides/notesSlide53.xml" Id="Rf1b499f92ce24a3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e8b1452d0d74dee" /><Relationship Type="http://schemas.openxmlformats.org/officeDocument/2006/relationships/notesSlide" Target="/ppt/notesSlides/notesSlide54.xml" Id="R929eb09c89524d2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201e370d8cb4c55" /><Relationship Type="http://schemas.openxmlformats.org/officeDocument/2006/relationships/notesSlide" Target="/ppt/notesSlides/notesSlide55.xml" Id="Ra3ca68447f3b421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b1470e9dc1a4523" /><Relationship Type="http://schemas.openxmlformats.org/officeDocument/2006/relationships/image" Target="/ppt/media/image7.svg" Id="R8926ac885aca4df8" /><Relationship Type="http://schemas.openxmlformats.org/officeDocument/2006/relationships/image" Target="/ppt/media/image7.png" Id="R0c035a35d82044ff" /><Relationship Type="http://schemas.openxmlformats.org/officeDocument/2006/relationships/notesSlide" Target="/ppt/notesSlides/notesSlide56.xml" Id="R6b4d5f8ebaa4453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55003bc3064475c" /><Relationship Type="http://schemas.openxmlformats.org/officeDocument/2006/relationships/notesSlide" Target="/ppt/notesSlides/notesSlide57.xml" Id="R2fc4caf16636450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c8f9fe0c753438b" /><Relationship Type="http://schemas.openxmlformats.org/officeDocument/2006/relationships/notesSlide" Target="/ppt/notesSlides/notesSlide58.xml" Id="Rc797ad8705f2468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03a15d068494c4e" /><Relationship Type="http://schemas.openxmlformats.org/officeDocument/2006/relationships/notesSlide" Target="/ppt/notesSlides/notesSlide59.xml" Id="R70872eebd79a41a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1af6d677710e4c49" /><Relationship Type="http://schemas.openxmlformats.org/officeDocument/2006/relationships/image" Target="/ppt/media/image14.png" Id="R609352cbc3f249d0" /><Relationship Type="http://schemas.openxmlformats.org/officeDocument/2006/relationships/notesSlide" Target="/ppt/notesSlides/notesSlide60.xml" Id="Rae2825e123e542d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8331e02ce7b43bf" /><Relationship Type="http://schemas.openxmlformats.org/officeDocument/2006/relationships/image" Target="/ppt/media/image15.png" Id="Rd62858f19d5b4444" /><Relationship Type="http://schemas.openxmlformats.org/officeDocument/2006/relationships/notesSlide" Target="/ppt/notesSlides/notesSlide61.xml" Id="R7f9700be20934e9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9fc0a4d29ac4c6e" /><Relationship Type="http://schemas.openxmlformats.org/officeDocument/2006/relationships/hyperlink" Target="https://www.inceptionlabs.ai/blog/introducing-mercury-2" TargetMode="External" Id="R1e4cce6888754f50" /><Relationship Type="http://schemas.openxmlformats.org/officeDocument/2006/relationships/notesSlide" Target="/ppt/notesSlides/notesSlide62.xml" Id="R50f92968086d421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0821310b0bd4918" /><Relationship Type="http://schemas.openxmlformats.org/officeDocument/2006/relationships/notesSlide" Target="/ppt/notesSlides/notesSlide63.xml" Id="Rf82d0d01be144cf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0879e185e80b43ae" /><Relationship Type="http://schemas.openxmlformats.org/officeDocument/2006/relationships/notesSlide" Target="/ppt/notesSlides/notesSlide64.xml" Id="Rc8a97c2b615a4ca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85085c7904245ba" /><Relationship Type="http://schemas.openxmlformats.org/officeDocument/2006/relationships/notesSlide" Target="/ppt/notesSlides/notesSlide65.xml" Id="Ra75900e54cad4073"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735652f85fe4eb2"/>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d6981a22a8ef4eb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aeaaaada6045449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a8c2d3006ff4a1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937fbd2ad55e4a15">
            <a:extLst>
              <a:ext uri="{96DAC541-7B7A-43D3-8B79-37D633B846F1}">
                <asvg:svgBlip xmlns:asvg="http://schemas.microsoft.com/office/drawing/2016/SVG/main" r:embed="R636f3857c85746c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5320d6590c394fbe">
            <a:extLst>
              <a:ext uri="{96DAC541-7B7A-43D3-8B79-37D633B846F1}">
                <asvg:svgBlip xmlns:asvg="http://schemas.microsoft.com/office/drawing/2016/SVG/main" r:embed="R393dd9e70f22432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6c19267ac4784f63">
            <a:extLst>
              <a:ext uri="{96DAC541-7B7A-43D3-8B79-37D633B846F1}">
                <asvg:svgBlip xmlns:asvg="http://schemas.microsoft.com/office/drawing/2016/SVG/main" r:embed="R2eb491708ef7438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f39de10aaa19488d"/>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2458e2c01cf0440e"/>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f8c4f31832cc46ac">
            <a:extLst>
              <a:ext uri="{96DAC541-7B7A-43D3-8B79-37D633B846F1}">
                <asvg:svgBlip xmlns:asvg="http://schemas.microsoft.com/office/drawing/2016/SVG/main" r:embed="R7f94a069d1d94c4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1098ed9c3b554df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f45383d7f012459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0b50893c04ae424d"/>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cef8624054eb41d7">
            <a:extLst>
              <a:ext uri="{96DAC541-7B7A-43D3-8B79-37D633B846F1}">
                <asvg:svgBlip xmlns:asvg="http://schemas.microsoft.com/office/drawing/2016/SVG/main" r:embed="R6811ff45e18b4de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079"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0"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1"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2"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3"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4"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5"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6"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7"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8"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89"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0"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1"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2"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3"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4"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5"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6"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7"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8"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99"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0"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1"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2"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3"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4"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5"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6"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7"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8"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09"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0"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1"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2"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3"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4"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5"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6"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7"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8"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19"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0"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1"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2"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3"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4"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5"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6"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7"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28"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953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B0F19"/>
                </a:solidFill>
                <a:latin typeface="Calibri"/>
                <a:ea typeface="Calibri"/>
                <a:cs typeface="Calibri"/>
              </a:defRPr>
            </a:pPr>
            <a:r>
              <a:rPr sz="127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1457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B0F19"/>
                </a:solidFill>
                <a:latin typeface="Calibri"/>
                <a:ea typeface="Calibri"/>
                <a:cs typeface="Calibri"/>
              </a:defRPr>
            </a:pPr>
            <a:r>
              <a:rPr sz="127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7433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39528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EF4444"/>
                </a:solidFill>
                <a:latin typeface="Calibri"/>
                <a:ea typeface="Calibri"/>
                <a:cs typeface="Calibri"/>
              </a:defRPr>
            </a:pPr>
            <a:r>
              <a:rPr sz="127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3000375"/>
            <a:ext cx="1190625"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0B981"/>
                </a:solidFill>
                <a:latin typeface="Calibri"/>
                <a:ea typeface="Calibri"/>
                <a:cs typeface="Calibri"/>
              </a:defRPr>
            </a:pPr>
            <a:r>
              <a:rPr sz="1200"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2482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34375" y="3000375"/>
            <a:ext cx="1190625"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0B981"/>
                </a:solidFill>
                <a:latin typeface="Calibri"/>
                <a:ea typeface="Calibri"/>
                <a:cs typeface="Calibri"/>
              </a:defRPr>
            </a:pPr>
            <a:r>
              <a:rPr sz="1200"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5535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763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0B981"/>
                </a:solidFill>
                <a:latin typeface="Calibri"/>
                <a:ea typeface="Calibri"/>
                <a:cs typeface="Calibri"/>
              </a:defRPr>
            </a:pPr>
            <a:r>
              <a:rPr sz="1200"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EF4444"/>
                </a:solidFill>
                <a:latin typeface="Calibri"/>
                <a:ea typeface="Calibri"/>
                <a:cs typeface="Calibri"/>
              </a:defRPr>
            </a:pPr>
            <a:r>
              <a:rPr sz="1575" b="1">
                <a:solidFill>
                  <a:srgbClr val="EF4444"/>
                </a:solidFill>
                <a:latin typeface="Calibri"/>
                <a:ea typeface="Calibri"/>
                <a:cs typeface="Calibri"/>
              </a:rPr>
              <a:t>all three layers combine into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faa22e873f554a3b"/>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be5b84bd25564468">
            <a:extLst>
              <a:ext uri="{96DAC541-7B7A-43D3-8B79-37D633B846F1}">
                <asvg:svgBlip xmlns:asvg="http://schemas.microsoft.com/office/drawing/2016/SVG/main" r:embed="R97c1d5706546462e"/>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e6658ebf4944f81"/>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1dd4f273a2b942e5"/>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fc989ddaa66b4383"/>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63e21c08222446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3676b2c14414e49"/>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0c035a35d82044ff">
            <a:extLst>
              <a:ext uri="{96DAC541-7B7A-43D3-8B79-37D633B846F1}">
                <asvg:svgBlip xmlns:asvg="http://schemas.microsoft.com/office/drawing/2016/SVG/main" r:embed="R8926ac885aca4df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609352cbc3f249d0"/>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d62858f19d5b4444"/>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1e4cce6888754f50"/>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2026-07-27T14:05:48.6440000Z</dcterms:created>
  <dcterms:modified xsi:type="dcterms:W3CDTF">2026-07-27T14:05:48.6440000Z</dcterms:modified>
</coreProperties>
</file>