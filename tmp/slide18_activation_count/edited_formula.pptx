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c4546dd3314954" /><Relationship Type="http://schemas.openxmlformats.org/officeDocument/2006/relationships/extended-properties" Target="/docProps/app.xml" Id="Rabf5f3e6d1174205" /><Relationship Type="http://schemas.openxmlformats.org/officeDocument/2006/relationships/officeDocument" Target="/ppt/presentation.xml" Id="R9aa5aff80b8b44bb" /></Relationships>
</file>

<file path=ppt/presentation.xml><?xml version="1.0" encoding="utf-8"?>
<p:presentation xmlns:p="http://schemas.openxmlformats.org/presentationml/2006/main">
  <p:sldMasterIdLst>
    <p:sldMasterId xmlns:r="http://schemas.openxmlformats.org/officeDocument/2006/relationships" id="2147483648" r:id="Rc7b4e90cd5cf4925"/>
  </p:sldMasterIdLst>
  <p:notesMasterIdLst>
    <p:notesMasterId xmlns:r="http://schemas.openxmlformats.org/officeDocument/2006/relationships" r:id="R4ecf1ea74cfb4d26"/>
  </p:notesMasterIdLst>
  <p:sldIdLst>
    <p:sldId xmlns:r="http://schemas.openxmlformats.org/officeDocument/2006/relationships" id="256" r:id="R85dfa815559b4583"/>
    <p:sldId xmlns:r="http://schemas.openxmlformats.org/officeDocument/2006/relationships" id="257" r:id="R10854cd2f3f74ac3"/>
    <p:sldId xmlns:r="http://schemas.openxmlformats.org/officeDocument/2006/relationships" id="258" r:id="Re924fe6e12bf4512"/>
    <p:sldId xmlns:r="http://schemas.openxmlformats.org/officeDocument/2006/relationships" id="259" r:id="Ra8b697beb10b4505"/>
    <p:sldId xmlns:r="http://schemas.openxmlformats.org/officeDocument/2006/relationships" id="260" r:id="Rf202a28f7e54487c"/>
    <p:sldId xmlns:r="http://schemas.openxmlformats.org/officeDocument/2006/relationships" id="261" r:id="R2bd7363b3959472c"/>
    <p:sldId xmlns:r="http://schemas.openxmlformats.org/officeDocument/2006/relationships" id="262" r:id="R739c1c0bd0b947dc"/>
    <p:sldId xmlns:r="http://schemas.openxmlformats.org/officeDocument/2006/relationships" id="263" r:id="Rc20f4f13c0174147"/>
    <p:sldId xmlns:r="http://schemas.openxmlformats.org/officeDocument/2006/relationships" id="264" r:id="R59bc8f05fb0d45dd"/>
    <p:sldId xmlns:r="http://schemas.openxmlformats.org/officeDocument/2006/relationships" id="265" r:id="R189745d9755f4322"/>
    <p:sldId xmlns:r="http://schemas.openxmlformats.org/officeDocument/2006/relationships" id="266" r:id="Rd59e1ded5b7940d6"/>
    <p:sldId xmlns:r="http://schemas.openxmlformats.org/officeDocument/2006/relationships" id="267" r:id="R4cffc6b944494e12"/>
    <p:sldId xmlns:r="http://schemas.openxmlformats.org/officeDocument/2006/relationships" id="268" r:id="R438d6dbb9f634244"/>
    <p:sldId xmlns:r="http://schemas.openxmlformats.org/officeDocument/2006/relationships" id="269" r:id="R12171fba76944482"/>
    <p:sldId xmlns:r="http://schemas.openxmlformats.org/officeDocument/2006/relationships" id="270" r:id="R83ad449dd6e94765"/>
    <p:sldId xmlns:r="http://schemas.openxmlformats.org/officeDocument/2006/relationships" id="271" r:id="Ra5f7b61d803047f2"/>
    <p:sldId xmlns:r="http://schemas.openxmlformats.org/officeDocument/2006/relationships" id="272" r:id="Rb771cff76c72401b"/>
    <p:sldId xmlns:r="http://schemas.openxmlformats.org/officeDocument/2006/relationships" id="273" r:id="R5707a459d2374736"/>
    <p:sldId xmlns:r="http://schemas.openxmlformats.org/officeDocument/2006/relationships" id="274" r:id="Rcad3f06d7c38447f"/>
    <p:sldId xmlns:r="http://schemas.openxmlformats.org/officeDocument/2006/relationships" id="275" r:id="R66afab907b374bdf"/>
    <p:sldId xmlns:r="http://schemas.openxmlformats.org/officeDocument/2006/relationships" id="276" r:id="R961639a4f2e0486b"/>
    <p:sldId xmlns:r="http://schemas.openxmlformats.org/officeDocument/2006/relationships" id="277" r:id="R508aaa7327d84d51"/>
    <p:sldId xmlns:r="http://schemas.openxmlformats.org/officeDocument/2006/relationships" id="278" r:id="Reb3843ea8059464f"/>
    <p:sldId xmlns:r="http://schemas.openxmlformats.org/officeDocument/2006/relationships" id="279" r:id="R584077ca828b4f30"/>
    <p:sldId xmlns:r="http://schemas.openxmlformats.org/officeDocument/2006/relationships" id="280" r:id="R1af1ef9c1bee4732"/>
    <p:sldId xmlns:r="http://schemas.openxmlformats.org/officeDocument/2006/relationships" id="281" r:id="Rf0e11b13167a4726"/>
    <p:sldId xmlns:r="http://schemas.openxmlformats.org/officeDocument/2006/relationships" id="282" r:id="Re4027c5759a44908"/>
    <p:sldId xmlns:r="http://schemas.openxmlformats.org/officeDocument/2006/relationships" id="283" r:id="Re97abbe9e0df41d4"/>
    <p:sldId xmlns:r="http://schemas.openxmlformats.org/officeDocument/2006/relationships" id="284" r:id="Re0dd4beb80f64be9"/>
    <p:sldId xmlns:r="http://schemas.openxmlformats.org/officeDocument/2006/relationships" id="285" r:id="R2657a9ec60d94a9e"/>
    <p:sldId xmlns:r="http://schemas.openxmlformats.org/officeDocument/2006/relationships" id="286" r:id="Rad79e470e83344f7"/>
    <p:sldId xmlns:r="http://schemas.openxmlformats.org/officeDocument/2006/relationships" id="287" r:id="Rfcebb7ae53d74756"/>
    <p:sldId xmlns:r="http://schemas.openxmlformats.org/officeDocument/2006/relationships" id="288" r:id="Rc82bab5641b64cde"/>
    <p:sldId xmlns:r="http://schemas.openxmlformats.org/officeDocument/2006/relationships" id="289" r:id="R015d92098fe04675"/>
    <p:sldId xmlns:r="http://schemas.openxmlformats.org/officeDocument/2006/relationships" id="290" r:id="Rcf79fdd3aeb94a41"/>
    <p:sldId xmlns:r="http://schemas.openxmlformats.org/officeDocument/2006/relationships" id="291" r:id="R745b7f3a45bb4fc6"/>
    <p:sldId xmlns:r="http://schemas.openxmlformats.org/officeDocument/2006/relationships" id="292" r:id="R3a31644873204c7c"/>
    <p:sldId xmlns:r="http://schemas.openxmlformats.org/officeDocument/2006/relationships" id="293" r:id="R425333b008664777"/>
    <p:sldId xmlns:r="http://schemas.openxmlformats.org/officeDocument/2006/relationships" id="294" r:id="R23b864e7f62540bb"/>
    <p:sldId xmlns:r="http://schemas.openxmlformats.org/officeDocument/2006/relationships" id="295" r:id="R82374d5e26254997"/>
    <p:sldId xmlns:r="http://schemas.openxmlformats.org/officeDocument/2006/relationships" id="296" r:id="Rec5236e50e054b9b"/>
    <p:sldId xmlns:r="http://schemas.openxmlformats.org/officeDocument/2006/relationships" id="297" r:id="Rd2b84da9808c4a2a"/>
    <p:sldId xmlns:r="http://schemas.openxmlformats.org/officeDocument/2006/relationships" id="298" r:id="Rfba31cdad53b4c4a"/>
    <p:sldId xmlns:r="http://schemas.openxmlformats.org/officeDocument/2006/relationships" id="299" r:id="R3d18d3fa54924f29"/>
    <p:sldId xmlns:r="http://schemas.openxmlformats.org/officeDocument/2006/relationships" id="300" r:id="R9c86164c954b4117"/>
    <p:sldId xmlns:r="http://schemas.openxmlformats.org/officeDocument/2006/relationships" id="301" r:id="R2a4482cbe19548d1"/>
    <p:sldId xmlns:r="http://schemas.openxmlformats.org/officeDocument/2006/relationships" id="302" r:id="R5f6ba671f61f4e39"/>
    <p:sldId xmlns:r="http://schemas.openxmlformats.org/officeDocument/2006/relationships" id="303" r:id="Rbee1f3aa632440ee"/>
    <p:sldId xmlns:r="http://schemas.openxmlformats.org/officeDocument/2006/relationships" id="304" r:id="Rf084e499aefc455c"/>
    <p:sldId xmlns:r="http://schemas.openxmlformats.org/officeDocument/2006/relationships" id="305" r:id="Rae00b416018e49df"/>
    <p:sldId xmlns:r="http://schemas.openxmlformats.org/officeDocument/2006/relationships" id="306" r:id="R3e4a6d762fb345aa"/>
    <p:sldId xmlns:r="http://schemas.openxmlformats.org/officeDocument/2006/relationships" id="307" r:id="Rb55179a7fdc84eb4"/>
    <p:sldId xmlns:r="http://schemas.openxmlformats.org/officeDocument/2006/relationships" id="308" r:id="R5e1bbbd855594a4c"/>
    <p:sldId xmlns:r="http://schemas.openxmlformats.org/officeDocument/2006/relationships" id="309" r:id="R22ff12b36e3f48ee"/>
    <p:sldId xmlns:r="http://schemas.openxmlformats.org/officeDocument/2006/relationships" id="310" r:id="R7c860d2664c44d08"/>
    <p:sldId xmlns:r="http://schemas.openxmlformats.org/officeDocument/2006/relationships" id="311" r:id="R991e81dd127c40d6"/>
    <p:sldId xmlns:r="http://schemas.openxmlformats.org/officeDocument/2006/relationships" id="312" r:id="R9e2e01abf49945fa"/>
    <p:sldId xmlns:r="http://schemas.openxmlformats.org/officeDocument/2006/relationships" id="313" r:id="Raefcf49e8fe043a1"/>
    <p:sldId xmlns:r="http://schemas.openxmlformats.org/officeDocument/2006/relationships" id="314" r:id="Rf23cb64f4c024214"/>
    <p:sldId xmlns:r="http://schemas.openxmlformats.org/officeDocument/2006/relationships" id="315" r:id="R9c697f0c4edf4761"/>
    <p:sldId xmlns:r="http://schemas.openxmlformats.org/officeDocument/2006/relationships" id="316" r:id="R75a1ee0973b5451c"/>
    <p:sldId xmlns:r="http://schemas.openxmlformats.org/officeDocument/2006/relationships" id="317" r:id="R3240be0bcd0d4e59"/>
    <p:sldId xmlns:r="http://schemas.openxmlformats.org/officeDocument/2006/relationships" id="318" r:id="R031fe0afa6ac4af5"/>
    <p:sldId xmlns:r="http://schemas.openxmlformats.org/officeDocument/2006/relationships" id="319" r:id="Re4b3d8d9b04a4099"/>
    <p:sldId xmlns:r="http://schemas.openxmlformats.org/officeDocument/2006/relationships" id="320" r:id="Rdb75ff971c8946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ba95e287b51475d" /><Relationship Type="http://schemas.openxmlformats.org/officeDocument/2006/relationships/slideMaster" Target="/ppt/slideMasters/slideMaster1.xml" Id="Rc7b4e90cd5cf4925" /><Relationship Type="http://schemas.openxmlformats.org/officeDocument/2006/relationships/notesMaster" Target="/ppt/notesMasters/notesMaster1.xml" Id="R4ecf1ea74cfb4d26" /><Relationship Type="http://schemas.openxmlformats.org/officeDocument/2006/relationships/presProps" Target="/ppt/presProps.xml" Id="R27c608d9ec754643" /><Relationship Type="http://schemas.openxmlformats.org/officeDocument/2006/relationships/viewProps" Target="/ppt/viewProps.xml" Id="R9662643392ed41c3" /><Relationship Type="http://schemas.openxmlformats.org/officeDocument/2006/relationships/tableStyles" Target="/ppt/tableStyles.xml" Id="Rfb24d70cf31a4c59" /><Relationship Type="http://schemas.openxmlformats.org/officeDocument/2006/relationships/slide" Target="/ppt/slides/slide1.xml" Id="R85dfa815559b4583" /><Relationship Type="http://schemas.openxmlformats.org/officeDocument/2006/relationships/slide" Target="/ppt/slides/slide2.xml" Id="R10854cd2f3f74ac3" /><Relationship Type="http://schemas.openxmlformats.org/officeDocument/2006/relationships/slide" Target="/ppt/slides/slide3.xml" Id="Re924fe6e12bf4512" /><Relationship Type="http://schemas.openxmlformats.org/officeDocument/2006/relationships/slide" Target="/ppt/slides/slide4.xml" Id="Ra8b697beb10b4505" /><Relationship Type="http://schemas.openxmlformats.org/officeDocument/2006/relationships/slide" Target="/ppt/slides/slide5.xml" Id="Rf202a28f7e54487c" /><Relationship Type="http://schemas.openxmlformats.org/officeDocument/2006/relationships/slide" Target="/ppt/slides/slide6.xml" Id="R2bd7363b3959472c" /><Relationship Type="http://schemas.openxmlformats.org/officeDocument/2006/relationships/slide" Target="/ppt/slides/slide7.xml" Id="R739c1c0bd0b947dc" /><Relationship Type="http://schemas.openxmlformats.org/officeDocument/2006/relationships/slide" Target="/ppt/slides/slide8.xml" Id="Rc20f4f13c0174147" /><Relationship Type="http://schemas.openxmlformats.org/officeDocument/2006/relationships/slide" Target="/ppt/slides/slide9.xml" Id="R59bc8f05fb0d45dd" /><Relationship Type="http://schemas.openxmlformats.org/officeDocument/2006/relationships/slide" Target="/ppt/slides/slide10.xml" Id="R189745d9755f4322" /><Relationship Type="http://schemas.openxmlformats.org/officeDocument/2006/relationships/slide" Target="/ppt/slides/slide11.xml" Id="Rd59e1ded5b7940d6" /><Relationship Type="http://schemas.openxmlformats.org/officeDocument/2006/relationships/slide" Target="/ppt/slides/slide12.xml" Id="R4cffc6b944494e12" /><Relationship Type="http://schemas.openxmlformats.org/officeDocument/2006/relationships/slide" Target="/ppt/slides/slide13.xml" Id="R438d6dbb9f634244" /><Relationship Type="http://schemas.openxmlformats.org/officeDocument/2006/relationships/slide" Target="/ppt/slides/slide14.xml" Id="R12171fba76944482" /><Relationship Type="http://schemas.openxmlformats.org/officeDocument/2006/relationships/slide" Target="/ppt/slides/slide15.xml" Id="R83ad449dd6e94765" /><Relationship Type="http://schemas.openxmlformats.org/officeDocument/2006/relationships/slide" Target="/ppt/slides/slide16.xml" Id="Ra5f7b61d803047f2" /><Relationship Type="http://schemas.openxmlformats.org/officeDocument/2006/relationships/slide" Target="/ppt/slides/slide17.xml" Id="Rb771cff76c72401b" /><Relationship Type="http://schemas.openxmlformats.org/officeDocument/2006/relationships/slide" Target="/ppt/slides/slide18.xml" Id="R5707a459d2374736" /><Relationship Type="http://schemas.openxmlformats.org/officeDocument/2006/relationships/slide" Target="/ppt/slides/slide19.xml" Id="Rcad3f06d7c38447f" /><Relationship Type="http://schemas.openxmlformats.org/officeDocument/2006/relationships/slide" Target="/ppt/slides/slide20.xml" Id="R66afab907b374bdf" /><Relationship Type="http://schemas.openxmlformats.org/officeDocument/2006/relationships/slide" Target="/ppt/slides/slide21.xml" Id="R961639a4f2e0486b" /><Relationship Type="http://schemas.openxmlformats.org/officeDocument/2006/relationships/slide" Target="/ppt/slides/slide22.xml" Id="R508aaa7327d84d51" /><Relationship Type="http://schemas.openxmlformats.org/officeDocument/2006/relationships/slide" Target="/ppt/slides/slide23.xml" Id="Reb3843ea8059464f" /><Relationship Type="http://schemas.openxmlformats.org/officeDocument/2006/relationships/slide" Target="/ppt/slides/slide24.xml" Id="R584077ca828b4f30" /><Relationship Type="http://schemas.openxmlformats.org/officeDocument/2006/relationships/slide" Target="/ppt/slides/slide25.xml" Id="R1af1ef9c1bee4732" /><Relationship Type="http://schemas.openxmlformats.org/officeDocument/2006/relationships/slide" Target="/ppt/slides/slide26.xml" Id="Rf0e11b13167a4726" /><Relationship Type="http://schemas.openxmlformats.org/officeDocument/2006/relationships/slide" Target="/ppt/slides/slide27.xml" Id="Re4027c5759a44908" /><Relationship Type="http://schemas.openxmlformats.org/officeDocument/2006/relationships/slide" Target="/ppt/slides/slide28.xml" Id="Re97abbe9e0df41d4" /><Relationship Type="http://schemas.openxmlformats.org/officeDocument/2006/relationships/slide" Target="/ppt/slides/slide29.xml" Id="Re0dd4beb80f64be9" /><Relationship Type="http://schemas.openxmlformats.org/officeDocument/2006/relationships/slide" Target="/ppt/slides/slide30.xml" Id="R2657a9ec60d94a9e" /><Relationship Type="http://schemas.openxmlformats.org/officeDocument/2006/relationships/slide" Target="/ppt/slides/slide31.xml" Id="Rad79e470e83344f7" /><Relationship Type="http://schemas.openxmlformats.org/officeDocument/2006/relationships/slide" Target="/ppt/slides/slide32.xml" Id="Rfcebb7ae53d74756" /><Relationship Type="http://schemas.openxmlformats.org/officeDocument/2006/relationships/slide" Target="/ppt/slides/slide33.xml" Id="Rc82bab5641b64cde" /><Relationship Type="http://schemas.openxmlformats.org/officeDocument/2006/relationships/slide" Target="/ppt/slides/slide34.xml" Id="R015d92098fe04675" /><Relationship Type="http://schemas.openxmlformats.org/officeDocument/2006/relationships/slide" Target="/ppt/slides/slide35.xml" Id="Rcf79fdd3aeb94a41" /><Relationship Type="http://schemas.openxmlformats.org/officeDocument/2006/relationships/slide" Target="/ppt/slides/slide36.xml" Id="R745b7f3a45bb4fc6" /><Relationship Type="http://schemas.openxmlformats.org/officeDocument/2006/relationships/slide" Target="/ppt/slides/slide37.xml" Id="R3a31644873204c7c" /><Relationship Type="http://schemas.openxmlformats.org/officeDocument/2006/relationships/slide" Target="/ppt/slides/slide38.xml" Id="R425333b008664777" /><Relationship Type="http://schemas.openxmlformats.org/officeDocument/2006/relationships/slide" Target="/ppt/slides/slide39.xml" Id="R23b864e7f62540bb" /><Relationship Type="http://schemas.openxmlformats.org/officeDocument/2006/relationships/slide" Target="/ppt/slides/slide40.xml" Id="R82374d5e26254997" /><Relationship Type="http://schemas.openxmlformats.org/officeDocument/2006/relationships/slide" Target="/ppt/slides/slide41.xml" Id="Rec5236e50e054b9b" /><Relationship Type="http://schemas.openxmlformats.org/officeDocument/2006/relationships/slide" Target="/ppt/slides/slide42.xml" Id="Rd2b84da9808c4a2a" /><Relationship Type="http://schemas.openxmlformats.org/officeDocument/2006/relationships/slide" Target="/ppt/slides/slide43.xml" Id="Rfba31cdad53b4c4a" /><Relationship Type="http://schemas.openxmlformats.org/officeDocument/2006/relationships/slide" Target="/ppt/slides/slide44.xml" Id="R3d18d3fa54924f29" /><Relationship Type="http://schemas.openxmlformats.org/officeDocument/2006/relationships/slide" Target="/ppt/slides/slide45.xml" Id="R9c86164c954b4117" /><Relationship Type="http://schemas.openxmlformats.org/officeDocument/2006/relationships/slide" Target="/ppt/slides/slide46.xml" Id="R2a4482cbe19548d1" /><Relationship Type="http://schemas.openxmlformats.org/officeDocument/2006/relationships/slide" Target="/ppt/slides/slide47.xml" Id="R5f6ba671f61f4e39" /><Relationship Type="http://schemas.openxmlformats.org/officeDocument/2006/relationships/slide" Target="/ppt/slides/slide48.xml" Id="Rbee1f3aa632440ee" /><Relationship Type="http://schemas.openxmlformats.org/officeDocument/2006/relationships/slide" Target="/ppt/slides/slide49.xml" Id="Rf084e499aefc455c" /><Relationship Type="http://schemas.openxmlformats.org/officeDocument/2006/relationships/slide" Target="/ppt/slides/slide50.xml" Id="Rae00b416018e49df" /><Relationship Type="http://schemas.openxmlformats.org/officeDocument/2006/relationships/slide" Target="/ppt/slides/slide51.xml" Id="R3e4a6d762fb345aa" /><Relationship Type="http://schemas.openxmlformats.org/officeDocument/2006/relationships/slide" Target="/ppt/slides/slide52.xml" Id="Rb55179a7fdc84eb4" /><Relationship Type="http://schemas.openxmlformats.org/officeDocument/2006/relationships/slide" Target="/ppt/slides/slide53.xml" Id="R5e1bbbd855594a4c" /><Relationship Type="http://schemas.openxmlformats.org/officeDocument/2006/relationships/slide" Target="/ppt/slides/slide54.xml" Id="R22ff12b36e3f48ee" /><Relationship Type="http://schemas.openxmlformats.org/officeDocument/2006/relationships/slide" Target="/ppt/slides/slide55.xml" Id="R7c860d2664c44d08" /><Relationship Type="http://schemas.openxmlformats.org/officeDocument/2006/relationships/slide" Target="/ppt/slides/slide56.xml" Id="R991e81dd127c40d6" /><Relationship Type="http://schemas.openxmlformats.org/officeDocument/2006/relationships/slide" Target="/ppt/slides/slide57.xml" Id="R9e2e01abf49945fa" /><Relationship Type="http://schemas.openxmlformats.org/officeDocument/2006/relationships/slide" Target="/ppt/slides/slide58.xml" Id="Raefcf49e8fe043a1" /><Relationship Type="http://schemas.openxmlformats.org/officeDocument/2006/relationships/slide" Target="/ppt/slides/slide59.xml" Id="Rf23cb64f4c024214" /><Relationship Type="http://schemas.openxmlformats.org/officeDocument/2006/relationships/slide" Target="/ppt/slides/slide60.xml" Id="R9c697f0c4edf4761" /><Relationship Type="http://schemas.openxmlformats.org/officeDocument/2006/relationships/slide" Target="/ppt/slides/slide61.xml" Id="R75a1ee0973b5451c" /><Relationship Type="http://schemas.openxmlformats.org/officeDocument/2006/relationships/slide" Target="/ppt/slides/slide62.xml" Id="R3240be0bcd0d4e59" /><Relationship Type="http://schemas.openxmlformats.org/officeDocument/2006/relationships/slide" Target="/ppt/slides/slide63.xml" Id="R031fe0afa6ac4af5" /><Relationship Type="http://schemas.openxmlformats.org/officeDocument/2006/relationships/slide" Target="/ppt/slides/slide64.xml" Id="Re4b3d8d9b04a4099" /><Relationship Type="http://schemas.openxmlformats.org/officeDocument/2006/relationships/slide" Target="/ppt/slides/slide65.xml" Id="Rdb75ff971c8946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3e95b5999448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7d20d4213246bb" /><Relationship Type="http://schemas.openxmlformats.org/officeDocument/2006/relationships/notesMaster" Target="/ppt/notesMasters/notesMaster1.xml" Id="R6613e4d6976040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df3ee833324b3c" /><Relationship Type="http://schemas.openxmlformats.org/officeDocument/2006/relationships/notesMaster" Target="/ppt/notesMasters/notesMaster1.xml" Id="Rabbe251e451b47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a76be8d7464337" /><Relationship Type="http://schemas.openxmlformats.org/officeDocument/2006/relationships/notesMaster" Target="/ppt/notesMasters/notesMaster1.xml" Id="Reb089662d95545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da46ba81eb4678" /><Relationship Type="http://schemas.openxmlformats.org/officeDocument/2006/relationships/notesMaster" Target="/ppt/notesMasters/notesMaster1.xml" Id="R037bb3190f0440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5210b1e4384c5b" /><Relationship Type="http://schemas.openxmlformats.org/officeDocument/2006/relationships/notesMaster" Target="/ppt/notesMasters/notesMaster1.xml" Id="R0d6ada5026774c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2849affd0c4faf" /><Relationship Type="http://schemas.openxmlformats.org/officeDocument/2006/relationships/notesMaster" Target="/ppt/notesMasters/notesMaster1.xml" Id="R9d1d1526503e4f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6ecd9aac6b4410" /><Relationship Type="http://schemas.openxmlformats.org/officeDocument/2006/relationships/notesMaster" Target="/ppt/notesMasters/notesMaster1.xml" Id="Raaee760713394e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207a8c047d42cb" /><Relationship Type="http://schemas.openxmlformats.org/officeDocument/2006/relationships/notesMaster" Target="/ppt/notesMasters/notesMaster1.xml" Id="R4ccaee42a9734a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aff026b2734bfb" /><Relationship Type="http://schemas.openxmlformats.org/officeDocument/2006/relationships/notesMaster" Target="/ppt/notesMasters/notesMaster1.xml" Id="R337327e9988049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fe074fdfbc413a" /><Relationship Type="http://schemas.openxmlformats.org/officeDocument/2006/relationships/notesMaster" Target="/ppt/notesMasters/notesMaster1.xml" Id="R2b41e024274746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441a7bcf114a70" /><Relationship Type="http://schemas.openxmlformats.org/officeDocument/2006/relationships/notesMaster" Target="/ppt/notesMasters/notesMaster1.xml" Id="R6c13c68d7aac4a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99fe9293e84051" /><Relationship Type="http://schemas.openxmlformats.org/officeDocument/2006/relationships/notesMaster" Target="/ppt/notesMasters/notesMaster1.xml" Id="R96d08313c9c247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0ca2a9e2c742a9" /><Relationship Type="http://schemas.openxmlformats.org/officeDocument/2006/relationships/notesMaster" Target="/ppt/notesMasters/notesMaster1.xml" Id="R09a8b54e074d48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dcbc9e55074ecc" /><Relationship Type="http://schemas.openxmlformats.org/officeDocument/2006/relationships/notesMaster" Target="/ppt/notesMasters/notesMaster1.xml" Id="R42eb4dcbdeec45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9ca6d0127e74758" /><Relationship Type="http://schemas.openxmlformats.org/officeDocument/2006/relationships/notesMaster" Target="/ppt/notesMasters/notesMaster1.xml" Id="Rb53fb68aa4114e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4d5b2ce6164e79" /><Relationship Type="http://schemas.openxmlformats.org/officeDocument/2006/relationships/notesMaster" Target="/ppt/notesMasters/notesMaster1.xml" Id="R04bfd7c9d11141f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76193d1b07460c" /><Relationship Type="http://schemas.openxmlformats.org/officeDocument/2006/relationships/notesMaster" Target="/ppt/notesMasters/notesMaster1.xml" Id="Rb7774fed605b4e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d96beed1c94640" /><Relationship Type="http://schemas.openxmlformats.org/officeDocument/2006/relationships/notesMaster" Target="/ppt/notesMasters/notesMaster1.xml" Id="R2badd019083c436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eff14e08884f71" /><Relationship Type="http://schemas.openxmlformats.org/officeDocument/2006/relationships/notesMaster" Target="/ppt/notesMasters/notesMaster1.xml" Id="R7efb0b80bec942d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2528da15348416d" /><Relationship Type="http://schemas.openxmlformats.org/officeDocument/2006/relationships/notesMaster" Target="/ppt/notesMasters/notesMaster1.xml" Id="R3040e9a6669e44f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80372706ce844c7" /><Relationship Type="http://schemas.openxmlformats.org/officeDocument/2006/relationships/notesMaster" Target="/ppt/notesMasters/notesMaster1.xml" Id="R6c520cc0c5644fb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3c7be4849034118" /><Relationship Type="http://schemas.openxmlformats.org/officeDocument/2006/relationships/notesMaster" Target="/ppt/notesMasters/notesMaster1.xml" Id="R161dad75b268495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d6786a0346e47cd" /><Relationship Type="http://schemas.openxmlformats.org/officeDocument/2006/relationships/notesMaster" Target="/ppt/notesMasters/notesMaster1.xml" Id="R43309b441eec4f3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262f834bbc4ead" /><Relationship Type="http://schemas.openxmlformats.org/officeDocument/2006/relationships/notesMaster" Target="/ppt/notesMasters/notesMaster1.xml" Id="Rf7e6d2e625de48a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1cb79bb3f8c4628" /><Relationship Type="http://schemas.openxmlformats.org/officeDocument/2006/relationships/notesMaster" Target="/ppt/notesMasters/notesMaster1.xml" Id="Rb77afbcae06b489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9d9a34e648b4b11" /><Relationship Type="http://schemas.openxmlformats.org/officeDocument/2006/relationships/notesMaster" Target="/ppt/notesMasters/notesMaster1.xml" Id="R12bbac472123443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b912620a2264228" /><Relationship Type="http://schemas.openxmlformats.org/officeDocument/2006/relationships/notesMaster" Target="/ppt/notesMasters/notesMaster1.xml" Id="R6216741c4ac54ec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30952086a0347b8" /><Relationship Type="http://schemas.openxmlformats.org/officeDocument/2006/relationships/notesMaster" Target="/ppt/notesMasters/notesMaster1.xml" Id="R4f1ff73008b94f3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e66659e862a4cad" /><Relationship Type="http://schemas.openxmlformats.org/officeDocument/2006/relationships/notesMaster" Target="/ppt/notesMasters/notesMaster1.xml" Id="R887a43a35c64400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153069efd014b83" /><Relationship Type="http://schemas.openxmlformats.org/officeDocument/2006/relationships/notesMaster" Target="/ppt/notesMasters/notesMaster1.xml" Id="R09cce0b6d8e4421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42ed26049474bb3" /><Relationship Type="http://schemas.openxmlformats.org/officeDocument/2006/relationships/notesMaster" Target="/ppt/notesMasters/notesMaster1.xml" Id="R14279211acff4d3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db5e2b965c54741" /><Relationship Type="http://schemas.openxmlformats.org/officeDocument/2006/relationships/notesMaster" Target="/ppt/notesMasters/notesMaster1.xml" Id="R52f9b72ffe914b5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86cc20a7c6d46c5" /><Relationship Type="http://schemas.openxmlformats.org/officeDocument/2006/relationships/notesMaster" Target="/ppt/notesMasters/notesMaster1.xml" Id="Rf46d9ce0fda342b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228fbebff3b4d51" /><Relationship Type="http://schemas.openxmlformats.org/officeDocument/2006/relationships/notesMaster" Target="/ppt/notesMasters/notesMaster1.xml" Id="R0cf6c07172bb43e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cd56692b9a44911" /><Relationship Type="http://schemas.openxmlformats.org/officeDocument/2006/relationships/notesMaster" Target="/ppt/notesMasters/notesMaster1.xml" Id="Rb0a76bdedf45428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ca3ad9740f84cbe" /><Relationship Type="http://schemas.openxmlformats.org/officeDocument/2006/relationships/notesMaster" Target="/ppt/notesMasters/notesMaster1.xml" Id="R868964b4584542c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44d9759a9254cb9" /><Relationship Type="http://schemas.openxmlformats.org/officeDocument/2006/relationships/notesMaster" Target="/ppt/notesMasters/notesMaster1.xml" Id="Rffae427b97bf406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10ed8840e764831" /><Relationship Type="http://schemas.openxmlformats.org/officeDocument/2006/relationships/notesMaster" Target="/ppt/notesMasters/notesMaster1.xml" Id="Ra489853f8ecc471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453671e50ea4575" /><Relationship Type="http://schemas.openxmlformats.org/officeDocument/2006/relationships/notesMaster" Target="/ppt/notesMasters/notesMaster1.xml" Id="R81ee94d4e57d4cb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bd0555fc3834ed2" /><Relationship Type="http://schemas.openxmlformats.org/officeDocument/2006/relationships/notesMaster" Target="/ppt/notesMasters/notesMaster1.xml" Id="R146d0507ab7a497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24647a391a74077" /><Relationship Type="http://schemas.openxmlformats.org/officeDocument/2006/relationships/notesMaster" Target="/ppt/notesMasters/notesMaster1.xml" Id="Rf20a0311d3ad4f5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0bba028a8454115" /><Relationship Type="http://schemas.openxmlformats.org/officeDocument/2006/relationships/notesMaster" Target="/ppt/notesMasters/notesMaster1.xml" Id="R627f3e30823a44a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5a1fd63c28e45ef" /><Relationship Type="http://schemas.openxmlformats.org/officeDocument/2006/relationships/notesMaster" Target="/ppt/notesMasters/notesMaster1.xml" Id="R4e148d9b2bc04bf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09bf3daafe6452c" /><Relationship Type="http://schemas.openxmlformats.org/officeDocument/2006/relationships/notesMaster" Target="/ppt/notesMasters/notesMaster1.xml" Id="R271f41fd17fc48b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2e37fb18542421b" /><Relationship Type="http://schemas.openxmlformats.org/officeDocument/2006/relationships/notesMaster" Target="/ppt/notesMasters/notesMaster1.xml" Id="R6d937d4240704b8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f59dbdc84604f2b" /><Relationship Type="http://schemas.openxmlformats.org/officeDocument/2006/relationships/notesMaster" Target="/ppt/notesMasters/notesMaster1.xml" Id="Rd03eaac69a434b8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61c6a6a27a24051" /><Relationship Type="http://schemas.openxmlformats.org/officeDocument/2006/relationships/notesMaster" Target="/ppt/notesMasters/notesMaster1.xml" Id="Rad3f21b2f229405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0ff953733874614" /><Relationship Type="http://schemas.openxmlformats.org/officeDocument/2006/relationships/notesMaster" Target="/ppt/notesMasters/notesMaster1.xml" Id="R4480b05596ee491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e1865ab49aa4be8" /><Relationship Type="http://schemas.openxmlformats.org/officeDocument/2006/relationships/notesMaster" Target="/ppt/notesMasters/notesMaster1.xml" Id="R319f355db6e14ce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0721d8989d846a8" /><Relationship Type="http://schemas.openxmlformats.org/officeDocument/2006/relationships/notesMaster" Target="/ppt/notesMasters/notesMaster1.xml" Id="R23b829db44884a1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2f3cbca04924daf" /><Relationship Type="http://schemas.openxmlformats.org/officeDocument/2006/relationships/notesMaster" Target="/ppt/notesMasters/notesMaster1.xml" Id="R6b2d5ab845c04c3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a8c857e9dcb4f3e" /><Relationship Type="http://schemas.openxmlformats.org/officeDocument/2006/relationships/notesMaster" Target="/ppt/notesMasters/notesMaster1.xml" Id="R86223580d82b447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c6be82c7a654ea0" /><Relationship Type="http://schemas.openxmlformats.org/officeDocument/2006/relationships/notesMaster" Target="/ppt/notesMasters/notesMaster1.xml" Id="Racb1049aeead474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bcd811612e1485e" /><Relationship Type="http://schemas.openxmlformats.org/officeDocument/2006/relationships/notesMaster" Target="/ppt/notesMasters/notesMaster1.xml" Id="R286271a30bcf4b4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31427687fa14241" /><Relationship Type="http://schemas.openxmlformats.org/officeDocument/2006/relationships/notesMaster" Target="/ppt/notesMasters/notesMaster1.xml" Id="Raf34a1e7afae44f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77daf5c75204a8c" /><Relationship Type="http://schemas.openxmlformats.org/officeDocument/2006/relationships/notesMaster" Target="/ppt/notesMasters/notesMaster1.xml" Id="Rd9e9f004736f415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b3ee6fb87aa462d" /><Relationship Type="http://schemas.openxmlformats.org/officeDocument/2006/relationships/notesMaster" Target="/ppt/notesMasters/notesMaster1.xml" Id="R7e7c5fe5c6bf42b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6e874d4b6d543eb" /><Relationship Type="http://schemas.openxmlformats.org/officeDocument/2006/relationships/notesMaster" Target="/ppt/notesMasters/notesMaster1.xml" Id="R7934d84b78794b1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5aca23acbfb4842" /><Relationship Type="http://schemas.openxmlformats.org/officeDocument/2006/relationships/notesMaster" Target="/ppt/notesMasters/notesMaster1.xml" Id="R44a522a47f51420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6485eb425b448f4" /><Relationship Type="http://schemas.openxmlformats.org/officeDocument/2006/relationships/notesMaster" Target="/ppt/notesMasters/notesMaster1.xml" Id="Re75e9892ecc4490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7ee6df1f218494b" /><Relationship Type="http://schemas.openxmlformats.org/officeDocument/2006/relationships/notesMaster" Target="/ppt/notesMasters/notesMaster1.xml" Id="R995ca83460da416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68f8683f1aa46f5" /><Relationship Type="http://schemas.openxmlformats.org/officeDocument/2006/relationships/notesMaster" Target="/ppt/notesMasters/notesMaster1.xml" Id="R7e077dc6a28b4c0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472a036185c74417" /><Relationship Type="http://schemas.openxmlformats.org/officeDocument/2006/relationships/notesMaster" Target="/ppt/notesMasters/notesMaster1.xml" Id="Ra93b341b5b524b9e"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7bf82a7dbe44fcc" /><Relationship Type="http://schemas.openxmlformats.org/officeDocument/2006/relationships/notesMaster" Target="/ppt/notesMasters/notesMaster1.xml" Id="R2a2eb7a759144e8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e2cb2ee87914df6" /><Relationship Type="http://schemas.openxmlformats.org/officeDocument/2006/relationships/notesMaster" Target="/ppt/notesMasters/notesMaster1.xml" Id="R547af382f1d046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output-layer conventions.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d5dde5ffe04d57" /><Relationship Type="http://schemas.openxmlformats.org/officeDocument/2006/relationships/image" Target="/ppt/media/image.png" Id="R683102143fba4b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e903c9e40142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0a5c8bcc3543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0b76b2bb8f4787" /><Relationship Type="http://schemas.openxmlformats.org/officeDocument/2006/relationships/image" Target="/ppt/media/image.png" Id="Rb21a85e5a1e04d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9e297f749745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8fc30fa774d40b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113aee98ae949f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a8f41a9d65b46cd" /><Relationship Type="http://schemas.openxmlformats.org/officeDocument/2006/relationships/image" Target="/ppt/media/image.png" Id="R6377c354f9ba443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f49dfcfa8964af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e7eb6a2b32b475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21bb9d79fed409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832c0fe27a543b1"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496526309" name=""/>
          <p:cNvPicPr>
            <a:picLocks xmlns:a="http://schemas.openxmlformats.org/drawingml/2006/main" noChangeAspect="1"/>
          </p:cNvPicPr>
          <p:nvPr/>
        </p:nvPicPr>
        <p:blipFill rotWithShape="1">
          <a:blip xmlns:r="http://schemas.openxmlformats.org/officeDocument/2006/relationships" xmlns:a="http://schemas.openxmlformats.org/drawingml/2006/main" r:embed="R683102143fba4bc0">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819585494" name="">
            <a:extLst xmlns:a="http://schemas.openxmlformats.org/drawingml/2006/main">
              <a:ext uri="{FF2B5EF4-FFF2-40B4-BE49-F238E27FC236}">
                <a16:creationId xmlns:a16="http://schemas.microsoft.com/office/drawing/2014/main" id="{85DBF846-2E4A-4721-A71A-8DE823CA314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010143" name="Title 1">
            <a:extLst xmlns:a="http://schemas.openxmlformats.org/drawingml/2006/main">
              <a:ext uri="{FF2B5EF4-FFF2-40B4-BE49-F238E27FC236}">
                <a16:creationId xmlns:a16="http://schemas.microsoft.com/office/drawing/2014/main" id="{170D8E64-B75C-444C-9BE1-3752F6A646FE}"/>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262108319" name="Subtitle 2">
            <a:extLst xmlns:a="http://schemas.openxmlformats.org/drawingml/2006/main">
              <a:ext uri="{FF2B5EF4-FFF2-40B4-BE49-F238E27FC236}">
                <a16:creationId xmlns:a16="http://schemas.microsoft.com/office/drawing/2014/main" id="{FD162932-294A-4F28-AA89-77554FBCBE33}"/>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107660295" name="Date Placeholder 3">
            <a:extLst xmlns:a="http://schemas.openxmlformats.org/drawingml/2006/main">
              <a:ext uri="{FF2B5EF4-FFF2-40B4-BE49-F238E27FC236}">
                <a16:creationId xmlns:a16="http://schemas.microsoft.com/office/drawing/2014/main" id="{9BA19907-F1EA-47E9-AF9D-2716571033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42067390" name="Footer Placeholder 4">
            <a:extLst xmlns:a="http://schemas.openxmlformats.org/drawingml/2006/main">
              <a:ext uri="{FF2B5EF4-FFF2-40B4-BE49-F238E27FC236}">
                <a16:creationId xmlns:a16="http://schemas.microsoft.com/office/drawing/2014/main" id="{A096AC91-8149-4583-AFE4-DD181B40D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526307" name="Slide Number Placeholder 5">
            <a:extLst xmlns:a="http://schemas.openxmlformats.org/drawingml/2006/main">
              <a:ext uri="{FF2B5EF4-FFF2-40B4-BE49-F238E27FC236}">
                <a16:creationId xmlns:a16="http://schemas.microsoft.com/office/drawing/2014/main" id="{04D0AC8D-0F89-4CE3-A830-9A1B58196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33711237" name="Rectangle 640957806">
            <a:extLst xmlns:a="http://schemas.openxmlformats.org/drawingml/2006/main">
              <a:ext uri="{FF2B5EF4-FFF2-40B4-BE49-F238E27FC236}">
                <a16:creationId xmlns:a16="http://schemas.microsoft.com/office/drawing/2014/main" id="{C4D4AD5E-75ED-4A61-8989-CA1C6A7C7BE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550653777" name="Title 1">
            <a:extLst xmlns:a="http://schemas.openxmlformats.org/drawingml/2006/main">
              <a:ext uri="{FF2B5EF4-FFF2-40B4-BE49-F238E27FC236}">
                <a16:creationId xmlns:a16="http://schemas.microsoft.com/office/drawing/2014/main" id="{FBCE2A4E-8C26-44BB-B454-538D894BB076}"/>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8056577" name="Content Placeholder 2">
            <a:extLst xmlns:a="http://schemas.openxmlformats.org/drawingml/2006/main">
              <a:ext uri="{FF2B5EF4-FFF2-40B4-BE49-F238E27FC236}">
                <a16:creationId xmlns:a16="http://schemas.microsoft.com/office/drawing/2014/main" id="{A1A48B8A-3383-49E8-B76D-70787F12949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67299846" name="Date Placeholder 3">
            <a:extLst xmlns:a="http://schemas.openxmlformats.org/drawingml/2006/main">
              <a:ext uri="{FF2B5EF4-FFF2-40B4-BE49-F238E27FC236}">
                <a16:creationId xmlns:a16="http://schemas.microsoft.com/office/drawing/2014/main" id="{1708D83E-985C-408D-A6A7-E7D9579BB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9715417" name="Footer Placeholder 4">
            <a:extLst xmlns:a="http://schemas.openxmlformats.org/drawingml/2006/main">
              <a:ext uri="{FF2B5EF4-FFF2-40B4-BE49-F238E27FC236}">
                <a16:creationId xmlns:a16="http://schemas.microsoft.com/office/drawing/2014/main" id="{FBF2AEB1-9CB1-469D-9F0F-996473186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07691593" name="Slide Number Placeholder 5">
            <a:extLst xmlns:a="http://schemas.openxmlformats.org/drawingml/2006/main">
              <a:ext uri="{FF2B5EF4-FFF2-40B4-BE49-F238E27FC236}">
                <a16:creationId xmlns:a16="http://schemas.microsoft.com/office/drawing/2014/main" id="{8B71FC1F-98BD-487A-900A-BC1D2B685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85519832" name="Rectangle 640957806">
            <a:extLst xmlns:a="http://schemas.openxmlformats.org/drawingml/2006/main">
              <a:ext uri="{FF2B5EF4-FFF2-40B4-BE49-F238E27FC236}">
                <a16:creationId xmlns:a16="http://schemas.microsoft.com/office/drawing/2014/main" id="{B527FF26-961E-404C-8A8B-939B3CD09E4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8174067" name="Title 1">
            <a:extLst xmlns:a="http://schemas.openxmlformats.org/drawingml/2006/main">
              <a:ext uri="{FF2B5EF4-FFF2-40B4-BE49-F238E27FC236}">
                <a16:creationId xmlns:a16="http://schemas.microsoft.com/office/drawing/2014/main" id="{12ED5888-0A14-455A-A816-D735C401B8B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723533699" name="Content Placeholder 2">
            <a:extLst xmlns:a="http://schemas.openxmlformats.org/drawingml/2006/main">
              <a:ext uri="{FF2B5EF4-FFF2-40B4-BE49-F238E27FC236}">
                <a16:creationId xmlns:a16="http://schemas.microsoft.com/office/drawing/2014/main" id="{F2996A81-561B-4FB8-A194-71810CD576B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89656206" name="Date Placeholder 3">
            <a:extLst xmlns:a="http://schemas.openxmlformats.org/drawingml/2006/main">
              <a:ext uri="{FF2B5EF4-FFF2-40B4-BE49-F238E27FC236}">
                <a16:creationId xmlns:a16="http://schemas.microsoft.com/office/drawing/2014/main" id="{CD8CFA50-7FE6-4BA3-87E7-C27554E4E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909184791" name="Footer Placeholder 4">
            <a:extLst xmlns:a="http://schemas.openxmlformats.org/drawingml/2006/main">
              <a:ext uri="{FF2B5EF4-FFF2-40B4-BE49-F238E27FC236}">
                <a16:creationId xmlns:a16="http://schemas.microsoft.com/office/drawing/2014/main" id="{7DCC938D-9C3F-40A2-9D19-E02ABCF3B2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42408234" name="Slide Number Placeholder 5">
            <a:extLst xmlns:a="http://schemas.openxmlformats.org/drawingml/2006/main">
              <a:ext uri="{FF2B5EF4-FFF2-40B4-BE49-F238E27FC236}">
                <a16:creationId xmlns:a16="http://schemas.microsoft.com/office/drawing/2014/main" id="{AED38E33-608B-4E06-A303-67C22F190D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691604032" name="Rectangle 640957806">
            <a:extLst xmlns:a="http://schemas.openxmlformats.org/drawingml/2006/main">
              <a:ext uri="{FF2B5EF4-FFF2-40B4-BE49-F238E27FC236}">
                <a16:creationId xmlns:a16="http://schemas.microsoft.com/office/drawing/2014/main" id="{1586B280-B7A4-406B-A053-F6B04972CE1B}"/>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99783720" name=""/>
          <p:cNvPicPr>
            <a:picLocks xmlns:a="http://schemas.openxmlformats.org/drawingml/2006/main" noChangeAspect="1"/>
          </p:cNvPicPr>
          <p:nvPr/>
        </p:nvPicPr>
        <p:blipFill rotWithShape="1">
          <a:blip xmlns:r="http://schemas.openxmlformats.org/officeDocument/2006/relationships" xmlns:a="http://schemas.openxmlformats.org/drawingml/2006/main" r:embed="Rb21a85e5a1e04d9c">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457961692" name="Title 1">
            <a:extLst xmlns:a="http://schemas.openxmlformats.org/drawingml/2006/main">
              <a:ext uri="{FF2B5EF4-FFF2-40B4-BE49-F238E27FC236}">
                <a16:creationId xmlns:a16="http://schemas.microsoft.com/office/drawing/2014/main" id="{EE9809EC-5DE8-48E1-8EC3-6ACFCEA0E89C}"/>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51758044" name="Text Placeholder 2">
            <a:extLst xmlns:a="http://schemas.openxmlformats.org/drawingml/2006/main">
              <a:ext uri="{FF2B5EF4-FFF2-40B4-BE49-F238E27FC236}">
                <a16:creationId xmlns:a16="http://schemas.microsoft.com/office/drawing/2014/main" id="{1115D38B-03CF-4C74-AD05-2FD45DA76808}"/>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50736464" name="Date Placeholder 3">
            <a:extLst xmlns:a="http://schemas.openxmlformats.org/drawingml/2006/main">
              <a:ext uri="{FF2B5EF4-FFF2-40B4-BE49-F238E27FC236}">
                <a16:creationId xmlns:a16="http://schemas.microsoft.com/office/drawing/2014/main" id="{01FA14D1-5706-4214-A2A4-3FCFDB3E77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92564437" name="Footer Placeholder 4">
            <a:extLst xmlns:a="http://schemas.openxmlformats.org/drawingml/2006/main">
              <a:ext uri="{FF2B5EF4-FFF2-40B4-BE49-F238E27FC236}">
                <a16:creationId xmlns:a16="http://schemas.microsoft.com/office/drawing/2014/main" id="{1214773B-3BB4-4EB6-9E79-9083826A33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1232991" name="Slide Number Placeholder 5">
            <a:extLst xmlns:a="http://schemas.openxmlformats.org/drawingml/2006/main">
              <a:ext uri="{FF2B5EF4-FFF2-40B4-BE49-F238E27FC236}">
                <a16:creationId xmlns:a16="http://schemas.microsoft.com/office/drawing/2014/main" id="{6441FC44-F3FC-4444-B1CC-2B2DDDF7A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99783718" name="Rectangle 640957806">
            <a:extLst xmlns:a="http://schemas.openxmlformats.org/drawingml/2006/main">
              <a:ext uri="{FF2B5EF4-FFF2-40B4-BE49-F238E27FC236}">
                <a16:creationId xmlns:a16="http://schemas.microsoft.com/office/drawing/2014/main" id="{8FB2341B-EC99-45DC-BBDD-0E203938F238}"/>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212928206" name="Title 1">
            <a:extLst xmlns:a="http://schemas.openxmlformats.org/drawingml/2006/main">
              <a:ext uri="{FF2B5EF4-FFF2-40B4-BE49-F238E27FC236}">
                <a16:creationId xmlns:a16="http://schemas.microsoft.com/office/drawing/2014/main" id="{1D275FC2-D8DD-4D7B-AC0C-A1A079186C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26108671" name="Content Placeholder 2">
            <a:extLst xmlns:a="http://schemas.openxmlformats.org/drawingml/2006/main">
              <a:ext uri="{FF2B5EF4-FFF2-40B4-BE49-F238E27FC236}">
                <a16:creationId xmlns:a16="http://schemas.microsoft.com/office/drawing/2014/main" id="{FB8FE679-0D82-4716-9945-1F4F4CD662A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08330326" name="Content Placeholder 3">
            <a:extLst xmlns:a="http://schemas.openxmlformats.org/drawingml/2006/main">
              <a:ext uri="{FF2B5EF4-FFF2-40B4-BE49-F238E27FC236}">
                <a16:creationId xmlns:a16="http://schemas.microsoft.com/office/drawing/2014/main" id="{15E698AF-A1CF-4C6A-ADF1-92FECC7E4EEC}"/>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7770377" name="Date Placeholder 4">
            <a:extLst xmlns:a="http://schemas.openxmlformats.org/drawingml/2006/main">
              <a:ext uri="{FF2B5EF4-FFF2-40B4-BE49-F238E27FC236}">
                <a16:creationId xmlns:a16="http://schemas.microsoft.com/office/drawing/2014/main" id="{840DFD86-C237-4536-A734-0164DE049D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160276" name="Footer Placeholder 5">
            <a:extLst xmlns:a="http://schemas.openxmlformats.org/drawingml/2006/main">
              <a:ext uri="{FF2B5EF4-FFF2-40B4-BE49-F238E27FC236}">
                <a16:creationId xmlns:a16="http://schemas.microsoft.com/office/drawing/2014/main" id="{C6DF1436-4309-4A98-B976-388AC62E8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56975773" name="Slide Number Placeholder 6">
            <a:extLst xmlns:a="http://schemas.openxmlformats.org/drawingml/2006/main">
              <a:ext uri="{FF2B5EF4-FFF2-40B4-BE49-F238E27FC236}">
                <a16:creationId xmlns:a16="http://schemas.microsoft.com/office/drawing/2014/main" id="{AFA9BA1D-9703-438E-A536-547C809702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51670114" name="Rectangle 640957806">
            <a:extLst xmlns:a="http://schemas.openxmlformats.org/drawingml/2006/main">
              <a:ext uri="{FF2B5EF4-FFF2-40B4-BE49-F238E27FC236}">
                <a16:creationId xmlns:a16="http://schemas.microsoft.com/office/drawing/2014/main" id="{04315EC2-4FE6-4A11-94BC-A8EAD0FA68BB}"/>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678077955" name="Title 1">
            <a:extLst xmlns:a="http://schemas.openxmlformats.org/drawingml/2006/main">
              <a:ext uri="{FF2B5EF4-FFF2-40B4-BE49-F238E27FC236}">
                <a16:creationId xmlns:a16="http://schemas.microsoft.com/office/drawing/2014/main" id="{AB1E1C2B-F411-4E76-BD24-7528BF69E593}"/>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7395225" name="Text Placeholder 2">
            <a:extLst xmlns:a="http://schemas.openxmlformats.org/drawingml/2006/main">
              <a:ext uri="{FF2B5EF4-FFF2-40B4-BE49-F238E27FC236}">
                <a16:creationId xmlns:a16="http://schemas.microsoft.com/office/drawing/2014/main" id="{98BA3312-A603-4CE7-921A-9A36E4C7CFBC}"/>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83227644" name="Content Placeholder 3">
            <a:extLst xmlns:a="http://schemas.openxmlformats.org/drawingml/2006/main">
              <a:ext uri="{FF2B5EF4-FFF2-40B4-BE49-F238E27FC236}">
                <a16:creationId xmlns:a16="http://schemas.microsoft.com/office/drawing/2014/main" id="{D15C024F-28DD-4EB9-9773-84A1C8E61477}"/>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0668649" name="Text Placeholder 4">
            <a:extLst xmlns:a="http://schemas.openxmlformats.org/drawingml/2006/main">
              <a:ext uri="{FF2B5EF4-FFF2-40B4-BE49-F238E27FC236}">
                <a16:creationId xmlns:a16="http://schemas.microsoft.com/office/drawing/2014/main" id="{C35DECA8-E315-4B8A-A2B7-4E3ECE9D3AF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969864676" name="Content Placeholder 5">
            <a:extLst xmlns:a="http://schemas.openxmlformats.org/drawingml/2006/main">
              <a:ext uri="{FF2B5EF4-FFF2-40B4-BE49-F238E27FC236}">
                <a16:creationId xmlns:a16="http://schemas.microsoft.com/office/drawing/2014/main" id="{6D55E719-7882-41B1-8A12-B06B8748E3BD}"/>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01293657" name="Date Placeholder 6">
            <a:extLst xmlns:a="http://schemas.openxmlformats.org/drawingml/2006/main">
              <a:ext uri="{FF2B5EF4-FFF2-40B4-BE49-F238E27FC236}">
                <a16:creationId xmlns:a16="http://schemas.microsoft.com/office/drawing/2014/main" id="{57847CAE-426E-467E-A9EA-9CED9A448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61342908" name="Footer Placeholder 7">
            <a:extLst xmlns:a="http://schemas.openxmlformats.org/drawingml/2006/main">
              <a:ext uri="{FF2B5EF4-FFF2-40B4-BE49-F238E27FC236}">
                <a16:creationId xmlns:a16="http://schemas.microsoft.com/office/drawing/2014/main" id="{542BF9FA-7290-4DF5-AAE1-8A08A75A3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78813981" name="Slide Number Placeholder 8">
            <a:extLst xmlns:a="http://schemas.openxmlformats.org/drawingml/2006/main">
              <a:ext uri="{FF2B5EF4-FFF2-40B4-BE49-F238E27FC236}">
                <a16:creationId xmlns:a16="http://schemas.microsoft.com/office/drawing/2014/main" id="{212BDFD5-2D10-4A27-8355-D7CA32CAC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41113733" name="Rectangle 640957806">
            <a:extLst xmlns:a="http://schemas.openxmlformats.org/drawingml/2006/main">
              <a:ext uri="{FF2B5EF4-FFF2-40B4-BE49-F238E27FC236}">
                <a16:creationId xmlns:a16="http://schemas.microsoft.com/office/drawing/2014/main" id="{D4C93E90-56A3-47FE-A156-B3304558AC0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391890070" name="Title 1">
            <a:extLst xmlns:a="http://schemas.openxmlformats.org/drawingml/2006/main">
              <a:ext uri="{FF2B5EF4-FFF2-40B4-BE49-F238E27FC236}">
                <a16:creationId xmlns:a16="http://schemas.microsoft.com/office/drawing/2014/main" id="{E723DAEA-9B2F-48DA-B8D5-8A82230790E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143696901" name="Picture Placeholder 2">
            <a:extLst xmlns:a="http://schemas.openxmlformats.org/drawingml/2006/main">
              <a:ext uri="{FF2B5EF4-FFF2-40B4-BE49-F238E27FC236}">
                <a16:creationId xmlns:a16="http://schemas.microsoft.com/office/drawing/2014/main" id="{4E5ED1C4-0E5F-4D18-AC6A-CC1E45B40B94}"/>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936419438" name="Text Placeholder 3">
            <a:extLst xmlns:a="http://schemas.openxmlformats.org/drawingml/2006/main">
              <a:ext uri="{FF2B5EF4-FFF2-40B4-BE49-F238E27FC236}">
                <a16:creationId xmlns:a16="http://schemas.microsoft.com/office/drawing/2014/main" id="{DB51C6CA-AC22-4CA1-9D66-222E9574A38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593789577" name="Date Placeholder 4">
            <a:extLst xmlns:a="http://schemas.openxmlformats.org/drawingml/2006/main">
              <a:ext uri="{FF2B5EF4-FFF2-40B4-BE49-F238E27FC236}">
                <a16:creationId xmlns:a16="http://schemas.microsoft.com/office/drawing/2014/main" id="{CA022A73-36CD-4A66-87E6-50971C4DC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72638571" name="Footer Placeholder 5">
            <a:extLst xmlns:a="http://schemas.openxmlformats.org/drawingml/2006/main">
              <a:ext uri="{FF2B5EF4-FFF2-40B4-BE49-F238E27FC236}">
                <a16:creationId xmlns:a16="http://schemas.microsoft.com/office/drawing/2014/main" id="{0B3D60BB-D8B1-40FA-B2E6-2384DF649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4119587" name="Slide Number Placeholder 6">
            <a:extLst xmlns:a="http://schemas.openxmlformats.org/drawingml/2006/main">
              <a:ext uri="{FF2B5EF4-FFF2-40B4-BE49-F238E27FC236}">
                <a16:creationId xmlns:a16="http://schemas.microsoft.com/office/drawing/2014/main" id="{37A87D50-45DC-4950-9E77-BFEB64CD38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418199" name="Rectangle 640957806">
            <a:extLst xmlns:a="http://schemas.openxmlformats.org/drawingml/2006/main">
              <a:ext uri="{FF2B5EF4-FFF2-40B4-BE49-F238E27FC236}">
                <a16:creationId xmlns:a16="http://schemas.microsoft.com/office/drawing/2014/main" id="{EAB2E125-A5F5-4850-B3EA-9802698ADECB}"/>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63707501" name=""/>
          <p:cNvPicPr>
            <a:picLocks xmlns:a="http://schemas.openxmlformats.org/drawingml/2006/main" noChangeAspect="1"/>
          </p:cNvPicPr>
          <p:nvPr/>
        </p:nvPicPr>
        <p:blipFill rotWithShape="1">
          <a:blip xmlns:r="http://schemas.openxmlformats.org/officeDocument/2006/relationships" xmlns:a="http://schemas.openxmlformats.org/drawingml/2006/main" r:embed="R6377c354f9ba4431">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046717607" name="Title 1">
            <a:extLst xmlns:a="http://schemas.openxmlformats.org/drawingml/2006/main">
              <a:ext uri="{FF2B5EF4-FFF2-40B4-BE49-F238E27FC236}">
                <a16:creationId xmlns:a16="http://schemas.microsoft.com/office/drawing/2014/main" id="{E672BC7C-D08B-49FA-B71F-B265CD6DFE28}"/>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807902037" name="Date Placeholder 2">
            <a:extLst xmlns:a="http://schemas.openxmlformats.org/drawingml/2006/main">
              <a:ext uri="{FF2B5EF4-FFF2-40B4-BE49-F238E27FC236}">
                <a16:creationId xmlns:a16="http://schemas.microsoft.com/office/drawing/2014/main" id="{48B20302-5B13-4EEB-8030-95CC09A90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63707499" name="Footer Placeholder 3">
            <a:extLst xmlns:a="http://schemas.openxmlformats.org/drawingml/2006/main">
              <a:ext uri="{FF2B5EF4-FFF2-40B4-BE49-F238E27FC236}">
                <a16:creationId xmlns:a16="http://schemas.microsoft.com/office/drawing/2014/main" id="{5FAC787C-C169-4197-8BBC-3DB90A6EF2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64463912" name="Slide Number Placeholder 4">
            <a:extLst xmlns:a="http://schemas.openxmlformats.org/drawingml/2006/main">
              <a:ext uri="{FF2B5EF4-FFF2-40B4-BE49-F238E27FC236}">
                <a16:creationId xmlns:a16="http://schemas.microsoft.com/office/drawing/2014/main" id="{8E06C6FB-C590-47D7-A3EF-286E6AFDD7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899539181" name="Date Placeholder 1">
            <a:extLst xmlns:a="http://schemas.openxmlformats.org/drawingml/2006/main">
              <a:ext uri="{FF2B5EF4-FFF2-40B4-BE49-F238E27FC236}">
                <a16:creationId xmlns:a16="http://schemas.microsoft.com/office/drawing/2014/main" id="{02844AA9-AA04-4869-AA39-481B0CE63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31159438" name="Footer Placeholder 2">
            <a:extLst xmlns:a="http://schemas.openxmlformats.org/drawingml/2006/main">
              <a:ext uri="{FF2B5EF4-FFF2-40B4-BE49-F238E27FC236}">
                <a16:creationId xmlns:a16="http://schemas.microsoft.com/office/drawing/2014/main" id="{FB359A73-EA6D-4F27-A57E-30E62205E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7375567" name="Slide Number Placeholder 3">
            <a:extLst xmlns:a="http://schemas.openxmlformats.org/drawingml/2006/main">
              <a:ext uri="{FF2B5EF4-FFF2-40B4-BE49-F238E27FC236}">
                <a16:creationId xmlns:a16="http://schemas.microsoft.com/office/drawing/2014/main" id="{1CA45ED5-4B59-4342-A9BC-5A7CE9742A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510201109" name="Title 1">
            <a:extLst xmlns:a="http://schemas.openxmlformats.org/drawingml/2006/main">
              <a:ext uri="{FF2B5EF4-FFF2-40B4-BE49-F238E27FC236}">
                <a16:creationId xmlns:a16="http://schemas.microsoft.com/office/drawing/2014/main" id="{16AF891B-C0EE-46F2-B8B0-795851482C6E}"/>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46628874" name="Content Placeholder 2">
            <a:extLst xmlns:a="http://schemas.openxmlformats.org/drawingml/2006/main">
              <a:ext uri="{FF2B5EF4-FFF2-40B4-BE49-F238E27FC236}">
                <a16:creationId xmlns:a16="http://schemas.microsoft.com/office/drawing/2014/main" id="{F559BD7D-D4A8-44F0-A9F1-977D3BCE4614}"/>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88382226" name="Text Placeholder 3">
            <a:extLst xmlns:a="http://schemas.openxmlformats.org/drawingml/2006/main">
              <a:ext uri="{FF2B5EF4-FFF2-40B4-BE49-F238E27FC236}">
                <a16:creationId xmlns:a16="http://schemas.microsoft.com/office/drawing/2014/main" id="{87FB688A-80E4-48F7-9246-5D4A14D2A129}"/>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3657645" name="Date Placeholder 4">
            <a:extLst xmlns:a="http://schemas.openxmlformats.org/drawingml/2006/main">
              <a:ext uri="{FF2B5EF4-FFF2-40B4-BE49-F238E27FC236}">
                <a16:creationId xmlns:a16="http://schemas.microsoft.com/office/drawing/2014/main" id="{2F793289-51F0-41F1-A6AE-526CCE314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31730157" name="Footer Placeholder 5">
            <a:extLst xmlns:a="http://schemas.openxmlformats.org/drawingml/2006/main">
              <a:ext uri="{FF2B5EF4-FFF2-40B4-BE49-F238E27FC236}">
                <a16:creationId xmlns:a16="http://schemas.microsoft.com/office/drawing/2014/main" id="{0834196F-90B3-41B5-8628-9D56522A9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70162418" name="Slide Number Placeholder 6">
            <a:extLst xmlns:a="http://schemas.openxmlformats.org/drawingml/2006/main">
              <a:ext uri="{FF2B5EF4-FFF2-40B4-BE49-F238E27FC236}">
                <a16:creationId xmlns:a16="http://schemas.microsoft.com/office/drawing/2014/main" id="{F742E974-0899-4362-B601-71B585964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132598752" name="Title 1">
            <a:extLst xmlns:a="http://schemas.openxmlformats.org/drawingml/2006/main">
              <a:ext uri="{FF2B5EF4-FFF2-40B4-BE49-F238E27FC236}">
                <a16:creationId xmlns:a16="http://schemas.microsoft.com/office/drawing/2014/main" id="{72076A50-3AFE-47E1-8325-BDD7380F9B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222068403" name="Vertical Text Placeholder 2">
            <a:extLst xmlns:a="http://schemas.openxmlformats.org/drawingml/2006/main">
              <a:ext uri="{FF2B5EF4-FFF2-40B4-BE49-F238E27FC236}">
                <a16:creationId xmlns:a16="http://schemas.microsoft.com/office/drawing/2014/main" id="{D7415723-7C80-43D6-B414-9249D1013FE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18860042" name="Date Placeholder 3">
            <a:extLst xmlns:a="http://schemas.openxmlformats.org/drawingml/2006/main">
              <a:ext uri="{FF2B5EF4-FFF2-40B4-BE49-F238E27FC236}">
                <a16:creationId xmlns:a16="http://schemas.microsoft.com/office/drawing/2014/main" id="{CFBF3A20-9EEC-4007-8661-C19FDF373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35039337" name="Footer Placeholder 4">
            <a:extLst xmlns:a="http://schemas.openxmlformats.org/drawingml/2006/main">
              <a:ext uri="{FF2B5EF4-FFF2-40B4-BE49-F238E27FC236}">
                <a16:creationId xmlns:a16="http://schemas.microsoft.com/office/drawing/2014/main" id="{8A4C4207-96A6-4F5A-9CC5-48ACC103D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47007594" name="Slide Number Placeholder 5">
            <a:extLst xmlns:a="http://schemas.openxmlformats.org/drawingml/2006/main">
              <a:ext uri="{FF2B5EF4-FFF2-40B4-BE49-F238E27FC236}">
                <a16:creationId xmlns:a16="http://schemas.microsoft.com/office/drawing/2014/main" id="{51BABDC3-FCA7-4895-9BAA-65867B6768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765675175" name="Vertical Title 1">
            <a:extLst xmlns:a="http://schemas.openxmlformats.org/drawingml/2006/main">
              <a:ext uri="{FF2B5EF4-FFF2-40B4-BE49-F238E27FC236}">
                <a16:creationId xmlns:a16="http://schemas.microsoft.com/office/drawing/2014/main" id="{9B963892-A19C-4689-A08D-6FFA3B73ACD8}"/>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272613271" name="Vertical Text Placeholder 2">
            <a:extLst xmlns:a="http://schemas.openxmlformats.org/drawingml/2006/main">
              <a:ext uri="{FF2B5EF4-FFF2-40B4-BE49-F238E27FC236}">
                <a16:creationId xmlns:a16="http://schemas.microsoft.com/office/drawing/2014/main" id="{6D212FBE-F5CE-4C10-B816-1BFDD5E536F0}"/>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6820488" name="Date Placeholder 3">
            <a:extLst xmlns:a="http://schemas.openxmlformats.org/drawingml/2006/main">
              <a:ext uri="{FF2B5EF4-FFF2-40B4-BE49-F238E27FC236}">
                <a16:creationId xmlns:a16="http://schemas.microsoft.com/office/drawing/2014/main" id="{9C60B87E-0CD1-4339-96D0-3C949F3FD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1673663" name="Footer Placeholder 4">
            <a:extLst xmlns:a="http://schemas.openxmlformats.org/drawingml/2006/main">
              <a:ext uri="{FF2B5EF4-FFF2-40B4-BE49-F238E27FC236}">
                <a16:creationId xmlns:a16="http://schemas.microsoft.com/office/drawing/2014/main" id="{3DC166BA-7F9A-4BCD-8154-1BCECA138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3861551" name="Slide Number Placeholder 5">
            <a:extLst xmlns:a="http://schemas.openxmlformats.org/drawingml/2006/main">
              <a:ext uri="{FF2B5EF4-FFF2-40B4-BE49-F238E27FC236}">
                <a16:creationId xmlns:a16="http://schemas.microsoft.com/office/drawing/2014/main" id="{304FD5AB-BA46-42CA-AEED-E4402F4D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4fa19cdcd54c4b" /><Relationship Type="http://schemas.openxmlformats.org/officeDocument/2006/relationships/slideLayout" Target="/ppt/slideLayouts/slideLayout1.xml" Id="R73130666248c46bc" /><Relationship Type="http://schemas.openxmlformats.org/officeDocument/2006/relationships/slideLayout" Target="/ppt/slideLayouts/slideLayout2.xml" Id="R338a24e9fce64eff" /><Relationship Type="http://schemas.openxmlformats.org/officeDocument/2006/relationships/slideLayout" Target="/ppt/slideLayouts/slideLayout3.xml" Id="R8295b90b5acd41e1" /><Relationship Type="http://schemas.openxmlformats.org/officeDocument/2006/relationships/slideLayout" Target="/ppt/slideLayouts/slideLayout4.xml" Id="R5a8034d362eb4227" /><Relationship Type="http://schemas.openxmlformats.org/officeDocument/2006/relationships/slideLayout" Target="/ppt/slideLayouts/slideLayout5.xml" Id="R0f4e0130656a4d9a" /><Relationship Type="http://schemas.openxmlformats.org/officeDocument/2006/relationships/slideLayout" Target="/ppt/slideLayouts/slideLayout6.xml" Id="R2375a638a8f34763" /><Relationship Type="http://schemas.openxmlformats.org/officeDocument/2006/relationships/slideLayout" Target="/ppt/slideLayouts/slideLayout7.xml" Id="Rd2f30d2bf2d14c39" /><Relationship Type="http://schemas.openxmlformats.org/officeDocument/2006/relationships/slideLayout" Target="/ppt/slideLayouts/slideLayout8.xml" Id="Rf3f3d0b5beda4c0c" /><Relationship Type="http://schemas.openxmlformats.org/officeDocument/2006/relationships/slideLayout" Target="/ppt/slideLayouts/slideLayout9.xml" Id="Rffe6fac4a3524d52" /><Relationship Type="http://schemas.openxmlformats.org/officeDocument/2006/relationships/slideLayout" Target="/ppt/slideLayouts/slideLayout10.xml" Id="Rf03d9b1e132a44be" /><Relationship Type="http://schemas.openxmlformats.org/officeDocument/2006/relationships/slideLayout" Target="/ppt/slideLayouts/slideLayout11.xml" Id="R7debff5f2ab24d06" /><Relationship Type="http://schemas.openxmlformats.org/officeDocument/2006/relationships/slideLayout" Target="/ppt/slideLayouts/slideLayout12.xml" Id="Rce1112a60c4c4f4e"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087490060" name="Title Placeholder 1">
            <a:extLst xmlns:a="http://schemas.openxmlformats.org/drawingml/2006/main">
              <a:ext uri="{FF2B5EF4-FFF2-40B4-BE49-F238E27FC236}">
                <a16:creationId xmlns:a16="http://schemas.microsoft.com/office/drawing/2014/main" id="{AD1D9365-E350-4D2C-8CB7-E9068913207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97337298" name="Text Placeholder 2">
            <a:extLst xmlns:a="http://schemas.openxmlformats.org/drawingml/2006/main">
              <a:ext uri="{FF2B5EF4-FFF2-40B4-BE49-F238E27FC236}">
                <a16:creationId xmlns:a16="http://schemas.microsoft.com/office/drawing/2014/main" id="{E4FF0901-72DC-4E35-942A-F0F1D2204977}"/>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8475478" name="Date Placeholder 3">
            <a:extLst xmlns:a="http://schemas.openxmlformats.org/drawingml/2006/main">
              <a:ext uri="{FF2B5EF4-FFF2-40B4-BE49-F238E27FC236}">
                <a16:creationId xmlns:a16="http://schemas.microsoft.com/office/drawing/2014/main" id="{05E6FFB8-1E2B-4A49-B45C-279F5A1EE382}"/>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503890225" name="Footer Placeholder 4">
            <a:extLst xmlns:a="http://schemas.openxmlformats.org/drawingml/2006/main">
              <a:ext uri="{FF2B5EF4-FFF2-40B4-BE49-F238E27FC236}">
                <a16:creationId xmlns:a16="http://schemas.microsoft.com/office/drawing/2014/main" id="{C8ED5BF7-5EB6-41CA-8E74-96D091776E56}"/>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619350812" name="Slide Number Placeholder 5">
            <a:extLst xmlns:a="http://schemas.openxmlformats.org/drawingml/2006/main">
              <a:ext uri="{FF2B5EF4-FFF2-40B4-BE49-F238E27FC236}">
                <a16:creationId xmlns:a16="http://schemas.microsoft.com/office/drawing/2014/main" id="{F0C3EA1D-9FA8-44FE-8024-91B633465FA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130666248c46bc"/>
    <p:sldLayoutId xmlns:r="http://schemas.openxmlformats.org/officeDocument/2006/relationships" id="2147483650" r:id="R338a24e9fce64eff"/>
    <p:sldLayoutId xmlns:r="http://schemas.openxmlformats.org/officeDocument/2006/relationships" id="2147483651" r:id="R8295b90b5acd41e1"/>
    <p:sldLayoutId xmlns:r="http://schemas.openxmlformats.org/officeDocument/2006/relationships" id="2147483652" r:id="R5a8034d362eb4227"/>
    <p:sldLayoutId xmlns:r="http://schemas.openxmlformats.org/officeDocument/2006/relationships" id="2147483653" r:id="R0f4e0130656a4d9a"/>
    <p:sldLayoutId xmlns:r="http://schemas.openxmlformats.org/officeDocument/2006/relationships" id="2147483654" r:id="R2375a638a8f34763"/>
    <p:sldLayoutId xmlns:r="http://schemas.openxmlformats.org/officeDocument/2006/relationships" id="2147483655" r:id="Rd2f30d2bf2d14c39"/>
    <p:sldLayoutId xmlns:r="http://schemas.openxmlformats.org/officeDocument/2006/relationships" id="2147483656" r:id="Rf3f3d0b5beda4c0c"/>
    <p:sldLayoutId xmlns:r="http://schemas.openxmlformats.org/officeDocument/2006/relationships" id="2147483657" r:id="Rffe6fac4a3524d52"/>
    <p:sldLayoutId xmlns:r="http://schemas.openxmlformats.org/officeDocument/2006/relationships" id="2147483658" r:id="Rf03d9b1e132a44be"/>
    <p:sldLayoutId xmlns:r="http://schemas.openxmlformats.org/officeDocument/2006/relationships" id="2147483659" r:id="R7debff5f2ab24d06"/>
    <p:sldLayoutId xmlns:r="http://schemas.openxmlformats.org/officeDocument/2006/relationships" id="2147483660" r:id="Rce1112a60c4c4f4e"/>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37a8945edf4aee" /><Relationship Type="http://schemas.openxmlformats.org/officeDocument/2006/relationships/notesSlide" Target="/ppt/notesSlides/notesSlide1.xml" Id="Rccbae86b794f4e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4397361fc04045" /><Relationship Type="http://schemas.openxmlformats.org/officeDocument/2006/relationships/image" Target="/ppt/media/image.jpeg" Id="R815b2327c58b49df" /><Relationship Type="http://schemas.openxmlformats.org/officeDocument/2006/relationships/notesSlide" Target="/ppt/notesSlides/notesSlide2.xml" Id="Rdb9e04fc09bb41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76f557d9a84914" /><Relationship Type="http://schemas.openxmlformats.org/officeDocument/2006/relationships/image" Target="/ppt/media/image2.png" Id="Rb8623f9acc01455e" /><Relationship Type="http://schemas.openxmlformats.org/officeDocument/2006/relationships/notesSlide" Target="/ppt/notesSlides/notesSlide3.xml" Id="R8c8362c33b3744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9cd786576c4392" /><Relationship Type="http://schemas.openxmlformats.org/officeDocument/2006/relationships/image" Target="/ppt/media/image2.png" Id="Rdeeac0c13a3343b7" /><Relationship Type="http://schemas.openxmlformats.org/officeDocument/2006/relationships/notesSlide" Target="/ppt/notesSlides/notesSlide4.xml" Id="Rd45f64e5057e43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17a0ed19584efd" /><Relationship Type="http://schemas.openxmlformats.org/officeDocument/2006/relationships/image" Target="/ppt/media/image2.png" Id="R396a5436990b4b6d" /><Relationship Type="http://schemas.openxmlformats.org/officeDocument/2006/relationships/notesSlide" Target="/ppt/notesSlides/notesSlide5.xml" Id="Rb3b99068a44147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a5e48ba87c744e5" /><Relationship Type="http://schemas.openxmlformats.org/officeDocument/2006/relationships/notesSlide" Target="/ppt/notesSlides/notesSlide6.xml" Id="R1af8f165f8164b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c4edeb321c45cf" /><Relationship Type="http://schemas.openxmlformats.org/officeDocument/2006/relationships/image" Target="/ppt/media/image.svg" Id="R86b11b83a05944eb" /><Relationship Type="http://schemas.openxmlformats.org/officeDocument/2006/relationships/image" Target="/ppt/media/image.jpeg" Id="R117f60d230f24261" /><Relationship Type="http://schemas.openxmlformats.org/officeDocument/2006/relationships/notesSlide" Target="/ppt/notesSlides/notesSlide7.xml" Id="R6ba85cae724645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d04582d73c4b3c" /><Relationship Type="http://schemas.openxmlformats.org/officeDocument/2006/relationships/image" Target="/ppt/media/image2.jpeg" Id="R98e3578adf724db3" /><Relationship Type="http://schemas.openxmlformats.org/officeDocument/2006/relationships/image" Target="/ppt/media/image2.svg" Id="R257e01a42bcc46c9" /><Relationship Type="http://schemas.openxmlformats.org/officeDocument/2006/relationships/notesSlide" Target="/ppt/notesSlides/notesSlide8.xml" Id="R8b21d283a15342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538058cbb714c06" /><Relationship Type="http://schemas.openxmlformats.org/officeDocument/2006/relationships/notesSlide" Target="/ppt/notesSlides/notesSlide9.xml" Id="R194b8e3f9d5b4f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41db8010b24c6c" /><Relationship Type="http://schemas.openxmlformats.org/officeDocument/2006/relationships/image" Target="/ppt/media/image3.png" Id="R08ce8a46a97a4a29" /><Relationship Type="http://schemas.openxmlformats.org/officeDocument/2006/relationships/image" Target="/ppt/media/image3.svg" Id="R74ee7924a1b54713" /><Relationship Type="http://schemas.openxmlformats.org/officeDocument/2006/relationships/notesSlide" Target="/ppt/notesSlides/notesSlide10.xml" Id="R7c34f8da9c8f45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bbd6d0ac0c4dc5" /><Relationship Type="http://schemas.openxmlformats.org/officeDocument/2006/relationships/image" Target="/ppt/media/image4.png" Id="R988921f2286b4e99" /><Relationship Type="http://schemas.openxmlformats.org/officeDocument/2006/relationships/notesSlide" Target="/ppt/notesSlides/notesSlide11.xml" Id="Raea17fea7fb341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293a661b10943ca" /><Relationship Type="http://schemas.openxmlformats.org/officeDocument/2006/relationships/image" Target="/ppt/media/image5.png" Id="R03e97f031f8b4c76" /><Relationship Type="http://schemas.openxmlformats.org/officeDocument/2006/relationships/image" Target="/ppt/media/image4.svg" Id="R6d12216d399d492e" /><Relationship Type="http://schemas.openxmlformats.org/officeDocument/2006/relationships/image" Target="/ppt/media/image4.png" Id="R9532a9b5787a4330" /><Relationship Type="http://schemas.openxmlformats.org/officeDocument/2006/relationships/notesSlide" Target="/ppt/notesSlides/notesSlide12.xml" Id="R6e3ba732687c4d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eda564724184304" /><Relationship Type="http://schemas.openxmlformats.org/officeDocument/2006/relationships/image" Target="/ppt/media/image6.png" Id="R66309058dbb344b1" /><Relationship Type="http://schemas.openxmlformats.org/officeDocument/2006/relationships/notesSlide" Target="/ppt/notesSlides/notesSlide13.xml" Id="R51d7c9a3df374e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d124242e9c4db2" /><Relationship Type="http://schemas.openxmlformats.org/officeDocument/2006/relationships/image" Target="/ppt/media/image7.png" Id="Rabdc873df1584b1f" /><Relationship Type="http://schemas.openxmlformats.org/officeDocument/2006/relationships/notesSlide" Target="/ppt/notesSlides/notesSlide14.xml" Id="R7792a295284d48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554460b05224ec8" /><Relationship Type="http://schemas.openxmlformats.org/officeDocument/2006/relationships/image" Target="/ppt/media/image8.png" Id="R72e41288e76b46b5" /><Relationship Type="http://schemas.openxmlformats.org/officeDocument/2006/relationships/image" Target="/ppt/media/image5.svg" Id="Rf0134dc1ee064369" /><Relationship Type="http://schemas.openxmlformats.org/officeDocument/2006/relationships/image" Target="/ppt/media/image5.png" Id="R0703639f21344c79" /><Relationship Type="http://schemas.openxmlformats.org/officeDocument/2006/relationships/notesSlide" Target="/ppt/notesSlides/notesSlide15.xml" Id="R4aadd7eb031e4c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630750126144e83" /><Relationship Type="http://schemas.openxmlformats.org/officeDocument/2006/relationships/notesSlide" Target="/ppt/notesSlides/notesSlide16.xml" Id="R746c6df6c1654d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05a1abb4017498e" /><Relationship Type="http://schemas.openxmlformats.org/officeDocument/2006/relationships/notesSlide" Target="/ppt/notesSlides/notesSlide17.xml" Id="Rfc26732c911448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6ac9e980d714d8e" /><Relationship Type="http://schemas.openxmlformats.org/officeDocument/2006/relationships/notesSlide" Target="/ppt/notesSlides/notesSlide18.xml" Id="R641fed44db0f40b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4373196d6ba4dc2" /><Relationship Type="http://schemas.openxmlformats.org/officeDocument/2006/relationships/image" Target="/ppt/media/image9.png" Id="Rf7595d9f070e439b" /><Relationship Type="http://schemas.openxmlformats.org/officeDocument/2006/relationships/notesSlide" Target="/ppt/notesSlides/notesSlide19.xml" Id="R2637a9aa271148c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f3257ea866248ff" /><Relationship Type="http://schemas.openxmlformats.org/officeDocument/2006/relationships/notesSlide" Target="/ppt/notesSlides/notesSlide20.xml" Id="R8e8f0f2ab4b64e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4a418e56ce6485f" /><Relationship Type="http://schemas.openxmlformats.org/officeDocument/2006/relationships/image" Target="/ppt/media/image6.svg" Id="R7b83b3e442714fe6" /><Relationship Type="http://schemas.openxmlformats.org/officeDocument/2006/relationships/image" Target="/ppt/media/image6.png" Id="Rc3012a0c82734279" /><Relationship Type="http://schemas.openxmlformats.org/officeDocument/2006/relationships/notesSlide" Target="/ppt/notesSlides/notesSlide21.xml" Id="R5b977cbaba6d46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18a5287da714c0f" /><Relationship Type="http://schemas.openxmlformats.org/officeDocument/2006/relationships/notesSlide" Target="/ppt/notesSlides/notesSlide22.xml" Id="R7bb3c92ee320482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cd6b3965a374ef0" /><Relationship Type="http://schemas.openxmlformats.org/officeDocument/2006/relationships/notesSlide" Target="/ppt/notesSlides/notesSlide23.xml" Id="Rabd6abe14c36418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ab142fe79384982" /><Relationship Type="http://schemas.openxmlformats.org/officeDocument/2006/relationships/notesSlide" Target="/ppt/notesSlides/notesSlide24.xml" Id="R03dccdbc1d4a4e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fa99e043234404b" /><Relationship Type="http://schemas.openxmlformats.org/officeDocument/2006/relationships/notesSlide" Target="/ppt/notesSlides/notesSlide25.xml" Id="R15fe2bd00f9c4c2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99a04ec51134625" /><Relationship Type="http://schemas.openxmlformats.org/officeDocument/2006/relationships/image" Target="/ppt/media/image10.png" Id="Ra41a3ca6a9644b9e" /><Relationship Type="http://schemas.openxmlformats.org/officeDocument/2006/relationships/notesSlide" Target="/ppt/notesSlides/notesSlide26.xml" Id="Rb3bd7910f65c4bd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119de56097445dd" /><Relationship Type="http://schemas.openxmlformats.org/officeDocument/2006/relationships/notesSlide" Target="/ppt/notesSlides/notesSlide27.xml" Id="Re865381c01cc47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bf6f01a3cbb4b69" /><Relationship Type="http://schemas.openxmlformats.org/officeDocument/2006/relationships/notesSlide" Target="/ppt/notesSlides/notesSlide28.xml" Id="R48b3b1f058a64aa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14a6dd8c2e74db3" /><Relationship Type="http://schemas.openxmlformats.org/officeDocument/2006/relationships/notesSlide" Target="/ppt/notesSlides/notesSlide29.xml" Id="R4ecbccd2ba714d4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d9d13f3f41b4283" /><Relationship Type="http://schemas.openxmlformats.org/officeDocument/2006/relationships/notesSlide" Target="/ppt/notesSlides/notesSlide30.xml" Id="R5756c36a4d52462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51a878b3fdb4089" /><Relationship Type="http://schemas.openxmlformats.org/officeDocument/2006/relationships/notesSlide" Target="/ppt/notesSlides/notesSlide31.xml" Id="R5cc0386b7adf4a1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9251fad91bc48ae" /><Relationship Type="http://schemas.openxmlformats.org/officeDocument/2006/relationships/notesSlide" Target="/ppt/notesSlides/notesSlide32.xml" Id="R414d042d47cf45f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797512f9b5946eb" /><Relationship Type="http://schemas.openxmlformats.org/officeDocument/2006/relationships/notesSlide" Target="/ppt/notesSlides/notesSlide33.xml" Id="R58ac1426efd349a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de21eb72af34273" /><Relationship Type="http://schemas.openxmlformats.org/officeDocument/2006/relationships/image" Target="/ppt/media/image11.png" Id="Ra3fbc494fb1048cd" /><Relationship Type="http://schemas.openxmlformats.org/officeDocument/2006/relationships/notesSlide" Target="/ppt/notesSlides/notesSlide34.xml" Id="R4bb9ab25b9cf405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bc2d3230e944ad5" /><Relationship Type="http://schemas.openxmlformats.org/officeDocument/2006/relationships/image" Target="/ppt/media/image12.png" Id="R1e64827579314cc8" /><Relationship Type="http://schemas.openxmlformats.org/officeDocument/2006/relationships/notesSlide" Target="/ppt/notesSlides/notesSlide35.xml" Id="R4beb0fe9259549f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ff5eae697d04941" /><Relationship Type="http://schemas.openxmlformats.org/officeDocument/2006/relationships/notesSlide" Target="/ppt/notesSlides/notesSlide36.xml" Id="Rcef773df5c8b4b9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72f8fc8e32a496a" /><Relationship Type="http://schemas.openxmlformats.org/officeDocument/2006/relationships/notesSlide" Target="/ppt/notesSlides/notesSlide37.xml" Id="R8018f1ff3d1b401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cdf67eafe0548a2" /><Relationship Type="http://schemas.openxmlformats.org/officeDocument/2006/relationships/notesSlide" Target="/ppt/notesSlides/notesSlide38.xml" Id="R94582d2aea2a4b5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3787a1a44f24b98" /><Relationship Type="http://schemas.openxmlformats.org/officeDocument/2006/relationships/notesSlide" Target="/ppt/notesSlides/notesSlide39.xml" Id="R1897bc0b9aeb4e2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642563479d74eed" /><Relationship Type="http://schemas.openxmlformats.org/officeDocument/2006/relationships/notesSlide" Target="/ppt/notesSlides/notesSlide40.xml" Id="R9d33b7f5816b4ae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ac2e7a825834ab2" /><Relationship Type="http://schemas.openxmlformats.org/officeDocument/2006/relationships/notesSlide" Target="/ppt/notesSlides/notesSlide41.xml" Id="Ra8fc1b44707248f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6496f1058044808" /><Relationship Type="http://schemas.openxmlformats.org/officeDocument/2006/relationships/notesSlide" Target="/ppt/notesSlides/notesSlide42.xml" Id="R579cdfad044743d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46860e681054dda" /><Relationship Type="http://schemas.openxmlformats.org/officeDocument/2006/relationships/notesSlide" Target="/ppt/notesSlides/notesSlide43.xml" Id="R28b50e5099b6421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2c0873a50fb468f" /><Relationship Type="http://schemas.openxmlformats.org/officeDocument/2006/relationships/image" Target="/ppt/media/image13.png" Id="Rb5074056353542fc" /><Relationship Type="http://schemas.openxmlformats.org/officeDocument/2006/relationships/notesSlide" Target="/ppt/notesSlides/notesSlide44.xml" Id="R30e9c011b280455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e1f40a2ee11455e" /><Relationship Type="http://schemas.openxmlformats.org/officeDocument/2006/relationships/notesSlide" Target="/ppt/notesSlides/notesSlide45.xml" Id="R87d85c165ba5449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8db9e9dbc304dc4" /><Relationship Type="http://schemas.openxmlformats.org/officeDocument/2006/relationships/notesSlide" Target="/ppt/notesSlides/notesSlide46.xml" Id="R0b0d80a28ad545c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315e611be450495a" /><Relationship Type="http://schemas.openxmlformats.org/officeDocument/2006/relationships/notesSlide" Target="/ppt/notesSlides/notesSlide47.xml" Id="R12b4ed1412ef412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62d89a3901949e1" /><Relationship Type="http://schemas.openxmlformats.org/officeDocument/2006/relationships/notesSlide" Target="/ppt/notesSlides/notesSlide48.xml" Id="R11972da9f3b745d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468538d33e649b0" /><Relationship Type="http://schemas.openxmlformats.org/officeDocument/2006/relationships/image" Target="/ppt/media/image2.jpeg" Id="R0edb7749e1ae4cd7" /><Relationship Type="http://schemas.openxmlformats.org/officeDocument/2006/relationships/notesSlide" Target="/ppt/notesSlides/notesSlide49.xml" Id="R1ba94f8a50bd48d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c86c6b670df46c5" /><Relationship Type="http://schemas.openxmlformats.org/officeDocument/2006/relationships/notesSlide" Target="/ppt/notesSlides/notesSlide50.xml" Id="Rc98b6edfd8b045a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1fdab8b7c8f4842" /><Relationship Type="http://schemas.openxmlformats.org/officeDocument/2006/relationships/notesSlide" Target="/ppt/notesSlides/notesSlide51.xml" Id="R277e7f451164465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35695d0de21044dd" /><Relationship Type="http://schemas.openxmlformats.org/officeDocument/2006/relationships/notesSlide" Target="/ppt/notesSlides/notesSlide52.xml" Id="Rfe11b463921e4f2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0b46cb8e6304f80" /><Relationship Type="http://schemas.openxmlformats.org/officeDocument/2006/relationships/notesSlide" Target="/ppt/notesSlides/notesSlide53.xml" Id="R3f35b3f51f744f1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fbe8d704b8b43f9" /><Relationship Type="http://schemas.openxmlformats.org/officeDocument/2006/relationships/notesSlide" Target="/ppt/notesSlides/notesSlide54.xml" Id="R2ca15a2656df40f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813c6e719ce4749" /><Relationship Type="http://schemas.openxmlformats.org/officeDocument/2006/relationships/notesSlide" Target="/ppt/notesSlides/notesSlide55.xml" Id="R19ae2c6566594e1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b405bd5b89b0467f" /><Relationship Type="http://schemas.openxmlformats.org/officeDocument/2006/relationships/image" Target="/ppt/media/image7.svg" Id="R9ec380fea3f84ab7" /><Relationship Type="http://schemas.openxmlformats.org/officeDocument/2006/relationships/image" Target="/ppt/media/image7.png" Id="R846fb2e4804c4398" /><Relationship Type="http://schemas.openxmlformats.org/officeDocument/2006/relationships/notesSlide" Target="/ppt/notesSlides/notesSlide56.xml" Id="R9885012cf705469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2247dcf9c01c4648" /><Relationship Type="http://schemas.openxmlformats.org/officeDocument/2006/relationships/notesSlide" Target="/ppt/notesSlides/notesSlide57.xml" Id="R075ceaa29af64a5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cd2dea6e55041d2" /><Relationship Type="http://schemas.openxmlformats.org/officeDocument/2006/relationships/notesSlide" Target="/ppt/notesSlides/notesSlide58.xml" Id="R5b0b2affc31d41f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3040c094b214297" /><Relationship Type="http://schemas.openxmlformats.org/officeDocument/2006/relationships/notesSlide" Target="/ppt/notesSlides/notesSlide59.xml" Id="Rd0aaad8bfdf74b1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4de6d1a133744388" /><Relationship Type="http://schemas.openxmlformats.org/officeDocument/2006/relationships/image" Target="/ppt/media/image14.png" Id="R847904924c724680" /><Relationship Type="http://schemas.openxmlformats.org/officeDocument/2006/relationships/notesSlide" Target="/ppt/notesSlides/notesSlide60.xml" Id="Refac9aea41a44c3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62663269a5dc46bb" /><Relationship Type="http://schemas.openxmlformats.org/officeDocument/2006/relationships/image" Target="/ppt/media/image15.png" Id="R3c03930469da4ee5" /><Relationship Type="http://schemas.openxmlformats.org/officeDocument/2006/relationships/notesSlide" Target="/ppt/notesSlides/notesSlide61.xml" Id="R5e928bda5be04f36"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32fa81e8da2b4191" /><Relationship Type="http://schemas.openxmlformats.org/officeDocument/2006/relationships/hyperlink" Target="https://www.inceptionlabs.ai/blog/introducing-mercury-2" TargetMode="External" Id="R10a9c7ebf02146b8" /><Relationship Type="http://schemas.openxmlformats.org/officeDocument/2006/relationships/notesSlide" Target="/ppt/notesSlides/notesSlide62.xml" Id="Rdcca51912e1c434d"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3fe317de7ae4a82" /><Relationship Type="http://schemas.openxmlformats.org/officeDocument/2006/relationships/notesSlide" Target="/ppt/notesSlides/notesSlide63.xml" Id="R2948704bae26469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966c9694ab3046b6" /><Relationship Type="http://schemas.openxmlformats.org/officeDocument/2006/relationships/notesSlide" Target="/ppt/notesSlides/notesSlide64.xml" Id="R988fcd0e22e2481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993425164e264391" /><Relationship Type="http://schemas.openxmlformats.org/officeDocument/2006/relationships/notesSlide" Target="/ppt/notesSlides/notesSlide65.xml" Id="R3598d8cbc3ed47d1"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4618946" name="Rectangle 1959211399">
            <a:extLst xmlns:a="http://schemas.openxmlformats.org/drawingml/2006/main">
              <a:ext uri="{FF2B5EF4-FFF2-40B4-BE49-F238E27FC236}">
                <a16:creationId xmlns:a16="http://schemas.microsoft.com/office/drawing/2014/main" id="{B3AF469D-9A71-4E4F-9858-1226872FEFB3}"/>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46204376" name="Rectangle 1850301699">
            <a:extLst xmlns:a="http://schemas.openxmlformats.org/drawingml/2006/main">
              <a:ext uri="{FF2B5EF4-FFF2-40B4-BE49-F238E27FC236}">
                <a16:creationId xmlns:a16="http://schemas.microsoft.com/office/drawing/2014/main" id="{03D681A3-26ED-47E6-A447-2FEBD3553981}"/>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250030615" name="Rectangle 2018958639">
            <a:extLst xmlns:a="http://schemas.openxmlformats.org/drawingml/2006/main">
              <a:ext uri="{FF2B5EF4-FFF2-40B4-BE49-F238E27FC236}">
                <a16:creationId xmlns:a16="http://schemas.microsoft.com/office/drawing/2014/main" id="{0503E6CC-72D5-4A7F-910B-CAC7E18B9BFF}"/>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297851193" name="Rectangle: Rounded Corners 90328709">
            <a:extLst xmlns:a="http://schemas.openxmlformats.org/drawingml/2006/main">
              <a:ext uri="{FF2B5EF4-FFF2-40B4-BE49-F238E27FC236}">
                <a16:creationId xmlns:a16="http://schemas.microsoft.com/office/drawing/2014/main" id="{C075E743-8C3C-4976-AAD4-1F3B91199C38}"/>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611334" name="Straight Connector 453704306">
            <a:extLst xmlns:a="http://schemas.openxmlformats.org/drawingml/2006/main">
              <a:ext uri="{FF2B5EF4-FFF2-40B4-BE49-F238E27FC236}">
                <a16:creationId xmlns:a16="http://schemas.microsoft.com/office/drawing/2014/main" id="{E230BDCB-09D4-4CFD-BC9B-35DEE171D1F1}"/>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629266" name="Oval 1383570775">
            <a:extLst xmlns:a="http://schemas.openxmlformats.org/drawingml/2006/main">
              <a:ext uri="{FF2B5EF4-FFF2-40B4-BE49-F238E27FC236}">
                <a16:creationId xmlns:a16="http://schemas.microsoft.com/office/drawing/2014/main" id="{6427BE6B-65EF-4AB0-AE5F-BC7677172BC5}"/>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29271487" name="Rectangle 1909465558">
            <a:extLst xmlns:a="http://schemas.openxmlformats.org/drawingml/2006/main">
              <a:ext uri="{FF2B5EF4-FFF2-40B4-BE49-F238E27FC236}">
                <a16:creationId xmlns:a16="http://schemas.microsoft.com/office/drawing/2014/main" id="{14ED0D2D-962D-4558-A307-ED1751E0F95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662251474" name="Rectangle 373098539">
            <a:extLst xmlns:a="http://schemas.openxmlformats.org/drawingml/2006/main">
              <a:ext uri="{FF2B5EF4-FFF2-40B4-BE49-F238E27FC236}">
                <a16:creationId xmlns:a16="http://schemas.microsoft.com/office/drawing/2014/main" id="{47905034-4652-4928-A733-7670F1A73CAF}"/>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527979724" name="Rectangle 1435247823">
            <a:extLst xmlns:a="http://schemas.openxmlformats.org/drawingml/2006/main">
              <a:ext uri="{FF2B5EF4-FFF2-40B4-BE49-F238E27FC236}">
                <a16:creationId xmlns:a16="http://schemas.microsoft.com/office/drawing/2014/main" id="{CE6915CF-89DD-46FF-A07C-F47C4B27A50B}"/>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336094057" name="Oval 517207118">
            <a:extLst xmlns:a="http://schemas.openxmlformats.org/drawingml/2006/main">
              <a:ext uri="{FF2B5EF4-FFF2-40B4-BE49-F238E27FC236}">
                <a16:creationId xmlns:a16="http://schemas.microsoft.com/office/drawing/2014/main" id="{96A2D37F-E3E4-4510-9E5B-43596C6182BB}"/>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844077162" name="Rectangle 1431946798">
            <a:extLst xmlns:a="http://schemas.openxmlformats.org/drawingml/2006/main">
              <a:ext uri="{FF2B5EF4-FFF2-40B4-BE49-F238E27FC236}">
                <a16:creationId xmlns:a16="http://schemas.microsoft.com/office/drawing/2014/main" id="{63A55319-0C3E-47B2-AF19-8EC2356BD322}"/>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975095826" name="Rectangle 1613992743">
            <a:extLst xmlns:a="http://schemas.openxmlformats.org/drawingml/2006/main">
              <a:ext uri="{FF2B5EF4-FFF2-40B4-BE49-F238E27FC236}">
                <a16:creationId xmlns:a16="http://schemas.microsoft.com/office/drawing/2014/main" id="{4FE6C07D-9356-4D28-9FF3-68366A4BDE7F}"/>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33147938" name="Rectangle 1819292424">
            <a:extLst xmlns:a="http://schemas.openxmlformats.org/drawingml/2006/main">
              <a:ext uri="{FF2B5EF4-FFF2-40B4-BE49-F238E27FC236}">
                <a16:creationId xmlns:a16="http://schemas.microsoft.com/office/drawing/2014/main" id="{B86817B1-BF60-4D53-A6E3-D75BEC7432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897566819" name="Oval 1011337880">
            <a:extLst xmlns:a="http://schemas.openxmlformats.org/drawingml/2006/main">
              <a:ext uri="{FF2B5EF4-FFF2-40B4-BE49-F238E27FC236}">
                <a16:creationId xmlns:a16="http://schemas.microsoft.com/office/drawing/2014/main" id="{0A06FD26-A365-4D75-9AFB-DDED1830D6A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3301038" name="Rectangle 231300994">
            <a:extLst xmlns:a="http://schemas.openxmlformats.org/drawingml/2006/main">
              <a:ext uri="{FF2B5EF4-FFF2-40B4-BE49-F238E27FC236}">
                <a16:creationId xmlns:a16="http://schemas.microsoft.com/office/drawing/2014/main" id="{643AE200-DF41-42F9-A88E-D947D7E79CB9}"/>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777036396" name="Rectangle 1085761315">
            <a:extLst xmlns:a="http://schemas.openxmlformats.org/drawingml/2006/main">
              <a:ext uri="{FF2B5EF4-FFF2-40B4-BE49-F238E27FC236}">
                <a16:creationId xmlns:a16="http://schemas.microsoft.com/office/drawing/2014/main" id="{268D9388-3C57-4AB0-941D-4AA8506F9A5C}"/>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665894977" name="Rectangle 9026134">
            <a:extLst xmlns:a="http://schemas.openxmlformats.org/drawingml/2006/main">
              <a:ext uri="{FF2B5EF4-FFF2-40B4-BE49-F238E27FC236}">
                <a16:creationId xmlns:a16="http://schemas.microsoft.com/office/drawing/2014/main" id="{5F43B974-1A0C-4E99-A17B-EBBC3A992B8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95326872" name="Oval 1242283889">
            <a:extLst xmlns:a="http://schemas.openxmlformats.org/drawingml/2006/main">
              <a:ext uri="{FF2B5EF4-FFF2-40B4-BE49-F238E27FC236}">
                <a16:creationId xmlns:a16="http://schemas.microsoft.com/office/drawing/2014/main" id="{614C9F52-09D3-4615-9049-A7F6005E9A0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80516882" name="Rectangle 760971764">
            <a:extLst xmlns:a="http://schemas.openxmlformats.org/drawingml/2006/main">
              <a:ext uri="{FF2B5EF4-FFF2-40B4-BE49-F238E27FC236}">
                <a16:creationId xmlns:a16="http://schemas.microsoft.com/office/drawing/2014/main" id="{3DBBBE23-36BA-4D14-9F9D-038F03CE469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334098433" name="Rectangle 236810503">
            <a:extLst xmlns:a="http://schemas.openxmlformats.org/drawingml/2006/main">
              <a:ext uri="{FF2B5EF4-FFF2-40B4-BE49-F238E27FC236}">
                <a16:creationId xmlns:a16="http://schemas.microsoft.com/office/drawing/2014/main" id="{3466662F-D11B-4A82-938A-710EC7308A91}"/>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988078544" name="Rectangle 297379142">
            <a:extLst xmlns:a="http://schemas.openxmlformats.org/drawingml/2006/main">
              <a:ext uri="{FF2B5EF4-FFF2-40B4-BE49-F238E27FC236}">
                <a16:creationId xmlns:a16="http://schemas.microsoft.com/office/drawing/2014/main" id="{02F5E2B7-A3A5-48A6-9E68-1E488B529D6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237430539" name="Oval 886147111">
            <a:extLst xmlns:a="http://schemas.openxmlformats.org/drawingml/2006/main">
              <a:ext uri="{FF2B5EF4-FFF2-40B4-BE49-F238E27FC236}">
                <a16:creationId xmlns:a16="http://schemas.microsoft.com/office/drawing/2014/main" id="{32FA4783-D903-4A0C-AB22-8FF966F0681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706422705" name="Rectangle 1979103398">
            <a:extLst xmlns:a="http://schemas.openxmlformats.org/drawingml/2006/main">
              <a:ext uri="{FF2B5EF4-FFF2-40B4-BE49-F238E27FC236}">
                <a16:creationId xmlns:a16="http://schemas.microsoft.com/office/drawing/2014/main" id="{D14596D5-3714-49ED-A84C-F478BBB0EB24}"/>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525396548" name="Rectangle 668892514">
            <a:extLst xmlns:a="http://schemas.openxmlformats.org/drawingml/2006/main">
              <a:ext uri="{FF2B5EF4-FFF2-40B4-BE49-F238E27FC236}">
                <a16:creationId xmlns:a16="http://schemas.microsoft.com/office/drawing/2014/main" id="{A54E78A8-8E38-4F41-AC85-AC87AB5C4FB2}"/>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9105295" name="Rectangle 846714876">
            <a:extLst xmlns:a="http://schemas.openxmlformats.org/drawingml/2006/main">
              <a:ext uri="{FF2B5EF4-FFF2-40B4-BE49-F238E27FC236}">
                <a16:creationId xmlns:a16="http://schemas.microsoft.com/office/drawing/2014/main" id="{498E7CFB-C9C8-4B77-B2BC-A2EE8446B6E8}"/>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785780435" name="Rectangle 612628765">
            <a:extLst xmlns:a="http://schemas.openxmlformats.org/drawingml/2006/main">
              <a:ext uri="{FF2B5EF4-FFF2-40B4-BE49-F238E27FC236}">
                <a16:creationId xmlns:a16="http://schemas.microsoft.com/office/drawing/2014/main" id="{FC281FCD-7E48-4D6A-8668-049704356312}"/>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53089035" name="Rectangle 1343619986">
            <a:extLst xmlns:a="http://schemas.openxmlformats.org/drawingml/2006/main">
              <a:ext uri="{FF2B5EF4-FFF2-40B4-BE49-F238E27FC236}">
                <a16:creationId xmlns:a16="http://schemas.microsoft.com/office/drawing/2014/main" id="{5587DEBB-7677-41CF-8D00-8E4F133E0E4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67613441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492759" name="Rectangle 935271156">
            <a:extLst xmlns:a="http://schemas.openxmlformats.org/drawingml/2006/main">
              <a:ext uri="{FF2B5EF4-FFF2-40B4-BE49-F238E27FC236}">
                <a16:creationId xmlns:a16="http://schemas.microsoft.com/office/drawing/2014/main" id="{4A39C19B-1610-4A2E-A8DD-4ADF0EB630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71114498" name="Rectangle 251777344">
            <a:extLst xmlns:a="http://schemas.openxmlformats.org/drawingml/2006/main">
              <a:ext uri="{FF2B5EF4-FFF2-40B4-BE49-F238E27FC236}">
                <a16:creationId xmlns:a16="http://schemas.microsoft.com/office/drawing/2014/main" id="{F1CB5902-555D-4CF6-BA67-1DC506ED1D7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241901355" name="Rectangle: Rounded Corners 1456392341">
            <a:extLst xmlns:a="http://schemas.openxmlformats.org/drawingml/2006/main">
              <a:ext uri="{FF2B5EF4-FFF2-40B4-BE49-F238E27FC236}">
                <a16:creationId xmlns:a16="http://schemas.microsoft.com/office/drawing/2014/main" id="{678715B6-1371-4871-AA05-F971EE15B5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1530876" name="Rectangle: Rounded Corners 1987074982">
            <a:extLst xmlns:a="http://schemas.openxmlformats.org/drawingml/2006/main">
              <a:ext uri="{FF2B5EF4-FFF2-40B4-BE49-F238E27FC236}">
                <a16:creationId xmlns:a16="http://schemas.microsoft.com/office/drawing/2014/main" id="{C495EF7D-0194-4521-B268-D365E3E7FFF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491911" name="Rectangle 1286956634">
            <a:extLst xmlns:a="http://schemas.openxmlformats.org/drawingml/2006/main">
              <a:ext uri="{FF2B5EF4-FFF2-40B4-BE49-F238E27FC236}">
                <a16:creationId xmlns:a16="http://schemas.microsoft.com/office/drawing/2014/main" id="{B852E4C0-D7C6-4250-9198-B73AE665FA4F}"/>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933928555" name="Rectangle 399762638">
            <a:extLst xmlns:a="http://schemas.openxmlformats.org/drawingml/2006/main">
              <a:ext uri="{FF2B5EF4-FFF2-40B4-BE49-F238E27FC236}">
                <a16:creationId xmlns:a16="http://schemas.microsoft.com/office/drawing/2014/main" id="{B497B181-4715-462D-882A-6B4DA86891B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49151476" name="Rectangle 1233632033">
            <a:extLst xmlns:a="http://schemas.openxmlformats.org/drawingml/2006/main">
              <a:ext uri="{FF2B5EF4-FFF2-40B4-BE49-F238E27FC236}">
                <a16:creationId xmlns:a16="http://schemas.microsoft.com/office/drawing/2014/main" id="{BB902315-B6D5-4D15-A856-AA7B152F8BF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904107966" name="Rectangle 987778106">
            <a:extLst xmlns:a="http://schemas.openxmlformats.org/drawingml/2006/main">
              <a:ext uri="{FF2B5EF4-FFF2-40B4-BE49-F238E27FC236}">
                <a16:creationId xmlns:a16="http://schemas.microsoft.com/office/drawing/2014/main" id="{375F89A4-288A-4B2C-9DB5-CB413A4341C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360277723" name="Rectangle 1495975732">
            <a:extLst xmlns:a="http://schemas.openxmlformats.org/drawingml/2006/main">
              <a:ext uri="{FF2B5EF4-FFF2-40B4-BE49-F238E27FC236}">
                <a16:creationId xmlns:a16="http://schemas.microsoft.com/office/drawing/2014/main" id="{6177C1E6-B00D-4CDC-9A5D-95AFAF853D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3392856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815b2327c58b49df"/>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89783334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7859047" name="Rectangle 197505908">
            <a:extLst xmlns:a="http://schemas.openxmlformats.org/drawingml/2006/main">
              <a:ext uri="{FF2B5EF4-FFF2-40B4-BE49-F238E27FC236}">
                <a16:creationId xmlns:a16="http://schemas.microsoft.com/office/drawing/2014/main" id="{F6D133BD-15BF-46CD-9925-90EE1DAF09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85253176" name="Rectangle 1909048147">
            <a:extLst xmlns:a="http://schemas.openxmlformats.org/drawingml/2006/main">
              <a:ext uri="{FF2B5EF4-FFF2-40B4-BE49-F238E27FC236}">
                <a16:creationId xmlns:a16="http://schemas.microsoft.com/office/drawing/2014/main" id="{85A635DE-C2DD-4C66-B3B5-94E50A9BC0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2105292504" name="Rectangle: Rounded Corners 816331080">
            <a:extLst xmlns:a="http://schemas.openxmlformats.org/drawingml/2006/main">
              <a:ext uri="{FF2B5EF4-FFF2-40B4-BE49-F238E27FC236}">
                <a16:creationId xmlns:a16="http://schemas.microsoft.com/office/drawing/2014/main" id="{718EDF09-A6CB-46D2-86FD-4C2FFBA605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29250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b8623f9acc01455e"/>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2072196108" name="Straight Connector 161416146">
            <a:extLst xmlns:a="http://schemas.openxmlformats.org/drawingml/2006/main">
              <a:ext uri="{FF2B5EF4-FFF2-40B4-BE49-F238E27FC236}">
                <a16:creationId xmlns:a16="http://schemas.microsoft.com/office/drawing/2014/main" id="{E9659E0A-0459-4516-9396-0EAF7A33D99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09582" name="Straight Connector 61902172">
            <a:extLst xmlns:a="http://schemas.openxmlformats.org/drawingml/2006/main">
              <a:ext uri="{FF2B5EF4-FFF2-40B4-BE49-F238E27FC236}">
                <a16:creationId xmlns:a16="http://schemas.microsoft.com/office/drawing/2014/main" id="{C0DB7B84-FF11-40C2-8B6E-1AF89ED720CD}"/>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6035595" name="Rectangle: Rounded Corners 898681238">
            <a:extLst xmlns:a="http://schemas.openxmlformats.org/drawingml/2006/main">
              <a:ext uri="{FF2B5EF4-FFF2-40B4-BE49-F238E27FC236}">
                <a16:creationId xmlns:a16="http://schemas.microsoft.com/office/drawing/2014/main" id="{DFAB654B-78D2-45BA-A9C1-4302509F1690}"/>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579137312" name="Rectangle 1225503430">
            <a:extLst xmlns:a="http://schemas.openxmlformats.org/drawingml/2006/main">
              <a:ext uri="{FF2B5EF4-FFF2-40B4-BE49-F238E27FC236}">
                <a16:creationId xmlns:a16="http://schemas.microsoft.com/office/drawing/2014/main" id="{7A81B6C0-3CED-464A-8FE0-F6BC45540D1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716902748" name="Straight Connector 1461826591">
            <a:extLst xmlns:a="http://schemas.openxmlformats.org/drawingml/2006/main">
              <a:ext uri="{FF2B5EF4-FFF2-40B4-BE49-F238E27FC236}">
                <a16:creationId xmlns:a16="http://schemas.microsoft.com/office/drawing/2014/main" id="{A2EEB76D-9A4D-4962-8BEF-FE9CF54E62D3}"/>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3507286" name="Oval 308551117">
            <a:extLst xmlns:a="http://schemas.openxmlformats.org/drawingml/2006/main">
              <a:ext uri="{FF2B5EF4-FFF2-40B4-BE49-F238E27FC236}">
                <a16:creationId xmlns:a16="http://schemas.microsoft.com/office/drawing/2014/main" id="{114A96B8-C7C5-48A5-A61A-33D827D7BE0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073121" name="Straight Connector 2122530921">
            <a:extLst xmlns:a="http://schemas.openxmlformats.org/drawingml/2006/main">
              <a:ext uri="{FF2B5EF4-FFF2-40B4-BE49-F238E27FC236}">
                <a16:creationId xmlns:a16="http://schemas.microsoft.com/office/drawing/2014/main" id="{0FF70030-18B1-4174-B7B8-76FE55547ADA}"/>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521529" name="Oval 1902723883">
            <a:extLst xmlns:a="http://schemas.openxmlformats.org/drawingml/2006/main">
              <a:ext uri="{FF2B5EF4-FFF2-40B4-BE49-F238E27FC236}">
                <a16:creationId xmlns:a16="http://schemas.microsoft.com/office/drawing/2014/main" id="{BA216BC7-4491-469F-BCF6-66F811C0D743}"/>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835842" name="Straight Connector 167498950">
            <a:extLst xmlns:a="http://schemas.openxmlformats.org/drawingml/2006/main">
              <a:ext uri="{FF2B5EF4-FFF2-40B4-BE49-F238E27FC236}">
                <a16:creationId xmlns:a16="http://schemas.microsoft.com/office/drawing/2014/main" id="{9E03F222-6033-4C54-8E25-6F939B70065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042606" name="Oval 1159963357">
            <a:extLst xmlns:a="http://schemas.openxmlformats.org/drawingml/2006/main">
              <a:ext uri="{FF2B5EF4-FFF2-40B4-BE49-F238E27FC236}">
                <a16:creationId xmlns:a16="http://schemas.microsoft.com/office/drawing/2014/main" id="{2BECCCAC-93DD-49E2-B0D9-7C67ADE025F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69011" name="Straight Connector 1986469558">
            <a:extLst xmlns:a="http://schemas.openxmlformats.org/drawingml/2006/main">
              <a:ext uri="{FF2B5EF4-FFF2-40B4-BE49-F238E27FC236}">
                <a16:creationId xmlns:a16="http://schemas.microsoft.com/office/drawing/2014/main" id="{720029F7-6047-450E-8D20-2604DFE6494E}"/>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4628821" name="Oval 1145200305">
            <a:extLst xmlns:a="http://schemas.openxmlformats.org/drawingml/2006/main">
              <a:ext uri="{FF2B5EF4-FFF2-40B4-BE49-F238E27FC236}">
                <a16:creationId xmlns:a16="http://schemas.microsoft.com/office/drawing/2014/main" id="{19A4BE13-BEA7-4AEC-A041-51E9AB487FE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200151" name="Straight Connector 1746813433">
            <a:extLst xmlns:a="http://schemas.openxmlformats.org/drawingml/2006/main">
              <a:ext uri="{FF2B5EF4-FFF2-40B4-BE49-F238E27FC236}">
                <a16:creationId xmlns:a16="http://schemas.microsoft.com/office/drawing/2014/main" id="{91BC31BF-5A30-4D8E-A2D2-64EBCEC8E18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020629" name="Oval 2137688682">
            <a:extLst xmlns:a="http://schemas.openxmlformats.org/drawingml/2006/main">
              <a:ext uri="{FF2B5EF4-FFF2-40B4-BE49-F238E27FC236}">
                <a16:creationId xmlns:a16="http://schemas.microsoft.com/office/drawing/2014/main" id="{E4E3BAD8-A555-4990-B1A2-3810E5EF38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7895624" name="Straight Connector 696285493">
            <a:extLst xmlns:a="http://schemas.openxmlformats.org/drawingml/2006/main">
              <a:ext uri="{FF2B5EF4-FFF2-40B4-BE49-F238E27FC236}">
                <a16:creationId xmlns:a16="http://schemas.microsoft.com/office/drawing/2014/main" id="{47297A1A-A292-4B52-B632-7AF6273DB2E1}"/>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222932" name="Oval 1445698389">
            <a:extLst xmlns:a="http://schemas.openxmlformats.org/drawingml/2006/main">
              <a:ext uri="{FF2B5EF4-FFF2-40B4-BE49-F238E27FC236}">
                <a16:creationId xmlns:a16="http://schemas.microsoft.com/office/drawing/2014/main" id="{9CB8EDD1-E21B-457E-9146-B5F31EF3DC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90185" name="Rectangle 1506024003">
            <a:extLst xmlns:a="http://schemas.openxmlformats.org/drawingml/2006/main">
              <a:ext uri="{FF2B5EF4-FFF2-40B4-BE49-F238E27FC236}">
                <a16:creationId xmlns:a16="http://schemas.microsoft.com/office/drawing/2014/main" id="{A0DAE6A0-F55B-4E86-B476-E8BA43CBF0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29936589" name="Rectangle 340544592">
            <a:extLst xmlns:a="http://schemas.openxmlformats.org/drawingml/2006/main">
              <a:ext uri="{FF2B5EF4-FFF2-40B4-BE49-F238E27FC236}">
                <a16:creationId xmlns:a16="http://schemas.microsoft.com/office/drawing/2014/main" id="{BEF7977C-3246-4646-9291-6A893DBE2CF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22642938" name="Rectangle 191215672">
            <a:extLst xmlns:a="http://schemas.openxmlformats.org/drawingml/2006/main">
              <a:ext uri="{FF2B5EF4-FFF2-40B4-BE49-F238E27FC236}">
                <a16:creationId xmlns:a16="http://schemas.microsoft.com/office/drawing/2014/main" id="{D90A7C9D-BE7A-4F18-A72D-7D7D0131E4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374455169" name="Straight Connector 523934700">
            <a:extLst xmlns:a="http://schemas.openxmlformats.org/drawingml/2006/main">
              <a:ext uri="{FF2B5EF4-FFF2-40B4-BE49-F238E27FC236}">
                <a16:creationId xmlns:a16="http://schemas.microsoft.com/office/drawing/2014/main" id="{8DF2E1E6-CE62-453F-AAF1-2374206AC65C}"/>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90591867"/>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5490405" name="Rectangle 764921179">
            <a:extLst xmlns:a="http://schemas.openxmlformats.org/drawingml/2006/main">
              <a:ext uri="{FF2B5EF4-FFF2-40B4-BE49-F238E27FC236}">
                <a16:creationId xmlns:a16="http://schemas.microsoft.com/office/drawing/2014/main" id="{056E9797-82C1-4142-9357-160B4BDCDB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41210685" name="Rectangle 1306971651">
            <a:extLst xmlns:a="http://schemas.openxmlformats.org/drawingml/2006/main">
              <a:ext uri="{FF2B5EF4-FFF2-40B4-BE49-F238E27FC236}">
                <a16:creationId xmlns:a16="http://schemas.microsoft.com/office/drawing/2014/main" id="{FADFC63A-C5AF-436C-A578-2B3AB63A58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03622033" name="Rectangle: Rounded Corners 1651333515">
            <a:extLst xmlns:a="http://schemas.openxmlformats.org/drawingml/2006/main">
              <a:ext uri="{FF2B5EF4-FFF2-40B4-BE49-F238E27FC236}">
                <a16:creationId xmlns:a16="http://schemas.microsoft.com/office/drawing/2014/main" id="{21DFEE69-CDC1-4919-B993-134F05C6D02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5171152"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deeac0c13a3343b7"/>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89624013" name="Straight Connector 673215582">
            <a:extLst xmlns:a="http://schemas.openxmlformats.org/drawingml/2006/main">
              <a:ext uri="{FF2B5EF4-FFF2-40B4-BE49-F238E27FC236}">
                <a16:creationId xmlns:a16="http://schemas.microsoft.com/office/drawing/2014/main" id="{A40210B3-AC37-43F0-826A-C4FD1DDF91D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88192" name="Straight Connector 1831783794">
            <a:extLst xmlns:a="http://schemas.openxmlformats.org/drawingml/2006/main">
              <a:ext uri="{FF2B5EF4-FFF2-40B4-BE49-F238E27FC236}">
                <a16:creationId xmlns:a16="http://schemas.microsoft.com/office/drawing/2014/main" id="{A367686A-D027-4034-8A23-DCFEEEA9A5F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6921405" name="Rectangle: Rounded Corners 1519439690">
            <a:extLst xmlns:a="http://schemas.openxmlformats.org/drawingml/2006/main">
              <a:ext uri="{FF2B5EF4-FFF2-40B4-BE49-F238E27FC236}">
                <a16:creationId xmlns:a16="http://schemas.microsoft.com/office/drawing/2014/main" id="{DA1D2C2B-D1BD-4D40-A820-92BA6107E0B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59293211" name="Rectangle 1880411001">
            <a:extLst xmlns:a="http://schemas.openxmlformats.org/drawingml/2006/main">
              <a:ext uri="{FF2B5EF4-FFF2-40B4-BE49-F238E27FC236}">
                <a16:creationId xmlns:a16="http://schemas.microsoft.com/office/drawing/2014/main" id="{CB05EFBC-3019-4F9A-8701-EF2059960503}"/>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95171147" name="Straight Connector 63070562">
            <a:extLst xmlns:a="http://schemas.openxmlformats.org/drawingml/2006/main">
              <a:ext uri="{FF2B5EF4-FFF2-40B4-BE49-F238E27FC236}">
                <a16:creationId xmlns:a16="http://schemas.microsoft.com/office/drawing/2014/main" id="{2CCFB7E8-2ABA-4BBA-B25D-8DC3C3CF39E8}"/>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8203999" name="Oval 723606972">
            <a:extLst xmlns:a="http://schemas.openxmlformats.org/drawingml/2006/main">
              <a:ext uri="{FF2B5EF4-FFF2-40B4-BE49-F238E27FC236}">
                <a16:creationId xmlns:a16="http://schemas.microsoft.com/office/drawing/2014/main" id="{85FFFFA5-1F35-4057-9F76-7F322CFBCA8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008585" name="Straight Connector 1295429066">
            <a:extLst xmlns:a="http://schemas.openxmlformats.org/drawingml/2006/main">
              <a:ext uri="{FF2B5EF4-FFF2-40B4-BE49-F238E27FC236}">
                <a16:creationId xmlns:a16="http://schemas.microsoft.com/office/drawing/2014/main" id="{17168B85-9F08-4E8A-891A-ED559390A78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963983" name="Oval 8682068">
            <a:extLst xmlns:a="http://schemas.openxmlformats.org/drawingml/2006/main">
              <a:ext uri="{FF2B5EF4-FFF2-40B4-BE49-F238E27FC236}">
                <a16:creationId xmlns:a16="http://schemas.microsoft.com/office/drawing/2014/main" id="{FC79D404-5D36-4E30-B1D3-7D53D2948F0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45129" name="Straight Connector 2139346071">
            <a:extLst xmlns:a="http://schemas.openxmlformats.org/drawingml/2006/main">
              <a:ext uri="{FF2B5EF4-FFF2-40B4-BE49-F238E27FC236}">
                <a16:creationId xmlns:a16="http://schemas.microsoft.com/office/drawing/2014/main" id="{C3DBB94A-5EBA-4C43-A846-CAC4674E9EA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8415108" name="Oval 2066189596">
            <a:extLst xmlns:a="http://schemas.openxmlformats.org/drawingml/2006/main">
              <a:ext uri="{FF2B5EF4-FFF2-40B4-BE49-F238E27FC236}">
                <a16:creationId xmlns:a16="http://schemas.microsoft.com/office/drawing/2014/main" id="{2B52C62F-A0E7-4602-869D-597BB93ACE7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998388" name="Straight Connector 272593582">
            <a:extLst xmlns:a="http://schemas.openxmlformats.org/drawingml/2006/main">
              <a:ext uri="{FF2B5EF4-FFF2-40B4-BE49-F238E27FC236}">
                <a16:creationId xmlns:a16="http://schemas.microsoft.com/office/drawing/2014/main" id="{6F5601BA-A8F4-4D94-BD3B-04655D44A18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405303" name="Oval 134232463">
            <a:extLst xmlns:a="http://schemas.openxmlformats.org/drawingml/2006/main">
              <a:ext uri="{FF2B5EF4-FFF2-40B4-BE49-F238E27FC236}">
                <a16:creationId xmlns:a16="http://schemas.microsoft.com/office/drawing/2014/main" id="{EB53F58C-E42B-4B8A-9DEF-E45585282E8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732509" name="Straight Connector 775049891">
            <a:extLst xmlns:a="http://schemas.openxmlformats.org/drawingml/2006/main">
              <a:ext uri="{FF2B5EF4-FFF2-40B4-BE49-F238E27FC236}">
                <a16:creationId xmlns:a16="http://schemas.microsoft.com/office/drawing/2014/main" id="{362B1B56-CFCE-4C1C-B587-9BFEBB633FA2}"/>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52188" name="Oval 1072269508">
            <a:extLst xmlns:a="http://schemas.openxmlformats.org/drawingml/2006/main">
              <a:ext uri="{FF2B5EF4-FFF2-40B4-BE49-F238E27FC236}">
                <a16:creationId xmlns:a16="http://schemas.microsoft.com/office/drawing/2014/main" id="{74CD46B1-A614-4164-B155-51421D13B84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868097" name="Straight Connector 982061214">
            <a:extLst xmlns:a="http://schemas.openxmlformats.org/drawingml/2006/main">
              <a:ext uri="{FF2B5EF4-FFF2-40B4-BE49-F238E27FC236}">
                <a16:creationId xmlns:a16="http://schemas.microsoft.com/office/drawing/2014/main" id="{7099C6AA-F31F-480C-8103-2410AEA9171B}"/>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32947" name="Oval 1509233170">
            <a:extLst xmlns:a="http://schemas.openxmlformats.org/drawingml/2006/main">
              <a:ext uri="{FF2B5EF4-FFF2-40B4-BE49-F238E27FC236}">
                <a16:creationId xmlns:a16="http://schemas.microsoft.com/office/drawing/2014/main" id="{6A4F0797-ABAF-4202-AFED-BBA9A87AF0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53960" name="Rectangle 835713909">
            <a:extLst xmlns:a="http://schemas.openxmlformats.org/drawingml/2006/main">
              <a:ext uri="{FF2B5EF4-FFF2-40B4-BE49-F238E27FC236}">
                <a16:creationId xmlns:a16="http://schemas.microsoft.com/office/drawing/2014/main" id="{D7C84DF4-1BF6-4125-9D96-B71D03178AC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73755491" name="Rectangle 891411324">
            <a:extLst xmlns:a="http://schemas.openxmlformats.org/drawingml/2006/main">
              <a:ext uri="{FF2B5EF4-FFF2-40B4-BE49-F238E27FC236}">
                <a16:creationId xmlns:a16="http://schemas.microsoft.com/office/drawing/2014/main" id="{BF051713-7517-47C1-8A9C-9A155FC0430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38276594" name="Rectangle 1615394469">
            <a:extLst xmlns:a="http://schemas.openxmlformats.org/drawingml/2006/main">
              <a:ext uri="{FF2B5EF4-FFF2-40B4-BE49-F238E27FC236}">
                <a16:creationId xmlns:a16="http://schemas.microsoft.com/office/drawing/2014/main" id="{8CD5D0B3-464E-49F8-AE35-B6BEB86236D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1640051029" name="solidguide_flipV">
            <a:extLst xmlns:a="http://schemas.openxmlformats.org/drawingml/2006/main">
              <a:ext uri="{FF2B5EF4-FFF2-40B4-BE49-F238E27FC236}">
                <a16:creationId xmlns:a16="http://schemas.microsoft.com/office/drawing/2014/main" id="{A44C913F-F968-4527-B2B4-13AAEBD19D3F}"/>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46862455"/>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83592" name="Rectangle 810486817">
            <a:extLst xmlns:a="http://schemas.openxmlformats.org/drawingml/2006/main">
              <a:ext uri="{FF2B5EF4-FFF2-40B4-BE49-F238E27FC236}">
                <a16:creationId xmlns:a16="http://schemas.microsoft.com/office/drawing/2014/main" id="{D0ACD551-2904-404B-ADB9-A3C9DDD6558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99052677" name="Rectangle 1387195607">
            <a:extLst xmlns:a="http://schemas.openxmlformats.org/drawingml/2006/main">
              <a:ext uri="{FF2B5EF4-FFF2-40B4-BE49-F238E27FC236}">
                <a16:creationId xmlns:a16="http://schemas.microsoft.com/office/drawing/2014/main" id="{258D18CF-6095-4A8B-AED8-37C9412AE36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614626300" name="Rectangle: Rounded Corners 2010506367">
            <a:extLst xmlns:a="http://schemas.openxmlformats.org/drawingml/2006/main">
              <a:ext uri="{FF2B5EF4-FFF2-40B4-BE49-F238E27FC236}">
                <a16:creationId xmlns:a16="http://schemas.microsoft.com/office/drawing/2014/main" id="{A8C364FB-FB5C-4BDE-8EFC-E84B28AEC8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950333"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396a5436990b4b6d"/>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73244130" name="Straight Connector 1226520373">
            <a:extLst xmlns:a="http://schemas.openxmlformats.org/drawingml/2006/main">
              <a:ext uri="{FF2B5EF4-FFF2-40B4-BE49-F238E27FC236}">
                <a16:creationId xmlns:a16="http://schemas.microsoft.com/office/drawing/2014/main" id="{70D2BE37-1348-4AC6-8205-805F8280856B}"/>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361744" name="Straight Connector 1752169602">
            <a:extLst xmlns:a="http://schemas.openxmlformats.org/drawingml/2006/main">
              <a:ext uri="{FF2B5EF4-FFF2-40B4-BE49-F238E27FC236}">
                <a16:creationId xmlns:a16="http://schemas.microsoft.com/office/drawing/2014/main" id="{8DF1CBED-CD00-4D36-A9DF-D5F858E8F52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31649" name="Rectangle: Rounded Corners 917000957">
            <a:extLst xmlns:a="http://schemas.openxmlformats.org/drawingml/2006/main">
              <a:ext uri="{FF2B5EF4-FFF2-40B4-BE49-F238E27FC236}">
                <a16:creationId xmlns:a16="http://schemas.microsoft.com/office/drawing/2014/main" id="{FCB45AB2-15D4-4387-8D21-41774DE164A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86058880" name="Rectangle 835812764">
            <a:extLst xmlns:a="http://schemas.openxmlformats.org/drawingml/2006/main">
              <a:ext uri="{FF2B5EF4-FFF2-40B4-BE49-F238E27FC236}">
                <a16:creationId xmlns:a16="http://schemas.microsoft.com/office/drawing/2014/main" id="{9831A733-D14C-4A35-A1F7-AD26FDDA8F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40125365" name="Straight Connector 1136040176">
            <a:extLst xmlns:a="http://schemas.openxmlformats.org/drawingml/2006/main">
              <a:ext uri="{FF2B5EF4-FFF2-40B4-BE49-F238E27FC236}">
                <a16:creationId xmlns:a16="http://schemas.microsoft.com/office/drawing/2014/main" id="{BCE853AA-CD08-47EE-8B42-55D3DE069068}"/>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532749" name="Oval 583075002">
            <a:extLst xmlns:a="http://schemas.openxmlformats.org/drawingml/2006/main">
              <a:ext uri="{FF2B5EF4-FFF2-40B4-BE49-F238E27FC236}">
                <a16:creationId xmlns:a16="http://schemas.microsoft.com/office/drawing/2014/main" id="{AB66B741-D647-4E3F-A187-F876E2DD8B2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952230" name="Straight Connector 337929435">
            <a:extLst xmlns:a="http://schemas.openxmlformats.org/drawingml/2006/main">
              <a:ext uri="{FF2B5EF4-FFF2-40B4-BE49-F238E27FC236}">
                <a16:creationId xmlns:a16="http://schemas.microsoft.com/office/drawing/2014/main" id="{2841B442-18F5-4097-9B92-089C5D6C5632}"/>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267375" name="Oval 2108938194">
            <a:extLst xmlns:a="http://schemas.openxmlformats.org/drawingml/2006/main">
              <a:ext uri="{FF2B5EF4-FFF2-40B4-BE49-F238E27FC236}">
                <a16:creationId xmlns:a16="http://schemas.microsoft.com/office/drawing/2014/main" id="{DFA2F4E0-1955-4C21-9E7F-6B2F4CA915D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426157" name="Straight Connector 1089038474">
            <a:extLst xmlns:a="http://schemas.openxmlformats.org/drawingml/2006/main">
              <a:ext uri="{FF2B5EF4-FFF2-40B4-BE49-F238E27FC236}">
                <a16:creationId xmlns:a16="http://schemas.microsoft.com/office/drawing/2014/main" id="{931D89E8-9460-437A-BD25-5BCF453A2F5C}"/>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196285" name="Oval 344103133">
            <a:extLst xmlns:a="http://schemas.openxmlformats.org/drawingml/2006/main">
              <a:ext uri="{FF2B5EF4-FFF2-40B4-BE49-F238E27FC236}">
                <a16:creationId xmlns:a16="http://schemas.microsoft.com/office/drawing/2014/main" id="{1E7AEC5E-6DFE-49F5-91D9-34427F19C32B}"/>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950328" name="Straight Connector 116319933">
            <a:extLst xmlns:a="http://schemas.openxmlformats.org/drawingml/2006/main">
              <a:ext uri="{FF2B5EF4-FFF2-40B4-BE49-F238E27FC236}">
                <a16:creationId xmlns:a16="http://schemas.microsoft.com/office/drawing/2014/main" id="{36278AEE-9F01-4613-939F-817CECF20328}"/>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919584" name="Oval 1497503668">
            <a:extLst xmlns:a="http://schemas.openxmlformats.org/drawingml/2006/main">
              <a:ext uri="{FF2B5EF4-FFF2-40B4-BE49-F238E27FC236}">
                <a16:creationId xmlns:a16="http://schemas.microsoft.com/office/drawing/2014/main" id="{A961AC49-1413-4CD1-BE61-DF8EF4A5042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364240" name="Straight Connector 1398652273">
            <a:extLst xmlns:a="http://schemas.openxmlformats.org/drawingml/2006/main">
              <a:ext uri="{FF2B5EF4-FFF2-40B4-BE49-F238E27FC236}">
                <a16:creationId xmlns:a16="http://schemas.microsoft.com/office/drawing/2014/main" id="{714DD5E0-860A-4753-9D7D-05B1747AF310}"/>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675295" name="Oval 1635056806">
            <a:extLst xmlns:a="http://schemas.openxmlformats.org/drawingml/2006/main">
              <a:ext uri="{FF2B5EF4-FFF2-40B4-BE49-F238E27FC236}">
                <a16:creationId xmlns:a16="http://schemas.microsoft.com/office/drawing/2014/main" id="{AAD76CFA-D97E-4F8E-987C-B2F7CE2C76A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091563" name="Straight Connector 1900162545">
            <a:extLst xmlns:a="http://schemas.openxmlformats.org/drawingml/2006/main">
              <a:ext uri="{FF2B5EF4-FFF2-40B4-BE49-F238E27FC236}">
                <a16:creationId xmlns:a16="http://schemas.microsoft.com/office/drawing/2014/main" id="{AFDABDF5-416F-45C0-8BD2-B38DC4A165D0}"/>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90994" name="Oval 781560171">
            <a:extLst xmlns:a="http://schemas.openxmlformats.org/drawingml/2006/main">
              <a:ext uri="{FF2B5EF4-FFF2-40B4-BE49-F238E27FC236}">
                <a16:creationId xmlns:a16="http://schemas.microsoft.com/office/drawing/2014/main" id="{06942CCA-CC74-4760-98A9-6F12F1FB9599}"/>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202451" name="Rectangle 1575462251">
            <a:extLst xmlns:a="http://schemas.openxmlformats.org/drawingml/2006/main">
              <a:ext uri="{FF2B5EF4-FFF2-40B4-BE49-F238E27FC236}">
                <a16:creationId xmlns:a16="http://schemas.microsoft.com/office/drawing/2014/main" id="{0DBBC986-6461-4AF5-BC8A-855815B7078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8982548" name="Rectangle 1355267839">
            <a:extLst xmlns:a="http://schemas.openxmlformats.org/drawingml/2006/main">
              <a:ext uri="{FF2B5EF4-FFF2-40B4-BE49-F238E27FC236}">
                <a16:creationId xmlns:a16="http://schemas.microsoft.com/office/drawing/2014/main" id="{55FE7F99-3A1A-4362-9475-E0718A62523E}"/>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542441591" name="Rectangle 1311817854">
            <a:extLst xmlns:a="http://schemas.openxmlformats.org/drawingml/2006/main">
              <a:ext uri="{FF2B5EF4-FFF2-40B4-BE49-F238E27FC236}">
                <a16:creationId xmlns:a16="http://schemas.microsoft.com/office/drawing/2014/main" id="{B24656D7-031C-4A43-9102-EDF42735F4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373802845" name="solidguide_flipV">
            <a:extLst xmlns:a="http://schemas.openxmlformats.org/drawingml/2006/main">
              <a:ext uri="{FF2B5EF4-FFF2-40B4-BE49-F238E27FC236}">
                <a16:creationId xmlns:a16="http://schemas.microsoft.com/office/drawing/2014/main" id="{5781DE21-5C15-40E8-84F6-B2C75FE5B53F}"/>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590323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9977833" name="Rectangle 896921065">
            <a:extLst xmlns:a="http://schemas.openxmlformats.org/drawingml/2006/main">
              <a:ext uri="{FF2B5EF4-FFF2-40B4-BE49-F238E27FC236}">
                <a16:creationId xmlns:a16="http://schemas.microsoft.com/office/drawing/2014/main" id="{8031B063-034E-4692-A79D-898E0DAC01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33471702" name="Rectangle 873289791">
            <a:extLst xmlns:a="http://schemas.openxmlformats.org/drawingml/2006/main">
              <a:ext uri="{FF2B5EF4-FFF2-40B4-BE49-F238E27FC236}">
                <a16:creationId xmlns:a16="http://schemas.microsoft.com/office/drawing/2014/main" id="{7307770A-EA67-450F-A780-A763CB6292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72811665" name="Rectangle: Rounded Corners 1535529518">
            <a:extLst xmlns:a="http://schemas.openxmlformats.org/drawingml/2006/main">
              <a:ext uri="{FF2B5EF4-FFF2-40B4-BE49-F238E27FC236}">
                <a16:creationId xmlns:a16="http://schemas.microsoft.com/office/drawing/2014/main" id="{61897041-3881-4A43-9CEA-3B96526EBE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821372" name="Straight Connector 56707613">
            <a:extLst xmlns:a="http://schemas.openxmlformats.org/drawingml/2006/main">
              <a:ext uri="{FF2B5EF4-FFF2-40B4-BE49-F238E27FC236}">
                <a16:creationId xmlns:a16="http://schemas.microsoft.com/office/drawing/2014/main" id="{16347684-05D3-4D69-96ED-A66B5C37334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3528" name="Straight Connector 1473988392">
            <a:extLst xmlns:a="http://schemas.openxmlformats.org/drawingml/2006/main">
              <a:ext uri="{FF2B5EF4-FFF2-40B4-BE49-F238E27FC236}">
                <a16:creationId xmlns:a16="http://schemas.microsoft.com/office/drawing/2014/main" id="{01895400-531D-4440-BC33-2A3C2F691F95}"/>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916725" name="Rectangle 1804586365">
            <a:extLst xmlns:a="http://schemas.openxmlformats.org/drawingml/2006/main">
              <a:ext uri="{FF2B5EF4-FFF2-40B4-BE49-F238E27FC236}">
                <a16:creationId xmlns:a16="http://schemas.microsoft.com/office/drawing/2014/main" id="{DEFA7DAC-6D87-485D-95E3-78375332CF0C}"/>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058521375" name="Rectangle 1864669960">
            <a:extLst xmlns:a="http://schemas.openxmlformats.org/drawingml/2006/main">
              <a:ext uri="{FF2B5EF4-FFF2-40B4-BE49-F238E27FC236}">
                <a16:creationId xmlns:a16="http://schemas.microsoft.com/office/drawing/2014/main" id="{31A6FE82-5A34-4C3F-A86A-ECDD6ABF27C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4184290" name="Oval 1888914903">
            <a:extLst xmlns:a="http://schemas.openxmlformats.org/drawingml/2006/main">
              <a:ext uri="{FF2B5EF4-FFF2-40B4-BE49-F238E27FC236}">
                <a16:creationId xmlns:a16="http://schemas.microsoft.com/office/drawing/2014/main" id="{38ECBB67-EB7A-43E0-A023-4EF5915905F0}"/>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990781" name="Oval 832749497">
            <a:extLst xmlns:a="http://schemas.openxmlformats.org/drawingml/2006/main">
              <a:ext uri="{FF2B5EF4-FFF2-40B4-BE49-F238E27FC236}">
                <a16:creationId xmlns:a16="http://schemas.microsoft.com/office/drawing/2014/main" id="{64BB02C7-18F5-4546-B0BE-5D94CD59CCF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4768" name="Oval 2073900984">
            <a:extLst xmlns:a="http://schemas.openxmlformats.org/drawingml/2006/main">
              <a:ext uri="{FF2B5EF4-FFF2-40B4-BE49-F238E27FC236}">
                <a16:creationId xmlns:a16="http://schemas.microsoft.com/office/drawing/2014/main" id="{C097E17E-ED3C-4630-B8C1-F11EF7571B71}"/>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83349" name="Oval 1025225897">
            <a:extLst xmlns:a="http://schemas.openxmlformats.org/drawingml/2006/main">
              <a:ext uri="{FF2B5EF4-FFF2-40B4-BE49-F238E27FC236}">
                <a16:creationId xmlns:a16="http://schemas.microsoft.com/office/drawing/2014/main" id="{C685AF0C-381A-48CF-BC65-889CB170B07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309668" name="Oval 393992283">
            <a:extLst xmlns:a="http://schemas.openxmlformats.org/drawingml/2006/main">
              <a:ext uri="{FF2B5EF4-FFF2-40B4-BE49-F238E27FC236}">
                <a16:creationId xmlns:a16="http://schemas.microsoft.com/office/drawing/2014/main" id="{6C0FA7EF-BF7B-437B-82EC-C3CE5495AB31}"/>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261460" name="Oval 1602577504">
            <a:extLst xmlns:a="http://schemas.openxmlformats.org/drawingml/2006/main">
              <a:ext uri="{FF2B5EF4-FFF2-40B4-BE49-F238E27FC236}">
                <a16:creationId xmlns:a16="http://schemas.microsoft.com/office/drawing/2014/main" id="{C776A162-93C8-4688-A0AF-E49F2AF22D1A}"/>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432828" name="Oval 1371923820">
            <a:extLst xmlns:a="http://schemas.openxmlformats.org/drawingml/2006/main">
              <a:ext uri="{FF2B5EF4-FFF2-40B4-BE49-F238E27FC236}">
                <a16:creationId xmlns:a16="http://schemas.microsoft.com/office/drawing/2014/main" id="{A32F8729-1250-4B6E-B14E-E29FA5D6943D}"/>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163685" name="Oval 1753025884">
            <a:extLst xmlns:a="http://schemas.openxmlformats.org/drawingml/2006/main">
              <a:ext uri="{FF2B5EF4-FFF2-40B4-BE49-F238E27FC236}">
                <a16:creationId xmlns:a16="http://schemas.microsoft.com/office/drawing/2014/main" id="{CB468A18-9DD7-4B6C-9CCB-22B4B3FD016D}"/>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01686" name="Oval 1468286775">
            <a:extLst xmlns:a="http://schemas.openxmlformats.org/drawingml/2006/main">
              <a:ext uri="{FF2B5EF4-FFF2-40B4-BE49-F238E27FC236}">
                <a16:creationId xmlns:a16="http://schemas.microsoft.com/office/drawing/2014/main" id="{99E4C891-921B-40FB-90F7-43EBC28F5B2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915085" name="Oval 1303532533">
            <a:extLst xmlns:a="http://schemas.openxmlformats.org/drawingml/2006/main">
              <a:ext uri="{FF2B5EF4-FFF2-40B4-BE49-F238E27FC236}">
                <a16:creationId xmlns:a16="http://schemas.microsoft.com/office/drawing/2014/main" id="{D9D7782B-C56C-4865-B648-3CB9B0E610EA}"/>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68121" name="Oval 1098580289">
            <a:extLst xmlns:a="http://schemas.openxmlformats.org/drawingml/2006/main">
              <a:ext uri="{FF2B5EF4-FFF2-40B4-BE49-F238E27FC236}">
                <a16:creationId xmlns:a16="http://schemas.microsoft.com/office/drawing/2014/main" id="{8E67894E-4832-4C1A-BB08-9449918D3140}"/>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364535" name="Oval 747856202">
            <a:extLst xmlns:a="http://schemas.openxmlformats.org/drawingml/2006/main">
              <a:ext uri="{FF2B5EF4-FFF2-40B4-BE49-F238E27FC236}">
                <a16:creationId xmlns:a16="http://schemas.microsoft.com/office/drawing/2014/main" id="{0A5566CF-9DDB-4B4C-AFFE-0B7502EB2D29}"/>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473797" name="Oval 1515170768">
            <a:extLst xmlns:a="http://schemas.openxmlformats.org/drawingml/2006/main">
              <a:ext uri="{FF2B5EF4-FFF2-40B4-BE49-F238E27FC236}">
                <a16:creationId xmlns:a16="http://schemas.microsoft.com/office/drawing/2014/main" id="{3502C190-54B6-4F05-9016-B8254FF5F07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50727" name="Oval 758272404">
            <a:extLst xmlns:a="http://schemas.openxmlformats.org/drawingml/2006/main">
              <a:ext uri="{FF2B5EF4-FFF2-40B4-BE49-F238E27FC236}">
                <a16:creationId xmlns:a16="http://schemas.microsoft.com/office/drawing/2014/main" id="{0C2442E1-5DC3-41C9-9AE7-113B0E8D539F}"/>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488025" name="Oval 539647180">
            <a:extLst xmlns:a="http://schemas.openxmlformats.org/drawingml/2006/main">
              <a:ext uri="{FF2B5EF4-FFF2-40B4-BE49-F238E27FC236}">
                <a16:creationId xmlns:a16="http://schemas.microsoft.com/office/drawing/2014/main" id="{EC1FA838-9AA6-4350-80CC-3E7EE9A2932C}"/>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328553" name="Oval 382130369">
            <a:extLst xmlns:a="http://schemas.openxmlformats.org/drawingml/2006/main">
              <a:ext uri="{FF2B5EF4-FFF2-40B4-BE49-F238E27FC236}">
                <a16:creationId xmlns:a16="http://schemas.microsoft.com/office/drawing/2014/main" id="{4AF2D591-AFF7-4B89-AA43-D4AC937E7EE6}"/>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982039" name="Oval 347626963">
            <a:extLst xmlns:a="http://schemas.openxmlformats.org/drawingml/2006/main">
              <a:ext uri="{FF2B5EF4-FFF2-40B4-BE49-F238E27FC236}">
                <a16:creationId xmlns:a16="http://schemas.microsoft.com/office/drawing/2014/main" id="{26B2326F-33F8-49FE-B837-A6C90199673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048682" name="Rectangle: Rounded Corners 1734367546">
            <a:extLst xmlns:a="http://schemas.openxmlformats.org/drawingml/2006/main">
              <a:ext uri="{FF2B5EF4-FFF2-40B4-BE49-F238E27FC236}">
                <a16:creationId xmlns:a16="http://schemas.microsoft.com/office/drawing/2014/main" id="{5ECA9503-12F4-447F-8832-4BC2716A0FF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971634638" name="Rectangle: Rounded Corners 1497716320">
            <a:extLst xmlns:a="http://schemas.openxmlformats.org/drawingml/2006/main">
              <a:ext uri="{FF2B5EF4-FFF2-40B4-BE49-F238E27FC236}">
                <a16:creationId xmlns:a16="http://schemas.microsoft.com/office/drawing/2014/main" id="{28257E81-0EC9-4FE2-A7C4-3C8A8E0536CD}"/>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382130903" name="Rectangle: Rounded Corners 119055209">
            <a:extLst xmlns:a="http://schemas.openxmlformats.org/drawingml/2006/main">
              <a:ext uri="{FF2B5EF4-FFF2-40B4-BE49-F238E27FC236}">
                <a16:creationId xmlns:a16="http://schemas.microsoft.com/office/drawing/2014/main" id="{69419A9D-73A1-48CF-9D36-1884E21AD5EA}"/>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085830195" name="Rectangle 1782549367">
            <a:extLst xmlns:a="http://schemas.openxmlformats.org/drawingml/2006/main">
              <a:ext uri="{FF2B5EF4-FFF2-40B4-BE49-F238E27FC236}">
                <a16:creationId xmlns:a16="http://schemas.microsoft.com/office/drawing/2014/main" id="{E691AB36-1AA7-4BF2-917B-9592FD8A0915}"/>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87583679" name="Rectangle 1717240199">
            <a:extLst xmlns:a="http://schemas.openxmlformats.org/drawingml/2006/main">
              <a:ext uri="{FF2B5EF4-FFF2-40B4-BE49-F238E27FC236}">
                <a16:creationId xmlns:a16="http://schemas.microsoft.com/office/drawing/2014/main" id="{CEB6689D-A4AE-4004-B124-BC168E160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489491477" name="solidguide_flipV">
            <a:extLst xmlns:a="http://schemas.openxmlformats.org/drawingml/2006/main">
              <a:ext uri="{FF2B5EF4-FFF2-40B4-BE49-F238E27FC236}">
                <a16:creationId xmlns:a16="http://schemas.microsoft.com/office/drawing/2014/main" id="{E6DDFC31-A851-462D-94F0-58D9BFA552A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30323195"/>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3242794" name="Rectangle 876043219">
            <a:extLst xmlns:a="http://schemas.openxmlformats.org/drawingml/2006/main">
              <a:ext uri="{FF2B5EF4-FFF2-40B4-BE49-F238E27FC236}">
                <a16:creationId xmlns:a16="http://schemas.microsoft.com/office/drawing/2014/main" id="{3A57BC3E-B3F2-4ED2-9EBE-89D0322DBF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72778219" name="Rectangle 1970303406">
            <a:extLst xmlns:a="http://schemas.openxmlformats.org/drawingml/2006/main">
              <a:ext uri="{FF2B5EF4-FFF2-40B4-BE49-F238E27FC236}">
                <a16:creationId xmlns:a16="http://schemas.microsoft.com/office/drawing/2014/main" id="{92A6B5A0-554B-41A5-8A25-574F4C1DB45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980533587" name="Rectangle: Rounded Corners 1375366023">
            <a:extLst xmlns:a="http://schemas.openxmlformats.org/drawingml/2006/main">
              <a:ext uri="{FF2B5EF4-FFF2-40B4-BE49-F238E27FC236}">
                <a16:creationId xmlns:a16="http://schemas.microsoft.com/office/drawing/2014/main" id="{C3532776-060D-4CBD-8FD3-9DA218F185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17186" name="Straight Connector 1537688957">
            <a:extLst xmlns:a="http://schemas.openxmlformats.org/drawingml/2006/main">
              <a:ext uri="{FF2B5EF4-FFF2-40B4-BE49-F238E27FC236}">
                <a16:creationId xmlns:a16="http://schemas.microsoft.com/office/drawing/2014/main" id="{2DD57C4F-FC5B-4EAA-A89A-67F2A36B938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878352" name="Straight Connector 2007704337">
            <a:extLst xmlns:a="http://schemas.openxmlformats.org/drawingml/2006/main">
              <a:ext uri="{FF2B5EF4-FFF2-40B4-BE49-F238E27FC236}">
                <a16:creationId xmlns:a16="http://schemas.microsoft.com/office/drawing/2014/main" id="{E6ECF835-1728-45C3-AC74-6D67F1C918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7969633" name="Rectangle 65599505">
            <a:extLst xmlns:a="http://schemas.openxmlformats.org/drawingml/2006/main">
              <a:ext uri="{FF2B5EF4-FFF2-40B4-BE49-F238E27FC236}">
                <a16:creationId xmlns:a16="http://schemas.microsoft.com/office/drawing/2014/main" id="{EDFCFFA8-9313-45DD-9A20-A3E15C417D4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80358250" name="Rectangle 1251237696">
            <a:extLst xmlns:a="http://schemas.openxmlformats.org/drawingml/2006/main">
              <a:ext uri="{FF2B5EF4-FFF2-40B4-BE49-F238E27FC236}">
                <a16:creationId xmlns:a16="http://schemas.microsoft.com/office/drawing/2014/main" id="{F15D2A80-87C9-4A1A-99BD-0C9DA66E8B7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37754958" name="Oval 1695470153">
            <a:extLst xmlns:a="http://schemas.openxmlformats.org/drawingml/2006/main">
              <a:ext uri="{FF2B5EF4-FFF2-40B4-BE49-F238E27FC236}">
                <a16:creationId xmlns:a16="http://schemas.microsoft.com/office/drawing/2014/main" id="{CC2EDF47-BFDB-46EA-9AC0-5473C8A53685}"/>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044782" name="Oval 815448562">
            <a:extLst xmlns:a="http://schemas.openxmlformats.org/drawingml/2006/main">
              <a:ext uri="{FF2B5EF4-FFF2-40B4-BE49-F238E27FC236}">
                <a16:creationId xmlns:a16="http://schemas.microsoft.com/office/drawing/2014/main" id="{19F4BEC1-7457-4814-B887-A242D5A73B95}"/>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731456" name="Oval 1303472677">
            <a:extLst xmlns:a="http://schemas.openxmlformats.org/drawingml/2006/main">
              <a:ext uri="{FF2B5EF4-FFF2-40B4-BE49-F238E27FC236}">
                <a16:creationId xmlns:a16="http://schemas.microsoft.com/office/drawing/2014/main" id="{DFCAA6F9-3E15-406A-B5E4-DAE4616F07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9589253" name="Oval 674269756">
            <a:extLst xmlns:a="http://schemas.openxmlformats.org/drawingml/2006/main">
              <a:ext uri="{FF2B5EF4-FFF2-40B4-BE49-F238E27FC236}">
                <a16:creationId xmlns:a16="http://schemas.microsoft.com/office/drawing/2014/main" id="{1BEE9BA3-CD51-4FC0-AF9E-7A8A6424FFA3}"/>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021004" name="Oval 163294809">
            <a:extLst xmlns:a="http://schemas.openxmlformats.org/drawingml/2006/main">
              <a:ext uri="{FF2B5EF4-FFF2-40B4-BE49-F238E27FC236}">
                <a16:creationId xmlns:a16="http://schemas.microsoft.com/office/drawing/2014/main" id="{747556FD-7AD2-48D4-8B17-FE518234133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46809" name="Oval 1733278306">
            <a:extLst xmlns:a="http://schemas.openxmlformats.org/drawingml/2006/main">
              <a:ext uri="{FF2B5EF4-FFF2-40B4-BE49-F238E27FC236}">
                <a16:creationId xmlns:a16="http://schemas.microsoft.com/office/drawing/2014/main" id="{6700AC06-6D70-4096-A9D1-3CF32B79AFD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092396" name="Oval 880799253">
            <a:extLst xmlns:a="http://schemas.openxmlformats.org/drawingml/2006/main">
              <a:ext uri="{FF2B5EF4-FFF2-40B4-BE49-F238E27FC236}">
                <a16:creationId xmlns:a16="http://schemas.microsoft.com/office/drawing/2014/main" id="{A640FB61-A0A1-4D24-BA0F-F109A264F93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518544" name="Oval 834346434">
            <a:extLst xmlns:a="http://schemas.openxmlformats.org/drawingml/2006/main">
              <a:ext uri="{FF2B5EF4-FFF2-40B4-BE49-F238E27FC236}">
                <a16:creationId xmlns:a16="http://schemas.microsoft.com/office/drawing/2014/main" id="{3528A553-0CDE-4ADD-BB3F-138B984922A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274098" name="Oval 558427810">
            <a:extLst xmlns:a="http://schemas.openxmlformats.org/drawingml/2006/main">
              <a:ext uri="{FF2B5EF4-FFF2-40B4-BE49-F238E27FC236}">
                <a16:creationId xmlns:a16="http://schemas.microsoft.com/office/drawing/2014/main" id="{334FF6CA-A785-435C-891A-BCECFAAE2918}"/>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3739608" name="Oval 1580509645">
            <a:extLst xmlns:a="http://schemas.openxmlformats.org/drawingml/2006/main">
              <a:ext uri="{FF2B5EF4-FFF2-40B4-BE49-F238E27FC236}">
                <a16:creationId xmlns:a16="http://schemas.microsoft.com/office/drawing/2014/main" id="{6E3AE981-E318-4CD1-919F-AE9A8128E7AF}"/>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152751" name="Oval 572736301">
            <a:extLst xmlns:a="http://schemas.openxmlformats.org/drawingml/2006/main">
              <a:ext uri="{FF2B5EF4-FFF2-40B4-BE49-F238E27FC236}">
                <a16:creationId xmlns:a16="http://schemas.microsoft.com/office/drawing/2014/main" id="{827CAB51-97C3-494F-9A25-233023EA79C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62720" name="Oval 777734922">
            <a:extLst xmlns:a="http://schemas.openxmlformats.org/drawingml/2006/main">
              <a:ext uri="{FF2B5EF4-FFF2-40B4-BE49-F238E27FC236}">
                <a16:creationId xmlns:a16="http://schemas.microsoft.com/office/drawing/2014/main" id="{91615678-2713-4EA7-BFF1-E7E31BA0415A}"/>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5658566" name="Oval 113252181">
            <a:extLst xmlns:a="http://schemas.openxmlformats.org/drawingml/2006/main">
              <a:ext uri="{FF2B5EF4-FFF2-40B4-BE49-F238E27FC236}">
                <a16:creationId xmlns:a16="http://schemas.microsoft.com/office/drawing/2014/main" id="{B8E263F8-6E4A-47D1-A01B-49CD103003CC}"/>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105669" name="Oval 1702038152">
            <a:extLst xmlns:a="http://schemas.openxmlformats.org/drawingml/2006/main">
              <a:ext uri="{FF2B5EF4-FFF2-40B4-BE49-F238E27FC236}">
                <a16:creationId xmlns:a16="http://schemas.microsoft.com/office/drawing/2014/main" id="{F5814FCA-0486-408F-855A-2301C8589F2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3623524" name="Oval 1781702022">
            <a:extLst xmlns:a="http://schemas.openxmlformats.org/drawingml/2006/main">
              <a:ext uri="{FF2B5EF4-FFF2-40B4-BE49-F238E27FC236}">
                <a16:creationId xmlns:a16="http://schemas.microsoft.com/office/drawing/2014/main" id="{4EC46B0E-96A5-4E19-BF7F-0B6AC65344F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38014" name="Oval 164012884">
            <a:extLst xmlns:a="http://schemas.openxmlformats.org/drawingml/2006/main">
              <a:ext uri="{FF2B5EF4-FFF2-40B4-BE49-F238E27FC236}">
                <a16:creationId xmlns:a16="http://schemas.microsoft.com/office/drawing/2014/main" id="{C2B69BB2-A3D1-4A10-B84C-A48BD7BB63C6}"/>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596753" name="Oval 991339259">
            <a:extLst xmlns:a="http://schemas.openxmlformats.org/drawingml/2006/main">
              <a:ext uri="{FF2B5EF4-FFF2-40B4-BE49-F238E27FC236}">
                <a16:creationId xmlns:a16="http://schemas.microsoft.com/office/drawing/2014/main" id="{8AE5BC8B-3351-423B-A1B3-B302D9516DF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4319400" name="Rectangle: Rounded Corners 2031926644">
            <a:extLst xmlns:a="http://schemas.openxmlformats.org/drawingml/2006/main">
              <a:ext uri="{FF2B5EF4-FFF2-40B4-BE49-F238E27FC236}">
                <a16:creationId xmlns:a16="http://schemas.microsoft.com/office/drawing/2014/main" id="{C3813BD5-FA24-4742-A23B-2522D89F25F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498913881" name="Rectangle: Rounded Corners 1514015500">
            <a:extLst xmlns:a="http://schemas.openxmlformats.org/drawingml/2006/main">
              <a:ext uri="{FF2B5EF4-FFF2-40B4-BE49-F238E27FC236}">
                <a16:creationId xmlns:a16="http://schemas.microsoft.com/office/drawing/2014/main" id="{92B9EF4F-60ED-4830-BBB8-3FBEFC78E59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483969136" name="Rectangle 738739686">
            <a:extLst xmlns:a="http://schemas.openxmlformats.org/drawingml/2006/main">
              <a:ext uri="{FF2B5EF4-FFF2-40B4-BE49-F238E27FC236}">
                <a16:creationId xmlns:a16="http://schemas.microsoft.com/office/drawing/2014/main" id="{C5A64E3E-B96F-495E-8958-D208ADBC286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26658332" name="Rectangle 1843306662">
            <a:extLst xmlns:a="http://schemas.openxmlformats.org/drawingml/2006/main">
              <a:ext uri="{FF2B5EF4-FFF2-40B4-BE49-F238E27FC236}">
                <a16:creationId xmlns:a16="http://schemas.microsoft.com/office/drawing/2014/main" id="{947BE791-AF62-41F0-B4B8-B4F5D30E86B7}"/>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873253376" name="Rectangle 940562735">
            <a:extLst xmlns:a="http://schemas.openxmlformats.org/drawingml/2006/main">
              <a:ext uri="{FF2B5EF4-FFF2-40B4-BE49-F238E27FC236}">
                <a16:creationId xmlns:a16="http://schemas.microsoft.com/office/drawing/2014/main" id="{FA76BA5F-7561-47FB-B9BD-E9527F4981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1649822167" name="solidguide_flipV">
            <a:extLst xmlns:a="http://schemas.openxmlformats.org/drawingml/2006/main">
              <a:ext uri="{FF2B5EF4-FFF2-40B4-BE49-F238E27FC236}">
                <a16:creationId xmlns:a16="http://schemas.microsoft.com/office/drawing/2014/main" id="{56BD77A4-DEF9-49DE-9C29-FB723F37CC1E}"/>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873148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117f60d230f24261">
            <a:extLst>
              <a:ext uri="{96DAC541-7B7A-43D3-8B79-37D633B846F1}">
                <asvg:svgBlip xmlns:asvg="http://schemas.microsoft.com/office/drawing/2016/SVG/main" r:embed="R86b11b83a05944eb"/>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71187249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864444" name="Rectangle 1896240478">
            <a:extLst xmlns:a="http://schemas.openxmlformats.org/drawingml/2006/main">
              <a:ext uri="{FF2B5EF4-FFF2-40B4-BE49-F238E27FC236}">
                <a16:creationId xmlns:a16="http://schemas.microsoft.com/office/drawing/2014/main" id="{1678389F-4CF4-4B3D-8858-79E88D2AF5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897298958" name="Rectangle 574298503">
            <a:extLst xmlns:a="http://schemas.openxmlformats.org/drawingml/2006/main">
              <a:ext uri="{FF2B5EF4-FFF2-40B4-BE49-F238E27FC236}">
                <a16:creationId xmlns:a16="http://schemas.microsoft.com/office/drawing/2014/main" id="{D12A77CC-A96F-4F03-ADCB-159E0508D0B7}"/>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800646896" name="Rectangle: Rounded Corners 682947437">
            <a:extLst xmlns:a="http://schemas.openxmlformats.org/drawingml/2006/main">
              <a:ext uri="{FF2B5EF4-FFF2-40B4-BE49-F238E27FC236}">
                <a16:creationId xmlns:a16="http://schemas.microsoft.com/office/drawing/2014/main" id="{C83FDF9C-B3FC-4262-AEEA-0F0568F1EF0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576781" name="Straight Connector 1968719096">
            <a:extLst xmlns:a="http://schemas.openxmlformats.org/drawingml/2006/main">
              <a:ext uri="{FF2B5EF4-FFF2-40B4-BE49-F238E27FC236}">
                <a16:creationId xmlns:a16="http://schemas.microsoft.com/office/drawing/2014/main" id="{AB2390AD-37FC-4DAE-B496-27143AC6EFC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776908" name="Straight Connector 1324465773">
            <a:extLst xmlns:a="http://schemas.openxmlformats.org/drawingml/2006/main">
              <a:ext uri="{FF2B5EF4-FFF2-40B4-BE49-F238E27FC236}">
                <a16:creationId xmlns:a16="http://schemas.microsoft.com/office/drawing/2014/main" id="{0C8E8F85-B456-4F0A-89EE-B909B2CD9993}"/>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473351" name="Rectangle 910257484">
            <a:extLst xmlns:a="http://schemas.openxmlformats.org/drawingml/2006/main">
              <a:ext uri="{FF2B5EF4-FFF2-40B4-BE49-F238E27FC236}">
                <a16:creationId xmlns:a16="http://schemas.microsoft.com/office/drawing/2014/main" id="{4A64A246-C3B0-4C96-A654-909EB646696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11675616" name="Rectangle 1246496868">
            <a:extLst xmlns:a="http://schemas.openxmlformats.org/drawingml/2006/main">
              <a:ext uri="{FF2B5EF4-FFF2-40B4-BE49-F238E27FC236}">
                <a16:creationId xmlns:a16="http://schemas.microsoft.com/office/drawing/2014/main" id="{AD322247-5215-4FE0-845C-26B938A066B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31414761" name="Oval 1811837015">
            <a:extLst xmlns:a="http://schemas.openxmlformats.org/drawingml/2006/main">
              <a:ext uri="{FF2B5EF4-FFF2-40B4-BE49-F238E27FC236}">
                <a16:creationId xmlns:a16="http://schemas.microsoft.com/office/drawing/2014/main" id="{2C91385D-30D1-4CD0-8EC0-944C06325D9C}"/>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13485" name="Oval 453346286">
            <a:extLst xmlns:a="http://schemas.openxmlformats.org/drawingml/2006/main">
              <a:ext uri="{FF2B5EF4-FFF2-40B4-BE49-F238E27FC236}">
                <a16:creationId xmlns:a16="http://schemas.microsoft.com/office/drawing/2014/main" id="{A5533D8B-081B-4C17-AF2A-9EB13BC742B4}"/>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215063" name="Oval 1618228278">
            <a:extLst xmlns:a="http://schemas.openxmlformats.org/drawingml/2006/main">
              <a:ext uri="{FF2B5EF4-FFF2-40B4-BE49-F238E27FC236}">
                <a16:creationId xmlns:a16="http://schemas.microsoft.com/office/drawing/2014/main" id="{7CFD7BC5-D73D-4F1C-8C21-C9F874A91DDA}"/>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718718" name="Oval 2089599102">
            <a:extLst xmlns:a="http://schemas.openxmlformats.org/drawingml/2006/main">
              <a:ext uri="{FF2B5EF4-FFF2-40B4-BE49-F238E27FC236}">
                <a16:creationId xmlns:a16="http://schemas.microsoft.com/office/drawing/2014/main" id="{74D5EE02-5E14-4609-B510-C608F70D3C5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2216025" name="Oval 1457916702">
            <a:extLst xmlns:a="http://schemas.openxmlformats.org/drawingml/2006/main">
              <a:ext uri="{FF2B5EF4-FFF2-40B4-BE49-F238E27FC236}">
                <a16:creationId xmlns:a16="http://schemas.microsoft.com/office/drawing/2014/main" id="{F689FB9A-F9BA-4DF6-A813-C11124C39BC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66456" name="Oval 1250923537">
            <a:extLst xmlns:a="http://schemas.openxmlformats.org/drawingml/2006/main">
              <a:ext uri="{FF2B5EF4-FFF2-40B4-BE49-F238E27FC236}">
                <a16:creationId xmlns:a16="http://schemas.microsoft.com/office/drawing/2014/main" id="{B7E6C7B8-3299-4A5E-8D26-6F890227066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067812" name="Oval 579714091">
            <a:extLst xmlns:a="http://schemas.openxmlformats.org/drawingml/2006/main">
              <a:ext uri="{FF2B5EF4-FFF2-40B4-BE49-F238E27FC236}">
                <a16:creationId xmlns:a16="http://schemas.microsoft.com/office/drawing/2014/main" id="{DA12F93F-F59E-49D8-BD3F-CBBADBF25AC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0398678" name="Oval 1188193174">
            <a:extLst xmlns:a="http://schemas.openxmlformats.org/drawingml/2006/main">
              <a:ext uri="{FF2B5EF4-FFF2-40B4-BE49-F238E27FC236}">
                <a16:creationId xmlns:a16="http://schemas.microsoft.com/office/drawing/2014/main" id="{BD683064-47A0-4617-AF0D-ED36033CD7F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296494" name="Oval 2075857352">
            <a:extLst xmlns:a="http://schemas.openxmlformats.org/drawingml/2006/main">
              <a:ext uri="{FF2B5EF4-FFF2-40B4-BE49-F238E27FC236}">
                <a16:creationId xmlns:a16="http://schemas.microsoft.com/office/drawing/2014/main" id="{B3FE69AC-FD54-41EF-BDAF-C1E3342C364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1871194" name="Oval 260739156">
            <a:extLst xmlns:a="http://schemas.openxmlformats.org/drawingml/2006/main">
              <a:ext uri="{FF2B5EF4-FFF2-40B4-BE49-F238E27FC236}">
                <a16:creationId xmlns:a16="http://schemas.microsoft.com/office/drawing/2014/main" id="{217293DB-74C2-43DA-A097-FE544037253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230449" name="Oval 472597423">
            <a:extLst xmlns:a="http://schemas.openxmlformats.org/drawingml/2006/main">
              <a:ext uri="{FF2B5EF4-FFF2-40B4-BE49-F238E27FC236}">
                <a16:creationId xmlns:a16="http://schemas.microsoft.com/office/drawing/2014/main" id="{12ABA412-31CB-462D-8139-7DC469B926B8}"/>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153809" name="Oval 311162583">
            <a:extLst xmlns:a="http://schemas.openxmlformats.org/drawingml/2006/main">
              <a:ext uri="{FF2B5EF4-FFF2-40B4-BE49-F238E27FC236}">
                <a16:creationId xmlns:a16="http://schemas.microsoft.com/office/drawing/2014/main" id="{7CBD5B89-F4EE-4759-B5DA-6E3DE85156B0}"/>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870038" name="Oval 418592258">
            <a:extLst xmlns:a="http://schemas.openxmlformats.org/drawingml/2006/main">
              <a:ext uri="{FF2B5EF4-FFF2-40B4-BE49-F238E27FC236}">
                <a16:creationId xmlns:a16="http://schemas.microsoft.com/office/drawing/2014/main" id="{27F52291-EA33-4F58-A693-E7BB0117707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772917" name="Oval 391215337">
            <a:extLst xmlns:a="http://schemas.openxmlformats.org/drawingml/2006/main">
              <a:ext uri="{FF2B5EF4-FFF2-40B4-BE49-F238E27FC236}">
                <a16:creationId xmlns:a16="http://schemas.microsoft.com/office/drawing/2014/main" id="{C967C6F8-6822-4894-A4CA-84E859CDFD05}"/>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21704" name="Oval 1707420591">
            <a:extLst xmlns:a="http://schemas.openxmlformats.org/drawingml/2006/main">
              <a:ext uri="{FF2B5EF4-FFF2-40B4-BE49-F238E27FC236}">
                <a16:creationId xmlns:a16="http://schemas.microsoft.com/office/drawing/2014/main" id="{FD827054-5B90-4BBA-A65E-50C90C67851C}"/>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236804" name="Oval 1324466289">
            <a:extLst xmlns:a="http://schemas.openxmlformats.org/drawingml/2006/main">
              <a:ext uri="{FF2B5EF4-FFF2-40B4-BE49-F238E27FC236}">
                <a16:creationId xmlns:a16="http://schemas.microsoft.com/office/drawing/2014/main" id="{44A8341D-7A92-435F-98BF-26A2426D21F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84990" name="Oval 1167646443">
            <a:extLst xmlns:a="http://schemas.openxmlformats.org/drawingml/2006/main">
              <a:ext uri="{FF2B5EF4-FFF2-40B4-BE49-F238E27FC236}">
                <a16:creationId xmlns:a16="http://schemas.microsoft.com/office/drawing/2014/main" id="{BFE0CDD8-E8E7-4A75-856B-6259D87EDE96}"/>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95465" name="Rectangle: Rounded Corners 1367024097">
            <a:extLst xmlns:a="http://schemas.openxmlformats.org/drawingml/2006/main">
              <a:ext uri="{FF2B5EF4-FFF2-40B4-BE49-F238E27FC236}">
                <a16:creationId xmlns:a16="http://schemas.microsoft.com/office/drawing/2014/main" id="{2A7D180E-497E-4C48-9A65-3556B8C860E5}"/>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962193187" name="Rectangle: Rounded Corners 2069871042">
            <a:extLst xmlns:a="http://schemas.openxmlformats.org/drawingml/2006/main">
              <a:ext uri="{FF2B5EF4-FFF2-40B4-BE49-F238E27FC236}">
                <a16:creationId xmlns:a16="http://schemas.microsoft.com/office/drawing/2014/main" id="{8405F7A3-718A-47C9-8ABD-DD30EE977145}"/>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461162015" name="Rectangle 2096192631">
            <a:extLst xmlns:a="http://schemas.openxmlformats.org/drawingml/2006/main">
              <a:ext uri="{FF2B5EF4-FFF2-40B4-BE49-F238E27FC236}">
                <a16:creationId xmlns:a16="http://schemas.microsoft.com/office/drawing/2014/main" id="{D68E1772-D968-45B5-A48E-BA0A78E8E50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17840413" name="Rectangle 969777747">
            <a:extLst xmlns:a="http://schemas.openxmlformats.org/drawingml/2006/main">
              <a:ext uri="{FF2B5EF4-FFF2-40B4-BE49-F238E27FC236}">
                <a16:creationId xmlns:a16="http://schemas.microsoft.com/office/drawing/2014/main" id="{DD7C286B-B91C-495D-B8EC-293BF97CA2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37473381"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98e3578adf724db3">
            <a:extLst>
              <a:ext uri="{96DAC541-7B7A-43D3-8B79-37D633B846F1}">
                <asvg:svgBlip xmlns:asvg="http://schemas.microsoft.com/office/drawing/2016/SVG/main" r:embed="R257e01a42bcc46c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92294034" name="solidguide_flipV">
            <a:extLst xmlns:a="http://schemas.openxmlformats.org/drawingml/2006/main">
              <a:ext uri="{FF2B5EF4-FFF2-40B4-BE49-F238E27FC236}">
                <a16:creationId xmlns:a16="http://schemas.microsoft.com/office/drawing/2014/main" id="{BFA8E6FC-5E25-4114-A5A6-96838097614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164973"/>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090014" name="Rectangle 1890818175">
            <a:extLst xmlns:a="http://schemas.openxmlformats.org/drawingml/2006/main">
              <a:ext uri="{FF2B5EF4-FFF2-40B4-BE49-F238E27FC236}">
                <a16:creationId xmlns:a16="http://schemas.microsoft.com/office/drawing/2014/main" id="{52082E1F-D42A-4FEC-9D44-0AF6E9770E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86622242" name="Rectangle 785272061">
            <a:extLst xmlns:a="http://schemas.openxmlformats.org/drawingml/2006/main">
              <a:ext uri="{FF2B5EF4-FFF2-40B4-BE49-F238E27FC236}">
                <a16:creationId xmlns:a16="http://schemas.microsoft.com/office/drawing/2014/main" id="{9FD6A1D1-AD8E-4C24-8006-2A6DD939289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463066005" name="Rectangle: Rounded Corners 1266136651">
            <a:extLst xmlns:a="http://schemas.openxmlformats.org/drawingml/2006/main">
              <a:ext uri="{FF2B5EF4-FFF2-40B4-BE49-F238E27FC236}">
                <a16:creationId xmlns:a16="http://schemas.microsoft.com/office/drawing/2014/main" id="{DBE2BDE5-5571-42F3-82C0-E0573351118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753245" name="Rectangle: Rounded Corners 1050748594">
            <a:extLst xmlns:a="http://schemas.openxmlformats.org/drawingml/2006/main">
              <a:ext uri="{FF2B5EF4-FFF2-40B4-BE49-F238E27FC236}">
                <a16:creationId xmlns:a16="http://schemas.microsoft.com/office/drawing/2014/main" id="{1726AB1B-7742-4ED5-9D01-216C1E1E38DB}"/>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612256" name="Rectangle 1752567775">
            <a:extLst xmlns:a="http://schemas.openxmlformats.org/drawingml/2006/main">
              <a:ext uri="{FF2B5EF4-FFF2-40B4-BE49-F238E27FC236}">
                <a16:creationId xmlns:a16="http://schemas.microsoft.com/office/drawing/2014/main" id="{CE443AC1-84C6-4931-8B31-5CB8D7EF7DC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602432880" name="Rectangle 397256149">
            <a:extLst xmlns:a="http://schemas.openxmlformats.org/drawingml/2006/main">
              <a:ext uri="{FF2B5EF4-FFF2-40B4-BE49-F238E27FC236}">
                <a16:creationId xmlns:a16="http://schemas.microsoft.com/office/drawing/2014/main" id="{A2A784BE-CFEC-4A22-B40E-482BDFD25850}"/>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906352440" name="Rectangle 528734129">
            <a:extLst xmlns:a="http://schemas.openxmlformats.org/drawingml/2006/main">
              <a:ext uri="{FF2B5EF4-FFF2-40B4-BE49-F238E27FC236}">
                <a16:creationId xmlns:a16="http://schemas.microsoft.com/office/drawing/2014/main" id="{4BB55C24-3FFE-4FCB-9710-A60B76BDF422}"/>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135502684" name="Rectangle 1008566192">
            <a:extLst xmlns:a="http://schemas.openxmlformats.org/drawingml/2006/main">
              <a:ext uri="{FF2B5EF4-FFF2-40B4-BE49-F238E27FC236}">
                <a16:creationId xmlns:a16="http://schemas.microsoft.com/office/drawing/2014/main" id="{0C098A89-05AD-4102-A3DF-EA0946AFACF4}"/>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593511313" name="Straight Connector 2104166465">
            <a:extLst xmlns:a="http://schemas.openxmlformats.org/drawingml/2006/main">
              <a:ext uri="{FF2B5EF4-FFF2-40B4-BE49-F238E27FC236}">
                <a16:creationId xmlns:a16="http://schemas.microsoft.com/office/drawing/2014/main" id="{34B7DB19-2902-47E4-A490-57D42D71299C}"/>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232938" name="Rectangle 1391317270">
            <a:extLst xmlns:a="http://schemas.openxmlformats.org/drawingml/2006/main">
              <a:ext uri="{FF2B5EF4-FFF2-40B4-BE49-F238E27FC236}">
                <a16:creationId xmlns:a16="http://schemas.microsoft.com/office/drawing/2014/main" id="{46C3DFE4-EC2E-472D-9BD2-036638FA1027}"/>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097502475" name="Rectangle 2139818398">
            <a:extLst xmlns:a="http://schemas.openxmlformats.org/drawingml/2006/main">
              <a:ext uri="{FF2B5EF4-FFF2-40B4-BE49-F238E27FC236}">
                <a16:creationId xmlns:a16="http://schemas.microsoft.com/office/drawing/2014/main" id="{C3652FA9-13A8-4D21-9051-68CD33E8A9D9}"/>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51689449" name="Straight Connector 756114381">
            <a:extLst xmlns:a="http://schemas.openxmlformats.org/drawingml/2006/main">
              <a:ext uri="{FF2B5EF4-FFF2-40B4-BE49-F238E27FC236}">
                <a16:creationId xmlns:a16="http://schemas.microsoft.com/office/drawing/2014/main" id="{CB60881D-66E4-4687-B34B-62DCBE9F17C7}"/>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554658" name="Rectangle 1665170772">
            <a:extLst xmlns:a="http://schemas.openxmlformats.org/drawingml/2006/main">
              <a:ext uri="{FF2B5EF4-FFF2-40B4-BE49-F238E27FC236}">
                <a16:creationId xmlns:a16="http://schemas.microsoft.com/office/drawing/2014/main" id="{62DCBCFF-EE08-4A7E-9EBD-E01BA26E7701}"/>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785699205" name="Rectangle 1710634736">
            <a:extLst xmlns:a="http://schemas.openxmlformats.org/drawingml/2006/main">
              <a:ext uri="{FF2B5EF4-FFF2-40B4-BE49-F238E27FC236}">
                <a16:creationId xmlns:a16="http://schemas.microsoft.com/office/drawing/2014/main" id="{D0D95C2C-7EDA-4930-86C5-5C103D5910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70434097" name="Rectangle: Rounded Corners 1872312689">
            <a:extLst xmlns:a="http://schemas.openxmlformats.org/drawingml/2006/main">
              <a:ext uri="{FF2B5EF4-FFF2-40B4-BE49-F238E27FC236}">
                <a16:creationId xmlns:a16="http://schemas.microsoft.com/office/drawing/2014/main" id="{6AE4F746-37CF-4D58-A6B2-708D8C5E395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135681" name="Rectangle 1638876599">
            <a:extLst xmlns:a="http://schemas.openxmlformats.org/drawingml/2006/main">
              <a:ext uri="{FF2B5EF4-FFF2-40B4-BE49-F238E27FC236}">
                <a16:creationId xmlns:a16="http://schemas.microsoft.com/office/drawing/2014/main" id="{F772DAA8-0113-4C19-8ED0-A3B32AFAD51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383375960" name="Rectangle 815678976">
            <a:extLst xmlns:a="http://schemas.openxmlformats.org/drawingml/2006/main">
              <a:ext uri="{FF2B5EF4-FFF2-40B4-BE49-F238E27FC236}">
                <a16:creationId xmlns:a16="http://schemas.microsoft.com/office/drawing/2014/main" id="{DCAE5983-D286-4738-9778-8F802396B24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676615957" name="Rectangle 815528297">
            <a:extLst xmlns:a="http://schemas.openxmlformats.org/drawingml/2006/main">
              <a:ext uri="{FF2B5EF4-FFF2-40B4-BE49-F238E27FC236}">
                <a16:creationId xmlns:a16="http://schemas.microsoft.com/office/drawing/2014/main" id="{F23674C5-A0B8-414C-9E80-41BA8F96368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202231897" name="Rectangle 478170369">
            <a:extLst xmlns:a="http://schemas.openxmlformats.org/drawingml/2006/main">
              <a:ext uri="{FF2B5EF4-FFF2-40B4-BE49-F238E27FC236}">
                <a16:creationId xmlns:a16="http://schemas.microsoft.com/office/drawing/2014/main" id="{75E5962D-8E14-4FA1-992A-14E56509ACD5}"/>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64196213" name="Straight Connector 533968529">
            <a:extLst xmlns:a="http://schemas.openxmlformats.org/drawingml/2006/main">
              <a:ext uri="{FF2B5EF4-FFF2-40B4-BE49-F238E27FC236}">
                <a16:creationId xmlns:a16="http://schemas.microsoft.com/office/drawing/2014/main" id="{1CE5D63D-C3F8-4501-A54F-6DB6259530B6}"/>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803" name="Rectangle 195109745">
            <a:extLst xmlns:a="http://schemas.openxmlformats.org/drawingml/2006/main">
              <a:ext uri="{FF2B5EF4-FFF2-40B4-BE49-F238E27FC236}">
                <a16:creationId xmlns:a16="http://schemas.microsoft.com/office/drawing/2014/main" id="{C90FD72F-CA2C-42AD-BA76-A590B21DCDF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434356792" name="Rectangle 1008757044">
            <a:extLst xmlns:a="http://schemas.openxmlformats.org/drawingml/2006/main">
              <a:ext uri="{FF2B5EF4-FFF2-40B4-BE49-F238E27FC236}">
                <a16:creationId xmlns:a16="http://schemas.microsoft.com/office/drawing/2014/main" id="{2DCF6291-E3F8-4D0E-B086-0EEC46E9247E}"/>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437769179" name="Straight Connector 1685278168">
            <a:extLst xmlns:a="http://schemas.openxmlformats.org/drawingml/2006/main">
              <a:ext uri="{FF2B5EF4-FFF2-40B4-BE49-F238E27FC236}">
                <a16:creationId xmlns:a16="http://schemas.microsoft.com/office/drawing/2014/main" id="{C61AED57-0B02-4B7E-912B-9313F7B1765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42974" name="Rectangle 1256120152">
            <a:extLst xmlns:a="http://schemas.openxmlformats.org/drawingml/2006/main">
              <a:ext uri="{FF2B5EF4-FFF2-40B4-BE49-F238E27FC236}">
                <a16:creationId xmlns:a16="http://schemas.microsoft.com/office/drawing/2014/main" id="{DD35F31B-FD94-4043-9234-1A57C2492B9B}"/>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583291735" name="Rectangle 686280821">
            <a:extLst xmlns:a="http://schemas.openxmlformats.org/drawingml/2006/main">
              <a:ext uri="{FF2B5EF4-FFF2-40B4-BE49-F238E27FC236}">
                <a16:creationId xmlns:a16="http://schemas.microsoft.com/office/drawing/2014/main" id="{29E8EEB1-9FF5-4589-A02D-8A005EA3C4E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555754306" name="Rectangle: Rounded Corners 312764701">
            <a:extLst xmlns:a="http://schemas.openxmlformats.org/drawingml/2006/main">
              <a:ext uri="{FF2B5EF4-FFF2-40B4-BE49-F238E27FC236}">
                <a16:creationId xmlns:a16="http://schemas.microsoft.com/office/drawing/2014/main" id="{E3EA3069-CDC0-45A6-B36D-4F317248C205}"/>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663870" name="Rectangle 2086773709">
            <a:extLst xmlns:a="http://schemas.openxmlformats.org/drawingml/2006/main">
              <a:ext uri="{FF2B5EF4-FFF2-40B4-BE49-F238E27FC236}">
                <a16:creationId xmlns:a16="http://schemas.microsoft.com/office/drawing/2014/main" id="{25D47A69-3883-4CE3-A61A-0F3D17866958}"/>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25917283" name="Rectangle 2025467514">
            <a:extLst xmlns:a="http://schemas.openxmlformats.org/drawingml/2006/main">
              <a:ext uri="{FF2B5EF4-FFF2-40B4-BE49-F238E27FC236}">
                <a16:creationId xmlns:a16="http://schemas.microsoft.com/office/drawing/2014/main" id="{3231CA6C-6223-4115-A059-846375A0DE84}"/>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834053882" name="Rectangle 957358411">
            <a:extLst xmlns:a="http://schemas.openxmlformats.org/drawingml/2006/main">
              <a:ext uri="{FF2B5EF4-FFF2-40B4-BE49-F238E27FC236}">
                <a16:creationId xmlns:a16="http://schemas.microsoft.com/office/drawing/2014/main" id="{AC05CADC-1FA4-438B-B329-1B6187E29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011481443" name="Rectangle 1167683203">
            <a:extLst xmlns:a="http://schemas.openxmlformats.org/drawingml/2006/main">
              <a:ext uri="{FF2B5EF4-FFF2-40B4-BE49-F238E27FC236}">
                <a16:creationId xmlns:a16="http://schemas.microsoft.com/office/drawing/2014/main" id="{46A52BE9-0CFF-4A83-B056-B5997FD67D9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724356524" name="Straight Connector 935775799">
            <a:extLst xmlns:a="http://schemas.openxmlformats.org/drawingml/2006/main">
              <a:ext uri="{FF2B5EF4-FFF2-40B4-BE49-F238E27FC236}">
                <a16:creationId xmlns:a16="http://schemas.microsoft.com/office/drawing/2014/main" id="{098B2F4B-8CDD-43F7-9759-390F2731536D}"/>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44350" name="Rectangle 1650430570">
            <a:extLst xmlns:a="http://schemas.openxmlformats.org/drawingml/2006/main">
              <a:ext uri="{FF2B5EF4-FFF2-40B4-BE49-F238E27FC236}">
                <a16:creationId xmlns:a16="http://schemas.microsoft.com/office/drawing/2014/main" id="{D4CD4AF5-93C4-42C6-B4CD-42912BB6928C}"/>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456981741" name="Rectangle 1673598855">
            <a:extLst xmlns:a="http://schemas.openxmlformats.org/drawingml/2006/main">
              <a:ext uri="{FF2B5EF4-FFF2-40B4-BE49-F238E27FC236}">
                <a16:creationId xmlns:a16="http://schemas.microsoft.com/office/drawing/2014/main" id="{A93648C0-4EED-4180-ACED-4E1B6542AEA4}"/>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2038056207" name="Straight Connector 796017482">
            <a:extLst xmlns:a="http://schemas.openxmlformats.org/drawingml/2006/main">
              <a:ext uri="{FF2B5EF4-FFF2-40B4-BE49-F238E27FC236}">
                <a16:creationId xmlns:a16="http://schemas.microsoft.com/office/drawing/2014/main" id="{5C23BA58-3B3C-443C-9809-09510274DF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529318" name="Rectangle 150138993">
            <a:extLst xmlns:a="http://schemas.openxmlformats.org/drawingml/2006/main">
              <a:ext uri="{FF2B5EF4-FFF2-40B4-BE49-F238E27FC236}">
                <a16:creationId xmlns:a16="http://schemas.microsoft.com/office/drawing/2014/main" id="{73D360CE-51A2-4067-909B-F228E0B7B83F}"/>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864137627" name="Rectangle 1355132477">
            <a:extLst xmlns:a="http://schemas.openxmlformats.org/drawingml/2006/main">
              <a:ext uri="{FF2B5EF4-FFF2-40B4-BE49-F238E27FC236}">
                <a16:creationId xmlns:a16="http://schemas.microsoft.com/office/drawing/2014/main" id="{ED7DC90D-A0C5-4435-A596-DAAF2B114B06}"/>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901925891" name="Straight Connector 2121780220">
            <a:extLst xmlns:a="http://schemas.openxmlformats.org/drawingml/2006/main">
              <a:ext uri="{FF2B5EF4-FFF2-40B4-BE49-F238E27FC236}">
                <a16:creationId xmlns:a16="http://schemas.microsoft.com/office/drawing/2014/main" id="{2648E4B2-A7FA-4BAF-A720-480959172812}"/>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013353" name="Straight Connector 835810551">
            <a:extLst xmlns:a="http://schemas.openxmlformats.org/drawingml/2006/main">
              <a:ext uri="{FF2B5EF4-FFF2-40B4-BE49-F238E27FC236}">
                <a16:creationId xmlns:a16="http://schemas.microsoft.com/office/drawing/2014/main" id="{6DFBA36D-CFF1-4D49-BB9B-B30DD9266E56}"/>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4927020" name="Rectangle 1100880979">
            <a:extLst xmlns:a="http://schemas.openxmlformats.org/drawingml/2006/main">
              <a:ext uri="{FF2B5EF4-FFF2-40B4-BE49-F238E27FC236}">
                <a16:creationId xmlns:a16="http://schemas.microsoft.com/office/drawing/2014/main" id="{ABDF674F-8A56-46D4-8FAF-D1C92631EB94}"/>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786802942" name="Rectangle 1811406449">
            <a:extLst xmlns:a="http://schemas.openxmlformats.org/drawingml/2006/main">
              <a:ext uri="{FF2B5EF4-FFF2-40B4-BE49-F238E27FC236}">
                <a16:creationId xmlns:a16="http://schemas.microsoft.com/office/drawing/2014/main" id="{8B5028D4-2370-47FA-A9BD-7396A4B416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285231443"/>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7471469" name="Rectangle 854926774">
            <a:extLst xmlns:a="http://schemas.openxmlformats.org/drawingml/2006/main">
              <a:ext uri="{FF2B5EF4-FFF2-40B4-BE49-F238E27FC236}">
                <a16:creationId xmlns:a16="http://schemas.microsoft.com/office/drawing/2014/main" id="{9A4FF58C-BC8D-4CB1-B42F-FA35E66545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68266471" name="Rectangle 1150295720">
            <a:extLst xmlns:a="http://schemas.openxmlformats.org/drawingml/2006/main">
              <a:ext uri="{FF2B5EF4-FFF2-40B4-BE49-F238E27FC236}">
                <a16:creationId xmlns:a16="http://schemas.microsoft.com/office/drawing/2014/main" id="{5F0B04F3-CAAC-4C50-962A-6689F5F522D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51186299" name="Rectangle: Rounded Corners 2106832513">
            <a:extLst xmlns:a="http://schemas.openxmlformats.org/drawingml/2006/main">
              <a:ext uri="{FF2B5EF4-FFF2-40B4-BE49-F238E27FC236}">
                <a16:creationId xmlns:a16="http://schemas.microsoft.com/office/drawing/2014/main" id="{E2EBAC25-357F-4E90-AC94-01ECF48A717A}"/>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7024295" name="Rectangle 537144149">
            <a:extLst xmlns:a="http://schemas.openxmlformats.org/drawingml/2006/main">
              <a:ext uri="{FF2B5EF4-FFF2-40B4-BE49-F238E27FC236}">
                <a16:creationId xmlns:a16="http://schemas.microsoft.com/office/drawing/2014/main" id="{39DD42C4-3AD5-4832-B47A-E961CF29C22F}"/>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48611698" name="Straight Connector 1844070667">
            <a:extLst xmlns:a="http://schemas.openxmlformats.org/drawingml/2006/main">
              <a:ext uri="{FF2B5EF4-FFF2-40B4-BE49-F238E27FC236}">
                <a16:creationId xmlns:a16="http://schemas.microsoft.com/office/drawing/2014/main" id="{F361F31C-4BCF-44E7-B3F4-F62AD010763A}"/>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308343" name="Rectangle: Rounded Corners 1156722812">
            <a:extLst xmlns:a="http://schemas.openxmlformats.org/drawingml/2006/main">
              <a:ext uri="{FF2B5EF4-FFF2-40B4-BE49-F238E27FC236}">
                <a16:creationId xmlns:a16="http://schemas.microsoft.com/office/drawing/2014/main" id="{461CBECB-14AF-4D2C-9A05-725637B70CA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86545611" name="Rectangle 555957418">
            <a:extLst xmlns:a="http://schemas.openxmlformats.org/drawingml/2006/main">
              <a:ext uri="{FF2B5EF4-FFF2-40B4-BE49-F238E27FC236}">
                <a16:creationId xmlns:a16="http://schemas.microsoft.com/office/drawing/2014/main" id="{3C4607BB-3E7E-4F7E-A6B3-5FC34A5C2B31}"/>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840477521" name="Straight Connector 1221881980">
            <a:extLst xmlns:a="http://schemas.openxmlformats.org/drawingml/2006/main">
              <a:ext uri="{FF2B5EF4-FFF2-40B4-BE49-F238E27FC236}">
                <a16:creationId xmlns:a16="http://schemas.microsoft.com/office/drawing/2014/main" id="{DDA62286-9BD3-47DA-84F4-F7AAC04E5C6A}"/>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999932" name="Rectangle: Rounded Corners 942243679">
            <a:extLst xmlns:a="http://schemas.openxmlformats.org/drawingml/2006/main">
              <a:ext uri="{FF2B5EF4-FFF2-40B4-BE49-F238E27FC236}">
                <a16:creationId xmlns:a16="http://schemas.microsoft.com/office/drawing/2014/main" id="{1B191C46-7BA1-4C73-B06E-C956540933A5}"/>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9728228" name="Rectangle 1558388499">
            <a:extLst xmlns:a="http://schemas.openxmlformats.org/drawingml/2006/main">
              <a:ext uri="{FF2B5EF4-FFF2-40B4-BE49-F238E27FC236}">
                <a16:creationId xmlns:a16="http://schemas.microsoft.com/office/drawing/2014/main" id="{FCD42169-19FE-4D56-A8E6-8DF0E1CBB78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837458511" name="Rectangle: Rounded Corners 497016789">
            <a:extLst xmlns:a="http://schemas.openxmlformats.org/drawingml/2006/main">
              <a:ext uri="{FF2B5EF4-FFF2-40B4-BE49-F238E27FC236}">
                <a16:creationId xmlns:a16="http://schemas.microsoft.com/office/drawing/2014/main" id="{75211CD5-16C6-43CC-A48F-5DD7CE395164}"/>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087827" name="Straight Connector 944728692">
            <a:extLst xmlns:a="http://schemas.openxmlformats.org/drawingml/2006/main">
              <a:ext uri="{FF2B5EF4-FFF2-40B4-BE49-F238E27FC236}">
                <a16:creationId xmlns:a16="http://schemas.microsoft.com/office/drawing/2014/main" id="{BFD0A25D-938F-48F9-A1D9-22E4E62232CF}"/>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294739" name="Straight Connector 492924597">
            <a:extLst xmlns:a="http://schemas.openxmlformats.org/drawingml/2006/main">
              <a:ext uri="{FF2B5EF4-FFF2-40B4-BE49-F238E27FC236}">
                <a16:creationId xmlns:a16="http://schemas.microsoft.com/office/drawing/2014/main" id="{B3680356-2584-4C30-A06A-8FD9056F9F47}"/>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423807" name="Rectangle 1897545627">
            <a:extLst xmlns:a="http://schemas.openxmlformats.org/drawingml/2006/main">
              <a:ext uri="{FF2B5EF4-FFF2-40B4-BE49-F238E27FC236}">
                <a16:creationId xmlns:a16="http://schemas.microsoft.com/office/drawing/2014/main" id="{C1F48733-B394-4ADE-AFCC-D59B7D32EB5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3309350" name="Rectangle 567799544">
            <a:extLst xmlns:a="http://schemas.openxmlformats.org/drawingml/2006/main">
              <a:ext uri="{FF2B5EF4-FFF2-40B4-BE49-F238E27FC236}">
                <a16:creationId xmlns:a16="http://schemas.microsoft.com/office/drawing/2014/main" id="{73ABE655-C2F6-49B8-A02E-5F7D57A7B690}"/>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493713805" name="Rectangle 163568202">
            <a:extLst xmlns:a="http://schemas.openxmlformats.org/drawingml/2006/main">
              <a:ext uri="{FF2B5EF4-FFF2-40B4-BE49-F238E27FC236}">
                <a16:creationId xmlns:a16="http://schemas.microsoft.com/office/drawing/2014/main" id="{EE0984D3-C825-4EB1-8909-8BA6995FF384}"/>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844158446" name="Rectangle 1723731144">
            <a:extLst xmlns:a="http://schemas.openxmlformats.org/drawingml/2006/main">
              <a:ext uri="{FF2B5EF4-FFF2-40B4-BE49-F238E27FC236}">
                <a16:creationId xmlns:a16="http://schemas.microsoft.com/office/drawing/2014/main" id="{EAEDB10E-504A-4FFD-A0F2-31D248EFB66D}"/>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132478460" name="Rectangle 326786159">
            <a:extLst xmlns:a="http://schemas.openxmlformats.org/drawingml/2006/main">
              <a:ext uri="{FF2B5EF4-FFF2-40B4-BE49-F238E27FC236}">
                <a16:creationId xmlns:a16="http://schemas.microsoft.com/office/drawing/2014/main" id="{C9DE5138-09DF-4F02-B628-92EDED6ED3FE}"/>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28423262" name="Rectangle 1482802785">
            <a:extLst xmlns:a="http://schemas.openxmlformats.org/drawingml/2006/main">
              <a:ext uri="{FF2B5EF4-FFF2-40B4-BE49-F238E27FC236}">
                <a16:creationId xmlns:a16="http://schemas.microsoft.com/office/drawing/2014/main" id="{05A74C1C-D5DD-4F1E-A931-6FD6D8A46EF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60825445" name="Rectangle 947956942">
            <a:extLst xmlns:a="http://schemas.openxmlformats.org/drawingml/2006/main">
              <a:ext uri="{FF2B5EF4-FFF2-40B4-BE49-F238E27FC236}">
                <a16:creationId xmlns:a16="http://schemas.microsoft.com/office/drawing/2014/main" id="{67D282C5-9E3F-418B-8707-9DCBE74028E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067135064" name="Rectangle 2016319604">
            <a:extLst xmlns:a="http://schemas.openxmlformats.org/drawingml/2006/main">
              <a:ext uri="{FF2B5EF4-FFF2-40B4-BE49-F238E27FC236}">
                <a16:creationId xmlns:a16="http://schemas.microsoft.com/office/drawing/2014/main" id="{708A149B-7F53-430C-84D4-711865356D7E}"/>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728477876" name="Rectangle 759240474">
            <a:extLst xmlns:a="http://schemas.openxmlformats.org/drawingml/2006/main">
              <a:ext uri="{FF2B5EF4-FFF2-40B4-BE49-F238E27FC236}">
                <a16:creationId xmlns:a16="http://schemas.microsoft.com/office/drawing/2014/main" id="{9F959CE0-6D3A-411F-B778-17DB9823801B}"/>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8232591" name="Rectangle 1102304899">
            <a:extLst xmlns:a="http://schemas.openxmlformats.org/drawingml/2006/main">
              <a:ext uri="{FF2B5EF4-FFF2-40B4-BE49-F238E27FC236}">
                <a16:creationId xmlns:a16="http://schemas.microsoft.com/office/drawing/2014/main" id="{640C5DED-A0BA-417E-BC9A-5CEB44AA0945}"/>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73143246" name="Rectangle 1141042966">
            <a:extLst xmlns:a="http://schemas.openxmlformats.org/drawingml/2006/main">
              <a:ext uri="{FF2B5EF4-FFF2-40B4-BE49-F238E27FC236}">
                <a16:creationId xmlns:a16="http://schemas.microsoft.com/office/drawing/2014/main" id="{7DB0A955-564A-43F8-A20D-F1439B9F87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275795705" name="solidguide_normal">
            <a:extLst xmlns:a="http://schemas.openxmlformats.org/drawingml/2006/main">
              <a:ext uri="{FF2B5EF4-FFF2-40B4-BE49-F238E27FC236}">
                <a16:creationId xmlns:a16="http://schemas.microsoft.com/office/drawing/2014/main" id="{A84E92AB-3C21-44DD-8F67-B3B937558D23}"/>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107033" name="solidguide_normal">
            <a:extLst xmlns:a="http://schemas.openxmlformats.org/drawingml/2006/main">
              <a:ext uri="{FF2B5EF4-FFF2-40B4-BE49-F238E27FC236}">
                <a16:creationId xmlns:a16="http://schemas.microsoft.com/office/drawing/2014/main" id="{269EDEFE-2F9A-4AA9-AFDB-0C801BA092EE}"/>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8488"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08ce8a46a97a4a29">
            <a:extLst>
              <a:ext uri="{96DAC541-7B7A-43D3-8B79-37D633B846F1}">
                <asvg:svgBlip xmlns:asvg="http://schemas.microsoft.com/office/drawing/2016/SVG/main" r:embed="R74ee7924a1b5471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738436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1841443" name="Rectangle 1470283906">
            <a:extLst xmlns:a="http://schemas.openxmlformats.org/drawingml/2006/main">
              <a:ext uri="{FF2B5EF4-FFF2-40B4-BE49-F238E27FC236}">
                <a16:creationId xmlns:a16="http://schemas.microsoft.com/office/drawing/2014/main" id="{259EDAAA-D29F-4C9E-AAE8-0F802E9133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45927107" name="Rectangle 843139879">
            <a:extLst xmlns:a="http://schemas.openxmlformats.org/drawingml/2006/main">
              <a:ext uri="{FF2B5EF4-FFF2-40B4-BE49-F238E27FC236}">
                <a16:creationId xmlns:a16="http://schemas.microsoft.com/office/drawing/2014/main" id="{E8662B85-71EC-46FF-B502-8555EED7E77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20099592" name="Rectangle: Rounded Corners 441777437">
            <a:extLst xmlns:a="http://schemas.openxmlformats.org/drawingml/2006/main">
              <a:ext uri="{FF2B5EF4-FFF2-40B4-BE49-F238E27FC236}">
                <a16:creationId xmlns:a16="http://schemas.microsoft.com/office/drawing/2014/main" id="{6C303396-5E8F-4AFE-8863-6732F85B61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723097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988921f2286b4e99"/>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989692232" name="Oval 1369448292">
            <a:extLst xmlns:a="http://schemas.openxmlformats.org/drawingml/2006/main">
              <a:ext uri="{FF2B5EF4-FFF2-40B4-BE49-F238E27FC236}">
                <a16:creationId xmlns:a16="http://schemas.microsoft.com/office/drawing/2014/main" id="{244B18E3-7327-4FF6-B7D5-54CE25E6FBE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885472363" name="Rectangle 119453285">
            <a:extLst xmlns:a="http://schemas.openxmlformats.org/drawingml/2006/main">
              <a:ext uri="{FF2B5EF4-FFF2-40B4-BE49-F238E27FC236}">
                <a16:creationId xmlns:a16="http://schemas.microsoft.com/office/drawing/2014/main" id="{3AB432ED-35D7-4479-8215-77B7592B21D4}"/>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790763277" name="Oval 1329949566">
            <a:extLst xmlns:a="http://schemas.openxmlformats.org/drawingml/2006/main">
              <a:ext uri="{FF2B5EF4-FFF2-40B4-BE49-F238E27FC236}">
                <a16:creationId xmlns:a16="http://schemas.microsoft.com/office/drawing/2014/main" id="{681A9DA1-D3C1-4300-B702-CA9E1EE45645}"/>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571377471" name="Rectangle 1856458307">
            <a:extLst xmlns:a="http://schemas.openxmlformats.org/drawingml/2006/main">
              <a:ext uri="{FF2B5EF4-FFF2-40B4-BE49-F238E27FC236}">
                <a16:creationId xmlns:a16="http://schemas.microsoft.com/office/drawing/2014/main" id="{A4273B2A-AB12-49B9-8081-6BF649A01BEB}"/>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171923797" name="Oval 167515331">
            <a:extLst xmlns:a="http://schemas.openxmlformats.org/drawingml/2006/main">
              <a:ext uri="{FF2B5EF4-FFF2-40B4-BE49-F238E27FC236}">
                <a16:creationId xmlns:a16="http://schemas.microsoft.com/office/drawing/2014/main" id="{26DD4DBE-EFA2-4A25-96BA-B8DD199E0BA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2017230972" name="Rectangle 324280658">
            <a:extLst xmlns:a="http://schemas.openxmlformats.org/drawingml/2006/main">
              <a:ext uri="{FF2B5EF4-FFF2-40B4-BE49-F238E27FC236}">
                <a16:creationId xmlns:a16="http://schemas.microsoft.com/office/drawing/2014/main" id="{7A1A28AE-AAAE-40BD-A874-18B5A54DE244}"/>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563990702" name="Rectangle 220100613">
            <a:extLst xmlns:a="http://schemas.openxmlformats.org/drawingml/2006/main">
              <a:ext uri="{FF2B5EF4-FFF2-40B4-BE49-F238E27FC236}">
                <a16:creationId xmlns:a16="http://schemas.microsoft.com/office/drawing/2014/main" id="{EDD055B7-A4B5-4BA6-9CAF-CD251397232B}"/>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045836965" name="Rectangle 1638243303">
            <a:extLst xmlns:a="http://schemas.openxmlformats.org/drawingml/2006/main">
              <a:ext uri="{FF2B5EF4-FFF2-40B4-BE49-F238E27FC236}">
                <a16:creationId xmlns:a16="http://schemas.microsoft.com/office/drawing/2014/main" id="{A1D5BE62-BD80-4F97-9E33-E699BC9DA0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51595573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8740754" name="Rectangle 914741475">
            <a:extLst xmlns:a="http://schemas.openxmlformats.org/drawingml/2006/main">
              <a:ext uri="{FF2B5EF4-FFF2-40B4-BE49-F238E27FC236}">
                <a16:creationId xmlns:a16="http://schemas.microsoft.com/office/drawing/2014/main" id="{650F6849-8206-47BB-9F9C-D2B90C136B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535220702" name="Rectangle 763526406">
            <a:extLst xmlns:a="http://schemas.openxmlformats.org/drawingml/2006/main">
              <a:ext uri="{FF2B5EF4-FFF2-40B4-BE49-F238E27FC236}">
                <a16:creationId xmlns:a16="http://schemas.microsoft.com/office/drawing/2014/main" id="{73BAC1C2-A246-4114-872E-FBE37AF9E3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508192486" name="Rectangle: Rounded Corners 611293625">
            <a:extLst xmlns:a="http://schemas.openxmlformats.org/drawingml/2006/main">
              <a:ext uri="{FF2B5EF4-FFF2-40B4-BE49-F238E27FC236}">
                <a16:creationId xmlns:a16="http://schemas.microsoft.com/office/drawing/2014/main" id="{D3B61F33-DA2B-46A7-9B3A-2D8FCF7033C4}"/>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7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03e97f031f8b4c76"/>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540815172" name="Straight Connector 1032169778">
            <a:extLst xmlns:a="http://schemas.openxmlformats.org/drawingml/2006/main">
              <a:ext uri="{FF2B5EF4-FFF2-40B4-BE49-F238E27FC236}">
                <a16:creationId xmlns:a16="http://schemas.microsoft.com/office/drawing/2014/main" id="{0FDBB351-E49E-40E2-BFCA-45E45A2C0E43}"/>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50655" name="Straight Connector 1768100698">
            <a:extLst xmlns:a="http://schemas.openxmlformats.org/drawingml/2006/main">
              <a:ext uri="{FF2B5EF4-FFF2-40B4-BE49-F238E27FC236}">
                <a16:creationId xmlns:a16="http://schemas.microsoft.com/office/drawing/2014/main" id="{5A939132-BD95-44DF-8307-FCBB956DBD8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380186" name="Rectangle 1922458400">
            <a:extLst xmlns:a="http://schemas.openxmlformats.org/drawingml/2006/main">
              <a:ext uri="{FF2B5EF4-FFF2-40B4-BE49-F238E27FC236}">
                <a16:creationId xmlns:a16="http://schemas.microsoft.com/office/drawing/2014/main" id="{4CC290E8-1133-4BC8-8945-0A03C653E6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492818" name="Rectangle 1402654062">
            <a:extLst xmlns:a="http://schemas.openxmlformats.org/drawingml/2006/main">
              <a:ext uri="{FF2B5EF4-FFF2-40B4-BE49-F238E27FC236}">
                <a16:creationId xmlns:a16="http://schemas.microsoft.com/office/drawing/2014/main" id="{2C8FC10D-A1E1-480A-8EB7-FAEAC6D2EB2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2032367451" name="Oval 1006697960">
            <a:extLst xmlns:a="http://schemas.openxmlformats.org/drawingml/2006/main">
              <a:ext uri="{FF2B5EF4-FFF2-40B4-BE49-F238E27FC236}">
                <a16:creationId xmlns:a16="http://schemas.microsoft.com/office/drawing/2014/main" id="{1D0C7A0B-9602-4D19-B99C-3D09B3D72627}"/>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012367" name="Straight Connector 772079832">
            <a:extLst xmlns:a="http://schemas.openxmlformats.org/drawingml/2006/main">
              <a:ext uri="{FF2B5EF4-FFF2-40B4-BE49-F238E27FC236}">
                <a16:creationId xmlns:a16="http://schemas.microsoft.com/office/drawing/2014/main" id="{DDBA48AC-67C5-4BEF-93E0-F0143F20009F}"/>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5316092" name="Oval 1493081963">
            <a:extLst xmlns:a="http://schemas.openxmlformats.org/drawingml/2006/main">
              <a:ext uri="{FF2B5EF4-FFF2-40B4-BE49-F238E27FC236}">
                <a16:creationId xmlns:a16="http://schemas.microsoft.com/office/drawing/2014/main" id="{7402575C-2B94-4B64-A962-3DA7DCA35066}"/>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290626" name="Oval 1125848367">
            <a:extLst xmlns:a="http://schemas.openxmlformats.org/drawingml/2006/main">
              <a:ext uri="{FF2B5EF4-FFF2-40B4-BE49-F238E27FC236}">
                <a16:creationId xmlns:a16="http://schemas.microsoft.com/office/drawing/2014/main" id="{E9EA1EE3-54C1-4331-B7C1-703AA826FC0F}"/>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633541" name="Rectangle 1431459787">
            <a:extLst xmlns:a="http://schemas.openxmlformats.org/drawingml/2006/main">
              <a:ext uri="{FF2B5EF4-FFF2-40B4-BE49-F238E27FC236}">
                <a16:creationId xmlns:a16="http://schemas.microsoft.com/office/drawing/2014/main" id="{8CE527B4-146A-4850-869D-3E81B30A69A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408158895" name="Rectangle 551453139">
            <a:extLst xmlns:a="http://schemas.openxmlformats.org/drawingml/2006/main">
              <a:ext uri="{FF2B5EF4-FFF2-40B4-BE49-F238E27FC236}">
                <a16:creationId xmlns:a16="http://schemas.microsoft.com/office/drawing/2014/main" id="{EC583EDC-E68C-4D98-AFAE-7F8D58BC637D}"/>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114797210" name="Rectangle 1387627842">
            <a:extLst xmlns:a="http://schemas.openxmlformats.org/drawingml/2006/main">
              <a:ext uri="{FF2B5EF4-FFF2-40B4-BE49-F238E27FC236}">
                <a16:creationId xmlns:a16="http://schemas.microsoft.com/office/drawing/2014/main" id="{EFE32B9C-B3DC-45EB-AE8E-DCC2B234A3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66426317" name="Straight Connector 1489075409">
            <a:extLst xmlns:a="http://schemas.openxmlformats.org/drawingml/2006/main">
              <a:ext uri="{FF2B5EF4-FFF2-40B4-BE49-F238E27FC236}">
                <a16:creationId xmlns:a16="http://schemas.microsoft.com/office/drawing/2014/main" id="{C1982DD0-2FEF-4A20-B816-0E0842D92DCE}"/>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739363" name="Straight Connector 768615074">
            <a:extLst xmlns:a="http://schemas.openxmlformats.org/drawingml/2006/main">
              <a:ext uri="{FF2B5EF4-FFF2-40B4-BE49-F238E27FC236}">
                <a16:creationId xmlns:a16="http://schemas.microsoft.com/office/drawing/2014/main" id="{ED8261E0-519D-4CAC-8561-D5FE80509F7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8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9532a9b5787a4330">
            <a:extLst>
              <a:ext uri="{96DAC541-7B7A-43D3-8B79-37D633B846F1}">
                <asvg:svgBlip xmlns:asvg="http://schemas.microsoft.com/office/drawing/2016/SVG/main" r:embed="R6d12216d399d492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971800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07440" name="Rectangle 151304597">
            <a:extLst xmlns:a="http://schemas.openxmlformats.org/drawingml/2006/main">
              <a:ext uri="{FF2B5EF4-FFF2-40B4-BE49-F238E27FC236}">
                <a16:creationId xmlns:a16="http://schemas.microsoft.com/office/drawing/2014/main" id="{7EE0BD0B-9C8B-4336-96A6-FB27EF666F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354806400" name="Rectangle 177396171">
            <a:extLst xmlns:a="http://schemas.openxmlformats.org/drawingml/2006/main">
              <a:ext uri="{FF2B5EF4-FFF2-40B4-BE49-F238E27FC236}">
                <a16:creationId xmlns:a16="http://schemas.microsoft.com/office/drawing/2014/main" id="{6ACECBEC-D116-4B83-A873-52855E9E3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120975090" name="Rectangle: Rounded Corners 960318418">
            <a:extLst xmlns:a="http://schemas.openxmlformats.org/drawingml/2006/main">
              <a:ext uri="{FF2B5EF4-FFF2-40B4-BE49-F238E27FC236}">
                <a16:creationId xmlns:a16="http://schemas.microsoft.com/office/drawing/2014/main" id="{79ADBE44-3DC5-4354-8EA5-EF0D0937AD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529569" name="Straight Connector 53979157">
            <a:extLst xmlns:a="http://schemas.openxmlformats.org/drawingml/2006/main">
              <a:ext uri="{FF2B5EF4-FFF2-40B4-BE49-F238E27FC236}">
                <a16:creationId xmlns:a16="http://schemas.microsoft.com/office/drawing/2014/main" id="{0E6BD129-5FB5-4377-9292-D98A2C29AAC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46302" name="Straight Connector 627639122">
            <a:extLst xmlns:a="http://schemas.openxmlformats.org/drawingml/2006/main">
              <a:ext uri="{FF2B5EF4-FFF2-40B4-BE49-F238E27FC236}">
                <a16:creationId xmlns:a16="http://schemas.microsoft.com/office/drawing/2014/main" id="{8F8F9C71-55EF-4937-898C-CB6A135213D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555386" name="Rectangle 466830898">
            <a:extLst xmlns:a="http://schemas.openxmlformats.org/drawingml/2006/main">
              <a:ext uri="{FF2B5EF4-FFF2-40B4-BE49-F238E27FC236}">
                <a16:creationId xmlns:a16="http://schemas.microsoft.com/office/drawing/2014/main" id="{7E9AFB2E-6FEB-41D6-86B3-BDD6BDF79CE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583157811" name="Rectangle 1905295987">
            <a:extLst xmlns:a="http://schemas.openxmlformats.org/drawingml/2006/main">
              <a:ext uri="{FF2B5EF4-FFF2-40B4-BE49-F238E27FC236}">
                <a16:creationId xmlns:a16="http://schemas.microsoft.com/office/drawing/2014/main" id="{E6236A4A-C369-4655-A03D-86C2E47D318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159052274" name="Oval 917868853">
            <a:extLst xmlns:a="http://schemas.openxmlformats.org/drawingml/2006/main">
              <a:ext uri="{FF2B5EF4-FFF2-40B4-BE49-F238E27FC236}">
                <a16:creationId xmlns:a16="http://schemas.microsoft.com/office/drawing/2014/main" id="{98CA3FF9-2E38-45F5-B8F9-0E733CB40B1E}"/>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645791" name="Oval 1147861544">
            <a:extLst xmlns:a="http://schemas.openxmlformats.org/drawingml/2006/main">
              <a:ext uri="{FF2B5EF4-FFF2-40B4-BE49-F238E27FC236}">
                <a16:creationId xmlns:a16="http://schemas.microsoft.com/office/drawing/2014/main" id="{E4E6EB56-DC4E-4E6E-89E9-E422976CE6B4}"/>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20378" name="Oval 453648762">
            <a:extLst xmlns:a="http://schemas.openxmlformats.org/drawingml/2006/main">
              <a:ext uri="{FF2B5EF4-FFF2-40B4-BE49-F238E27FC236}">
                <a16:creationId xmlns:a16="http://schemas.microsoft.com/office/drawing/2014/main" id="{7008C374-8ED2-4564-9832-E9A285B4D87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118099" name="Oval 1758550888">
            <a:extLst xmlns:a="http://schemas.openxmlformats.org/drawingml/2006/main">
              <a:ext uri="{FF2B5EF4-FFF2-40B4-BE49-F238E27FC236}">
                <a16:creationId xmlns:a16="http://schemas.microsoft.com/office/drawing/2014/main" id="{27E42079-72A1-4633-8135-F0DDF5864A65}"/>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808850" name="Rectangle: Rounded Corners 1781569673">
            <a:extLst xmlns:a="http://schemas.openxmlformats.org/drawingml/2006/main">
              <a:ext uri="{FF2B5EF4-FFF2-40B4-BE49-F238E27FC236}">
                <a16:creationId xmlns:a16="http://schemas.microsoft.com/office/drawing/2014/main" id="{4035735F-2ABF-4979-9FC4-8930E61F8A9D}"/>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75227984" name="Rectangle: Rounded Corners 140372676">
            <a:extLst xmlns:a="http://schemas.openxmlformats.org/drawingml/2006/main">
              <a:ext uri="{FF2B5EF4-FFF2-40B4-BE49-F238E27FC236}">
                <a16:creationId xmlns:a16="http://schemas.microsoft.com/office/drawing/2014/main" id="{93F51887-3C91-425B-BBC6-4A1593A3FB74}"/>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755820553" name="Rectangle: Rounded Corners 457547252">
            <a:extLst xmlns:a="http://schemas.openxmlformats.org/drawingml/2006/main">
              <a:ext uri="{FF2B5EF4-FFF2-40B4-BE49-F238E27FC236}">
                <a16:creationId xmlns:a16="http://schemas.microsoft.com/office/drawing/2014/main" id="{41A8BE6F-D960-4C5A-A6F3-122331914885}"/>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332032988" name="Rectangle 126664147">
            <a:extLst xmlns:a="http://schemas.openxmlformats.org/drawingml/2006/main">
              <a:ext uri="{FF2B5EF4-FFF2-40B4-BE49-F238E27FC236}">
                <a16:creationId xmlns:a16="http://schemas.microsoft.com/office/drawing/2014/main" id="{42D5E4E1-3606-4544-B7E5-AA81CA333D57}"/>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78621142" name="Rectangle 638283189">
            <a:extLst xmlns:a="http://schemas.openxmlformats.org/drawingml/2006/main">
              <a:ext uri="{FF2B5EF4-FFF2-40B4-BE49-F238E27FC236}">
                <a16:creationId xmlns:a16="http://schemas.microsoft.com/office/drawing/2014/main" id="{6B9ABC3C-B53E-489B-9729-105AE69913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51529587"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66309058dbb344b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7847222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1649395" name="Rectangle 1072400785">
            <a:extLst xmlns:a="http://schemas.openxmlformats.org/drawingml/2006/main">
              <a:ext uri="{FF2B5EF4-FFF2-40B4-BE49-F238E27FC236}">
                <a16:creationId xmlns:a16="http://schemas.microsoft.com/office/drawing/2014/main" id="{9265B08E-A826-44E9-96DC-E8C7738F1A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49836015" name="Rectangle 1682929385">
            <a:extLst xmlns:a="http://schemas.openxmlformats.org/drawingml/2006/main">
              <a:ext uri="{FF2B5EF4-FFF2-40B4-BE49-F238E27FC236}">
                <a16:creationId xmlns:a16="http://schemas.microsoft.com/office/drawing/2014/main" id="{5357927E-CCFE-464D-B843-AB8CA7C84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778142060" name="Rectangle: Rounded Corners 1080314407">
            <a:extLst xmlns:a="http://schemas.openxmlformats.org/drawingml/2006/main">
              <a:ext uri="{FF2B5EF4-FFF2-40B4-BE49-F238E27FC236}">
                <a16:creationId xmlns:a16="http://schemas.microsoft.com/office/drawing/2014/main" id="{94ADA1C8-272E-408F-B6BF-B0B567A826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056959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abdc873df1584b1f"/>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68409414" name="Straight Connector 707499443">
            <a:extLst xmlns:a="http://schemas.openxmlformats.org/drawingml/2006/main">
              <a:ext uri="{FF2B5EF4-FFF2-40B4-BE49-F238E27FC236}">
                <a16:creationId xmlns:a16="http://schemas.microsoft.com/office/drawing/2014/main" id="{F7D62EB3-8117-4F0B-B65D-8406A2143EB4}"/>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1371181" name="Straight Connector 1076861610">
            <a:extLst xmlns:a="http://schemas.openxmlformats.org/drawingml/2006/main">
              <a:ext uri="{FF2B5EF4-FFF2-40B4-BE49-F238E27FC236}">
                <a16:creationId xmlns:a16="http://schemas.microsoft.com/office/drawing/2014/main" id="{A20D24A6-9C51-4B51-9198-722B9C9506E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972979" name="Rectangle 1618224149">
            <a:extLst xmlns:a="http://schemas.openxmlformats.org/drawingml/2006/main">
              <a:ext uri="{FF2B5EF4-FFF2-40B4-BE49-F238E27FC236}">
                <a16:creationId xmlns:a16="http://schemas.microsoft.com/office/drawing/2014/main" id="{532AFCE4-5BFA-4CE6-9481-E5C2838AE7B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4407405" name="Rectangle 1957330890">
            <a:extLst xmlns:a="http://schemas.openxmlformats.org/drawingml/2006/main">
              <a:ext uri="{FF2B5EF4-FFF2-40B4-BE49-F238E27FC236}">
                <a16:creationId xmlns:a16="http://schemas.microsoft.com/office/drawing/2014/main" id="{0E983DEF-DF90-4362-8F56-C29EB58E93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209424055" name="Oval 1428842632">
            <a:extLst xmlns:a="http://schemas.openxmlformats.org/drawingml/2006/main">
              <a:ext uri="{FF2B5EF4-FFF2-40B4-BE49-F238E27FC236}">
                <a16:creationId xmlns:a16="http://schemas.microsoft.com/office/drawing/2014/main" id="{A51C3245-BF76-4E67-B38A-7CC6069A5C30}"/>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569587" name="Oval 94324771">
            <a:extLst xmlns:a="http://schemas.openxmlformats.org/drawingml/2006/main">
              <a:ext uri="{FF2B5EF4-FFF2-40B4-BE49-F238E27FC236}">
                <a16:creationId xmlns:a16="http://schemas.microsoft.com/office/drawing/2014/main" id="{CEEFB475-A084-4F76-AAE0-73A0C3E19CF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5715191" name="Oval 1474916117">
            <a:extLst xmlns:a="http://schemas.openxmlformats.org/drawingml/2006/main">
              <a:ext uri="{FF2B5EF4-FFF2-40B4-BE49-F238E27FC236}">
                <a16:creationId xmlns:a16="http://schemas.microsoft.com/office/drawing/2014/main" id="{EA278419-A93D-4E81-984C-EBAC067706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818705" name="Rectangle 1335518815">
            <a:extLst xmlns:a="http://schemas.openxmlformats.org/drawingml/2006/main">
              <a:ext uri="{FF2B5EF4-FFF2-40B4-BE49-F238E27FC236}">
                <a16:creationId xmlns:a16="http://schemas.microsoft.com/office/drawing/2014/main" id="{CF7A9700-E4F8-483D-8A8A-AAC4DEBCC2E6}"/>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2586126" name="Rectangle 971869567">
            <a:extLst xmlns:a="http://schemas.openxmlformats.org/drawingml/2006/main">
              <a:ext uri="{FF2B5EF4-FFF2-40B4-BE49-F238E27FC236}">
                <a16:creationId xmlns:a16="http://schemas.microsoft.com/office/drawing/2014/main" id="{0B90396E-7C82-4EFE-B4C9-88CFA3B3FDC1}"/>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681956456" name="Rectangle: Rounded Corners 76329123">
            <a:extLst xmlns:a="http://schemas.openxmlformats.org/drawingml/2006/main">
              <a:ext uri="{FF2B5EF4-FFF2-40B4-BE49-F238E27FC236}">
                <a16:creationId xmlns:a16="http://schemas.microsoft.com/office/drawing/2014/main" id="{E09C4D4D-ABC3-4EB0-8179-9EF2CE059FCC}"/>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9780896" name="Rectangle 237806933">
            <a:extLst xmlns:a="http://schemas.openxmlformats.org/drawingml/2006/main">
              <a:ext uri="{FF2B5EF4-FFF2-40B4-BE49-F238E27FC236}">
                <a16:creationId xmlns:a16="http://schemas.microsoft.com/office/drawing/2014/main" id="{AEDD9CBF-8D24-4D91-AD26-161C17D72EB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718221348" name="solid-loss-curve">
            <a:extLst xmlns:a="http://schemas.openxmlformats.org/drawingml/2006/main">
              <a:ext uri="{FF2B5EF4-FFF2-40B4-BE49-F238E27FC236}">
                <a16:creationId xmlns:a16="http://schemas.microsoft.com/office/drawing/2014/main" id="{E669347E-C24B-470F-BAD6-37998DEBD804}"/>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1602294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7556131" name="Rectangle 935271156">
            <a:extLst xmlns:a="http://schemas.openxmlformats.org/drawingml/2006/main">
              <a:ext uri="{FF2B5EF4-FFF2-40B4-BE49-F238E27FC236}">
                <a16:creationId xmlns:a16="http://schemas.microsoft.com/office/drawing/2014/main" id="{38DB466E-749F-4641-9B8B-1C06BDA8FC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49714061" name="Rectangle 251777344">
            <a:extLst xmlns:a="http://schemas.openxmlformats.org/drawingml/2006/main">
              <a:ext uri="{FF2B5EF4-FFF2-40B4-BE49-F238E27FC236}">
                <a16:creationId xmlns:a16="http://schemas.microsoft.com/office/drawing/2014/main" id="{DD05D273-5730-407E-912D-6138CFBD70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0308757" name="Rectangle: Rounded Corners 1456392341">
            <a:extLst xmlns:a="http://schemas.openxmlformats.org/drawingml/2006/main">
              <a:ext uri="{FF2B5EF4-FFF2-40B4-BE49-F238E27FC236}">
                <a16:creationId xmlns:a16="http://schemas.microsoft.com/office/drawing/2014/main" id="{06793234-983B-49CC-987C-298B5EDF4D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618001" name="Rectangle 615225220">
            <a:extLst xmlns:a="http://schemas.openxmlformats.org/drawingml/2006/main">
              <a:ext uri="{FF2B5EF4-FFF2-40B4-BE49-F238E27FC236}">
                <a16:creationId xmlns:a16="http://schemas.microsoft.com/office/drawing/2014/main" id="{3D5409EC-0478-4F1F-9D60-421899E8543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587047736" name="Rectangle: Rounded Corners 1987074982">
            <a:extLst xmlns:a="http://schemas.openxmlformats.org/drawingml/2006/main">
              <a:ext uri="{FF2B5EF4-FFF2-40B4-BE49-F238E27FC236}">
                <a16:creationId xmlns:a16="http://schemas.microsoft.com/office/drawing/2014/main" id="{1BB02896-E9F2-4197-BD5F-08EEBC5672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35147" name="Rectangle 1286956634">
            <a:extLst xmlns:a="http://schemas.openxmlformats.org/drawingml/2006/main">
              <a:ext uri="{FF2B5EF4-FFF2-40B4-BE49-F238E27FC236}">
                <a16:creationId xmlns:a16="http://schemas.microsoft.com/office/drawing/2014/main" id="{FD503179-CBAD-4874-9B5B-49639098AFB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562091745" name="Rectangle 399762638">
            <a:extLst xmlns:a="http://schemas.openxmlformats.org/drawingml/2006/main">
              <a:ext uri="{FF2B5EF4-FFF2-40B4-BE49-F238E27FC236}">
                <a16:creationId xmlns:a16="http://schemas.microsoft.com/office/drawing/2014/main" id="{E0B1FA94-3CD9-4C18-8112-FBD2AC5F99F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964362626" name="Straight Connector 1664744869">
            <a:extLst xmlns:a="http://schemas.openxmlformats.org/drawingml/2006/main">
              <a:ext uri="{FF2B5EF4-FFF2-40B4-BE49-F238E27FC236}">
                <a16:creationId xmlns:a16="http://schemas.microsoft.com/office/drawing/2014/main" id="{209E38E8-598B-4F17-953B-71B07554A30A}"/>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187332" name="Straight Connector 598323690">
            <a:extLst xmlns:a="http://schemas.openxmlformats.org/drawingml/2006/main">
              <a:ext uri="{FF2B5EF4-FFF2-40B4-BE49-F238E27FC236}">
                <a16:creationId xmlns:a16="http://schemas.microsoft.com/office/drawing/2014/main" id="{B229C072-9BF2-4BB4-9C4E-A25240A0C3B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863383" name="Rectangle 1233632033">
            <a:extLst xmlns:a="http://schemas.openxmlformats.org/drawingml/2006/main">
              <a:ext uri="{FF2B5EF4-FFF2-40B4-BE49-F238E27FC236}">
                <a16:creationId xmlns:a16="http://schemas.microsoft.com/office/drawing/2014/main" id="{A1D24C7D-8BCD-4F9B-A8D3-1A8DFF826E8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51454990" name="Rectangle 987778106">
            <a:extLst xmlns:a="http://schemas.openxmlformats.org/drawingml/2006/main">
              <a:ext uri="{FF2B5EF4-FFF2-40B4-BE49-F238E27FC236}">
                <a16:creationId xmlns:a16="http://schemas.microsoft.com/office/drawing/2014/main" id="{0B1C7602-FB28-4725-8A8D-8D0972CDEFE6}"/>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12889896" name="Rectangle 1454394643">
            <a:extLst xmlns:a="http://schemas.openxmlformats.org/drawingml/2006/main">
              <a:ext uri="{FF2B5EF4-FFF2-40B4-BE49-F238E27FC236}">
                <a16:creationId xmlns:a16="http://schemas.microsoft.com/office/drawing/2014/main" id="{21C3EE12-42A6-4ECE-A2BF-0CFDEDB4246E}"/>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92982835" name="Oval 1043049251">
            <a:extLst xmlns:a="http://schemas.openxmlformats.org/drawingml/2006/main">
              <a:ext uri="{FF2B5EF4-FFF2-40B4-BE49-F238E27FC236}">
                <a16:creationId xmlns:a16="http://schemas.microsoft.com/office/drawing/2014/main" id="{6610DC74-56B9-4F68-AFDF-0BC426B429E8}"/>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874459" name="Oval 103022139">
            <a:extLst xmlns:a="http://schemas.openxmlformats.org/drawingml/2006/main">
              <a:ext uri="{FF2B5EF4-FFF2-40B4-BE49-F238E27FC236}">
                <a16:creationId xmlns:a16="http://schemas.microsoft.com/office/drawing/2014/main" id="{0B1019F0-A183-4295-801F-CE04ECEE841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50142" name="Rectangle 1601714725">
            <a:extLst xmlns:a="http://schemas.openxmlformats.org/drawingml/2006/main">
              <a:ext uri="{FF2B5EF4-FFF2-40B4-BE49-F238E27FC236}">
                <a16:creationId xmlns:a16="http://schemas.microsoft.com/office/drawing/2014/main" id="{E9135746-9948-44A1-A0E5-D7BCD366FF3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126926181" name="Rectangle 1242132362">
            <a:extLst xmlns:a="http://schemas.openxmlformats.org/drawingml/2006/main">
              <a:ext uri="{FF2B5EF4-FFF2-40B4-BE49-F238E27FC236}">
                <a16:creationId xmlns:a16="http://schemas.microsoft.com/office/drawing/2014/main" id="{C67C239B-E3CC-4ABD-A0B4-967C52A5F10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195983172" name="Rectangle 2132047703">
            <a:extLst xmlns:a="http://schemas.openxmlformats.org/drawingml/2006/main">
              <a:ext uri="{FF2B5EF4-FFF2-40B4-BE49-F238E27FC236}">
                <a16:creationId xmlns:a16="http://schemas.microsoft.com/office/drawing/2014/main" id="{833BC5A6-A66E-4357-A066-7A5D22922D3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43930789" name="Rectangle 1495975732">
            <a:extLst xmlns:a="http://schemas.openxmlformats.org/drawingml/2006/main">
              <a:ext uri="{FF2B5EF4-FFF2-40B4-BE49-F238E27FC236}">
                <a16:creationId xmlns:a16="http://schemas.microsoft.com/office/drawing/2014/main" id="{36A8B7EE-F09D-4E61-8689-1E67C258B8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12692620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72e41288e76b46b5"/>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2692620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0703639f21344c79">
            <a:extLst>
              <a:ext uri="{96DAC541-7B7A-43D3-8B79-37D633B846F1}">
                <asvg:svgBlip xmlns:asvg="http://schemas.microsoft.com/office/drawing/2016/SVG/main" r:embed="Rf0134dc1ee06436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0931027"/>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1667062" name="Rectangle 549712311">
            <a:extLst xmlns:a="http://schemas.openxmlformats.org/drawingml/2006/main">
              <a:ext uri="{FF2B5EF4-FFF2-40B4-BE49-F238E27FC236}">
                <a16:creationId xmlns:a16="http://schemas.microsoft.com/office/drawing/2014/main" id="{A42EC2E3-CE37-42DF-8AA5-B342AFED73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35933081" name="Rectangle 504424573">
            <a:extLst xmlns:a="http://schemas.openxmlformats.org/drawingml/2006/main">
              <a:ext uri="{FF2B5EF4-FFF2-40B4-BE49-F238E27FC236}">
                <a16:creationId xmlns:a16="http://schemas.microsoft.com/office/drawing/2014/main" id="{C44D1596-06ED-4F1E-9DCF-4C0BEAD4B5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159806333" name="Rectangle: Rounded Corners 8473207">
            <a:extLst xmlns:a="http://schemas.openxmlformats.org/drawingml/2006/main">
              <a:ext uri="{FF2B5EF4-FFF2-40B4-BE49-F238E27FC236}">
                <a16:creationId xmlns:a16="http://schemas.microsoft.com/office/drawing/2014/main" id="{33711659-FE85-4FC3-BC23-5B9B26194E2D}"/>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54983" name="Oval 1713827263">
            <a:extLst xmlns:a="http://schemas.openxmlformats.org/drawingml/2006/main">
              <a:ext uri="{FF2B5EF4-FFF2-40B4-BE49-F238E27FC236}">
                <a16:creationId xmlns:a16="http://schemas.microsoft.com/office/drawing/2014/main" id="{3E827D92-4B43-43BF-ACF6-04464CE708E5}"/>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9089102" name="Oval 324013536">
            <a:extLst xmlns:a="http://schemas.openxmlformats.org/drawingml/2006/main">
              <a:ext uri="{FF2B5EF4-FFF2-40B4-BE49-F238E27FC236}">
                <a16:creationId xmlns:a16="http://schemas.microsoft.com/office/drawing/2014/main" id="{D3DB08D3-C529-4CD4-8E6C-8434909CE2E5}"/>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419688" name="Oval 1149235491">
            <a:extLst xmlns:a="http://schemas.openxmlformats.org/drawingml/2006/main">
              <a:ext uri="{FF2B5EF4-FFF2-40B4-BE49-F238E27FC236}">
                <a16:creationId xmlns:a16="http://schemas.microsoft.com/office/drawing/2014/main" id="{6B1EE1E6-3CD6-40D2-B873-50ED9EEAD2FC}"/>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383558" name="Oval 1750953689">
            <a:extLst xmlns:a="http://schemas.openxmlformats.org/drawingml/2006/main">
              <a:ext uri="{FF2B5EF4-FFF2-40B4-BE49-F238E27FC236}">
                <a16:creationId xmlns:a16="http://schemas.microsoft.com/office/drawing/2014/main" id="{FFF43B20-3221-44D2-A9E9-E79DDA18D46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083125" name="Oval 1513393046">
            <a:extLst xmlns:a="http://schemas.openxmlformats.org/drawingml/2006/main">
              <a:ext uri="{FF2B5EF4-FFF2-40B4-BE49-F238E27FC236}">
                <a16:creationId xmlns:a16="http://schemas.microsoft.com/office/drawing/2014/main" id="{45496E3C-4709-45AF-AD90-AAD04BF76D60}"/>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3155" name="Oval 496081326">
            <a:extLst xmlns:a="http://schemas.openxmlformats.org/drawingml/2006/main">
              <a:ext uri="{FF2B5EF4-FFF2-40B4-BE49-F238E27FC236}">
                <a16:creationId xmlns:a16="http://schemas.microsoft.com/office/drawing/2014/main" id="{6E873CD9-B0E5-484C-9C49-E6FC34EE9782}"/>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378086" name="Oval 953579843">
            <a:extLst xmlns:a="http://schemas.openxmlformats.org/drawingml/2006/main">
              <a:ext uri="{FF2B5EF4-FFF2-40B4-BE49-F238E27FC236}">
                <a16:creationId xmlns:a16="http://schemas.microsoft.com/office/drawing/2014/main" id="{AD169801-9A5B-4926-8B4E-8B8911E85FB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39033" name="Oval 268581152">
            <a:extLst xmlns:a="http://schemas.openxmlformats.org/drawingml/2006/main">
              <a:ext uri="{FF2B5EF4-FFF2-40B4-BE49-F238E27FC236}">
                <a16:creationId xmlns:a16="http://schemas.microsoft.com/office/drawing/2014/main" id="{32A6AF7C-5539-45B8-B5EE-A264CBDC9972}"/>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899411" name="Oval 1782461718">
            <a:extLst xmlns:a="http://schemas.openxmlformats.org/drawingml/2006/main">
              <a:ext uri="{FF2B5EF4-FFF2-40B4-BE49-F238E27FC236}">
                <a16:creationId xmlns:a16="http://schemas.microsoft.com/office/drawing/2014/main" id="{E3DD1AE1-D999-4B45-B499-13B17B61AB8F}"/>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257269" name="Oval 1638488983">
            <a:extLst xmlns:a="http://schemas.openxmlformats.org/drawingml/2006/main">
              <a:ext uri="{FF2B5EF4-FFF2-40B4-BE49-F238E27FC236}">
                <a16:creationId xmlns:a16="http://schemas.microsoft.com/office/drawing/2014/main" id="{F458A8AF-C906-40BF-9F0E-16F493547319}"/>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278205" name="Oval 1018913497">
            <a:extLst xmlns:a="http://schemas.openxmlformats.org/drawingml/2006/main">
              <a:ext uri="{FF2B5EF4-FFF2-40B4-BE49-F238E27FC236}">
                <a16:creationId xmlns:a16="http://schemas.microsoft.com/office/drawing/2014/main" id="{C64BE357-B069-4165-87B7-0AC9927A9D9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795516" name="Oval 1292287629">
            <a:extLst xmlns:a="http://schemas.openxmlformats.org/drawingml/2006/main">
              <a:ext uri="{FF2B5EF4-FFF2-40B4-BE49-F238E27FC236}">
                <a16:creationId xmlns:a16="http://schemas.microsoft.com/office/drawing/2014/main" id="{2AE48655-2D49-4EDE-AB73-F3CA464AF069}"/>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6436" name="Oval 1410545746">
            <a:extLst xmlns:a="http://schemas.openxmlformats.org/drawingml/2006/main">
              <a:ext uri="{FF2B5EF4-FFF2-40B4-BE49-F238E27FC236}">
                <a16:creationId xmlns:a16="http://schemas.microsoft.com/office/drawing/2014/main" id="{65E23873-B51D-4DB5-A218-91DEDD8CE71B}"/>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599491" name="Oval 1923839338">
            <a:extLst xmlns:a="http://schemas.openxmlformats.org/drawingml/2006/main">
              <a:ext uri="{FF2B5EF4-FFF2-40B4-BE49-F238E27FC236}">
                <a16:creationId xmlns:a16="http://schemas.microsoft.com/office/drawing/2014/main" id="{2A42E8C9-E898-4F4C-B182-278908837510}"/>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66080" name="Oval 452248781">
            <a:extLst xmlns:a="http://schemas.openxmlformats.org/drawingml/2006/main">
              <a:ext uri="{FF2B5EF4-FFF2-40B4-BE49-F238E27FC236}">
                <a16:creationId xmlns:a16="http://schemas.microsoft.com/office/drawing/2014/main" id="{67CE1D95-D6C2-42C8-BF6A-E14743F299ED}"/>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390573" name="Rectangle 2036757279">
            <a:extLst xmlns:a="http://schemas.openxmlformats.org/drawingml/2006/main">
              <a:ext uri="{FF2B5EF4-FFF2-40B4-BE49-F238E27FC236}">
                <a16:creationId xmlns:a16="http://schemas.microsoft.com/office/drawing/2014/main" id="{A3B082AB-D66E-46F0-91D4-B7BB01D54A50}"/>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76574684" name="Rectangle 899691756">
            <a:extLst xmlns:a="http://schemas.openxmlformats.org/drawingml/2006/main">
              <a:ext uri="{FF2B5EF4-FFF2-40B4-BE49-F238E27FC236}">
                <a16:creationId xmlns:a16="http://schemas.microsoft.com/office/drawing/2014/main" id="{83DB1177-223D-4739-84F9-CD6647CDD9D8}"/>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17791724" name="Rectangle 1393267236">
            <a:extLst xmlns:a="http://schemas.openxmlformats.org/drawingml/2006/main">
              <a:ext uri="{FF2B5EF4-FFF2-40B4-BE49-F238E27FC236}">
                <a16:creationId xmlns:a16="http://schemas.microsoft.com/office/drawing/2014/main" id="{A0E8C899-15E7-4AE0-A200-65303999DFD8}"/>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982769413" name="Rectangle 1802476533">
            <a:extLst xmlns:a="http://schemas.openxmlformats.org/drawingml/2006/main">
              <a:ext uri="{FF2B5EF4-FFF2-40B4-BE49-F238E27FC236}">
                <a16:creationId xmlns:a16="http://schemas.microsoft.com/office/drawing/2014/main" id="{E705D8EF-86C2-430E-871A-6EA12982DB1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664781694" name="Rectangle 1736954645">
            <a:extLst xmlns:a="http://schemas.openxmlformats.org/drawingml/2006/main">
              <a:ext uri="{FF2B5EF4-FFF2-40B4-BE49-F238E27FC236}">
                <a16:creationId xmlns:a16="http://schemas.microsoft.com/office/drawing/2014/main" id="{CCC6B300-9ECE-45C9-A445-2ED4ECE7F4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6508152" name="Straight Arrow Connector 2036758667"/>
          <p:cNvCxnSpPr>
            <a:stCxn xmlns:a="http://schemas.openxmlformats.org/drawingml/2006/main" id="617554983" idx="6"/>
            <a:endCxn xmlns:a="http://schemas.openxmlformats.org/drawingml/2006/main" id="548383558"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53" name="Straight Arrow Connector 2036758668"/>
          <p:cNvCxnSpPr>
            <a:stCxn xmlns:a="http://schemas.openxmlformats.org/drawingml/2006/main" id="617554983" idx="6"/>
            <a:endCxn xmlns:a="http://schemas.openxmlformats.org/drawingml/2006/main" id="700083125"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54" name="Straight Arrow Connector 2036758669"/>
          <p:cNvCxnSpPr>
            <a:stCxn xmlns:a="http://schemas.openxmlformats.org/drawingml/2006/main" id="617554983" idx="6"/>
            <a:endCxn xmlns:a="http://schemas.openxmlformats.org/drawingml/2006/main" id="2025243155"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55" name="Straight Arrow Connector 2036758670"/>
          <p:cNvCxnSpPr>
            <a:stCxn xmlns:a="http://schemas.openxmlformats.org/drawingml/2006/main" id="617554983" idx="6"/>
            <a:endCxn xmlns:a="http://schemas.openxmlformats.org/drawingml/2006/main" id="391378086"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56" name="Straight Arrow Connector 2036758671"/>
          <p:cNvCxnSpPr>
            <a:stCxn xmlns:a="http://schemas.openxmlformats.org/drawingml/2006/main" id="617554983" idx="6"/>
            <a:endCxn xmlns:a="http://schemas.openxmlformats.org/drawingml/2006/main" id="11353903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57" name="Straight Arrow Connector 2036758672"/>
          <p:cNvCxnSpPr>
            <a:stCxn xmlns:a="http://schemas.openxmlformats.org/drawingml/2006/main" id="1109089102" idx="6"/>
            <a:endCxn xmlns:a="http://schemas.openxmlformats.org/drawingml/2006/main" id="548383558"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58" name="Straight Arrow Connector 2036758673"/>
          <p:cNvCxnSpPr>
            <a:stCxn xmlns:a="http://schemas.openxmlformats.org/drawingml/2006/main" id="1109089102" idx="6"/>
            <a:endCxn xmlns:a="http://schemas.openxmlformats.org/drawingml/2006/main" id="700083125"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59" name="Straight Arrow Connector 2036758674"/>
          <p:cNvCxnSpPr>
            <a:stCxn xmlns:a="http://schemas.openxmlformats.org/drawingml/2006/main" id="1109089102" idx="6"/>
            <a:endCxn xmlns:a="http://schemas.openxmlformats.org/drawingml/2006/main" id="2025243155"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60" name="Straight Arrow Connector 2036758675"/>
          <p:cNvCxnSpPr>
            <a:stCxn xmlns:a="http://schemas.openxmlformats.org/drawingml/2006/main" id="1109089102" idx="6"/>
            <a:endCxn xmlns:a="http://schemas.openxmlformats.org/drawingml/2006/main" id="391378086"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61" name="Straight Arrow Connector 2036758676"/>
          <p:cNvCxnSpPr>
            <a:stCxn xmlns:a="http://schemas.openxmlformats.org/drawingml/2006/main" id="1109089102" idx="6"/>
            <a:endCxn xmlns:a="http://schemas.openxmlformats.org/drawingml/2006/main" id="11353903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62" name="Straight Arrow Connector 2036758677"/>
          <p:cNvCxnSpPr>
            <a:stCxn xmlns:a="http://schemas.openxmlformats.org/drawingml/2006/main" id="1885419688" idx="6"/>
            <a:endCxn xmlns:a="http://schemas.openxmlformats.org/drawingml/2006/main" id="548383558"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63" name="Straight Arrow Connector 2036758678"/>
          <p:cNvCxnSpPr>
            <a:stCxn xmlns:a="http://schemas.openxmlformats.org/drawingml/2006/main" id="1885419688" idx="6"/>
            <a:endCxn xmlns:a="http://schemas.openxmlformats.org/drawingml/2006/main" id="700083125"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64"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65" name="Straight Arrow Connector 2036758680"/>
          <p:cNvCxnSpPr>
            <a:stCxn xmlns:a="http://schemas.openxmlformats.org/drawingml/2006/main" id="1885419688" idx="6"/>
            <a:endCxn xmlns:a="http://schemas.openxmlformats.org/drawingml/2006/main" id="391378086"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66" name="Straight Arrow Connector 2036758681"/>
          <p:cNvCxnSpPr>
            <a:stCxn xmlns:a="http://schemas.openxmlformats.org/drawingml/2006/main" id="1885419688" idx="6"/>
            <a:endCxn xmlns:a="http://schemas.openxmlformats.org/drawingml/2006/main" id="11353903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67" name="Straight Arrow Connector 2036758682"/>
          <p:cNvCxnSpPr>
            <a:stCxn xmlns:a="http://schemas.openxmlformats.org/drawingml/2006/main" id="548383558" idx="6"/>
            <a:endCxn xmlns:a="http://schemas.openxmlformats.org/drawingml/2006/main" id="77289941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68" name="Straight Arrow Connector 2036758683"/>
          <p:cNvCxnSpPr>
            <a:stCxn xmlns:a="http://schemas.openxmlformats.org/drawingml/2006/main" id="548383558" idx="6"/>
            <a:endCxn xmlns:a="http://schemas.openxmlformats.org/drawingml/2006/main" id="1136257269"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69" name="Straight Arrow Connector 2036758684"/>
          <p:cNvCxnSpPr>
            <a:stCxn xmlns:a="http://schemas.openxmlformats.org/drawingml/2006/main" id="548383558" idx="6"/>
            <a:endCxn xmlns:a="http://schemas.openxmlformats.org/drawingml/2006/main" id="1884278205"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70" name="Straight Arrow Connector 2036758685"/>
          <p:cNvCxnSpPr>
            <a:stCxn xmlns:a="http://schemas.openxmlformats.org/drawingml/2006/main" id="548383558" idx="6"/>
            <a:endCxn xmlns:a="http://schemas.openxmlformats.org/drawingml/2006/main" id="191079551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71" name="Straight Arrow Connector 2036758686"/>
          <p:cNvCxnSpPr>
            <a:stCxn xmlns:a="http://schemas.openxmlformats.org/drawingml/2006/main" id="548383558" idx="6"/>
            <a:endCxn xmlns:a="http://schemas.openxmlformats.org/drawingml/2006/main" id="688216436"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72" name="Straight Arrow Connector 2036758687"/>
          <p:cNvCxnSpPr>
            <a:stCxn xmlns:a="http://schemas.openxmlformats.org/drawingml/2006/main" id="700083125" idx="6"/>
            <a:endCxn xmlns:a="http://schemas.openxmlformats.org/drawingml/2006/main" id="77289941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73" name="Straight Arrow Connector 2036758688"/>
          <p:cNvCxnSpPr>
            <a:stCxn xmlns:a="http://schemas.openxmlformats.org/drawingml/2006/main" id="700083125" idx="6"/>
            <a:endCxn xmlns:a="http://schemas.openxmlformats.org/drawingml/2006/main" id="1136257269"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74" name="Straight Arrow Connector 2036758689"/>
          <p:cNvCxnSpPr>
            <a:stCxn xmlns:a="http://schemas.openxmlformats.org/drawingml/2006/main" id="700083125" idx="6"/>
            <a:endCxn xmlns:a="http://schemas.openxmlformats.org/drawingml/2006/main" id="1884278205"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75" name="Straight Arrow Connector 2036758690"/>
          <p:cNvCxnSpPr>
            <a:stCxn xmlns:a="http://schemas.openxmlformats.org/drawingml/2006/main" id="700083125" idx="6"/>
            <a:endCxn xmlns:a="http://schemas.openxmlformats.org/drawingml/2006/main" id="191079551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76" name="Straight Arrow Connector 2036758691"/>
          <p:cNvCxnSpPr>
            <a:stCxn xmlns:a="http://schemas.openxmlformats.org/drawingml/2006/main" id="700083125" idx="6"/>
            <a:endCxn xmlns:a="http://schemas.openxmlformats.org/drawingml/2006/main" id="688216436"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77" name="Straight Arrow Connector 2036758692"/>
          <p:cNvCxnSpPr>
            <a:stCxn xmlns:a="http://schemas.openxmlformats.org/drawingml/2006/main" id="2025243155" idx="6"/>
            <a:endCxn xmlns:a="http://schemas.openxmlformats.org/drawingml/2006/main" id="77289941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78" name="Straight Arrow Connector 2036758693"/>
          <p:cNvCxnSpPr>
            <a:stCxn xmlns:a="http://schemas.openxmlformats.org/drawingml/2006/main" id="2025243155" idx="6"/>
            <a:endCxn xmlns:a="http://schemas.openxmlformats.org/drawingml/2006/main" id="1136257269"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79" name="Straight Arrow Connector 2036758694"/>
          <p:cNvCxnSpPr>
            <a:stCxn xmlns:a="http://schemas.openxmlformats.org/drawingml/2006/main" id="2025243155" idx="6"/>
            <a:endCxn xmlns:a="http://schemas.openxmlformats.org/drawingml/2006/main" id="1884278205"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80" name="Straight Arrow Connector 2036758695"/>
          <p:cNvCxnSpPr>
            <a:stCxn xmlns:a="http://schemas.openxmlformats.org/drawingml/2006/main" id="2025243155" idx="6"/>
            <a:endCxn xmlns:a="http://schemas.openxmlformats.org/drawingml/2006/main" id="191079551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81" name="Straight Arrow Connector 2036758696"/>
          <p:cNvCxnSpPr>
            <a:stCxn xmlns:a="http://schemas.openxmlformats.org/drawingml/2006/main" id="2025243155" idx="6"/>
            <a:endCxn xmlns:a="http://schemas.openxmlformats.org/drawingml/2006/main" id="688216436"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82" name="Straight Arrow Connector 2036758697"/>
          <p:cNvCxnSpPr>
            <a:stCxn xmlns:a="http://schemas.openxmlformats.org/drawingml/2006/main" id="391378086" idx="6"/>
            <a:endCxn xmlns:a="http://schemas.openxmlformats.org/drawingml/2006/main" id="77289941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83" name="Straight Arrow Connector 2036758698"/>
          <p:cNvCxnSpPr>
            <a:stCxn xmlns:a="http://schemas.openxmlformats.org/drawingml/2006/main" id="391378086" idx="6"/>
            <a:endCxn xmlns:a="http://schemas.openxmlformats.org/drawingml/2006/main" id="1136257269"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84" name="Straight Arrow Connector 2036758699"/>
          <p:cNvCxnSpPr>
            <a:stCxn xmlns:a="http://schemas.openxmlformats.org/drawingml/2006/main" id="391378086" idx="6"/>
            <a:endCxn xmlns:a="http://schemas.openxmlformats.org/drawingml/2006/main" id="1884278205"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85" name="Straight Arrow Connector 2036758700"/>
          <p:cNvCxnSpPr>
            <a:stCxn xmlns:a="http://schemas.openxmlformats.org/drawingml/2006/main" id="391378086" idx="6"/>
            <a:endCxn xmlns:a="http://schemas.openxmlformats.org/drawingml/2006/main" id="191079551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86" name="Straight Arrow Connector 2036758701"/>
          <p:cNvCxnSpPr>
            <a:stCxn xmlns:a="http://schemas.openxmlformats.org/drawingml/2006/main" id="391378086" idx="6"/>
            <a:endCxn xmlns:a="http://schemas.openxmlformats.org/drawingml/2006/main" id="688216436"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87" name="Straight Arrow Connector 2036758702"/>
          <p:cNvCxnSpPr>
            <a:stCxn xmlns:a="http://schemas.openxmlformats.org/drawingml/2006/main" id="113539033" idx="6"/>
            <a:endCxn xmlns:a="http://schemas.openxmlformats.org/drawingml/2006/main" id="77289941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88" name="Straight Arrow Connector 2036758703"/>
          <p:cNvCxnSpPr>
            <a:stCxn xmlns:a="http://schemas.openxmlformats.org/drawingml/2006/main" id="113539033" idx="6"/>
            <a:endCxn xmlns:a="http://schemas.openxmlformats.org/drawingml/2006/main" id="1136257269"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89" name="Straight Arrow Connector 2036758704"/>
          <p:cNvCxnSpPr>
            <a:stCxn xmlns:a="http://schemas.openxmlformats.org/drawingml/2006/main" id="113539033" idx="6"/>
            <a:endCxn xmlns:a="http://schemas.openxmlformats.org/drawingml/2006/main" id="1884278205"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90" name="Straight Arrow Connector 2036758705"/>
          <p:cNvCxnSpPr>
            <a:stCxn xmlns:a="http://schemas.openxmlformats.org/drawingml/2006/main" id="113539033" idx="6"/>
            <a:endCxn xmlns:a="http://schemas.openxmlformats.org/drawingml/2006/main" id="191079551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91" name="Straight Arrow Connector 2036758706"/>
          <p:cNvCxnSpPr>
            <a:stCxn xmlns:a="http://schemas.openxmlformats.org/drawingml/2006/main" id="113539033" idx="6"/>
            <a:endCxn xmlns:a="http://schemas.openxmlformats.org/drawingml/2006/main" id="688216436"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92" name="Straight Arrow Connector 2036758707"/>
          <p:cNvCxnSpPr>
            <a:stCxn xmlns:a="http://schemas.openxmlformats.org/drawingml/2006/main" id="772899411" idx="6"/>
            <a:endCxn xmlns:a="http://schemas.openxmlformats.org/drawingml/2006/main" id="2099599491"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93" name="Straight Arrow Connector 2036758708"/>
          <p:cNvCxnSpPr>
            <a:stCxn xmlns:a="http://schemas.openxmlformats.org/drawingml/2006/main" id="772899411" idx="6"/>
            <a:endCxn xmlns:a="http://schemas.openxmlformats.org/drawingml/2006/main" id="540166080"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94" name="Straight Arrow Connector 2036758709"/>
          <p:cNvCxnSpPr>
            <a:stCxn xmlns:a="http://schemas.openxmlformats.org/drawingml/2006/main" id="1136257269" idx="6"/>
            <a:endCxn xmlns:a="http://schemas.openxmlformats.org/drawingml/2006/main" id="2099599491"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95" name="Straight Arrow Connector 2036758710"/>
          <p:cNvCxnSpPr>
            <a:stCxn xmlns:a="http://schemas.openxmlformats.org/drawingml/2006/main" id="1136257269" idx="6"/>
            <a:endCxn xmlns:a="http://schemas.openxmlformats.org/drawingml/2006/main" id="540166080"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96" name="Straight Arrow Connector 2036758711"/>
          <p:cNvCxnSpPr>
            <a:stCxn xmlns:a="http://schemas.openxmlformats.org/drawingml/2006/main" id="1884278205" idx="6"/>
            <a:endCxn xmlns:a="http://schemas.openxmlformats.org/drawingml/2006/main" id="2099599491"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97" name="Straight Arrow Connector 2036758712"/>
          <p:cNvCxnSpPr>
            <a:stCxn xmlns:a="http://schemas.openxmlformats.org/drawingml/2006/main" id="1884278205" idx="6"/>
            <a:endCxn xmlns:a="http://schemas.openxmlformats.org/drawingml/2006/main" id="540166080"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98" name="Straight Arrow Connector 2036758713"/>
          <p:cNvCxnSpPr>
            <a:stCxn xmlns:a="http://schemas.openxmlformats.org/drawingml/2006/main" id="1910795516" idx="6"/>
            <a:endCxn xmlns:a="http://schemas.openxmlformats.org/drawingml/2006/main" id="2099599491"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199" name="Straight Arrow Connector 2036758714"/>
          <p:cNvCxnSpPr>
            <a:stCxn xmlns:a="http://schemas.openxmlformats.org/drawingml/2006/main" id="1910795516" idx="6"/>
            <a:endCxn xmlns:a="http://schemas.openxmlformats.org/drawingml/2006/main" id="540166080"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00" name="Straight Arrow Connector 2036758715"/>
          <p:cNvCxnSpPr>
            <a:stCxn xmlns:a="http://schemas.openxmlformats.org/drawingml/2006/main" id="688216436" idx="6"/>
            <a:endCxn xmlns:a="http://schemas.openxmlformats.org/drawingml/2006/main" id="2099599491"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01" name="Straight Arrow Connector 2036758716"/>
          <p:cNvCxnSpPr>
            <a:stCxn xmlns:a="http://schemas.openxmlformats.org/drawingml/2006/main" id="688216436" idx="6"/>
            <a:endCxn xmlns:a="http://schemas.openxmlformats.org/drawingml/2006/main" id="540166080"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813627697"/>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639279" name="">
            <a:extLst xmlns:a="http://schemas.openxmlformats.org/drawingml/2006/main">
              <a:ext uri="{FF2B5EF4-FFF2-40B4-BE49-F238E27FC236}">
                <a16:creationId xmlns:a16="http://schemas.microsoft.com/office/drawing/2014/main" id="{6F04499C-4019-43D1-BE8F-0922980DB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72443783" name="">
            <a:extLst xmlns:a="http://schemas.openxmlformats.org/drawingml/2006/main">
              <a:ext uri="{FF2B5EF4-FFF2-40B4-BE49-F238E27FC236}">
                <a16:creationId xmlns:a16="http://schemas.microsoft.com/office/drawing/2014/main" id="{CD220434-44C1-410C-BAE0-07C40C7465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389001540" name="">
            <a:extLst xmlns:a="http://schemas.openxmlformats.org/drawingml/2006/main">
              <a:ext uri="{FF2B5EF4-FFF2-40B4-BE49-F238E27FC236}">
                <a16:creationId xmlns:a16="http://schemas.microsoft.com/office/drawing/2014/main" id="{6D8C2DCB-F89B-4F48-B251-29C333CEB2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45210702" name="">
            <a:extLst xmlns:a="http://schemas.openxmlformats.org/drawingml/2006/main">
              <a:ext uri="{FF2B5EF4-FFF2-40B4-BE49-F238E27FC236}">
                <a16:creationId xmlns:a16="http://schemas.microsoft.com/office/drawing/2014/main" id="{C700AE61-72C5-442C-89C3-C1A70823F313}"/>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255990617" name="">
            <a:extLst xmlns:a="http://schemas.openxmlformats.org/drawingml/2006/main">
              <a:ext uri="{FF2B5EF4-FFF2-40B4-BE49-F238E27FC236}">
                <a16:creationId xmlns:a16="http://schemas.microsoft.com/office/drawing/2014/main" id="{AB248D51-69CD-4E43-B73C-49ED12B5CAB9}"/>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311533775" name="">
            <a:extLst xmlns:a="http://schemas.openxmlformats.org/drawingml/2006/main">
              <a:ext uri="{FF2B5EF4-FFF2-40B4-BE49-F238E27FC236}">
                <a16:creationId xmlns:a16="http://schemas.microsoft.com/office/drawing/2014/main" id="{2EC373E5-CDA1-4B74-8692-A13D29004EB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43647303" name="">
            <a:extLst xmlns:a="http://schemas.openxmlformats.org/drawingml/2006/main">
              <a:ext uri="{FF2B5EF4-FFF2-40B4-BE49-F238E27FC236}">
                <a16:creationId xmlns:a16="http://schemas.microsoft.com/office/drawing/2014/main" id="{D969B132-1732-4980-9F8D-0F873834C1B5}"/>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165089838" name="">
            <a:extLst xmlns:a="http://schemas.openxmlformats.org/drawingml/2006/main">
              <a:ext uri="{FF2B5EF4-FFF2-40B4-BE49-F238E27FC236}">
                <a16:creationId xmlns:a16="http://schemas.microsoft.com/office/drawing/2014/main" id="{66EB2007-65F9-45D5-AAF0-4A9B22AD6F96}"/>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418431593" name="">
            <a:extLst xmlns:a="http://schemas.openxmlformats.org/drawingml/2006/main">
              <a:ext uri="{FF2B5EF4-FFF2-40B4-BE49-F238E27FC236}">
                <a16:creationId xmlns:a16="http://schemas.microsoft.com/office/drawing/2014/main" id="{BE1508EC-B946-48EA-BEB0-9530CA80BA6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274292665" name="">
            <a:extLst xmlns:a="http://schemas.openxmlformats.org/drawingml/2006/main">
              <a:ext uri="{FF2B5EF4-FFF2-40B4-BE49-F238E27FC236}">
                <a16:creationId xmlns:a16="http://schemas.microsoft.com/office/drawing/2014/main" id="{C57D59B3-2D6B-422D-83DD-42884D73B9FF}"/>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05681645" name="">
            <a:extLst xmlns:a="http://schemas.openxmlformats.org/drawingml/2006/main">
              <a:ext uri="{FF2B5EF4-FFF2-40B4-BE49-F238E27FC236}">
                <a16:creationId xmlns:a16="http://schemas.microsoft.com/office/drawing/2014/main" id="{AF302A66-1102-419C-BCA2-27A33958D2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415520312" name="">
            <a:extLst xmlns:a="http://schemas.openxmlformats.org/drawingml/2006/main">
              <a:ext uri="{FF2B5EF4-FFF2-40B4-BE49-F238E27FC236}">
                <a16:creationId xmlns:a16="http://schemas.microsoft.com/office/drawing/2014/main" id="{E52DBA65-4168-4BDE-B385-5A3166B9F2B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61250239" name="">
            <a:extLst xmlns:a="http://schemas.openxmlformats.org/drawingml/2006/main">
              <a:ext uri="{FF2B5EF4-FFF2-40B4-BE49-F238E27FC236}">
                <a16:creationId xmlns:a16="http://schemas.microsoft.com/office/drawing/2014/main" id="{3528396D-A8C9-4C43-AC02-DEB60FE68B7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69167293" name="">
            <a:extLst xmlns:a="http://schemas.openxmlformats.org/drawingml/2006/main">
              <a:ext uri="{FF2B5EF4-FFF2-40B4-BE49-F238E27FC236}">
                <a16:creationId xmlns:a16="http://schemas.microsoft.com/office/drawing/2014/main" id="{5854272C-AC92-44C4-9ACE-63618A9F71C7}"/>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326813840" name="">
            <a:extLst xmlns:a="http://schemas.openxmlformats.org/drawingml/2006/main">
              <a:ext uri="{FF2B5EF4-FFF2-40B4-BE49-F238E27FC236}">
                <a16:creationId xmlns:a16="http://schemas.microsoft.com/office/drawing/2014/main" id="{E3C384DD-B664-4F6B-8B00-BA954066B0F7}"/>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92807568" name="">
            <a:extLst xmlns:a="http://schemas.openxmlformats.org/drawingml/2006/main">
              <a:ext uri="{FF2B5EF4-FFF2-40B4-BE49-F238E27FC236}">
                <a16:creationId xmlns:a16="http://schemas.microsoft.com/office/drawing/2014/main" id="{83C71DEE-5A8F-42C2-A63A-455806F2FF0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56349559" name="">
            <a:extLst xmlns:a="http://schemas.openxmlformats.org/drawingml/2006/main">
              <a:ext uri="{FF2B5EF4-FFF2-40B4-BE49-F238E27FC236}">
                <a16:creationId xmlns:a16="http://schemas.microsoft.com/office/drawing/2014/main" id="{5E5CB549-BA8E-4EDD-8554-866F26E23AFB}"/>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89958347" name="">
            <a:extLst xmlns:a="http://schemas.openxmlformats.org/drawingml/2006/main">
              <a:ext uri="{FF2B5EF4-FFF2-40B4-BE49-F238E27FC236}">
                <a16:creationId xmlns:a16="http://schemas.microsoft.com/office/drawing/2014/main" id="{78A964AE-4FA1-4CB2-90F8-87E84B6952E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241259082" name="">
            <a:extLst xmlns:a="http://schemas.openxmlformats.org/drawingml/2006/main">
              <a:ext uri="{FF2B5EF4-FFF2-40B4-BE49-F238E27FC236}">
                <a16:creationId xmlns:a16="http://schemas.microsoft.com/office/drawing/2014/main" id="{CA8759BB-3B8F-4BA3-BFA1-9C86805C133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959864140" name="">
            <a:extLst xmlns:a="http://schemas.openxmlformats.org/drawingml/2006/main">
              <a:ext uri="{FF2B5EF4-FFF2-40B4-BE49-F238E27FC236}">
                <a16:creationId xmlns:a16="http://schemas.microsoft.com/office/drawing/2014/main" id="{A0E67626-BABE-4919-B872-A8873CBC7933}"/>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58427676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24FC31-1305-4606-BC10-B1F3943303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A5D394-10C7-47AA-A419-96B4DA6077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3" name="">
            <a:extLst xmlns:a="http://schemas.openxmlformats.org/drawingml/2006/main">
              <a:ext uri="{FF2B5EF4-FFF2-40B4-BE49-F238E27FC236}">
                <a16:creationId xmlns:a16="http://schemas.microsoft.com/office/drawing/2014/main" id="{DC1D4A00-36DF-451B-B8AF-D56990A9130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4" name="">
            <a:extLst xmlns:a="http://schemas.openxmlformats.org/drawingml/2006/main">
              <a:ext uri="{FF2B5EF4-FFF2-40B4-BE49-F238E27FC236}">
                <a16:creationId xmlns:a16="http://schemas.microsoft.com/office/drawing/2014/main" id="{8994DF5C-B034-4738-8AFE-7861ED7BD7F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7879EB01-01AC-43C1-A86E-23A545F91073}"/>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Linear layers only</a:t>
            </a:r>
          </a:p>
        </p:txBody>
      </p:sp>
      <p:sp>
        <p:nvSpPr>
          <p:cNvPr id="6" name="">
            <a:extLst xmlns:a="http://schemas.openxmlformats.org/drawingml/2006/main">
              <a:ext uri="{FF2B5EF4-FFF2-40B4-BE49-F238E27FC236}">
                <a16:creationId xmlns:a16="http://schemas.microsoft.com/office/drawing/2014/main" id="{A9F088BF-19E8-42A9-BC21-EE8225945A9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Activation between layers</a:t>
            </a:r>
          </a:p>
        </p:txBody>
      </p:sp>
      <p:sp>
        <p:nvSpPr>
          <p:cNvPr id="7" name="">
            <a:extLst xmlns:a="http://schemas.openxmlformats.org/drawingml/2006/main">
              <a:ext uri="{FF2B5EF4-FFF2-40B4-BE49-F238E27FC236}">
                <a16:creationId xmlns:a16="http://schemas.microsoft.com/office/drawing/2014/main" id="{1A20DCBF-89EA-4B36-9358-F689B3BCD43A}"/>
              </a:ext>
            </a:extLst>
          </p:cNvPr>
          <p:cNvSpPr>
            <a:spLocks xmlns:a="http://schemas.openxmlformats.org/drawingml/2006/main" noGrp="1"/>
          </p:cNvSpPr>
          <p:nvPr/>
        </p:nvSpPr>
        <p:spPr>
          <a:xfrm xmlns:a="http://schemas.openxmlformats.org/drawingml/2006/main">
            <a:off x="109537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latin typeface="Calibri"/>
                <a:ea typeface="Calibri"/>
                <a:cs typeface="Calibri"/>
              </a:defRPr>
            </a:pPr>
            <a:r>
              <a:rPr sz="1275" b="1">
                <a:solidFill>
                  <a:srgbClr val="0B0F19"/>
                </a:solidFill>
                <a:latin typeface="Calibri"/>
                <a:ea typeface="Calibri"/>
                <a:cs typeface="Calibri"/>
              </a:rPr>
              <a:t>z₁ = w₁x + b₁</a:t>
            </a:r>
          </a:p>
        </p:txBody>
      </p:sp>
      <p:sp>
        <p:nvSpPr>
          <p:cNvPr id="8" name="">
            <a:extLst xmlns:a="http://schemas.openxmlformats.org/drawingml/2006/main">
              <a:ext uri="{FF2B5EF4-FFF2-40B4-BE49-F238E27FC236}">
                <a16:creationId xmlns:a16="http://schemas.microsoft.com/office/drawing/2014/main" id="{90442193-A753-4680-8D9F-9F56947D3D0E}"/>
              </a:ext>
            </a:extLst>
          </p:cNvPr>
          <p:cNvSpPr>
            <a:spLocks xmlns:a="http://schemas.openxmlformats.org/drawingml/2006/main" noGrp="1"/>
          </p:cNvSpPr>
          <p:nvPr/>
        </p:nvSpPr>
        <p:spPr>
          <a:xfrm xmlns:a="http://schemas.openxmlformats.org/drawingml/2006/main">
            <a:off x="2314575"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9" name="">
            <a:extLst xmlns:a="http://schemas.openxmlformats.org/drawingml/2006/main">
              <a:ext uri="{FF2B5EF4-FFF2-40B4-BE49-F238E27FC236}">
                <a16:creationId xmlns:a16="http://schemas.microsoft.com/office/drawing/2014/main" id="{3CA9871F-55FD-408B-8BA8-B2B0B638BF21}"/>
              </a:ext>
            </a:extLst>
          </p:cNvPr>
          <p:cNvSpPr>
            <a:spLocks xmlns:a="http://schemas.openxmlformats.org/drawingml/2006/main" noGrp="1"/>
          </p:cNvSpPr>
          <p:nvPr/>
        </p:nvSpPr>
        <p:spPr>
          <a:xfrm xmlns:a="http://schemas.openxmlformats.org/drawingml/2006/main">
            <a:off x="252412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latin typeface="Calibri"/>
                <a:ea typeface="Calibri"/>
                <a:cs typeface="Calibri"/>
              </a:defRPr>
            </a:pPr>
            <a:r>
              <a:rPr sz="1275" b="1">
                <a:solidFill>
                  <a:srgbClr val="0B0F19"/>
                </a:solidFill>
                <a:latin typeface="Calibri"/>
                <a:ea typeface="Calibri"/>
                <a:cs typeface="Calibri"/>
              </a:rPr>
              <a:t>z₂ = w₂z₁ + b₂</a:t>
            </a:r>
          </a:p>
        </p:txBody>
      </p:sp>
      <p:sp>
        <p:nvSpPr>
          <p:cNvPr id="10" name="">
            <a:extLst xmlns:a="http://schemas.openxmlformats.org/drawingml/2006/main">
              <a:ext uri="{FF2B5EF4-FFF2-40B4-BE49-F238E27FC236}">
                <a16:creationId xmlns:a16="http://schemas.microsoft.com/office/drawing/2014/main" id="{B25F2C66-4453-4096-899A-BCEBE39A762B}"/>
              </a:ext>
            </a:extLst>
          </p:cNvPr>
          <p:cNvSpPr>
            <a:spLocks xmlns:a="http://schemas.openxmlformats.org/drawingml/2006/main" noGrp="1"/>
          </p:cNvSpPr>
          <p:nvPr/>
        </p:nvSpPr>
        <p:spPr>
          <a:xfrm xmlns:a="http://schemas.openxmlformats.org/drawingml/2006/main">
            <a:off x="3743325"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11" name="">
            <a:extLst xmlns:a="http://schemas.openxmlformats.org/drawingml/2006/main">
              <a:ext uri="{FF2B5EF4-FFF2-40B4-BE49-F238E27FC236}">
                <a16:creationId xmlns:a16="http://schemas.microsoft.com/office/drawing/2014/main" id="{240115C3-1624-4C43-9C88-DF788E4C4710}"/>
              </a:ext>
            </a:extLst>
          </p:cNvPr>
          <p:cNvSpPr>
            <a:spLocks xmlns:a="http://schemas.openxmlformats.org/drawingml/2006/main" noGrp="1"/>
          </p:cNvSpPr>
          <p:nvPr/>
        </p:nvSpPr>
        <p:spPr>
          <a:xfrm xmlns:a="http://schemas.openxmlformats.org/drawingml/2006/main">
            <a:off x="395287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F4444"/>
                </a:solidFill>
                <a:latin typeface="Calibri"/>
                <a:ea typeface="Calibri"/>
                <a:cs typeface="Calibri"/>
              </a:defRPr>
            </a:pPr>
            <a:r>
              <a:rPr sz="1275" b="1">
                <a:solidFill>
                  <a:srgbClr val="EF4444"/>
                </a:solidFill>
                <a:latin typeface="Calibri"/>
                <a:ea typeface="Calibri"/>
                <a:cs typeface="Calibri"/>
              </a:rPr>
              <a:t>ŷ = w₃z₂ + b₃</a:t>
            </a:r>
          </a:p>
        </p:txBody>
      </p:sp>
      <p:sp>
        <p:nvSpPr>
          <p:cNvPr id="12" name="">
            <a:extLst xmlns:a="http://schemas.openxmlformats.org/drawingml/2006/main">
              <a:ext uri="{FF2B5EF4-FFF2-40B4-BE49-F238E27FC236}">
                <a16:creationId xmlns:a16="http://schemas.microsoft.com/office/drawing/2014/main" id="{15612FBE-FCA8-4A08-A276-E0EE6848BD72}"/>
              </a:ext>
            </a:extLst>
          </p:cNvPr>
          <p:cNvSpPr>
            <a:spLocks xmlns:a="http://schemas.openxmlformats.org/drawingml/2006/main" noGrp="1"/>
          </p:cNvSpPr>
          <p:nvPr/>
        </p:nvSpPr>
        <p:spPr>
          <a:xfrm xmlns:a="http://schemas.openxmlformats.org/drawingml/2006/main">
            <a:off x="6905625" y="3000375"/>
            <a:ext cx="1190625"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latin typeface="Calibri"/>
                <a:ea typeface="Calibri"/>
                <a:cs typeface="Calibri"/>
              </a:defRPr>
            </a:pPr>
            <a:r>
              <a:rPr sz="1200" b="1">
                <a:solidFill>
                  <a:srgbClr val="10B981"/>
                </a:solidFill>
                <a:latin typeface="Calibri"/>
                <a:ea typeface="Calibri"/>
                <a:cs typeface="Calibri"/>
              </a:rPr>
              <a:t>h₁ = σ(w₁x + b₁)</a:t>
            </a:r>
          </a:p>
        </p:txBody>
      </p:sp>
      <p:sp>
        <p:nvSpPr>
          <p:cNvPr id="13" name="">
            <a:extLst xmlns:a="http://schemas.openxmlformats.org/drawingml/2006/main">
              <a:ext uri="{FF2B5EF4-FFF2-40B4-BE49-F238E27FC236}">
                <a16:creationId xmlns:a16="http://schemas.microsoft.com/office/drawing/2014/main" id="{9EFF6D3D-1196-488C-BE51-3588D03250F9}"/>
              </a:ext>
            </a:extLst>
          </p:cNvPr>
          <p:cNvSpPr>
            <a:spLocks xmlns:a="http://schemas.openxmlformats.org/drawingml/2006/main" noGrp="1"/>
          </p:cNvSpPr>
          <p:nvPr/>
        </p:nvSpPr>
        <p:spPr>
          <a:xfrm xmlns:a="http://schemas.openxmlformats.org/drawingml/2006/main">
            <a:off x="8124825"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4" name="">
            <a:extLst xmlns:a="http://schemas.openxmlformats.org/drawingml/2006/main">
              <a:ext uri="{FF2B5EF4-FFF2-40B4-BE49-F238E27FC236}">
                <a16:creationId xmlns:a16="http://schemas.microsoft.com/office/drawing/2014/main" id="{F66CF031-9724-4726-9B31-A61C20A58BC9}"/>
              </a:ext>
            </a:extLst>
          </p:cNvPr>
          <p:cNvSpPr>
            <a:spLocks xmlns:a="http://schemas.openxmlformats.org/drawingml/2006/main" noGrp="1"/>
          </p:cNvSpPr>
          <p:nvPr/>
        </p:nvSpPr>
        <p:spPr>
          <a:xfrm xmlns:a="http://schemas.openxmlformats.org/drawingml/2006/main">
            <a:off x="8334375" y="3000375"/>
            <a:ext cx="1190625"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latin typeface="Calibri"/>
                <a:ea typeface="Calibri"/>
                <a:cs typeface="Calibri"/>
              </a:defRPr>
            </a:pPr>
            <a:r>
              <a:rPr sz="1200" b="1">
                <a:solidFill>
                  <a:srgbClr val="10B981"/>
                </a:solidFill>
                <a:latin typeface="Calibri"/>
                <a:ea typeface="Calibri"/>
                <a:cs typeface="Calibri"/>
              </a:rPr>
              <a:t>h₂ = σ(w₂h₁ + b₂)</a:t>
            </a:r>
          </a:p>
        </p:txBody>
      </p:sp>
      <p:sp>
        <p:nvSpPr>
          <p:cNvPr id="15" name="">
            <a:extLst xmlns:a="http://schemas.openxmlformats.org/drawingml/2006/main">
              <a:ext uri="{FF2B5EF4-FFF2-40B4-BE49-F238E27FC236}">
                <a16:creationId xmlns:a16="http://schemas.microsoft.com/office/drawing/2014/main" id="{37581BCA-E838-4402-82AB-9D2D2601A6DE}"/>
              </a:ext>
            </a:extLst>
          </p:cNvPr>
          <p:cNvSpPr>
            <a:spLocks xmlns:a="http://schemas.openxmlformats.org/drawingml/2006/main" noGrp="1"/>
          </p:cNvSpPr>
          <p:nvPr/>
        </p:nvSpPr>
        <p:spPr>
          <a:xfrm xmlns:a="http://schemas.openxmlformats.org/drawingml/2006/main">
            <a:off x="9553575"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6" name="">
            <a:extLst xmlns:a="http://schemas.openxmlformats.org/drawingml/2006/main">
              <a:ext uri="{FF2B5EF4-FFF2-40B4-BE49-F238E27FC236}">
                <a16:creationId xmlns:a16="http://schemas.microsoft.com/office/drawing/2014/main" id="{42344E84-A6E1-473E-A719-2A83F38ED5A4}"/>
              </a:ext>
            </a:extLst>
          </p:cNvPr>
          <p:cNvSpPr>
            <a:spLocks xmlns:a="http://schemas.openxmlformats.org/drawingml/2006/main" noGrp="1"/>
          </p:cNvSpPr>
          <p:nvPr/>
        </p:nvSpPr>
        <p:spPr>
          <a:xfrm xmlns:a="http://schemas.openxmlformats.org/drawingml/2006/main">
            <a:off x="976312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latin typeface="Calibri"/>
                <a:ea typeface="Calibri"/>
                <a:cs typeface="Calibri"/>
              </a:defRPr>
            </a:pPr>
            <a:r>
              <a:rPr sz="1200" b="1">
                <a:solidFill>
                  <a:srgbClr val="10B981"/>
                </a:solidFill>
                <a:latin typeface="Calibri"/>
                <a:ea typeface="Calibri"/>
                <a:cs typeface="Calibri"/>
              </a:rPr>
              <a:t>ŷ = w₃h₂ + b₃</a:t>
            </a:r>
          </a:p>
        </p:txBody>
      </p:sp>
      <p:sp>
        <p:nvSpPr>
          <p:cNvPr id="17" name="">
            <a:extLst xmlns:a="http://schemas.openxmlformats.org/drawingml/2006/main">
              <a:ext uri="{FF2B5EF4-FFF2-40B4-BE49-F238E27FC236}">
                <a16:creationId xmlns:a16="http://schemas.microsoft.com/office/drawing/2014/main" id="{B6B79B9C-9F99-4DCB-87AE-5FAB5DB71757}"/>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EF4444"/>
                </a:solidFill>
                <a:latin typeface="Calibri"/>
                <a:ea typeface="Calibri"/>
                <a:cs typeface="Calibri"/>
              </a:defRPr>
            </a:pPr>
            <a:r>
              <a:rPr sz="1425" b="1">
                <a:solidFill>
                  <a:srgbClr val="EF4444"/>
                </a:solidFill>
                <a:latin typeface="Calibri"/>
                <a:ea typeface="Calibri"/>
                <a:cs typeface="Calibri"/>
              </a:rPr>
              <a:t>ŷ = w₃(w₂(w₁x + b₁) + b₂) + b₃
= ax + c  (one linear mapping)</a:t>
            </a:r>
          </a:p>
        </p:txBody>
      </p:sp>
      <p:sp>
        <p:nvSpPr>
          <p:cNvPr id="18" name="">
            <a:extLst xmlns:a="http://schemas.openxmlformats.org/drawingml/2006/main">
              <a:ext uri="{FF2B5EF4-FFF2-40B4-BE49-F238E27FC236}">
                <a16:creationId xmlns:a16="http://schemas.microsoft.com/office/drawing/2014/main" id="{902EAB0F-9A72-446E-9215-172D66350910}"/>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0B981"/>
                </a:solidFill>
                <a:latin typeface="Calibri"/>
                <a:ea typeface="Calibri"/>
                <a:cs typeface="Calibri"/>
              </a:defRPr>
            </a:pPr>
            <a:r>
              <a:rPr sz="1575" b="1">
                <a:solidFill>
                  <a:srgbClr val="10B981"/>
                </a:solidFill>
                <a:latin typeface="Calibri"/>
                <a:ea typeface="Calibri"/>
                <a:cs typeface="Calibri"/>
              </a:rPr>
              <a:t>σ keeps the first two hidden layers nonlinear</a:t>
            </a:r>
          </a:p>
        </p:txBody>
      </p:sp>
      <p:sp>
        <p:nvSpPr>
          <p:cNvPr id="19" name="">
            <a:extLst xmlns:a="http://schemas.openxmlformats.org/drawingml/2006/main">
              <a:ext uri="{FF2B5EF4-FFF2-40B4-BE49-F238E27FC236}">
                <a16:creationId xmlns:a16="http://schemas.microsoft.com/office/drawing/2014/main" id="{FFBAEBD2-3E49-430D-9E58-A0C42EE32293}"/>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20" name="">
            <a:extLst xmlns:a="http://schemas.openxmlformats.org/drawingml/2006/main">
              <a:ext uri="{FF2B5EF4-FFF2-40B4-BE49-F238E27FC236}">
                <a16:creationId xmlns:a16="http://schemas.microsoft.com/office/drawing/2014/main" id="{555C8084-B6D9-4B25-9AD9-8982C826139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Without σ, extra depth remains only a longer linear function.</a:t>
            </a:r>
          </a:p>
        </p:txBody>
      </p:sp>
      <p:sp>
        <p:nvSpPr>
          <p:cNvPr id="21" name="">
            <a:extLst xmlns:a="http://schemas.openxmlformats.org/drawingml/2006/main">
              <a:ext uri="{FF2B5EF4-FFF2-40B4-BE49-F238E27FC236}">
                <a16:creationId xmlns:a16="http://schemas.microsoft.com/office/drawing/2014/main" id="{FE4139F1-E175-492E-89BC-6523330687E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7066917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4459331" name="">
            <a:extLst xmlns:a="http://schemas.openxmlformats.org/drawingml/2006/main">
              <a:ext uri="{FF2B5EF4-FFF2-40B4-BE49-F238E27FC236}">
                <a16:creationId xmlns:a16="http://schemas.microsoft.com/office/drawing/2014/main" id="{133394DE-FD33-45B4-BEBA-C93293675F4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627034260" name="">
            <a:extLst xmlns:a="http://schemas.openxmlformats.org/drawingml/2006/main">
              <a:ext uri="{FF2B5EF4-FFF2-40B4-BE49-F238E27FC236}">
                <a16:creationId xmlns:a16="http://schemas.microsoft.com/office/drawing/2014/main" id="{934CB287-EC46-464B-B39C-A8FE6035202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239841767" name="">
            <a:extLst xmlns:a="http://schemas.openxmlformats.org/drawingml/2006/main">
              <a:ext uri="{FF2B5EF4-FFF2-40B4-BE49-F238E27FC236}">
                <a16:creationId xmlns:a16="http://schemas.microsoft.com/office/drawing/2014/main" id="{0589040F-01AA-4149-B043-A972FD891A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627034265" name=""/>
          <p:cNvPicPr>
            <a:picLocks xmlns:a="http://schemas.openxmlformats.org/drawingml/2006/main" noChangeAspect="1"/>
          </p:cNvPicPr>
          <p:nvPr/>
        </p:nvPicPr>
        <p:blipFill>
          <a:blip xmlns:r="http://schemas.openxmlformats.org/officeDocument/2006/relationships" xmlns:a="http://schemas.openxmlformats.org/drawingml/2006/main" r:embed="Rf7595d9f070e439b"/>
          <a:stretch xmlns:a="http://schemas.openxmlformats.org/drawingml/2006/main"/>
        </p:blipFill>
        <p:spPr>
          <a:xfrm xmlns:a="http://schemas.openxmlformats.org/drawingml/2006/main">
            <a:off x="3141802" y="1466850"/>
            <a:ext cx="5908397" cy="4524375"/>
          </a:xfrm>
          <a:prstGeom xmlns:a="http://schemas.openxmlformats.org/drawingml/2006/main" prst="rect">
            <a:avLst/>
          </a:prstGeom>
        </p:spPr>
      </p:pic>
    </p:spTree>
    <p:extLst>
      <p:ext uri="{BB962C8B-B14F-4D97-AF65-F5344CB8AC3E}">
        <p14:creationId xmlns:p14="http://schemas.microsoft.com/office/powerpoint/2010/main" val="1779676987"/>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E831C8-FFF9-4AF4-B613-482D0B5706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931B75-DE61-4128-9D10-E051A30E7F3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Output layer</a:t>
            </a:r>
          </a:p>
        </p:txBody>
      </p:sp>
      <p:sp>
        <p:nvSpPr>
          <p:cNvPr id="3" name="">
            <a:extLst xmlns:a="http://schemas.openxmlformats.org/drawingml/2006/main">
              <a:ext uri="{FF2B5EF4-FFF2-40B4-BE49-F238E27FC236}">
                <a16:creationId xmlns:a16="http://schemas.microsoft.com/office/drawing/2014/main" id="{25BA7DEB-3BC2-457A-B6C8-B4A84384D24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a:solidFill>
                  <a:srgbClr val="0B0F19"/>
                </a:solidFill>
                <a:latin typeface="Calibri"/>
                <a:ea typeface="Calibri"/>
                <a:cs typeface="Calibri"/>
              </a:defRPr>
            </a:pPr>
            <a:r>
              <a:rPr sz="2925" b="1">
                <a:solidFill>
                  <a:srgbClr val="0B0F19"/>
                </a:solidFill>
                <a:latin typeface="Calibri"/>
                <a:ea typeface="Calibri"/>
                <a:cs typeface="Calibri"/>
              </a:rPr>
              <a:t>Why this regression output has no activation</a:t>
            </a:r>
          </a:p>
        </p:txBody>
      </p:sp>
      <p:sp>
        <p:nvSpPr>
          <p:cNvPr id="4" name="">
            <a:extLst xmlns:a="http://schemas.openxmlformats.org/drawingml/2006/main">
              <a:ext uri="{FF2B5EF4-FFF2-40B4-BE49-F238E27FC236}">
                <a16:creationId xmlns:a16="http://schemas.microsoft.com/office/drawing/2014/main" id="{510BB30E-7A44-4CBC-B839-42DD4630B3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12CE5C20-3FB0-4ABB-8D1C-1D3E8F574D69}"/>
              </a:ext>
            </a:extLst>
          </p:cNvPr>
          <p:cNvSpPr>
            <a:spLocks xmlns:a="http://schemas.openxmlformats.org/drawingml/2006/main" noGrp="1"/>
          </p:cNvSpPr>
          <p:nvPr/>
        </p:nvSpPr>
        <p:spPr>
          <a:xfrm xmlns:a="http://schemas.openxmlformats.org/drawingml/2006/main">
            <a:off x="1476375" y="16383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Hidden layers use σ; the output layer is chosen for the task.</a:t>
            </a:r>
          </a:p>
        </p:txBody>
      </p:sp>
      <p:sp>
        <p:nvSpPr>
          <p:cNvPr id="6" name="">
            <a:extLst xmlns:a="http://schemas.openxmlformats.org/drawingml/2006/main">
              <a:ext uri="{FF2B5EF4-FFF2-40B4-BE49-F238E27FC236}">
                <a16:creationId xmlns:a16="http://schemas.microsoft.com/office/drawing/2014/main" id="{E5D4347C-23CA-43A7-88DF-D68C4DA90708}"/>
              </a:ext>
            </a:extLst>
          </p:cNvPr>
          <p:cNvSpPr>
            <a:spLocks xmlns:a="http://schemas.openxmlformats.org/drawingml/2006/main" noGrp="1"/>
          </p:cNvSpPr>
          <p:nvPr/>
        </p:nvSpPr>
        <p:spPr>
          <a:xfrm xmlns:a="http://schemas.openxmlformats.org/drawingml/2006/main">
            <a:off x="1762125" y="2381250"/>
            <a:ext cx="952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x</a:t>
            </a:r>
          </a:p>
        </p:txBody>
      </p:sp>
      <p:sp>
        <p:nvSpPr>
          <p:cNvPr id="7" name="">
            <a:extLst xmlns:a="http://schemas.openxmlformats.org/drawingml/2006/main">
              <a:ext uri="{FF2B5EF4-FFF2-40B4-BE49-F238E27FC236}">
                <a16:creationId xmlns:a16="http://schemas.microsoft.com/office/drawing/2014/main" id="{0C8DE544-6B46-45B0-9706-3AF17EF1BA19}"/>
              </a:ext>
            </a:extLst>
          </p:cNvPr>
          <p:cNvSpPr>
            <a:spLocks xmlns:a="http://schemas.openxmlformats.org/drawingml/2006/main" noGrp="1"/>
          </p:cNvSpPr>
          <p:nvPr/>
        </p:nvSpPr>
        <p:spPr>
          <a:xfrm xmlns:a="http://schemas.openxmlformats.org/drawingml/2006/main">
            <a:off x="2857500"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8" name="">
            <a:extLst xmlns:a="http://schemas.openxmlformats.org/drawingml/2006/main">
              <a:ext uri="{FF2B5EF4-FFF2-40B4-BE49-F238E27FC236}">
                <a16:creationId xmlns:a16="http://schemas.microsoft.com/office/drawing/2014/main" id="{FBA88D77-D4BB-4C53-9759-29A73451A2B5}"/>
              </a:ext>
            </a:extLst>
          </p:cNvPr>
          <p:cNvSpPr>
            <a:spLocks xmlns:a="http://schemas.openxmlformats.org/drawingml/2006/main" noGrp="1"/>
          </p:cNvSpPr>
          <p:nvPr/>
        </p:nvSpPr>
        <p:spPr>
          <a:xfrm xmlns:a="http://schemas.openxmlformats.org/drawingml/2006/main">
            <a:off x="3714750" y="2381250"/>
            <a:ext cx="1428750" cy="552450"/>
          </a:xfrm>
          <a:prstGeom xmlns:a="http://schemas.openxmlformats.org/drawingml/2006/main" prst="roundRect">
            <a:avLst>
              <a:gd name="adj" fmla="val 2069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latin typeface="Calibri"/>
                <a:ea typeface="Calibri"/>
                <a:cs typeface="Calibri"/>
              </a:defRPr>
            </a:pPr>
            <a:r>
              <a:rPr sz="1650" b="1">
                <a:solidFill>
                  <a:srgbClr val="2563EB"/>
                </a:solidFill>
                <a:latin typeface="Calibri"/>
                <a:ea typeface="Calibri"/>
                <a:cs typeface="Calibri"/>
              </a:rPr>
              <a:t>h₁ = σ(·)</a:t>
            </a:r>
          </a:p>
        </p:txBody>
      </p:sp>
      <p:sp>
        <p:nvSpPr>
          <p:cNvPr id="9" name="">
            <a:extLst xmlns:a="http://schemas.openxmlformats.org/drawingml/2006/main">
              <a:ext uri="{FF2B5EF4-FFF2-40B4-BE49-F238E27FC236}">
                <a16:creationId xmlns:a16="http://schemas.microsoft.com/office/drawing/2014/main" id="{88090587-6DDA-4E3D-8BB7-26D70E52ECBA}"/>
              </a:ext>
            </a:extLst>
          </p:cNvPr>
          <p:cNvSpPr>
            <a:spLocks xmlns:a="http://schemas.openxmlformats.org/drawingml/2006/main" noGrp="1"/>
          </p:cNvSpPr>
          <p:nvPr/>
        </p:nvSpPr>
        <p:spPr>
          <a:xfrm xmlns:a="http://schemas.openxmlformats.org/drawingml/2006/main">
            <a:off x="5286375"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0" name="">
            <a:extLst xmlns:a="http://schemas.openxmlformats.org/drawingml/2006/main">
              <a:ext uri="{FF2B5EF4-FFF2-40B4-BE49-F238E27FC236}">
                <a16:creationId xmlns:a16="http://schemas.microsoft.com/office/drawing/2014/main" id="{86235E75-B579-4535-B2D0-7DC070080025}"/>
              </a:ext>
            </a:extLst>
          </p:cNvPr>
          <p:cNvSpPr>
            <a:spLocks xmlns:a="http://schemas.openxmlformats.org/drawingml/2006/main" noGrp="1"/>
          </p:cNvSpPr>
          <p:nvPr/>
        </p:nvSpPr>
        <p:spPr>
          <a:xfrm xmlns:a="http://schemas.openxmlformats.org/drawingml/2006/main">
            <a:off x="6143625" y="2381250"/>
            <a:ext cx="14287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h₂ = σ(·)</a:t>
            </a:r>
          </a:p>
        </p:txBody>
      </p:sp>
      <p:sp>
        <p:nvSpPr>
          <p:cNvPr id="11" name="">
            <a:extLst xmlns:a="http://schemas.openxmlformats.org/drawingml/2006/main">
              <a:ext uri="{FF2B5EF4-FFF2-40B4-BE49-F238E27FC236}">
                <a16:creationId xmlns:a16="http://schemas.microsoft.com/office/drawing/2014/main" id="{5D60B316-82DB-4B29-AE62-120157976596}"/>
              </a:ext>
            </a:extLst>
          </p:cNvPr>
          <p:cNvSpPr>
            <a:spLocks xmlns:a="http://schemas.openxmlformats.org/drawingml/2006/main" noGrp="1"/>
          </p:cNvSpPr>
          <p:nvPr/>
        </p:nvSpPr>
        <p:spPr>
          <a:xfrm xmlns:a="http://schemas.openxmlformats.org/drawingml/2006/main">
            <a:off x="1238250" y="3476625"/>
            <a:ext cx="2714625" cy="523875"/>
          </a:xfrm>
          <a:prstGeom xmlns:a="http://schemas.openxmlformats.org/drawingml/2006/main" prst="roundRect">
            <a:avLst>
              <a:gd name="adj" fmla="val 21818"/>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F97316"/>
                </a:solidFill>
                <a:latin typeface="Calibri"/>
                <a:ea typeface="Calibri"/>
                <a:cs typeface="Calibri"/>
              </a:defRPr>
            </a:pPr>
            <a:r>
              <a:rPr sz="1725" b="1">
                <a:solidFill>
                  <a:srgbClr val="F97316"/>
                </a:solidFill>
                <a:latin typeface="Calibri"/>
                <a:ea typeface="Calibri"/>
                <a:cs typeface="Calibri"/>
              </a:rPr>
              <a:t>Regression</a:t>
            </a:r>
          </a:p>
        </p:txBody>
      </p:sp>
      <p:sp>
        <p:nvSpPr>
          <p:cNvPr id="12" name="">
            <a:extLst xmlns:a="http://schemas.openxmlformats.org/drawingml/2006/main">
              <a:ext uri="{FF2B5EF4-FFF2-40B4-BE49-F238E27FC236}">
                <a16:creationId xmlns:a16="http://schemas.microsoft.com/office/drawing/2014/main" id="{18667907-BF24-4E49-9B68-B33E9C291229}"/>
              </a:ext>
            </a:extLst>
          </p:cNvPr>
          <p:cNvSpPr>
            <a:spLocks xmlns:a="http://schemas.openxmlformats.org/drawingml/2006/main" noGrp="1"/>
          </p:cNvSpPr>
          <p:nvPr/>
        </p:nvSpPr>
        <p:spPr>
          <a:xfrm xmlns:a="http://schemas.openxmlformats.org/drawingml/2006/main">
            <a:off x="1238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ŷ = w₃h₂ + b₃</a:t>
            </a:r>
          </a:p>
        </p:txBody>
      </p:sp>
      <p:sp>
        <p:nvSpPr>
          <p:cNvPr id="13" name="">
            <a:extLst xmlns:a="http://schemas.openxmlformats.org/drawingml/2006/main">
              <a:ext uri="{FF2B5EF4-FFF2-40B4-BE49-F238E27FC236}">
                <a16:creationId xmlns:a16="http://schemas.microsoft.com/office/drawing/2014/main" id="{1E576C9E-2519-4FC6-8C4B-DE23566E5BBB}"/>
              </a:ext>
            </a:extLst>
          </p:cNvPr>
          <p:cNvSpPr>
            <a:spLocks xmlns:a="http://schemas.openxmlformats.org/drawingml/2006/main" noGrp="1"/>
          </p:cNvSpPr>
          <p:nvPr/>
        </p:nvSpPr>
        <p:spPr>
          <a:xfrm xmlns:a="http://schemas.openxmlformats.org/drawingml/2006/main">
            <a:off x="1238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linear output</a:t>
            </a:r>
          </a:p>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any real value</a:t>
            </a:r>
          </a:p>
        </p:txBody>
      </p:sp>
      <p:sp>
        <p:nvSpPr>
          <p:cNvPr id="14" name="">
            <a:extLst xmlns:a="http://schemas.openxmlformats.org/drawingml/2006/main">
              <a:ext uri="{FF2B5EF4-FFF2-40B4-BE49-F238E27FC236}">
                <a16:creationId xmlns:a16="http://schemas.microsoft.com/office/drawing/2014/main" id="{13DC163B-D59B-4D50-88FA-405C7033BC0C}"/>
              </a:ext>
            </a:extLst>
          </p:cNvPr>
          <p:cNvSpPr>
            <a:spLocks xmlns:a="http://schemas.openxmlformats.org/drawingml/2006/main" noGrp="1"/>
          </p:cNvSpPr>
          <p:nvPr/>
        </p:nvSpPr>
        <p:spPr>
          <a:xfrm xmlns:a="http://schemas.openxmlformats.org/drawingml/2006/main">
            <a:off x="4476750" y="3476625"/>
            <a:ext cx="2714625" cy="523875"/>
          </a:xfrm>
          <a:prstGeom xmlns:a="http://schemas.openxmlformats.org/drawingml/2006/main" prst="roundRect">
            <a:avLst>
              <a:gd name="adj" fmla="val 21818"/>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Binary classification</a:t>
            </a:r>
          </a:p>
        </p:txBody>
      </p:sp>
      <p:sp>
        <p:nvSpPr>
          <p:cNvPr id="15" name="">
            <a:extLst xmlns:a="http://schemas.openxmlformats.org/drawingml/2006/main">
              <a:ext uri="{FF2B5EF4-FFF2-40B4-BE49-F238E27FC236}">
                <a16:creationId xmlns:a16="http://schemas.microsoft.com/office/drawing/2014/main" id="{6CA98ECE-660F-40F4-AE32-9C3E1C8C0A29}"/>
              </a:ext>
            </a:extLst>
          </p:cNvPr>
          <p:cNvSpPr>
            <a:spLocks xmlns:a="http://schemas.openxmlformats.org/drawingml/2006/main" noGrp="1"/>
          </p:cNvSpPr>
          <p:nvPr/>
        </p:nvSpPr>
        <p:spPr>
          <a:xfrm xmlns:a="http://schemas.openxmlformats.org/drawingml/2006/main">
            <a:off x="44767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sigmoid(z)</a:t>
            </a:r>
          </a:p>
        </p:txBody>
      </p:sp>
      <p:sp>
        <p:nvSpPr>
          <p:cNvPr id="16" name="">
            <a:extLst xmlns:a="http://schemas.openxmlformats.org/drawingml/2006/main">
              <a:ext uri="{FF2B5EF4-FFF2-40B4-BE49-F238E27FC236}">
                <a16:creationId xmlns:a16="http://schemas.microsoft.com/office/drawing/2014/main" id="{FE6AE03F-1DBC-4523-AF52-6A0721A24E61}"/>
              </a:ext>
            </a:extLst>
          </p:cNvPr>
          <p:cNvSpPr>
            <a:spLocks xmlns:a="http://schemas.openxmlformats.org/drawingml/2006/main" noGrp="1"/>
          </p:cNvSpPr>
          <p:nvPr/>
        </p:nvSpPr>
        <p:spPr>
          <a:xfrm xmlns:a="http://schemas.openxmlformats.org/drawingml/2006/main">
            <a:off x="44767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0 to 1</a:t>
            </a:r>
          </a:p>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probability</a:t>
            </a:r>
          </a:p>
        </p:txBody>
      </p:sp>
      <p:sp>
        <p:nvSpPr>
          <p:cNvPr id="17" name="">
            <a:extLst xmlns:a="http://schemas.openxmlformats.org/drawingml/2006/main">
              <a:ext uri="{FF2B5EF4-FFF2-40B4-BE49-F238E27FC236}">
                <a16:creationId xmlns:a16="http://schemas.microsoft.com/office/drawing/2014/main" id="{FCFD62D1-0779-441A-B9BE-D77C87951EE1}"/>
              </a:ext>
            </a:extLst>
          </p:cNvPr>
          <p:cNvSpPr>
            <a:spLocks xmlns:a="http://schemas.openxmlformats.org/drawingml/2006/main" noGrp="1"/>
          </p:cNvSpPr>
          <p:nvPr/>
        </p:nvSpPr>
        <p:spPr>
          <a:xfrm xmlns:a="http://schemas.openxmlformats.org/drawingml/2006/main">
            <a:off x="7715250" y="3476625"/>
            <a:ext cx="2714625" cy="523875"/>
          </a:xfrm>
          <a:prstGeom xmlns:a="http://schemas.openxmlformats.org/drawingml/2006/main" prst="roundRect">
            <a:avLst>
              <a:gd name="adj" fmla="val 21818"/>
            </a:avLst>
          </a:prstGeom>
          <a:solidFill xmlns:a="http://schemas.openxmlformats.org/drawingml/2006/main">
            <a:srgbClr val="F5F3FF"/>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7C3AED"/>
                </a:solidFill>
                <a:latin typeface="Calibri"/>
                <a:ea typeface="Calibri"/>
                <a:cs typeface="Calibri"/>
              </a:defRPr>
            </a:pPr>
            <a:r>
              <a:rPr sz="1725" b="1">
                <a:solidFill>
                  <a:srgbClr val="7C3AED"/>
                </a:solidFill>
                <a:latin typeface="Calibri"/>
                <a:ea typeface="Calibri"/>
                <a:cs typeface="Calibri"/>
              </a:rPr>
              <a:t>Multiclass / GPT</a:t>
            </a:r>
          </a:p>
        </p:txBody>
      </p:sp>
      <p:sp>
        <p:nvSpPr>
          <p:cNvPr id="18" name="">
            <a:extLst xmlns:a="http://schemas.openxmlformats.org/drawingml/2006/main">
              <a:ext uri="{FF2B5EF4-FFF2-40B4-BE49-F238E27FC236}">
                <a16:creationId xmlns:a16="http://schemas.microsoft.com/office/drawing/2014/main" id="{E9A943CA-8A5F-4F9C-BE15-9B88B430477C}"/>
              </a:ext>
            </a:extLst>
          </p:cNvPr>
          <p:cNvSpPr>
            <a:spLocks xmlns:a="http://schemas.openxmlformats.org/drawingml/2006/main" noGrp="1"/>
          </p:cNvSpPr>
          <p:nvPr/>
        </p:nvSpPr>
        <p:spPr>
          <a:xfrm xmlns:a="http://schemas.openxmlformats.org/drawingml/2006/main">
            <a:off x="7715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softmax(z)</a:t>
            </a:r>
          </a:p>
        </p:txBody>
      </p:sp>
      <p:sp>
        <p:nvSpPr>
          <p:cNvPr id="19" name="">
            <a:extLst xmlns:a="http://schemas.openxmlformats.org/drawingml/2006/main">
              <a:ext uri="{FF2B5EF4-FFF2-40B4-BE49-F238E27FC236}">
                <a16:creationId xmlns:a16="http://schemas.microsoft.com/office/drawing/2014/main" id="{EFD210FF-E09A-40A9-A8D7-AB9482E36FFF}"/>
              </a:ext>
            </a:extLst>
          </p:cNvPr>
          <p:cNvSpPr>
            <a:spLocks xmlns:a="http://schemas.openxmlformats.org/drawingml/2006/main" noGrp="1"/>
          </p:cNvSpPr>
          <p:nvPr/>
        </p:nvSpPr>
        <p:spPr>
          <a:xfrm xmlns:a="http://schemas.openxmlformats.org/drawingml/2006/main">
            <a:off x="7715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probabilities</a:t>
            </a:r>
          </a:p>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sum to 1</a:t>
            </a:r>
          </a:p>
        </p:txBody>
      </p:sp>
      <p:sp>
        <p:nvSpPr>
          <p:cNvPr id="20" name="">
            <a:extLst xmlns:a="http://schemas.openxmlformats.org/drawingml/2006/main">
              <a:ext uri="{FF2B5EF4-FFF2-40B4-BE49-F238E27FC236}">
                <a16:creationId xmlns:a16="http://schemas.microsoft.com/office/drawing/2014/main" id="{60C9767F-289C-429D-83F4-D8B9E8784537}"/>
              </a:ext>
            </a:extLst>
          </p:cNvPr>
          <p:cNvSpPr>
            <a:spLocks xmlns:a="http://schemas.openxmlformats.org/drawingml/2006/main" noGrp="1"/>
          </p:cNvSpPr>
          <p:nvPr/>
        </p:nvSpPr>
        <p:spPr>
          <a:xfrm xmlns:a="http://schemas.openxmlformats.org/drawingml/2006/main">
            <a:off x="1428750" y="54768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B0F19"/>
                </a:solidFill>
                <a:latin typeface="Calibri"/>
                <a:ea typeface="Calibri"/>
                <a:cs typeface="Calibri"/>
              </a:defRPr>
            </a:pPr>
            <a:r>
              <a:rPr sz="1575" b="1">
                <a:solidFill>
                  <a:srgbClr val="0B0F19"/>
                </a:solidFill>
                <a:latin typeface="Calibri"/>
                <a:ea typeface="Calibri"/>
                <a:cs typeface="Calibri"/>
              </a:rPr>
              <a:t>Here we are predicting an unrestricted numeric value, so the final layer stays linear.</a:t>
            </a:r>
          </a:p>
        </p:txBody>
      </p:sp>
      <p:sp>
        <p:nvSpPr>
          <p:cNvPr id="21" name="">
            <a:extLst xmlns:a="http://schemas.openxmlformats.org/drawingml/2006/main">
              <a:ext uri="{FF2B5EF4-FFF2-40B4-BE49-F238E27FC236}">
                <a16:creationId xmlns:a16="http://schemas.microsoft.com/office/drawing/2014/main" id="{4A82F89A-8D32-45B1-9F4C-49C9AB0D9A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Tree>
    <p:extLst>
      <p:ext uri="{BB962C8B-B14F-4D97-AF65-F5344CB8AC3E}">
        <p14:creationId xmlns:p14="http://schemas.microsoft.com/office/powerpoint/2010/main" val="1897319009"/>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972586" name="Rectangle 1153616344">
            <a:extLst xmlns:a="http://schemas.openxmlformats.org/drawingml/2006/main">
              <a:ext uri="{FF2B5EF4-FFF2-40B4-BE49-F238E27FC236}">
                <a16:creationId xmlns:a16="http://schemas.microsoft.com/office/drawing/2014/main" id="{3E75813A-6D3A-4957-B74B-D1F20B5F1B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40707893" name="Rectangle 900783331">
            <a:extLst xmlns:a="http://schemas.openxmlformats.org/drawingml/2006/main">
              <a:ext uri="{FF2B5EF4-FFF2-40B4-BE49-F238E27FC236}">
                <a16:creationId xmlns:a16="http://schemas.microsoft.com/office/drawing/2014/main" id="{81EA714B-B976-461C-81FB-4A8740B10A1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217043883" name="Rectangle: Rounded Corners 1696408858">
            <a:extLst xmlns:a="http://schemas.openxmlformats.org/drawingml/2006/main">
              <a:ext uri="{FF2B5EF4-FFF2-40B4-BE49-F238E27FC236}">
                <a16:creationId xmlns:a16="http://schemas.microsoft.com/office/drawing/2014/main" id="{4D2D77D6-3C62-41FA-864B-E1F1BCEA97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596909" name="Rectangle: Rounded Corners 1953172434">
            <a:extLst xmlns:a="http://schemas.openxmlformats.org/drawingml/2006/main">
              <a:ext uri="{FF2B5EF4-FFF2-40B4-BE49-F238E27FC236}">
                <a16:creationId xmlns:a16="http://schemas.microsoft.com/office/drawing/2014/main" id="{3612DC1E-DF8E-4DE2-B5F4-A6C7F8E94678}"/>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26103393" name="Arrow: Right 1189177997">
            <a:extLst xmlns:a="http://schemas.openxmlformats.org/drawingml/2006/main">
              <a:ext uri="{FF2B5EF4-FFF2-40B4-BE49-F238E27FC236}">
                <a16:creationId xmlns:a16="http://schemas.microsoft.com/office/drawing/2014/main" id="{C4588CF2-1B9B-4F05-8630-B097EE49B90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04564" name="Rectangle: Rounded Corners 1336248175">
            <a:extLst xmlns:a="http://schemas.openxmlformats.org/drawingml/2006/main">
              <a:ext uri="{FF2B5EF4-FFF2-40B4-BE49-F238E27FC236}">
                <a16:creationId xmlns:a16="http://schemas.microsoft.com/office/drawing/2014/main" id="{521242D3-0A39-4666-88A2-F17231D7180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808759289" name="Arrow: Right 191949401">
            <a:extLst xmlns:a="http://schemas.openxmlformats.org/drawingml/2006/main">
              <a:ext uri="{FF2B5EF4-FFF2-40B4-BE49-F238E27FC236}">
                <a16:creationId xmlns:a16="http://schemas.microsoft.com/office/drawing/2014/main" id="{0BAF6B70-5E07-4AA2-AFF9-1A8C0173376C}"/>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033879" name="Rectangle: Rounded Corners 698425088">
            <a:extLst xmlns:a="http://schemas.openxmlformats.org/drawingml/2006/main">
              <a:ext uri="{FF2B5EF4-FFF2-40B4-BE49-F238E27FC236}">
                <a16:creationId xmlns:a16="http://schemas.microsoft.com/office/drawing/2014/main" id="{3F6A5686-F613-4B8F-86EB-255B04BAAE0C}"/>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2123207803" name="Arrow: Right 1313016723">
            <a:extLst xmlns:a="http://schemas.openxmlformats.org/drawingml/2006/main">
              <a:ext uri="{FF2B5EF4-FFF2-40B4-BE49-F238E27FC236}">
                <a16:creationId xmlns:a16="http://schemas.microsoft.com/office/drawing/2014/main" id="{5921247F-14EA-4763-92B2-12FA706637F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9826875" name="Rectangle: Rounded Corners 146802490">
            <a:extLst xmlns:a="http://schemas.openxmlformats.org/drawingml/2006/main">
              <a:ext uri="{FF2B5EF4-FFF2-40B4-BE49-F238E27FC236}">
                <a16:creationId xmlns:a16="http://schemas.microsoft.com/office/drawing/2014/main" id="{8259D2FC-CCC6-4381-8E78-19EECE4F8C75}"/>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55314398" name="Arrow: Right 2030273733">
            <a:extLst xmlns:a="http://schemas.openxmlformats.org/drawingml/2006/main">
              <a:ext uri="{FF2B5EF4-FFF2-40B4-BE49-F238E27FC236}">
                <a16:creationId xmlns:a16="http://schemas.microsoft.com/office/drawing/2014/main" id="{B7A58135-1EA9-4D59-90EC-A507D7E7B40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539518" name="Rectangle: Rounded Corners 1270986399">
            <a:extLst xmlns:a="http://schemas.openxmlformats.org/drawingml/2006/main">
              <a:ext uri="{FF2B5EF4-FFF2-40B4-BE49-F238E27FC236}">
                <a16:creationId xmlns:a16="http://schemas.microsoft.com/office/drawing/2014/main" id="{D34019F7-7E55-426B-867A-E3DFE9644F2C}"/>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21375648" name="Rectangle 1675037776">
            <a:extLst xmlns:a="http://schemas.openxmlformats.org/drawingml/2006/main">
              <a:ext uri="{FF2B5EF4-FFF2-40B4-BE49-F238E27FC236}">
                <a16:creationId xmlns:a16="http://schemas.microsoft.com/office/drawing/2014/main" id="{7561D80B-4260-49A0-84B4-EED681EED2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pic>
        <p:nvPicPr>
          <p:cNvPr id="2123207818"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c3012a0c82734279">
            <a:extLst>
              <a:ext uri="{96DAC541-7B7A-43D3-8B79-37D633B846F1}">
                <asvg:svgBlip xmlns:asvg="http://schemas.microsoft.com/office/drawing/2016/SVG/main" r:embed="R7b83b3e442714fe6"/>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9728662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D06F61-2FAA-4096-9E75-2C5A72F90F1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D59F7B85-1990-49D1-9C18-C3D6B84FC3F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The chain rule follows a path</a:t>
            </a:r>
          </a:p>
        </p:txBody>
      </p:sp>
      <p:sp>
        <p:nvSpPr>
          <p:cNvPr id="3" name="">
            <a:extLst xmlns:a="http://schemas.openxmlformats.org/drawingml/2006/main">
              <a:ext uri="{FF2B5EF4-FFF2-40B4-BE49-F238E27FC236}">
                <a16:creationId xmlns:a16="http://schemas.microsoft.com/office/drawing/2014/main" id="{CB620AE7-B830-47D3-914F-134EE838EBA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3B7E1D2B-C368-4317-B612-006E489A44C6}"/>
              </a:ext>
            </a:extLst>
          </p:cNvPr>
          <p:cNvSpPr>
            <a:spLocks xmlns:a="http://schemas.openxmlformats.org/drawingml/2006/main" noGrp="1"/>
          </p:cNvSpPr>
          <p:nvPr/>
        </p:nvSpPr>
        <p:spPr>
          <a:xfrm xmlns:a="http://schemas.openxmlformats.org/drawingml/2006/main">
            <a:off x="1809750" y="17621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 change in w reaches L through u</a:t>
            </a:r>
          </a:p>
        </p:txBody>
      </p:sp>
      <p:sp>
        <p:nvSpPr>
          <p:cNvPr id="5" name="">
            <a:extLst xmlns:a="http://schemas.openxmlformats.org/drawingml/2006/main">
              <a:ext uri="{FF2B5EF4-FFF2-40B4-BE49-F238E27FC236}">
                <a16:creationId xmlns:a16="http://schemas.microsoft.com/office/drawing/2014/main" id="{2753840B-3755-4812-9697-C2D89CF15149}"/>
              </a:ext>
            </a:extLst>
          </p:cNvPr>
          <p:cNvSpPr>
            <a:spLocks xmlns:a="http://schemas.openxmlformats.org/drawingml/2006/main" noGrp="1"/>
          </p:cNvSpPr>
          <p:nvPr/>
        </p:nvSpPr>
        <p:spPr>
          <a:xfrm xmlns:a="http://schemas.openxmlformats.org/drawingml/2006/main">
            <a:off x="1809750" y="3000375"/>
            <a:ext cx="142875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9C790C36-8B7C-4A46-8271-444F8B78AA30}"/>
              </a:ext>
            </a:extLst>
          </p:cNvPr>
          <p:cNvSpPr>
            <a:spLocks xmlns:a="http://schemas.openxmlformats.org/drawingml/2006/main" noGrp="1"/>
          </p:cNvSpPr>
          <p:nvPr/>
        </p:nvSpPr>
        <p:spPr>
          <a:xfrm xmlns:a="http://schemas.openxmlformats.org/drawingml/2006/main">
            <a:off x="3476625"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u = 3w + 1</a:t>
            </a:r>
          </a:p>
        </p:txBody>
      </p:sp>
      <p:sp>
        <p:nvSpPr>
          <p:cNvPr id="7" name="">
            <a:extLst xmlns:a="http://schemas.openxmlformats.org/drawingml/2006/main">
              <a:ext uri="{FF2B5EF4-FFF2-40B4-BE49-F238E27FC236}">
                <a16:creationId xmlns:a16="http://schemas.microsoft.com/office/drawing/2014/main" id="{351F9281-7942-4E2A-9CFA-BDA4233CFA36}"/>
              </a:ext>
            </a:extLst>
          </p:cNvPr>
          <p:cNvSpPr>
            <a:spLocks xmlns:a="http://schemas.openxmlformats.org/drawingml/2006/main" noGrp="1"/>
          </p:cNvSpPr>
          <p:nvPr/>
        </p:nvSpPr>
        <p:spPr>
          <a:xfrm xmlns:a="http://schemas.openxmlformats.org/drawingml/2006/main">
            <a:off x="4810125" y="3000375"/>
            <a:ext cx="1428750" cy="762000"/>
          </a:xfrm>
          <a:prstGeom xmlns:a="http://schemas.openxmlformats.org/drawingml/2006/main" prst="roundRect">
            <a:avLst>
              <a:gd name="adj" fmla="val 15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latin typeface="Calibri"/>
                <a:ea typeface="Calibri"/>
                <a:cs typeface="Calibri"/>
              </a:defRPr>
            </a:pPr>
            <a:r>
              <a:rPr sz="2250" b="1">
                <a:solidFill>
                  <a:srgbClr val="2563EB"/>
                </a:solidFill>
                <a:latin typeface="Calibri"/>
                <a:ea typeface="Calibri"/>
                <a:cs typeface="Calibri"/>
              </a:rPr>
              <a:t>u</a:t>
            </a:r>
          </a:p>
        </p:txBody>
      </p:sp>
      <p:sp>
        <p:nvSpPr>
          <p:cNvPr id="8" name="">
            <a:extLst xmlns:a="http://schemas.openxmlformats.org/drawingml/2006/main">
              <a:ext uri="{FF2B5EF4-FFF2-40B4-BE49-F238E27FC236}">
                <a16:creationId xmlns:a16="http://schemas.microsoft.com/office/drawing/2014/main" id="{E296D04E-0CDD-401E-90DE-246FE14DD69C}"/>
              </a:ext>
            </a:extLst>
          </p:cNvPr>
          <p:cNvSpPr>
            <a:spLocks xmlns:a="http://schemas.openxmlformats.org/drawingml/2006/main" noGrp="1"/>
          </p:cNvSpPr>
          <p:nvPr/>
        </p:nvSpPr>
        <p:spPr>
          <a:xfrm xmlns:a="http://schemas.openxmlformats.org/drawingml/2006/main">
            <a:off x="6477000"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L = u²</a:t>
            </a:r>
          </a:p>
        </p:txBody>
      </p:sp>
      <p:sp>
        <p:nvSpPr>
          <p:cNvPr id="9" name="">
            <a:extLst xmlns:a="http://schemas.openxmlformats.org/drawingml/2006/main">
              <a:ext uri="{FF2B5EF4-FFF2-40B4-BE49-F238E27FC236}">
                <a16:creationId xmlns:a16="http://schemas.microsoft.com/office/drawing/2014/main" id="{4637761C-06CD-4BA7-A432-D2EB0E7A3AF0}"/>
              </a:ext>
            </a:extLst>
          </p:cNvPr>
          <p:cNvSpPr>
            <a:spLocks xmlns:a="http://schemas.openxmlformats.org/drawingml/2006/main" noGrp="1"/>
          </p:cNvSpPr>
          <p:nvPr/>
        </p:nvSpPr>
        <p:spPr>
          <a:xfrm xmlns:a="http://schemas.openxmlformats.org/drawingml/2006/main">
            <a:off x="7810500" y="3000375"/>
            <a:ext cx="1428750" cy="762000"/>
          </a:xfrm>
          <a:prstGeom xmlns:a="http://schemas.openxmlformats.org/drawingml/2006/main" prst="roundRect">
            <a:avLst>
              <a:gd name="adj" fmla="val 1500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latin typeface="Calibri"/>
                <a:ea typeface="Calibri"/>
                <a:cs typeface="Calibri"/>
              </a:defRPr>
            </a:pPr>
            <a:r>
              <a:rPr sz="2250" b="1">
                <a:solidFill>
                  <a:srgbClr val="EF4444"/>
                </a:solidFill>
                <a:latin typeface="Calibri"/>
                <a:ea typeface="Calibri"/>
                <a:cs typeface="Calibri"/>
              </a:rPr>
              <a:t>L</a:t>
            </a:r>
          </a:p>
        </p:txBody>
      </p:sp>
      <p:sp>
        <p:nvSpPr>
          <p:cNvPr id="10" name="">
            <a:extLst xmlns:a="http://schemas.openxmlformats.org/drawingml/2006/main">
              <a:ext uri="{FF2B5EF4-FFF2-40B4-BE49-F238E27FC236}">
                <a16:creationId xmlns:a16="http://schemas.microsoft.com/office/drawing/2014/main" id="{DFF18DC2-F9CA-405E-BC11-91D8A4A3A565}"/>
              </a:ext>
            </a:extLst>
          </p:cNvPr>
          <p:cNvSpPr>
            <a:spLocks xmlns:a="http://schemas.openxmlformats.org/drawingml/2006/main" noGrp="1"/>
          </p:cNvSpPr>
          <p:nvPr/>
        </p:nvSpPr>
        <p:spPr>
          <a:xfrm xmlns:a="http://schemas.openxmlformats.org/drawingml/2006/main">
            <a:off x="2619375" y="452437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latin typeface="Calibri"/>
                <a:ea typeface="Calibri"/>
                <a:cs typeface="Calibri"/>
              </a:defRPr>
            </a:pPr>
            <a:r>
              <a:rPr sz="2550" b="1">
                <a:solidFill>
                  <a:srgbClr val="0B0F19"/>
                </a:solidFill>
                <a:latin typeface="Calibri"/>
                <a:ea typeface="Calibri"/>
                <a:cs typeface="Calibri"/>
              </a:rPr>
              <a:t>dL/dw = dL/du  ·  du/dw</a:t>
            </a:r>
          </a:p>
        </p:txBody>
      </p:sp>
      <p:sp>
        <p:nvSpPr>
          <p:cNvPr id="11" name="">
            <a:extLst xmlns:a="http://schemas.openxmlformats.org/drawingml/2006/main">
              <a:ext uri="{FF2B5EF4-FFF2-40B4-BE49-F238E27FC236}">
                <a16:creationId xmlns:a16="http://schemas.microsoft.com/office/drawing/2014/main" id="{526C0076-1A75-4C1E-9A12-F34B624EBE94}"/>
              </a:ext>
            </a:extLst>
          </p:cNvPr>
          <p:cNvSpPr>
            <a:spLocks xmlns:a="http://schemas.openxmlformats.org/drawingml/2006/main" noGrp="1"/>
          </p:cNvSpPr>
          <p:nvPr/>
        </p:nvSpPr>
        <p:spPr>
          <a:xfrm xmlns:a="http://schemas.openxmlformats.org/drawingml/2006/main">
            <a:off x="1952625" y="523875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Multiply the local sensitivities along the dependency path.</a:t>
            </a:r>
          </a:p>
        </p:txBody>
      </p:sp>
    </p:spTree>
    <p:extLst>
      <p:ext uri="{BB962C8B-B14F-4D97-AF65-F5344CB8AC3E}">
        <p14:creationId xmlns:p14="http://schemas.microsoft.com/office/powerpoint/2010/main" val="6230652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0F6AEB-165F-4715-85AD-68B9E33BE12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F706A76F-1DB4-4632-813F-0211B749F00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One neuron produces a gradient</a:t>
            </a:r>
          </a:p>
        </p:txBody>
      </p:sp>
      <p:sp>
        <p:nvSpPr>
          <p:cNvPr id="3" name="">
            <a:extLst xmlns:a="http://schemas.openxmlformats.org/drawingml/2006/main">
              <a:ext uri="{FF2B5EF4-FFF2-40B4-BE49-F238E27FC236}">
                <a16:creationId xmlns:a16="http://schemas.microsoft.com/office/drawing/2014/main" id="{9D2B7A66-5DCE-478E-9D61-B5D59551B2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1A702E3A-5D80-4B33-9531-B8B0C2368DD1}"/>
              </a:ext>
            </a:extLst>
          </p:cNvPr>
          <p:cNvSpPr>
            <a:spLocks xmlns:a="http://schemas.openxmlformats.org/drawingml/2006/main" noGrp="1"/>
          </p:cNvSpPr>
          <p:nvPr/>
        </p:nvSpPr>
        <p:spPr>
          <a:xfrm xmlns:a="http://schemas.openxmlformats.org/drawingml/2006/main">
            <a:off x="1809750" y="17145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Apply the same idea to one neuron</a:t>
            </a:r>
          </a:p>
        </p:txBody>
      </p:sp>
      <p:sp>
        <p:nvSpPr>
          <p:cNvPr id="5" name="">
            <a:extLst xmlns:a="http://schemas.openxmlformats.org/drawingml/2006/main">
              <a:ext uri="{FF2B5EF4-FFF2-40B4-BE49-F238E27FC236}">
                <a16:creationId xmlns:a16="http://schemas.microsoft.com/office/drawing/2014/main" id="{93C06945-4439-4D5A-B366-0CB9136390C8}"/>
              </a:ext>
            </a:extLst>
          </p:cNvPr>
          <p:cNvSpPr>
            <a:spLocks xmlns:a="http://schemas.openxmlformats.org/drawingml/2006/main" noGrp="1"/>
          </p:cNvSpPr>
          <p:nvPr/>
        </p:nvSpPr>
        <p:spPr>
          <a:xfrm xmlns:a="http://schemas.openxmlformats.org/drawingml/2006/main">
            <a:off x="1476375"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D100387B-2158-4509-BA1F-F3F4C27FE34B}"/>
              </a:ext>
            </a:extLst>
          </p:cNvPr>
          <p:cNvSpPr>
            <a:spLocks xmlns:a="http://schemas.openxmlformats.org/drawingml/2006/main" noGrp="1"/>
          </p:cNvSpPr>
          <p:nvPr/>
        </p:nvSpPr>
        <p:spPr>
          <a:xfrm xmlns:a="http://schemas.openxmlformats.org/drawingml/2006/main">
            <a:off x="247650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3EB432BF-7C2D-4A49-9F3A-B5E8339C2843}"/>
              </a:ext>
            </a:extLst>
          </p:cNvPr>
          <p:cNvSpPr>
            <a:spLocks xmlns:a="http://schemas.openxmlformats.org/drawingml/2006/main" noGrp="1"/>
          </p:cNvSpPr>
          <p:nvPr/>
        </p:nvSpPr>
        <p:spPr>
          <a:xfrm xmlns:a="http://schemas.openxmlformats.org/drawingml/2006/main">
            <a:off x="3714750" y="2857500"/>
            <a:ext cx="1619250" cy="781050"/>
          </a:xfrm>
          <a:prstGeom xmlns:a="http://schemas.openxmlformats.org/drawingml/2006/main" prst="roundRect">
            <a:avLst>
              <a:gd name="adj" fmla="val 14634"/>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2563EB"/>
                </a:solidFill>
                <a:latin typeface="Calibri"/>
                <a:ea typeface="Calibri"/>
                <a:cs typeface="Calibri"/>
              </a:defRPr>
            </a:pPr>
            <a:r>
              <a:rPr sz="1575" b="1">
                <a:solidFill>
                  <a:srgbClr val="2563EB"/>
                </a:solidFill>
                <a:latin typeface="Calibri"/>
                <a:ea typeface="Calibri"/>
                <a:cs typeface="Calibri"/>
              </a:rPr>
              <a:t>z = wx + b</a:t>
            </a:r>
          </a:p>
        </p:txBody>
      </p:sp>
      <p:sp>
        <p:nvSpPr>
          <p:cNvPr id="8" name="">
            <a:extLst xmlns:a="http://schemas.openxmlformats.org/drawingml/2006/main">
              <a:ext uri="{FF2B5EF4-FFF2-40B4-BE49-F238E27FC236}">
                <a16:creationId xmlns:a16="http://schemas.microsoft.com/office/drawing/2014/main" id="{D6D658CC-FB17-4880-A84D-210B88154046}"/>
              </a:ext>
            </a:extLst>
          </p:cNvPr>
          <p:cNvSpPr>
            <a:spLocks xmlns:a="http://schemas.openxmlformats.org/drawingml/2006/main" noGrp="1"/>
          </p:cNvSpPr>
          <p:nvPr/>
        </p:nvSpPr>
        <p:spPr>
          <a:xfrm xmlns:a="http://schemas.openxmlformats.org/drawingml/2006/main">
            <a:off x="54292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91876813-7377-4130-B3E4-D340B719A4AE}"/>
              </a:ext>
            </a:extLst>
          </p:cNvPr>
          <p:cNvSpPr>
            <a:spLocks xmlns:a="http://schemas.openxmlformats.org/drawingml/2006/main" noGrp="1"/>
          </p:cNvSpPr>
          <p:nvPr/>
        </p:nvSpPr>
        <p:spPr>
          <a:xfrm xmlns:a="http://schemas.openxmlformats.org/drawingml/2006/main">
            <a:off x="6000750" y="2857500"/>
            <a:ext cx="1428750" cy="781050"/>
          </a:xfrm>
          <a:prstGeom xmlns:a="http://schemas.openxmlformats.org/drawingml/2006/main" prst="roundRect">
            <a:avLst>
              <a:gd name="adj" fmla="val 14634"/>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 = σ(z)</a:t>
            </a:r>
          </a:p>
        </p:txBody>
      </p:sp>
      <p:sp>
        <p:nvSpPr>
          <p:cNvPr id="10" name="">
            <a:extLst xmlns:a="http://schemas.openxmlformats.org/drawingml/2006/main">
              <a:ext uri="{FF2B5EF4-FFF2-40B4-BE49-F238E27FC236}">
                <a16:creationId xmlns:a16="http://schemas.microsoft.com/office/drawing/2014/main" id="{115BC7B9-554C-4045-9C81-D35E0A4C994B}"/>
              </a:ext>
            </a:extLst>
          </p:cNvPr>
          <p:cNvSpPr>
            <a:spLocks xmlns:a="http://schemas.openxmlformats.org/drawingml/2006/main" noGrp="1"/>
          </p:cNvSpPr>
          <p:nvPr/>
        </p:nvSpPr>
        <p:spPr>
          <a:xfrm xmlns:a="http://schemas.openxmlformats.org/drawingml/2006/main">
            <a:off x="75247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16E1EB5C-CB30-413A-9F23-48E0E451EA68}"/>
              </a:ext>
            </a:extLst>
          </p:cNvPr>
          <p:cNvSpPr>
            <a:spLocks xmlns:a="http://schemas.openxmlformats.org/drawingml/2006/main" noGrp="1"/>
          </p:cNvSpPr>
          <p:nvPr/>
        </p:nvSpPr>
        <p:spPr>
          <a:xfrm xmlns:a="http://schemas.openxmlformats.org/drawingml/2006/main">
            <a:off x="8286750"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ŷ</a:t>
            </a:r>
          </a:p>
        </p:txBody>
      </p:sp>
      <p:sp>
        <p:nvSpPr>
          <p:cNvPr id="12" name="">
            <a:extLst xmlns:a="http://schemas.openxmlformats.org/drawingml/2006/main">
              <a:ext uri="{FF2B5EF4-FFF2-40B4-BE49-F238E27FC236}">
                <a16:creationId xmlns:a16="http://schemas.microsoft.com/office/drawing/2014/main" id="{7AEBA565-A5ED-4AC1-AA73-C3B2F5FE5F52}"/>
              </a:ext>
            </a:extLst>
          </p:cNvPr>
          <p:cNvSpPr>
            <a:spLocks xmlns:a="http://schemas.openxmlformats.org/drawingml/2006/main" noGrp="1"/>
          </p:cNvSpPr>
          <p:nvPr/>
        </p:nvSpPr>
        <p:spPr>
          <a:xfrm xmlns:a="http://schemas.openxmlformats.org/drawingml/2006/main">
            <a:off x="9286875"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387105FB-4A67-4005-8AF8-8E2ECD7A22E9}"/>
              </a:ext>
            </a:extLst>
          </p:cNvPr>
          <p:cNvSpPr>
            <a:spLocks xmlns:a="http://schemas.openxmlformats.org/drawingml/2006/main" noGrp="1"/>
          </p:cNvSpPr>
          <p:nvPr/>
        </p:nvSpPr>
        <p:spPr>
          <a:xfrm xmlns:a="http://schemas.openxmlformats.org/drawingml/2006/main">
            <a:off x="10287000" y="2857500"/>
            <a:ext cx="857250" cy="781050"/>
          </a:xfrm>
          <a:prstGeom xmlns:a="http://schemas.openxmlformats.org/drawingml/2006/main" prst="roundRect">
            <a:avLst>
              <a:gd name="adj" fmla="val 14634"/>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a:t>
            </a:r>
          </a:p>
        </p:txBody>
      </p:sp>
      <p:sp>
        <p:nvSpPr>
          <p:cNvPr id="14" name="">
            <a:extLst xmlns:a="http://schemas.openxmlformats.org/drawingml/2006/main">
              <a:ext uri="{FF2B5EF4-FFF2-40B4-BE49-F238E27FC236}">
                <a16:creationId xmlns:a16="http://schemas.microsoft.com/office/drawing/2014/main" id="{48B90AC9-D19A-4372-ABEF-111790D0E507}"/>
              </a:ext>
            </a:extLst>
          </p:cNvPr>
          <p:cNvSpPr>
            <a:spLocks xmlns:a="http://schemas.openxmlformats.org/drawingml/2006/main" noGrp="1"/>
          </p:cNvSpPr>
          <p:nvPr/>
        </p:nvSpPr>
        <p:spPr>
          <a:xfrm xmlns:a="http://schemas.openxmlformats.org/drawingml/2006/main">
            <a:off x="1524000" y="4429125"/>
            <a:ext cx="914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∂L/∂w = ∂L/∂ŷ  ·  ∂ŷ/∂a  ·  ∂a/∂z  ·  ∂z/∂w</a:t>
            </a:r>
          </a:p>
        </p:txBody>
      </p:sp>
      <p:sp>
        <p:nvSpPr>
          <p:cNvPr id="15" name="">
            <a:extLst xmlns:a="http://schemas.openxmlformats.org/drawingml/2006/main">
              <a:ext uri="{FF2B5EF4-FFF2-40B4-BE49-F238E27FC236}">
                <a16:creationId xmlns:a16="http://schemas.microsoft.com/office/drawing/2014/main" id="{2C1D8E2D-BA40-465A-8576-CCCF6090F53D}"/>
              </a:ext>
            </a:extLst>
          </p:cNvPr>
          <p:cNvSpPr>
            <a:spLocks xmlns:a="http://schemas.openxmlformats.org/drawingml/2006/main" noGrp="1"/>
          </p:cNvSpPr>
          <p:nvPr/>
        </p:nvSpPr>
        <p:spPr>
          <a:xfrm xmlns:a="http://schemas.openxmlformats.org/drawingml/2006/main">
            <a:off x="1428750" y="5238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Each factor answers: “how much does this local step affect the next one?”</a:t>
            </a:r>
          </a:p>
        </p:txBody>
      </p:sp>
    </p:spTree>
    <p:extLst>
      <p:ext uri="{BB962C8B-B14F-4D97-AF65-F5344CB8AC3E}">
        <p14:creationId xmlns:p14="http://schemas.microsoft.com/office/powerpoint/2010/main" val="18318984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15D4C5-D159-46EB-B371-2F26F77C3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Backpropagation</a:t>
            </a:r>
          </a:p>
        </p:txBody>
      </p:sp>
      <p:sp>
        <p:nvSpPr>
          <p:cNvPr id="2" name="">
            <a:extLst xmlns:a="http://schemas.openxmlformats.org/drawingml/2006/main">
              <a:ext uri="{FF2B5EF4-FFF2-40B4-BE49-F238E27FC236}">
                <a16:creationId xmlns:a16="http://schemas.microsoft.com/office/drawing/2014/main" id="{B471E800-54B8-47E3-BA96-F93C672C3B0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Backpropagation reuses the chain rule</a:t>
            </a:r>
          </a:p>
        </p:txBody>
      </p:sp>
      <p:sp>
        <p:nvSpPr>
          <p:cNvPr id="3" name="">
            <a:extLst xmlns:a="http://schemas.openxmlformats.org/drawingml/2006/main">
              <a:ext uri="{FF2B5EF4-FFF2-40B4-BE49-F238E27FC236}">
                <a16:creationId xmlns:a16="http://schemas.microsoft.com/office/drawing/2014/main" id="{1E3BAD98-0BDD-4A26-9535-39162B00EC4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2E5F96D3-636A-48B3-983C-5CA8BB0D6F33}"/>
              </a:ext>
            </a:extLst>
          </p:cNvPr>
          <p:cNvSpPr>
            <a:spLocks xmlns:a="http://schemas.openxmlformats.org/drawingml/2006/main" noGrp="1"/>
          </p:cNvSpPr>
          <p:nvPr/>
        </p:nvSpPr>
        <p:spPr>
          <a:xfrm xmlns:a="http://schemas.openxmlformats.org/drawingml/2006/main">
            <a:off x="1333500" y="17145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Forward computes values; backward computes gradients</a:t>
            </a:r>
          </a:p>
        </p:txBody>
      </p:sp>
      <p:sp>
        <p:nvSpPr>
          <p:cNvPr id="5" name="">
            <a:extLst xmlns:a="http://schemas.openxmlformats.org/drawingml/2006/main">
              <a:ext uri="{FF2B5EF4-FFF2-40B4-BE49-F238E27FC236}">
                <a16:creationId xmlns:a16="http://schemas.microsoft.com/office/drawing/2014/main" id="{1901D557-9EE2-47CA-B187-CCA8E09F0A0D}"/>
              </a:ext>
            </a:extLst>
          </p:cNvPr>
          <p:cNvSpPr>
            <a:spLocks xmlns:a="http://schemas.openxmlformats.org/drawingml/2006/main" noGrp="1"/>
          </p:cNvSpPr>
          <p:nvPr/>
        </p:nvSpPr>
        <p:spPr>
          <a:xfrm xmlns:a="http://schemas.openxmlformats.org/drawingml/2006/main">
            <a:off x="166687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input</a:t>
            </a:r>
          </a:p>
        </p:txBody>
      </p:sp>
      <p:sp>
        <p:nvSpPr>
          <p:cNvPr id="6" name="">
            <a:extLst xmlns:a="http://schemas.openxmlformats.org/drawingml/2006/main">
              <a:ext uri="{FF2B5EF4-FFF2-40B4-BE49-F238E27FC236}">
                <a16:creationId xmlns:a16="http://schemas.microsoft.com/office/drawing/2014/main" id="{59FF92FF-9356-4263-B201-E1BE06088928}"/>
              </a:ext>
            </a:extLst>
          </p:cNvPr>
          <p:cNvSpPr>
            <a:spLocks xmlns:a="http://schemas.openxmlformats.org/drawingml/2006/main" noGrp="1"/>
          </p:cNvSpPr>
          <p:nvPr/>
        </p:nvSpPr>
        <p:spPr>
          <a:xfrm xmlns:a="http://schemas.openxmlformats.org/drawingml/2006/main">
            <a:off x="304800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95D25B15-9D17-4212-A6F6-D6848D08A6F8}"/>
              </a:ext>
            </a:extLst>
          </p:cNvPr>
          <p:cNvSpPr>
            <a:spLocks xmlns:a="http://schemas.openxmlformats.org/drawingml/2006/main" noGrp="1"/>
          </p:cNvSpPr>
          <p:nvPr/>
        </p:nvSpPr>
        <p:spPr>
          <a:xfrm xmlns:a="http://schemas.openxmlformats.org/drawingml/2006/main">
            <a:off x="371475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1</a:t>
            </a:r>
          </a:p>
        </p:txBody>
      </p:sp>
      <p:sp>
        <p:nvSpPr>
          <p:cNvPr id="8" name="">
            <a:extLst xmlns:a="http://schemas.openxmlformats.org/drawingml/2006/main">
              <a:ext uri="{FF2B5EF4-FFF2-40B4-BE49-F238E27FC236}">
                <a16:creationId xmlns:a16="http://schemas.microsoft.com/office/drawing/2014/main" id="{B01D033E-9422-4E79-BD54-9440ED89F771}"/>
              </a:ext>
            </a:extLst>
          </p:cNvPr>
          <p:cNvSpPr>
            <a:spLocks xmlns:a="http://schemas.openxmlformats.org/drawingml/2006/main" noGrp="1"/>
          </p:cNvSpPr>
          <p:nvPr/>
        </p:nvSpPr>
        <p:spPr>
          <a:xfrm xmlns:a="http://schemas.openxmlformats.org/drawingml/2006/main">
            <a:off x="509587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0692F139-E44F-4233-881B-F1FDFD8CBCF2}"/>
              </a:ext>
            </a:extLst>
          </p:cNvPr>
          <p:cNvSpPr>
            <a:spLocks xmlns:a="http://schemas.openxmlformats.org/drawingml/2006/main" noGrp="1"/>
          </p:cNvSpPr>
          <p:nvPr/>
        </p:nvSpPr>
        <p:spPr>
          <a:xfrm xmlns:a="http://schemas.openxmlformats.org/drawingml/2006/main">
            <a:off x="576262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2</a:t>
            </a:r>
          </a:p>
        </p:txBody>
      </p:sp>
      <p:sp>
        <p:nvSpPr>
          <p:cNvPr id="10" name="">
            <a:extLst xmlns:a="http://schemas.openxmlformats.org/drawingml/2006/main">
              <a:ext uri="{FF2B5EF4-FFF2-40B4-BE49-F238E27FC236}">
                <a16:creationId xmlns:a16="http://schemas.microsoft.com/office/drawing/2014/main" id="{8E1C6960-7B72-45EC-83D7-9C127E6D1835}"/>
              </a:ext>
            </a:extLst>
          </p:cNvPr>
          <p:cNvSpPr>
            <a:spLocks xmlns:a="http://schemas.openxmlformats.org/drawingml/2006/main" noGrp="1"/>
          </p:cNvSpPr>
          <p:nvPr/>
        </p:nvSpPr>
        <p:spPr>
          <a:xfrm xmlns:a="http://schemas.openxmlformats.org/drawingml/2006/main">
            <a:off x="714375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DA141D27-0750-44AB-AF10-65FCC641D583}"/>
              </a:ext>
            </a:extLst>
          </p:cNvPr>
          <p:cNvSpPr>
            <a:spLocks xmlns:a="http://schemas.openxmlformats.org/drawingml/2006/main" noGrp="1"/>
          </p:cNvSpPr>
          <p:nvPr/>
        </p:nvSpPr>
        <p:spPr>
          <a:xfrm xmlns:a="http://schemas.openxmlformats.org/drawingml/2006/main">
            <a:off x="781050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output</a:t>
            </a:r>
          </a:p>
        </p:txBody>
      </p:sp>
      <p:sp>
        <p:nvSpPr>
          <p:cNvPr id="12" name="">
            <a:extLst xmlns:a="http://schemas.openxmlformats.org/drawingml/2006/main">
              <a:ext uri="{FF2B5EF4-FFF2-40B4-BE49-F238E27FC236}">
                <a16:creationId xmlns:a16="http://schemas.microsoft.com/office/drawing/2014/main" id="{82F2D29C-7968-46FF-8E46-91A62D8A500B}"/>
              </a:ext>
            </a:extLst>
          </p:cNvPr>
          <p:cNvSpPr>
            <a:spLocks xmlns:a="http://schemas.openxmlformats.org/drawingml/2006/main" noGrp="1"/>
          </p:cNvSpPr>
          <p:nvPr/>
        </p:nvSpPr>
        <p:spPr>
          <a:xfrm xmlns:a="http://schemas.openxmlformats.org/drawingml/2006/main">
            <a:off x="919162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798D9C80-1F3E-4FC2-BE04-95F9E60D0A65}"/>
              </a:ext>
            </a:extLst>
          </p:cNvPr>
          <p:cNvSpPr>
            <a:spLocks xmlns:a="http://schemas.openxmlformats.org/drawingml/2006/main" noGrp="1"/>
          </p:cNvSpPr>
          <p:nvPr/>
        </p:nvSpPr>
        <p:spPr>
          <a:xfrm xmlns:a="http://schemas.openxmlformats.org/drawingml/2006/main">
            <a:off x="9858375" y="2762250"/>
            <a:ext cx="1333500"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latin typeface="Calibri"/>
                <a:ea typeface="Calibri"/>
                <a:cs typeface="Calibri"/>
              </a:defRPr>
            </a:pPr>
            <a:r>
              <a:rPr sz="1650" b="1">
                <a:solidFill>
                  <a:srgbClr val="EF4444"/>
                </a:solidFill>
                <a:latin typeface="Calibri"/>
                <a:ea typeface="Calibri"/>
                <a:cs typeface="Calibri"/>
              </a:rPr>
              <a:t>loss</a:t>
            </a:r>
          </a:p>
        </p:txBody>
      </p:sp>
      <p:sp>
        <p:nvSpPr>
          <p:cNvPr id="14" name="">
            <a:extLst xmlns:a="http://schemas.openxmlformats.org/drawingml/2006/main">
              <a:ext uri="{FF2B5EF4-FFF2-40B4-BE49-F238E27FC236}">
                <a16:creationId xmlns:a16="http://schemas.microsoft.com/office/drawing/2014/main" id="{E2EA8B6B-F375-4ABF-9AC3-C3093CA06779}"/>
              </a:ext>
            </a:extLst>
          </p:cNvPr>
          <p:cNvSpPr>
            <a:spLocks xmlns:a="http://schemas.openxmlformats.org/drawingml/2006/main" noGrp="1"/>
          </p:cNvSpPr>
          <p:nvPr/>
        </p:nvSpPr>
        <p:spPr>
          <a:xfrm xmlns:a="http://schemas.openxmlformats.org/drawingml/2006/main">
            <a:off x="4810125" y="23336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63EB"/>
                </a:solidFill>
                <a:latin typeface="Calibri"/>
                <a:ea typeface="Calibri"/>
                <a:cs typeface="Calibri"/>
              </a:defRPr>
            </a:pPr>
            <a:r>
              <a:rPr sz="1725" b="1">
                <a:solidFill>
                  <a:srgbClr val="2563EB"/>
                </a:solidFill>
                <a:latin typeface="Calibri"/>
                <a:ea typeface="Calibri"/>
                <a:cs typeface="Calibri"/>
              </a:rPr>
              <a:t>forward pass</a:t>
            </a:r>
          </a:p>
        </p:txBody>
      </p:sp>
      <p:sp>
        <p:nvSpPr>
          <p:cNvPr id="15" name="">
            <a:extLst xmlns:a="http://schemas.openxmlformats.org/drawingml/2006/main">
              <a:ext uri="{FF2B5EF4-FFF2-40B4-BE49-F238E27FC236}">
                <a16:creationId xmlns:a16="http://schemas.microsoft.com/office/drawing/2014/main" id="{4043A011-53CE-4883-96D4-0313E2D16006}"/>
              </a:ext>
            </a:extLst>
          </p:cNvPr>
          <p:cNvSpPr>
            <a:spLocks xmlns:a="http://schemas.openxmlformats.org/drawingml/2006/main" noGrp="1"/>
          </p:cNvSpPr>
          <p:nvPr/>
        </p:nvSpPr>
        <p:spPr>
          <a:xfrm xmlns:a="http://schemas.openxmlformats.org/drawingml/2006/main">
            <a:off x="795337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6" name="">
            <a:extLst xmlns:a="http://schemas.openxmlformats.org/drawingml/2006/main">
              <a:ext uri="{FF2B5EF4-FFF2-40B4-BE49-F238E27FC236}">
                <a16:creationId xmlns:a16="http://schemas.microsoft.com/office/drawing/2014/main" id="{C7A4699E-6EAD-42E7-95E6-F42CBEAF79AD}"/>
              </a:ext>
            </a:extLst>
          </p:cNvPr>
          <p:cNvSpPr>
            <a:spLocks xmlns:a="http://schemas.openxmlformats.org/drawingml/2006/main" noGrp="1"/>
          </p:cNvSpPr>
          <p:nvPr/>
        </p:nvSpPr>
        <p:spPr>
          <a:xfrm xmlns:a="http://schemas.openxmlformats.org/drawingml/2006/main">
            <a:off x="590550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7" name="">
            <a:extLst xmlns:a="http://schemas.openxmlformats.org/drawingml/2006/main">
              <a:ext uri="{FF2B5EF4-FFF2-40B4-BE49-F238E27FC236}">
                <a16:creationId xmlns:a16="http://schemas.microsoft.com/office/drawing/2014/main" id="{16ED7F5B-9BAA-4C5B-A2FF-2A6929D7FBC7}"/>
              </a:ext>
            </a:extLst>
          </p:cNvPr>
          <p:cNvSpPr>
            <a:spLocks xmlns:a="http://schemas.openxmlformats.org/drawingml/2006/main" noGrp="1"/>
          </p:cNvSpPr>
          <p:nvPr/>
        </p:nvSpPr>
        <p:spPr>
          <a:xfrm xmlns:a="http://schemas.openxmlformats.org/drawingml/2006/main">
            <a:off x="385762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8" name="">
            <a:extLst xmlns:a="http://schemas.openxmlformats.org/drawingml/2006/main">
              <a:ext uri="{FF2B5EF4-FFF2-40B4-BE49-F238E27FC236}">
                <a16:creationId xmlns:a16="http://schemas.microsoft.com/office/drawing/2014/main" id="{10D746E8-CD99-49C6-907D-3D6EF9FF3D2E}"/>
              </a:ext>
            </a:extLst>
          </p:cNvPr>
          <p:cNvSpPr>
            <a:spLocks xmlns:a="http://schemas.openxmlformats.org/drawingml/2006/main" noGrp="1"/>
          </p:cNvSpPr>
          <p:nvPr/>
        </p:nvSpPr>
        <p:spPr>
          <a:xfrm xmlns:a="http://schemas.openxmlformats.org/drawingml/2006/main">
            <a:off x="180975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9" name="">
            <a:extLst xmlns:a="http://schemas.openxmlformats.org/drawingml/2006/main">
              <a:ext uri="{FF2B5EF4-FFF2-40B4-BE49-F238E27FC236}">
                <a16:creationId xmlns:a16="http://schemas.microsoft.com/office/drawing/2014/main" id="{2D6FEF38-0695-4434-9018-0BFA9BD06EB0}"/>
              </a:ext>
            </a:extLst>
          </p:cNvPr>
          <p:cNvSpPr>
            <a:spLocks xmlns:a="http://schemas.openxmlformats.org/drawingml/2006/main" noGrp="1"/>
          </p:cNvSpPr>
          <p:nvPr/>
        </p:nvSpPr>
        <p:spPr>
          <a:xfrm xmlns:a="http://schemas.openxmlformats.org/drawingml/2006/main">
            <a:off x="2476500" y="44767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backward pass: upstream gradient × local derivative</a:t>
            </a:r>
          </a:p>
        </p:txBody>
      </p:sp>
      <p:sp>
        <p:nvSpPr>
          <p:cNvPr id="20" name="">
            <a:extLst xmlns:a="http://schemas.openxmlformats.org/drawingml/2006/main">
              <a:ext uri="{FF2B5EF4-FFF2-40B4-BE49-F238E27FC236}">
                <a16:creationId xmlns:a16="http://schemas.microsoft.com/office/drawing/2014/main" id="{D85F8D7A-7C48-4E85-A294-764BE7815D2C}"/>
              </a:ext>
            </a:extLst>
          </p:cNvPr>
          <p:cNvSpPr>
            <a:spLocks xmlns:a="http://schemas.openxmlformats.org/drawingml/2006/main" noGrp="1"/>
          </p:cNvSpPr>
          <p:nvPr/>
        </p:nvSpPr>
        <p:spPr>
          <a:xfrm xmlns:a="http://schemas.openxmlformats.org/drawingml/2006/main">
            <a:off x="3286125" y="5095875"/>
            <a:ext cx="56197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F97316"/>
                </a:solidFill>
                <a:latin typeface="Calibri"/>
                <a:ea typeface="Calibri"/>
                <a:cs typeface="Calibri"/>
              </a:defRPr>
            </a:pPr>
            <a:r>
              <a:rPr sz="1875" b="1">
                <a:solidFill>
                  <a:srgbClr val="F97316"/>
                </a:solidFill>
                <a:latin typeface="Calibri"/>
                <a:ea typeface="Calibri"/>
                <a:cs typeface="Calibri"/>
              </a:rPr>
              <a:t>update:  w ← w − η · ∂L/∂w</a:t>
            </a:r>
          </a:p>
        </p:txBody>
      </p:sp>
    </p:spTree>
    <p:extLst>
      <p:ext uri="{BB962C8B-B14F-4D97-AF65-F5344CB8AC3E}">
        <p14:creationId xmlns:p14="http://schemas.microsoft.com/office/powerpoint/2010/main" val="51518506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151312" name="Rectangle 1140395191">
            <a:extLst xmlns:a="http://schemas.openxmlformats.org/drawingml/2006/main">
              <a:ext uri="{FF2B5EF4-FFF2-40B4-BE49-F238E27FC236}">
                <a16:creationId xmlns:a16="http://schemas.microsoft.com/office/drawing/2014/main" id="{39F4C4B3-7880-4141-889A-24DC762601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65391211" name="Rectangle 12279108">
            <a:extLst xmlns:a="http://schemas.openxmlformats.org/drawingml/2006/main">
              <a:ext uri="{FF2B5EF4-FFF2-40B4-BE49-F238E27FC236}">
                <a16:creationId xmlns:a16="http://schemas.microsoft.com/office/drawing/2014/main" id="{7900B74C-AAEE-4BE3-9E8A-1FDB4B035D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214310346" name="Rectangle: Rounded Corners 647673023">
            <a:extLst xmlns:a="http://schemas.openxmlformats.org/drawingml/2006/main">
              <a:ext uri="{FF2B5EF4-FFF2-40B4-BE49-F238E27FC236}">
                <a16:creationId xmlns:a16="http://schemas.microsoft.com/office/drawing/2014/main" id="{9DF11EBA-F8F2-4DC0-8755-B3D62FBFCA9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33787" name="Rectangle: Rounded Corners 1145830069">
            <a:extLst xmlns:a="http://schemas.openxmlformats.org/drawingml/2006/main">
              <a:ext uri="{FF2B5EF4-FFF2-40B4-BE49-F238E27FC236}">
                <a16:creationId xmlns:a16="http://schemas.microsoft.com/office/drawing/2014/main" id="{F6EC9502-3F28-41EA-8509-35C9F342DC88}"/>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18298" name="Rectangle: Rounded Corners 452150447">
            <a:extLst xmlns:a="http://schemas.openxmlformats.org/drawingml/2006/main">
              <a:ext uri="{FF2B5EF4-FFF2-40B4-BE49-F238E27FC236}">
                <a16:creationId xmlns:a16="http://schemas.microsoft.com/office/drawing/2014/main" id="{C655C4F1-ACEA-4122-93C2-F1476548C63D}"/>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5565" name="Rectangle: Rounded Corners 659401501">
            <a:extLst xmlns:a="http://schemas.openxmlformats.org/drawingml/2006/main">
              <a:ext uri="{FF2B5EF4-FFF2-40B4-BE49-F238E27FC236}">
                <a16:creationId xmlns:a16="http://schemas.microsoft.com/office/drawing/2014/main" id="{91C11193-B345-4B3A-BA87-741F28C7ABBC}"/>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64937" name="Rectangle: Rounded Corners 945312809">
            <a:extLst xmlns:a="http://schemas.openxmlformats.org/drawingml/2006/main">
              <a:ext uri="{FF2B5EF4-FFF2-40B4-BE49-F238E27FC236}">
                <a16:creationId xmlns:a16="http://schemas.microsoft.com/office/drawing/2014/main" id="{00E399C4-01F0-4AA6-8F17-AEDC0D90586D}"/>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299358" name="Rectangle: Rounded Corners 825399562">
            <a:extLst xmlns:a="http://schemas.openxmlformats.org/drawingml/2006/main">
              <a:ext uri="{FF2B5EF4-FFF2-40B4-BE49-F238E27FC236}">
                <a16:creationId xmlns:a16="http://schemas.microsoft.com/office/drawing/2014/main" id="{7BFF8674-BC62-4B77-B2B7-E42081048AA6}"/>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847637" name="Rectangle: Rounded Corners 940932630">
            <a:extLst xmlns:a="http://schemas.openxmlformats.org/drawingml/2006/main">
              <a:ext uri="{FF2B5EF4-FFF2-40B4-BE49-F238E27FC236}">
                <a16:creationId xmlns:a16="http://schemas.microsoft.com/office/drawing/2014/main" id="{0BE55E67-771B-41FC-AF3B-50FE39210EE7}"/>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434942" name="Rectangle: Rounded Corners 92492071">
            <a:extLst xmlns:a="http://schemas.openxmlformats.org/drawingml/2006/main">
              <a:ext uri="{FF2B5EF4-FFF2-40B4-BE49-F238E27FC236}">
                <a16:creationId xmlns:a16="http://schemas.microsoft.com/office/drawing/2014/main" id="{AD004483-582B-4514-89D3-1F17A8ADA39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179080" name="Rectangle: Rounded Corners 1671063484">
            <a:extLst xmlns:a="http://schemas.openxmlformats.org/drawingml/2006/main">
              <a:ext uri="{FF2B5EF4-FFF2-40B4-BE49-F238E27FC236}">
                <a16:creationId xmlns:a16="http://schemas.microsoft.com/office/drawing/2014/main" id="{CF103F96-CC9B-45A6-8D81-69FFD296234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443793" name="Rectangle: Rounded Corners 1403415364">
            <a:extLst xmlns:a="http://schemas.openxmlformats.org/drawingml/2006/main">
              <a:ext uri="{FF2B5EF4-FFF2-40B4-BE49-F238E27FC236}">
                <a16:creationId xmlns:a16="http://schemas.microsoft.com/office/drawing/2014/main" id="{BC8C6489-AABF-4716-BF3D-199CD8A97993}"/>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54439" name="Rectangle: Rounded Corners 920162864">
            <a:extLst xmlns:a="http://schemas.openxmlformats.org/drawingml/2006/main">
              <a:ext uri="{FF2B5EF4-FFF2-40B4-BE49-F238E27FC236}">
                <a16:creationId xmlns:a16="http://schemas.microsoft.com/office/drawing/2014/main" id="{0D9462E7-671D-415A-AA86-3E2C83A25105}"/>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75684" name="Rectangle: Rounded Corners 1273965732">
            <a:extLst xmlns:a="http://schemas.openxmlformats.org/drawingml/2006/main">
              <a:ext uri="{FF2B5EF4-FFF2-40B4-BE49-F238E27FC236}">
                <a16:creationId xmlns:a16="http://schemas.microsoft.com/office/drawing/2014/main" id="{FE64F091-08CC-475D-86B7-03933F00A186}"/>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343315" name="Rectangle: Rounded Corners 997345786">
            <a:extLst xmlns:a="http://schemas.openxmlformats.org/drawingml/2006/main">
              <a:ext uri="{FF2B5EF4-FFF2-40B4-BE49-F238E27FC236}">
                <a16:creationId xmlns:a16="http://schemas.microsoft.com/office/drawing/2014/main" id="{0167AE57-0014-4EDF-B0BE-602EE4C8086B}"/>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264432" name="Rectangle 1860215715">
            <a:extLst xmlns:a="http://schemas.openxmlformats.org/drawingml/2006/main">
              <a:ext uri="{FF2B5EF4-FFF2-40B4-BE49-F238E27FC236}">
                <a16:creationId xmlns:a16="http://schemas.microsoft.com/office/drawing/2014/main" id="{8FF87B87-5389-4B4B-BE93-EAA4AB960677}"/>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23680485" name="Rectangle 1776231637">
            <a:extLst xmlns:a="http://schemas.openxmlformats.org/drawingml/2006/main">
              <a:ext uri="{FF2B5EF4-FFF2-40B4-BE49-F238E27FC236}">
                <a16:creationId xmlns:a16="http://schemas.microsoft.com/office/drawing/2014/main" id="{FC179BC5-F071-43F7-B222-C95EAB9A73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733522090" name="Rectangle: Rounded Corners 1407817769">
            <a:extLst xmlns:a="http://schemas.openxmlformats.org/drawingml/2006/main">
              <a:ext uri="{FF2B5EF4-FFF2-40B4-BE49-F238E27FC236}">
                <a16:creationId xmlns:a16="http://schemas.microsoft.com/office/drawing/2014/main" id="{03616375-1B76-4E97-AE91-2C7111405B92}"/>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559781" name="Rectangle: Rounded Corners 26647180">
            <a:extLst xmlns:a="http://schemas.openxmlformats.org/drawingml/2006/main">
              <a:ext uri="{FF2B5EF4-FFF2-40B4-BE49-F238E27FC236}">
                <a16:creationId xmlns:a16="http://schemas.microsoft.com/office/drawing/2014/main" id="{3BD487AA-37F1-487C-96D6-D8F7B9C42F46}"/>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6692467" name="Rectangle: Rounded Corners 791552306">
            <a:extLst xmlns:a="http://schemas.openxmlformats.org/drawingml/2006/main">
              <a:ext uri="{FF2B5EF4-FFF2-40B4-BE49-F238E27FC236}">
                <a16:creationId xmlns:a16="http://schemas.microsoft.com/office/drawing/2014/main" id="{9A35F125-8CB8-4F9A-9A2D-1CB409AB8934}"/>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257435" name="Rectangle: Rounded Corners 2084589955">
            <a:extLst xmlns:a="http://schemas.openxmlformats.org/drawingml/2006/main">
              <a:ext uri="{FF2B5EF4-FFF2-40B4-BE49-F238E27FC236}">
                <a16:creationId xmlns:a16="http://schemas.microsoft.com/office/drawing/2014/main" id="{AD64A341-1006-4467-9C1F-818C30938A29}"/>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331857" name="Rectangle: Rounded Corners 1776304203">
            <a:extLst xmlns:a="http://schemas.openxmlformats.org/drawingml/2006/main">
              <a:ext uri="{FF2B5EF4-FFF2-40B4-BE49-F238E27FC236}">
                <a16:creationId xmlns:a16="http://schemas.microsoft.com/office/drawing/2014/main" id="{4D9B230B-5C51-4EE0-BBD0-F028C8DC3DC9}"/>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789113" name="Rectangle: Rounded Corners 1376179567">
            <a:extLst xmlns:a="http://schemas.openxmlformats.org/drawingml/2006/main">
              <a:ext uri="{FF2B5EF4-FFF2-40B4-BE49-F238E27FC236}">
                <a16:creationId xmlns:a16="http://schemas.microsoft.com/office/drawing/2014/main" id="{D95E8BB8-120F-4497-A4D8-7C98DCB0C74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900837" name="Rectangle: Rounded Corners 1139234868">
            <a:extLst xmlns:a="http://schemas.openxmlformats.org/drawingml/2006/main">
              <a:ext uri="{FF2B5EF4-FFF2-40B4-BE49-F238E27FC236}">
                <a16:creationId xmlns:a16="http://schemas.microsoft.com/office/drawing/2014/main" id="{FEEECC1D-37FD-49DB-8377-7D8E079D9266}"/>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710806" name="Rectangle: Rounded Corners 241367545">
            <a:extLst xmlns:a="http://schemas.openxmlformats.org/drawingml/2006/main">
              <a:ext uri="{FF2B5EF4-FFF2-40B4-BE49-F238E27FC236}">
                <a16:creationId xmlns:a16="http://schemas.microsoft.com/office/drawing/2014/main" id="{9871C83F-B0A7-4C0D-96D4-4C677F0D8DE5}"/>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424562" name="Rectangle: Rounded Corners 88548039">
            <a:extLst xmlns:a="http://schemas.openxmlformats.org/drawingml/2006/main">
              <a:ext uri="{FF2B5EF4-FFF2-40B4-BE49-F238E27FC236}">
                <a16:creationId xmlns:a16="http://schemas.microsoft.com/office/drawing/2014/main" id="{07C8D6AA-9843-4A75-B422-9A75AC887C49}"/>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44924" name="Rectangle: Rounded Corners 895708785">
            <a:extLst xmlns:a="http://schemas.openxmlformats.org/drawingml/2006/main">
              <a:ext uri="{FF2B5EF4-FFF2-40B4-BE49-F238E27FC236}">
                <a16:creationId xmlns:a16="http://schemas.microsoft.com/office/drawing/2014/main" id="{FBF2B9D3-6CD8-4992-B686-7B7F5F879B7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287464" name="Rectangle: Rounded Corners 1880226907">
            <a:extLst xmlns:a="http://schemas.openxmlformats.org/drawingml/2006/main">
              <a:ext uri="{FF2B5EF4-FFF2-40B4-BE49-F238E27FC236}">
                <a16:creationId xmlns:a16="http://schemas.microsoft.com/office/drawing/2014/main" id="{42789797-88B9-412D-A942-7E1D729B977E}"/>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922780" name="Rectangle: Rounded Corners 2137418369">
            <a:extLst xmlns:a="http://schemas.openxmlformats.org/drawingml/2006/main">
              <a:ext uri="{FF2B5EF4-FFF2-40B4-BE49-F238E27FC236}">
                <a16:creationId xmlns:a16="http://schemas.microsoft.com/office/drawing/2014/main" id="{B2BB3E4B-938E-4180-9A0D-4C017C854B18}"/>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565332" name="Rectangle: Rounded Corners 541053204">
            <a:extLst xmlns:a="http://schemas.openxmlformats.org/drawingml/2006/main">
              <a:ext uri="{FF2B5EF4-FFF2-40B4-BE49-F238E27FC236}">
                <a16:creationId xmlns:a16="http://schemas.microsoft.com/office/drawing/2014/main" id="{0C8126BA-AD8E-4FF9-8409-F1E3DC31FD4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900885" name="Rectangle: Rounded Corners 939440643">
            <a:extLst xmlns:a="http://schemas.openxmlformats.org/drawingml/2006/main">
              <a:ext uri="{FF2B5EF4-FFF2-40B4-BE49-F238E27FC236}">
                <a16:creationId xmlns:a16="http://schemas.microsoft.com/office/drawing/2014/main" id="{49A18F5F-2E9C-4D89-AE39-C6205FF49670}"/>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677610" name="Rectangle: Rounded Corners 1522633995">
            <a:extLst xmlns:a="http://schemas.openxmlformats.org/drawingml/2006/main">
              <a:ext uri="{FF2B5EF4-FFF2-40B4-BE49-F238E27FC236}">
                <a16:creationId xmlns:a16="http://schemas.microsoft.com/office/drawing/2014/main" id="{3CA58BD4-9D78-4F98-A951-A52BF494186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678075" name="Rectangle 541274212">
            <a:extLst xmlns:a="http://schemas.openxmlformats.org/drawingml/2006/main">
              <a:ext uri="{FF2B5EF4-FFF2-40B4-BE49-F238E27FC236}">
                <a16:creationId xmlns:a16="http://schemas.microsoft.com/office/drawing/2014/main" id="{6C84EA67-F744-4557-A04D-F1C7A20AE4B8}"/>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599580011" name="Rectangle 1965353895">
            <a:extLst xmlns:a="http://schemas.openxmlformats.org/drawingml/2006/main">
              <a:ext uri="{FF2B5EF4-FFF2-40B4-BE49-F238E27FC236}">
                <a16:creationId xmlns:a16="http://schemas.microsoft.com/office/drawing/2014/main" id="{57EB399A-F06E-4E0A-8FFC-38085592CF41}"/>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964665134" name="Rectangle: Rounded Corners 1259444808">
            <a:extLst xmlns:a="http://schemas.openxmlformats.org/drawingml/2006/main">
              <a:ext uri="{FF2B5EF4-FFF2-40B4-BE49-F238E27FC236}">
                <a16:creationId xmlns:a16="http://schemas.microsoft.com/office/drawing/2014/main" id="{1C2F7260-9CB2-4662-A1C1-B9962001B96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023530" name="Rectangle: Rounded Corners 2072463858">
            <a:extLst xmlns:a="http://schemas.openxmlformats.org/drawingml/2006/main">
              <a:ext uri="{FF2B5EF4-FFF2-40B4-BE49-F238E27FC236}">
                <a16:creationId xmlns:a16="http://schemas.microsoft.com/office/drawing/2014/main" id="{D490F31E-4A5D-4827-BBFE-8A94AC1F5E18}"/>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570966" name="Rectangle: Rounded Corners 1445922739">
            <a:extLst xmlns:a="http://schemas.openxmlformats.org/drawingml/2006/main">
              <a:ext uri="{FF2B5EF4-FFF2-40B4-BE49-F238E27FC236}">
                <a16:creationId xmlns:a16="http://schemas.microsoft.com/office/drawing/2014/main" id="{960E12F7-B8B7-4EC6-BD54-F833D8F691D5}"/>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20646" name="Rectangle: Rounded Corners 643271562">
            <a:extLst xmlns:a="http://schemas.openxmlformats.org/drawingml/2006/main">
              <a:ext uri="{FF2B5EF4-FFF2-40B4-BE49-F238E27FC236}">
                <a16:creationId xmlns:a16="http://schemas.microsoft.com/office/drawing/2014/main" id="{E033959A-DC56-4AAF-B04C-A7A3D2EECC8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6694" name="Rectangle: Rounded Corners 1549215512">
            <a:extLst xmlns:a="http://schemas.openxmlformats.org/drawingml/2006/main">
              <a:ext uri="{FF2B5EF4-FFF2-40B4-BE49-F238E27FC236}">
                <a16:creationId xmlns:a16="http://schemas.microsoft.com/office/drawing/2014/main" id="{1918E5F1-C5AA-46C2-9066-FEE3609D7987}"/>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12350" name="Rectangle: Rounded Corners 644461917">
            <a:extLst xmlns:a="http://schemas.openxmlformats.org/drawingml/2006/main">
              <a:ext uri="{FF2B5EF4-FFF2-40B4-BE49-F238E27FC236}">
                <a16:creationId xmlns:a16="http://schemas.microsoft.com/office/drawing/2014/main" id="{696D3C99-F46D-4E0F-A8A9-CB022AD9773F}"/>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6122" name="Rectangle: Rounded Corners 34278904">
            <a:extLst xmlns:a="http://schemas.openxmlformats.org/drawingml/2006/main">
              <a:ext uri="{FF2B5EF4-FFF2-40B4-BE49-F238E27FC236}">
                <a16:creationId xmlns:a16="http://schemas.microsoft.com/office/drawing/2014/main" id="{530A675C-7E6A-473C-AA5B-CC752002090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979327" name="Rectangle: Rounded Corners 169519880">
            <a:extLst xmlns:a="http://schemas.openxmlformats.org/drawingml/2006/main">
              <a:ext uri="{FF2B5EF4-FFF2-40B4-BE49-F238E27FC236}">
                <a16:creationId xmlns:a16="http://schemas.microsoft.com/office/drawing/2014/main" id="{66BCDFFB-8D1B-4BED-AF72-034D63257D72}"/>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512128" name="Rectangle: Rounded Corners 327524537">
            <a:extLst xmlns:a="http://schemas.openxmlformats.org/drawingml/2006/main">
              <a:ext uri="{FF2B5EF4-FFF2-40B4-BE49-F238E27FC236}">
                <a16:creationId xmlns:a16="http://schemas.microsoft.com/office/drawing/2014/main" id="{8F19A2F5-92A6-42DC-BB68-7E09B7F8DB12}"/>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9679652" name="Rectangle: Rounded Corners 625063415">
            <a:extLst xmlns:a="http://schemas.openxmlformats.org/drawingml/2006/main">
              <a:ext uri="{FF2B5EF4-FFF2-40B4-BE49-F238E27FC236}">
                <a16:creationId xmlns:a16="http://schemas.microsoft.com/office/drawing/2014/main" id="{C7B7132C-D341-43FC-A4B9-7C57707A765F}"/>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30591" name="Rectangle: Rounded Corners 187962697">
            <a:extLst xmlns:a="http://schemas.openxmlformats.org/drawingml/2006/main">
              <a:ext uri="{FF2B5EF4-FFF2-40B4-BE49-F238E27FC236}">
                <a16:creationId xmlns:a16="http://schemas.microsoft.com/office/drawing/2014/main" id="{FF4D99BF-2118-4C2E-8311-94F22CD00E2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796701" name="Rectangle: Rounded Corners 617106715">
            <a:extLst xmlns:a="http://schemas.openxmlformats.org/drawingml/2006/main">
              <a:ext uri="{FF2B5EF4-FFF2-40B4-BE49-F238E27FC236}">
                <a16:creationId xmlns:a16="http://schemas.microsoft.com/office/drawing/2014/main" id="{1D2A34B8-CA3C-4171-9075-48DFD672F230}"/>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235279" name="Rectangle: Rounded Corners 1217876155">
            <a:extLst xmlns:a="http://schemas.openxmlformats.org/drawingml/2006/main">
              <a:ext uri="{FF2B5EF4-FFF2-40B4-BE49-F238E27FC236}">
                <a16:creationId xmlns:a16="http://schemas.microsoft.com/office/drawing/2014/main" id="{3888A5CF-9F89-41EB-940B-A61B3AE87938}"/>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388527" name="Rectangle: Rounded Corners 973209118">
            <a:extLst xmlns:a="http://schemas.openxmlformats.org/drawingml/2006/main">
              <a:ext uri="{FF2B5EF4-FFF2-40B4-BE49-F238E27FC236}">
                <a16:creationId xmlns:a16="http://schemas.microsoft.com/office/drawing/2014/main" id="{2C4EA487-CA3A-458E-98CB-DE00E8CB486C}"/>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113981" name="Rectangle: Rounded Corners 292029273">
            <a:extLst xmlns:a="http://schemas.openxmlformats.org/drawingml/2006/main">
              <a:ext uri="{FF2B5EF4-FFF2-40B4-BE49-F238E27FC236}">
                <a16:creationId xmlns:a16="http://schemas.microsoft.com/office/drawing/2014/main" id="{0B9BCFB6-4977-4928-89EE-234EA295C55D}"/>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898535" name="Rectangle: Rounded Corners 1630725395">
            <a:extLst xmlns:a="http://schemas.openxmlformats.org/drawingml/2006/main">
              <a:ext uri="{FF2B5EF4-FFF2-40B4-BE49-F238E27FC236}">
                <a16:creationId xmlns:a16="http://schemas.microsoft.com/office/drawing/2014/main" id="{70601FD3-90D7-4BDF-95B6-D1884C0359D2}"/>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879825" name="Rectangle: Rounded Corners 1409978096">
            <a:extLst xmlns:a="http://schemas.openxmlformats.org/drawingml/2006/main">
              <a:ext uri="{FF2B5EF4-FFF2-40B4-BE49-F238E27FC236}">
                <a16:creationId xmlns:a16="http://schemas.microsoft.com/office/drawing/2014/main" id="{5D5BC3D8-FEE4-40B8-B6BA-4262A8ABCAB3}"/>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503720" name="Rectangle: Rounded Corners 784116432">
            <a:extLst xmlns:a="http://schemas.openxmlformats.org/drawingml/2006/main">
              <a:ext uri="{FF2B5EF4-FFF2-40B4-BE49-F238E27FC236}">
                <a16:creationId xmlns:a16="http://schemas.microsoft.com/office/drawing/2014/main" id="{57EC947B-55FB-4D01-B96F-31E705B6BE7A}"/>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7655819" name="Rectangle: Rounded Corners 520917594">
            <a:extLst xmlns:a="http://schemas.openxmlformats.org/drawingml/2006/main">
              <a:ext uri="{FF2B5EF4-FFF2-40B4-BE49-F238E27FC236}">
                <a16:creationId xmlns:a16="http://schemas.microsoft.com/office/drawing/2014/main" id="{870E6B31-5626-43E3-B258-34FB073C9047}"/>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875480" name="Rectangle: Rounded Corners 1352837898">
            <a:extLst xmlns:a="http://schemas.openxmlformats.org/drawingml/2006/main">
              <a:ext uri="{FF2B5EF4-FFF2-40B4-BE49-F238E27FC236}">
                <a16:creationId xmlns:a16="http://schemas.microsoft.com/office/drawing/2014/main" id="{E6DE9CB5-A39E-492A-9BCF-4BA0F408025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894377" name="Rectangle 511812881">
            <a:extLst xmlns:a="http://schemas.openxmlformats.org/drawingml/2006/main">
              <a:ext uri="{FF2B5EF4-FFF2-40B4-BE49-F238E27FC236}">
                <a16:creationId xmlns:a16="http://schemas.microsoft.com/office/drawing/2014/main" id="{FAA57ACD-E9B5-4641-A3CB-66325FA3AAA0}"/>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488474129" name="Rectangle 16501534">
            <a:extLst xmlns:a="http://schemas.openxmlformats.org/drawingml/2006/main">
              <a:ext uri="{FF2B5EF4-FFF2-40B4-BE49-F238E27FC236}">
                <a16:creationId xmlns:a16="http://schemas.microsoft.com/office/drawing/2014/main" id="{E7FBA21F-E9BA-4F11-A37C-C3037E81DED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5769141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5ABE96-CF9D-4497-897C-9A05EB0E57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210FB9-4938-42E4-848B-B0BAD06E53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3" name="">
            <a:extLst xmlns:a="http://schemas.openxmlformats.org/drawingml/2006/main">
              <a:ext uri="{FF2B5EF4-FFF2-40B4-BE49-F238E27FC236}">
                <a16:creationId xmlns:a16="http://schemas.microsoft.com/office/drawing/2014/main" id="{9F0A4A16-6B46-4E62-8EFD-554A59032502}"/>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41a3ca6a9644b9e"/>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069B00D-A004-49B8-AD4B-A12FB27FB7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05621926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8507626" name="Rectangle 2057689870">
            <a:extLst xmlns:a="http://schemas.openxmlformats.org/drawingml/2006/main">
              <a:ext uri="{FF2B5EF4-FFF2-40B4-BE49-F238E27FC236}">
                <a16:creationId xmlns:a16="http://schemas.microsoft.com/office/drawing/2014/main" id="{F13FAE91-2750-4727-9C1A-77D7D71462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1053457488" name="Rectangle 2050535816">
            <a:extLst xmlns:a="http://schemas.openxmlformats.org/drawingml/2006/main">
              <a:ext uri="{FF2B5EF4-FFF2-40B4-BE49-F238E27FC236}">
                <a16:creationId xmlns:a16="http://schemas.microsoft.com/office/drawing/2014/main" id="{3687D1D3-3E4B-495E-BB76-65008614C1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206056591" name="Rectangle: Rounded Corners 719342456">
            <a:extLst xmlns:a="http://schemas.openxmlformats.org/drawingml/2006/main">
              <a:ext uri="{FF2B5EF4-FFF2-40B4-BE49-F238E27FC236}">
                <a16:creationId xmlns:a16="http://schemas.microsoft.com/office/drawing/2014/main" id="{3ACF6B77-DB50-464A-88C1-8521E46D3F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958739" name="Rectangle: Rounded Corners 167806762">
            <a:extLst xmlns:a="http://schemas.openxmlformats.org/drawingml/2006/main">
              <a:ext uri="{FF2B5EF4-FFF2-40B4-BE49-F238E27FC236}">
                <a16:creationId xmlns:a16="http://schemas.microsoft.com/office/drawing/2014/main" id="{BF9886DA-1D4B-4A6F-A73D-72239E53CFFC}"/>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5892251" name="Rectangle: Rounded Corners 1568972460">
            <a:extLst xmlns:a="http://schemas.openxmlformats.org/drawingml/2006/main">
              <a:ext uri="{FF2B5EF4-FFF2-40B4-BE49-F238E27FC236}">
                <a16:creationId xmlns:a16="http://schemas.microsoft.com/office/drawing/2014/main" id="{FD9E84CB-2DDD-491C-B43D-500BB2D000F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13316780" name="Rectangle: Rounded Corners 1178997927">
            <a:extLst xmlns:a="http://schemas.openxmlformats.org/drawingml/2006/main">
              <a:ext uri="{FF2B5EF4-FFF2-40B4-BE49-F238E27FC236}">
                <a16:creationId xmlns:a16="http://schemas.microsoft.com/office/drawing/2014/main" id="{A734E832-D576-410F-BE95-F60697800F4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747101422" name="Rectangle: Rounded Corners 720728368">
            <a:extLst xmlns:a="http://schemas.openxmlformats.org/drawingml/2006/main">
              <a:ext uri="{FF2B5EF4-FFF2-40B4-BE49-F238E27FC236}">
                <a16:creationId xmlns:a16="http://schemas.microsoft.com/office/drawing/2014/main" id="{E081AB4F-B7E3-408B-BFE3-0EC831AF1352}"/>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92577826" name="Rectangle: Rounded Corners 1681988418">
            <a:extLst xmlns:a="http://schemas.openxmlformats.org/drawingml/2006/main">
              <a:ext uri="{FF2B5EF4-FFF2-40B4-BE49-F238E27FC236}">
                <a16:creationId xmlns:a16="http://schemas.microsoft.com/office/drawing/2014/main" id="{467E4294-C304-4F41-A516-59DBF409027B}"/>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069002563" name="Arrow: Right 120451244">
            <a:extLst xmlns:a="http://schemas.openxmlformats.org/drawingml/2006/main">
              <a:ext uri="{FF2B5EF4-FFF2-40B4-BE49-F238E27FC236}">
                <a16:creationId xmlns:a16="http://schemas.microsoft.com/office/drawing/2014/main" id="{CC07F3F0-934B-4E88-B72D-A8A1EFA516CC}"/>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09950" name="Arrow: Right 785835781">
            <a:extLst xmlns:a="http://schemas.openxmlformats.org/drawingml/2006/main">
              <a:ext uri="{FF2B5EF4-FFF2-40B4-BE49-F238E27FC236}">
                <a16:creationId xmlns:a16="http://schemas.microsoft.com/office/drawing/2014/main" id="{8A2F1010-330E-4E0D-8630-D4127D5F9914}"/>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755709" name="Arrow: Right 89529180">
            <a:extLst xmlns:a="http://schemas.openxmlformats.org/drawingml/2006/main">
              <a:ext uri="{FF2B5EF4-FFF2-40B4-BE49-F238E27FC236}">
                <a16:creationId xmlns:a16="http://schemas.microsoft.com/office/drawing/2014/main" id="{BF98A705-3F75-4F6D-8B80-0E683B2BB07E}"/>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661753" name="Arrow: Right 331720123">
            <a:extLst xmlns:a="http://schemas.openxmlformats.org/drawingml/2006/main">
              <a:ext uri="{FF2B5EF4-FFF2-40B4-BE49-F238E27FC236}">
                <a16:creationId xmlns:a16="http://schemas.microsoft.com/office/drawing/2014/main" id="{92BBDF2C-B06F-4145-956F-353B2F49D122}"/>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253608" name="Arrow: Left 639340520">
            <a:extLst xmlns:a="http://schemas.openxmlformats.org/drawingml/2006/main">
              <a:ext uri="{FF2B5EF4-FFF2-40B4-BE49-F238E27FC236}">
                <a16:creationId xmlns:a16="http://schemas.microsoft.com/office/drawing/2014/main" id="{F9A8BEAB-7B76-42BA-A2E2-459C80D2B29E}"/>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678017" name="Arrow: Left 357252725">
            <a:extLst xmlns:a="http://schemas.openxmlformats.org/drawingml/2006/main">
              <a:ext uri="{FF2B5EF4-FFF2-40B4-BE49-F238E27FC236}">
                <a16:creationId xmlns:a16="http://schemas.microsoft.com/office/drawing/2014/main" id="{1C34EA40-431D-4A8E-8AFA-4CFE60B717AB}"/>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327586" name="Arrow: Left 785836935">
            <a:extLst xmlns:a="http://schemas.openxmlformats.org/drawingml/2006/main">
              <a:ext uri="{FF2B5EF4-FFF2-40B4-BE49-F238E27FC236}">
                <a16:creationId xmlns:a16="http://schemas.microsoft.com/office/drawing/2014/main" id="{0298A8A0-AB18-44A7-8529-4E85559F883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780776" name="Arrow: Left 915421947">
            <a:extLst xmlns:a="http://schemas.openxmlformats.org/drawingml/2006/main">
              <a:ext uri="{FF2B5EF4-FFF2-40B4-BE49-F238E27FC236}">
                <a16:creationId xmlns:a16="http://schemas.microsoft.com/office/drawing/2014/main" id="{3F6A4A7A-A6AB-4C7D-BD85-BD0428C82746}"/>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760190" name="Rectangle 1920294034">
            <a:extLst xmlns:a="http://schemas.openxmlformats.org/drawingml/2006/main">
              <a:ext uri="{FF2B5EF4-FFF2-40B4-BE49-F238E27FC236}">
                <a16:creationId xmlns:a16="http://schemas.microsoft.com/office/drawing/2014/main" id="{3E39F7A8-559D-4D0C-AF23-E2C96675170C}"/>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0989395" name="Rectangle 14864956">
            <a:extLst xmlns:a="http://schemas.openxmlformats.org/drawingml/2006/main">
              <a:ext uri="{FF2B5EF4-FFF2-40B4-BE49-F238E27FC236}">
                <a16:creationId xmlns:a16="http://schemas.microsoft.com/office/drawing/2014/main" id="{AB63EF76-D065-4918-A812-66016FB91B0D}"/>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91544953" name="Rectangle 977617615">
            <a:extLst xmlns:a="http://schemas.openxmlformats.org/drawingml/2006/main">
              <a:ext uri="{FF2B5EF4-FFF2-40B4-BE49-F238E27FC236}">
                <a16:creationId xmlns:a16="http://schemas.microsoft.com/office/drawing/2014/main" id="{C4A7F85F-E714-4D91-8F63-FA3B42C04D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43612358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353480" name="Rectangle 757161452">
            <a:extLst xmlns:a="http://schemas.openxmlformats.org/drawingml/2006/main">
              <a:ext uri="{FF2B5EF4-FFF2-40B4-BE49-F238E27FC236}">
                <a16:creationId xmlns:a16="http://schemas.microsoft.com/office/drawing/2014/main" id="{D881AC11-48F6-438A-A520-70C24B7DFA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2078939221" name="Rectangle 1485490077">
            <a:extLst xmlns:a="http://schemas.openxmlformats.org/drawingml/2006/main">
              <a:ext uri="{FF2B5EF4-FFF2-40B4-BE49-F238E27FC236}">
                <a16:creationId xmlns:a16="http://schemas.microsoft.com/office/drawing/2014/main" id="{012B0255-B806-4C18-B5E3-D1E8F20A8BB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260076840" name="Rectangle: Rounded Corners 1281445229">
            <a:extLst xmlns:a="http://schemas.openxmlformats.org/drawingml/2006/main">
              <a:ext uri="{FF2B5EF4-FFF2-40B4-BE49-F238E27FC236}">
                <a16:creationId xmlns:a16="http://schemas.microsoft.com/office/drawing/2014/main" id="{7DE7C3BB-FC1E-4592-8422-8C3A861340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584949" name="Oval 1725871866">
            <a:extLst xmlns:a="http://schemas.openxmlformats.org/drawingml/2006/main">
              <a:ext uri="{FF2B5EF4-FFF2-40B4-BE49-F238E27FC236}">
                <a16:creationId xmlns:a16="http://schemas.microsoft.com/office/drawing/2014/main" id="{C15E637A-A606-43B2-9B61-8DBF11BC0D1F}"/>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49250831" name="Oval 1328597483">
            <a:extLst xmlns:a="http://schemas.openxmlformats.org/drawingml/2006/main">
              <a:ext uri="{FF2B5EF4-FFF2-40B4-BE49-F238E27FC236}">
                <a16:creationId xmlns:a16="http://schemas.microsoft.com/office/drawing/2014/main" id="{9B734AB0-5679-40F9-931B-BAD4BD600DC8}"/>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14818403" name="Oval 1819707772">
            <a:extLst xmlns:a="http://schemas.openxmlformats.org/drawingml/2006/main">
              <a:ext uri="{FF2B5EF4-FFF2-40B4-BE49-F238E27FC236}">
                <a16:creationId xmlns:a16="http://schemas.microsoft.com/office/drawing/2014/main" id="{F019B1F1-02DF-4E1F-8508-BB09636C0CCF}"/>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168705398" name="Oval 1950704622">
            <a:extLst xmlns:a="http://schemas.openxmlformats.org/drawingml/2006/main">
              <a:ext uri="{FF2B5EF4-FFF2-40B4-BE49-F238E27FC236}">
                <a16:creationId xmlns:a16="http://schemas.microsoft.com/office/drawing/2014/main" id="{B3CC6B01-6ED8-4ADF-9BD3-E10B8C39699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273287793" name="Arrow: Right 631911999">
            <a:extLst xmlns:a="http://schemas.openxmlformats.org/drawingml/2006/main">
              <a:ext uri="{FF2B5EF4-FFF2-40B4-BE49-F238E27FC236}">
                <a16:creationId xmlns:a16="http://schemas.microsoft.com/office/drawing/2014/main" id="{C4B57712-A6BF-4425-B897-5A53A079F8BD}"/>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676163" name="Arrow: Left 341998999">
            <a:extLst xmlns:a="http://schemas.openxmlformats.org/drawingml/2006/main">
              <a:ext uri="{FF2B5EF4-FFF2-40B4-BE49-F238E27FC236}">
                <a16:creationId xmlns:a16="http://schemas.microsoft.com/office/drawing/2014/main" id="{D0E13C62-32C6-4E16-8758-12140671AA52}"/>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1863544" name="Arrow: Right 254648643">
            <a:extLst xmlns:a="http://schemas.openxmlformats.org/drawingml/2006/main">
              <a:ext uri="{FF2B5EF4-FFF2-40B4-BE49-F238E27FC236}">
                <a16:creationId xmlns:a16="http://schemas.microsoft.com/office/drawing/2014/main" id="{2D5B1B69-E6A5-464B-B486-CD0FA29FDB0A}"/>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88860" name="Arrow: Left 1015649989">
            <a:extLst xmlns:a="http://schemas.openxmlformats.org/drawingml/2006/main">
              <a:ext uri="{FF2B5EF4-FFF2-40B4-BE49-F238E27FC236}">
                <a16:creationId xmlns:a16="http://schemas.microsoft.com/office/drawing/2014/main" id="{D2861F83-2AF7-4414-BD83-DB9E98009166}"/>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99751" name="Rectangle 1286149260">
            <a:extLst xmlns:a="http://schemas.openxmlformats.org/drawingml/2006/main">
              <a:ext uri="{FF2B5EF4-FFF2-40B4-BE49-F238E27FC236}">
                <a16:creationId xmlns:a16="http://schemas.microsoft.com/office/drawing/2014/main" id="{2622E11D-FB18-4D6F-AAB7-DA83109D5D0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218746948" name="Rectangle 598068433">
            <a:extLst xmlns:a="http://schemas.openxmlformats.org/drawingml/2006/main">
              <a:ext uri="{FF2B5EF4-FFF2-40B4-BE49-F238E27FC236}">
                <a16:creationId xmlns:a16="http://schemas.microsoft.com/office/drawing/2014/main" id="{61B0C603-6202-4521-8328-0F376D2573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71234880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421629" name="Rectangle 596912551">
            <a:extLst xmlns:a="http://schemas.openxmlformats.org/drawingml/2006/main">
              <a:ext uri="{FF2B5EF4-FFF2-40B4-BE49-F238E27FC236}">
                <a16:creationId xmlns:a16="http://schemas.microsoft.com/office/drawing/2014/main" id="{25E6F14E-9BC4-4880-B2C5-421F83B919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22509940" name="Rectangle 290873250">
            <a:extLst xmlns:a="http://schemas.openxmlformats.org/drawingml/2006/main">
              <a:ext uri="{FF2B5EF4-FFF2-40B4-BE49-F238E27FC236}">
                <a16:creationId xmlns:a16="http://schemas.microsoft.com/office/drawing/2014/main" id="{5A2C3B06-F506-41D9-848A-2D120A3E5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222255566" name="Rectangle: Rounded Corners 81270832">
            <a:extLst xmlns:a="http://schemas.openxmlformats.org/drawingml/2006/main">
              <a:ext uri="{FF2B5EF4-FFF2-40B4-BE49-F238E27FC236}">
                <a16:creationId xmlns:a16="http://schemas.microsoft.com/office/drawing/2014/main" id="{44C4B0AD-2605-465A-8117-EDB3526898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674344" name="Rectangle: Rounded Corners 1587413913">
            <a:extLst xmlns:a="http://schemas.openxmlformats.org/drawingml/2006/main">
              <a:ext uri="{FF2B5EF4-FFF2-40B4-BE49-F238E27FC236}">
                <a16:creationId xmlns:a16="http://schemas.microsoft.com/office/drawing/2014/main" id="{3036FB08-F338-49C8-9AA8-E909F8002777}"/>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25330235" name="Rectangle: Rounded Corners 493815563">
            <a:extLst xmlns:a="http://schemas.openxmlformats.org/drawingml/2006/main">
              <a:ext uri="{FF2B5EF4-FFF2-40B4-BE49-F238E27FC236}">
                <a16:creationId xmlns:a16="http://schemas.microsoft.com/office/drawing/2014/main" id="{0F283941-9284-4AE1-A2EE-EA84FD9AF01E}"/>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49912338" name="Rectangle: Rounded Corners 770580154">
            <a:extLst xmlns:a="http://schemas.openxmlformats.org/drawingml/2006/main">
              <a:ext uri="{FF2B5EF4-FFF2-40B4-BE49-F238E27FC236}">
                <a16:creationId xmlns:a16="http://schemas.microsoft.com/office/drawing/2014/main" id="{00742CFA-BF69-4E45-8D5B-BE58318AB8A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284512142" name="Arrow: Right 719400496">
            <a:extLst xmlns:a="http://schemas.openxmlformats.org/drawingml/2006/main">
              <a:ext uri="{FF2B5EF4-FFF2-40B4-BE49-F238E27FC236}">
                <a16:creationId xmlns:a16="http://schemas.microsoft.com/office/drawing/2014/main" id="{83E7F052-8FF4-4A01-9704-2E8C1F07D74F}"/>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044692" name="Rectangle: Rounded Corners 1479447591">
            <a:extLst xmlns:a="http://schemas.openxmlformats.org/drawingml/2006/main">
              <a:ext uri="{FF2B5EF4-FFF2-40B4-BE49-F238E27FC236}">
                <a16:creationId xmlns:a16="http://schemas.microsoft.com/office/drawing/2014/main" id="{B7026413-14F3-4DF0-84B3-BB6684B5DDE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7340332" name="Rectangle: Rounded Corners 2028005840">
            <a:extLst xmlns:a="http://schemas.openxmlformats.org/drawingml/2006/main">
              <a:ext uri="{FF2B5EF4-FFF2-40B4-BE49-F238E27FC236}">
                <a16:creationId xmlns:a16="http://schemas.microsoft.com/office/drawing/2014/main" id="{8FB34F4B-E472-4D55-B96D-A2C0ED18DEA2}"/>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8536474" name="Rectangle: Rounded Corners 1882830141">
            <a:extLst xmlns:a="http://schemas.openxmlformats.org/drawingml/2006/main">
              <a:ext uri="{FF2B5EF4-FFF2-40B4-BE49-F238E27FC236}">
                <a16:creationId xmlns:a16="http://schemas.microsoft.com/office/drawing/2014/main" id="{74D14C5F-62ED-4515-A321-876930796BA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9240879" name="Rectangle: Rounded Corners 60243026">
            <a:extLst xmlns:a="http://schemas.openxmlformats.org/drawingml/2006/main">
              <a:ext uri="{FF2B5EF4-FFF2-40B4-BE49-F238E27FC236}">
                <a16:creationId xmlns:a16="http://schemas.microsoft.com/office/drawing/2014/main" id="{686B13BF-C8D6-443D-9B9A-4718D4041343}"/>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7715908" name="Rectangle: Rounded Corners 1134928050">
            <a:extLst xmlns:a="http://schemas.openxmlformats.org/drawingml/2006/main">
              <a:ext uri="{FF2B5EF4-FFF2-40B4-BE49-F238E27FC236}">
                <a16:creationId xmlns:a16="http://schemas.microsoft.com/office/drawing/2014/main" id="{A3566E7B-9849-4AF1-A8A7-C0C4CB220598}"/>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0559483" name="Rectangle 1354337603">
            <a:extLst xmlns:a="http://schemas.openxmlformats.org/drawingml/2006/main">
              <a:ext uri="{FF2B5EF4-FFF2-40B4-BE49-F238E27FC236}">
                <a16:creationId xmlns:a16="http://schemas.microsoft.com/office/drawing/2014/main" id="{5746077E-12BE-462A-9437-4287E84965B3}"/>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323229949" name="Rectangle 564634627">
            <a:extLst xmlns:a="http://schemas.openxmlformats.org/drawingml/2006/main">
              <a:ext uri="{FF2B5EF4-FFF2-40B4-BE49-F238E27FC236}">
                <a16:creationId xmlns:a16="http://schemas.microsoft.com/office/drawing/2014/main" id="{0D1041D2-7201-45D2-8B55-F458E89ED70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091084925"/>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789299" name="Rectangle 804913496">
            <a:extLst xmlns:a="http://schemas.openxmlformats.org/drawingml/2006/main">
              <a:ext uri="{FF2B5EF4-FFF2-40B4-BE49-F238E27FC236}">
                <a16:creationId xmlns:a16="http://schemas.microsoft.com/office/drawing/2014/main" id="{878AD1ED-55A6-41FD-A3F4-49E5C69B74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878387925" name="Rectangle 977578111">
            <a:extLst xmlns:a="http://schemas.openxmlformats.org/drawingml/2006/main">
              <a:ext uri="{FF2B5EF4-FFF2-40B4-BE49-F238E27FC236}">
                <a16:creationId xmlns:a16="http://schemas.microsoft.com/office/drawing/2014/main" id="{4248D64F-E57F-49EC-8627-C02BAE6FF5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2947853" name="Rectangle: Rounded Corners 1169649151">
            <a:extLst xmlns:a="http://schemas.openxmlformats.org/drawingml/2006/main">
              <a:ext uri="{FF2B5EF4-FFF2-40B4-BE49-F238E27FC236}">
                <a16:creationId xmlns:a16="http://schemas.microsoft.com/office/drawing/2014/main" id="{1D8D8B8F-6C1C-4529-B653-C82FF59D62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20522" name="Straight Connector 2011469827">
            <a:extLst xmlns:a="http://schemas.openxmlformats.org/drawingml/2006/main">
              <a:ext uri="{FF2B5EF4-FFF2-40B4-BE49-F238E27FC236}">
                <a16:creationId xmlns:a16="http://schemas.microsoft.com/office/drawing/2014/main" id="{E46BE0EA-F421-4F2D-871B-A7AC02D019AB}"/>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17699" name="Straight Connector 181034433">
            <a:extLst xmlns:a="http://schemas.openxmlformats.org/drawingml/2006/main">
              <a:ext uri="{FF2B5EF4-FFF2-40B4-BE49-F238E27FC236}">
                <a16:creationId xmlns:a16="http://schemas.microsoft.com/office/drawing/2014/main" id="{0714D561-5641-4044-BE50-5225E6061848}"/>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088587" name="Oval 1553006746">
            <a:extLst xmlns:a="http://schemas.openxmlformats.org/drawingml/2006/main">
              <a:ext uri="{FF2B5EF4-FFF2-40B4-BE49-F238E27FC236}">
                <a16:creationId xmlns:a16="http://schemas.microsoft.com/office/drawing/2014/main" id="{A0761ED3-2966-4B61-AF3F-B9D25C3AC90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77173" name="Rectangle 1709600281">
            <a:extLst xmlns:a="http://schemas.openxmlformats.org/drawingml/2006/main">
              <a:ext uri="{FF2B5EF4-FFF2-40B4-BE49-F238E27FC236}">
                <a16:creationId xmlns:a16="http://schemas.microsoft.com/office/drawing/2014/main" id="{61471B4A-C14C-46B8-A91E-8A14CDEAEE7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197672880" name="Oval 21898783">
            <a:extLst xmlns:a="http://schemas.openxmlformats.org/drawingml/2006/main">
              <a:ext uri="{FF2B5EF4-FFF2-40B4-BE49-F238E27FC236}">
                <a16:creationId xmlns:a16="http://schemas.microsoft.com/office/drawing/2014/main" id="{219F44E4-B22A-49CD-BC97-07F47C052553}"/>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0175" name="Rectangle 948343370">
            <a:extLst xmlns:a="http://schemas.openxmlformats.org/drawingml/2006/main">
              <a:ext uri="{FF2B5EF4-FFF2-40B4-BE49-F238E27FC236}">
                <a16:creationId xmlns:a16="http://schemas.microsoft.com/office/drawing/2014/main" id="{7B07D4BA-7626-4AE9-95A6-0E75013948DD}"/>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34975142" name="Oval 2041526387">
            <a:extLst xmlns:a="http://schemas.openxmlformats.org/drawingml/2006/main">
              <a:ext uri="{FF2B5EF4-FFF2-40B4-BE49-F238E27FC236}">
                <a16:creationId xmlns:a16="http://schemas.microsoft.com/office/drawing/2014/main" id="{9B443279-3017-4DA0-82AE-E687D915270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655926" name="Rectangle 1876813262">
            <a:extLst xmlns:a="http://schemas.openxmlformats.org/drawingml/2006/main">
              <a:ext uri="{FF2B5EF4-FFF2-40B4-BE49-F238E27FC236}">
                <a16:creationId xmlns:a16="http://schemas.microsoft.com/office/drawing/2014/main" id="{C788E0E5-0920-4637-94B2-DC5A9C79F2E5}"/>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32754242" name="Oval 1942427474">
            <a:extLst xmlns:a="http://schemas.openxmlformats.org/drawingml/2006/main">
              <a:ext uri="{FF2B5EF4-FFF2-40B4-BE49-F238E27FC236}">
                <a16:creationId xmlns:a16="http://schemas.microsoft.com/office/drawing/2014/main" id="{F7C451BE-7AD1-47A3-A54F-87ADA410B62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739853" name="Rectangle 888296365">
            <a:extLst xmlns:a="http://schemas.openxmlformats.org/drawingml/2006/main">
              <a:ext uri="{FF2B5EF4-FFF2-40B4-BE49-F238E27FC236}">
                <a16:creationId xmlns:a16="http://schemas.microsoft.com/office/drawing/2014/main" id="{45ACB0E7-23DA-4EB2-949A-9EE5D75AAF0F}"/>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528157056" name="Oval 358440105">
            <a:extLst xmlns:a="http://schemas.openxmlformats.org/drawingml/2006/main">
              <a:ext uri="{FF2B5EF4-FFF2-40B4-BE49-F238E27FC236}">
                <a16:creationId xmlns:a16="http://schemas.microsoft.com/office/drawing/2014/main" id="{A9C287D1-2EBD-4B34-B558-435BC91F9A5D}"/>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44960" name="Rectangle 1076600515">
            <a:extLst xmlns:a="http://schemas.openxmlformats.org/drawingml/2006/main">
              <a:ext uri="{FF2B5EF4-FFF2-40B4-BE49-F238E27FC236}">
                <a16:creationId xmlns:a16="http://schemas.microsoft.com/office/drawing/2014/main" id="{40C46CE3-2E36-4F4A-A73C-8C237930A462}"/>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483689163" name="Oval 1935212152">
            <a:extLst xmlns:a="http://schemas.openxmlformats.org/drawingml/2006/main">
              <a:ext uri="{FF2B5EF4-FFF2-40B4-BE49-F238E27FC236}">
                <a16:creationId xmlns:a16="http://schemas.microsoft.com/office/drawing/2014/main" id="{0426B7C1-0FBC-4C50-A46A-42BD70275B9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397363" name="Rectangle 40298214">
            <a:extLst xmlns:a="http://schemas.openxmlformats.org/drawingml/2006/main">
              <a:ext uri="{FF2B5EF4-FFF2-40B4-BE49-F238E27FC236}">
                <a16:creationId xmlns:a16="http://schemas.microsoft.com/office/drawing/2014/main" id="{BDD00036-3AC7-4921-9F23-6F913132E97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690122395" name="Oval 1096938976">
            <a:extLst xmlns:a="http://schemas.openxmlformats.org/drawingml/2006/main">
              <a:ext uri="{FF2B5EF4-FFF2-40B4-BE49-F238E27FC236}">
                <a16:creationId xmlns:a16="http://schemas.microsoft.com/office/drawing/2014/main" id="{8D472DD2-362F-43C0-A62E-97370DE582B9}"/>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4697145" name="Rectangle 251020529">
            <a:extLst xmlns:a="http://schemas.openxmlformats.org/drawingml/2006/main">
              <a:ext uri="{FF2B5EF4-FFF2-40B4-BE49-F238E27FC236}">
                <a16:creationId xmlns:a16="http://schemas.microsoft.com/office/drawing/2014/main" id="{A8C8C107-9627-47FF-8BB8-C2DEF11438F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12626524" name="Rectangle 1844580113">
            <a:extLst xmlns:a="http://schemas.openxmlformats.org/drawingml/2006/main">
              <a:ext uri="{FF2B5EF4-FFF2-40B4-BE49-F238E27FC236}">
                <a16:creationId xmlns:a16="http://schemas.microsoft.com/office/drawing/2014/main" id="{54741B3E-E1E6-4030-B2A5-3F247AE03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270388214"/>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3025600" name="Rectangle 316490786">
            <a:extLst xmlns:a="http://schemas.openxmlformats.org/drawingml/2006/main">
              <a:ext uri="{FF2B5EF4-FFF2-40B4-BE49-F238E27FC236}">
                <a16:creationId xmlns:a16="http://schemas.microsoft.com/office/drawing/2014/main" id="{6083AF29-3A70-46ED-85E9-963292FC00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21460426" name="Rectangle 1088829960">
            <a:extLst xmlns:a="http://schemas.openxmlformats.org/drawingml/2006/main">
              <a:ext uri="{FF2B5EF4-FFF2-40B4-BE49-F238E27FC236}">
                <a16:creationId xmlns:a16="http://schemas.microsoft.com/office/drawing/2014/main" id="{35C80DFD-6321-4086-9F87-CE0CB95D0FB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202053836" name="Rectangle: Rounded Corners 1185614033">
            <a:extLst xmlns:a="http://schemas.openxmlformats.org/drawingml/2006/main">
              <a:ext uri="{FF2B5EF4-FFF2-40B4-BE49-F238E27FC236}">
                <a16:creationId xmlns:a16="http://schemas.microsoft.com/office/drawing/2014/main" id="{BD9159BF-5680-47A8-8D0E-DC911A0063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999758" name="Rectangle: Rounded Corners 1637263549">
            <a:extLst xmlns:a="http://schemas.openxmlformats.org/drawingml/2006/main">
              <a:ext uri="{FF2B5EF4-FFF2-40B4-BE49-F238E27FC236}">
                <a16:creationId xmlns:a16="http://schemas.microsoft.com/office/drawing/2014/main" id="{8A195182-044D-4A68-A426-BD99E8141C64}"/>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47069247" name="Arrow: Right 483904790">
            <a:extLst xmlns:a="http://schemas.openxmlformats.org/drawingml/2006/main">
              <a:ext uri="{FF2B5EF4-FFF2-40B4-BE49-F238E27FC236}">
                <a16:creationId xmlns:a16="http://schemas.microsoft.com/office/drawing/2014/main" id="{EFACF218-BB47-4DE8-8108-7AF43013E9A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86144907" name="Rectangle: Rounded Corners 112366508">
            <a:extLst xmlns:a="http://schemas.openxmlformats.org/drawingml/2006/main">
              <a:ext uri="{FF2B5EF4-FFF2-40B4-BE49-F238E27FC236}">
                <a16:creationId xmlns:a16="http://schemas.microsoft.com/office/drawing/2014/main" id="{039E9407-6152-454B-88DC-9A83260C1B9C}"/>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67610336" name="Rectangle: Rounded Corners 1684869887">
            <a:extLst xmlns:a="http://schemas.openxmlformats.org/drawingml/2006/main">
              <a:ext uri="{FF2B5EF4-FFF2-40B4-BE49-F238E27FC236}">
                <a16:creationId xmlns:a16="http://schemas.microsoft.com/office/drawing/2014/main" id="{478DFDDA-1C60-4FA6-9ECA-248A9F69584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596005276" name="Arrow: Right 582027638">
            <a:extLst xmlns:a="http://schemas.openxmlformats.org/drawingml/2006/main">
              <a:ext uri="{FF2B5EF4-FFF2-40B4-BE49-F238E27FC236}">
                <a16:creationId xmlns:a16="http://schemas.microsoft.com/office/drawing/2014/main" id="{15635A12-21AB-4A47-8EBB-F735C5DEF0B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30568163" name="Rectangle: Rounded Corners 415203980">
            <a:extLst xmlns:a="http://schemas.openxmlformats.org/drawingml/2006/main">
              <a:ext uri="{FF2B5EF4-FFF2-40B4-BE49-F238E27FC236}">
                <a16:creationId xmlns:a16="http://schemas.microsoft.com/office/drawing/2014/main" id="{4A25E9EE-CF1B-4BE2-BC25-FFA0828DEBDC}"/>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612970804" name="Rectangle 1659565154">
            <a:extLst xmlns:a="http://schemas.openxmlformats.org/drawingml/2006/main">
              <a:ext uri="{FF2B5EF4-FFF2-40B4-BE49-F238E27FC236}">
                <a16:creationId xmlns:a16="http://schemas.microsoft.com/office/drawing/2014/main" id="{64B6A0C1-2A0C-4A4F-AAE1-C6FA8B6D40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1762589039"/>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8602963" name="Rectangle 1412031494">
            <a:extLst xmlns:a="http://schemas.openxmlformats.org/drawingml/2006/main">
              <a:ext uri="{FF2B5EF4-FFF2-40B4-BE49-F238E27FC236}">
                <a16:creationId xmlns:a16="http://schemas.microsoft.com/office/drawing/2014/main" id="{BF4C9364-416B-4709-AE23-EA31CC8478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55527484" name="Rectangle 795213251">
            <a:extLst xmlns:a="http://schemas.openxmlformats.org/drawingml/2006/main">
              <a:ext uri="{FF2B5EF4-FFF2-40B4-BE49-F238E27FC236}">
                <a16:creationId xmlns:a16="http://schemas.microsoft.com/office/drawing/2014/main" id="{7422EFED-5A42-4681-AC48-3E84B6AB8C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503428187" name="Rectangle: Rounded Corners 39970162">
            <a:extLst xmlns:a="http://schemas.openxmlformats.org/drawingml/2006/main">
              <a:ext uri="{FF2B5EF4-FFF2-40B4-BE49-F238E27FC236}">
                <a16:creationId xmlns:a16="http://schemas.microsoft.com/office/drawing/2014/main" id="{2729287D-83D0-4684-B23E-200AF8D8B9D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251754" name="Rectangle: Rounded Corners 1580614387">
            <a:extLst xmlns:a="http://schemas.openxmlformats.org/drawingml/2006/main">
              <a:ext uri="{FF2B5EF4-FFF2-40B4-BE49-F238E27FC236}">
                <a16:creationId xmlns:a16="http://schemas.microsoft.com/office/drawing/2014/main" id="{D5B80679-BE5E-4E63-90C0-C2738C85A121}"/>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318158269" name="Oval 1990550395">
            <a:extLst xmlns:a="http://schemas.openxmlformats.org/drawingml/2006/main">
              <a:ext uri="{FF2B5EF4-FFF2-40B4-BE49-F238E27FC236}">
                <a16:creationId xmlns:a16="http://schemas.microsoft.com/office/drawing/2014/main" id="{6BB29872-805C-4937-9DD2-E5E1C911636E}"/>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701383989" name="Straight Connector 2100406639">
            <a:extLst xmlns:a="http://schemas.openxmlformats.org/drawingml/2006/main">
              <a:ext uri="{FF2B5EF4-FFF2-40B4-BE49-F238E27FC236}">
                <a16:creationId xmlns:a16="http://schemas.microsoft.com/office/drawing/2014/main" id="{68174C9A-5151-44AF-ACC7-E8133CE73DD8}"/>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29439" name="Arrow: Right 538775388">
            <a:extLst xmlns:a="http://schemas.openxmlformats.org/drawingml/2006/main">
              <a:ext uri="{FF2B5EF4-FFF2-40B4-BE49-F238E27FC236}">
                <a16:creationId xmlns:a16="http://schemas.microsoft.com/office/drawing/2014/main" id="{7CBE77C6-4AA4-4FEB-98B7-DD1C5AF8E3B3}"/>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5232617" name="Rectangle: Rounded Corners 1064614972">
            <a:extLst xmlns:a="http://schemas.openxmlformats.org/drawingml/2006/main">
              <a:ext uri="{FF2B5EF4-FFF2-40B4-BE49-F238E27FC236}">
                <a16:creationId xmlns:a16="http://schemas.microsoft.com/office/drawing/2014/main" id="{A21DFB09-7E10-48B3-8300-EF531407814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86667857" name="Oval 1803721867">
            <a:extLst xmlns:a="http://schemas.openxmlformats.org/drawingml/2006/main">
              <a:ext uri="{FF2B5EF4-FFF2-40B4-BE49-F238E27FC236}">
                <a16:creationId xmlns:a16="http://schemas.microsoft.com/office/drawing/2014/main" id="{4B317A1F-8F2C-4F52-A1FC-B15CCDB6A4B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173279136" name="Straight Connector 583856608">
            <a:extLst xmlns:a="http://schemas.openxmlformats.org/drawingml/2006/main">
              <a:ext uri="{FF2B5EF4-FFF2-40B4-BE49-F238E27FC236}">
                <a16:creationId xmlns:a16="http://schemas.microsoft.com/office/drawing/2014/main" id="{98256118-D7C6-4DE6-A4D8-AC19C9D7EC98}"/>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628385" name="Arrow: Right 2139349875">
            <a:extLst xmlns:a="http://schemas.openxmlformats.org/drawingml/2006/main">
              <a:ext uri="{FF2B5EF4-FFF2-40B4-BE49-F238E27FC236}">
                <a16:creationId xmlns:a16="http://schemas.microsoft.com/office/drawing/2014/main" id="{6E9AB245-4AC9-478E-89FE-9A7661A23EE8}"/>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110329" name="Rectangle: Rounded Corners 1635700100">
            <a:extLst xmlns:a="http://schemas.openxmlformats.org/drawingml/2006/main">
              <a:ext uri="{FF2B5EF4-FFF2-40B4-BE49-F238E27FC236}">
                <a16:creationId xmlns:a16="http://schemas.microsoft.com/office/drawing/2014/main" id="{9D3FCE35-DBBF-41A1-9CFD-03BAB79D235C}"/>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35297547" name="Oval 841796169">
            <a:extLst xmlns:a="http://schemas.openxmlformats.org/drawingml/2006/main">
              <a:ext uri="{FF2B5EF4-FFF2-40B4-BE49-F238E27FC236}">
                <a16:creationId xmlns:a16="http://schemas.microsoft.com/office/drawing/2014/main" id="{7852AD77-921F-4C49-9DF5-D2A8A0519E98}"/>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662508419" name="Straight Connector 925426090">
            <a:extLst xmlns:a="http://schemas.openxmlformats.org/drawingml/2006/main">
              <a:ext uri="{FF2B5EF4-FFF2-40B4-BE49-F238E27FC236}">
                <a16:creationId xmlns:a16="http://schemas.microsoft.com/office/drawing/2014/main" id="{491FD60F-6AC2-428F-9465-A0AEC6C20CDD}"/>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25711" name="Arrow: Right 999883120">
            <a:extLst xmlns:a="http://schemas.openxmlformats.org/drawingml/2006/main">
              <a:ext uri="{FF2B5EF4-FFF2-40B4-BE49-F238E27FC236}">
                <a16:creationId xmlns:a16="http://schemas.microsoft.com/office/drawing/2014/main" id="{85DE3AEF-8F9C-4DA4-A2DB-4B83BC845969}"/>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929652" name="Rectangle: Rounded Corners 1232593896">
            <a:extLst xmlns:a="http://schemas.openxmlformats.org/drawingml/2006/main">
              <a:ext uri="{FF2B5EF4-FFF2-40B4-BE49-F238E27FC236}">
                <a16:creationId xmlns:a16="http://schemas.microsoft.com/office/drawing/2014/main" id="{F1B94BC5-EE7F-4C3A-BA56-40E6CFAD0013}"/>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53812924" name="Oval 353672065">
            <a:extLst xmlns:a="http://schemas.openxmlformats.org/drawingml/2006/main">
              <a:ext uri="{FF2B5EF4-FFF2-40B4-BE49-F238E27FC236}">
                <a16:creationId xmlns:a16="http://schemas.microsoft.com/office/drawing/2014/main" id="{37DEF72D-0DD6-406A-9F44-BB51F579F50B}"/>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234226483" name="Straight Connector 250778965">
            <a:extLst xmlns:a="http://schemas.openxmlformats.org/drawingml/2006/main">
              <a:ext uri="{FF2B5EF4-FFF2-40B4-BE49-F238E27FC236}">
                <a16:creationId xmlns:a16="http://schemas.microsoft.com/office/drawing/2014/main" id="{AC5E3DB7-0557-45EF-AB17-68BA67AACD4D}"/>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213659" name="Rectangle 558237288">
            <a:extLst xmlns:a="http://schemas.openxmlformats.org/drawingml/2006/main">
              <a:ext uri="{FF2B5EF4-FFF2-40B4-BE49-F238E27FC236}">
                <a16:creationId xmlns:a16="http://schemas.microsoft.com/office/drawing/2014/main" id="{04D25533-01D5-4FB8-8128-B6EF56133A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737338533"/>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66740" name="Rectangle 1731358443">
            <a:extLst xmlns:a="http://schemas.openxmlformats.org/drawingml/2006/main">
              <a:ext uri="{FF2B5EF4-FFF2-40B4-BE49-F238E27FC236}">
                <a16:creationId xmlns:a16="http://schemas.microsoft.com/office/drawing/2014/main" id="{2B0A6CEC-0BE2-46C5-AE03-377CC44287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240636333" name="Rectangle 1129691951">
            <a:extLst xmlns:a="http://schemas.openxmlformats.org/drawingml/2006/main">
              <a:ext uri="{FF2B5EF4-FFF2-40B4-BE49-F238E27FC236}">
                <a16:creationId xmlns:a16="http://schemas.microsoft.com/office/drawing/2014/main" id="{2086C7A1-7F95-4095-9361-822929335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31633154" name="Rectangle: Rounded Corners 153614357">
            <a:extLst xmlns:a="http://schemas.openxmlformats.org/drawingml/2006/main">
              <a:ext uri="{FF2B5EF4-FFF2-40B4-BE49-F238E27FC236}">
                <a16:creationId xmlns:a16="http://schemas.microsoft.com/office/drawing/2014/main" id="{F47D55B8-1A7B-4F50-80A3-22C2BFD3BA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317943" name="Rectangle: Rounded Corners 1660434667">
            <a:extLst xmlns:a="http://schemas.openxmlformats.org/drawingml/2006/main">
              <a:ext uri="{FF2B5EF4-FFF2-40B4-BE49-F238E27FC236}">
                <a16:creationId xmlns:a16="http://schemas.microsoft.com/office/drawing/2014/main" id="{70E3F127-DBC6-4B20-A5EA-672108B0CE4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73855676" name="Rectangle: Rounded Corners 331123784">
            <a:extLst xmlns:a="http://schemas.openxmlformats.org/drawingml/2006/main">
              <a:ext uri="{FF2B5EF4-FFF2-40B4-BE49-F238E27FC236}">
                <a16:creationId xmlns:a16="http://schemas.microsoft.com/office/drawing/2014/main" id="{10FD9F31-4B77-4E8B-A569-9F6B42ACA9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729015190" name="Rectangle: Rounded Corners 1408528115">
            <a:extLst xmlns:a="http://schemas.openxmlformats.org/drawingml/2006/main">
              <a:ext uri="{FF2B5EF4-FFF2-40B4-BE49-F238E27FC236}">
                <a16:creationId xmlns:a16="http://schemas.microsoft.com/office/drawing/2014/main" id="{7911C8EC-EBE8-41C6-BCC5-96E17ACFFCDB}"/>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881429834" name="Rectangle: Rounded Corners 929702956">
            <a:extLst xmlns:a="http://schemas.openxmlformats.org/drawingml/2006/main">
              <a:ext uri="{FF2B5EF4-FFF2-40B4-BE49-F238E27FC236}">
                <a16:creationId xmlns:a16="http://schemas.microsoft.com/office/drawing/2014/main" id="{04B4BAF5-54BC-443C-836E-E4C6F178A6DA}"/>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92207654" name="Rectangle: Rounded Corners 747840371">
            <a:extLst xmlns:a="http://schemas.openxmlformats.org/drawingml/2006/main">
              <a:ext uri="{FF2B5EF4-FFF2-40B4-BE49-F238E27FC236}">
                <a16:creationId xmlns:a16="http://schemas.microsoft.com/office/drawing/2014/main" id="{1CF9CDF7-F37E-45C5-ACD5-1708719ABF56}"/>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00405104" name="Rectangle: Rounded Corners 1625402858">
            <a:extLst xmlns:a="http://schemas.openxmlformats.org/drawingml/2006/main">
              <a:ext uri="{FF2B5EF4-FFF2-40B4-BE49-F238E27FC236}">
                <a16:creationId xmlns:a16="http://schemas.microsoft.com/office/drawing/2014/main" id="{C8512E6B-1C1E-45B2-BEBB-21DB8380F7B0}"/>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2107596333" name="Rectangle: Rounded Corners 1678137837">
            <a:extLst xmlns:a="http://schemas.openxmlformats.org/drawingml/2006/main">
              <a:ext uri="{FF2B5EF4-FFF2-40B4-BE49-F238E27FC236}">
                <a16:creationId xmlns:a16="http://schemas.microsoft.com/office/drawing/2014/main" id="{DAEB873F-1E14-4CD8-A4F4-0848F884799F}"/>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425367573" name="Straight Connector 1472942795">
            <a:extLst xmlns:a="http://schemas.openxmlformats.org/drawingml/2006/main">
              <a:ext uri="{FF2B5EF4-FFF2-40B4-BE49-F238E27FC236}">
                <a16:creationId xmlns:a16="http://schemas.microsoft.com/office/drawing/2014/main" id="{09147040-84EB-4135-9E03-822CA2660107}"/>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482330" name="Oval 1613721530">
            <a:extLst xmlns:a="http://schemas.openxmlformats.org/drawingml/2006/main">
              <a:ext uri="{FF2B5EF4-FFF2-40B4-BE49-F238E27FC236}">
                <a16:creationId xmlns:a16="http://schemas.microsoft.com/office/drawing/2014/main" id="{00B6D623-71EE-4518-8DD7-419BB3D3BF37}"/>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094476" name="Oval 1579085889">
            <a:extLst xmlns:a="http://schemas.openxmlformats.org/drawingml/2006/main">
              <a:ext uri="{FF2B5EF4-FFF2-40B4-BE49-F238E27FC236}">
                <a16:creationId xmlns:a16="http://schemas.microsoft.com/office/drawing/2014/main" id="{FC7F793B-80E9-4106-A839-F31AC0B3036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893629" name="Oval 2077149345">
            <a:extLst xmlns:a="http://schemas.openxmlformats.org/drawingml/2006/main">
              <a:ext uri="{FF2B5EF4-FFF2-40B4-BE49-F238E27FC236}">
                <a16:creationId xmlns:a16="http://schemas.microsoft.com/office/drawing/2014/main" id="{828DD024-F600-4F33-9EDC-E254E851F085}"/>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91459" name="Oval 1872952085">
            <a:extLst xmlns:a="http://schemas.openxmlformats.org/drawingml/2006/main">
              <a:ext uri="{FF2B5EF4-FFF2-40B4-BE49-F238E27FC236}">
                <a16:creationId xmlns:a16="http://schemas.microsoft.com/office/drawing/2014/main" id="{82F1D56D-FC48-47EF-9EF8-23AEC73D52FB}"/>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2229" name="Oval 20816396">
            <a:extLst xmlns:a="http://schemas.openxmlformats.org/drawingml/2006/main">
              <a:ext uri="{FF2B5EF4-FFF2-40B4-BE49-F238E27FC236}">
                <a16:creationId xmlns:a16="http://schemas.microsoft.com/office/drawing/2014/main" id="{278DCD55-EF42-4C05-8C7C-2D95DB8567F0}"/>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763028" name="Oval 677953628">
            <a:extLst xmlns:a="http://schemas.openxmlformats.org/drawingml/2006/main">
              <a:ext uri="{FF2B5EF4-FFF2-40B4-BE49-F238E27FC236}">
                <a16:creationId xmlns:a16="http://schemas.microsoft.com/office/drawing/2014/main" id="{F8D488A1-49C4-4F98-A4A6-44D4BC84231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483946" name="Oval 1792512939">
            <a:extLst xmlns:a="http://schemas.openxmlformats.org/drawingml/2006/main">
              <a:ext uri="{FF2B5EF4-FFF2-40B4-BE49-F238E27FC236}">
                <a16:creationId xmlns:a16="http://schemas.microsoft.com/office/drawing/2014/main" id="{D630BA8E-EF4D-403F-BFA0-33F77381320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27297" name="Rectangle 1915767503">
            <a:extLst xmlns:a="http://schemas.openxmlformats.org/drawingml/2006/main">
              <a:ext uri="{FF2B5EF4-FFF2-40B4-BE49-F238E27FC236}">
                <a16:creationId xmlns:a16="http://schemas.microsoft.com/office/drawing/2014/main" id="{3CA60B88-20B3-408E-9C11-B9A4706C134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661720839" name="Rectangle 523783432">
            <a:extLst xmlns:a="http://schemas.openxmlformats.org/drawingml/2006/main">
              <a:ext uri="{FF2B5EF4-FFF2-40B4-BE49-F238E27FC236}">
                <a16:creationId xmlns:a16="http://schemas.microsoft.com/office/drawing/2014/main" id="{0061AD10-4A93-4564-ABFA-BDFFB5C117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40832069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9512504" name="Rectangle 935271156">
            <a:extLst xmlns:a="http://schemas.openxmlformats.org/drawingml/2006/main">
              <a:ext uri="{FF2B5EF4-FFF2-40B4-BE49-F238E27FC236}">
                <a16:creationId xmlns:a16="http://schemas.microsoft.com/office/drawing/2014/main" id="{B6E89DF7-3031-477C-8C24-EEDA6D104E1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7061085" name="Rectangle 251777344">
            <a:extLst xmlns:a="http://schemas.openxmlformats.org/drawingml/2006/main">
              <a:ext uri="{FF2B5EF4-FFF2-40B4-BE49-F238E27FC236}">
                <a16:creationId xmlns:a16="http://schemas.microsoft.com/office/drawing/2014/main" id="{1B9B1DD6-FB7C-482D-93F7-0AECB18970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68229680" name="Rectangle: Rounded Corners 1456392341">
            <a:extLst xmlns:a="http://schemas.openxmlformats.org/drawingml/2006/main">
              <a:ext uri="{FF2B5EF4-FFF2-40B4-BE49-F238E27FC236}">
                <a16:creationId xmlns:a16="http://schemas.microsoft.com/office/drawing/2014/main" id="{CF7917E8-0C07-4FAD-89B3-396D407A716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749720" name="Rectangle 2132047703">
            <a:extLst xmlns:a="http://schemas.openxmlformats.org/drawingml/2006/main">
              <a:ext uri="{FF2B5EF4-FFF2-40B4-BE49-F238E27FC236}">
                <a16:creationId xmlns:a16="http://schemas.microsoft.com/office/drawing/2014/main" id="{D05D0F7C-2782-4EEC-93B7-24097F9DDC2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769915207" name="Rectangle 1495975732">
            <a:extLst xmlns:a="http://schemas.openxmlformats.org/drawingml/2006/main">
              <a:ext uri="{FF2B5EF4-FFF2-40B4-BE49-F238E27FC236}">
                <a16:creationId xmlns:a16="http://schemas.microsoft.com/office/drawing/2014/main" id="{C96A5F5F-591A-4561-B306-2EB156F36F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pic>
        <p:nvPicPr>
          <p:cNvPr id="1468229687"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a3fbc494fb1048cd"/>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82079463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17772817" name="Rectangle 935271156">
            <a:extLst xmlns:a="http://schemas.openxmlformats.org/drawingml/2006/main">
              <a:ext uri="{FF2B5EF4-FFF2-40B4-BE49-F238E27FC236}">
                <a16:creationId xmlns:a16="http://schemas.microsoft.com/office/drawing/2014/main" id="{E5AA8ED4-3577-4A8C-80FC-87B8A4C166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02346918" name="Rectangle 251777344">
            <a:extLst xmlns:a="http://schemas.openxmlformats.org/drawingml/2006/main">
              <a:ext uri="{FF2B5EF4-FFF2-40B4-BE49-F238E27FC236}">
                <a16:creationId xmlns:a16="http://schemas.microsoft.com/office/drawing/2014/main" id="{8A3F16DF-E583-4E4C-BC44-8B0B03135C5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73421075" name="Rectangle: Rounded Corners 1456392341">
            <a:extLst xmlns:a="http://schemas.openxmlformats.org/drawingml/2006/main">
              <a:ext uri="{FF2B5EF4-FFF2-40B4-BE49-F238E27FC236}">
                <a16:creationId xmlns:a16="http://schemas.microsoft.com/office/drawing/2014/main" id="{F970FB5E-2111-463E-B85A-A6A10EA04F1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03665" name="Rectangle 2132047703">
            <a:extLst xmlns:a="http://schemas.openxmlformats.org/drawingml/2006/main">
              <a:ext uri="{FF2B5EF4-FFF2-40B4-BE49-F238E27FC236}">
                <a16:creationId xmlns:a16="http://schemas.microsoft.com/office/drawing/2014/main" id="{1F234FF3-97AB-4FCF-9943-9AA95AF3229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056654150" name="Rectangle 1495975732">
            <a:extLst xmlns:a="http://schemas.openxmlformats.org/drawingml/2006/main">
              <a:ext uri="{FF2B5EF4-FFF2-40B4-BE49-F238E27FC236}">
                <a16:creationId xmlns:a16="http://schemas.microsoft.com/office/drawing/2014/main" id="{2F5FC495-18F1-4DF0-BDDA-360E90ECD45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pic>
        <p:nvPicPr>
          <p:cNvPr id="1717772824"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1e64827579314cc8"/>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053973804"/>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6642978" name="Rectangle 828705700">
            <a:extLst xmlns:a="http://schemas.openxmlformats.org/drawingml/2006/main">
              <a:ext uri="{FF2B5EF4-FFF2-40B4-BE49-F238E27FC236}">
                <a16:creationId xmlns:a16="http://schemas.microsoft.com/office/drawing/2014/main" id="{2891ECEB-A1EB-4DC3-9231-63483CA171A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390348908" name="Rectangle 1834494691">
            <a:extLst xmlns:a="http://schemas.openxmlformats.org/drawingml/2006/main">
              <a:ext uri="{FF2B5EF4-FFF2-40B4-BE49-F238E27FC236}">
                <a16:creationId xmlns:a16="http://schemas.microsoft.com/office/drawing/2014/main" id="{EDB8FC1D-2BB6-45E5-8098-EE3EDB76B2D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2071867725" name="Rectangle: Rounded Corners 1119805207">
            <a:extLst xmlns:a="http://schemas.openxmlformats.org/drawingml/2006/main">
              <a:ext uri="{FF2B5EF4-FFF2-40B4-BE49-F238E27FC236}">
                <a16:creationId xmlns:a16="http://schemas.microsoft.com/office/drawing/2014/main" id="{742C4F53-CD27-4011-B5A7-51C7DDF4E9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964014" name="Oval 378451326">
            <a:extLst xmlns:a="http://schemas.openxmlformats.org/drawingml/2006/main">
              <a:ext uri="{FF2B5EF4-FFF2-40B4-BE49-F238E27FC236}">
                <a16:creationId xmlns:a16="http://schemas.microsoft.com/office/drawing/2014/main" id="{E5FC886F-A7F4-4733-8463-04EF895AC0B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551577713" name="Oval 1710653340">
            <a:extLst xmlns:a="http://schemas.openxmlformats.org/drawingml/2006/main">
              <a:ext uri="{FF2B5EF4-FFF2-40B4-BE49-F238E27FC236}">
                <a16:creationId xmlns:a16="http://schemas.microsoft.com/office/drawing/2014/main" id="{BF5D230A-7345-48B0-8F85-667E538B056F}"/>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008840628" name="Oval 1215104595">
            <a:extLst xmlns:a="http://schemas.openxmlformats.org/drawingml/2006/main">
              <a:ext uri="{FF2B5EF4-FFF2-40B4-BE49-F238E27FC236}">
                <a16:creationId xmlns:a16="http://schemas.microsoft.com/office/drawing/2014/main" id="{F7126586-113F-4BDA-8517-28829D0C697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859859456" name="Oval 1626294488">
            <a:extLst xmlns:a="http://schemas.openxmlformats.org/drawingml/2006/main">
              <a:ext uri="{FF2B5EF4-FFF2-40B4-BE49-F238E27FC236}">
                <a16:creationId xmlns:a16="http://schemas.microsoft.com/office/drawing/2014/main" id="{85B4854C-93BE-4AE2-96A7-41C848F46D0B}"/>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2001330342" name="Oval 1273413100">
            <a:extLst xmlns:a="http://schemas.openxmlformats.org/drawingml/2006/main">
              <a:ext uri="{FF2B5EF4-FFF2-40B4-BE49-F238E27FC236}">
                <a16:creationId xmlns:a16="http://schemas.microsoft.com/office/drawing/2014/main" id="{015F078E-B1B2-43F4-947C-25D1A7084B0C}"/>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388067486" name="Straight Connector 1283471484">
            <a:extLst xmlns:a="http://schemas.openxmlformats.org/drawingml/2006/main">
              <a:ext uri="{FF2B5EF4-FFF2-40B4-BE49-F238E27FC236}">
                <a16:creationId xmlns:a16="http://schemas.microsoft.com/office/drawing/2014/main" id="{C0F60AEC-9D1C-42DE-897D-49C2DF0B8D14}"/>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49545" name="Straight Connector 366393265">
            <a:extLst xmlns:a="http://schemas.openxmlformats.org/drawingml/2006/main">
              <a:ext uri="{FF2B5EF4-FFF2-40B4-BE49-F238E27FC236}">
                <a16:creationId xmlns:a16="http://schemas.microsoft.com/office/drawing/2014/main" id="{20BCC85B-4560-430A-87F4-1A679F57F9D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944971" name="Straight Connector 682316421">
            <a:extLst xmlns:a="http://schemas.openxmlformats.org/drawingml/2006/main">
              <a:ext uri="{FF2B5EF4-FFF2-40B4-BE49-F238E27FC236}">
                <a16:creationId xmlns:a16="http://schemas.microsoft.com/office/drawing/2014/main" id="{873BFD34-38DD-46BE-A025-523F55A95A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7957" name="Straight Connector 1432998768">
            <a:extLst xmlns:a="http://schemas.openxmlformats.org/drawingml/2006/main">
              <a:ext uri="{FF2B5EF4-FFF2-40B4-BE49-F238E27FC236}">
                <a16:creationId xmlns:a16="http://schemas.microsoft.com/office/drawing/2014/main" id="{6096BD8B-C270-4B72-97CA-D88DD0911D2D}"/>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6319" name="Rectangle 2040235337">
            <a:extLst xmlns:a="http://schemas.openxmlformats.org/drawingml/2006/main">
              <a:ext uri="{FF2B5EF4-FFF2-40B4-BE49-F238E27FC236}">
                <a16:creationId xmlns:a16="http://schemas.microsoft.com/office/drawing/2014/main" id="{563E5A94-EBCE-4D40-B3EA-E2BDB82BB41C}"/>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22288703" name="Rectangle 1823092831">
            <a:extLst xmlns:a="http://schemas.openxmlformats.org/drawingml/2006/main">
              <a:ext uri="{FF2B5EF4-FFF2-40B4-BE49-F238E27FC236}">
                <a16:creationId xmlns:a16="http://schemas.microsoft.com/office/drawing/2014/main" id="{73E44271-F430-4D7D-8654-8EAA29EA8E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43566647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16185" name="Rectangle 2031595678">
            <a:extLst xmlns:a="http://schemas.openxmlformats.org/drawingml/2006/main">
              <a:ext uri="{FF2B5EF4-FFF2-40B4-BE49-F238E27FC236}">
                <a16:creationId xmlns:a16="http://schemas.microsoft.com/office/drawing/2014/main" id="{E5C782A5-B48F-4F81-AB5D-AC3C4DF382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5021725" name="Rectangle 1958034541">
            <a:extLst xmlns:a="http://schemas.openxmlformats.org/drawingml/2006/main">
              <a:ext uri="{FF2B5EF4-FFF2-40B4-BE49-F238E27FC236}">
                <a16:creationId xmlns:a16="http://schemas.microsoft.com/office/drawing/2014/main" id="{A7AA36C7-2C09-4D78-84E3-072A4B678E0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13423342" name="Rectangle: Rounded Corners 856291304">
            <a:extLst xmlns:a="http://schemas.openxmlformats.org/drawingml/2006/main">
              <a:ext uri="{FF2B5EF4-FFF2-40B4-BE49-F238E27FC236}">
                <a16:creationId xmlns:a16="http://schemas.microsoft.com/office/drawing/2014/main" id="{4D2A66E8-BA22-41CF-969C-B413D491DB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669223" name="Oval 915562435">
            <a:extLst xmlns:a="http://schemas.openxmlformats.org/drawingml/2006/main">
              <a:ext uri="{FF2B5EF4-FFF2-40B4-BE49-F238E27FC236}">
                <a16:creationId xmlns:a16="http://schemas.microsoft.com/office/drawing/2014/main" id="{7EC9B7E5-7DDF-4806-B593-7F82FA2B1EA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59100598" name="Oval 2063706273">
            <a:extLst xmlns:a="http://schemas.openxmlformats.org/drawingml/2006/main">
              <a:ext uri="{FF2B5EF4-FFF2-40B4-BE49-F238E27FC236}">
                <a16:creationId xmlns:a16="http://schemas.microsoft.com/office/drawing/2014/main" id="{445AA4E3-CB8C-4B9C-B425-B25EDD6CEA18}"/>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264567266" name="Oval 1843251255">
            <a:extLst xmlns:a="http://schemas.openxmlformats.org/drawingml/2006/main">
              <a:ext uri="{FF2B5EF4-FFF2-40B4-BE49-F238E27FC236}">
                <a16:creationId xmlns:a16="http://schemas.microsoft.com/office/drawing/2014/main" id="{04FFC1D1-DB2F-4FE3-9FF3-88FA7322E34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73373923" name="Arrow: Right 1047507270">
            <a:extLst xmlns:a="http://schemas.openxmlformats.org/drawingml/2006/main">
              <a:ext uri="{FF2B5EF4-FFF2-40B4-BE49-F238E27FC236}">
                <a16:creationId xmlns:a16="http://schemas.microsoft.com/office/drawing/2014/main" id="{86D45AF1-6F69-401F-8015-99AC883EF601}"/>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25098908" name="Arrow: Right 416431706">
            <a:extLst xmlns:a="http://schemas.openxmlformats.org/drawingml/2006/main">
              <a:ext uri="{FF2B5EF4-FFF2-40B4-BE49-F238E27FC236}">
                <a16:creationId xmlns:a16="http://schemas.microsoft.com/office/drawing/2014/main" id="{62D6DA0B-5567-421F-B474-4BDDD1E8BBDC}"/>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2060064164" name="Rectangle: Rounded Corners 685887359">
            <a:extLst xmlns:a="http://schemas.openxmlformats.org/drawingml/2006/main">
              <a:ext uri="{FF2B5EF4-FFF2-40B4-BE49-F238E27FC236}">
                <a16:creationId xmlns:a16="http://schemas.microsoft.com/office/drawing/2014/main" id="{1DF5DAB3-6917-42CF-8B0B-4D3A20D212A2}"/>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804241531" name="Rectangle 1087270730">
            <a:extLst xmlns:a="http://schemas.openxmlformats.org/drawingml/2006/main">
              <a:ext uri="{FF2B5EF4-FFF2-40B4-BE49-F238E27FC236}">
                <a16:creationId xmlns:a16="http://schemas.microsoft.com/office/drawing/2014/main" id="{3ABB793E-9402-4A45-8546-B9A0EA27F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458732920"/>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167153" name="Rectangle 274056230">
            <a:extLst xmlns:a="http://schemas.openxmlformats.org/drawingml/2006/main">
              <a:ext uri="{FF2B5EF4-FFF2-40B4-BE49-F238E27FC236}">
                <a16:creationId xmlns:a16="http://schemas.microsoft.com/office/drawing/2014/main" id="{F8E94891-DA41-4A71-89AF-677280DD41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9555596" name="Rectangle 2069842662">
            <a:extLst xmlns:a="http://schemas.openxmlformats.org/drawingml/2006/main">
              <a:ext uri="{FF2B5EF4-FFF2-40B4-BE49-F238E27FC236}">
                <a16:creationId xmlns:a16="http://schemas.microsoft.com/office/drawing/2014/main" id="{5642F752-DBEF-4349-B5DE-3D54EB8A9E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962903409" name="Rectangle: Rounded Corners 1012080298">
            <a:extLst xmlns:a="http://schemas.openxmlformats.org/drawingml/2006/main">
              <a:ext uri="{FF2B5EF4-FFF2-40B4-BE49-F238E27FC236}">
                <a16:creationId xmlns:a16="http://schemas.microsoft.com/office/drawing/2014/main" id="{44A5D4C8-3CEB-4785-AC2A-8F098084B6D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13901" name="Rectangle: Rounded Corners 268010825">
            <a:extLst xmlns:a="http://schemas.openxmlformats.org/drawingml/2006/main">
              <a:ext uri="{FF2B5EF4-FFF2-40B4-BE49-F238E27FC236}">
                <a16:creationId xmlns:a16="http://schemas.microsoft.com/office/drawing/2014/main" id="{6FA90432-953F-4D98-84C8-AB916019537E}"/>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539420106" name="Rectangle 859411994">
            <a:extLst xmlns:a="http://schemas.openxmlformats.org/drawingml/2006/main">
              <a:ext uri="{FF2B5EF4-FFF2-40B4-BE49-F238E27FC236}">
                <a16:creationId xmlns:a16="http://schemas.microsoft.com/office/drawing/2014/main" id="{6C3F1733-82F1-460B-8CA7-E5DF05E4F837}"/>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20921194" name="Rectangle: Rounded Corners 462313761">
            <a:extLst xmlns:a="http://schemas.openxmlformats.org/drawingml/2006/main">
              <a:ext uri="{FF2B5EF4-FFF2-40B4-BE49-F238E27FC236}">
                <a16:creationId xmlns:a16="http://schemas.microsoft.com/office/drawing/2014/main" id="{37FE845F-E32A-41A4-877B-6F92D1238999}"/>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53219166" name="Rectangle 256178726">
            <a:extLst xmlns:a="http://schemas.openxmlformats.org/drawingml/2006/main">
              <a:ext uri="{FF2B5EF4-FFF2-40B4-BE49-F238E27FC236}">
                <a16:creationId xmlns:a16="http://schemas.microsoft.com/office/drawing/2014/main" id="{CEA06E04-CAD2-4434-A6E2-385F277443EF}"/>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725441401" name="Rectangle: Rounded Corners 570514558">
            <a:extLst xmlns:a="http://schemas.openxmlformats.org/drawingml/2006/main">
              <a:ext uri="{FF2B5EF4-FFF2-40B4-BE49-F238E27FC236}">
                <a16:creationId xmlns:a16="http://schemas.microsoft.com/office/drawing/2014/main" id="{B9531FA6-3238-4916-AFA6-616E8B12970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493369" name="Rectangle: Rounded Corners 1825339525">
            <a:extLst xmlns:a="http://schemas.openxmlformats.org/drawingml/2006/main">
              <a:ext uri="{FF2B5EF4-FFF2-40B4-BE49-F238E27FC236}">
                <a16:creationId xmlns:a16="http://schemas.microsoft.com/office/drawing/2014/main" id="{C9216994-C0BF-40FF-B1EF-6CE182B04239}"/>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648857" name="Rectangle: Rounded Corners 1330424870">
            <a:extLst xmlns:a="http://schemas.openxmlformats.org/drawingml/2006/main">
              <a:ext uri="{FF2B5EF4-FFF2-40B4-BE49-F238E27FC236}">
                <a16:creationId xmlns:a16="http://schemas.microsoft.com/office/drawing/2014/main" id="{0578B575-877E-4EDD-887D-ECABCE767B7B}"/>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90047" name="Rectangle: Rounded Corners 1894137061">
            <a:extLst xmlns:a="http://schemas.openxmlformats.org/drawingml/2006/main">
              <a:ext uri="{FF2B5EF4-FFF2-40B4-BE49-F238E27FC236}">
                <a16:creationId xmlns:a16="http://schemas.microsoft.com/office/drawing/2014/main" id="{62713270-6DDE-4370-9C10-6F82BCB112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8945085" name="Rectangle: Rounded Corners 402898928">
            <a:extLst xmlns:a="http://schemas.openxmlformats.org/drawingml/2006/main">
              <a:ext uri="{FF2B5EF4-FFF2-40B4-BE49-F238E27FC236}">
                <a16:creationId xmlns:a16="http://schemas.microsoft.com/office/drawing/2014/main" id="{191ECF74-2F99-478D-9D99-9CAC7362A50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814881" name="Rectangle 1777770755">
            <a:extLst xmlns:a="http://schemas.openxmlformats.org/drawingml/2006/main">
              <a:ext uri="{FF2B5EF4-FFF2-40B4-BE49-F238E27FC236}">
                <a16:creationId xmlns:a16="http://schemas.microsoft.com/office/drawing/2014/main" id="{C610B822-ABD7-4561-816E-AF6673ABB4EC}"/>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881627338" name="Rectangle 664374673">
            <a:extLst xmlns:a="http://schemas.openxmlformats.org/drawingml/2006/main">
              <a:ext uri="{FF2B5EF4-FFF2-40B4-BE49-F238E27FC236}">
                <a16:creationId xmlns:a16="http://schemas.microsoft.com/office/drawing/2014/main" id="{A018C574-9E4E-4211-8983-196652022A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142062590" name="qk-score-formula">
            <a:extLst xmlns:a="http://schemas.openxmlformats.org/drawingml/2006/main">
              <a:ext uri="{FF2B5EF4-FFF2-40B4-BE49-F238E27FC236}">
                <a16:creationId xmlns:a16="http://schemas.microsoft.com/office/drawing/2014/main" id="{B034A534-2000-4E53-B8E6-5C2EDCACAB09}"/>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31225795" name="dot-product-explanation">
            <a:extLst xmlns:a="http://schemas.openxmlformats.org/drawingml/2006/main">
              <a:ext uri="{FF2B5EF4-FFF2-40B4-BE49-F238E27FC236}">
                <a16:creationId xmlns:a16="http://schemas.microsoft.com/office/drawing/2014/main" id="{34BCFFB9-8ED7-4BCB-A5D5-13E3DFFFB9B7}"/>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47372908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2531892" name="Rectangle 1701338696">
            <a:extLst xmlns:a="http://schemas.openxmlformats.org/drawingml/2006/main">
              <a:ext uri="{FF2B5EF4-FFF2-40B4-BE49-F238E27FC236}">
                <a16:creationId xmlns:a16="http://schemas.microsoft.com/office/drawing/2014/main" id="{73BFDBCF-2051-4554-9AC9-6120C6AF7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14711084" name="Rectangle 1786653114">
            <a:extLst xmlns:a="http://schemas.openxmlformats.org/drawingml/2006/main">
              <a:ext uri="{FF2B5EF4-FFF2-40B4-BE49-F238E27FC236}">
                <a16:creationId xmlns:a16="http://schemas.microsoft.com/office/drawing/2014/main" id="{68A9E7BA-30E4-4BB0-833E-0413955B9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56147291" name="Rectangle: Rounded Corners 464705818">
            <a:extLst xmlns:a="http://schemas.openxmlformats.org/drawingml/2006/main">
              <a:ext uri="{FF2B5EF4-FFF2-40B4-BE49-F238E27FC236}">
                <a16:creationId xmlns:a16="http://schemas.microsoft.com/office/drawing/2014/main" id="{64F80220-D4D0-4EAB-9AF3-F8D97DC693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471049" name="Rectangle: Rounded Corners 1141548239">
            <a:extLst xmlns:a="http://schemas.openxmlformats.org/drawingml/2006/main">
              <a:ext uri="{FF2B5EF4-FFF2-40B4-BE49-F238E27FC236}">
                <a16:creationId xmlns:a16="http://schemas.microsoft.com/office/drawing/2014/main" id="{50968449-D83B-447C-87F8-C83408289E40}"/>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7519353" name="Rectangle: Rounded Corners 498832919">
            <a:extLst xmlns:a="http://schemas.openxmlformats.org/drawingml/2006/main">
              <a:ext uri="{FF2B5EF4-FFF2-40B4-BE49-F238E27FC236}">
                <a16:creationId xmlns:a16="http://schemas.microsoft.com/office/drawing/2014/main" id="{C38D55A2-88EF-4491-9A36-7720B4187AE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416896" name="Rectangle: Rounded Corners 1769908897">
            <a:extLst xmlns:a="http://schemas.openxmlformats.org/drawingml/2006/main">
              <a:ext uri="{FF2B5EF4-FFF2-40B4-BE49-F238E27FC236}">
                <a16:creationId xmlns:a16="http://schemas.microsoft.com/office/drawing/2014/main" id="{C7F722F7-F41A-4DA5-8057-2EAAB198F773}"/>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5678160" name="Rectangle: Rounded Corners 1914348486">
            <a:extLst xmlns:a="http://schemas.openxmlformats.org/drawingml/2006/main">
              <a:ext uri="{FF2B5EF4-FFF2-40B4-BE49-F238E27FC236}">
                <a16:creationId xmlns:a16="http://schemas.microsoft.com/office/drawing/2014/main" id="{BCFAD87C-A359-43EC-8207-BF16F7C5A764}"/>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2091" name="Rectangle: Rounded Corners 1678518739">
            <a:extLst xmlns:a="http://schemas.openxmlformats.org/drawingml/2006/main">
              <a:ext uri="{FF2B5EF4-FFF2-40B4-BE49-F238E27FC236}">
                <a16:creationId xmlns:a16="http://schemas.microsoft.com/office/drawing/2014/main" id="{D4FDE180-1890-4FFA-BC44-31910F08615F}"/>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647338" name="Arrow: Right 2119966246">
            <a:extLst xmlns:a="http://schemas.openxmlformats.org/drawingml/2006/main">
              <a:ext uri="{FF2B5EF4-FFF2-40B4-BE49-F238E27FC236}">
                <a16:creationId xmlns:a16="http://schemas.microsoft.com/office/drawing/2014/main" id="{8289AE3F-AADD-4F43-BF5A-74B6D891306C}"/>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924385106" name="Rectangle: Rounded Corners 211572738">
            <a:extLst xmlns:a="http://schemas.openxmlformats.org/drawingml/2006/main">
              <a:ext uri="{FF2B5EF4-FFF2-40B4-BE49-F238E27FC236}">
                <a16:creationId xmlns:a16="http://schemas.microsoft.com/office/drawing/2014/main" id="{B4320786-DEB3-42E5-9FFE-BD92A7837714}"/>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591786" name="Rectangle: Rounded Corners 1030269239">
            <a:extLst xmlns:a="http://schemas.openxmlformats.org/drawingml/2006/main">
              <a:ext uri="{FF2B5EF4-FFF2-40B4-BE49-F238E27FC236}">
                <a16:creationId xmlns:a16="http://schemas.microsoft.com/office/drawing/2014/main" id="{6645EB32-0B24-4B69-A9F8-719A40AA0B0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696267" name="Rectangle: Rounded Corners 642494706">
            <a:extLst xmlns:a="http://schemas.openxmlformats.org/drawingml/2006/main">
              <a:ext uri="{FF2B5EF4-FFF2-40B4-BE49-F238E27FC236}">
                <a16:creationId xmlns:a16="http://schemas.microsoft.com/office/drawing/2014/main" id="{E2794966-1B9B-4219-8C5F-BCE5FB921DA8}"/>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5716262" name="Rectangle: Rounded Corners 1203968868">
            <a:extLst xmlns:a="http://schemas.openxmlformats.org/drawingml/2006/main">
              <a:ext uri="{FF2B5EF4-FFF2-40B4-BE49-F238E27FC236}">
                <a16:creationId xmlns:a16="http://schemas.microsoft.com/office/drawing/2014/main" id="{D91CA113-4EFD-4086-BCDF-D721D8F0413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55615" name="Rectangle: Rounded Corners 666818066">
            <a:extLst xmlns:a="http://schemas.openxmlformats.org/drawingml/2006/main">
              <a:ext uri="{FF2B5EF4-FFF2-40B4-BE49-F238E27FC236}">
                <a16:creationId xmlns:a16="http://schemas.microsoft.com/office/drawing/2014/main" id="{70506562-0AA2-438C-A158-3C3604BFD1DC}"/>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758901" name="Rectangle 1940968764">
            <a:extLst xmlns:a="http://schemas.openxmlformats.org/drawingml/2006/main">
              <a:ext uri="{FF2B5EF4-FFF2-40B4-BE49-F238E27FC236}">
                <a16:creationId xmlns:a16="http://schemas.microsoft.com/office/drawing/2014/main" id="{E3E2F41D-FF96-45A8-98F2-4425D9E060EB}"/>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312145369" name="Rectangle 1848061419">
            <a:extLst xmlns:a="http://schemas.openxmlformats.org/drawingml/2006/main">
              <a:ext uri="{FF2B5EF4-FFF2-40B4-BE49-F238E27FC236}">
                <a16:creationId xmlns:a16="http://schemas.microsoft.com/office/drawing/2014/main" id="{A5EEAEE8-A2A5-47FF-8284-D1E5013B672E}"/>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69249179" name="Rectangle 2016234214">
            <a:extLst xmlns:a="http://schemas.openxmlformats.org/drawingml/2006/main">
              <a:ext uri="{FF2B5EF4-FFF2-40B4-BE49-F238E27FC236}">
                <a16:creationId xmlns:a16="http://schemas.microsoft.com/office/drawing/2014/main" id="{70090DAF-F3CD-457F-9ECB-D151F8E0C2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1713142890" name="scaled-dot-product-attention-formula">
            <a:extLst xmlns:a="http://schemas.openxmlformats.org/drawingml/2006/main">
              <a:ext uri="{FF2B5EF4-FFF2-40B4-BE49-F238E27FC236}">
                <a16:creationId xmlns:a16="http://schemas.microsoft.com/office/drawing/2014/main" id="{122E97B8-214B-4C0D-9CB3-59592B7BC550}"/>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76462459" name="scaling-explanation">
            <a:extLst xmlns:a="http://schemas.openxmlformats.org/drawingml/2006/main">
              <a:ext uri="{FF2B5EF4-FFF2-40B4-BE49-F238E27FC236}">
                <a16:creationId xmlns:a16="http://schemas.microsoft.com/office/drawing/2014/main" id="{00254DFE-FCD5-4327-8BD2-7F77B5AA1334}"/>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213875659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0140161" name="Rectangle 667720717">
            <a:extLst xmlns:a="http://schemas.openxmlformats.org/drawingml/2006/main">
              <a:ext uri="{FF2B5EF4-FFF2-40B4-BE49-F238E27FC236}">
                <a16:creationId xmlns:a16="http://schemas.microsoft.com/office/drawing/2014/main" id="{C38DF3E9-9CC9-480A-B9DE-D4B1CC8329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595795035" name="Rectangle 1521779778">
            <a:extLst xmlns:a="http://schemas.openxmlformats.org/drawingml/2006/main">
              <a:ext uri="{FF2B5EF4-FFF2-40B4-BE49-F238E27FC236}">
                <a16:creationId xmlns:a16="http://schemas.microsoft.com/office/drawing/2014/main" id="{22DEA480-6DC0-4CFF-A1CB-F1A26B47A47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419431968" name="Rectangle: Rounded Corners 832807897">
            <a:extLst xmlns:a="http://schemas.openxmlformats.org/drawingml/2006/main">
              <a:ext uri="{FF2B5EF4-FFF2-40B4-BE49-F238E27FC236}">
                <a16:creationId xmlns:a16="http://schemas.microsoft.com/office/drawing/2014/main" id="{F118CA2C-E995-49D5-B129-07E7927DCA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801772" name="Rectangle: Rounded Corners 1099418884">
            <a:extLst xmlns:a="http://schemas.openxmlformats.org/drawingml/2006/main">
              <a:ext uri="{FF2B5EF4-FFF2-40B4-BE49-F238E27FC236}">
                <a16:creationId xmlns:a16="http://schemas.microsoft.com/office/drawing/2014/main" id="{9572E761-97C6-4471-9C6A-2C59683AC64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68642794" name="Rectangle 605842497">
            <a:extLst xmlns:a="http://schemas.openxmlformats.org/drawingml/2006/main">
              <a:ext uri="{FF2B5EF4-FFF2-40B4-BE49-F238E27FC236}">
                <a16:creationId xmlns:a16="http://schemas.microsoft.com/office/drawing/2014/main" id="{978EFAB0-4514-4C6D-B341-8F9F2501A0B1}"/>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87442587" name="Rectangle: Rounded Corners 1810780251">
            <a:extLst xmlns:a="http://schemas.openxmlformats.org/drawingml/2006/main">
              <a:ext uri="{FF2B5EF4-FFF2-40B4-BE49-F238E27FC236}">
                <a16:creationId xmlns:a16="http://schemas.microsoft.com/office/drawing/2014/main" id="{745512D5-2762-4ECB-A924-6670DE762CC3}"/>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184156525" name="Rectangle 1903860279">
            <a:extLst xmlns:a="http://schemas.openxmlformats.org/drawingml/2006/main">
              <a:ext uri="{FF2B5EF4-FFF2-40B4-BE49-F238E27FC236}">
                <a16:creationId xmlns:a16="http://schemas.microsoft.com/office/drawing/2014/main" id="{A9F80593-D6F2-45C1-B60B-F65B658D7E20}"/>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526600282" name="Rectangle: Rounded Corners 453837605">
            <a:extLst xmlns:a="http://schemas.openxmlformats.org/drawingml/2006/main">
              <a:ext uri="{FF2B5EF4-FFF2-40B4-BE49-F238E27FC236}">
                <a16:creationId xmlns:a16="http://schemas.microsoft.com/office/drawing/2014/main" id="{F1790433-3C98-4104-B2BE-3CD30690093B}"/>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9118353" name="Rectangle 1961512127">
            <a:extLst xmlns:a="http://schemas.openxmlformats.org/drawingml/2006/main">
              <a:ext uri="{FF2B5EF4-FFF2-40B4-BE49-F238E27FC236}">
                <a16:creationId xmlns:a16="http://schemas.microsoft.com/office/drawing/2014/main" id="{939E3951-65B0-4430-BABA-BE969E1D027F}"/>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365411774" name="Rectangle: Rounded Corners 866508350">
            <a:extLst xmlns:a="http://schemas.openxmlformats.org/drawingml/2006/main">
              <a:ext uri="{FF2B5EF4-FFF2-40B4-BE49-F238E27FC236}">
                <a16:creationId xmlns:a16="http://schemas.microsoft.com/office/drawing/2014/main" id="{8874064F-6D87-4E9C-AEEB-FDF0C021339A}"/>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471274622" name="Rectangle 1031075147">
            <a:extLst xmlns:a="http://schemas.openxmlformats.org/drawingml/2006/main">
              <a:ext uri="{FF2B5EF4-FFF2-40B4-BE49-F238E27FC236}">
                <a16:creationId xmlns:a16="http://schemas.microsoft.com/office/drawing/2014/main" id="{C444043E-1512-4DED-A43A-0C0845FE0A5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6180429" name="Arrow: Right 691035972">
            <a:extLst xmlns:a="http://schemas.openxmlformats.org/drawingml/2006/main">
              <a:ext uri="{FF2B5EF4-FFF2-40B4-BE49-F238E27FC236}">
                <a16:creationId xmlns:a16="http://schemas.microsoft.com/office/drawing/2014/main" id="{654A1A87-C2B4-4FE1-BBCF-1E0D3B14312F}"/>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246867" name="Rectangle: Rounded Corners 997542731">
            <a:extLst xmlns:a="http://schemas.openxmlformats.org/drawingml/2006/main">
              <a:ext uri="{FF2B5EF4-FFF2-40B4-BE49-F238E27FC236}">
                <a16:creationId xmlns:a16="http://schemas.microsoft.com/office/drawing/2014/main" id="{42AD3544-C2A7-406B-A9E5-8C64DFF4B2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996513314" name="Rectangle 1562003282">
            <a:extLst xmlns:a="http://schemas.openxmlformats.org/drawingml/2006/main">
              <a:ext uri="{FF2B5EF4-FFF2-40B4-BE49-F238E27FC236}">
                <a16:creationId xmlns:a16="http://schemas.microsoft.com/office/drawing/2014/main" id="{E48BF19C-4BC5-4DE9-BDC5-78278B3D57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655262600"/>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8116459" name="Rectangle 836461681">
            <a:extLst xmlns:a="http://schemas.openxmlformats.org/drawingml/2006/main">
              <a:ext uri="{FF2B5EF4-FFF2-40B4-BE49-F238E27FC236}">
                <a16:creationId xmlns:a16="http://schemas.microsoft.com/office/drawing/2014/main" id="{97C61692-51CE-4ECB-9327-3C863B2D9E0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33031097" name="Rectangle 1767099124">
            <a:extLst xmlns:a="http://schemas.openxmlformats.org/drawingml/2006/main">
              <a:ext uri="{FF2B5EF4-FFF2-40B4-BE49-F238E27FC236}">
                <a16:creationId xmlns:a16="http://schemas.microsoft.com/office/drawing/2014/main" id="{E034CF17-DE1B-4602-9068-4FE0772F77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885524692" name="Rectangle: Rounded Corners 658275056">
            <a:extLst xmlns:a="http://schemas.openxmlformats.org/drawingml/2006/main">
              <a:ext uri="{FF2B5EF4-FFF2-40B4-BE49-F238E27FC236}">
                <a16:creationId xmlns:a16="http://schemas.microsoft.com/office/drawing/2014/main" id="{26560DA5-6B24-49AC-8E1F-5E290ABF20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140426" name="Oval 1632534857">
            <a:extLst xmlns:a="http://schemas.openxmlformats.org/drawingml/2006/main">
              <a:ext uri="{FF2B5EF4-FFF2-40B4-BE49-F238E27FC236}">
                <a16:creationId xmlns:a16="http://schemas.microsoft.com/office/drawing/2014/main" id="{34AFB822-ED18-4643-9928-91CBE18F65F4}"/>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5506303" name="Oval 1413970628">
            <a:extLst xmlns:a="http://schemas.openxmlformats.org/drawingml/2006/main">
              <a:ext uri="{FF2B5EF4-FFF2-40B4-BE49-F238E27FC236}">
                <a16:creationId xmlns:a16="http://schemas.microsoft.com/office/drawing/2014/main" id="{AF719BBB-1823-454E-AEDC-51A42B33E0C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999372916" name="Oval 1148745044">
            <a:extLst xmlns:a="http://schemas.openxmlformats.org/drawingml/2006/main">
              <a:ext uri="{FF2B5EF4-FFF2-40B4-BE49-F238E27FC236}">
                <a16:creationId xmlns:a16="http://schemas.microsoft.com/office/drawing/2014/main" id="{E6CAF74E-8A7F-46CC-B3B4-BD267C78085A}"/>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39138438" name="Oval 1579502936">
            <a:extLst xmlns:a="http://schemas.openxmlformats.org/drawingml/2006/main">
              <a:ext uri="{FF2B5EF4-FFF2-40B4-BE49-F238E27FC236}">
                <a16:creationId xmlns:a16="http://schemas.microsoft.com/office/drawing/2014/main" id="{A75FA55B-0065-4635-B7B5-1AC1114DFF0B}"/>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98240333" name="Oval 638914901">
            <a:extLst xmlns:a="http://schemas.openxmlformats.org/drawingml/2006/main">
              <a:ext uri="{FF2B5EF4-FFF2-40B4-BE49-F238E27FC236}">
                <a16:creationId xmlns:a16="http://schemas.microsoft.com/office/drawing/2014/main" id="{E79672BE-D099-4B42-A1BF-BB67E450494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4078221" name="Oval 1524084679">
            <a:extLst xmlns:a="http://schemas.openxmlformats.org/drawingml/2006/main">
              <a:ext uri="{FF2B5EF4-FFF2-40B4-BE49-F238E27FC236}">
                <a16:creationId xmlns:a16="http://schemas.microsoft.com/office/drawing/2014/main" id="{4E4217A8-6CD9-4A31-86E5-17514AFF9FB0}"/>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79497020" name="Oval 1617060268">
            <a:extLst xmlns:a="http://schemas.openxmlformats.org/drawingml/2006/main">
              <a:ext uri="{FF2B5EF4-FFF2-40B4-BE49-F238E27FC236}">
                <a16:creationId xmlns:a16="http://schemas.microsoft.com/office/drawing/2014/main" id="{79305448-55A1-40AA-AF21-E22C4CDC3DC7}"/>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9724407" name="Oval 1577893088">
            <a:extLst xmlns:a="http://schemas.openxmlformats.org/drawingml/2006/main">
              <a:ext uri="{FF2B5EF4-FFF2-40B4-BE49-F238E27FC236}">
                <a16:creationId xmlns:a16="http://schemas.microsoft.com/office/drawing/2014/main" id="{6A70923A-6305-4933-9F23-2F12D1E86D47}"/>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73745079" name="Oval 1071333543">
            <a:extLst xmlns:a="http://schemas.openxmlformats.org/drawingml/2006/main">
              <a:ext uri="{FF2B5EF4-FFF2-40B4-BE49-F238E27FC236}">
                <a16:creationId xmlns:a16="http://schemas.microsoft.com/office/drawing/2014/main" id="{9C9020EF-0B57-4A56-9FFB-BB8D2C34F9E0}"/>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3638721" name="Oval 399974577">
            <a:extLst xmlns:a="http://schemas.openxmlformats.org/drawingml/2006/main">
              <a:ext uri="{FF2B5EF4-FFF2-40B4-BE49-F238E27FC236}">
                <a16:creationId xmlns:a16="http://schemas.microsoft.com/office/drawing/2014/main" id="{B9ECD15D-E55B-41B3-9485-1C27E40B9B5A}"/>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37723384" name="Oval 1223483228">
            <a:extLst xmlns:a="http://schemas.openxmlformats.org/drawingml/2006/main">
              <a:ext uri="{FF2B5EF4-FFF2-40B4-BE49-F238E27FC236}">
                <a16:creationId xmlns:a16="http://schemas.microsoft.com/office/drawing/2014/main" id="{7C19E7E4-D304-4B42-8A67-B229689B80A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0031821" name="Oval 494721319">
            <a:extLst xmlns:a="http://schemas.openxmlformats.org/drawingml/2006/main">
              <a:ext uri="{FF2B5EF4-FFF2-40B4-BE49-F238E27FC236}">
                <a16:creationId xmlns:a16="http://schemas.microsoft.com/office/drawing/2014/main" id="{9E365E9F-DCC5-45DC-9611-48EA2EC2574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52263373" name="Straight Connector 484203624">
            <a:extLst xmlns:a="http://schemas.openxmlformats.org/drawingml/2006/main">
              <a:ext uri="{FF2B5EF4-FFF2-40B4-BE49-F238E27FC236}">
                <a16:creationId xmlns:a16="http://schemas.microsoft.com/office/drawing/2014/main" id="{6A6DAC49-9E03-475D-8E30-865616600B41}"/>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522162" name="Straight Connector 390803704">
            <a:extLst xmlns:a="http://schemas.openxmlformats.org/drawingml/2006/main">
              <a:ext uri="{FF2B5EF4-FFF2-40B4-BE49-F238E27FC236}">
                <a16:creationId xmlns:a16="http://schemas.microsoft.com/office/drawing/2014/main" id="{36F8E43B-A698-4972-AA86-80BD6158BB5F}"/>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827548" name="Straight Connector 1483356268">
            <a:extLst xmlns:a="http://schemas.openxmlformats.org/drawingml/2006/main">
              <a:ext uri="{FF2B5EF4-FFF2-40B4-BE49-F238E27FC236}">
                <a16:creationId xmlns:a16="http://schemas.microsoft.com/office/drawing/2014/main" id="{E824A3F5-A742-4E63-987D-A85575CD13D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27976" name="Straight Connector 491113418">
            <a:extLst xmlns:a="http://schemas.openxmlformats.org/drawingml/2006/main">
              <a:ext uri="{FF2B5EF4-FFF2-40B4-BE49-F238E27FC236}">
                <a16:creationId xmlns:a16="http://schemas.microsoft.com/office/drawing/2014/main" id="{341D9029-EE79-485B-BC0F-467C6EF5ACF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68340" name="Straight Connector 1895177637">
            <a:extLst xmlns:a="http://schemas.openxmlformats.org/drawingml/2006/main">
              <a:ext uri="{FF2B5EF4-FFF2-40B4-BE49-F238E27FC236}">
                <a16:creationId xmlns:a16="http://schemas.microsoft.com/office/drawing/2014/main" id="{9EFB9C46-2AB8-4F59-BFD9-CD22921F8B1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619263" name="Straight Connector 1498279708">
            <a:extLst xmlns:a="http://schemas.openxmlformats.org/drawingml/2006/main">
              <a:ext uri="{FF2B5EF4-FFF2-40B4-BE49-F238E27FC236}">
                <a16:creationId xmlns:a16="http://schemas.microsoft.com/office/drawing/2014/main" id="{F7F32653-FFCD-439D-97D8-B3E0836AE5C8}"/>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933081" name="Straight Connector 139583842">
            <a:extLst xmlns:a="http://schemas.openxmlformats.org/drawingml/2006/main">
              <a:ext uri="{FF2B5EF4-FFF2-40B4-BE49-F238E27FC236}">
                <a16:creationId xmlns:a16="http://schemas.microsoft.com/office/drawing/2014/main" id="{7B0E7518-4685-4C43-B7B9-E6072FAB9D23}"/>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469453" name="Straight Connector 810730709">
            <a:extLst xmlns:a="http://schemas.openxmlformats.org/drawingml/2006/main">
              <a:ext uri="{FF2B5EF4-FFF2-40B4-BE49-F238E27FC236}">
                <a16:creationId xmlns:a16="http://schemas.microsoft.com/office/drawing/2014/main" id="{067AC3EF-BEFF-4872-87CA-7B9D6246E8F8}"/>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20164" name="Straight Connector 521066155">
            <a:extLst xmlns:a="http://schemas.openxmlformats.org/drawingml/2006/main">
              <a:ext uri="{FF2B5EF4-FFF2-40B4-BE49-F238E27FC236}">
                <a16:creationId xmlns:a16="http://schemas.microsoft.com/office/drawing/2014/main" id="{D852D04A-873A-4E59-B7CA-DD84CABDC6B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442656" name="Straight Connector 316407275">
            <a:extLst xmlns:a="http://schemas.openxmlformats.org/drawingml/2006/main">
              <a:ext uri="{FF2B5EF4-FFF2-40B4-BE49-F238E27FC236}">
                <a16:creationId xmlns:a16="http://schemas.microsoft.com/office/drawing/2014/main" id="{078440CD-C1D7-4C08-BC23-0AB6FC749550}"/>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769227" name="Straight Connector 218150276">
            <a:extLst xmlns:a="http://schemas.openxmlformats.org/drawingml/2006/main">
              <a:ext uri="{FF2B5EF4-FFF2-40B4-BE49-F238E27FC236}">
                <a16:creationId xmlns:a16="http://schemas.microsoft.com/office/drawing/2014/main" id="{14ACC318-BE00-4892-BD3F-7738B34BF7A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68124" name="Straight Connector 499927860">
            <a:extLst xmlns:a="http://schemas.openxmlformats.org/drawingml/2006/main">
              <a:ext uri="{FF2B5EF4-FFF2-40B4-BE49-F238E27FC236}">
                <a16:creationId xmlns:a16="http://schemas.microsoft.com/office/drawing/2014/main" id="{394C6260-2B9F-43F6-8D73-AA11EA1C97D0}"/>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910634" name="Straight Connector 1350622295">
            <a:extLst xmlns:a="http://schemas.openxmlformats.org/drawingml/2006/main">
              <a:ext uri="{FF2B5EF4-FFF2-40B4-BE49-F238E27FC236}">
                <a16:creationId xmlns:a16="http://schemas.microsoft.com/office/drawing/2014/main" id="{9691F64D-5050-4A96-A6FD-840952801706}"/>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54486" name="Straight Connector 45691064">
            <a:extLst xmlns:a="http://schemas.openxmlformats.org/drawingml/2006/main">
              <a:ext uri="{FF2B5EF4-FFF2-40B4-BE49-F238E27FC236}">
                <a16:creationId xmlns:a16="http://schemas.microsoft.com/office/drawing/2014/main" id="{3D3684C3-8640-4502-90B2-DFDEA184178B}"/>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360718" name="Straight Connector 1145050028">
            <a:extLst xmlns:a="http://schemas.openxmlformats.org/drawingml/2006/main">
              <a:ext uri="{FF2B5EF4-FFF2-40B4-BE49-F238E27FC236}">
                <a16:creationId xmlns:a16="http://schemas.microsoft.com/office/drawing/2014/main" id="{1CDE59A7-0DC5-4E24-9417-AED24B48F38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636921" name="Straight Connector 969983034">
            <a:extLst xmlns:a="http://schemas.openxmlformats.org/drawingml/2006/main">
              <a:ext uri="{FF2B5EF4-FFF2-40B4-BE49-F238E27FC236}">
                <a16:creationId xmlns:a16="http://schemas.microsoft.com/office/drawing/2014/main" id="{8A3BFCEF-ADA7-4A20-915F-4C3EC7B5B43F}"/>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718214" name="Straight Connector 452016390">
            <a:extLst xmlns:a="http://schemas.openxmlformats.org/drawingml/2006/main">
              <a:ext uri="{FF2B5EF4-FFF2-40B4-BE49-F238E27FC236}">
                <a16:creationId xmlns:a16="http://schemas.microsoft.com/office/drawing/2014/main" id="{37D0E0BA-3515-40D7-BE58-7E99DEEE288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267923" name="Straight Connector 1200418004">
            <a:extLst xmlns:a="http://schemas.openxmlformats.org/drawingml/2006/main">
              <a:ext uri="{FF2B5EF4-FFF2-40B4-BE49-F238E27FC236}">
                <a16:creationId xmlns:a16="http://schemas.microsoft.com/office/drawing/2014/main" id="{20ABB5C0-50ED-411A-82E7-4B7E9ED104E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331271" name="Straight Connector 1516866411">
            <a:extLst xmlns:a="http://schemas.openxmlformats.org/drawingml/2006/main">
              <a:ext uri="{FF2B5EF4-FFF2-40B4-BE49-F238E27FC236}">
                <a16:creationId xmlns:a16="http://schemas.microsoft.com/office/drawing/2014/main" id="{DA93C990-9305-40EC-AB88-2266F433AEA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4750081" name="Straight Connector 251999135">
            <a:extLst xmlns:a="http://schemas.openxmlformats.org/drawingml/2006/main">
              <a:ext uri="{FF2B5EF4-FFF2-40B4-BE49-F238E27FC236}">
                <a16:creationId xmlns:a16="http://schemas.microsoft.com/office/drawing/2014/main" id="{9CB966E3-D5ED-434A-AC21-861778AB2A64}"/>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277092" name="Straight Connector 86571184">
            <a:extLst xmlns:a="http://schemas.openxmlformats.org/drawingml/2006/main">
              <a:ext uri="{FF2B5EF4-FFF2-40B4-BE49-F238E27FC236}">
                <a16:creationId xmlns:a16="http://schemas.microsoft.com/office/drawing/2014/main" id="{B5A570D3-D347-44ED-BFD1-1C2CB40DD5A9}"/>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564825" name="Straight Connector 602661193">
            <a:extLst xmlns:a="http://schemas.openxmlformats.org/drawingml/2006/main">
              <a:ext uri="{FF2B5EF4-FFF2-40B4-BE49-F238E27FC236}">
                <a16:creationId xmlns:a16="http://schemas.microsoft.com/office/drawing/2014/main" id="{7B0F1834-8487-4FE5-8B77-7D7082483232}"/>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497626" name="Straight Connector 2078817605">
            <a:extLst xmlns:a="http://schemas.openxmlformats.org/drawingml/2006/main">
              <a:ext uri="{FF2B5EF4-FFF2-40B4-BE49-F238E27FC236}">
                <a16:creationId xmlns:a16="http://schemas.microsoft.com/office/drawing/2014/main" id="{D02345D1-322D-453F-BD2C-ADC5340428AF}"/>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99911" name="Straight Connector 37467791">
            <a:extLst xmlns:a="http://schemas.openxmlformats.org/drawingml/2006/main">
              <a:ext uri="{FF2B5EF4-FFF2-40B4-BE49-F238E27FC236}">
                <a16:creationId xmlns:a16="http://schemas.microsoft.com/office/drawing/2014/main" id="{56B8F131-561C-43F0-9A42-78591B35AA1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077846" name="Rectangle 118172492">
            <a:extLst xmlns:a="http://schemas.openxmlformats.org/drawingml/2006/main">
              <a:ext uri="{FF2B5EF4-FFF2-40B4-BE49-F238E27FC236}">
                <a16:creationId xmlns:a16="http://schemas.microsoft.com/office/drawing/2014/main" id="{40FC5915-C70F-4210-A6FA-1A5EF9031E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40591003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0759569" name="Rectangle 1367258729">
            <a:extLst xmlns:a="http://schemas.openxmlformats.org/drawingml/2006/main">
              <a:ext uri="{FF2B5EF4-FFF2-40B4-BE49-F238E27FC236}">
                <a16:creationId xmlns:a16="http://schemas.microsoft.com/office/drawing/2014/main" id="{5B281D35-5D73-4846-BF0B-B21CEE13A1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90940437" name="Rectangle 1284678877">
            <a:extLst xmlns:a="http://schemas.openxmlformats.org/drawingml/2006/main">
              <a:ext uri="{FF2B5EF4-FFF2-40B4-BE49-F238E27FC236}">
                <a16:creationId xmlns:a16="http://schemas.microsoft.com/office/drawing/2014/main" id="{82CF7129-FFAA-4D63-8741-61B7D0390C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347427052" name="Rectangle: Rounded Corners 800864107">
            <a:extLst xmlns:a="http://schemas.openxmlformats.org/drawingml/2006/main">
              <a:ext uri="{FF2B5EF4-FFF2-40B4-BE49-F238E27FC236}">
                <a16:creationId xmlns:a16="http://schemas.microsoft.com/office/drawing/2014/main" id="{AC2AAAB7-10A9-414A-844C-8D34DE23FF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569221" name="Oval 233773315">
            <a:extLst xmlns:a="http://schemas.openxmlformats.org/drawingml/2006/main">
              <a:ext uri="{FF2B5EF4-FFF2-40B4-BE49-F238E27FC236}">
                <a16:creationId xmlns:a16="http://schemas.microsoft.com/office/drawing/2014/main" id="{77D83191-4DAF-458D-B7EE-EA353103CE07}"/>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472413" name="Straight Connector 1564947674">
            <a:extLst xmlns:a="http://schemas.openxmlformats.org/drawingml/2006/main">
              <a:ext uri="{FF2B5EF4-FFF2-40B4-BE49-F238E27FC236}">
                <a16:creationId xmlns:a16="http://schemas.microsoft.com/office/drawing/2014/main" id="{333ADF83-A5FC-4F1D-99BC-FF084ABA529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178496" name="Straight Connector 995560161">
            <a:extLst xmlns:a="http://schemas.openxmlformats.org/drawingml/2006/main">
              <a:ext uri="{FF2B5EF4-FFF2-40B4-BE49-F238E27FC236}">
                <a16:creationId xmlns:a16="http://schemas.microsoft.com/office/drawing/2014/main" id="{4A522585-0699-411E-915C-050A50F2516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41479" name="Rectangle 1698038425">
            <a:extLst xmlns:a="http://schemas.openxmlformats.org/drawingml/2006/main">
              <a:ext uri="{FF2B5EF4-FFF2-40B4-BE49-F238E27FC236}">
                <a16:creationId xmlns:a16="http://schemas.microsoft.com/office/drawing/2014/main" id="{AC8A9ABC-C7E3-426B-803F-1B64C99AC6E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556041701" name="Oval 79558485">
            <a:extLst xmlns:a="http://schemas.openxmlformats.org/drawingml/2006/main">
              <a:ext uri="{FF2B5EF4-FFF2-40B4-BE49-F238E27FC236}">
                <a16:creationId xmlns:a16="http://schemas.microsoft.com/office/drawing/2014/main" id="{5E1EE086-2484-46BF-97D1-810CD64EF72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805765" name="Straight Connector 1609830998">
            <a:extLst xmlns:a="http://schemas.openxmlformats.org/drawingml/2006/main">
              <a:ext uri="{FF2B5EF4-FFF2-40B4-BE49-F238E27FC236}">
                <a16:creationId xmlns:a16="http://schemas.microsoft.com/office/drawing/2014/main" id="{08484CCE-ED54-4FD6-9BD6-037536DD64D8}"/>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2263350" name="Straight Connector 1713490366">
            <a:extLst xmlns:a="http://schemas.openxmlformats.org/drawingml/2006/main">
              <a:ext uri="{FF2B5EF4-FFF2-40B4-BE49-F238E27FC236}">
                <a16:creationId xmlns:a16="http://schemas.microsoft.com/office/drawing/2014/main" id="{86CD6BA0-EDDE-4251-89FA-C76E6952989C}"/>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682335" name="Rectangle 1540777176">
            <a:extLst xmlns:a="http://schemas.openxmlformats.org/drawingml/2006/main">
              <a:ext uri="{FF2B5EF4-FFF2-40B4-BE49-F238E27FC236}">
                <a16:creationId xmlns:a16="http://schemas.microsoft.com/office/drawing/2014/main" id="{1A16315A-A377-4AA9-9503-7E9D7022754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596811190" name="Oval 1805008483">
            <a:extLst xmlns:a="http://schemas.openxmlformats.org/drawingml/2006/main">
              <a:ext uri="{FF2B5EF4-FFF2-40B4-BE49-F238E27FC236}">
                <a16:creationId xmlns:a16="http://schemas.microsoft.com/office/drawing/2014/main" id="{B38BEAAE-AA16-42B5-8570-DCBCDD1BCEE1}"/>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55316" name="Straight Connector 1911549704">
            <a:extLst xmlns:a="http://schemas.openxmlformats.org/drawingml/2006/main">
              <a:ext uri="{FF2B5EF4-FFF2-40B4-BE49-F238E27FC236}">
                <a16:creationId xmlns:a16="http://schemas.microsoft.com/office/drawing/2014/main" id="{ABEAF95F-F2A1-434D-9A6B-038C1551812C}"/>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13900" name="Straight Connector 1791936671">
            <a:extLst xmlns:a="http://schemas.openxmlformats.org/drawingml/2006/main">
              <a:ext uri="{FF2B5EF4-FFF2-40B4-BE49-F238E27FC236}">
                <a16:creationId xmlns:a16="http://schemas.microsoft.com/office/drawing/2014/main" id="{7FCA9637-FFF4-4B88-957E-4FD8C04AAA37}"/>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139292" name="Rectangle 109414286">
            <a:extLst xmlns:a="http://schemas.openxmlformats.org/drawingml/2006/main">
              <a:ext uri="{FF2B5EF4-FFF2-40B4-BE49-F238E27FC236}">
                <a16:creationId xmlns:a16="http://schemas.microsoft.com/office/drawing/2014/main" id="{C8405B7C-607E-46F2-9924-9DA4EFA66DB9}"/>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580527467" name="Oval 446622830">
            <a:extLst xmlns:a="http://schemas.openxmlformats.org/drawingml/2006/main">
              <a:ext uri="{FF2B5EF4-FFF2-40B4-BE49-F238E27FC236}">
                <a16:creationId xmlns:a16="http://schemas.microsoft.com/office/drawing/2014/main" id="{AAA15723-FCA3-4751-BE88-523550D767AD}"/>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2154352" name="Straight Connector 858706386">
            <a:extLst xmlns:a="http://schemas.openxmlformats.org/drawingml/2006/main">
              <a:ext uri="{FF2B5EF4-FFF2-40B4-BE49-F238E27FC236}">
                <a16:creationId xmlns:a16="http://schemas.microsoft.com/office/drawing/2014/main" id="{126BF8E1-5516-4C96-B668-7ACEBE5B5836}"/>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244570" name="Straight Connector 1428863682">
            <a:extLst xmlns:a="http://schemas.openxmlformats.org/drawingml/2006/main">
              <a:ext uri="{FF2B5EF4-FFF2-40B4-BE49-F238E27FC236}">
                <a16:creationId xmlns:a16="http://schemas.microsoft.com/office/drawing/2014/main" id="{89C87E51-CFD5-40D5-AF96-F27481E68D2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1269" name="Rectangle 1133392472">
            <a:extLst xmlns:a="http://schemas.openxmlformats.org/drawingml/2006/main">
              <a:ext uri="{FF2B5EF4-FFF2-40B4-BE49-F238E27FC236}">
                <a16:creationId xmlns:a16="http://schemas.microsoft.com/office/drawing/2014/main" id="{73248A21-63B2-4C49-B547-3546A0D96E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64322419" name="Rectangle 438456562">
            <a:extLst xmlns:a="http://schemas.openxmlformats.org/drawingml/2006/main">
              <a:ext uri="{FF2B5EF4-FFF2-40B4-BE49-F238E27FC236}">
                <a16:creationId xmlns:a16="http://schemas.microsoft.com/office/drawing/2014/main" id="{2C1E8C96-4182-45CF-8B30-263EB3B51E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54595976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955450" name="Rectangle 1411052237">
            <a:extLst xmlns:a="http://schemas.openxmlformats.org/drawingml/2006/main">
              <a:ext uri="{FF2B5EF4-FFF2-40B4-BE49-F238E27FC236}">
                <a16:creationId xmlns:a16="http://schemas.microsoft.com/office/drawing/2014/main" id="{14BDEFC9-2EDD-41EB-A7B0-7D93B94F43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849320369" name="Rectangle 106512870">
            <a:extLst xmlns:a="http://schemas.openxmlformats.org/drawingml/2006/main">
              <a:ext uri="{FF2B5EF4-FFF2-40B4-BE49-F238E27FC236}">
                <a16:creationId xmlns:a16="http://schemas.microsoft.com/office/drawing/2014/main" id="{1C5156A7-6B80-4389-A78C-5100F8B0D9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30846731" name="Rectangle: Rounded Corners 87118212">
            <a:extLst xmlns:a="http://schemas.openxmlformats.org/drawingml/2006/main">
              <a:ext uri="{FF2B5EF4-FFF2-40B4-BE49-F238E27FC236}">
                <a16:creationId xmlns:a16="http://schemas.microsoft.com/office/drawing/2014/main" id="{28F60C85-A943-4363-9445-B9B2CC33ED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341230" name="Rectangle: Rounded Corners 437710827">
            <a:extLst xmlns:a="http://schemas.openxmlformats.org/drawingml/2006/main">
              <a:ext uri="{FF2B5EF4-FFF2-40B4-BE49-F238E27FC236}">
                <a16:creationId xmlns:a16="http://schemas.microsoft.com/office/drawing/2014/main" id="{C94CB038-811F-4AE8-98DE-949B6DF6BBFC}"/>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946551492" name="Rectangle 1111010882">
            <a:extLst xmlns:a="http://schemas.openxmlformats.org/drawingml/2006/main">
              <a:ext uri="{FF2B5EF4-FFF2-40B4-BE49-F238E27FC236}">
                <a16:creationId xmlns:a16="http://schemas.microsoft.com/office/drawing/2014/main" id="{20A5C645-03B6-43EF-91F7-68F8FFA1DE4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50219135" name="Rectangle: Rounded Corners 1831606846">
            <a:extLst xmlns:a="http://schemas.openxmlformats.org/drawingml/2006/main">
              <a:ext uri="{FF2B5EF4-FFF2-40B4-BE49-F238E27FC236}">
                <a16:creationId xmlns:a16="http://schemas.microsoft.com/office/drawing/2014/main" id="{0D20EC9E-5A07-4EF7-B438-F3310ACE1945}"/>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597749418" name="Rectangle 1646324530">
            <a:extLst xmlns:a="http://schemas.openxmlformats.org/drawingml/2006/main">
              <a:ext uri="{FF2B5EF4-FFF2-40B4-BE49-F238E27FC236}">
                <a16:creationId xmlns:a16="http://schemas.microsoft.com/office/drawing/2014/main" id="{14CCD571-3528-4F50-AAF9-DE2AF3D5726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78881683" name="Rectangle: Rounded Corners 1489327302">
            <a:extLst xmlns:a="http://schemas.openxmlformats.org/drawingml/2006/main">
              <a:ext uri="{FF2B5EF4-FFF2-40B4-BE49-F238E27FC236}">
                <a16:creationId xmlns:a16="http://schemas.microsoft.com/office/drawing/2014/main" id="{2E850850-BC1D-4B7B-B343-A926C258A8D9}"/>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653696835" name="Rectangle 1229374656">
            <a:extLst xmlns:a="http://schemas.openxmlformats.org/drawingml/2006/main">
              <a:ext uri="{FF2B5EF4-FFF2-40B4-BE49-F238E27FC236}">
                <a16:creationId xmlns:a16="http://schemas.microsoft.com/office/drawing/2014/main" id="{3755B160-B1FD-4F6B-A4EF-351CA686B9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490774053"/>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023410" name="Rectangle 935271156">
            <a:extLst xmlns:a="http://schemas.openxmlformats.org/drawingml/2006/main">
              <a:ext uri="{FF2B5EF4-FFF2-40B4-BE49-F238E27FC236}">
                <a16:creationId xmlns:a16="http://schemas.microsoft.com/office/drawing/2014/main" id="{3E6C5340-CAC6-4B3F-A516-9EDC7D3DD35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274559998" name="Rectangle 251777344">
            <a:extLst xmlns:a="http://schemas.openxmlformats.org/drawingml/2006/main">
              <a:ext uri="{FF2B5EF4-FFF2-40B4-BE49-F238E27FC236}">
                <a16:creationId xmlns:a16="http://schemas.microsoft.com/office/drawing/2014/main" id="{E2EDB639-BDDF-4B45-BF12-095BADC570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17046043" name="Rectangle: Rounded Corners 1456392341">
            <a:extLst xmlns:a="http://schemas.openxmlformats.org/drawingml/2006/main">
              <a:ext uri="{FF2B5EF4-FFF2-40B4-BE49-F238E27FC236}">
                <a16:creationId xmlns:a16="http://schemas.microsoft.com/office/drawing/2014/main" id="{DE9F1FBD-1598-4E63-A9FA-93532BAE7DB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31776" name="Rectangle: Rounded Corners 1987074982">
            <a:extLst xmlns:a="http://schemas.openxmlformats.org/drawingml/2006/main">
              <a:ext uri="{FF2B5EF4-FFF2-40B4-BE49-F238E27FC236}">
                <a16:creationId xmlns:a16="http://schemas.microsoft.com/office/drawing/2014/main" id="{E7F3F4B7-FAA6-47E2-93C3-21772121BC6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54749" name="Rectangle 1286956634">
            <a:extLst xmlns:a="http://schemas.openxmlformats.org/drawingml/2006/main">
              <a:ext uri="{FF2B5EF4-FFF2-40B4-BE49-F238E27FC236}">
                <a16:creationId xmlns:a16="http://schemas.microsoft.com/office/drawing/2014/main" id="{2771E33D-4670-4AFD-84BD-E05EA65556B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95745349" name="Rectangle 399762638">
            <a:extLst xmlns:a="http://schemas.openxmlformats.org/drawingml/2006/main">
              <a:ext uri="{FF2B5EF4-FFF2-40B4-BE49-F238E27FC236}">
                <a16:creationId xmlns:a16="http://schemas.microsoft.com/office/drawing/2014/main" id="{0615CCAA-F7A9-4F7F-BF76-A40C1EA36A2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96738650" name="Rectangle 1233632033">
            <a:extLst xmlns:a="http://schemas.openxmlformats.org/drawingml/2006/main">
              <a:ext uri="{FF2B5EF4-FFF2-40B4-BE49-F238E27FC236}">
                <a16:creationId xmlns:a16="http://schemas.microsoft.com/office/drawing/2014/main" id="{56906084-3E66-4ED1-A33D-0B317877D3E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631707952" name="Rectangle 987778106">
            <a:extLst xmlns:a="http://schemas.openxmlformats.org/drawingml/2006/main">
              <a:ext uri="{FF2B5EF4-FFF2-40B4-BE49-F238E27FC236}">
                <a16:creationId xmlns:a16="http://schemas.microsoft.com/office/drawing/2014/main" id="{C8A25BA9-F033-486F-A149-6BFCF10DE06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377944071" name="Rectangle 1495975732">
            <a:extLst xmlns:a="http://schemas.openxmlformats.org/drawingml/2006/main">
              <a:ext uri="{FF2B5EF4-FFF2-40B4-BE49-F238E27FC236}">
                <a16:creationId xmlns:a16="http://schemas.microsoft.com/office/drawing/2014/main" id="{0034C2AD-EA51-4DBB-825C-9D0AAC0B6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79574536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b5074056353542fc"/>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7580478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900607" name="Rectangle 1844228020">
            <a:extLst xmlns:a="http://schemas.openxmlformats.org/drawingml/2006/main">
              <a:ext uri="{FF2B5EF4-FFF2-40B4-BE49-F238E27FC236}">
                <a16:creationId xmlns:a16="http://schemas.microsoft.com/office/drawing/2014/main" id="{4E4B8DDF-D0B2-480A-BB29-15FB700F29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948208127" name="Rectangle 619868867">
            <a:extLst xmlns:a="http://schemas.openxmlformats.org/drawingml/2006/main">
              <a:ext uri="{FF2B5EF4-FFF2-40B4-BE49-F238E27FC236}">
                <a16:creationId xmlns:a16="http://schemas.microsoft.com/office/drawing/2014/main" id="{742F3AF5-DCCC-456C-9ED0-FCCCBECC3C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62979316" name="Rectangle: Rounded Corners 1987948612">
            <a:extLst xmlns:a="http://schemas.openxmlformats.org/drawingml/2006/main">
              <a:ext uri="{FF2B5EF4-FFF2-40B4-BE49-F238E27FC236}">
                <a16:creationId xmlns:a16="http://schemas.microsoft.com/office/drawing/2014/main" id="{B4C256B7-CC9F-4492-B38D-6758FB69D2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41712" name="Rectangle: Rounded Corners 1704183002">
            <a:extLst xmlns:a="http://schemas.openxmlformats.org/drawingml/2006/main">
              <a:ext uri="{FF2B5EF4-FFF2-40B4-BE49-F238E27FC236}">
                <a16:creationId xmlns:a16="http://schemas.microsoft.com/office/drawing/2014/main" id="{43D2AEA6-6ADF-4866-A873-FB1258158A82}"/>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054156642" name="Rectangle: Rounded Corners 2064136095">
            <a:extLst xmlns:a="http://schemas.openxmlformats.org/drawingml/2006/main">
              <a:ext uri="{FF2B5EF4-FFF2-40B4-BE49-F238E27FC236}">
                <a16:creationId xmlns:a16="http://schemas.microsoft.com/office/drawing/2014/main" id="{2A5C7CD6-39B3-40F5-9476-D62369F40246}"/>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98604788" name="Rectangle: Rounded Corners 1859104578">
            <a:extLst xmlns:a="http://schemas.openxmlformats.org/drawingml/2006/main">
              <a:ext uri="{FF2B5EF4-FFF2-40B4-BE49-F238E27FC236}">
                <a16:creationId xmlns:a16="http://schemas.microsoft.com/office/drawing/2014/main" id="{C8D5193A-A835-4A41-92EC-A3FF861FD70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576780213" name="Rectangle: Rounded Corners 1016569497">
            <a:extLst xmlns:a="http://schemas.openxmlformats.org/drawingml/2006/main">
              <a:ext uri="{FF2B5EF4-FFF2-40B4-BE49-F238E27FC236}">
                <a16:creationId xmlns:a16="http://schemas.microsoft.com/office/drawing/2014/main" id="{873B17C0-1C64-4D62-BD6E-84815D6F0A29}"/>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81709478" name="Straight Connector 94601081">
            <a:extLst xmlns:a="http://schemas.openxmlformats.org/drawingml/2006/main">
              <a:ext uri="{FF2B5EF4-FFF2-40B4-BE49-F238E27FC236}">
                <a16:creationId xmlns:a16="http://schemas.microsoft.com/office/drawing/2014/main" id="{977B7842-7C60-4B50-A0D0-A40B376853E8}"/>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676984" name="Straight Connector 1000744926">
            <a:extLst xmlns:a="http://schemas.openxmlformats.org/drawingml/2006/main">
              <a:ext uri="{FF2B5EF4-FFF2-40B4-BE49-F238E27FC236}">
                <a16:creationId xmlns:a16="http://schemas.microsoft.com/office/drawing/2014/main" id="{69000C0F-A457-41B8-909E-FC58127F0635}"/>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333213" name="Straight Connector 781772780">
            <a:extLst xmlns:a="http://schemas.openxmlformats.org/drawingml/2006/main">
              <a:ext uri="{FF2B5EF4-FFF2-40B4-BE49-F238E27FC236}">
                <a16:creationId xmlns:a16="http://schemas.microsoft.com/office/drawing/2014/main" id="{110409EC-64A2-40CD-B9F3-293CBF02665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315505" name="Rectangle 1007733503">
            <a:extLst xmlns:a="http://schemas.openxmlformats.org/drawingml/2006/main">
              <a:ext uri="{FF2B5EF4-FFF2-40B4-BE49-F238E27FC236}">
                <a16:creationId xmlns:a16="http://schemas.microsoft.com/office/drawing/2014/main" id="{2026510A-9882-4E57-94FA-793CC5556CA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890946704" name="Rectangle 1520419495">
            <a:extLst xmlns:a="http://schemas.openxmlformats.org/drawingml/2006/main">
              <a:ext uri="{FF2B5EF4-FFF2-40B4-BE49-F238E27FC236}">
                <a16:creationId xmlns:a16="http://schemas.microsoft.com/office/drawing/2014/main" id="{BA87A7A1-2919-4459-B22C-0CAC9A1FB2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28599304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8909585" name="Rectangle 1860349465">
            <a:extLst xmlns:a="http://schemas.openxmlformats.org/drawingml/2006/main">
              <a:ext uri="{FF2B5EF4-FFF2-40B4-BE49-F238E27FC236}">
                <a16:creationId xmlns:a16="http://schemas.microsoft.com/office/drawing/2014/main" id="{ABC96C30-54F1-40F8-B89A-65DED3A417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9230796" name="Rectangle 1379853287">
            <a:extLst xmlns:a="http://schemas.openxmlformats.org/drawingml/2006/main">
              <a:ext uri="{FF2B5EF4-FFF2-40B4-BE49-F238E27FC236}">
                <a16:creationId xmlns:a16="http://schemas.microsoft.com/office/drawing/2014/main" id="{059EFF84-34A3-4E08-958F-09A31FA499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629168523" name="Rectangle: Rounded Corners 1919655130">
            <a:extLst xmlns:a="http://schemas.openxmlformats.org/drawingml/2006/main">
              <a:ext uri="{FF2B5EF4-FFF2-40B4-BE49-F238E27FC236}">
                <a16:creationId xmlns:a16="http://schemas.microsoft.com/office/drawing/2014/main" id="{5348B275-1E35-4CB7-8A75-9EF84593F7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04697" name="Rectangle: Rounded Corners 1257118693">
            <a:extLst xmlns:a="http://schemas.openxmlformats.org/drawingml/2006/main">
              <a:ext uri="{FF2B5EF4-FFF2-40B4-BE49-F238E27FC236}">
                <a16:creationId xmlns:a16="http://schemas.microsoft.com/office/drawing/2014/main" id="{9D981FD5-DCFE-4CE1-9204-8D797829A86D}"/>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05452660" name="Rectangle: Rounded Corners 139886069">
            <a:extLst xmlns:a="http://schemas.openxmlformats.org/drawingml/2006/main">
              <a:ext uri="{FF2B5EF4-FFF2-40B4-BE49-F238E27FC236}">
                <a16:creationId xmlns:a16="http://schemas.microsoft.com/office/drawing/2014/main" id="{E2E99700-4C7C-4164-A254-2C20CDEF6B2D}"/>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627226559" name="Rectangle: Rounded Corners 1995249494">
            <a:extLst xmlns:a="http://schemas.openxmlformats.org/drawingml/2006/main">
              <a:ext uri="{FF2B5EF4-FFF2-40B4-BE49-F238E27FC236}">
                <a16:creationId xmlns:a16="http://schemas.microsoft.com/office/drawing/2014/main" id="{4D165083-5025-4406-9420-BD4B6C0C79A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69421889" name="Rectangle: Rounded Corners 486029296">
            <a:extLst xmlns:a="http://schemas.openxmlformats.org/drawingml/2006/main">
              <a:ext uri="{FF2B5EF4-FFF2-40B4-BE49-F238E27FC236}">
                <a16:creationId xmlns:a16="http://schemas.microsoft.com/office/drawing/2014/main" id="{0B815776-DC7C-4660-B92A-44FDEDED3711}"/>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903835323" name="Rectangle: Rounded Corners 2009773558">
            <a:extLst xmlns:a="http://schemas.openxmlformats.org/drawingml/2006/main">
              <a:ext uri="{FF2B5EF4-FFF2-40B4-BE49-F238E27FC236}">
                <a16:creationId xmlns:a16="http://schemas.microsoft.com/office/drawing/2014/main" id="{F117E4CF-5FEC-41EF-B22B-A0E886AD1E8F}"/>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272058967" name="Rectangle: Rounded Corners 607891528">
            <a:extLst xmlns:a="http://schemas.openxmlformats.org/drawingml/2006/main">
              <a:ext uri="{FF2B5EF4-FFF2-40B4-BE49-F238E27FC236}">
                <a16:creationId xmlns:a16="http://schemas.microsoft.com/office/drawing/2014/main" id="{0FF38B1D-81A9-4171-8C8C-A7077BB26E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76282247" name="Rectangle: Rounded Corners 1953501824">
            <a:extLst xmlns:a="http://schemas.openxmlformats.org/drawingml/2006/main">
              <a:ext uri="{FF2B5EF4-FFF2-40B4-BE49-F238E27FC236}">
                <a16:creationId xmlns:a16="http://schemas.microsoft.com/office/drawing/2014/main" id="{E872C8EA-7147-42D4-AD38-9EDB74AD740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374373364" name="Arrow: Right 237891345">
            <a:extLst xmlns:a="http://schemas.openxmlformats.org/drawingml/2006/main">
              <a:ext uri="{FF2B5EF4-FFF2-40B4-BE49-F238E27FC236}">
                <a16:creationId xmlns:a16="http://schemas.microsoft.com/office/drawing/2014/main" id="{C7BD51DC-A554-4B6B-B938-DBED1627350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09443" name="Rectangle 567787381">
            <a:extLst xmlns:a="http://schemas.openxmlformats.org/drawingml/2006/main">
              <a:ext uri="{FF2B5EF4-FFF2-40B4-BE49-F238E27FC236}">
                <a16:creationId xmlns:a16="http://schemas.microsoft.com/office/drawing/2014/main" id="{432948E8-5A31-4A5A-81B8-C1630551C570}"/>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56010531" name="Rectangle 1811573039">
            <a:extLst xmlns:a="http://schemas.openxmlformats.org/drawingml/2006/main">
              <a:ext uri="{FF2B5EF4-FFF2-40B4-BE49-F238E27FC236}">
                <a16:creationId xmlns:a16="http://schemas.microsoft.com/office/drawing/2014/main" id="{53291DEF-C4BE-457B-9EF0-007038EF2D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8514897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0082410" name="Rectangle 698847192">
            <a:extLst xmlns:a="http://schemas.openxmlformats.org/drawingml/2006/main">
              <a:ext uri="{FF2B5EF4-FFF2-40B4-BE49-F238E27FC236}">
                <a16:creationId xmlns:a16="http://schemas.microsoft.com/office/drawing/2014/main" id="{91910135-9281-4681-A1AA-4887A034D9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050451329" name="Rectangle 892173066">
            <a:extLst xmlns:a="http://schemas.openxmlformats.org/drawingml/2006/main">
              <a:ext uri="{FF2B5EF4-FFF2-40B4-BE49-F238E27FC236}">
                <a16:creationId xmlns:a16="http://schemas.microsoft.com/office/drawing/2014/main" id="{0EE7D23D-077B-442E-ACF2-1F54FC9880B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790216046" name="Rectangle: Rounded Corners 634225882">
            <a:extLst xmlns:a="http://schemas.openxmlformats.org/drawingml/2006/main">
              <a:ext uri="{FF2B5EF4-FFF2-40B4-BE49-F238E27FC236}">
                <a16:creationId xmlns:a16="http://schemas.microsoft.com/office/drawing/2014/main" id="{C8386061-C5A2-4352-8584-52D9425523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418293" name="Rectangle: Rounded Corners 2010502302">
            <a:extLst xmlns:a="http://schemas.openxmlformats.org/drawingml/2006/main">
              <a:ext uri="{FF2B5EF4-FFF2-40B4-BE49-F238E27FC236}">
                <a16:creationId xmlns:a16="http://schemas.microsoft.com/office/drawing/2014/main" id="{BF7E1E3F-E2DA-4103-BB60-68A8A232BC81}"/>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59406" name="Rectangle: Rounded Corners 1366762973">
            <a:extLst xmlns:a="http://schemas.openxmlformats.org/drawingml/2006/main">
              <a:ext uri="{FF2B5EF4-FFF2-40B4-BE49-F238E27FC236}">
                <a16:creationId xmlns:a16="http://schemas.microsoft.com/office/drawing/2014/main" id="{8D039307-A5E5-4D35-882C-7A400D1B435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092093" name="Rectangle: Rounded Corners 1460632181">
            <a:extLst xmlns:a="http://schemas.openxmlformats.org/drawingml/2006/main">
              <a:ext uri="{FF2B5EF4-FFF2-40B4-BE49-F238E27FC236}">
                <a16:creationId xmlns:a16="http://schemas.microsoft.com/office/drawing/2014/main" id="{02467804-BE73-44AD-872F-5339D0F8359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11661" name="Rectangle: Rounded Corners 1175856486">
            <a:extLst xmlns:a="http://schemas.openxmlformats.org/drawingml/2006/main">
              <a:ext uri="{FF2B5EF4-FFF2-40B4-BE49-F238E27FC236}">
                <a16:creationId xmlns:a16="http://schemas.microsoft.com/office/drawing/2014/main" id="{10A16B88-6DA9-4164-BA3F-0206499CBF22}"/>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6210" name="Rectangle: Rounded Corners 2061757066">
            <a:extLst xmlns:a="http://schemas.openxmlformats.org/drawingml/2006/main">
              <a:ext uri="{FF2B5EF4-FFF2-40B4-BE49-F238E27FC236}">
                <a16:creationId xmlns:a16="http://schemas.microsoft.com/office/drawing/2014/main" id="{60E30B3A-FF55-4EBC-9A9F-635D7B7DC6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366447" name="Rectangle: Rounded Corners 1169118889">
            <a:extLst xmlns:a="http://schemas.openxmlformats.org/drawingml/2006/main">
              <a:ext uri="{FF2B5EF4-FFF2-40B4-BE49-F238E27FC236}">
                <a16:creationId xmlns:a16="http://schemas.microsoft.com/office/drawing/2014/main" id="{3FBC2CE3-D617-4731-8D23-7FB7E3AAFFE0}"/>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2903983" name="Rectangle: Rounded Corners 238188300">
            <a:extLst xmlns:a="http://schemas.openxmlformats.org/drawingml/2006/main">
              <a:ext uri="{FF2B5EF4-FFF2-40B4-BE49-F238E27FC236}">
                <a16:creationId xmlns:a16="http://schemas.microsoft.com/office/drawing/2014/main" id="{F66381DE-BA71-4A0C-9600-70405ACE028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9855817" name="Rectangle: Rounded Corners 2049301056">
            <a:extLst xmlns:a="http://schemas.openxmlformats.org/drawingml/2006/main">
              <a:ext uri="{FF2B5EF4-FFF2-40B4-BE49-F238E27FC236}">
                <a16:creationId xmlns:a16="http://schemas.microsoft.com/office/drawing/2014/main" id="{B4F406A4-DFED-47C4-9D7E-7CC60129BA0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5202" name="Rectangle: Rounded Corners 1282082344">
            <a:extLst xmlns:a="http://schemas.openxmlformats.org/drawingml/2006/main">
              <a:ext uri="{FF2B5EF4-FFF2-40B4-BE49-F238E27FC236}">
                <a16:creationId xmlns:a16="http://schemas.microsoft.com/office/drawing/2014/main" id="{F6926201-F6B6-4A98-9594-34E9DDBA857E}"/>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039169" name="Rectangle: Rounded Corners 1172922271">
            <a:extLst xmlns:a="http://schemas.openxmlformats.org/drawingml/2006/main">
              <a:ext uri="{FF2B5EF4-FFF2-40B4-BE49-F238E27FC236}">
                <a16:creationId xmlns:a16="http://schemas.microsoft.com/office/drawing/2014/main" id="{2DEF00D1-11E3-412F-981F-E4061DD3F5D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55779" name="Rectangle: Rounded Corners 603029256">
            <a:extLst xmlns:a="http://schemas.openxmlformats.org/drawingml/2006/main">
              <a:ext uri="{FF2B5EF4-FFF2-40B4-BE49-F238E27FC236}">
                <a16:creationId xmlns:a16="http://schemas.microsoft.com/office/drawing/2014/main" id="{6885A907-E4F4-4BFB-904D-3C4165362423}"/>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557413" name="Rectangle: Rounded Corners 1879817439">
            <a:extLst xmlns:a="http://schemas.openxmlformats.org/drawingml/2006/main">
              <a:ext uri="{FF2B5EF4-FFF2-40B4-BE49-F238E27FC236}">
                <a16:creationId xmlns:a16="http://schemas.microsoft.com/office/drawing/2014/main" id="{4E6AD4F1-DCA7-4D59-B57B-2E0C02FCC75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889408" name="Rectangle: Rounded Corners 875542064">
            <a:extLst xmlns:a="http://schemas.openxmlformats.org/drawingml/2006/main">
              <a:ext uri="{FF2B5EF4-FFF2-40B4-BE49-F238E27FC236}">
                <a16:creationId xmlns:a16="http://schemas.microsoft.com/office/drawing/2014/main" id="{58389BD5-8A1E-4F18-8B61-4936AFE3D65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54132" name="Rectangle: Rounded Corners 51908471">
            <a:extLst xmlns:a="http://schemas.openxmlformats.org/drawingml/2006/main">
              <a:ext uri="{FF2B5EF4-FFF2-40B4-BE49-F238E27FC236}">
                <a16:creationId xmlns:a16="http://schemas.microsoft.com/office/drawing/2014/main" id="{F284995C-F203-4288-A806-9B290C95B69F}"/>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4900059" name="Rectangle: Rounded Corners 1689509712">
            <a:extLst xmlns:a="http://schemas.openxmlformats.org/drawingml/2006/main">
              <a:ext uri="{FF2B5EF4-FFF2-40B4-BE49-F238E27FC236}">
                <a16:creationId xmlns:a16="http://schemas.microsoft.com/office/drawing/2014/main" id="{DB476757-FB90-43A3-9B20-C6B6A99AA7F6}"/>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901140" name="Rectangle: Rounded Corners 791720529">
            <a:extLst xmlns:a="http://schemas.openxmlformats.org/drawingml/2006/main">
              <a:ext uri="{FF2B5EF4-FFF2-40B4-BE49-F238E27FC236}">
                <a16:creationId xmlns:a16="http://schemas.microsoft.com/office/drawing/2014/main" id="{0119588F-4B98-425E-8858-9C4E185946C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0317" name="Rectangle: Rounded Corners 105367441">
            <a:extLst xmlns:a="http://schemas.openxmlformats.org/drawingml/2006/main">
              <a:ext uri="{FF2B5EF4-FFF2-40B4-BE49-F238E27FC236}">
                <a16:creationId xmlns:a16="http://schemas.microsoft.com/office/drawing/2014/main" id="{FDA548CC-48C9-4BA0-B255-703C3A8FFEB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443122" name="Rectangle: Rounded Corners 1563215529">
            <a:extLst xmlns:a="http://schemas.openxmlformats.org/drawingml/2006/main">
              <a:ext uri="{FF2B5EF4-FFF2-40B4-BE49-F238E27FC236}">
                <a16:creationId xmlns:a16="http://schemas.microsoft.com/office/drawing/2014/main" id="{ABB7F524-A6B3-4DB5-863F-56F707B92514}"/>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205978" name="Rectangle: Rounded Corners 315081294">
            <a:extLst xmlns:a="http://schemas.openxmlformats.org/drawingml/2006/main">
              <a:ext uri="{FF2B5EF4-FFF2-40B4-BE49-F238E27FC236}">
                <a16:creationId xmlns:a16="http://schemas.microsoft.com/office/drawing/2014/main" id="{FB4043E6-24BD-46FB-8FBE-FB9F4E2859F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26242" name="Rectangle: Rounded Corners 248452190">
            <a:extLst xmlns:a="http://schemas.openxmlformats.org/drawingml/2006/main">
              <a:ext uri="{FF2B5EF4-FFF2-40B4-BE49-F238E27FC236}">
                <a16:creationId xmlns:a16="http://schemas.microsoft.com/office/drawing/2014/main" id="{D15A0DA0-1E6A-45CC-81F0-8F308438D8EB}"/>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399791" name="Rectangle: Rounded Corners 1671279799">
            <a:extLst xmlns:a="http://schemas.openxmlformats.org/drawingml/2006/main">
              <a:ext uri="{FF2B5EF4-FFF2-40B4-BE49-F238E27FC236}">
                <a16:creationId xmlns:a16="http://schemas.microsoft.com/office/drawing/2014/main" id="{0499BF9F-7659-4E42-A835-38FF1D79BB39}"/>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423882" name="Rectangle: Rounded Corners 1239843558">
            <a:extLst xmlns:a="http://schemas.openxmlformats.org/drawingml/2006/main">
              <a:ext uri="{FF2B5EF4-FFF2-40B4-BE49-F238E27FC236}">
                <a16:creationId xmlns:a16="http://schemas.microsoft.com/office/drawing/2014/main" id="{B9DEA55F-5A89-493A-9C41-820148C6E8A5}"/>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7887" name="Rectangle: Rounded Corners 1474960510">
            <a:extLst xmlns:a="http://schemas.openxmlformats.org/drawingml/2006/main">
              <a:ext uri="{FF2B5EF4-FFF2-40B4-BE49-F238E27FC236}">
                <a16:creationId xmlns:a16="http://schemas.microsoft.com/office/drawing/2014/main" id="{CF99A4AD-477D-4CE4-9728-D799A1E579CA}"/>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659365" name="Rectangle: Rounded Corners 1705162463">
            <a:extLst xmlns:a="http://schemas.openxmlformats.org/drawingml/2006/main">
              <a:ext uri="{FF2B5EF4-FFF2-40B4-BE49-F238E27FC236}">
                <a16:creationId xmlns:a16="http://schemas.microsoft.com/office/drawing/2014/main" id="{EAE213B1-230D-44A0-9F54-8E25BF677095}"/>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421757" name="Rectangle: Rounded Corners 7576924">
            <a:extLst xmlns:a="http://schemas.openxmlformats.org/drawingml/2006/main">
              <a:ext uri="{FF2B5EF4-FFF2-40B4-BE49-F238E27FC236}">
                <a16:creationId xmlns:a16="http://schemas.microsoft.com/office/drawing/2014/main" id="{14AB4B8C-1F5A-4A7C-B0EB-C847C2A7138E}"/>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871076" name="Rectangle: Rounded Corners 426996610">
            <a:extLst xmlns:a="http://schemas.openxmlformats.org/drawingml/2006/main">
              <a:ext uri="{FF2B5EF4-FFF2-40B4-BE49-F238E27FC236}">
                <a16:creationId xmlns:a16="http://schemas.microsoft.com/office/drawing/2014/main" id="{1AB33BF7-4E7F-4121-8198-53C835D83CE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3408503" name="Rectangle: Rounded Corners 4937970">
            <a:extLst xmlns:a="http://schemas.openxmlformats.org/drawingml/2006/main">
              <a:ext uri="{FF2B5EF4-FFF2-40B4-BE49-F238E27FC236}">
                <a16:creationId xmlns:a16="http://schemas.microsoft.com/office/drawing/2014/main" id="{34838A89-197A-4515-AC90-8398B7A7632C}"/>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369742" name="Rectangle: Rounded Corners 318411884">
            <a:extLst xmlns:a="http://schemas.openxmlformats.org/drawingml/2006/main">
              <a:ext uri="{FF2B5EF4-FFF2-40B4-BE49-F238E27FC236}">
                <a16:creationId xmlns:a16="http://schemas.microsoft.com/office/drawing/2014/main" id="{ED301499-84E3-413B-A192-FB3A79B944D1}"/>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854445" name="Rectangle: Rounded Corners 615608590">
            <a:extLst xmlns:a="http://schemas.openxmlformats.org/drawingml/2006/main">
              <a:ext uri="{FF2B5EF4-FFF2-40B4-BE49-F238E27FC236}">
                <a16:creationId xmlns:a16="http://schemas.microsoft.com/office/drawing/2014/main" id="{B92959CD-C2B7-4FC4-AAC6-3FECBC231A5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267787" name="Rectangle: Rounded Corners 1731456271">
            <a:extLst xmlns:a="http://schemas.openxmlformats.org/drawingml/2006/main">
              <a:ext uri="{FF2B5EF4-FFF2-40B4-BE49-F238E27FC236}">
                <a16:creationId xmlns:a16="http://schemas.microsoft.com/office/drawing/2014/main" id="{B839F467-76A8-405B-86F4-5F9C20A9610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657024" name="Rectangle: Rounded Corners 484935539">
            <a:extLst xmlns:a="http://schemas.openxmlformats.org/drawingml/2006/main">
              <a:ext uri="{FF2B5EF4-FFF2-40B4-BE49-F238E27FC236}">
                <a16:creationId xmlns:a16="http://schemas.microsoft.com/office/drawing/2014/main" id="{B53D0664-8AC8-42CF-BA87-8F4F7E1FEFE2}"/>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965704" name="Rectangle: Rounded Corners 1134420310">
            <a:extLst xmlns:a="http://schemas.openxmlformats.org/drawingml/2006/main">
              <a:ext uri="{FF2B5EF4-FFF2-40B4-BE49-F238E27FC236}">
                <a16:creationId xmlns:a16="http://schemas.microsoft.com/office/drawing/2014/main" id="{CA4CCB88-7FF5-4CCA-ABC8-F5AB2C13BB0C}"/>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411909" name="Rectangle: Rounded Corners 1355285829">
            <a:extLst xmlns:a="http://schemas.openxmlformats.org/drawingml/2006/main">
              <a:ext uri="{FF2B5EF4-FFF2-40B4-BE49-F238E27FC236}">
                <a16:creationId xmlns:a16="http://schemas.microsoft.com/office/drawing/2014/main" id="{A46122A8-12DD-4CF7-BC95-0C6BCFD489AA}"/>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4416055" name="Rectangle: Rounded Corners 1945716100">
            <a:extLst xmlns:a="http://schemas.openxmlformats.org/drawingml/2006/main">
              <a:ext uri="{FF2B5EF4-FFF2-40B4-BE49-F238E27FC236}">
                <a16:creationId xmlns:a16="http://schemas.microsoft.com/office/drawing/2014/main" id="{DA423CE8-C536-40E7-8CEB-BA90E578AD1B}"/>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923379" name="Rectangle: Rounded Corners 903673204">
            <a:extLst xmlns:a="http://schemas.openxmlformats.org/drawingml/2006/main">
              <a:ext uri="{FF2B5EF4-FFF2-40B4-BE49-F238E27FC236}">
                <a16:creationId xmlns:a16="http://schemas.microsoft.com/office/drawing/2014/main" id="{CCF7EF93-7CE9-46D1-9BF1-467FAB85411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458556" name="Rectangle: Rounded Corners 41920753">
            <a:extLst xmlns:a="http://schemas.openxmlformats.org/drawingml/2006/main">
              <a:ext uri="{FF2B5EF4-FFF2-40B4-BE49-F238E27FC236}">
                <a16:creationId xmlns:a16="http://schemas.microsoft.com/office/drawing/2014/main" id="{C5E59AC2-9102-483E-80BC-A5F7BBBF395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082099" name="Rectangle 1090731607">
            <a:extLst xmlns:a="http://schemas.openxmlformats.org/drawingml/2006/main">
              <a:ext uri="{FF2B5EF4-FFF2-40B4-BE49-F238E27FC236}">
                <a16:creationId xmlns:a16="http://schemas.microsoft.com/office/drawing/2014/main" id="{81D1685F-E29F-4E5B-A4B7-DF1BB2FD13F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640342669" name="Rectangle 1864567656">
            <a:extLst xmlns:a="http://schemas.openxmlformats.org/drawingml/2006/main">
              <a:ext uri="{FF2B5EF4-FFF2-40B4-BE49-F238E27FC236}">
                <a16:creationId xmlns:a16="http://schemas.microsoft.com/office/drawing/2014/main" id="{642F3956-D6EF-4236-8502-51F6D0BA05DB}"/>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454391476" name="Rectangle 353583897">
            <a:extLst xmlns:a="http://schemas.openxmlformats.org/drawingml/2006/main">
              <a:ext uri="{FF2B5EF4-FFF2-40B4-BE49-F238E27FC236}">
                <a16:creationId xmlns:a16="http://schemas.microsoft.com/office/drawing/2014/main" id="{B0861240-978C-4628-A737-E52182AB56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107660352"/>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168700" name="Rectangle 352308475">
            <a:extLst xmlns:a="http://schemas.openxmlformats.org/drawingml/2006/main">
              <a:ext uri="{FF2B5EF4-FFF2-40B4-BE49-F238E27FC236}">
                <a16:creationId xmlns:a16="http://schemas.microsoft.com/office/drawing/2014/main" id="{8AFD4E99-AB22-4875-844D-5DEC51C85B5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720494528" name="Rectangle 890164865">
            <a:extLst xmlns:a="http://schemas.openxmlformats.org/drawingml/2006/main">
              <a:ext uri="{FF2B5EF4-FFF2-40B4-BE49-F238E27FC236}">
                <a16:creationId xmlns:a16="http://schemas.microsoft.com/office/drawing/2014/main" id="{4FDDD03C-9617-4804-BC4C-6CAF00FE5E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450160219" name="Rectangle: Rounded Corners 1302761572">
            <a:extLst xmlns:a="http://schemas.openxmlformats.org/drawingml/2006/main">
              <a:ext uri="{FF2B5EF4-FFF2-40B4-BE49-F238E27FC236}">
                <a16:creationId xmlns:a16="http://schemas.microsoft.com/office/drawing/2014/main" id="{0F3DAD16-818E-4133-BA78-F8163E9362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1662154" name="Rectangle: Rounded Corners 2031370086">
            <a:extLst xmlns:a="http://schemas.openxmlformats.org/drawingml/2006/main">
              <a:ext uri="{FF2B5EF4-FFF2-40B4-BE49-F238E27FC236}">
                <a16:creationId xmlns:a16="http://schemas.microsoft.com/office/drawing/2014/main" id="{D4BD98FE-702D-499D-A6F8-63DAD92FFCD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432642715" name="Rectangle 1726456331">
            <a:extLst xmlns:a="http://schemas.openxmlformats.org/drawingml/2006/main">
              <a:ext uri="{FF2B5EF4-FFF2-40B4-BE49-F238E27FC236}">
                <a16:creationId xmlns:a16="http://schemas.microsoft.com/office/drawing/2014/main" id="{1C2BBF31-39AB-4D03-8FEE-A851CC81FC1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818131910" name="Rectangle: Rounded Corners 412394112">
            <a:extLst xmlns:a="http://schemas.openxmlformats.org/drawingml/2006/main">
              <a:ext uri="{FF2B5EF4-FFF2-40B4-BE49-F238E27FC236}">
                <a16:creationId xmlns:a16="http://schemas.microsoft.com/office/drawing/2014/main" id="{AA53DF98-218D-45AB-81C2-609F65C19D9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46766181" name="Rectangle 225213445">
            <a:extLst xmlns:a="http://schemas.openxmlformats.org/drawingml/2006/main">
              <a:ext uri="{FF2B5EF4-FFF2-40B4-BE49-F238E27FC236}">
                <a16:creationId xmlns:a16="http://schemas.microsoft.com/office/drawing/2014/main" id="{5A606B03-32D8-42E2-8DE7-CC6836D5E2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581387420"/>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318275" name="Rectangle 935271156">
            <a:extLst xmlns:a="http://schemas.openxmlformats.org/drawingml/2006/main">
              <a:ext uri="{FF2B5EF4-FFF2-40B4-BE49-F238E27FC236}">
                <a16:creationId xmlns:a16="http://schemas.microsoft.com/office/drawing/2014/main" id="{BC861CF6-6313-4C3D-BF45-8D33747633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624027662" name="Rectangle 251777344">
            <a:extLst xmlns:a="http://schemas.openxmlformats.org/drawingml/2006/main">
              <a:ext uri="{FF2B5EF4-FFF2-40B4-BE49-F238E27FC236}">
                <a16:creationId xmlns:a16="http://schemas.microsoft.com/office/drawing/2014/main" id="{BD9124A4-ACED-450D-8CA6-F710A48BE4E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266739342" name="Rectangle: Rounded Corners 1456392341">
            <a:extLst xmlns:a="http://schemas.openxmlformats.org/drawingml/2006/main">
              <a:ext uri="{FF2B5EF4-FFF2-40B4-BE49-F238E27FC236}">
                <a16:creationId xmlns:a16="http://schemas.microsoft.com/office/drawing/2014/main" id="{CBA2B972-5950-4105-A0CB-D392C4E868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53025" name="Rectangle: Rounded Corners 1987074982">
            <a:extLst xmlns:a="http://schemas.openxmlformats.org/drawingml/2006/main">
              <a:ext uri="{FF2B5EF4-FFF2-40B4-BE49-F238E27FC236}">
                <a16:creationId xmlns:a16="http://schemas.microsoft.com/office/drawing/2014/main" id="{9934CF82-08DC-4157-8425-A6BFE4D2070D}"/>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148673" name="Rectangle 1286956634">
            <a:extLst xmlns:a="http://schemas.openxmlformats.org/drawingml/2006/main">
              <a:ext uri="{FF2B5EF4-FFF2-40B4-BE49-F238E27FC236}">
                <a16:creationId xmlns:a16="http://schemas.microsoft.com/office/drawing/2014/main" id="{D1E84F43-C1B3-4F0F-9D7C-1D9FC9109517}"/>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604163876" name="Rectangle 399762638">
            <a:extLst xmlns:a="http://schemas.openxmlformats.org/drawingml/2006/main">
              <a:ext uri="{FF2B5EF4-FFF2-40B4-BE49-F238E27FC236}">
                <a16:creationId xmlns:a16="http://schemas.microsoft.com/office/drawing/2014/main" id="{3804B417-CF87-497B-B64E-700B910683D9}"/>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390565143" name="Rectangle 1233632033">
            <a:extLst xmlns:a="http://schemas.openxmlformats.org/drawingml/2006/main">
              <a:ext uri="{FF2B5EF4-FFF2-40B4-BE49-F238E27FC236}">
                <a16:creationId xmlns:a16="http://schemas.microsoft.com/office/drawing/2014/main" id="{59FEB0C8-BB23-41E4-8939-998453DDC9B1}"/>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619566003" name="Rectangle 987778106">
            <a:extLst xmlns:a="http://schemas.openxmlformats.org/drawingml/2006/main">
              <a:ext uri="{FF2B5EF4-FFF2-40B4-BE49-F238E27FC236}">
                <a16:creationId xmlns:a16="http://schemas.microsoft.com/office/drawing/2014/main" id="{93440FBF-CC47-4A31-A4C9-7345D3F9E641}"/>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2049453" name="Rectangle 1495975732">
            <a:extLst xmlns:a="http://schemas.openxmlformats.org/drawingml/2006/main">
              <a:ext uri="{FF2B5EF4-FFF2-40B4-BE49-F238E27FC236}">
                <a16:creationId xmlns:a16="http://schemas.microsoft.com/office/drawing/2014/main" id="{960C9FE1-0AE0-4592-8760-23EFC7FC5C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pic>
        <p:nvPicPr>
          <p:cNvPr id="163195303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edb7749e1ae4cd7"/>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6946019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6180648" name="Rectangle 1548456798">
            <a:extLst xmlns:a="http://schemas.openxmlformats.org/drawingml/2006/main">
              <a:ext uri="{FF2B5EF4-FFF2-40B4-BE49-F238E27FC236}">
                <a16:creationId xmlns:a16="http://schemas.microsoft.com/office/drawing/2014/main" id="{C2B8E538-9145-4259-A784-9B960BCE7A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9596503" name="Rectangle 1277068294">
            <a:extLst xmlns:a="http://schemas.openxmlformats.org/drawingml/2006/main">
              <a:ext uri="{FF2B5EF4-FFF2-40B4-BE49-F238E27FC236}">
                <a16:creationId xmlns:a16="http://schemas.microsoft.com/office/drawing/2014/main" id="{0085DF4E-E8A2-45EF-BCB6-436057FF0B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83224540" name="Rectangle: Rounded Corners 700677848">
            <a:extLst xmlns:a="http://schemas.openxmlformats.org/drawingml/2006/main">
              <a:ext uri="{FF2B5EF4-FFF2-40B4-BE49-F238E27FC236}">
                <a16:creationId xmlns:a16="http://schemas.microsoft.com/office/drawing/2014/main" id="{4EAB363B-305B-4637-82C9-611FB9BFC4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768645" name="Rectangle: Rounded Corners 614717420">
            <a:extLst xmlns:a="http://schemas.openxmlformats.org/drawingml/2006/main">
              <a:ext uri="{FF2B5EF4-FFF2-40B4-BE49-F238E27FC236}">
                <a16:creationId xmlns:a16="http://schemas.microsoft.com/office/drawing/2014/main" id="{C9C1B9FD-06C1-41EF-8495-69616C49BF58}"/>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73686153" name="Rectangle: Rounded Corners 1854427874">
            <a:extLst xmlns:a="http://schemas.openxmlformats.org/drawingml/2006/main">
              <a:ext uri="{FF2B5EF4-FFF2-40B4-BE49-F238E27FC236}">
                <a16:creationId xmlns:a16="http://schemas.microsoft.com/office/drawing/2014/main" id="{A320D5D4-1479-4636-B703-43350462405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460242570" name="Rectangle: Rounded Corners 1506494527">
            <a:extLst xmlns:a="http://schemas.openxmlformats.org/drawingml/2006/main">
              <a:ext uri="{FF2B5EF4-FFF2-40B4-BE49-F238E27FC236}">
                <a16:creationId xmlns:a16="http://schemas.microsoft.com/office/drawing/2014/main" id="{A93EF9A1-CA92-4250-8565-03C2D157CAA8}"/>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394497641" name="Rectangle: Rounded Corners 310583424">
            <a:extLst xmlns:a="http://schemas.openxmlformats.org/drawingml/2006/main">
              <a:ext uri="{FF2B5EF4-FFF2-40B4-BE49-F238E27FC236}">
                <a16:creationId xmlns:a16="http://schemas.microsoft.com/office/drawing/2014/main" id="{E56E5CB6-6A1F-432B-BD7E-223F8818A985}"/>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90572272" name="Rectangle: Rounded Corners 701546865">
            <a:extLst xmlns:a="http://schemas.openxmlformats.org/drawingml/2006/main">
              <a:ext uri="{FF2B5EF4-FFF2-40B4-BE49-F238E27FC236}">
                <a16:creationId xmlns:a16="http://schemas.microsoft.com/office/drawing/2014/main" id="{A2AE7681-7FE3-422F-B460-3101CF032C5C}"/>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2133978" name="Arrow: Right 622048333">
            <a:extLst xmlns:a="http://schemas.openxmlformats.org/drawingml/2006/main">
              <a:ext uri="{FF2B5EF4-FFF2-40B4-BE49-F238E27FC236}">
                <a16:creationId xmlns:a16="http://schemas.microsoft.com/office/drawing/2014/main" id="{F716F7B9-CDAB-4B1E-B36C-6180C9E5E19E}"/>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655668" name="Arrow: Right 476163819">
            <a:extLst xmlns:a="http://schemas.openxmlformats.org/drawingml/2006/main">
              <a:ext uri="{FF2B5EF4-FFF2-40B4-BE49-F238E27FC236}">
                <a16:creationId xmlns:a16="http://schemas.microsoft.com/office/drawing/2014/main" id="{36E29292-5D96-43FF-AB2E-35001034EBF9}"/>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09794" name="Rectangle: Rounded Corners 1396234520">
            <a:extLst xmlns:a="http://schemas.openxmlformats.org/drawingml/2006/main">
              <a:ext uri="{FF2B5EF4-FFF2-40B4-BE49-F238E27FC236}">
                <a16:creationId xmlns:a16="http://schemas.microsoft.com/office/drawing/2014/main" id="{03C05DAD-2BB9-4423-A33A-3C6943AEC2D3}"/>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273743980" name="Rectangle 1921889684">
            <a:extLst xmlns:a="http://schemas.openxmlformats.org/drawingml/2006/main">
              <a:ext uri="{FF2B5EF4-FFF2-40B4-BE49-F238E27FC236}">
                <a16:creationId xmlns:a16="http://schemas.microsoft.com/office/drawing/2014/main" id="{656A9E97-AC35-4A97-8B32-388BE23D15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251961071"/>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1321716" name="Rectangle 7713821">
            <a:extLst xmlns:a="http://schemas.openxmlformats.org/drawingml/2006/main">
              <a:ext uri="{FF2B5EF4-FFF2-40B4-BE49-F238E27FC236}">
                <a16:creationId xmlns:a16="http://schemas.microsoft.com/office/drawing/2014/main" id="{A334F438-CEC4-4A5E-848F-3D2318CF39F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79263282" name="Rectangle 1381388514">
            <a:extLst xmlns:a="http://schemas.openxmlformats.org/drawingml/2006/main">
              <a:ext uri="{FF2B5EF4-FFF2-40B4-BE49-F238E27FC236}">
                <a16:creationId xmlns:a16="http://schemas.microsoft.com/office/drawing/2014/main" id="{56954ACD-FB15-4B81-8B6A-BAEC25DECA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29107387" name="Rectangle: Rounded Corners 661849784">
            <a:extLst xmlns:a="http://schemas.openxmlformats.org/drawingml/2006/main">
              <a:ext uri="{FF2B5EF4-FFF2-40B4-BE49-F238E27FC236}">
                <a16:creationId xmlns:a16="http://schemas.microsoft.com/office/drawing/2014/main" id="{49481E63-46DF-44D4-A2B7-413D2304DA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481024" name="Rectangle: Rounded Corners 1954931325">
            <a:extLst xmlns:a="http://schemas.openxmlformats.org/drawingml/2006/main">
              <a:ext uri="{FF2B5EF4-FFF2-40B4-BE49-F238E27FC236}">
                <a16:creationId xmlns:a16="http://schemas.microsoft.com/office/drawing/2014/main" id="{DC20948D-D4FF-4014-A2B2-AA4406E40272}"/>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01558311" name="Rectangle: Rounded Corners 1479007971">
            <a:extLst xmlns:a="http://schemas.openxmlformats.org/drawingml/2006/main">
              <a:ext uri="{FF2B5EF4-FFF2-40B4-BE49-F238E27FC236}">
                <a16:creationId xmlns:a16="http://schemas.microsoft.com/office/drawing/2014/main" id="{5D3A61B5-83D2-4BD5-A38A-94CEB29433E1}"/>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916597672" name="Rectangle: Rounded Corners 337911440">
            <a:extLst xmlns:a="http://schemas.openxmlformats.org/drawingml/2006/main">
              <a:ext uri="{FF2B5EF4-FFF2-40B4-BE49-F238E27FC236}">
                <a16:creationId xmlns:a16="http://schemas.microsoft.com/office/drawing/2014/main" id="{F35761C9-8AB3-45B0-BE88-C905F6E4EBB1}"/>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71978684" name="Rectangle: Rounded Corners 812565267">
            <a:extLst xmlns:a="http://schemas.openxmlformats.org/drawingml/2006/main">
              <a:ext uri="{FF2B5EF4-FFF2-40B4-BE49-F238E27FC236}">
                <a16:creationId xmlns:a16="http://schemas.microsoft.com/office/drawing/2014/main" id="{347A90E5-9F5D-44DE-87D8-DC1DCA077FA3}"/>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33718270" name="Rectangle: Rounded Corners 210839016">
            <a:extLst xmlns:a="http://schemas.openxmlformats.org/drawingml/2006/main">
              <a:ext uri="{FF2B5EF4-FFF2-40B4-BE49-F238E27FC236}">
                <a16:creationId xmlns:a16="http://schemas.microsoft.com/office/drawing/2014/main" id="{2A680117-D28C-4C7B-8971-4FEFE671F1B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5159028" name="Arrow: Right 923890290">
            <a:extLst xmlns:a="http://schemas.openxmlformats.org/drawingml/2006/main">
              <a:ext uri="{FF2B5EF4-FFF2-40B4-BE49-F238E27FC236}">
                <a16:creationId xmlns:a16="http://schemas.microsoft.com/office/drawing/2014/main" id="{1E0CEA73-567D-4DFC-A066-FC66F0AA5209}"/>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804308" name="Rectangle: Rounded Corners 549922296">
            <a:extLst xmlns:a="http://schemas.openxmlformats.org/drawingml/2006/main">
              <a:ext uri="{FF2B5EF4-FFF2-40B4-BE49-F238E27FC236}">
                <a16:creationId xmlns:a16="http://schemas.microsoft.com/office/drawing/2014/main" id="{54A2E309-371E-431D-82EC-E5E281466E02}"/>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99625198" name="Rectangle 313069816">
            <a:extLst xmlns:a="http://schemas.openxmlformats.org/drawingml/2006/main">
              <a:ext uri="{FF2B5EF4-FFF2-40B4-BE49-F238E27FC236}">
                <a16:creationId xmlns:a16="http://schemas.microsoft.com/office/drawing/2014/main" id="{F886ACB6-9EBF-4EF0-B143-93172CB4787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328172975" name="Rectangle 181180573">
            <a:extLst xmlns:a="http://schemas.openxmlformats.org/drawingml/2006/main">
              <a:ext uri="{FF2B5EF4-FFF2-40B4-BE49-F238E27FC236}">
                <a16:creationId xmlns:a16="http://schemas.microsoft.com/office/drawing/2014/main" id="{C9276E08-F898-4B9F-B432-48C4EB82F7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356232467"/>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6670413" name="Rectangle 106407163">
            <a:extLst xmlns:a="http://schemas.openxmlformats.org/drawingml/2006/main">
              <a:ext uri="{FF2B5EF4-FFF2-40B4-BE49-F238E27FC236}">
                <a16:creationId xmlns:a16="http://schemas.microsoft.com/office/drawing/2014/main" id="{E3774E79-66BA-4697-B48D-799117A93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277930073" name="Rectangle 440135367">
            <a:extLst xmlns:a="http://schemas.openxmlformats.org/drawingml/2006/main">
              <a:ext uri="{FF2B5EF4-FFF2-40B4-BE49-F238E27FC236}">
                <a16:creationId xmlns:a16="http://schemas.microsoft.com/office/drawing/2014/main" id="{A5942BC8-5A69-41F4-8185-D0A0905E381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5854183" name="Rectangle: Rounded Corners 989138248">
            <a:extLst xmlns:a="http://schemas.openxmlformats.org/drawingml/2006/main">
              <a:ext uri="{FF2B5EF4-FFF2-40B4-BE49-F238E27FC236}">
                <a16:creationId xmlns:a16="http://schemas.microsoft.com/office/drawing/2014/main" id="{303E85EA-3A6E-4BF8-9A0B-778F5DF4D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744274" name="Rectangle: Rounded Corners 1616044445">
            <a:extLst xmlns:a="http://schemas.openxmlformats.org/drawingml/2006/main">
              <a:ext uri="{FF2B5EF4-FFF2-40B4-BE49-F238E27FC236}">
                <a16:creationId xmlns:a16="http://schemas.microsoft.com/office/drawing/2014/main" id="{3FBA79A1-45BE-4C75-B2E4-A4C4A3484D1F}"/>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035167172" name="Arrow: Right 594282241">
            <a:extLst xmlns:a="http://schemas.openxmlformats.org/drawingml/2006/main">
              <a:ext uri="{FF2B5EF4-FFF2-40B4-BE49-F238E27FC236}">
                <a16:creationId xmlns:a16="http://schemas.microsoft.com/office/drawing/2014/main" id="{D2106C1A-94AD-455B-A229-288F4E67DECA}"/>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2123588150" name="Rectangle: Rounded Corners 733975538">
            <a:extLst xmlns:a="http://schemas.openxmlformats.org/drawingml/2006/main">
              <a:ext uri="{FF2B5EF4-FFF2-40B4-BE49-F238E27FC236}">
                <a16:creationId xmlns:a16="http://schemas.microsoft.com/office/drawing/2014/main" id="{91353D67-906F-47EE-9C11-7EB9A91A61B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951504168" name="Arrow: Right 826463740">
            <a:extLst xmlns:a="http://schemas.openxmlformats.org/drawingml/2006/main">
              <a:ext uri="{FF2B5EF4-FFF2-40B4-BE49-F238E27FC236}">
                <a16:creationId xmlns:a16="http://schemas.microsoft.com/office/drawing/2014/main" id="{5BEF1ED0-BF16-478D-B5AE-40C9C9D7FFA4}"/>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69931957" name="Rectangle: Rounded Corners 1611946980">
            <a:extLst xmlns:a="http://schemas.openxmlformats.org/drawingml/2006/main">
              <a:ext uri="{FF2B5EF4-FFF2-40B4-BE49-F238E27FC236}">
                <a16:creationId xmlns:a16="http://schemas.microsoft.com/office/drawing/2014/main" id="{089EF71B-F837-448E-971C-45D66645374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12641925" name="Arrow: Right 1141760594">
            <a:extLst xmlns:a="http://schemas.openxmlformats.org/drawingml/2006/main">
              <a:ext uri="{FF2B5EF4-FFF2-40B4-BE49-F238E27FC236}">
                <a16:creationId xmlns:a16="http://schemas.microsoft.com/office/drawing/2014/main" id="{8825A24B-BE31-4BEA-8C31-198398009F6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4621924" name="Oval 546463300">
            <a:extLst xmlns:a="http://schemas.openxmlformats.org/drawingml/2006/main">
              <a:ext uri="{FF2B5EF4-FFF2-40B4-BE49-F238E27FC236}">
                <a16:creationId xmlns:a16="http://schemas.microsoft.com/office/drawing/2014/main" id="{2758CF0F-4954-4D57-8D95-CF577102508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90894606" name="Rectangle 1547793054">
            <a:extLst xmlns:a="http://schemas.openxmlformats.org/drawingml/2006/main">
              <a:ext uri="{FF2B5EF4-FFF2-40B4-BE49-F238E27FC236}">
                <a16:creationId xmlns:a16="http://schemas.microsoft.com/office/drawing/2014/main" id="{BE80E2C1-386D-48DD-8548-A668E4E4A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26757648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6184115" name="Rectangle 106407163">
            <a:extLst xmlns:a="http://schemas.openxmlformats.org/drawingml/2006/main">
              <a:ext uri="{FF2B5EF4-FFF2-40B4-BE49-F238E27FC236}">
                <a16:creationId xmlns:a16="http://schemas.microsoft.com/office/drawing/2014/main" id="{DC44E629-BB9F-4107-B01E-9E25E20F58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56831776" name="Rectangle 440135367">
            <a:extLst xmlns:a="http://schemas.openxmlformats.org/drawingml/2006/main">
              <a:ext uri="{FF2B5EF4-FFF2-40B4-BE49-F238E27FC236}">
                <a16:creationId xmlns:a16="http://schemas.microsoft.com/office/drawing/2014/main" id="{6DF6E568-87CF-43DB-85E8-70A3B62F03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09058205" name="Rectangle: Rounded Corners 989138248">
            <a:extLst xmlns:a="http://schemas.openxmlformats.org/drawingml/2006/main">
              <a:ext uri="{FF2B5EF4-FFF2-40B4-BE49-F238E27FC236}">
                <a16:creationId xmlns:a16="http://schemas.microsoft.com/office/drawing/2014/main" id="{F2F688E3-E512-41BE-AAEE-049C388D67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428571" name="Rectangle 1547793054">
            <a:extLst xmlns:a="http://schemas.openxmlformats.org/drawingml/2006/main">
              <a:ext uri="{FF2B5EF4-FFF2-40B4-BE49-F238E27FC236}">
                <a16:creationId xmlns:a16="http://schemas.microsoft.com/office/drawing/2014/main" id="{7781F3EE-A85E-4574-A0F3-5F817A85F3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
        <p:nvSpPr>
          <p:cNvPr id="1699996303" name="model-group-label">
            <a:extLst xmlns:a="http://schemas.openxmlformats.org/drawingml/2006/main">
              <a:ext uri="{FF2B5EF4-FFF2-40B4-BE49-F238E27FC236}">
                <a16:creationId xmlns:a16="http://schemas.microsoft.com/office/drawing/2014/main" id="{6C8050F5-6E32-4FEF-90B0-98667DFC33EB}"/>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520491988" name="config-component">
            <a:extLst xmlns:a="http://schemas.openxmlformats.org/drawingml/2006/main">
              <a:ext uri="{FF2B5EF4-FFF2-40B4-BE49-F238E27FC236}">
                <a16:creationId xmlns:a16="http://schemas.microsoft.com/office/drawing/2014/main" id="{1655467F-7CB0-4CB6-8C7A-B7CCEF6A5C4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9850" name="config-label">
            <a:extLst xmlns:a="http://schemas.openxmlformats.org/drawingml/2006/main">
              <a:ext uri="{FF2B5EF4-FFF2-40B4-BE49-F238E27FC236}">
                <a16:creationId xmlns:a16="http://schemas.microsoft.com/office/drawing/2014/main" id="{C9B32A3A-4EF5-4F5B-981F-8DCB37755AE3}"/>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3186498" name="config-title">
            <a:extLst xmlns:a="http://schemas.openxmlformats.org/drawingml/2006/main">
              <a:ext uri="{FF2B5EF4-FFF2-40B4-BE49-F238E27FC236}">
                <a16:creationId xmlns:a16="http://schemas.microsoft.com/office/drawing/2014/main" id="{1E07383D-D2C5-49AB-BBE0-D5D9082CCA8D}"/>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89305167" name="config-detail">
            <a:extLst xmlns:a="http://schemas.openxmlformats.org/drawingml/2006/main">
              <a:ext uri="{FF2B5EF4-FFF2-40B4-BE49-F238E27FC236}">
                <a16:creationId xmlns:a16="http://schemas.microsoft.com/office/drawing/2014/main" id="{03527123-7310-45CE-AA9A-1435C76889C5}"/>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844784630" name="model-plus">
            <a:extLst xmlns:a="http://schemas.openxmlformats.org/drawingml/2006/main">
              <a:ext uri="{FF2B5EF4-FFF2-40B4-BE49-F238E27FC236}">
                <a16:creationId xmlns:a16="http://schemas.microsoft.com/office/drawing/2014/main" id="{13548935-A9EA-4437-B6D3-839C1A4CD170}"/>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14197305" name="checkpoint-component">
            <a:extLst xmlns:a="http://schemas.openxmlformats.org/drawingml/2006/main">
              <a:ext uri="{FF2B5EF4-FFF2-40B4-BE49-F238E27FC236}">
                <a16:creationId xmlns:a16="http://schemas.microsoft.com/office/drawing/2014/main" id="{37F14023-D6B5-49D2-A03C-3B967FF45B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749946" name="checkpoint-label">
            <a:extLst xmlns:a="http://schemas.openxmlformats.org/drawingml/2006/main">
              <a:ext uri="{FF2B5EF4-FFF2-40B4-BE49-F238E27FC236}">
                <a16:creationId xmlns:a16="http://schemas.microsoft.com/office/drawing/2014/main" id="{8AC9B328-64D2-4754-85AB-2B576280B268}"/>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498864847" name="checkpoint-title">
            <a:extLst xmlns:a="http://schemas.openxmlformats.org/drawingml/2006/main">
              <a:ext uri="{FF2B5EF4-FFF2-40B4-BE49-F238E27FC236}">
                <a16:creationId xmlns:a16="http://schemas.microsoft.com/office/drawing/2014/main" id="{B6CBEA7D-DEAA-4918-B9BF-4A84AEA13E30}"/>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75989003" name="checkpoint-detail">
            <a:extLst xmlns:a="http://schemas.openxmlformats.org/drawingml/2006/main">
              <a:ext uri="{FF2B5EF4-FFF2-40B4-BE49-F238E27FC236}">
                <a16:creationId xmlns:a16="http://schemas.microsoft.com/office/drawing/2014/main" id="{513E0526-E4E6-442E-989D-0504E980508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74053885" name="tokenizer-plus">
            <a:extLst xmlns:a="http://schemas.openxmlformats.org/drawingml/2006/main">
              <a:ext uri="{FF2B5EF4-FFF2-40B4-BE49-F238E27FC236}">
                <a16:creationId xmlns:a16="http://schemas.microsoft.com/office/drawing/2014/main" id="{0A103ED7-6A01-4EB7-96C6-0832907E3C88}"/>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620549864" name="text ↔ ids-component">
            <a:extLst xmlns:a="http://schemas.openxmlformats.org/drawingml/2006/main">
              <a:ext uri="{FF2B5EF4-FFF2-40B4-BE49-F238E27FC236}">
                <a16:creationId xmlns:a16="http://schemas.microsoft.com/office/drawing/2014/main" id="{E7A02E99-2AB6-4BF4-BBD6-FFB6F024C37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09345" name="text ↔ ids-label">
            <a:extLst xmlns:a="http://schemas.openxmlformats.org/drawingml/2006/main">
              <a:ext uri="{FF2B5EF4-FFF2-40B4-BE49-F238E27FC236}">
                <a16:creationId xmlns:a16="http://schemas.microsoft.com/office/drawing/2014/main" id="{94D33C7C-BC47-4C52-9C36-7DE84A5CB818}"/>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838176392" name="text ↔ ids-title">
            <a:extLst xmlns:a="http://schemas.openxmlformats.org/drawingml/2006/main">
              <a:ext uri="{FF2B5EF4-FFF2-40B4-BE49-F238E27FC236}">
                <a16:creationId xmlns:a16="http://schemas.microsoft.com/office/drawing/2014/main" id="{844FEB7B-FAA9-4E1C-9614-2E68805D844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703523177" name="text ↔ ids-detail">
            <a:extLst xmlns:a="http://schemas.openxmlformats.org/drawingml/2006/main">
              <a:ext uri="{FF2B5EF4-FFF2-40B4-BE49-F238E27FC236}">
                <a16:creationId xmlns:a16="http://schemas.microsoft.com/office/drawing/2014/main" id="{F12557E1-4C59-4AE5-8439-997CA07DEC7A}"/>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73511606" name="matching-takeaway">
            <a:extLst xmlns:a="http://schemas.openxmlformats.org/drawingml/2006/main">
              <a:ext uri="{FF2B5EF4-FFF2-40B4-BE49-F238E27FC236}">
                <a16:creationId xmlns:a16="http://schemas.microsoft.com/office/drawing/2014/main" id="{AB7CDB94-44D2-4477-9BB7-783494A768EC}"/>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621004278"/>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431657" name="Rectangle 965507380">
            <a:extLst xmlns:a="http://schemas.openxmlformats.org/drawingml/2006/main">
              <a:ext uri="{FF2B5EF4-FFF2-40B4-BE49-F238E27FC236}">
                <a16:creationId xmlns:a16="http://schemas.microsoft.com/office/drawing/2014/main" id="{048A0C6F-14B1-483D-859F-D63C39212C1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659696970" name="Rectangle 139921793">
            <a:extLst xmlns:a="http://schemas.openxmlformats.org/drawingml/2006/main">
              <a:ext uri="{FF2B5EF4-FFF2-40B4-BE49-F238E27FC236}">
                <a16:creationId xmlns:a16="http://schemas.microsoft.com/office/drawing/2014/main" id="{544BDDF3-7A46-4C65-BB32-CCFB6C128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924561746" name="Rectangle: Rounded Corners 1511732123">
            <a:extLst xmlns:a="http://schemas.openxmlformats.org/drawingml/2006/main">
              <a:ext uri="{FF2B5EF4-FFF2-40B4-BE49-F238E27FC236}">
                <a16:creationId xmlns:a16="http://schemas.microsoft.com/office/drawing/2014/main" id="{5CF8815B-0D22-46C6-B11B-FBEC3EABC8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024937" name="Rectangle: Rounded Corners 2034787168">
            <a:extLst xmlns:a="http://schemas.openxmlformats.org/drawingml/2006/main">
              <a:ext uri="{FF2B5EF4-FFF2-40B4-BE49-F238E27FC236}">
                <a16:creationId xmlns:a16="http://schemas.microsoft.com/office/drawing/2014/main" id="{A3AB180A-DE45-479E-B8C0-7A4AD0B189F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535388664" name="Arrow: Right 1804858146">
            <a:extLst xmlns:a="http://schemas.openxmlformats.org/drawingml/2006/main">
              <a:ext uri="{FF2B5EF4-FFF2-40B4-BE49-F238E27FC236}">
                <a16:creationId xmlns:a16="http://schemas.microsoft.com/office/drawing/2014/main" id="{D515AF30-9830-4F85-961A-115D37320160}"/>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155816" name="Rectangle: Rounded Corners 2119234794">
            <a:extLst xmlns:a="http://schemas.openxmlformats.org/drawingml/2006/main">
              <a:ext uri="{FF2B5EF4-FFF2-40B4-BE49-F238E27FC236}">
                <a16:creationId xmlns:a16="http://schemas.microsoft.com/office/drawing/2014/main" id="{9F906116-35C7-40EA-B8AE-DB258101E7D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819688221" name="Arrow: Right 1610655777">
            <a:extLst xmlns:a="http://schemas.openxmlformats.org/drawingml/2006/main">
              <a:ext uri="{FF2B5EF4-FFF2-40B4-BE49-F238E27FC236}">
                <a16:creationId xmlns:a16="http://schemas.microsoft.com/office/drawing/2014/main" id="{C9266AF7-56BE-4C27-BEE0-54D7F9D37682}"/>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53035" name="Rectangle: Rounded Corners 67679862">
            <a:extLst xmlns:a="http://schemas.openxmlformats.org/drawingml/2006/main">
              <a:ext uri="{FF2B5EF4-FFF2-40B4-BE49-F238E27FC236}">
                <a16:creationId xmlns:a16="http://schemas.microsoft.com/office/drawing/2014/main" id="{067375E2-1844-4FF0-A94B-632320DAF16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355629880" name="Straight Connector 1129615995">
            <a:extLst xmlns:a="http://schemas.openxmlformats.org/drawingml/2006/main">
              <a:ext uri="{FF2B5EF4-FFF2-40B4-BE49-F238E27FC236}">
                <a16:creationId xmlns:a16="http://schemas.microsoft.com/office/drawing/2014/main" id="{D92AE581-7340-4526-A3DB-32CCCF43BA37}"/>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191032" name="Rectangle 701260999">
            <a:extLst xmlns:a="http://schemas.openxmlformats.org/drawingml/2006/main">
              <a:ext uri="{FF2B5EF4-FFF2-40B4-BE49-F238E27FC236}">
                <a16:creationId xmlns:a16="http://schemas.microsoft.com/office/drawing/2014/main" id="{91F1AD08-C984-4184-B9B7-47607B3531CF}"/>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275969665" name="Rectangle 567537238">
            <a:extLst xmlns:a="http://schemas.openxmlformats.org/drawingml/2006/main">
              <a:ext uri="{FF2B5EF4-FFF2-40B4-BE49-F238E27FC236}">
                <a16:creationId xmlns:a16="http://schemas.microsoft.com/office/drawing/2014/main" id="{2490941C-B137-4895-A33B-C7F4A8B376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16374422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25463" name="Rectangle 1814109763">
            <a:extLst xmlns:a="http://schemas.openxmlformats.org/drawingml/2006/main">
              <a:ext uri="{FF2B5EF4-FFF2-40B4-BE49-F238E27FC236}">
                <a16:creationId xmlns:a16="http://schemas.microsoft.com/office/drawing/2014/main" id="{9D40036C-B7B2-4072-8D85-AF9F7DEA2E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51775383" name="Rectangle 2024296005">
            <a:extLst xmlns:a="http://schemas.openxmlformats.org/drawingml/2006/main">
              <a:ext uri="{FF2B5EF4-FFF2-40B4-BE49-F238E27FC236}">
                <a16:creationId xmlns:a16="http://schemas.microsoft.com/office/drawing/2014/main" id="{E26FFD33-E7F9-4907-8FD8-3D8172728C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21905851" name="Rectangle: Rounded Corners 520397166">
            <a:extLst xmlns:a="http://schemas.openxmlformats.org/drawingml/2006/main">
              <a:ext uri="{FF2B5EF4-FFF2-40B4-BE49-F238E27FC236}">
                <a16:creationId xmlns:a16="http://schemas.microsoft.com/office/drawing/2014/main" id="{437E2066-BD52-4E06-9440-8185796690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8313689" name="Rectangle 1861104430">
            <a:extLst xmlns:a="http://schemas.openxmlformats.org/drawingml/2006/main">
              <a:ext uri="{FF2B5EF4-FFF2-40B4-BE49-F238E27FC236}">
                <a16:creationId xmlns:a16="http://schemas.microsoft.com/office/drawing/2014/main" id="{687E29AB-5227-45BA-A449-3B275A93576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680709906" name="Rectangle: Rounded Corners 1392389716">
            <a:extLst xmlns:a="http://schemas.openxmlformats.org/drawingml/2006/main">
              <a:ext uri="{FF2B5EF4-FFF2-40B4-BE49-F238E27FC236}">
                <a16:creationId xmlns:a16="http://schemas.microsoft.com/office/drawing/2014/main" id="{6BAD1337-2C3E-4B62-828F-B7940DBE044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142659" name="Rectangle: Rounded Corners 304746229">
            <a:extLst xmlns:a="http://schemas.openxmlformats.org/drawingml/2006/main">
              <a:ext uri="{FF2B5EF4-FFF2-40B4-BE49-F238E27FC236}">
                <a16:creationId xmlns:a16="http://schemas.microsoft.com/office/drawing/2014/main" id="{E2850334-A252-426C-BA8F-142A34F0C94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3923" name="Rectangle: Rounded Corners 1222174650">
            <a:extLst xmlns:a="http://schemas.openxmlformats.org/drawingml/2006/main">
              <a:ext uri="{FF2B5EF4-FFF2-40B4-BE49-F238E27FC236}">
                <a16:creationId xmlns:a16="http://schemas.microsoft.com/office/drawing/2014/main" id="{DCDEDC82-F721-4218-9C02-F134CC88AF2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786872" name="Rectangle: Rounded Corners 221083532">
            <a:extLst xmlns:a="http://schemas.openxmlformats.org/drawingml/2006/main">
              <a:ext uri="{FF2B5EF4-FFF2-40B4-BE49-F238E27FC236}">
                <a16:creationId xmlns:a16="http://schemas.microsoft.com/office/drawing/2014/main" id="{D6BCF90C-3BF7-4255-A69A-CFEA660B358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935630" name="Rectangle: Rounded Corners 1871169587">
            <a:extLst xmlns:a="http://schemas.openxmlformats.org/drawingml/2006/main">
              <a:ext uri="{FF2B5EF4-FFF2-40B4-BE49-F238E27FC236}">
                <a16:creationId xmlns:a16="http://schemas.microsoft.com/office/drawing/2014/main" id="{4737E155-C067-403C-9EE4-DA71783AA1C8}"/>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189602" name="Rectangle 1899079274">
            <a:extLst xmlns:a="http://schemas.openxmlformats.org/drawingml/2006/main">
              <a:ext uri="{FF2B5EF4-FFF2-40B4-BE49-F238E27FC236}">
                <a16:creationId xmlns:a16="http://schemas.microsoft.com/office/drawing/2014/main" id="{C8CE7AEB-DDDD-4B2B-B936-D902FE58D6E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765544263" name="Rectangle: Rounded Corners 557756631">
            <a:extLst xmlns:a="http://schemas.openxmlformats.org/drawingml/2006/main">
              <a:ext uri="{FF2B5EF4-FFF2-40B4-BE49-F238E27FC236}">
                <a16:creationId xmlns:a16="http://schemas.microsoft.com/office/drawing/2014/main" id="{0047726B-C25D-4C01-A6D5-CA8D047B703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4321461" name="Rectangle: Rounded Corners 421477788">
            <a:extLst xmlns:a="http://schemas.openxmlformats.org/drawingml/2006/main">
              <a:ext uri="{FF2B5EF4-FFF2-40B4-BE49-F238E27FC236}">
                <a16:creationId xmlns:a16="http://schemas.microsoft.com/office/drawing/2014/main" id="{AD98624C-3D45-49BA-9A12-994331141F8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780722" name="Rectangle: Rounded Corners 358930618">
            <a:extLst xmlns:a="http://schemas.openxmlformats.org/drawingml/2006/main">
              <a:ext uri="{FF2B5EF4-FFF2-40B4-BE49-F238E27FC236}">
                <a16:creationId xmlns:a16="http://schemas.microsoft.com/office/drawing/2014/main" id="{1A1CAC27-EE63-4127-B6DE-8EB534D2925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6721" name="Rectangle: Rounded Corners 92675593">
            <a:extLst xmlns:a="http://schemas.openxmlformats.org/drawingml/2006/main">
              <a:ext uri="{FF2B5EF4-FFF2-40B4-BE49-F238E27FC236}">
                <a16:creationId xmlns:a16="http://schemas.microsoft.com/office/drawing/2014/main" id="{20446538-C486-4873-8612-EF22461573CF}"/>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300012" name="Rectangle: Rounded Corners 1199041677">
            <a:extLst xmlns:a="http://schemas.openxmlformats.org/drawingml/2006/main">
              <a:ext uri="{FF2B5EF4-FFF2-40B4-BE49-F238E27FC236}">
                <a16:creationId xmlns:a16="http://schemas.microsoft.com/office/drawing/2014/main" id="{634CF3CE-5874-4272-BEE3-571A7B93E044}"/>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97229" name="Rectangle 35073005">
            <a:extLst xmlns:a="http://schemas.openxmlformats.org/drawingml/2006/main">
              <a:ext uri="{FF2B5EF4-FFF2-40B4-BE49-F238E27FC236}">
                <a16:creationId xmlns:a16="http://schemas.microsoft.com/office/drawing/2014/main" id="{3A834DFC-5869-4E7D-BBCE-641B36C221F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191703006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4668569" name="Rectangle 642368024">
            <a:extLst xmlns:a="http://schemas.openxmlformats.org/drawingml/2006/main">
              <a:ext uri="{FF2B5EF4-FFF2-40B4-BE49-F238E27FC236}">
                <a16:creationId xmlns:a16="http://schemas.microsoft.com/office/drawing/2014/main" id="{C8993C28-017A-459D-B6DB-B25EA9282F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67126332" name="Rectangle 1340580572">
            <a:extLst xmlns:a="http://schemas.openxmlformats.org/drawingml/2006/main">
              <a:ext uri="{FF2B5EF4-FFF2-40B4-BE49-F238E27FC236}">
                <a16:creationId xmlns:a16="http://schemas.microsoft.com/office/drawing/2014/main" id="{15C6C178-A138-470C-BDBA-DCCDBF80D01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07490606" name="Rectangle: Rounded Corners 1167098246">
            <a:extLst xmlns:a="http://schemas.openxmlformats.org/drawingml/2006/main">
              <a:ext uri="{FF2B5EF4-FFF2-40B4-BE49-F238E27FC236}">
                <a16:creationId xmlns:a16="http://schemas.microsoft.com/office/drawing/2014/main" id="{59E9D5D6-045F-4C1A-A8F8-43F11BA9BA8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344649" name="Rectangle: Rounded Corners 391850247">
            <a:extLst xmlns:a="http://schemas.openxmlformats.org/drawingml/2006/main">
              <a:ext uri="{FF2B5EF4-FFF2-40B4-BE49-F238E27FC236}">
                <a16:creationId xmlns:a16="http://schemas.microsoft.com/office/drawing/2014/main" id="{7F627ACF-B21C-4178-9DCA-6CE91AC80C0B}"/>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838219" name="Rectangle 558602476">
            <a:extLst xmlns:a="http://schemas.openxmlformats.org/drawingml/2006/main">
              <a:ext uri="{FF2B5EF4-FFF2-40B4-BE49-F238E27FC236}">
                <a16:creationId xmlns:a16="http://schemas.microsoft.com/office/drawing/2014/main" id="{51E88608-26BF-4C72-9D86-82BBE889CA95}"/>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803837369" name="Rectangle 908481340">
            <a:extLst xmlns:a="http://schemas.openxmlformats.org/drawingml/2006/main">
              <a:ext uri="{FF2B5EF4-FFF2-40B4-BE49-F238E27FC236}">
                <a16:creationId xmlns:a16="http://schemas.microsoft.com/office/drawing/2014/main" id="{98F3BA89-66A8-401D-AC6D-FDBBAEDFB38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134384372" name="Rectangle 803342785">
            <a:extLst xmlns:a="http://schemas.openxmlformats.org/drawingml/2006/main">
              <a:ext uri="{FF2B5EF4-FFF2-40B4-BE49-F238E27FC236}">
                <a16:creationId xmlns:a16="http://schemas.microsoft.com/office/drawing/2014/main" id="{A2D1C378-4C7E-483B-BBF7-337AA26263E0}"/>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193538459" name="Rectangle: Rounded Corners 1990101030">
            <a:extLst xmlns:a="http://schemas.openxmlformats.org/drawingml/2006/main">
              <a:ext uri="{FF2B5EF4-FFF2-40B4-BE49-F238E27FC236}">
                <a16:creationId xmlns:a16="http://schemas.microsoft.com/office/drawing/2014/main" id="{0EBFACAF-A3BA-4056-9507-DEFD32E834E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235911" name="Rectangle 1511392786">
            <a:extLst xmlns:a="http://schemas.openxmlformats.org/drawingml/2006/main">
              <a:ext uri="{FF2B5EF4-FFF2-40B4-BE49-F238E27FC236}">
                <a16:creationId xmlns:a16="http://schemas.microsoft.com/office/drawing/2014/main" id="{85F7BEEE-D201-40FB-A4F7-EAADE5759A3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19065369" name="Rectangle: Rounded Corners 768585734">
            <a:extLst xmlns:a="http://schemas.openxmlformats.org/drawingml/2006/main">
              <a:ext uri="{FF2B5EF4-FFF2-40B4-BE49-F238E27FC236}">
                <a16:creationId xmlns:a16="http://schemas.microsoft.com/office/drawing/2014/main" id="{1479F930-E799-43CC-9D2E-F7FFCA02B8AC}"/>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947295" name="Rectangle 734996419">
            <a:extLst xmlns:a="http://schemas.openxmlformats.org/drawingml/2006/main">
              <a:ext uri="{FF2B5EF4-FFF2-40B4-BE49-F238E27FC236}">
                <a16:creationId xmlns:a16="http://schemas.microsoft.com/office/drawing/2014/main" id="{58C3CA28-ECB4-4EC8-9168-CB519EB071A1}"/>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98006826" name="Rectangle: Rounded Corners 904396018">
            <a:extLst xmlns:a="http://schemas.openxmlformats.org/drawingml/2006/main">
              <a:ext uri="{FF2B5EF4-FFF2-40B4-BE49-F238E27FC236}">
                <a16:creationId xmlns:a16="http://schemas.microsoft.com/office/drawing/2014/main" id="{06CD735D-C6B9-4A4F-9836-7679B041D80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079037" name="Rectangle 1723400869">
            <a:extLst xmlns:a="http://schemas.openxmlformats.org/drawingml/2006/main">
              <a:ext uri="{FF2B5EF4-FFF2-40B4-BE49-F238E27FC236}">
                <a16:creationId xmlns:a16="http://schemas.microsoft.com/office/drawing/2014/main" id="{EA0C7C4E-D210-4D0B-AAA7-259ADD9016C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5328685" name="Rectangle: Rounded Corners 1904735606">
            <a:extLst xmlns:a="http://schemas.openxmlformats.org/drawingml/2006/main">
              <a:ext uri="{FF2B5EF4-FFF2-40B4-BE49-F238E27FC236}">
                <a16:creationId xmlns:a16="http://schemas.microsoft.com/office/drawing/2014/main" id="{2C9B4EDD-501D-4DB1-A1C0-5926ACC397D6}"/>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471871" name="Rectangle 1977779495">
            <a:extLst xmlns:a="http://schemas.openxmlformats.org/drawingml/2006/main">
              <a:ext uri="{FF2B5EF4-FFF2-40B4-BE49-F238E27FC236}">
                <a16:creationId xmlns:a16="http://schemas.microsoft.com/office/drawing/2014/main" id="{B508263D-D3DC-4461-A345-9ACE544E51D2}"/>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12304798" name="Rectangle: Rounded Corners 758909754">
            <a:extLst xmlns:a="http://schemas.openxmlformats.org/drawingml/2006/main">
              <a:ext uri="{FF2B5EF4-FFF2-40B4-BE49-F238E27FC236}">
                <a16:creationId xmlns:a16="http://schemas.microsoft.com/office/drawing/2014/main" id="{E16E4FAB-7AA7-438D-AEBE-3DE69EA1476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38495" name="Rectangle 1103671468">
            <a:extLst xmlns:a="http://schemas.openxmlformats.org/drawingml/2006/main">
              <a:ext uri="{FF2B5EF4-FFF2-40B4-BE49-F238E27FC236}">
                <a16:creationId xmlns:a16="http://schemas.microsoft.com/office/drawing/2014/main" id="{85757F81-686B-4C81-9304-F255F68EE4EF}"/>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236860617" name="Rectangle: Rounded Corners 1109785804">
            <a:extLst xmlns:a="http://schemas.openxmlformats.org/drawingml/2006/main">
              <a:ext uri="{FF2B5EF4-FFF2-40B4-BE49-F238E27FC236}">
                <a16:creationId xmlns:a16="http://schemas.microsoft.com/office/drawing/2014/main" id="{923E8047-4BF9-46C4-B260-4A0C5CAB558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1061898" name="Rectangle 87535763">
            <a:extLst xmlns:a="http://schemas.openxmlformats.org/drawingml/2006/main">
              <a:ext uri="{FF2B5EF4-FFF2-40B4-BE49-F238E27FC236}">
                <a16:creationId xmlns:a16="http://schemas.microsoft.com/office/drawing/2014/main" id="{7A8495D1-4C26-4978-A668-6853781C2B8F}"/>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5385491" name="Rectangle: Rounded Corners 395524451">
            <a:extLst xmlns:a="http://schemas.openxmlformats.org/drawingml/2006/main">
              <a:ext uri="{FF2B5EF4-FFF2-40B4-BE49-F238E27FC236}">
                <a16:creationId xmlns:a16="http://schemas.microsoft.com/office/drawing/2014/main" id="{554900A7-74F0-418D-A068-89B0836FF02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959559" name="Rectangle 752117888">
            <a:extLst xmlns:a="http://schemas.openxmlformats.org/drawingml/2006/main">
              <a:ext uri="{FF2B5EF4-FFF2-40B4-BE49-F238E27FC236}">
                <a16:creationId xmlns:a16="http://schemas.microsoft.com/office/drawing/2014/main" id="{C88AA4F4-F847-4C8E-88B2-BC1A0BF9FAA0}"/>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38695926" name="Rectangle: Rounded Corners 1187034514">
            <a:extLst xmlns:a="http://schemas.openxmlformats.org/drawingml/2006/main">
              <a:ext uri="{FF2B5EF4-FFF2-40B4-BE49-F238E27FC236}">
                <a16:creationId xmlns:a16="http://schemas.microsoft.com/office/drawing/2014/main" id="{520EC7EC-4F46-4631-8A46-3EE1699087D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077671" name="Rectangle 1239831952">
            <a:extLst xmlns:a="http://schemas.openxmlformats.org/drawingml/2006/main">
              <a:ext uri="{FF2B5EF4-FFF2-40B4-BE49-F238E27FC236}">
                <a16:creationId xmlns:a16="http://schemas.microsoft.com/office/drawing/2014/main" id="{7329DCB8-8082-4737-B2BE-71F0167AD8B4}"/>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97139" name="Rectangle: Rounded Corners 1990686703">
            <a:extLst xmlns:a="http://schemas.openxmlformats.org/drawingml/2006/main">
              <a:ext uri="{FF2B5EF4-FFF2-40B4-BE49-F238E27FC236}">
                <a16:creationId xmlns:a16="http://schemas.microsoft.com/office/drawing/2014/main" id="{5EC53EBA-1003-4130-9DAA-2C8484389F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18490" name="Rectangle 790741738">
            <a:extLst xmlns:a="http://schemas.openxmlformats.org/drawingml/2006/main">
              <a:ext uri="{FF2B5EF4-FFF2-40B4-BE49-F238E27FC236}">
                <a16:creationId xmlns:a16="http://schemas.microsoft.com/office/drawing/2014/main" id="{2F6553CF-3F20-4851-8A5D-DF3C56D3EFAB}"/>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443085388" name="Rectangle 1344716697">
            <a:extLst xmlns:a="http://schemas.openxmlformats.org/drawingml/2006/main">
              <a:ext uri="{FF2B5EF4-FFF2-40B4-BE49-F238E27FC236}">
                <a16:creationId xmlns:a16="http://schemas.microsoft.com/office/drawing/2014/main" id="{F3A92B0A-0567-41F1-A7A4-85D6B5C3042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0240481" name="Rectangle: Rounded Corners 505587208">
            <a:extLst xmlns:a="http://schemas.openxmlformats.org/drawingml/2006/main">
              <a:ext uri="{FF2B5EF4-FFF2-40B4-BE49-F238E27FC236}">
                <a16:creationId xmlns:a16="http://schemas.microsoft.com/office/drawing/2014/main" id="{DBAA93F5-71AF-4849-8C90-16ED7C84786F}"/>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68425" name="Rectangle 1817540189">
            <a:extLst xmlns:a="http://schemas.openxmlformats.org/drawingml/2006/main">
              <a:ext uri="{FF2B5EF4-FFF2-40B4-BE49-F238E27FC236}">
                <a16:creationId xmlns:a16="http://schemas.microsoft.com/office/drawing/2014/main" id="{96CE6D7A-D267-4B99-B379-20C0F707A26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20708871" name="Rectangle: Rounded Corners 1412774459">
            <a:extLst xmlns:a="http://schemas.openxmlformats.org/drawingml/2006/main">
              <a:ext uri="{FF2B5EF4-FFF2-40B4-BE49-F238E27FC236}">
                <a16:creationId xmlns:a16="http://schemas.microsoft.com/office/drawing/2014/main" id="{8CE7F8DC-8D6B-449E-B411-85E0E282B661}"/>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262881" name="Rectangle 842999192">
            <a:extLst xmlns:a="http://schemas.openxmlformats.org/drawingml/2006/main">
              <a:ext uri="{FF2B5EF4-FFF2-40B4-BE49-F238E27FC236}">
                <a16:creationId xmlns:a16="http://schemas.microsoft.com/office/drawing/2014/main" id="{672501E5-DED6-4076-A216-4816ADF463D9}"/>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74226686" name="Rectangle: Rounded Corners 1720875966">
            <a:extLst xmlns:a="http://schemas.openxmlformats.org/drawingml/2006/main">
              <a:ext uri="{FF2B5EF4-FFF2-40B4-BE49-F238E27FC236}">
                <a16:creationId xmlns:a16="http://schemas.microsoft.com/office/drawing/2014/main" id="{8E313DDD-CB28-468C-9D92-0D2B9BD7BC8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7335873" name="Rectangle 66502239">
            <a:extLst xmlns:a="http://schemas.openxmlformats.org/drawingml/2006/main">
              <a:ext uri="{FF2B5EF4-FFF2-40B4-BE49-F238E27FC236}">
                <a16:creationId xmlns:a16="http://schemas.microsoft.com/office/drawing/2014/main" id="{03F48DAE-C4BC-4DD6-9BC2-42427D31CC2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22569548" name="Rectangle: Rounded Corners 2118371450">
            <a:extLst xmlns:a="http://schemas.openxmlformats.org/drawingml/2006/main">
              <a:ext uri="{FF2B5EF4-FFF2-40B4-BE49-F238E27FC236}">
                <a16:creationId xmlns:a16="http://schemas.microsoft.com/office/drawing/2014/main" id="{70CC611B-D4C9-4E1A-A615-2D1EAB94D1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396688" name="Rectangle 1265886563">
            <a:extLst xmlns:a="http://schemas.openxmlformats.org/drawingml/2006/main">
              <a:ext uri="{FF2B5EF4-FFF2-40B4-BE49-F238E27FC236}">
                <a16:creationId xmlns:a16="http://schemas.microsoft.com/office/drawing/2014/main" id="{D8218CA5-6BEF-47F9-BC48-A916BE141831}"/>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1375062" name="Rectangle: Rounded Corners 2042608732">
            <a:extLst xmlns:a="http://schemas.openxmlformats.org/drawingml/2006/main">
              <a:ext uri="{FF2B5EF4-FFF2-40B4-BE49-F238E27FC236}">
                <a16:creationId xmlns:a16="http://schemas.microsoft.com/office/drawing/2014/main" id="{B230E23A-9D2E-41E8-815C-A4E63C86EC1D}"/>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005228" name="Rectangle 661207096">
            <a:extLst xmlns:a="http://schemas.openxmlformats.org/drawingml/2006/main">
              <a:ext uri="{FF2B5EF4-FFF2-40B4-BE49-F238E27FC236}">
                <a16:creationId xmlns:a16="http://schemas.microsoft.com/office/drawing/2014/main" id="{1587C417-88D0-4D1A-86F5-A400518A6371}"/>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95511344" name="Rectangle: Rounded Corners 1098391783">
            <a:extLst xmlns:a="http://schemas.openxmlformats.org/drawingml/2006/main">
              <a:ext uri="{FF2B5EF4-FFF2-40B4-BE49-F238E27FC236}">
                <a16:creationId xmlns:a16="http://schemas.microsoft.com/office/drawing/2014/main" id="{9137729C-AB01-4AA4-A95E-45B576A1361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624096" name="Rectangle 1867510340">
            <a:extLst xmlns:a="http://schemas.openxmlformats.org/drawingml/2006/main">
              <a:ext uri="{FF2B5EF4-FFF2-40B4-BE49-F238E27FC236}">
                <a16:creationId xmlns:a16="http://schemas.microsoft.com/office/drawing/2014/main" id="{252B0AA9-9ECE-49D7-8C90-97C8D867242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38549567" name="Rectangle 610821016">
            <a:extLst xmlns:a="http://schemas.openxmlformats.org/drawingml/2006/main">
              <a:ext uri="{FF2B5EF4-FFF2-40B4-BE49-F238E27FC236}">
                <a16:creationId xmlns:a16="http://schemas.microsoft.com/office/drawing/2014/main" id="{327F90BB-6611-4EF9-8A2B-4BBA32E1BFCA}"/>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20606715" name="Rectangle: Rounded Corners 1846748793">
            <a:extLst xmlns:a="http://schemas.openxmlformats.org/drawingml/2006/main">
              <a:ext uri="{FF2B5EF4-FFF2-40B4-BE49-F238E27FC236}">
                <a16:creationId xmlns:a16="http://schemas.microsoft.com/office/drawing/2014/main" id="{A8A95FBD-2F89-44BA-910F-BCE3E8074699}"/>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34798674" name="Rectangle 569626175">
            <a:extLst xmlns:a="http://schemas.openxmlformats.org/drawingml/2006/main">
              <a:ext uri="{FF2B5EF4-FFF2-40B4-BE49-F238E27FC236}">
                <a16:creationId xmlns:a16="http://schemas.microsoft.com/office/drawing/2014/main" id="{423AA3D2-F1BE-4E79-B09F-E920C037C12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467872017" name="Rectangle: Rounded Corners 43298065">
            <a:extLst xmlns:a="http://schemas.openxmlformats.org/drawingml/2006/main">
              <a:ext uri="{FF2B5EF4-FFF2-40B4-BE49-F238E27FC236}">
                <a16:creationId xmlns:a16="http://schemas.microsoft.com/office/drawing/2014/main" id="{EEA66665-B8E9-4704-9332-9919B3294C24}"/>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735313704" name="Rectangle 114239354">
            <a:extLst xmlns:a="http://schemas.openxmlformats.org/drawingml/2006/main">
              <a:ext uri="{FF2B5EF4-FFF2-40B4-BE49-F238E27FC236}">
                <a16:creationId xmlns:a16="http://schemas.microsoft.com/office/drawing/2014/main" id="{D89AADCE-0AA7-42C0-A006-BD13B8D316D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971861094" name="Rectangle: Rounded Corners 1589723464">
            <a:extLst xmlns:a="http://schemas.openxmlformats.org/drawingml/2006/main">
              <a:ext uri="{FF2B5EF4-FFF2-40B4-BE49-F238E27FC236}">
                <a16:creationId xmlns:a16="http://schemas.microsoft.com/office/drawing/2014/main" id="{AEF89217-2D20-4B2A-A5D6-A0D72F3F2FB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47886694" name="Rectangle 127230098">
            <a:extLst xmlns:a="http://schemas.openxmlformats.org/drawingml/2006/main">
              <a:ext uri="{FF2B5EF4-FFF2-40B4-BE49-F238E27FC236}">
                <a16:creationId xmlns:a16="http://schemas.microsoft.com/office/drawing/2014/main" id="{76FCE316-BC7A-4931-8965-C5D955EB2919}"/>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2041195910" name="Rectangle 760303360">
            <a:extLst xmlns:a="http://schemas.openxmlformats.org/drawingml/2006/main">
              <a:ext uri="{FF2B5EF4-FFF2-40B4-BE49-F238E27FC236}">
                <a16:creationId xmlns:a16="http://schemas.microsoft.com/office/drawing/2014/main" id="{90D5A918-2853-41D5-B48F-AD89D76EFE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135328733"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846fb2e4804c4398">
            <a:extLst>
              <a:ext uri="{96DAC541-7B7A-43D3-8B79-37D633B846F1}">
                <asvg:svgBlip xmlns:asvg="http://schemas.microsoft.com/office/drawing/2016/SVG/main" r:embed="R9ec380fea3f84ab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381369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604620" name="Rectangle 1109576543">
            <a:extLst xmlns:a="http://schemas.openxmlformats.org/drawingml/2006/main">
              <a:ext uri="{FF2B5EF4-FFF2-40B4-BE49-F238E27FC236}">
                <a16:creationId xmlns:a16="http://schemas.microsoft.com/office/drawing/2014/main" id="{1CBF8D81-E7A5-4ACA-A1F3-C554E23865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270177819" name="Rectangle 165357682">
            <a:extLst xmlns:a="http://schemas.openxmlformats.org/drawingml/2006/main">
              <a:ext uri="{FF2B5EF4-FFF2-40B4-BE49-F238E27FC236}">
                <a16:creationId xmlns:a16="http://schemas.microsoft.com/office/drawing/2014/main" id="{86B6B59A-CEAF-46CE-BFEA-3943085FA6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268236312" name="Rectangle: Rounded Corners 1373434995">
            <a:extLst xmlns:a="http://schemas.openxmlformats.org/drawingml/2006/main">
              <a:ext uri="{FF2B5EF4-FFF2-40B4-BE49-F238E27FC236}">
                <a16:creationId xmlns:a16="http://schemas.microsoft.com/office/drawing/2014/main" id="{899ABE9C-9710-498B-A3A5-F1B72824B2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314639" name="Straight Connector 247695513">
            <a:extLst xmlns:a="http://schemas.openxmlformats.org/drawingml/2006/main">
              <a:ext uri="{FF2B5EF4-FFF2-40B4-BE49-F238E27FC236}">
                <a16:creationId xmlns:a16="http://schemas.microsoft.com/office/drawing/2014/main" id="{C61E842A-6890-4A17-8429-5955E6277B3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426370" name="Oval 628746849">
            <a:extLst xmlns:a="http://schemas.openxmlformats.org/drawingml/2006/main">
              <a:ext uri="{FF2B5EF4-FFF2-40B4-BE49-F238E27FC236}">
                <a16:creationId xmlns:a16="http://schemas.microsoft.com/office/drawing/2014/main" id="{D67B3191-DFB4-4AD1-8102-FC0B0B88BC4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03840338" name="Rectangle 1898660202">
            <a:extLst xmlns:a="http://schemas.openxmlformats.org/drawingml/2006/main">
              <a:ext uri="{FF2B5EF4-FFF2-40B4-BE49-F238E27FC236}">
                <a16:creationId xmlns:a16="http://schemas.microsoft.com/office/drawing/2014/main" id="{4C74D619-9BF0-41C0-96B5-158E8779E7C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868176078" name="Oval 901053968">
            <a:extLst xmlns:a="http://schemas.openxmlformats.org/drawingml/2006/main">
              <a:ext uri="{FF2B5EF4-FFF2-40B4-BE49-F238E27FC236}">
                <a16:creationId xmlns:a16="http://schemas.microsoft.com/office/drawing/2014/main" id="{3B184283-2E2E-4317-B972-6AEC9729C3B9}"/>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938729528" name="Rectangle 2049675483">
            <a:extLst xmlns:a="http://schemas.openxmlformats.org/drawingml/2006/main">
              <a:ext uri="{FF2B5EF4-FFF2-40B4-BE49-F238E27FC236}">
                <a16:creationId xmlns:a16="http://schemas.microsoft.com/office/drawing/2014/main" id="{62E59438-EFE9-4E62-88D1-C414F73778D0}"/>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699065432" name="Oval 80204406">
            <a:extLst xmlns:a="http://schemas.openxmlformats.org/drawingml/2006/main">
              <a:ext uri="{FF2B5EF4-FFF2-40B4-BE49-F238E27FC236}">
                <a16:creationId xmlns:a16="http://schemas.microsoft.com/office/drawing/2014/main" id="{1DE3C361-266A-410E-820C-D88024DAFA13}"/>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03800428" name="Rectangle 1419699716">
            <a:extLst xmlns:a="http://schemas.openxmlformats.org/drawingml/2006/main">
              <a:ext uri="{FF2B5EF4-FFF2-40B4-BE49-F238E27FC236}">
                <a16:creationId xmlns:a16="http://schemas.microsoft.com/office/drawing/2014/main" id="{1B2E9AB7-3C0F-4FE0-AF56-D2FEB95BE251}"/>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437639721" name="Oval 1824188964">
            <a:extLst xmlns:a="http://schemas.openxmlformats.org/drawingml/2006/main">
              <a:ext uri="{FF2B5EF4-FFF2-40B4-BE49-F238E27FC236}">
                <a16:creationId xmlns:a16="http://schemas.microsoft.com/office/drawing/2014/main" id="{EF6886B0-E370-475F-BA7B-933FFB581D3D}"/>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5574848" name="Rectangle 1161191516">
            <a:extLst xmlns:a="http://schemas.openxmlformats.org/drawingml/2006/main">
              <a:ext uri="{FF2B5EF4-FFF2-40B4-BE49-F238E27FC236}">
                <a16:creationId xmlns:a16="http://schemas.microsoft.com/office/drawing/2014/main" id="{E2047562-86F2-41EA-AA9A-9A01C9C6369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054954298" name="Oval 506955708">
            <a:extLst xmlns:a="http://schemas.openxmlformats.org/drawingml/2006/main">
              <a:ext uri="{FF2B5EF4-FFF2-40B4-BE49-F238E27FC236}">
                <a16:creationId xmlns:a16="http://schemas.microsoft.com/office/drawing/2014/main" id="{1145F127-F8D0-4C74-AFAF-E024D99311AB}"/>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142477074" name="Rectangle 1606354811">
            <a:extLst xmlns:a="http://schemas.openxmlformats.org/drawingml/2006/main">
              <a:ext uri="{FF2B5EF4-FFF2-40B4-BE49-F238E27FC236}">
                <a16:creationId xmlns:a16="http://schemas.microsoft.com/office/drawing/2014/main" id="{6EFA6F68-EB9B-4DAF-BA3B-050BBDC9032F}"/>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970617" name="Oval 759270822">
            <a:extLst xmlns:a="http://schemas.openxmlformats.org/drawingml/2006/main">
              <a:ext uri="{FF2B5EF4-FFF2-40B4-BE49-F238E27FC236}">
                <a16:creationId xmlns:a16="http://schemas.microsoft.com/office/drawing/2014/main" id="{437F2301-077D-40C9-8C8D-7AE67A879218}"/>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6036215" name="Rectangle 2044500735">
            <a:extLst xmlns:a="http://schemas.openxmlformats.org/drawingml/2006/main">
              <a:ext uri="{FF2B5EF4-FFF2-40B4-BE49-F238E27FC236}">
                <a16:creationId xmlns:a16="http://schemas.microsoft.com/office/drawing/2014/main" id="{4A305094-18A4-450C-A1F9-041D36224A2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23435749" name="Rectangle 421878984">
            <a:extLst xmlns:a="http://schemas.openxmlformats.org/drawingml/2006/main">
              <a:ext uri="{FF2B5EF4-FFF2-40B4-BE49-F238E27FC236}">
                <a16:creationId xmlns:a16="http://schemas.microsoft.com/office/drawing/2014/main" id="{29A79C06-0E0B-42C9-90B0-D6036629BCC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2099687170" name="Rectangle 865122751">
            <a:extLst xmlns:a="http://schemas.openxmlformats.org/drawingml/2006/main">
              <a:ext uri="{FF2B5EF4-FFF2-40B4-BE49-F238E27FC236}">
                <a16:creationId xmlns:a16="http://schemas.microsoft.com/office/drawing/2014/main" id="{0F03138D-6339-47CA-8FE6-5F6CFEABA9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128590779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558925" name="Rectangle 720144411">
            <a:extLst xmlns:a="http://schemas.openxmlformats.org/drawingml/2006/main">
              <a:ext uri="{FF2B5EF4-FFF2-40B4-BE49-F238E27FC236}">
                <a16:creationId xmlns:a16="http://schemas.microsoft.com/office/drawing/2014/main" id="{4E3918A9-035C-4BCC-B4F6-6F1309ED0D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66156102" name="Rectangle 1225833152">
            <a:extLst xmlns:a="http://schemas.openxmlformats.org/drawingml/2006/main">
              <a:ext uri="{FF2B5EF4-FFF2-40B4-BE49-F238E27FC236}">
                <a16:creationId xmlns:a16="http://schemas.microsoft.com/office/drawing/2014/main" id="{4584CF9F-4D3B-492D-961F-A8173F41B02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30245936" name="Rectangle: Rounded Corners 259784900">
            <a:extLst xmlns:a="http://schemas.openxmlformats.org/drawingml/2006/main">
              <a:ext uri="{FF2B5EF4-FFF2-40B4-BE49-F238E27FC236}">
                <a16:creationId xmlns:a16="http://schemas.microsoft.com/office/drawing/2014/main" id="{EF62ED2F-C23A-4447-BE4C-F659C7AFBD1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44257" name="Rectangle: Rounded Corners 590363604">
            <a:extLst xmlns:a="http://schemas.openxmlformats.org/drawingml/2006/main">
              <a:ext uri="{FF2B5EF4-FFF2-40B4-BE49-F238E27FC236}">
                <a16:creationId xmlns:a16="http://schemas.microsoft.com/office/drawing/2014/main" id="{A0DEF179-26E5-4BFD-AB9D-FDBBAC6B2612}"/>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35055999" name="Rectangle: Rounded Corners 646256513">
            <a:extLst xmlns:a="http://schemas.openxmlformats.org/drawingml/2006/main">
              <a:ext uri="{FF2B5EF4-FFF2-40B4-BE49-F238E27FC236}">
                <a16:creationId xmlns:a16="http://schemas.microsoft.com/office/drawing/2014/main" id="{A37ACE36-87FD-4330-8F0B-67DF706375C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439075460" name="Rectangle: Rounded Corners 904291872">
            <a:extLst xmlns:a="http://schemas.openxmlformats.org/drawingml/2006/main">
              <a:ext uri="{FF2B5EF4-FFF2-40B4-BE49-F238E27FC236}">
                <a16:creationId xmlns:a16="http://schemas.microsoft.com/office/drawing/2014/main" id="{E3BB6552-91CD-4A1E-B11B-C5501BD41D28}"/>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12004353" name="Rectangle: Rounded Corners 1609756684">
            <a:extLst xmlns:a="http://schemas.openxmlformats.org/drawingml/2006/main">
              <a:ext uri="{FF2B5EF4-FFF2-40B4-BE49-F238E27FC236}">
                <a16:creationId xmlns:a16="http://schemas.microsoft.com/office/drawing/2014/main" id="{1DF3FE98-6654-4607-95E6-7A859F278478}"/>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685384307" name="Rectangle: Rounded Corners 855592258">
            <a:extLst xmlns:a="http://schemas.openxmlformats.org/drawingml/2006/main">
              <a:ext uri="{FF2B5EF4-FFF2-40B4-BE49-F238E27FC236}">
                <a16:creationId xmlns:a16="http://schemas.microsoft.com/office/drawing/2014/main" id="{40B85DE1-B344-433E-9360-8C683542832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785701605" name="Straight Connector 607889825">
            <a:extLst xmlns:a="http://schemas.openxmlformats.org/drawingml/2006/main">
              <a:ext uri="{FF2B5EF4-FFF2-40B4-BE49-F238E27FC236}">
                <a16:creationId xmlns:a16="http://schemas.microsoft.com/office/drawing/2014/main" id="{E2990601-F9AF-47C1-B0AE-DE4AB6034EF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67249" name="Rectangle 1601584250">
            <a:extLst xmlns:a="http://schemas.openxmlformats.org/drawingml/2006/main">
              <a:ext uri="{FF2B5EF4-FFF2-40B4-BE49-F238E27FC236}">
                <a16:creationId xmlns:a16="http://schemas.microsoft.com/office/drawing/2014/main" id="{9025B257-A46D-4D71-BEE9-A384558D29FF}"/>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807027632" name="Rectangle 734795484">
            <a:extLst xmlns:a="http://schemas.openxmlformats.org/drawingml/2006/main">
              <a:ext uri="{FF2B5EF4-FFF2-40B4-BE49-F238E27FC236}">
                <a16:creationId xmlns:a16="http://schemas.microsoft.com/office/drawing/2014/main" id="{61FCD0A9-2CB3-43D7-A585-B069D5C4A31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61934452" name="Rectangle 28239208">
            <a:extLst xmlns:a="http://schemas.openxmlformats.org/drawingml/2006/main">
              <a:ext uri="{FF2B5EF4-FFF2-40B4-BE49-F238E27FC236}">
                <a16:creationId xmlns:a16="http://schemas.microsoft.com/office/drawing/2014/main" id="{2DF330FC-4A8E-4F0D-BB53-D63CE639AB8A}"/>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179068518" name="Rectangle 1250386903">
            <a:extLst xmlns:a="http://schemas.openxmlformats.org/drawingml/2006/main">
              <a:ext uri="{FF2B5EF4-FFF2-40B4-BE49-F238E27FC236}">
                <a16:creationId xmlns:a16="http://schemas.microsoft.com/office/drawing/2014/main" id="{6E11B0E0-5C42-4BED-BA0A-5EF6A47DC2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2094512972"/>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0901668" name="Rectangle 1667135521">
            <a:extLst xmlns:a="http://schemas.openxmlformats.org/drawingml/2006/main">
              <a:ext uri="{FF2B5EF4-FFF2-40B4-BE49-F238E27FC236}">
                <a16:creationId xmlns:a16="http://schemas.microsoft.com/office/drawing/2014/main" id="{E843512E-5B5B-4A53-8E9D-AC9B236F72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62962438" name="Rectangle 753528189">
            <a:extLst xmlns:a="http://schemas.openxmlformats.org/drawingml/2006/main">
              <a:ext uri="{FF2B5EF4-FFF2-40B4-BE49-F238E27FC236}">
                <a16:creationId xmlns:a16="http://schemas.microsoft.com/office/drawing/2014/main" id="{AFAF8E6D-C02F-4DF7-91EA-7881A87AE4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08011650" name="Rectangle: Rounded Corners 870951437">
            <a:extLst xmlns:a="http://schemas.openxmlformats.org/drawingml/2006/main">
              <a:ext uri="{FF2B5EF4-FFF2-40B4-BE49-F238E27FC236}">
                <a16:creationId xmlns:a16="http://schemas.microsoft.com/office/drawing/2014/main" id="{C1E4C8AC-8D0C-4141-B34D-BDF1687B19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209533" name="Rectangle: Rounded Corners 1803074334">
            <a:extLst xmlns:a="http://schemas.openxmlformats.org/drawingml/2006/main">
              <a:ext uri="{FF2B5EF4-FFF2-40B4-BE49-F238E27FC236}">
                <a16:creationId xmlns:a16="http://schemas.microsoft.com/office/drawing/2014/main" id="{A9C012FD-3A69-49BE-8356-92681091EF92}"/>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229993170" name="Arrow: Right 2018184415">
            <a:extLst xmlns:a="http://schemas.openxmlformats.org/drawingml/2006/main">
              <a:ext uri="{FF2B5EF4-FFF2-40B4-BE49-F238E27FC236}">
                <a16:creationId xmlns:a16="http://schemas.microsoft.com/office/drawing/2014/main" id="{6BD9FC2A-70BC-440C-852C-5ED3DB0A0F4B}"/>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83634" name="Rectangle: Rounded Corners 850855695">
            <a:extLst xmlns:a="http://schemas.openxmlformats.org/drawingml/2006/main">
              <a:ext uri="{FF2B5EF4-FFF2-40B4-BE49-F238E27FC236}">
                <a16:creationId xmlns:a16="http://schemas.microsoft.com/office/drawing/2014/main" id="{BEE2B617-505D-4BC5-B530-C3A75277C38F}"/>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657233999" name="Arrow: Right 1111035308">
            <a:extLst xmlns:a="http://schemas.openxmlformats.org/drawingml/2006/main">
              <a:ext uri="{FF2B5EF4-FFF2-40B4-BE49-F238E27FC236}">
                <a16:creationId xmlns:a16="http://schemas.microsoft.com/office/drawing/2014/main" id="{65D17367-CE68-4A3A-B2C6-00F2C0CD879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232095" name="Rectangle: Rounded Corners 360549355">
            <a:extLst xmlns:a="http://schemas.openxmlformats.org/drawingml/2006/main">
              <a:ext uri="{FF2B5EF4-FFF2-40B4-BE49-F238E27FC236}">
                <a16:creationId xmlns:a16="http://schemas.microsoft.com/office/drawing/2014/main" id="{9FF6F8AD-9C91-4DBA-8336-4B38DC676732}"/>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50739881" name="Arrow: Right 1294665978">
            <a:extLst xmlns:a="http://schemas.openxmlformats.org/drawingml/2006/main">
              <a:ext uri="{FF2B5EF4-FFF2-40B4-BE49-F238E27FC236}">
                <a16:creationId xmlns:a16="http://schemas.microsoft.com/office/drawing/2014/main" id="{B64CAE4E-F61D-4776-AF4A-F1C21A894F1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930917" name="Rectangle: Rounded Corners 1581615348">
            <a:extLst xmlns:a="http://schemas.openxmlformats.org/drawingml/2006/main">
              <a:ext uri="{FF2B5EF4-FFF2-40B4-BE49-F238E27FC236}">
                <a16:creationId xmlns:a16="http://schemas.microsoft.com/office/drawing/2014/main" id="{77B82CAF-8AB0-40FE-A8F6-23968D74F3FE}"/>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46179457" name="Rectangle: Rounded Corners 143885393">
            <a:extLst xmlns:a="http://schemas.openxmlformats.org/drawingml/2006/main">
              <a:ext uri="{FF2B5EF4-FFF2-40B4-BE49-F238E27FC236}">
                <a16:creationId xmlns:a16="http://schemas.microsoft.com/office/drawing/2014/main" id="{92252A27-5A3A-4CCF-AF22-A6D6496BFA1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22956720" name="Rectangle 310012483">
            <a:extLst xmlns:a="http://schemas.openxmlformats.org/drawingml/2006/main">
              <a:ext uri="{FF2B5EF4-FFF2-40B4-BE49-F238E27FC236}">
                <a16:creationId xmlns:a16="http://schemas.microsoft.com/office/drawing/2014/main" id="{02B35156-D0DE-4AC6-B13B-95150B8510D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634353939" name="Rectangle 131870986">
            <a:extLst xmlns:a="http://schemas.openxmlformats.org/drawingml/2006/main">
              <a:ext uri="{FF2B5EF4-FFF2-40B4-BE49-F238E27FC236}">
                <a16:creationId xmlns:a16="http://schemas.microsoft.com/office/drawing/2014/main" id="{8A6BAE7E-AF89-4740-BD11-B133CDE3487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474201406" name="Rectangle 2042090532">
            <a:extLst xmlns:a="http://schemas.openxmlformats.org/drawingml/2006/main">
              <a:ext uri="{FF2B5EF4-FFF2-40B4-BE49-F238E27FC236}">
                <a16:creationId xmlns:a16="http://schemas.microsoft.com/office/drawing/2014/main" id="{7EDA74B0-398D-4B2D-9784-3F3F5CD92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92122378"/>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4031999" name="Rectangle 1747625471">
            <a:extLst xmlns:a="http://schemas.openxmlformats.org/drawingml/2006/main">
              <a:ext uri="{FF2B5EF4-FFF2-40B4-BE49-F238E27FC236}">
                <a16:creationId xmlns:a16="http://schemas.microsoft.com/office/drawing/2014/main" id="{59759456-6A46-4977-AC46-AEDE5BFD845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93628680" name="Rectangle 1692741899">
            <a:extLst xmlns:a="http://schemas.openxmlformats.org/drawingml/2006/main">
              <a:ext uri="{FF2B5EF4-FFF2-40B4-BE49-F238E27FC236}">
                <a16:creationId xmlns:a16="http://schemas.microsoft.com/office/drawing/2014/main" id="{6384A323-09C7-469E-A916-9C09CBFEB372}"/>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3520482" name="Rectangle: Rounded Corners 258575892">
            <a:extLst xmlns:a="http://schemas.openxmlformats.org/drawingml/2006/main">
              <a:ext uri="{FF2B5EF4-FFF2-40B4-BE49-F238E27FC236}">
                <a16:creationId xmlns:a16="http://schemas.microsoft.com/office/drawing/2014/main" id="{7C3896C7-E4AC-4EE7-9B5E-3CF9A16B0F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272491" name="Rectangle: Rounded Corners 1069258196">
            <a:extLst xmlns:a="http://schemas.openxmlformats.org/drawingml/2006/main">
              <a:ext uri="{FF2B5EF4-FFF2-40B4-BE49-F238E27FC236}">
                <a16:creationId xmlns:a16="http://schemas.microsoft.com/office/drawing/2014/main" id="{F60286A2-601E-4594-A965-0D0B189DDF61}"/>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16561873" name="Rectangle: Rounded Corners 1837153769">
            <a:extLst xmlns:a="http://schemas.openxmlformats.org/drawingml/2006/main">
              <a:ext uri="{FF2B5EF4-FFF2-40B4-BE49-F238E27FC236}">
                <a16:creationId xmlns:a16="http://schemas.microsoft.com/office/drawing/2014/main" id="{F08ACA62-43DB-421D-BD80-DE0EEEA5C9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684956968" name="Rectangle: Rounded Corners 744058578">
            <a:extLst xmlns:a="http://schemas.openxmlformats.org/drawingml/2006/main">
              <a:ext uri="{FF2B5EF4-FFF2-40B4-BE49-F238E27FC236}">
                <a16:creationId xmlns:a16="http://schemas.microsoft.com/office/drawing/2014/main" id="{01E4696E-73F9-41F6-A674-9FDC9BA04D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244193774" name="Rectangle 1294874812">
            <a:extLst xmlns:a="http://schemas.openxmlformats.org/drawingml/2006/main">
              <a:ext uri="{FF2B5EF4-FFF2-40B4-BE49-F238E27FC236}">
                <a16:creationId xmlns:a16="http://schemas.microsoft.com/office/drawing/2014/main" id="{14FBB8AC-4841-4014-9185-C424B275B3C6}"/>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16587217" name="Rectangle 1106276676">
            <a:extLst xmlns:a="http://schemas.openxmlformats.org/drawingml/2006/main">
              <a:ext uri="{FF2B5EF4-FFF2-40B4-BE49-F238E27FC236}">
                <a16:creationId xmlns:a16="http://schemas.microsoft.com/office/drawing/2014/main" id="{F129C3F5-7972-4C79-9513-7470C7534A2A}"/>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847304415" name="Rectangle 1479918333">
            <a:extLst xmlns:a="http://schemas.openxmlformats.org/drawingml/2006/main">
              <a:ext uri="{FF2B5EF4-FFF2-40B4-BE49-F238E27FC236}">
                <a16:creationId xmlns:a16="http://schemas.microsoft.com/office/drawing/2014/main" id="{A1599F8D-07ED-4D4C-B79C-6338239FF2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pic>
        <p:nvPicPr>
          <p:cNvPr id="2093628691"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847904924c724680"/>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19285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9434485" name="Rectangle 935271156">
            <a:extLst xmlns:a="http://schemas.openxmlformats.org/drawingml/2006/main">
              <a:ext uri="{FF2B5EF4-FFF2-40B4-BE49-F238E27FC236}">
                <a16:creationId xmlns:a16="http://schemas.microsoft.com/office/drawing/2014/main" id="{F4133C38-19EE-46A4-837C-AB403E4BA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6373455" name="Rectangle 251777344">
            <a:extLst xmlns:a="http://schemas.openxmlformats.org/drawingml/2006/main">
              <a:ext uri="{FF2B5EF4-FFF2-40B4-BE49-F238E27FC236}">
                <a16:creationId xmlns:a16="http://schemas.microsoft.com/office/drawing/2014/main" id="{DBF7DAD6-C4EB-47FB-B47B-CA804C63510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535422449" name="Rectangle: Rounded Corners 1456392341">
            <a:extLst xmlns:a="http://schemas.openxmlformats.org/drawingml/2006/main">
              <a:ext uri="{FF2B5EF4-FFF2-40B4-BE49-F238E27FC236}">
                <a16:creationId xmlns:a16="http://schemas.microsoft.com/office/drawing/2014/main" id="{E1BED0A8-3AFE-4BA8-8DE7-86934272988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980433" name="Rectangle 1495975732">
            <a:extLst xmlns:a="http://schemas.openxmlformats.org/drawingml/2006/main">
              <a:ext uri="{FF2B5EF4-FFF2-40B4-BE49-F238E27FC236}">
                <a16:creationId xmlns:a16="http://schemas.microsoft.com/office/drawing/2014/main" id="{231FD77C-2AFC-43FD-923A-56BA562EE87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pic>
        <p:nvPicPr>
          <p:cNvPr id="205766085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3c03930469da4ee5"/>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2038184317" name="diffusion-forward-label">
            <a:extLst xmlns:a="http://schemas.openxmlformats.org/drawingml/2006/main">
              <a:ext uri="{FF2B5EF4-FFF2-40B4-BE49-F238E27FC236}">
                <a16:creationId xmlns:a16="http://schemas.microsoft.com/office/drawing/2014/main" id="{6F653C03-E8E7-4901-9887-B9C83314907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57660848" name="diffusion-reverse-label">
            <a:extLst xmlns:a="http://schemas.openxmlformats.org/drawingml/2006/main">
              <a:ext uri="{FF2B5EF4-FFF2-40B4-BE49-F238E27FC236}">
                <a16:creationId xmlns:a16="http://schemas.microsoft.com/office/drawing/2014/main" id="{FF5EBF5D-7767-479C-9ABD-CF5B8B66F81D}"/>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659855012"/>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11291" name="Rectangle 550399601">
            <a:extLst xmlns:a="http://schemas.openxmlformats.org/drawingml/2006/main">
              <a:ext uri="{FF2B5EF4-FFF2-40B4-BE49-F238E27FC236}">
                <a16:creationId xmlns:a16="http://schemas.microsoft.com/office/drawing/2014/main" id="{A5CA0EFE-349B-4D0C-8E38-0BE81777C5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942600897" name="Rectangle 882538346">
            <a:extLst xmlns:a="http://schemas.openxmlformats.org/drawingml/2006/main">
              <a:ext uri="{FF2B5EF4-FFF2-40B4-BE49-F238E27FC236}">
                <a16:creationId xmlns:a16="http://schemas.microsoft.com/office/drawing/2014/main" id="{A4CDFCF5-C6FA-4A5D-8774-F327E0C89A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2932908" name="Rectangle: Rounded Corners 1990867235">
            <a:extLst xmlns:a="http://schemas.openxmlformats.org/drawingml/2006/main">
              <a:ext uri="{FF2B5EF4-FFF2-40B4-BE49-F238E27FC236}">
                <a16:creationId xmlns:a16="http://schemas.microsoft.com/office/drawing/2014/main" id="{11A68F30-0596-4A1B-BF62-6F57A8DFF3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414420" name="Rectangle 9623160">
            <a:extLst xmlns:a="http://schemas.openxmlformats.org/drawingml/2006/main">
              <a:ext uri="{FF2B5EF4-FFF2-40B4-BE49-F238E27FC236}">
                <a16:creationId xmlns:a16="http://schemas.microsoft.com/office/drawing/2014/main" id="{87520A8F-5B91-43CC-9E60-B67C3F4FBA6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83996709" name="Rectangle: Rounded Corners 114855872">
            <a:extLst xmlns:a="http://schemas.openxmlformats.org/drawingml/2006/main">
              <a:ext uri="{FF2B5EF4-FFF2-40B4-BE49-F238E27FC236}">
                <a16:creationId xmlns:a16="http://schemas.microsoft.com/office/drawing/2014/main" id="{D3291D8E-AC86-4D39-BDB3-2D23A9D717E2}"/>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15979078" name="Rectangle: Rounded Corners 734158913">
            <a:extLst xmlns:a="http://schemas.openxmlformats.org/drawingml/2006/main">
              <a:ext uri="{FF2B5EF4-FFF2-40B4-BE49-F238E27FC236}">
                <a16:creationId xmlns:a16="http://schemas.microsoft.com/office/drawing/2014/main" id="{1E66C852-5CDA-47F3-BF3B-F951BC2A56A8}"/>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4261116" name="Rectangle: Rounded Corners 1596678256">
            <a:extLst xmlns:a="http://schemas.openxmlformats.org/drawingml/2006/main">
              <a:ext uri="{FF2B5EF4-FFF2-40B4-BE49-F238E27FC236}">
                <a16:creationId xmlns:a16="http://schemas.microsoft.com/office/drawing/2014/main" id="{0B111E4C-FFF5-45DA-B58D-D06EB9DD27E8}"/>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9810121" name="Rectangle: Rounded Corners 2059288131">
            <a:extLst xmlns:a="http://schemas.openxmlformats.org/drawingml/2006/main">
              <a:ext uri="{FF2B5EF4-FFF2-40B4-BE49-F238E27FC236}">
                <a16:creationId xmlns:a16="http://schemas.microsoft.com/office/drawing/2014/main" id="{5F85A0C1-38BB-45D1-8CB4-EB2ADAEF242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4962682" name="Rectangle: Rounded Corners 1010991302">
            <a:extLst xmlns:a="http://schemas.openxmlformats.org/drawingml/2006/main">
              <a:ext uri="{FF2B5EF4-FFF2-40B4-BE49-F238E27FC236}">
                <a16:creationId xmlns:a16="http://schemas.microsoft.com/office/drawing/2014/main" id="{4AD43B2A-9ED4-4524-88F0-44BB1B9108A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44685497" name="Rectangle: Rounded Corners 1730168992">
            <a:extLst xmlns:a="http://schemas.openxmlformats.org/drawingml/2006/main">
              <a:ext uri="{FF2B5EF4-FFF2-40B4-BE49-F238E27FC236}">
                <a16:creationId xmlns:a16="http://schemas.microsoft.com/office/drawing/2014/main" id="{BFC956DD-B8B1-4EDA-A9EB-9403FC005465}"/>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6204055" name="Straight Connector 427538637">
            <a:extLst xmlns:a="http://schemas.openxmlformats.org/drawingml/2006/main">
              <a:ext uri="{FF2B5EF4-FFF2-40B4-BE49-F238E27FC236}">
                <a16:creationId xmlns:a16="http://schemas.microsoft.com/office/drawing/2014/main" id="{D5C6BD84-9BD9-4F60-9019-D69BB20B9383}"/>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61795" name="Rectangle 317775176">
            <a:extLst xmlns:a="http://schemas.openxmlformats.org/drawingml/2006/main">
              <a:ext uri="{FF2B5EF4-FFF2-40B4-BE49-F238E27FC236}">
                <a16:creationId xmlns:a16="http://schemas.microsoft.com/office/drawing/2014/main" id="{CE475B6C-EE52-44F6-9E40-06AABB16266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89627182" name="Rectangle: Rounded Corners 947755655">
            <a:extLst xmlns:a="http://schemas.openxmlformats.org/drawingml/2006/main">
              <a:ext uri="{FF2B5EF4-FFF2-40B4-BE49-F238E27FC236}">
                <a16:creationId xmlns:a16="http://schemas.microsoft.com/office/drawing/2014/main" id="{6BD52B26-48DE-4085-97C9-72E55573A63A}"/>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1767439" name="Rectangle: Rounded Corners 1310797679">
            <a:extLst xmlns:a="http://schemas.openxmlformats.org/drawingml/2006/main">
              <a:ext uri="{FF2B5EF4-FFF2-40B4-BE49-F238E27FC236}">
                <a16:creationId xmlns:a16="http://schemas.microsoft.com/office/drawing/2014/main" id="{2806AED0-8839-4B6A-910C-0D351708E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95322526" name="Rectangle: Rounded Corners 1996140323">
            <a:extLst xmlns:a="http://schemas.openxmlformats.org/drawingml/2006/main">
              <a:ext uri="{FF2B5EF4-FFF2-40B4-BE49-F238E27FC236}">
                <a16:creationId xmlns:a16="http://schemas.microsoft.com/office/drawing/2014/main" id="{D60FAC6D-2A33-475E-8555-C6BED90DCABC}"/>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44974030" name="Rectangle: Rounded Corners 242163070">
            <a:extLst xmlns:a="http://schemas.openxmlformats.org/drawingml/2006/main">
              <a:ext uri="{FF2B5EF4-FFF2-40B4-BE49-F238E27FC236}">
                <a16:creationId xmlns:a16="http://schemas.microsoft.com/office/drawing/2014/main" id="{E7155A79-5276-439A-9FC1-DAE1B7398722}"/>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54310853" name="Rectangle: Rounded Corners 787924439">
            <a:extLst xmlns:a="http://schemas.openxmlformats.org/drawingml/2006/main">
              <a:ext uri="{FF2B5EF4-FFF2-40B4-BE49-F238E27FC236}">
                <a16:creationId xmlns:a16="http://schemas.microsoft.com/office/drawing/2014/main" id="{A18141D1-9DDC-491A-8647-415E89D24F5A}"/>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71874188" name="Rectangle: Rounded Corners 2036973233">
            <a:extLst xmlns:a="http://schemas.openxmlformats.org/drawingml/2006/main">
              <a:ext uri="{FF2B5EF4-FFF2-40B4-BE49-F238E27FC236}">
                <a16:creationId xmlns:a16="http://schemas.microsoft.com/office/drawing/2014/main" id="{F0765072-69A4-4888-9134-0FD18400F8C3}"/>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3222323" name="Straight Connector 2017847098">
            <a:extLst xmlns:a="http://schemas.openxmlformats.org/drawingml/2006/main">
              <a:ext uri="{FF2B5EF4-FFF2-40B4-BE49-F238E27FC236}">
                <a16:creationId xmlns:a16="http://schemas.microsoft.com/office/drawing/2014/main" id="{A79945FC-C363-4AE5-9AA1-F498CA1B6443}"/>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628900" name="Rectangle 420069148">
            <a:extLst xmlns:a="http://schemas.openxmlformats.org/drawingml/2006/main">
              <a:ext uri="{FF2B5EF4-FFF2-40B4-BE49-F238E27FC236}">
                <a16:creationId xmlns:a16="http://schemas.microsoft.com/office/drawing/2014/main" id="{6E18CB89-61AB-4E51-93E7-A91769841C09}"/>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15814052" name="Rectangle: Rounded Corners 1532010383">
            <a:extLst xmlns:a="http://schemas.openxmlformats.org/drawingml/2006/main">
              <a:ext uri="{FF2B5EF4-FFF2-40B4-BE49-F238E27FC236}">
                <a16:creationId xmlns:a16="http://schemas.microsoft.com/office/drawing/2014/main" id="{C16DA120-6ACF-45FE-B486-DFD4577218C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7966738" name="Rectangle: Rounded Corners 1983276117">
            <a:extLst xmlns:a="http://schemas.openxmlformats.org/drawingml/2006/main">
              <a:ext uri="{FF2B5EF4-FFF2-40B4-BE49-F238E27FC236}">
                <a16:creationId xmlns:a16="http://schemas.microsoft.com/office/drawing/2014/main" id="{6F067CF8-E99E-4F35-8B3A-61CCB2A631D8}"/>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84940224" name="Rectangle: Rounded Corners 1047163946">
            <a:extLst xmlns:a="http://schemas.openxmlformats.org/drawingml/2006/main">
              <a:ext uri="{FF2B5EF4-FFF2-40B4-BE49-F238E27FC236}">
                <a16:creationId xmlns:a16="http://schemas.microsoft.com/office/drawing/2014/main" id="{3CA4304E-1928-4C46-A9AC-893711B2C9F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16547477" name="Rectangle: Rounded Corners 523171807">
            <a:extLst xmlns:a="http://schemas.openxmlformats.org/drawingml/2006/main">
              <a:ext uri="{FF2B5EF4-FFF2-40B4-BE49-F238E27FC236}">
                <a16:creationId xmlns:a16="http://schemas.microsoft.com/office/drawing/2014/main" id="{9055166C-4ECA-4C4E-8EA7-53714F0EFC16}"/>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449476944" name="Rectangle: Rounded Corners 752356456">
            <a:extLst xmlns:a="http://schemas.openxmlformats.org/drawingml/2006/main">
              <a:ext uri="{FF2B5EF4-FFF2-40B4-BE49-F238E27FC236}">
                <a16:creationId xmlns:a16="http://schemas.microsoft.com/office/drawing/2014/main" id="{2EB5B388-ECEE-488A-BD7A-FF7C4E50C18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70023673" name="Rectangle: Rounded Corners 816374805">
            <a:extLst xmlns:a="http://schemas.openxmlformats.org/drawingml/2006/main">
              <a:ext uri="{FF2B5EF4-FFF2-40B4-BE49-F238E27FC236}">
                <a16:creationId xmlns:a16="http://schemas.microsoft.com/office/drawing/2014/main" id="{15A6A710-9E4B-41FD-8489-B604F98E6AD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10144578" name="Straight Connector 1386166301">
            <a:extLst xmlns:a="http://schemas.openxmlformats.org/drawingml/2006/main">
              <a:ext uri="{FF2B5EF4-FFF2-40B4-BE49-F238E27FC236}">
                <a16:creationId xmlns:a16="http://schemas.microsoft.com/office/drawing/2014/main" id="{18BD10D7-8B79-498F-8412-683F2C0726A0}"/>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712568" name="Rectangle 1180679312">
            <a:extLst xmlns:a="http://schemas.openxmlformats.org/drawingml/2006/main">
              <a:ext uri="{FF2B5EF4-FFF2-40B4-BE49-F238E27FC236}">
                <a16:creationId xmlns:a16="http://schemas.microsoft.com/office/drawing/2014/main" id="{0FBBA6B5-FD66-4DB2-BCC2-3347A69BA003}"/>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319507314" name="Rectangle: Rounded Corners 1119801345">
            <a:extLst xmlns:a="http://schemas.openxmlformats.org/drawingml/2006/main">
              <a:ext uri="{FF2B5EF4-FFF2-40B4-BE49-F238E27FC236}">
                <a16:creationId xmlns:a16="http://schemas.microsoft.com/office/drawing/2014/main" id="{632EFEDE-6E37-446C-99B8-05091618BCD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99241165" name="Rectangle: Rounded Corners 563472098">
            <a:extLst xmlns:a="http://schemas.openxmlformats.org/drawingml/2006/main">
              <a:ext uri="{FF2B5EF4-FFF2-40B4-BE49-F238E27FC236}">
                <a16:creationId xmlns:a16="http://schemas.microsoft.com/office/drawing/2014/main" id="{5BBEAEE2-2B54-44B9-9393-37814A819F6C}"/>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356680950" name="Rectangle: Rounded Corners 1869507790">
            <a:extLst xmlns:a="http://schemas.openxmlformats.org/drawingml/2006/main">
              <a:ext uri="{FF2B5EF4-FFF2-40B4-BE49-F238E27FC236}">
                <a16:creationId xmlns:a16="http://schemas.microsoft.com/office/drawing/2014/main" id="{73158C2E-5F4C-431E-83D3-616A77C6649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832125129" name="Rectangle: Rounded Corners 2113559938">
            <a:extLst xmlns:a="http://schemas.openxmlformats.org/drawingml/2006/main">
              <a:ext uri="{FF2B5EF4-FFF2-40B4-BE49-F238E27FC236}">
                <a16:creationId xmlns:a16="http://schemas.microsoft.com/office/drawing/2014/main" id="{C85C06E5-D48C-4C9E-BA66-E7F5553C065D}"/>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19248641" name="Rectangle: Rounded Corners 274418513">
            <a:extLst xmlns:a="http://schemas.openxmlformats.org/drawingml/2006/main">
              <a:ext uri="{FF2B5EF4-FFF2-40B4-BE49-F238E27FC236}">
                <a16:creationId xmlns:a16="http://schemas.microsoft.com/office/drawing/2014/main" id="{CD1297AB-953F-47D2-9C0B-1AA03546DAFA}"/>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65104211" name="Rectangle: Rounded Corners 1941550636">
            <a:extLst xmlns:a="http://schemas.openxmlformats.org/drawingml/2006/main">
              <a:ext uri="{FF2B5EF4-FFF2-40B4-BE49-F238E27FC236}">
                <a16:creationId xmlns:a16="http://schemas.microsoft.com/office/drawing/2014/main" id="{3564E996-B5BE-4FD3-9061-846113DC4C0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62446768" name="Rectangle 1798355039">
            <a:extLst xmlns:a="http://schemas.openxmlformats.org/drawingml/2006/main">
              <a:ext uri="{FF2B5EF4-FFF2-40B4-BE49-F238E27FC236}">
                <a16:creationId xmlns:a16="http://schemas.microsoft.com/office/drawing/2014/main" id="{7FE6BFDC-4FB3-4DF2-A100-DAB671DB4E67}"/>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19297419" name="Rectangle 1161886986">
            <a:extLst xmlns:a="http://schemas.openxmlformats.org/drawingml/2006/main">
              <a:ext uri="{FF2B5EF4-FFF2-40B4-BE49-F238E27FC236}">
                <a16:creationId xmlns:a16="http://schemas.microsoft.com/office/drawing/2014/main" id="{F1AD57F6-C1D9-4BD0-BFA4-25BC0BFD79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
        <p:nvSpPr>
          <p:cNvPr id="566730036" name="mercury-example-divider">
            <a:extLst xmlns:a="http://schemas.openxmlformats.org/drawingml/2006/main">
              <a:ext uri="{FF2B5EF4-FFF2-40B4-BE49-F238E27FC236}">
                <a16:creationId xmlns:a16="http://schemas.microsoft.com/office/drawing/2014/main" id="{72B9CAE4-2B55-4EE8-BCF0-500105CFF9F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848878" name="mercury-example-label">
            <a:extLst xmlns:a="http://schemas.openxmlformats.org/drawingml/2006/main">
              <a:ext uri="{FF2B5EF4-FFF2-40B4-BE49-F238E27FC236}">
                <a16:creationId xmlns:a16="http://schemas.microsoft.com/office/drawing/2014/main" id="{6D7B0FFC-51D7-4A32-85D0-06F7F962584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56034705" name="mercury-2-link">
            <a:extLst xmlns:a="http://schemas.openxmlformats.org/drawingml/2006/main">
              <a:ext uri="{FF2B5EF4-FFF2-40B4-BE49-F238E27FC236}">
                <a16:creationId xmlns:a16="http://schemas.microsoft.com/office/drawing/2014/main" id="{B669ED5A-1944-463A-AE8C-AFACA0CC1E8A}"/>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10a9c7ebf02146b8"/>
              </a:rPr>
              <a:t>Transformer dLLM</a:t>
            </a:r>
          </a:p>
        </p:txBody>
      </p:sp>
      <p:sp>
        <p:nvSpPr>
          <p:cNvPr id="2597565" name="mercury-example-description">
            <a:extLst xmlns:a="http://schemas.openxmlformats.org/drawingml/2006/main">
              <a:ext uri="{FF2B5EF4-FFF2-40B4-BE49-F238E27FC236}">
                <a16:creationId xmlns:a16="http://schemas.microsoft.com/office/drawing/2014/main" id="{D32A0A9F-A812-449C-B63A-8A9773A3FECC}"/>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507129406" name="mercury-example-contrast">
            <a:extLst xmlns:a="http://schemas.openxmlformats.org/drawingml/2006/main">
              <a:ext uri="{FF2B5EF4-FFF2-40B4-BE49-F238E27FC236}">
                <a16:creationId xmlns:a16="http://schemas.microsoft.com/office/drawing/2014/main" id="{C5B45E59-4D1E-428A-A2B9-2B1C75B0AC31}"/>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616797455"/>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8001331" name="Rectangle 1487198538">
            <a:extLst xmlns:a="http://schemas.openxmlformats.org/drawingml/2006/main">
              <a:ext uri="{FF2B5EF4-FFF2-40B4-BE49-F238E27FC236}">
                <a16:creationId xmlns:a16="http://schemas.microsoft.com/office/drawing/2014/main" id="{94E26DFC-3DE7-4363-87AB-CF27579FD5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82057763" name="Rectangle 1518038747">
            <a:extLst xmlns:a="http://schemas.openxmlformats.org/drawingml/2006/main">
              <a:ext uri="{FF2B5EF4-FFF2-40B4-BE49-F238E27FC236}">
                <a16:creationId xmlns:a16="http://schemas.microsoft.com/office/drawing/2014/main" id="{F70D7CA4-AE2F-40EB-B9DC-37B9A303C5C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734279514" name="Rectangle: Rounded Corners 1531743003">
            <a:extLst xmlns:a="http://schemas.openxmlformats.org/drawingml/2006/main">
              <a:ext uri="{FF2B5EF4-FFF2-40B4-BE49-F238E27FC236}">
                <a16:creationId xmlns:a16="http://schemas.microsoft.com/office/drawing/2014/main" id="{259E0CC3-6FFA-4E03-AF70-8A368DE328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6518808" name="Rectangle: Rounded Corners 369702881">
            <a:extLst xmlns:a="http://schemas.openxmlformats.org/drawingml/2006/main">
              <a:ext uri="{FF2B5EF4-FFF2-40B4-BE49-F238E27FC236}">
                <a16:creationId xmlns:a16="http://schemas.microsoft.com/office/drawing/2014/main" id="{F5EADCA3-C0D7-4B90-82F1-8BCE5FFA61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374573494" name="Rectangle 1197178350">
            <a:extLst xmlns:a="http://schemas.openxmlformats.org/drawingml/2006/main">
              <a:ext uri="{FF2B5EF4-FFF2-40B4-BE49-F238E27FC236}">
                <a16:creationId xmlns:a16="http://schemas.microsoft.com/office/drawing/2014/main" id="{4318E429-9D69-42C5-B9B1-78C9FD50F52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13256418" name="Rectangle: Rounded Corners 1914676260">
            <a:extLst xmlns:a="http://schemas.openxmlformats.org/drawingml/2006/main">
              <a:ext uri="{FF2B5EF4-FFF2-40B4-BE49-F238E27FC236}">
                <a16:creationId xmlns:a16="http://schemas.microsoft.com/office/drawing/2014/main" id="{3BDD3781-FF09-4CA9-ADDD-FF3DB215374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02605070" name="Rectangle: Rounded Corners 58582831">
            <a:extLst xmlns:a="http://schemas.openxmlformats.org/drawingml/2006/main">
              <a:ext uri="{FF2B5EF4-FFF2-40B4-BE49-F238E27FC236}">
                <a16:creationId xmlns:a16="http://schemas.microsoft.com/office/drawing/2014/main" id="{75A90255-C20A-4C10-8EEF-9AB817233907}"/>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736783928" name="Rectangle: Rounded Corners 1580617481">
            <a:extLst xmlns:a="http://schemas.openxmlformats.org/drawingml/2006/main">
              <a:ext uri="{FF2B5EF4-FFF2-40B4-BE49-F238E27FC236}">
                <a16:creationId xmlns:a16="http://schemas.microsoft.com/office/drawing/2014/main" id="{C5AEC28F-05E1-41FD-921D-1EAC47B627A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594607362" name="Rectangle: Rounded Corners 1783142644">
            <a:extLst xmlns:a="http://schemas.openxmlformats.org/drawingml/2006/main">
              <a:ext uri="{FF2B5EF4-FFF2-40B4-BE49-F238E27FC236}">
                <a16:creationId xmlns:a16="http://schemas.microsoft.com/office/drawing/2014/main" id="{EAD60634-5B3B-4314-B928-CE2D9AEE43B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59229599" name="Rectangle 1697788859">
            <a:extLst xmlns:a="http://schemas.openxmlformats.org/drawingml/2006/main">
              <a:ext uri="{FF2B5EF4-FFF2-40B4-BE49-F238E27FC236}">
                <a16:creationId xmlns:a16="http://schemas.microsoft.com/office/drawing/2014/main" id="{C898422E-1B41-4197-AEBF-C40348822BF6}"/>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21160303" name="Rectangle: Rounded Corners 1686198037">
            <a:extLst xmlns:a="http://schemas.openxmlformats.org/drawingml/2006/main">
              <a:ext uri="{FF2B5EF4-FFF2-40B4-BE49-F238E27FC236}">
                <a16:creationId xmlns:a16="http://schemas.microsoft.com/office/drawing/2014/main" id="{731ABD85-F193-4F49-B9CD-6B4D7FF2EA55}"/>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54890187" name="Rectangle 1556928439">
            <a:extLst xmlns:a="http://schemas.openxmlformats.org/drawingml/2006/main">
              <a:ext uri="{FF2B5EF4-FFF2-40B4-BE49-F238E27FC236}">
                <a16:creationId xmlns:a16="http://schemas.microsoft.com/office/drawing/2014/main" id="{92D2733E-A9B2-4CCB-86FE-0725D07B4114}"/>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9584956" name="Straight Connector 170693198">
            <a:extLst xmlns:a="http://schemas.openxmlformats.org/drawingml/2006/main">
              <a:ext uri="{FF2B5EF4-FFF2-40B4-BE49-F238E27FC236}">
                <a16:creationId xmlns:a16="http://schemas.microsoft.com/office/drawing/2014/main" id="{3C6739E1-1563-46CE-BAC3-7C38C1DAB05A}"/>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1158508" name="Straight Connector 2021615088">
            <a:extLst xmlns:a="http://schemas.openxmlformats.org/drawingml/2006/main">
              <a:ext uri="{FF2B5EF4-FFF2-40B4-BE49-F238E27FC236}">
                <a16:creationId xmlns:a16="http://schemas.microsoft.com/office/drawing/2014/main" id="{339B7E6B-B68B-431F-96E3-B455A65B7BB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887138" name="Rectangle 1396476378">
            <a:extLst xmlns:a="http://schemas.openxmlformats.org/drawingml/2006/main">
              <a:ext uri="{FF2B5EF4-FFF2-40B4-BE49-F238E27FC236}">
                <a16:creationId xmlns:a16="http://schemas.microsoft.com/office/drawing/2014/main" id="{8D32CE51-DC3C-41F4-83BF-E72D30EBB3BF}"/>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699298819" name="Rectangle: Rounded Corners 910307424">
            <a:extLst xmlns:a="http://schemas.openxmlformats.org/drawingml/2006/main">
              <a:ext uri="{FF2B5EF4-FFF2-40B4-BE49-F238E27FC236}">
                <a16:creationId xmlns:a16="http://schemas.microsoft.com/office/drawing/2014/main" id="{266B8CC4-E362-45D3-8509-CD002D44807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35632404" name="Rectangle: Rounded Corners 760188915">
            <a:extLst xmlns:a="http://schemas.openxmlformats.org/drawingml/2006/main">
              <a:ext uri="{FF2B5EF4-FFF2-40B4-BE49-F238E27FC236}">
                <a16:creationId xmlns:a16="http://schemas.microsoft.com/office/drawing/2014/main" id="{B293DB76-5452-4551-A5FB-AD74C3FDEF57}"/>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52040534" name="Rectangle: Rounded Corners 1604029254">
            <a:extLst xmlns:a="http://schemas.openxmlformats.org/drawingml/2006/main">
              <a:ext uri="{FF2B5EF4-FFF2-40B4-BE49-F238E27FC236}">
                <a16:creationId xmlns:a16="http://schemas.microsoft.com/office/drawing/2014/main" id="{FDE37A0F-67A8-4672-81AF-A5F1C133ADA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484710032" name="Rectangle 583346847">
            <a:extLst xmlns:a="http://schemas.openxmlformats.org/drawingml/2006/main">
              <a:ext uri="{FF2B5EF4-FFF2-40B4-BE49-F238E27FC236}">
                <a16:creationId xmlns:a16="http://schemas.microsoft.com/office/drawing/2014/main" id="{0E03D0E7-2105-4337-B7DE-E9CEB7C251A5}"/>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724029883" name="Rectangle: Rounded Corners 5957980">
            <a:extLst xmlns:a="http://schemas.openxmlformats.org/drawingml/2006/main">
              <a:ext uri="{FF2B5EF4-FFF2-40B4-BE49-F238E27FC236}">
                <a16:creationId xmlns:a16="http://schemas.microsoft.com/office/drawing/2014/main" id="{99DFAB28-F32D-4800-ACDE-CB01F8402B9C}"/>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953148724" name="Rectangle: Rounded Corners 410294816">
            <a:extLst xmlns:a="http://schemas.openxmlformats.org/drawingml/2006/main">
              <a:ext uri="{FF2B5EF4-FFF2-40B4-BE49-F238E27FC236}">
                <a16:creationId xmlns:a16="http://schemas.microsoft.com/office/drawing/2014/main" id="{AF62679F-5F3E-46C5-A771-8B8E3EA1664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116386192" name="Straight Connector 1668590987">
            <a:extLst xmlns:a="http://schemas.openxmlformats.org/drawingml/2006/main">
              <a:ext uri="{FF2B5EF4-FFF2-40B4-BE49-F238E27FC236}">
                <a16:creationId xmlns:a16="http://schemas.microsoft.com/office/drawing/2014/main" id="{D25DCA39-6E78-49F7-8EBB-FDB8E8AF8217}"/>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325229" name="Rectangle 1956440405">
            <a:extLst xmlns:a="http://schemas.openxmlformats.org/drawingml/2006/main">
              <a:ext uri="{FF2B5EF4-FFF2-40B4-BE49-F238E27FC236}">
                <a16:creationId xmlns:a16="http://schemas.microsoft.com/office/drawing/2014/main" id="{BF330076-CD51-4A80-A1BD-F8600D23BE2C}"/>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49747714" name="Rectangle 918919992">
            <a:extLst xmlns:a="http://schemas.openxmlformats.org/drawingml/2006/main">
              <a:ext uri="{FF2B5EF4-FFF2-40B4-BE49-F238E27FC236}">
                <a16:creationId xmlns:a16="http://schemas.microsoft.com/office/drawing/2014/main" id="{DD03354E-666D-4470-B096-26C0B9FF52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878734957"/>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4954582" name="Rectangle 1682307419">
            <a:extLst xmlns:a="http://schemas.openxmlformats.org/drawingml/2006/main">
              <a:ext uri="{FF2B5EF4-FFF2-40B4-BE49-F238E27FC236}">
                <a16:creationId xmlns:a16="http://schemas.microsoft.com/office/drawing/2014/main" id="{C52C6088-EEE2-4195-A602-04F869905D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397020601" name="Rectangle 1048423222">
            <a:extLst xmlns:a="http://schemas.openxmlformats.org/drawingml/2006/main">
              <a:ext uri="{FF2B5EF4-FFF2-40B4-BE49-F238E27FC236}">
                <a16:creationId xmlns:a16="http://schemas.microsoft.com/office/drawing/2014/main" id="{1CE03167-3042-4CB8-8043-2C5382E7680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33319360" name="Rectangle 1821451500">
            <a:extLst xmlns:a="http://schemas.openxmlformats.org/drawingml/2006/main">
              <a:ext uri="{FF2B5EF4-FFF2-40B4-BE49-F238E27FC236}">
                <a16:creationId xmlns:a16="http://schemas.microsoft.com/office/drawing/2014/main" id="{1AB5BF60-2BA4-4F2D-9DAD-C0DCDF5D1F1C}"/>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749544569" name="Rectangle: Rounded Corners 1912787708">
            <a:extLst xmlns:a="http://schemas.openxmlformats.org/drawingml/2006/main">
              <a:ext uri="{FF2B5EF4-FFF2-40B4-BE49-F238E27FC236}">
                <a16:creationId xmlns:a16="http://schemas.microsoft.com/office/drawing/2014/main" id="{C896746B-F09C-4A19-9B00-7192AA49516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8957461" name="Rectangle 698160899">
            <a:extLst xmlns:a="http://schemas.openxmlformats.org/drawingml/2006/main">
              <a:ext uri="{FF2B5EF4-FFF2-40B4-BE49-F238E27FC236}">
                <a16:creationId xmlns:a16="http://schemas.microsoft.com/office/drawing/2014/main" id="{586963AE-1016-4F45-9059-DC53F1D2CC91}"/>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66601906" name="Straight Connector 820052219">
            <a:extLst xmlns:a="http://schemas.openxmlformats.org/drawingml/2006/main">
              <a:ext uri="{FF2B5EF4-FFF2-40B4-BE49-F238E27FC236}">
                <a16:creationId xmlns:a16="http://schemas.microsoft.com/office/drawing/2014/main" id="{91C03445-6032-4D52-8027-63DD00118B5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41670" name="Rectangle: Rounded Corners 1977383084">
            <a:extLst xmlns:a="http://schemas.openxmlformats.org/drawingml/2006/main">
              <a:ext uri="{FF2B5EF4-FFF2-40B4-BE49-F238E27FC236}">
                <a16:creationId xmlns:a16="http://schemas.microsoft.com/office/drawing/2014/main" id="{1E8F910B-7516-4ED5-9221-71176AECD185}"/>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390755" name="Rectangle: Rounded Corners 1598161198">
            <a:extLst xmlns:a="http://schemas.openxmlformats.org/drawingml/2006/main">
              <a:ext uri="{FF2B5EF4-FFF2-40B4-BE49-F238E27FC236}">
                <a16:creationId xmlns:a16="http://schemas.microsoft.com/office/drawing/2014/main" id="{E6225635-7B5F-469D-A071-E14D4F884DC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5585" name="Rectangle: Rounded Corners 1558195880">
            <a:extLst xmlns:a="http://schemas.openxmlformats.org/drawingml/2006/main">
              <a:ext uri="{FF2B5EF4-FFF2-40B4-BE49-F238E27FC236}">
                <a16:creationId xmlns:a16="http://schemas.microsoft.com/office/drawing/2014/main" id="{DC135FCE-8894-4C8E-B61A-863E7BBC513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77473" name="Rectangle: Rounded Corners 521701979">
            <a:extLst xmlns:a="http://schemas.openxmlformats.org/drawingml/2006/main">
              <a:ext uri="{FF2B5EF4-FFF2-40B4-BE49-F238E27FC236}">
                <a16:creationId xmlns:a16="http://schemas.microsoft.com/office/drawing/2014/main" id="{11EC3CE9-3D60-42FA-BB31-C6BDDA8DC72C}"/>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279417" name="Rectangle: Rounded Corners 1995606132">
            <a:extLst xmlns:a="http://schemas.openxmlformats.org/drawingml/2006/main">
              <a:ext uri="{FF2B5EF4-FFF2-40B4-BE49-F238E27FC236}">
                <a16:creationId xmlns:a16="http://schemas.microsoft.com/office/drawing/2014/main" id="{773036A2-A18D-4F81-8B31-54A77C38A9D3}"/>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994264" name="Rectangle 1524836487">
            <a:extLst xmlns:a="http://schemas.openxmlformats.org/drawingml/2006/main">
              <a:ext uri="{FF2B5EF4-FFF2-40B4-BE49-F238E27FC236}">
                <a16:creationId xmlns:a16="http://schemas.microsoft.com/office/drawing/2014/main" id="{A8095ABB-9B3F-4B54-A0FF-7DA10D8F1093}"/>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51767057" name="Rectangle 2124862657">
            <a:extLst xmlns:a="http://schemas.openxmlformats.org/drawingml/2006/main">
              <a:ext uri="{FF2B5EF4-FFF2-40B4-BE49-F238E27FC236}">
                <a16:creationId xmlns:a16="http://schemas.microsoft.com/office/drawing/2014/main" id="{E51364BA-0F0C-40FB-92CC-F46595EBCDF4}"/>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41076047" name="Rectangle 8219971">
            <a:extLst xmlns:a="http://schemas.openxmlformats.org/drawingml/2006/main">
              <a:ext uri="{FF2B5EF4-FFF2-40B4-BE49-F238E27FC236}">
                <a16:creationId xmlns:a16="http://schemas.microsoft.com/office/drawing/2014/main" id="{22C9EFDF-3ADF-4CC8-A61D-4D3C085AF18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054096204" name="Rectangle: Rounded Corners 1401385986">
            <a:extLst xmlns:a="http://schemas.openxmlformats.org/drawingml/2006/main">
              <a:ext uri="{FF2B5EF4-FFF2-40B4-BE49-F238E27FC236}">
                <a16:creationId xmlns:a16="http://schemas.microsoft.com/office/drawing/2014/main" id="{204EB9BE-4787-4502-9A13-2BF2D7071BF7}"/>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2411" name="Oval 2082712540">
            <a:extLst xmlns:a="http://schemas.openxmlformats.org/drawingml/2006/main">
              <a:ext uri="{FF2B5EF4-FFF2-40B4-BE49-F238E27FC236}">
                <a16:creationId xmlns:a16="http://schemas.microsoft.com/office/drawing/2014/main" id="{18DD8DA8-9577-47D6-959E-AC7890AA2814}"/>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998425" name="Oval 1800286295">
            <a:extLst xmlns:a="http://schemas.openxmlformats.org/drawingml/2006/main">
              <a:ext uri="{FF2B5EF4-FFF2-40B4-BE49-F238E27FC236}">
                <a16:creationId xmlns:a16="http://schemas.microsoft.com/office/drawing/2014/main" id="{4C092E3F-BFD5-42E4-97AD-928A0FA3EFE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899163" name="Straight Connector 1377652961">
            <a:extLst xmlns:a="http://schemas.openxmlformats.org/drawingml/2006/main">
              <a:ext uri="{FF2B5EF4-FFF2-40B4-BE49-F238E27FC236}">
                <a16:creationId xmlns:a16="http://schemas.microsoft.com/office/drawing/2014/main" id="{EFA2A31E-D36A-4057-A4D6-B39FD5AA7BC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685947" name="Oval 1129487082">
            <a:extLst xmlns:a="http://schemas.openxmlformats.org/drawingml/2006/main">
              <a:ext uri="{FF2B5EF4-FFF2-40B4-BE49-F238E27FC236}">
                <a16:creationId xmlns:a16="http://schemas.microsoft.com/office/drawing/2014/main" id="{66AA0F14-989E-4C8F-90A1-01E2A0FB3BC3}"/>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281409" name="Straight Connector 1835573147">
            <a:extLst xmlns:a="http://schemas.openxmlformats.org/drawingml/2006/main">
              <a:ext uri="{FF2B5EF4-FFF2-40B4-BE49-F238E27FC236}">
                <a16:creationId xmlns:a16="http://schemas.microsoft.com/office/drawing/2014/main" id="{133BD32C-5273-47D9-BF4C-6B86F900A832}"/>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770613" name="Oval 1354002711">
            <a:extLst xmlns:a="http://schemas.openxmlformats.org/drawingml/2006/main">
              <a:ext uri="{FF2B5EF4-FFF2-40B4-BE49-F238E27FC236}">
                <a16:creationId xmlns:a16="http://schemas.microsoft.com/office/drawing/2014/main" id="{0A7A639F-83C1-44F1-9686-DE239CCC8D3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33080" name="Straight Connector 1642711494">
            <a:extLst xmlns:a="http://schemas.openxmlformats.org/drawingml/2006/main">
              <a:ext uri="{FF2B5EF4-FFF2-40B4-BE49-F238E27FC236}">
                <a16:creationId xmlns:a16="http://schemas.microsoft.com/office/drawing/2014/main" id="{A99E11F7-974E-4AB5-8B9C-F5BA1BEF9A9D}"/>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140853" name="Oval 1162477815">
            <a:extLst xmlns:a="http://schemas.openxmlformats.org/drawingml/2006/main">
              <a:ext uri="{FF2B5EF4-FFF2-40B4-BE49-F238E27FC236}">
                <a16:creationId xmlns:a16="http://schemas.microsoft.com/office/drawing/2014/main" id="{B466B8B9-3B55-41D8-B444-40F0385191D1}"/>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211134" name="Straight Connector 754093467">
            <a:extLst xmlns:a="http://schemas.openxmlformats.org/drawingml/2006/main">
              <a:ext uri="{FF2B5EF4-FFF2-40B4-BE49-F238E27FC236}">
                <a16:creationId xmlns:a16="http://schemas.microsoft.com/office/drawing/2014/main" id="{51ABC626-4556-4085-8510-8AE369343F4A}"/>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702968" name="Oval 926903494">
            <a:extLst xmlns:a="http://schemas.openxmlformats.org/drawingml/2006/main">
              <a:ext uri="{FF2B5EF4-FFF2-40B4-BE49-F238E27FC236}">
                <a16:creationId xmlns:a16="http://schemas.microsoft.com/office/drawing/2014/main" id="{231C7CE2-EFEA-4177-BF0A-F1273E26F79F}"/>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865382" name="Straight Connector 1314704656">
            <a:extLst xmlns:a="http://schemas.openxmlformats.org/drawingml/2006/main">
              <a:ext uri="{FF2B5EF4-FFF2-40B4-BE49-F238E27FC236}">
                <a16:creationId xmlns:a16="http://schemas.microsoft.com/office/drawing/2014/main" id="{2ED70722-244B-4305-B773-8608F12CDEF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858257" name="Oval 297993689">
            <a:extLst xmlns:a="http://schemas.openxmlformats.org/drawingml/2006/main">
              <a:ext uri="{FF2B5EF4-FFF2-40B4-BE49-F238E27FC236}">
                <a16:creationId xmlns:a16="http://schemas.microsoft.com/office/drawing/2014/main" id="{2758F899-617F-4BEB-835C-3913A54634AB}"/>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535684" name="Straight Connector 1869335124">
            <a:extLst xmlns:a="http://schemas.openxmlformats.org/drawingml/2006/main">
              <a:ext uri="{FF2B5EF4-FFF2-40B4-BE49-F238E27FC236}">
                <a16:creationId xmlns:a16="http://schemas.microsoft.com/office/drawing/2014/main" id="{ABBE2DE2-4AC3-49CA-9C7E-34F60B6ABE01}"/>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471644" name="Rectangle 1902597770">
            <a:extLst xmlns:a="http://schemas.openxmlformats.org/drawingml/2006/main">
              <a:ext uri="{FF2B5EF4-FFF2-40B4-BE49-F238E27FC236}">
                <a16:creationId xmlns:a16="http://schemas.microsoft.com/office/drawing/2014/main" id="{2FA8BCE9-4C19-4351-B503-88E51C1127B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856383744" name="Rectangle 1200483564">
            <a:extLst xmlns:a="http://schemas.openxmlformats.org/drawingml/2006/main">
              <a:ext uri="{FF2B5EF4-FFF2-40B4-BE49-F238E27FC236}">
                <a16:creationId xmlns:a16="http://schemas.microsoft.com/office/drawing/2014/main" id="{F94383EB-9AD4-4665-B7FB-99BB6BC6AAE5}"/>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91772905" name="Rectangle 713949086">
            <a:extLst xmlns:a="http://schemas.openxmlformats.org/drawingml/2006/main">
              <a:ext uri="{FF2B5EF4-FFF2-40B4-BE49-F238E27FC236}">
                <a16:creationId xmlns:a16="http://schemas.microsoft.com/office/drawing/2014/main" id="{EC14E3BB-DF12-418E-B108-7C19C9AD9682}"/>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091382662" name="Rectangle: Rounded Corners 731916211">
            <a:extLst xmlns:a="http://schemas.openxmlformats.org/drawingml/2006/main">
              <a:ext uri="{FF2B5EF4-FFF2-40B4-BE49-F238E27FC236}">
                <a16:creationId xmlns:a16="http://schemas.microsoft.com/office/drawing/2014/main" id="{A7F11D9A-A2A3-434C-86FF-33AD436AF9AC}"/>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236766" name="Oval 1174154410">
            <a:extLst xmlns:a="http://schemas.openxmlformats.org/drawingml/2006/main">
              <a:ext uri="{FF2B5EF4-FFF2-40B4-BE49-F238E27FC236}">
                <a16:creationId xmlns:a16="http://schemas.microsoft.com/office/drawing/2014/main" id="{4E2ECF8B-6614-415A-AD33-2CEF5F59C3CD}"/>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807920" name="Oval 125293162">
            <a:extLst xmlns:a="http://schemas.openxmlformats.org/drawingml/2006/main">
              <a:ext uri="{FF2B5EF4-FFF2-40B4-BE49-F238E27FC236}">
                <a16:creationId xmlns:a16="http://schemas.microsoft.com/office/drawing/2014/main" id="{10E7CD4E-C8EA-43B2-A9D2-0ABB6A3A6236}"/>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1682183" name="Oval 1712601375">
            <a:extLst xmlns:a="http://schemas.openxmlformats.org/drawingml/2006/main">
              <a:ext uri="{FF2B5EF4-FFF2-40B4-BE49-F238E27FC236}">
                <a16:creationId xmlns:a16="http://schemas.microsoft.com/office/drawing/2014/main" id="{5647D103-A280-4939-8F45-CC7E5C15BB4E}"/>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43313" name="Straight Connector 361292721">
            <a:extLst xmlns:a="http://schemas.openxmlformats.org/drawingml/2006/main">
              <a:ext uri="{FF2B5EF4-FFF2-40B4-BE49-F238E27FC236}">
                <a16:creationId xmlns:a16="http://schemas.microsoft.com/office/drawing/2014/main" id="{9A3F0747-7042-4441-A847-59A29861B2D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323891" name="Straight Connector 1216392229">
            <a:extLst xmlns:a="http://schemas.openxmlformats.org/drawingml/2006/main">
              <a:ext uri="{FF2B5EF4-FFF2-40B4-BE49-F238E27FC236}">
                <a16:creationId xmlns:a16="http://schemas.microsoft.com/office/drawing/2014/main" id="{B443095E-367F-49F8-AE38-9D941643F65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883594" name="Rectangle 1760216901">
            <a:extLst xmlns:a="http://schemas.openxmlformats.org/drawingml/2006/main">
              <a:ext uri="{FF2B5EF4-FFF2-40B4-BE49-F238E27FC236}">
                <a16:creationId xmlns:a16="http://schemas.microsoft.com/office/drawing/2014/main" id="{568BADE4-5F16-4E3D-BD89-AA5C2D757DE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791769541" name="Rectangle 1432423854">
            <a:extLst xmlns:a="http://schemas.openxmlformats.org/drawingml/2006/main">
              <a:ext uri="{FF2B5EF4-FFF2-40B4-BE49-F238E27FC236}">
                <a16:creationId xmlns:a16="http://schemas.microsoft.com/office/drawing/2014/main" id="{F2728D36-B7AB-46D5-A528-912E77549D41}"/>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77798546" name="Rectangle 1426602610">
            <a:extLst xmlns:a="http://schemas.openxmlformats.org/drawingml/2006/main">
              <a:ext uri="{FF2B5EF4-FFF2-40B4-BE49-F238E27FC236}">
                <a16:creationId xmlns:a16="http://schemas.microsoft.com/office/drawing/2014/main" id="{DB55F79D-C332-44ED-BC49-4E9D3068332E}"/>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91211605" name="Rectangle: Rounded Corners 1132936319">
            <a:extLst xmlns:a="http://schemas.openxmlformats.org/drawingml/2006/main">
              <a:ext uri="{FF2B5EF4-FFF2-40B4-BE49-F238E27FC236}">
                <a16:creationId xmlns:a16="http://schemas.microsoft.com/office/drawing/2014/main" id="{251BEC65-E9FA-4AA4-B600-A77D9B628EC4}"/>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267475" name="Oval 848102302">
            <a:extLst xmlns:a="http://schemas.openxmlformats.org/drawingml/2006/main">
              <a:ext uri="{FF2B5EF4-FFF2-40B4-BE49-F238E27FC236}">
                <a16:creationId xmlns:a16="http://schemas.microsoft.com/office/drawing/2014/main" id="{11D60245-2F7F-495F-9C00-B9C972D83E61}"/>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501567" name="Straight Connector 2140277386">
            <a:extLst xmlns:a="http://schemas.openxmlformats.org/drawingml/2006/main">
              <a:ext uri="{FF2B5EF4-FFF2-40B4-BE49-F238E27FC236}">
                <a16:creationId xmlns:a16="http://schemas.microsoft.com/office/drawing/2014/main" id="{4911514F-FDB2-4C2D-8F0B-590AD994315B}"/>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5959261" name="Straight Connector 546058830">
            <a:extLst xmlns:a="http://schemas.openxmlformats.org/drawingml/2006/main">
              <a:ext uri="{FF2B5EF4-FFF2-40B4-BE49-F238E27FC236}">
                <a16:creationId xmlns:a16="http://schemas.microsoft.com/office/drawing/2014/main" id="{41B7BD51-A7D2-4697-A876-ADC5FEB5958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261516" name="Straight Connector 634911421">
            <a:extLst xmlns:a="http://schemas.openxmlformats.org/drawingml/2006/main">
              <a:ext uri="{FF2B5EF4-FFF2-40B4-BE49-F238E27FC236}">
                <a16:creationId xmlns:a16="http://schemas.microsoft.com/office/drawing/2014/main" id="{55FD2DA1-B30C-4CE6-852A-074E1E233B0E}"/>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0337" name="Rectangle 253059330">
            <a:extLst xmlns:a="http://schemas.openxmlformats.org/drawingml/2006/main">
              <a:ext uri="{FF2B5EF4-FFF2-40B4-BE49-F238E27FC236}">
                <a16:creationId xmlns:a16="http://schemas.microsoft.com/office/drawing/2014/main" id="{8DF702B2-A0F3-4663-8AEE-3091B2AE2B8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687388656" name="Rectangle 1961211258">
            <a:extLst xmlns:a="http://schemas.openxmlformats.org/drawingml/2006/main">
              <a:ext uri="{FF2B5EF4-FFF2-40B4-BE49-F238E27FC236}">
                <a16:creationId xmlns:a16="http://schemas.microsoft.com/office/drawing/2014/main" id="{FE3C7203-288D-43AA-9DDE-CEBD9389C4CF}"/>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97130129" name="Rectangle 902052220">
            <a:extLst xmlns:a="http://schemas.openxmlformats.org/drawingml/2006/main">
              <a:ext uri="{FF2B5EF4-FFF2-40B4-BE49-F238E27FC236}">
                <a16:creationId xmlns:a16="http://schemas.microsoft.com/office/drawing/2014/main" id="{B262F126-2EE0-4348-A85F-6296F78122AB}"/>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26983386" name="Rectangle 110604859">
            <a:extLst xmlns:a="http://schemas.openxmlformats.org/drawingml/2006/main">
              <a:ext uri="{FF2B5EF4-FFF2-40B4-BE49-F238E27FC236}">
                <a16:creationId xmlns:a16="http://schemas.microsoft.com/office/drawing/2014/main" id="{1A0E0386-3C40-44DD-B192-B17C9A40290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19751773" name="Rectangle 1570659082">
            <a:extLst xmlns:a="http://schemas.openxmlformats.org/drawingml/2006/main">
              <a:ext uri="{FF2B5EF4-FFF2-40B4-BE49-F238E27FC236}">
                <a16:creationId xmlns:a16="http://schemas.microsoft.com/office/drawing/2014/main" id="{88DF0555-5D2C-4721-8EEB-DB2ADA1B2D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1036701651"/>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2298296" name="Rectangle 1748329787">
            <a:extLst xmlns:a="http://schemas.openxmlformats.org/drawingml/2006/main">
              <a:ext uri="{FF2B5EF4-FFF2-40B4-BE49-F238E27FC236}">
                <a16:creationId xmlns:a16="http://schemas.microsoft.com/office/drawing/2014/main" id="{E2DE3CB0-3476-4CFC-9A36-FD8DB2D97B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09759587" name="Rectangle 1611343531">
            <a:extLst xmlns:a="http://schemas.openxmlformats.org/drawingml/2006/main">
              <a:ext uri="{FF2B5EF4-FFF2-40B4-BE49-F238E27FC236}">
                <a16:creationId xmlns:a16="http://schemas.microsoft.com/office/drawing/2014/main" id="{C18FB6F9-96D9-4C0D-942F-D7CED5A871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804145597" name="Rectangle: Rounded Corners 1015940866">
            <a:extLst xmlns:a="http://schemas.openxmlformats.org/drawingml/2006/main">
              <a:ext uri="{FF2B5EF4-FFF2-40B4-BE49-F238E27FC236}">
                <a16:creationId xmlns:a16="http://schemas.microsoft.com/office/drawing/2014/main" id="{16246737-AEAD-4863-A6B4-E68D9A7EB1C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410984" name="Rectangle: Rounded Corners 1808652943">
            <a:extLst xmlns:a="http://schemas.openxmlformats.org/drawingml/2006/main">
              <a:ext uri="{FF2B5EF4-FFF2-40B4-BE49-F238E27FC236}">
                <a16:creationId xmlns:a16="http://schemas.microsoft.com/office/drawing/2014/main" id="{D377BD4A-FF13-4602-8A66-3E34D25F5CF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16855" name="Rectangle: Rounded Corners 1081078089">
            <a:extLst xmlns:a="http://schemas.openxmlformats.org/drawingml/2006/main">
              <a:ext uri="{FF2B5EF4-FFF2-40B4-BE49-F238E27FC236}">
                <a16:creationId xmlns:a16="http://schemas.microsoft.com/office/drawing/2014/main" id="{833DB946-7BF9-4672-BD65-AF2D52A3466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678882" name="Rectangle: Rounded Corners 492680344">
            <a:extLst xmlns:a="http://schemas.openxmlformats.org/drawingml/2006/main">
              <a:ext uri="{FF2B5EF4-FFF2-40B4-BE49-F238E27FC236}">
                <a16:creationId xmlns:a16="http://schemas.microsoft.com/office/drawing/2014/main" id="{FCEEA143-4D96-4671-A69F-11C5704FE9D0}"/>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594441" name="Rectangle: Rounded Corners 1482722514">
            <a:extLst xmlns:a="http://schemas.openxmlformats.org/drawingml/2006/main">
              <a:ext uri="{FF2B5EF4-FFF2-40B4-BE49-F238E27FC236}">
                <a16:creationId xmlns:a16="http://schemas.microsoft.com/office/drawing/2014/main" id="{3D8BF288-7E87-4FB2-B537-B9CCA5C921C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027520" name="Rectangle: Rounded Corners 121026446">
            <a:extLst xmlns:a="http://schemas.openxmlformats.org/drawingml/2006/main">
              <a:ext uri="{FF2B5EF4-FFF2-40B4-BE49-F238E27FC236}">
                <a16:creationId xmlns:a16="http://schemas.microsoft.com/office/drawing/2014/main" id="{C07B8F78-791D-49FE-8D84-3C93B99BF093}"/>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971349" name="Rectangle 163980103">
            <a:extLst xmlns:a="http://schemas.openxmlformats.org/drawingml/2006/main">
              <a:ext uri="{FF2B5EF4-FFF2-40B4-BE49-F238E27FC236}">
                <a16:creationId xmlns:a16="http://schemas.microsoft.com/office/drawing/2014/main" id="{D2957F12-B9E3-43FD-839D-E63F6643E3F0}"/>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415667739" name="Rectangle 693850306">
            <a:extLst xmlns:a="http://schemas.openxmlformats.org/drawingml/2006/main">
              <a:ext uri="{FF2B5EF4-FFF2-40B4-BE49-F238E27FC236}">
                <a16:creationId xmlns:a16="http://schemas.microsoft.com/office/drawing/2014/main" id="{7CDC7816-45FD-4507-BAC9-B249A5A1F86F}"/>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00833239" name="Straight Connector 1622472842">
            <a:extLst xmlns:a="http://schemas.openxmlformats.org/drawingml/2006/main">
              <a:ext uri="{FF2B5EF4-FFF2-40B4-BE49-F238E27FC236}">
                <a16:creationId xmlns:a16="http://schemas.microsoft.com/office/drawing/2014/main" id="{A6CED5BF-D608-4038-9744-49C4E22F620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96117" name="Rectangle: Rounded Corners 1311020404">
            <a:extLst xmlns:a="http://schemas.openxmlformats.org/drawingml/2006/main">
              <a:ext uri="{FF2B5EF4-FFF2-40B4-BE49-F238E27FC236}">
                <a16:creationId xmlns:a16="http://schemas.microsoft.com/office/drawing/2014/main" id="{7D9C57BD-1969-4BEA-8472-E1922D8DA34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973779230" name="Rectangle 481459380">
            <a:extLst xmlns:a="http://schemas.openxmlformats.org/drawingml/2006/main">
              <a:ext uri="{FF2B5EF4-FFF2-40B4-BE49-F238E27FC236}">
                <a16:creationId xmlns:a16="http://schemas.microsoft.com/office/drawing/2014/main" id="{399398C9-ED1C-4B09-B7A6-FF823731E3E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335572359" name="Rectangle: Rounded Corners 1942037177">
            <a:extLst xmlns:a="http://schemas.openxmlformats.org/drawingml/2006/main">
              <a:ext uri="{FF2B5EF4-FFF2-40B4-BE49-F238E27FC236}">
                <a16:creationId xmlns:a16="http://schemas.microsoft.com/office/drawing/2014/main" id="{95B900F2-F2F9-4628-BACE-2B53D5F0306B}"/>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98963310" name="Rectangle: Rounded Corners 75602190">
            <a:extLst xmlns:a="http://schemas.openxmlformats.org/drawingml/2006/main">
              <a:ext uri="{FF2B5EF4-FFF2-40B4-BE49-F238E27FC236}">
                <a16:creationId xmlns:a16="http://schemas.microsoft.com/office/drawing/2014/main" id="{DCA286D6-FCCF-4511-A091-AC536138F99A}"/>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618006163" name="Rectangle: Rounded Corners 1789658254">
            <a:extLst xmlns:a="http://schemas.openxmlformats.org/drawingml/2006/main">
              <a:ext uri="{FF2B5EF4-FFF2-40B4-BE49-F238E27FC236}">
                <a16:creationId xmlns:a16="http://schemas.microsoft.com/office/drawing/2014/main" id="{A374CCFB-3399-4502-B701-9F396FDC29D9}"/>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489537179" name="Rectangle: Rounded Corners 1953288476">
            <a:extLst xmlns:a="http://schemas.openxmlformats.org/drawingml/2006/main">
              <a:ext uri="{FF2B5EF4-FFF2-40B4-BE49-F238E27FC236}">
                <a16:creationId xmlns:a16="http://schemas.microsoft.com/office/drawing/2014/main" id="{7BA533FC-7546-4469-A2BD-C3891D9C1EC6}"/>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739698879" name="Straight Connector 319643796">
            <a:extLst xmlns:a="http://schemas.openxmlformats.org/drawingml/2006/main">
              <a:ext uri="{FF2B5EF4-FFF2-40B4-BE49-F238E27FC236}">
                <a16:creationId xmlns:a16="http://schemas.microsoft.com/office/drawing/2014/main" id="{52FACA59-0A7E-4C10-AA28-98C84BD2816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5722092" name="Rectangle: Rounded Corners 647942513">
            <a:extLst xmlns:a="http://schemas.openxmlformats.org/drawingml/2006/main">
              <a:ext uri="{FF2B5EF4-FFF2-40B4-BE49-F238E27FC236}">
                <a16:creationId xmlns:a16="http://schemas.microsoft.com/office/drawing/2014/main" id="{F963B165-B5AD-4648-9A80-116D26D7D8F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667924" name="Rectangle: Rounded Corners 636131648">
            <a:extLst xmlns:a="http://schemas.openxmlformats.org/drawingml/2006/main">
              <a:ext uri="{FF2B5EF4-FFF2-40B4-BE49-F238E27FC236}">
                <a16:creationId xmlns:a16="http://schemas.microsoft.com/office/drawing/2014/main" id="{BB1E756D-9D73-43D6-9422-7F93BDBEA8A2}"/>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011793" name="Rectangle: Rounded Corners 261513705">
            <a:extLst xmlns:a="http://schemas.openxmlformats.org/drawingml/2006/main">
              <a:ext uri="{FF2B5EF4-FFF2-40B4-BE49-F238E27FC236}">
                <a16:creationId xmlns:a16="http://schemas.microsoft.com/office/drawing/2014/main" id="{D68D8156-216F-4E56-A6C7-CF1DE0D43B35}"/>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78796" name="Rectangle 1466779702">
            <a:extLst xmlns:a="http://schemas.openxmlformats.org/drawingml/2006/main">
              <a:ext uri="{FF2B5EF4-FFF2-40B4-BE49-F238E27FC236}">
                <a16:creationId xmlns:a16="http://schemas.microsoft.com/office/drawing/2014/main" id="{2585DAA0-A613-41A7-A475-B2BF89003C1A}"/>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525827179" name="Rectangle 2140567318">
            <a:extLst xmlns:a="http://schemas.openxmlformats.org/drawingml/2006/main">
              <a:ext uri="{FF2B5EF4-FFF2-40B4-BE49-F238E27FC236}">
                <a16:creationId xmlns:a16="http://schemas.microsoft.com/office/drawing/2014/main" id="{8374F092-2243-4CD4-A554-DF3F3A3B0320}"/>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588721155" name="Rectangle 800090932">
            <a:extLst xmlns:a="http://schemas.openxmlformats.org/drawingml/2006/main">
              <a:ext uri="{FF2B5EF4-FFF2-40B4-BE49-F238E27FC236}">
                <a16:creationId xmlns:a16="http://schemas.microsoft.com/office/drawing/2014/main" id="{0C2511A9-5129-466C-8C8C-AECC2963A3E0}"/>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90813014" name="Oval 663275864">
            <a:extLst xmlns:a="http://schemas.openxmlformats.org/drawingml/2006/main">
              <a:ext uri="{FF2B5EF4-FFF2-40B4-BE49-F238E27FC236}">
                <a16:creationId xmlns:a16="http://schemas.microsoft.com/office/drawing/2014/main" id="{342FAE9A-83BA-4E55-B83F-ECC8904D3EB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8639000" name="Oval 302896655">
            <a:extLst xmlns:a="http://schemas.openxmlformats.org/drawingml/2006/main">
              <a:ext uri="{FF2B5EF4-FFF2-40B4-BE49-F238E27FC236}">
                <a16:creationId xmlns:a16="http://schemas.microsoft.com/office/drawing/2014/main" id="{26700057-8678-4DA0-BDFE-1937FCFD49E9}"/>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41886" name="Oval 1173073258">
            <a:extLst xmlns:a="http://schemas.openxmlformats.org/drawingml/2006/main">
              <a:ext uri="{FF2B5EF4-FFF2-40B4-BE49-F238E27FC236}">
                <a16:creationId xmlns:a16="http://schemas.microsoft.com/office/drawing/2014/main" id="{CC36EA3A-48E0-4221-B889-AC14415B1D28}"/>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127161" name="Rectangle 1351287707">
            <a:extLst xmlns:a="http://schemas.openxmlformats.org/drawingml/2006/main">
              <a:ext uri="{FF2B5EF4-FFF2-40B4-BE49-F238E27FC236}">
                <a16:creationId xmlns:a16="http://schemas.microsoft.com/office/drawing/2014/main" id="{D01A2E24-A327-42EE-BDE5-E3468BD98A19}"/>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456515479" name="Rectangle 1523385386">
            <a:extLst xmlns:a="http://schemas.openxmlformats.org/drawingml/2006/main">
              <a:ext uri="{FF2B5EF4-FFF2-40B4-BE49-F238E27FC236}">
                <a16:creationId xmlns:a16="http://schemas.microsoft.com/office/drawing/2014/main" id="{E37A41B8-FB1F-41A1-948C-2F42942D29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1508491679"/>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2026-07-27T14:08:56.8940000Z</dcterms:created>
  <dcterms:modified xsi:type="dcterms:W3CDTF">2026-07-27T14:08:56.8940000Z</dcterms:modified>
</coreProperties>
</file>