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f5b200d23fc4a5d" /><Relationship Type="http://schemas.openxmlformats.org/officeDocument/2006/relationships/extended-properties" Target="/docProps/app.xml" Id="R0d795bd6df544c73" /><Relationship Type="http://schemas.openxmlformats.org/officeDocument/2006/relationships/officeDocument" Target="/ppt/presentation.xml" Id="R31876aa92a524b58" /></Relationships>
</file>

<file path=ppt/presentation.xml><?xml version="1.0" encoding="utf-8"?>
<p:presentation xmlns:p="http://schemas.openxmlformats.org/presentationml/2006/main">
  <p:sldMasterIdLst>
    <p:sldMasterId xmlns:r="http://schemas.openxmlformats.org/officeDocument/2006/relationships" id="2147483648" r:id="R8bd3956e9a304418"/>
  </p:sldMasterIdLst>
  <p:notesMasterIdLst>
    <p:notesMasterId xmlns:r="http://schemas.openxmlformats.org/officeDocument/2006/relationships" r:id="R1bcc4b8860114a5e"/>
  </p:notesMasterIdLst>
  <p:sldIdLst>
    <p:sldId xmlns:r="http://schemas.openxmlformats.org/officeDocument/2006/relationships" id="256" r:id="Rfa9ab17499b14634"/>
    <p:sldId xmlns:r="http://schemas.openxmlformats.org/officeDocument/2006/relationships" id="257" r:id="Rc291f0578a2f49be"/>
    <p:sldId xmlns:r="http://schemas.openxmlformats.org/officeDocument/2006/relationships" id="258" r:id="R29ece0a8953c4620"/>
    <p:sldId xmlns:r="http://schemas.openxmlformats.org/officeDocument/2006/relationships" id="259" r:id="Racba8b4b1e194b90"/>
    <p:sldId xmlns:r="http://schemas.openxmlformats.org/officeDocument/2006/relationships" id="260" r:id="R03996063487048dd"/>
    <p:sldId xmlns:r="http://schemas.openxmlformats.org/officeDocument/2006/relationships" id="261" r:id="R7202ee3a5cae451e"/>
    <p:sldId xmlns:r="http://schemas.openxmlformats.org/officeDocument/2006/relationships" id="262" r:id="R94a21b2ac9d1431d"/>
    <p:sldId xmlns:r="http://schemas.openxmlformats.org/officeDocument/2006/relationships" id="263" r:id="R41ef314fedb2464b"/>
    <p:sldId xmlns:r="http://schemas.openxmlformats.org/officeDocument/2006/relationships" id="264" r:id="R3ace1e4111b8479c"/>
    <p:sldId xmlns:r="http://schemas.openxmlformats.org/officeDocument/2006/relationships" id="265" r:id="Rb919345b70c74420"/>
    <p:sldId xmlns:r="http://schemas.openxmlformats.org/officeDocument/2006/relationships" id="266" r:id="R9f2d7a9176ed49b4"/>
    <p:sldId xmlns:r="http://schemas.openxmlformats.org/officeDocument/2006/relationships" id="267" r:id="R6e9e83264d154945"/>
    <p:sldId xmlns:r="http://schemas.openxmlformats.org/officeDocument/2006/relationships" id="268" r:id="R13898f23a103449c"/>
    <p:sldId xmlns:r="http://schemas.openxmlformats.org/officeDocument/2006/relationships" id="269" r:id="R3aec3868de8c4b23"/>
    <p:sldId xmlns:r="http://schemas.openxmlformats.org/officeDocument/2006/relationships" id="270" r:id="Rb03cb3be63164a34"/>
    <p:sldId xmlns:r="http://schemas.openxmlformats.org/officeDocument/2006/relationships" id="271" r:id="R34c527de49d34691"/>
    <p:sldId xmlns:r="http://schemas.openxmlformats.org/officeDocument/2006/relationships" id="272" r:id="R1ca1731259bb4962"/>
    <p:sldId xmlns:r="http://schemas.openxmlformats.org/officeDocument/2006/relationships" id="273" r:id="R7a00593e8bc24563"/>
    <p:sldId xmlns:r="http://schemas.openxmlformats.org/officeDocument/2006/relationships" id="274" r:id="R965210fe6fa14bb8"/>
    <p:sldId xmlns:r="http://schemas.openxmlformats.org/officeDocument/2006/relationships" id="275" r:id="R2e61906937be4020"/>
    <p:sldId xmlns:r="http://schemas.openxmlformats.org/officeDocument/2006/relationships" id="276" r:id="R92aa89e0ddeb4ac1"/>
    <p:sldId xmlns:r="http://schemas.openxmlformats.org/officeDocument/2006/relationships" id="277" r:id="Rd1ba3696fdd742e1"/>
    <p:sldId xmlns:r="http://schemas.openxmlformats.org/officeDocument/2006/relationships" id="278" r:id="Re7b460dc210d4c0d"/>
    <p:sldId xmlns:r="http://schemas.openxmlformats.org/officeDocument/2006/relationships" id="279" r:id="R4d3e8fb350704988"/>
    <p:sldId xmlns:r="http://schemas.openxmlformats.org/officeDocument/2006/relationships" id="280" r:id="Rd23e16020e6441fd"/>
    <p:sldId xmlns:r="http://schemas.openxmlformats.org/officeDocument/2006/relationships" id="281" r:id="R33367286dfdd4781"/>
    <p:sldId xmlns:r="http://schemas.openxmlformats.org/officeDocument/2006/relationships" id="282" r:id="R7422a7d4241f4b08"/>
    <p:sldId xmlns:r="http://schemas.openxmlformats.org/officeDocument/2006/relationships" id="283" r:id="Rcb1f536ba7d84c5a"/>
    <p:sldId xmlns:r="http://schemas.openxmlformats.org/officeDocument/2006/relationships" id="284" r:id="R4df77a8a42b64268"/>
    <p:sldId xmlns:r="http://schemas.openxmlformats.org/officeDocument/2006/relationships" id="285" r:id="R3e5b0fa347764c73"/>
    <p:sldId xmlns:r="http://schemas.openxmlformats.org/officeDocument/2006/relationships" id="286" r:id="Rff26d3644abf4ee2"/>
    <p:sldId xmlns:r="http://schemas.openxmlformats.org/officeDocument/2006/relationships" id="287" r:id="Rd578747078f540ff"/>
    <p:sldId xmlns:r="http://schemas.openxmlformats.org/officeDocument/2006/relationships" id="288" r:id="Rf4014be6877940a1"/>
    <p:sldId xmlns:r="http://schemas.openxmlformats.org/officeDocument/2006/relationships" id="289" r:id="R2bbf2c37b4874f3b"/>
    <p:sldId xmlns:r="http://schemas.openxmlformats.org/officeDocument/2006/relationships" id="290" r:id="Rec796e852135420f"/>
    <p:sldId xmlns:r="http://schemas.openxmlformats.org/officeDocument/2006/relationships" id="291" r:id="R18d1d88297604e1d"/>
    <p:sldId xmlns:r="http://schemas.openxmlformats.org/officeDocument/2006/relationships" id="292" r:id="Re725a4a247ac4282"/>
    <p:sldId xmlns:r="http://schemas.openxmlformats.org/officeDocument/2006/relationships" id="293" r:id="Re8898b2eb5304cd3"/>
    <p:sldId xmlns:r="http://schemas.openxmlformats.org/officeDocument/2006/relationships" id="294" r:id="Ra4da3192694446a7"/>
    <p:sldId xmlns:r="http://schemas.openxmlformats.org/officeDocument/2006/relationships" id="295" r:id="Rdc9fd285e5dc4bac"/>
    <p:sldId xmlns:r="http://schemas.openxmlformats.org/officeDocument/2006/relationships" id="296" r:id="Rd979510737d84741"/>
    <p:sldId xmlns:r="http://schemas.openxmlformats.org/officeDocument/2006/relationships" id="297" r:id="R141dd87cfa3a448d"/>
    <p:sldId xmlns:r="http://schemas.openxmlformats.org/officeDocument/2006/relationships" id="298" r:id="Rb72655bdd9bd450d"/>
    <p:sldId xmlns:r="http://schemas.openxmlformats.org/officeDocument/2006/relationships" id="299" r:id="R5cf7ada3dbe54647"/>
    <p:sldId xmlns:r="http://schemas.openxmlformats.org/officeDocument/2006/relationships" id="300" r:id="R1f1e68ad1be34c99"/>
    <p:sldId xmlns:r="http://schemas.openxmlformats.org/officeDocument/2006/relationships" id="301" r:id="R0779db5dc47c4f12"/>
    <p:sldId xmlns:r="http://schemas.openxmlformats.org/officeDocument/2006/relationships" id="302" r:id="Rc7edd43a831845c9"/>
    <p:sldId xmlns:r="http://schemas.openxmlformats.org/officeDocument/2006/relationships" id="303" r:id="R6cb662564c7a4592"/>
    <p:sldId xmlns:r="http://schemas.openxmlformats.org/officeDocument/2006/relationships" id="304" r:id="R38ad5c90f9ca4766"/>
    <p:sldId xmlns:r="http://schemas.openxmlformats.org/officeDocument/2006/relationships" id="305" r:id="R483f17d69692453e"/>
    <p:sldId xmlns:r="http://schemas.openxmlformats.org/officeDocument/2006/relationships" id="306" r:id="R9fcdd41024684124"/>
    <p:sldId xmlns:r="http://schemas.openxmlformats.org/officeDocument/2006/relationships" id="307" r:id="R1743da8f9a3d43f6"/>
    <p:sldId xmlns:r="http://schemas.openxmlformats.org/officeDocument/2006/relationships" id="308" r:id="R1fb653b2916846ed"/>
    <p:sldId xmlns:r="http://schemas.openxmlformats.org/officeDocument/2006/relationships" id="309" r:id="Re772226769f84955"/>
    <p:sldId xmlns:r="http://schemas.openxmlformats.org/officeDocument/2006/relationships" id="310" r:id="Rbfa052a1d17245e4"/>
    <p:sldId xmlns:r="http://schemas.openxmlformats.org/officeDocument/2006/relationships" id="311" r:id="R716b809be7b841a4"/>
    <p:sldId xmlns:r="http://schemas.openxmlformats.org/officeDocument/2006/relationships" id="312" r:id="Ra53a6724d485474f"/>
    <p:sldId xmlns:r="http://schemas.openxmlformats.org/officeDocument/2006/relationships" id="313" r:id="R0460136090da4dda"/>
    <p:sldId xmlns:r="http://schemas.openxmlformats.org/officeDocument/2006/relationships" id="314" r:id="R09d51e178eb647c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fb87d8cdae3426e" /><Relationship Type="http://schemas.openxmlformats.org/officeDocument/2006/relationships/slideMaster" Target="/ppt/slideMasters/slideMaster1.xml" Id="R8bd3956e9a304418" /><Relationship Type="http://schemas.openxmlformats.org/officeDocument/2006/relationships/notesMaster" Target="/ppt/notesMasters/notesMaster1.xml" Id="R1bcc4b8860114a5e" /><Relationship Type="http://schemas.openxmlformats.org/officeDocument/2006/relationships/presProps" Target="/ppt/presProps.xml" Id="R7894d9f9d2034bda" /><Relationship Type="http://schemas.openxmlformats.org/officeDocument/2006/relationships/viewProps" Target="/ppt/viewProps.xml" Id="Rd09ba5915e874a48" /><Relationship Type="http://schemas.openxmlformats.org/officeDocument/2006/relationships/tableStyles" Target="/ppt/tableStyles.xml" Id="R0edea86ab68f4a3e" /><Relationship Type="http://schemas.openxmlformats.org/officeDocument/2006/relationships/slide" Target="/ppt/slides/slide1.xml" Id="Rfa9ab17499b14634" /><Relationship Type="http://schemas.openxmlformats.org/officeDocument/2006/relationships/slide" Target="/ppt/slides/slide2.xml" Id="Rc291f0578a2f49be" /><Relationship Type="http://schemas.openxmlformats.org/officeDocument/2006/relationships/slide" Target="/ppt/slides/slide3.xml" Id="R29ece0a8953c4620" /><Relationship Type="http://schemas.openxmlformats.org/officeDocument/2006/relationships/slide" Target="/ppt/slides/slide4.xml" Id="Racba8b4b1e194b90" /><Relationship Type="http://schemas.openxmlformats.org/officeDocument/2006/relationships/slide" Target="/ppt/slides/slide5.xml" Id="R03996063487048dd" /><Relationship Type="http://schemas.openxmlformats.org/officeDocument/2006/relationships/slide" Target="/ppt/slides/slide6.xml" Id="R7202ee3a5cae451e" /><Relationship Type="http://schemas.openxmlformats.org/officeDocument/2006/relationships/slide" Target="/ppt/slides/slide7.xml" Id="R94a21b2ac9d1431d" /><Relationship Type="http://schemas.openxmlformats.org/officeDocument/2006/relationships/slide" Target="/ppt/slides/slide8.xml" Id="R41ef314fedb2464b" /><Relationship Type="http://schemas.openxmlformats.org/officeDocument/2006/relationships/slide" Target="/ppt/slides/slide9.xml" Id="R3ace1e4111b8479c" /><Relationship Type="http://schemas.openxmlformats.org/officeDocument/2006/relationships/slide" Target="/ppt/slides/slide10.xml" Id="Rb919345b70c74420" /><Relationship Type="http://schemas.openxmlformats.org/officeDocument/2006/relationships/slide" Target="/ppt/slides/slide11.xml" Id="R9f2d7a9176ed49b4" /><Relationship Type="http://schemas.openxmlformats.org/officeDocument/2006/relationships/slide" Target="/ppt/slides/slide12.xml" Id="R6e9e83264d154945" /><Relationship Type="http://schemas.openxmlformats.org/officeDocument/2006/relationships/slide" Target="/ppt/slides/slide13.xml" Id="R13898f23a103449c" /><Relationship Type="http://schemas.openxmlformats.org/officeDocument/2006/relationships/slide" Target="/ppt/slides/slide14.xml" Id="R3aec3868de8c4b23" /><Relationship Type="http://schemas.openxmlformats.org/officeDocument/2006/relationships/slide" Target="/ppt/slides/slide15.xml" Id="Rb03cb3be63164a34" /><Relationship Type="http://schemas.openxmlformats.org/officeDocument/2006/relationships/slide" Target="/ppt/slides/slide16.xml" Id="R34c527de49d34691" /><Relationship Type="http://schemas.openxmlformats.org/officeDocument/2006/relationships/slide" Target="/ppt/slides/slide17.xml" Id="R1ca1731259bb4962" /><Relationship Type="http://schemas.openxmlformats.org/officeDocument/2006/relationships/slide" Target="/ppt/slides/slide18.xml" Id="R7a00593e8bc24563" /><Relationship Type="http://schemas.openxmlformats.org/officeDocument/2006/relationships/slide" Target="/ppt/slides/slide19.xml" Id="R965210fe6fa14bb8" /><Relationship Type="http://schemas.openxmlformats.org/officeDocument/2006/relationships/slide" Target="/ppt/slides/slide20.xml" Id="R2e61906937be4020" /><Relationship Type="http://schemas.openxmlformats.org/officeDocument/2006/relationships/slide" Target="/ppt/slides/slide21.xml" Id="R92aa89e0ddeb4ac1" /><Relationship Type="http://schemas.openxmlformats.org/officeDocument/2006/relationships/slide" Target="/ppt/slides/slide22.xml" Id="Rd1ba3696fdd742e1" /><Relationship Type="http://schemas.openxmlformats.org/officeDocument/2006/relationships/slide" Target="/ppt/slides/slide23.xml" Id="Re7b460dc210d4c0d" /><Relationship Type="http://schemas.openxmlformats.org/officeDocument/2006/relationships/slide" Target="/ppt/slides/slide24.xml" Id="R4d3e8fb350704988" /><Relationship Type="http://schemas.openxmlformats.org/officeDocument/2006/relationships/slide" Target="/ppt/slides/slide25.xml" Id="Rd23e16020e6441fd" /><Relationship Type="http://schemas.openxmlformats.org/officeDocument/2006/relationships/slide" Target="/ppt/slides/slide26.xml" Id="R33367286dfdd4781" /><Relationship Type="http://schemas.openxmlformats.org/officeDocument/2006/relationships/slide" Target="/ppt/slides/slide27.xml" Id="R7422a7d4241f4b08" /><Relationship Type="http://schemas.openxmlformats.org/officeDocument/2006/relationships/slide" Target="/ppt/slides/slide28.xml" Id="Rcb1f536ba7d84c5a" /><Relationship Type="http://schemas.openxmlformats.org/officeDocument/2006/relationships/slide" Target="/ppt/slides/slide29.xml" Id="R4df77a8a42b64268" /><Relationship Type="http://schemas.openxmlformats.org/officeDocument/2006/relationships/slide" Target="/ppt/slides/slide30.xml" Id="R3e5b0fa347764c73" /><Relationship Type="http://schemas.openxmlformats.org/officeDocument/2006/relationships/slide" Target="/ppt/slides/slide31.xml" Id="Rff26d3644abf4ee2" /><Relationship Type="http://schemas.openxmlformats.org/officeDocument/2006/relationships/slide" Target="/ppt/slides/slide32.xml" Id="Rd578747078f540ff" /><Relationship Type="http://schemas.openxmlformats.org/officeDocument/2006/relationships/slide" Target="/ppt/slides/slide33.xml" Id="Rf4014be6877940a1" /><Relationship Type="http://schemas.openxmlformats.org/officeDocument/2006/relationships/slide" Target="/ppt/slides/slide34.xml" Id="R2bbf2c37b4874f3b" /><Relationship Type="http://schemas.openxmlformats.org/officeDocument/2006/relationships/slide" Target="/ppt/slides/slide35.xml" Id="Rec796e852135420f" /><Relationship Type="http://schemas.openxmlformats.org/officeDocument/2006/relationships/slide" Target="/ppt/slides/slide36.xml" Id="R18d1d88297604e1d" /><Relationship Type="http://schemas.openxmlformats.org/officeDocument/2006/relationships/slide" Target="/ppt/slides/slide37.xml" Id="Re725a4a247ac4282" /><Relationship Type="http://schemas.openxmlformats.org/officeDocument/2006/relationships/slide" Target="/ppt/slides/slide38.xml" Id="Re8898b2eb5304cd3" /><Relationship Type="http://schemas.openxmlformats.org/officeDocument/2006/relationships/slide" Target="/ppt/slides/slide39.xml" Id="Ra4da3192694446a7" /><Relationship Type="http://schemas.openxmlformats.org/officeDocument/2006/relationships/slide" Target="/ppt/slides/slide40.xml" Id="Rdc9fd285e5dc4bac" /><Relationship Type="http://schemas.openxmlformats.org/officeDocument/2006/relationships/slide" Target="/ppt/slides/slide41.xml" Id="Rd979510737d84741" /><Relationship Type="http://schemas.openxmlformats.org/officeDocument/2006/relationships/slide" Target="/ppt/slides/slide42.xml" Id="R141dd87cfa3a448d" /><Relationship Type="http://schemas.openxmlformats.org/officeDocument/2006/relationships/slide" Target="/ppt/slides/slide43.xml" Id="Rb72655bdd9bd450d" /><Relationship Type="http://schemas.openxmlformats.org/officeDocument/2006/relationships/slide" Target="/ppt/slides/slide44.xml" Id="R5cf7ada3dbe54647" /><Relationship Type="http://schemas.openxmlformats.org/officeDocument/2006/relationships/slide" Target="/ppt/slides/slide45.xml" Id="R1f1e68ad1be34c99" /><Relationship Type="http://schemas.openxmlformats.org/officeDocument/2006/relationships/slide" Target="/ppt/slides/slide46.xml" Id="R0779db5dc47c4f12" /><Relationship Type="http://schemas.openxmlformats.org/officeDocument/2006/relationships/slide" Target="/ppt/slides/slide47.xml" Id="Rc7edd43a831845c9" /><Relationship Type="http://schemas.openxmlformats.org/officeDocument/2006/relationships/slide" Target="/ppt/slides/slide48.xml" Id="R6cb662564c7a4592" /><Relationship Type="http://schemas.openxmlformats.org/officeDocument/2006/relationships/slide" Target="/ppt/slides/slide49.xml" Id="R38ad5c90f9ca4766" /><Relationship Type="http://schemas.openxmlformats.org/officeDocument/2006/relationships/slide" Target="/ppt/slides/slide50.xml" Id="R483f17d69692453e" /><Relationship Type="http://schemas.openxmlformats.org/officeDocument/2006/relationships/slide" Target="/ppt/slides/slide51.xml" Id="R9fcdd41024684124" /><Relationship Type="http://schemas.openxmlformats.org/officeDocument/2006/relationships/slide" Target="/ppt/slides/slide52.xml" Id="R1743da8f9a3d43f6" /><Relationship Type="http://schemas.openxmlformats.org/officeDocument/2006/relationships/slide" Target="/ppt/slides/slide53.xml" Id="R1fb653b2916846ed" /><Relationship Type="http://schemas.openxmlformats.org/officeDocument/2006/relationships/slide" Target="/ppt/slides/slide54.xml" Id="Re772226769f84955" /><Relationship Type="http://schemas.openxmlformats.org/officeDocument/2006/relationships/slide" Target="/ppt/slides/slide55.xml" Id="Rbfa052a1d17245e4" /><Relationship Type="http://schemas.openxmlformats.org/officeDocument/2006/relationships/slide" Target="/ppt/slides/slide56.xml" Id="R716b809be7b841a4" /><Relationship Type="http://schemas.openxmlformats.org/officeDocument/2006/relationships/slide" Target="/ppt/slides/slide57.xml" Id="Ra53a6724d485474f" /><Relationship Type="http://schemas.openxmlformats.org/officeDocument/2006/relationships/slide" Target="/ppt/slides/slide58.xml" Id="R0460136090da4dda" /><Relationship Type="http://schemas.openxmlformats.org/officeDocument/2006/relationships/slide" Target="/ppt/slides/slide59.xml" Id="R09d51e178eb647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13d319e45044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da9da841444a67" /><Relationship Type="http://schemas.openxmlformats.org/officeDocument/2006/relationships/notesMaster" Target="/ppt/notesMasters/notesMaster1.xml" Id="Rb2be6abaff1543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aa1f78a405842f5" /><Relationship Type="http://schemas.openxmlformats.org/officeDocument/2006/relationships/notesMaster" Target="/ppt/notesMasters/notesMaster1.xml" Id="R13e8d7ce173f49bd"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ed6141f8694c1b" /><Relationship Type="http://schemas.openxmlformats.org/officeDocument/2006/relationships/notesMaster" Target="/ppt/notesMasters/notesMaster1.xml" Id="R68fd45cb553c4ad5"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0116c168b14990" /><Relationship Type="http://schemas.openxmlformats.org/officeDocument/2006/relationships/notesMaster" Target="/ppt/notesMasters/notesMaster1.xml" Id="Rdc8e6f53898e475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80e64a26784fc3" /><Relationship Type="http://schemas.openxmlformats.org/officeDocument/2006/relationships/notesMaster" Target="/ppt/notesMasters/notesMaster1.xml" Id="Rfd144712c20243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b64195d7ac4cc1" /><Relationship Type="http://schemas.openxmlformats.org/officeDocument/2006/relationships/notesMaster" Target="/ppt/notesMasters/notesMaster1.xml" Id="Ra5842afa17f744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334e513b8e4b81" /><Relationship Type="http://schemas.openxmlformats.org/officeDocument/2006/relationships/notesMaster" Target="/ppt/notesMasters/notesMaster1.xml" Id="Rd35a4224ec234300" /></Relationships>
</file>

<file path=ppt/notesSlides/_rels/notesSlide8.xml.rels>&#65279;<?xml version="1.0" encoding="utf-8"?><Relationships xmlns="http://schemas.openxmlformats.org/package/2006/relationships"><Relationship Type="http://schemas.openxmlformats.org/officeDocument/2006/relationships/slide" Target="/ppt/slides/slide8.xml" Id="Rb91345d40b774e74" /><Relationship Type="http://schemas.openxmlformats.org/officeDocument/2006/relationships/notesMaster" Target="/ppt/notesMasters/notesMaster1.xml" Id="R001a99483f924eab" /></Relationships>
</file>

<file path=ppt/notesSlides/_rels/notesSlide9.xml.rels>&#65279;<?xml version="1.0" encoding="utf-8"?><Relationships xmlns="http://schemas.openxmlformats.org/package/2006/relationships"><Relationship Type="http://schemas.openxmlformats.org/officeDocument/2006/relationships/slide" Target="/ppt/slides/slide9.xml" Id="R872f6e0d28fe494d" /><Relationship Type="http://schemas.openxmlformats.org/officeDocument/2006/relationships/notesMaster" Target="/ppt/notesMasters/notesMaster1.xml" Id="Ra1ddd9227e53413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a8b8bd5c347440f" /><Relationship Type="http://schemas.openxmlformats.org/officeDocument/2006/relationships/notesMaster" Target="/ppt/notesMasters/notesMaster1.xml" Id="R9261063c4061432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8ddc6fa6bee4900" /><Relationship Type="http://schemas.openxmlformats.org/officeDocument/2006/relationships/notesMaster" Target="/ppt/notesMasters/notesMaster1.xml" Id="R1e57e9c1040742f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60c0837a8ec4ffb" /><Relationship Type="http://schemas.openxmlformats.org/officeDocument/2006/relationships/notesMaster" Target="/ppt/notesMasters/notesMaster1.xml" Id="R472a4729903d49d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58529ebe2354ca6" /><Relationship Type="http://schemas.openxmlformats.org/officeDocument/2006/relationships/notesMaster" Target="/ppt/notesMasters/notesMaster1.xml" Id="R3709dfd3a8fa40f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12ff14716e04fd7" /><Relationship Type="http://schemas.openxmlformats.org/officeDocument/2006/relationships/notesMaster" Target="/ppt/notesMasters/notesMaster1.xml" Id="R265a48006d424c1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ca2b5965efb485e" /><Relationship Type="http://schemas.openxmlformats.org/officeDocument/2006/relationships/notesMaster" Target="/ppt/notesMasters/notesMaster1.xml" Id="Re1fa9721efd9455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3b1a776610c45de" /><Relationship Type="http://schemas.openxmlformats.org/officeDocument/2006/relationships/notesMaster" Target="/ppt/notesMasters/notesMaster1.xml" Id="Rcc8984f0acea44c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a9cbbe4226d419d" /><Relationship Type="http://schemas.openxmlformats.org/officeDocument/2006/relationships/notesMaster" Target="/ppt/notesMasters/notesMaster1.xml" Id="R25b15827613a431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0edfd6822874c55" /><Relationship Type="http://schemas.openxmlformats.org/officeDocument/2006/relationships/notesMaster" Target="/ppt/notesMasters/notesMaster1.xml" Id="Rb7146004096a4a2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e6c897f186b4ee9" /><Relationship Type="http://schemas.openxmlformats.org/officeDocument/2006/relationships/notesMaster" Target="/ppt/notesMasters/notesMaster1.xml" Id="R8dbf02de459f4bb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a716e160d84451f" /><Relationship Type="http://schemas.openxmlformats.org/officeDocument/2006/relationships/notesMaster" Target="/ppt/notesMasters/notesMaster1.xml" Id="Rafc398fb643d46f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ce0363fed264cb1" /><Relationship Type="http://schemas.openxmlformats.org/officeDocument/2006/relationships/notesMaster" Target="/ppt/notesMasters/notesMaster1.xml" Id="R8355de96913e4bc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24c022e395849f2" /><Relationship Type="http://schemas.openxmlformats.org/officeDocument/2006/relationships/notesMaster" Target="/ppt/notesMasters/notesMaster1.xml" Id="R1ed9d20e6d864b8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32013bf82eb457f" /><Relationship Type="http://schemas.openxmlformats.org/officeDocument/2006/relationships/notesMaster" Target="/ppt/notesMasters/notesMaster1.xml" Id="R48c5c11100544fb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cb1edc14ad9407f" /><Relationship Type="http://schemas.openxmlformats.org/officeDocument/2006/relationships/notesMaster" Target="/ppt/notesMasters/notesMaster1.xml" Id="R16e0d5fccb7d468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26a2e763e004bc5" /><Relationship Type="http://schemas.openxmlformats.org/officeDocument/2006/relationships/notesMaster" Target="/ppt/notesMasters/notesMaster1.xml" Id="Rb401f39dc66b4ba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84d1440564d453b" /><Relationship Type="http://schemas.openxmlformats.org/officeDocument/2006/relationships/notesMaster" Target="/ppt/notesMasters/notesMaster1.xml" Id="Rb5baa5fcc42d493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17245fa977d4e22" /><Relationship Type="http://schemas.openxmlformats.org/officeDocument/2006/relationships/notesMaster" Target="/ppt/notesMasters/notesMaster1.xml" Id="Rba014682d9424bc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9939bbb296e4f6b" /><Relationship Type="http://schemas.openxmlformats.org/officeDocument/2006/relationships/notesMaster" Target="/ppt/notesMasters/notesMaster1.xml" Id="Rd8fe42275d38478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f340b5a00d8437c" /><Relationship Type="http://schemas.openxmlformats.org/officeDocument/2006/relationships/notesMaster" Target="/ppt/notesMasters/notesMaster1.xml" Id="R9988a0a70d6b41e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242962445944a35" /><Relationship Type="http://schemas.openxmlformats.org/officeDocument/2006/relationships/notesMaster" Target="/ppt/notesMasters/notesMaster1.xml" Id="Rd756ed944204417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2b4d90c901f47ec" /><Relationship Type="http://schemas.openxmlformats.org/officeDocument/2006/relationships/notesMaster" Target="/ppt/notesMasters/notesMaster1.xml" Id="Raa73c128483447d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66f5ddd55b74d0c" /><Relationship Type="http://schemas.openxmlformats.org/officeDocument/2006/relationships/notesMaster" Target="/ppt/notesMasters/notesMaster1.xml" Id="R699f68b553da4cd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d1dc01920ec4c7f" /><Relationship Type="http://schemas.openxmlformats.org/officeDocument/2006/relationships/notesMaster" Target="/ppt/notesMasters/notesMaster1.xml" Id="R1457b19741664eb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ef18c54d40042f9" /><Relationship Type="http://schemas.openxmlformats.org/officeDocument/2006/relationships/notesMaster" Target="/ppt/notesMasters/notesMaster1.xml" Id="R103a2105baa843c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e48d411339645b0" /><Relationship Type="http://schemas.openxmlformats.org/officeDocument/2006/relationships/notesMaster" Target="/ppt/notesMasters/notesMaster1.xml" Id="R909ed596230e463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926634a6eb14432" /><Relationship Type="http://schemas.openxmlformats.org/officeDocument/2006/relationships/notesMaster" Target="/ppt/notesMasters/notesMaster1.xml" Id="R934fcbd72ef643b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23cdbb4d15748d8" /><Relationship Type="http://schemas.openxmlformats.org/officeDocument/2006/relationships/notesMaster" Target="/ppt/notesMasters/notesMaster1.xml" Id="Rd59129fef93147f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bf75160bc524ce1" /><Relationship Type="http://schemas.openxmlformats.org/officeDocument/2006/relationships/notesMaster" Target="/ppt/notesMasters/notesMaster1.xml" Id="R3c44628712bf470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0713e6bc9984af4" /><Relationship Type="http://schemas.openxmlformats.org/officeDocument/2006/relationships/notesMaster" Target="/ppt/notesMasters/notesMaster1.xml" Id="R92629a40481d460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7caabf8fd7ae4495" /><Relationship Type="http://schemas.openxmlformats.org/officeDocument/2006/relationships/notesMaster" Target="/ppt/notesMasters/notesMaster1.xml" Id="R2602624c7873462b"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a88f5a98e2a4b11" /><Relationship Type="http://schemas.openxmlformats.org/officeDocument/2006/relationships/notesMaster" Target="/ppt/notesMasters/notesMaster1.xml" Id="R452b096d7c9849f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73fd85dbf934957" /><Relationship Type="http://schemas.openxmlformats.org/officeDocument/2006/relationships/notesMaster" Target="/ppt/notesMasters/notesMaster1.xml" Id="Rfe8df1d1107f469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35b1fd3bd6f4a27" /><Relationship Type="http://schemas.openxmlformats.org/officeDocument/2006/relationships/notesMaster" Target="/ppt/notesMasters/notesMaster1.xml" Id="Raf8c806b200941f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ee085bb1687429b" /><Relationship Type="http://schemas.openxmlformats.org/officeDocument/2006/relationships/notesMaster" Target="/ppt/notesMasters/notesMaster1.xml" Id="Re1b2707e6bbf48e9"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6955372d49524fb7" /><Relationship Type="http://schemas.openxmlformats.org/officeDocument/2006/relationships/notesMaster" Target="/ppt/notesMasters/notesMaster1.xml" Id="R3f23597a472847a9"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f21e1848cbde4700" /><Relationship Type="http://schemas.openxmlformats.org/officeDocument/2006/relationships/notesMaster" Target="/ppt/notesMasters/notesMaster1.xml" Id="R0c7dd7b2557249cc"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725d3d71b977461b" /><Relationship Type="http://schemas.openxmlformats.org/officeDocument/2006/relationships/notesMaster" Target="/ppt/notesMasters/notesMaster1.xml" Id="R7d1425a0f0e543f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9d40bf842cfc427c" /><Relationship Type="http://schemas.openxmlformats.org/officeDocument/2006/relationships/notesMaster" Target="/ppt/notesMasters/notesMaster1.xml" Id="Rf827e514c1e140d3"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4b8de0bcace4c17" /><Relationship Type="http://schemas.openxmlformats.org/officeDocument/2006/relationships/notesMaster" Target="/ppt/notesMasters/notesMaster1.xml" Id="Rbb7d8c0a0fde46be"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bc39c8dddc274acd" /><Relationship Type="http://schemas.openxmlformats.org/officeDocument/2006/relationships/notesMaster" Target="/ppt/notesMasters/notesMaster1.xml" Id="Rf922512df7d842c6"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6565f6ba4254c36" /><Relationship Type="http://schemas.openxmlformats.org/officeDocument/2006/relationships/notesMaster" Target="/ppt/notesMasters/notesMaster1.xml" Id="Ra36effc95f8c470d"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63b34ba7735749b5" /><Relationship Type="http://schemas.openxmlformats.org/officeDocument/2006/relationships/notesMaster" Target="/ppt/notesMasters/notesMaster1.xml" Id="R57b62ea8979e4925"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0a0e3dfcb1114064" /><Relationship Type="http://schemas.openxmlformats.org/officeDocument/2006/relationships/notesMaster" Target="/ppt/notesMasters/notesMaster1.xml" Id="R3ff9a7527467418c"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2b2b2e11963341f8" /><Relationship Type="http://schemas.openxmlformats.org/officeDocument/2006/relationships/notesMaster" Target="/ppt/notesMasters/notesMaster1.xml" Id="R66714caada8c493c"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d5230b0a067a4d73" /><Relationship Type="http://schemas.openxmlformats.org/officeDocument/2006/relationships/notesMaster" Target="/ppt/notesMasters/notesMaster1.xml" Id="Rcb37dfb652be47ea"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1c58f86d5b4d4608" /><Relationship Type="http://schemas.openxmlformats.org/officeDocument/2006/relationships/notesMaster" Target="/ppt/notesMasters/notesMaster1.xml" Id="R6be8d92d044e4252"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98ef717a91a84f31" /><Relationship Type="http://schemas.openxmlformats.org/officeDocument/2006/relationships/notesMaster" Target="/ppt/notesMasters/notesMaster1.xml" Id="Red72a92d1f164456"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0842e9c28c274af4" /><Relationship Type="http://schemas.openxmlformats.org/officeDocument/2006/relationships/notesMaster" Target="/ppt/notesMasters/notesMaster1.xml" Id="R0dbcdc116ee845b5"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f167133a3aba499a" /><Relationship Type="http://schemas.openxmlformats.org/officeDocument/2006/relationships/notesMaster" Target="/ppt/notesMasters/notesMaster1.xml" Id="Rc6b71b76d7834b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r>
              <a:rPr sz="1200"/>
              <a:t>Backtracking line search shrinks bad steps</a:t>
            </a:r>
            <a:r>
              <a:t>는 다음 의미입니다.</a:t>
            </a:r>
          </a:p>
          <a:p xmlns:a="http://schemas.openxmlformats.org/drawingml/2006/main">
            <a:r>
              <a:t>경사하강법은 우선 비교적 큰 학습률 \(\alpha\)로 이동을 시도합니다.</a:t>
            </a:r>
          </a:p>
          <a:p xmlns:a="http://schemas.openxmlformats.org/drawingml/2006/main">
            <a:r>
              <a:t>\[ \theta_{\text{new}}=\theta-\alpha\nabla L(\theta) \]</a:t>
            </a:r>
          </a:p>
          <a:p xmlns:a="http://schemas.openxmlformats.org/drawingml/2006/main">
            <a:r>
              <a:t>이동한 뒤 손실 \(L\)이 충분히 감소했는지 확인합니다.</a:t>
            </a:r>
          </a:p>
          <a:p xmlns:a="http://schemas.openxmlformats.org/drawingml/2006/main">
            <a:r>
              <a:t>손실이 충분히 감소하면 해당 이동을 </a:t>
            </a:r>
            <a:r>
              <a:rPr sz="1200"/>
              <a:t>accept</a:t>
            </a:r>
          </a:p>
          <a:p xmlns:a="http://schemas.openxmlformats.org/drawingml/2006/main">
            <a:r>
              <a:t>감소하지 않거나 오히려 증가하면 </a:t>
            </a:r>
            <a:r>
              <a:rPr sz="1200"/>
              <a:t>reject</a:t>
            </a:r>
          </a:p>
          <a:p xmlns:a="http://schemas.openxmlformats.org/drawingml/2006/main">
            <a:r>
              <a:t>거부되면 학습률을 줄여 다시 시도</a:t>
            </a:r>
          </a:p>
          <a:p xmlns:a="http://schemas.openxmlformats.org/drawingml/2006/main">
            <a:r>
              <a:t>\[ \alpha \leftarrow \rho\alpha,\qquad 0&lt;\rho&lt;1 \]</a:t>
            </a:r>
          </a:p>
          <a:p xmlns:a="http://schemas.openxmlformats.org/drawingml/2006/main">
            <a:r>
              <a:t>일반적으로 \(\rho=0.5\)라면 다음처럼 진행됩니다.</a:t>
            </a:r>
          </a:p>
          <a:p xmlns:a="http://schemas.openxmlformats.org/drawingml/2006/main">
            <a:r>
              <a:t>\[ \alpha,\quad \frac{\alpha}{2},\quad \frac{\alpha}{4},\quad \frac{\alpha}{8},\dots \]</a:t>
            </a:r>
          </a:p>
          <a:p xmlns:a="http://schemas.openxmlformats.org/drawingml/2006/main">
            <a:r>
              <a:t>예를 들면:</a:t>
            </a:r>
          </a:p>
          <a:p xmlns:a="http://schemas.openxmlformats.org/drawingml/2006/main">
            <a:r>
              <a:t>\(\alpha=1.0\)으로 이동 → 손실 증가 → reject</a:t>
            </a:r>
          </a:p>
          <a:p xmlns:a="http://schemas.openxmlformats.org/drawingml/2006/main">
            <a:r>
              <a:t>\(\alpha=0.5\)로 다시 이동 → 감소량 부족 → reject</a:t>
            </a:r>
          </a:p>
          <a:p xmlns:a="http://schemas.openxmlformats.org/drawingml/2006/main">
            <a:r>
              <a:t>\(\alpha=0.25\)로 이동 → 손실 충분히 감소 → accept</a:t>
            </a:r>
          </a:p>
          <a:p xmlns:a="http://schemas.openxmlformats.org/drawingml/2006/main">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and regression concepts.</a:t>
            </a:r>
          </a:p>
          <a:p xmlns:a="http://schemas.openxmlformats.org/drawingml/2006/main">
            <a:pPr>
              <a:buNone/>
            </a:pPr>
            <a:r>
              <a:t>Hidden layers use sigmoid activations; the output layer remains linear for unconstrained regression.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201142b381414e" /></Relationships>
</file>

<file path=ppt/slideLayouts/slideLayout1.xml><?xml version="1.0" encoding="utf-8"?>
<p:sldLayout xmlns:p="http://schemas.openxmlformats.org/presentationml/2006/main" showMasterPhAnim="0" type="title" userDrawn="1">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d42453a98664002" /><Relationship Type="http://schemas.openxmlformats.org/officeDocument/2006/relationships/slideLayout" Target="/ppt/slideLayouts/slideLayout1.xml" Id="R34a3657092914c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a3657092914c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0701006928842c5" /><Relationship Type="http://schemas.openxmlformats.org/officeDocument/2006/relationships/notesSlide" Target="/ppt/notesSlides/notesSlide1.xml" Id="Re1af4f8f862d4cd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32ec5a0c07346e5" /><Relationship Type="http://schemas.openxmlformats.org/officeDocument/2006/relationships/image" Target="/ppt/media/image.jpeg" Id="R9eda704dbc7141a7" /><Relationship Type="http://schemas.openxmlformats.org/officeDocument/2006/relationships/notesSlide" Target="/ppt/notesSlides/notesSlide2.xml" Id="R30c4ef7b050c46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1c50b349c0d471e" /><Relationship Type="http://schemas.openxmlformats.org/officeDocument/2006/relationships/image" Target="/ppt/media/image.png" Id="Ra1cd8a88709e4aae" /><Relationship Type="http://schemas.openxmlformats.org/officeDocument/2006/relationships/notesSlide" Target="/ppt/notesSlides/notesSlide3.xml" Id="R8183a22d8eb146a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1f2bf2f3fa74f07" /><Relationship Type="http://schemas.openxmlformats.org/officeDocument/2006/relationships/image" Target="/ppt/media/image.png" Id="R56a39028ac704140" /><Relationship Type="http://schemas.openxmlformats.org/officeDocument/2006/relationships/notesSlide" Target="/ppt/notesSlides/notesSlide4.xml" Id="R01b1e1ca8def48c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eabc7492029439c" /><Relationship Type="http://schemas.openxmlformats.org/officeDocument/2006/relationships/image" Target="/ppt/media/image.png" Id="R9ed41ea5d07240ca" /><Relationship Type="http://schemas.openxmlformats.org/officeDocument/2006/relationships/notesSlide" Target="/ppt/notesSlides/notesSlide5.xml" Id="R29f00b7e8fd342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556602de30b49f6" /><Relationship Type="http://schemas.openxmlformats.org/officeDocument/2006/relationships/notesSlide" Target="/ppt/notesSlides/notesSlide6.xml" Id="R03ad04ecc52c4c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9d2bc5c27084864" /><Relationship Type="http://schemas.openxmlformats.org/officeDocument/2006/relationships/image" Target="/ppt/media/image.svg" Id="R97481571e86d46e9" /><Relationship Type="http://schemas.openxmlformats.org/officeDocument/2006/relationships/image" Target="/ppt/media/image.jpeg" Id="R4f3e53243b1345c1" /><Relationship Type="http://schemas.openxmlformats.org/officeDocument/2006/relationships/notesSlide" Target="/ppt/notesSlides/notesSlide7.xml" Id="Rc47d855eef144fd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fc7b622097a4bdc" /><Relationship Type="http://schemas.openxmlformats.org/officeDocument/2006/relationships/image" Target="/ppt/media/image2.jpeg" Id="Rb49994c70484401d" /><Relationship Type="http://schemas.openxmlformats.org/officeDocument/2006/relationships/image" Target="/ppt/media/image2.svg" Id="R57a84faaa18740fe" /><Relationship Type="http://schemas.openxmlformats.org/officeDocument/2006/relationships/notesSlide" Target="/ppt/notesSlides/notesSlide8.xml" Id="R283a959fce554f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ae1d4391bc84006" /><Relationship Type="http://schemas.openxmlformats.org/officeDocument/2006/relationships/notesSlide" Target="/ppt/notesSlides/notesSlide9.xml" Id="Rfd2ed5127efe403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4b028540c4d4675" /><Relationship Type="http://schemas.openxmlformats.org/officeDocument/2006/relationships/image" Target="/ppt/media/image2.png" Id="R162365dab409418e" /><Relationship Type="http://schemas.openxmlformats.org/officeDocument/2006/relationships/image" Target="/ppt/media/image3.svg" Id="R49cf7594cbe54981" /><Relationship Type="http://schemas.openxmlformats.org/officeDocument/2006/relationships/notesSlide" Target="/ppt/notesSlides/notesSlide10.xml" Id="R3f4356eb2e37482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46a168ed6d84cbc" /><Relationship Type="http://schemas.openxmlformats.org/officeDocument/2006/relationships/image" Target="/ppt/media/image3.png" Id="Red7fe91c56924491" /><Relationship Type="http://schemas.openxmlformats.org/officeDocument/2006/relationships/notesSlide" Target="/ppt/notesSlides/notesSlide11.xml" Id="R9c51d3f9294f4c1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ab1a28faecf4597" /><Relationship Type="http://schemas.openxmlformats.org/officeDocument/2006/relationships/image" Target="/ppt/media/image4.png" Id="Rae2e2ff42a4c4f22" /><Relationship Type="http://schemas.openxmlformats.org/officeDocument/2006/relationships/image" Target="/ppt/media/image5.png" Id="Ra692dac77cd74280" /><Relationship Type="http://schemas.openxmlformats.org/officeDocument/2006/relationships/image" Target="/ppt/media/image4.svg" Id="Rc615912ab14f4976" /><Relationship Type="http://schemas.openxmlformats.org/officeDocument/2006/relationships/notesSlide" Target="/ppt/notesSlides/notesSlide12.xml" Id="R71862abbbd8e489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8e1bbba235e41af" /><Relationship Type="http://schemas.openxmlformats.org/officeDocument/2006/relationships/image" Target="/ppt/media/image5.png" Id="Re3ca8eb8aaa14c4f" /><Relationship Type="http://schemas.openxmlformats.org/officeDocument/2006/relationships/image" Target="/ppt/media/image4.svg" Id="Rcef9808a2f874ce9" /><Relationship Type="http://schemas.openxmlformats.org/officeDocument/2006/relationships/notesSlide" Target="/ppt/notesSlides/notesSlide13.xml" Id="R714d191e17a4479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d4b6d9178714b76" /><Relationship Type="http://schemas.openxmlformats.org/officeDocument/2006/relationships/image" Target="/ppt/media/image6.png" Id="R3764397672674ffa" /><Relationship Type="http://schemas.openxmlformats.org/officeDocument/2006/relationships/notesSlide" Target="/ppt/notesSlides/notesSlide14.xml" Id="R133a963736954ce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b87b3a1c6114b96" /><Relationship Type="http://schemas.openxmlformats.org/officeDocument/2006/relationships/image" Target="/ppt/media/image7.png" Id="R9466987984174c8a" /><Relationship Type="http://schemas.openxmlformats.org/officeDocument/2006/relationships/image" Target="/ppt/media/image5.svg" Id="R33f5fb4fb0a545c4" /><Relationship Type="http://schemas.openxmlformats.org/officeDocument/2006/relationships/image" Target="/ppt/media/image3.png" Id="Rd95d811558934428" /><Relationship Type="http://schemas.openxmlformats.org/officeDocument/2006/relationships/notesSlide" Target="/ppt/notesSlides/notesSlide15.xml" Id="Rd80a85695824403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4f740b0bc844115" /><Relationship Type="http://schemas.openxmlformats.org/officeDocument/2006/relationships/notesSlide" Target="/ppt/notesSlides/notesSlide16.xml" Id="R09c392eaebfa42c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3ab1c20f58643c8" /><Relationship Type="http://schemas.openxmlformats.org/officeDocument/2006/relationships/notesSlide" Target="/ppt/notesSlides/notesSlide17.xml" Id="R24051b2a2bc54cb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1693fb82a964bd9" /><Relationship Type="http://schemas.openxmlformats.org/officeDocument/2006/relationships/image" Target="/ppt/media/image6.svg" Id="R577a8c9650bb4d42" /><Relationship Type="http://schemas.openxmlformats.org/officeDocument/2006/relationships/image" Target="/ppt/media/image4.png" Id="Rac2616b0dd8b4b8b" /><Relationship Type="http://schemas.openxmlformats.org/officeDocument/2006/relationships/notesSlide" Target="/ppt/notesSlides/notesSlide18.xml" Id="Rb86432a9d03f49e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337f86be817438f" /><Relationship Type="http://schemas.openxmlformats.org/officeDocument/2006/relationships/notesSlide" Target="/ppt/notesSlides/notesSlide19.xml" Id="R9de9bd943dc44e1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626816403174904" /><Relationship Type="http://schemas.openxmlformats.org/officeDocument/2006/relationships/image" Target="/ppt/media/image8.png" Id="R0505626f2bb34418" /><Relationship Type="http://schemas.openxmlformats.org/officeDocument/2006/relationships/notesSlide" Target="/ppt/notesSlides/notesSlide20.xml" Id="R1621baf26a07404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334cfd66efe441e" /><Relationship Type="http://schemas.openxmlformats.org/officeDocument/2006/relationships/notesSlide" Target="/ppt/notesSlides/notesSlide21.xml" Id="R70f87feac3db433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61084cdba9e4b29" /><Relationship Type="http://schemas.openxmlformats.org/officeDocument/2006/relationships/notesSlide" Target="/ppt/notesSlides/notesSlide22.xml" Id="R952a4f5ae1164c4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8124ca1bbf94b29" /><Relationship Type="http://schemas.openxmlformats.org/officeDocument/2006/relationships/notesSlide" Target="/ppt/notesSlides/notesSlide23.xml" Id="R48d85979b91c47d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fb268203eb84c18" /><Relationship Type="http://schemas.openxmlformats.org/officeDocument/2006/relationships/notesSlide" Target="/ppt/notesSlides/notesSlide24.xml" Id="R928d08c6c05e41a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dee3c47e83841f7" /><Relationship Type="http://schemas.openxmlformats.org/officeDocument/2006/relationships/notesSlide" Target="/ppt/notesSlides/notesSlide25.xml" Id="R2956c6bda46c4ea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b9297f94cb6475f" /><Relationship Type="http://schemas.openxmlformats.org/officeDocument/2006/relationships/notesSlide" Target="/ppt/notesSlides/notesSlide26.xml" Id="R53e0a72049f14d7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afde695d05c498e" /><Relationship Type="http://schemas.openxmlformats.org/officeDocument/2006/relationships/notesSlide" Target="/ppt/notesSlides/notesSlide27.xml" Id="R9aac8ee4e89e4bd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a0f5720efd8450b" /><Relationship Type="http://schemas.openxmlformats.org/officeDocument/2006/relationships/image" Target="/ppt/media/image9.png" Id="Reb14368710fe46ae" /><Relationship Type="http://schemas.openxmlformats.org/officeDocument/2006/relationships/notesSlide" Target="/ppt/notesSlides/notesSlide28.xml" Id="R199f65950450497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cea2bb671b44829" /><Relationship Type="http://schemas.openxmlformats.org/officeDocument/2006/relationships/image" Target="/ppt/media/image10.png" Id="Rd350d97182484a1b" /><Relationship Type="http://schemas.openxmlformats.org/officeDocument/2006/relationships/notesSlide" Target="/ppt/notesSlides/notesSlide29.xml" Id="R06ac0f74f42f40a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0045cdd70ad4764" /><Relationship Type="http://schemas.openxmlformats.org/officeDocument/2006/relationships/notesSlide" Target="/ppt/notesSlides/notesSlide30.xml" Id="Red312ecb50f4429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4de38cb164c448f" /><Relationship Type="http://schemas.openxmlformats.org/officeDocument/2006/relationships/notesSlide" Target="/ppt/notesSlides/notesSlide31.xml" Id="Rca0d94b114e1454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7bd84bae592e47b6" /><Relationship Type="http://schemas.openxmlformats.org/officeDocument/2006/relationships/notesSlide" Target="/ppt/notesSlides/notesSlide32.xml" Id="R32f1cfa4c347478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a599c49227fe43f3" /><Relationship Type="http://schemas.openxmlformats.org/officeDocument/2006/relationships/notesSlide" Target="/ppt/notesSlides/notesSlide33.xml" Id="R77894920a1934d9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9ec4a53b56b54703" /><Relationship Type="http://schemas.openxmlformats.org/officeDocument/2006/relationships/notesSlide" Target="/ppt/notesSlides/notesSlide34.xml" Id="R6368ac5c9f4844f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347090f3ff794633" /><Relationship Type="http://schemas.openxmlformats.org/officeDocument/2006/relationships/notesSlide" Target="/ppt/notesSlides/notesSlide35.xml" Id="Rde7e8bcce7b64f8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9788b32bc4240f3" /><Relationship Type="http://schemas.openxmlformats.org/officeDocument/2006/relationships/notesSlide" Target="/ppt/notesSlides/notesSlide36.xml" Id="Rf87f4beb82774f6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0f1d3e5036a4f9b" /><Relationship Type="http://schemas.openxmlformats.org/officeDocument/2006/relationships/notesSlide" Target="/ppt/notesSlides/notesSlide37.xml" Id="R6d22c8796c9a4b7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5ea38641db6e44c4" /><Relationship Type="http://schemas.openxmlformats.org/officeDocument/2006/relationships/image" Target="/ppt/media/image11.png" Id="R2b8bd5acfa0a4c3a" /><Relationship Type="http://schemas.openxmlformats.org/officeDocument/2006/relationships/notesSlide" Target="/ppt/notesSlides/notesSlide38.xml" Id="R2bdb3840aa654a4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c3a8e4a5fb184876" /><Relationship Type="http://schemas.openxmlformats.org/officeDocument/2006/relationships/notesSlide" Target="/ppt/notesSlides/notesSlide39.xml" Id="Rc6d246368bdf41a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8ed5c849703940f7" /><Relationship Type="http://schemas.openxmlformats.org/officeDocument/2006/relationships/notesSlide" Target="/ppt/notesSlides/notesSlide40.xml" Id="R167e85007f3d44b4"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73edf2104074488f" /><Relationship Type="http://schemas.openxmlformats.org/officeDocument/2006/relationships/notesSlide" Target="/ppt/notesSlides/notesSlide41.xml" Id="Rd94dac75a086474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3d7aa2def06e4f4a" /><Relationship Type="http://schemas.openxmlformats.org/officeDocument/2006/relationships/notesSlide" Target="/ppt/notesSlides/notesSlide42.xml" Id="R6f3d245d0921484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a815e77a65b64fd7" /><Relationship Type="http://schemas.openxmlformats.org/officeDocument/2006/relationships/image" Target="/ppt/media/image2.jpeg" Id="R858aeb1919a34a9b" /><Relationship Type="http://schemas.openxmlformats.org/officeDocument/2006/relationships/notesSlide" Target="/ppt/notesSlides/notesSlide43.xml" Id="Rf7ab92321511425e"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5a30ceb8c1964917" /><Relationship Type="http://schemas.openxmlformats.org/officeDocument/2006/relationships/notesSlide" Target="/ppt/notesSlides/notesSlide44.xml" Id="R85f33d362a094d8b"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6092daba6f77480f" /><Relationship Type="http://schemas.openxmlformats.org/officeDocument/2006/relationships/notesSlide" Target="/ppt/notesSlides/notesSlide45.xml" Id="R6eba82f75b8c442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e37951b5dca84576" /><Relationship Type="http://schemas.openxmlformats.org/officeDocument/2006/relationships/notesSlide" Target="/ppt/notesSlides/notesSlide46.xml" Id="R9a5acb7692614bf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d4041d7b14584622" /><Relationship Type="http://schemas.openxmlformats.org/officeDocument/2006/relationships/notesSlide" Target="/ppt/notesSlides/notesSlide47.xml" Id="R6994d6353e5c4baa"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3cb8d3c9acce4426" /><Relationship Type="http://schemas.openxmlformats.org/officeDocument/2006/relationships/notesSlide" Target="/ppt/notesSlides/notesSlide48.xml" Id="Rb1dc144c10044718"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22b3407b1abb48f2" /><Relationship Type="http://schemas.openxmlformats.org/officeDocument/2006/relationships/notesSlide" Target="/ppt/notesSlides/notesSlide49.xml" Id="R3b392278c2b0490b"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9956d0d64c734f5f" /><Relationship Type="http://schemas.openxmlformats.org/officeDocument/2006/relationships/image" Target="/ppt/media/image12.png" Id="R1caf56e757ce400d" /><Relationship Type="http://schemas.openxmlformats.org/officeDocument/2006/relationships/image" Target="/ppt/media/image7.svg" Id="R4e7313210d63463e" /><Relationship Type="http://schemas.openxmlformats.org/officeDocument/2006/relationships/notesSlide" Target="/ppt/notesSlides/notesSlide50.xml" Id="R90e58ab5634e4bf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f5f695c474654884" /><Relationship Type="http://schemas.openxmlformats.org/officeDocument/2006/relationships/notesSlide" Target="/ppt/notesSlides/notesSlide51.xml" Id="R982604b7b9544c46"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95b6682cef044638" /><Relationship Type="http://schemas.openxmlformats.org/officeDocument/2006/relationships/notesSlide" Target="/ppt/notesSlides/notesSlide52.xml" Id="R0ee3c4b4095041fe"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d082516a850a4bda" /><Relationship Type="http://schemas.openxmlformats.org/officeDocument/2006/relationships/notesSlide" Target="/ppt/notesSlides/notesSlide53.xml" Id="R50869d81cce74e4e"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a2b3afa3627747c2" /><Relationship Type="http://schemas.openxmlformats.org/officeDocument/2006/relationships/image" Target="/ppt/media/image13.png" Id="R64abac1d0256417f" /><Relationship Type="http://schemas.openxmlformats.org/officeDocument/2006/relationships/notesSlide" Target="/ppt/notesSlides/notesSlide54.xml" Id="R3ded7e37e91c4010"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a69aab2f7b6e4f3f" /><Relationship Type="http://schemas.openxmlformats.org/officeDocument/2006/relationships/image" Target="/ppt/media/image8.png" Id="R9c38731a5676455a" /><Relationship Type="http://schemas.openxmlformats.org/officeDocument/2006/relationships/notesSlide" Target="/ppt/notesSlides/notesSlide55.xml" Id="Rdf0d3fa6a65c49aa"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075cdf919b90489d" /><Relationship Type="http://schemas.openxmlformats.org/officeDocument/2006/relationships/hyperlink" Target="https://www.inceptionlabs.ai/blog/introducing-mercury-2" TargetMode="External" Id="R399b4bfd6a2c4991" /><Relationship Type="http://schemas.openxmlformats.org/officeDocument/2006/relationships/notesSlide" Target="/ppt/notesSlides/notesSlide56.xml" Id="Ra7b12671758b4770"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63e5df2aabc3433b" /><Relationship Type="http://schemas.openxmlformats.org/officeDocument/2006/relationships/notesSlide" Target="/ppt/notesSlides/notesSlide57.xml" Id="R2c3191cdac1d4384"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4b451b95967747ca" /><Relationship Type="http://schemas.openxmlformats.org/officeDocument/2006/relationships/notesSlide" Target="/ppt/notesSlides/notesSlide58.xml" Id="Radaa4a84bd4d4fa0"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dec9315fc6904818" /><Relationship Type="http://schemas.openxmlformats.org/officeDocument/2006/relationships/notesSlide" Target="/ppt/notesSlides/notesSlide59.xml" Id="R41efa3e9779d45c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59211400" name="Rectangle 1959211399">
            <a:extLst xmlns:a="http://schemas.openxmlformats.org/drawingml/2006/main">
              <a:ext uri="{FF2B5EF4-FFF2-40B4-BE49-F238E27FC236}">
                <a16:creationId xmlns:a16="http://schemas.microsoft.com/office/drawing/2014/main" id="{7AC154C2-9130-4FC6-B62C-36651161076B}"/>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850301700" name="Rectangle 1850301699">
            <a:extLst xmlns:a="http://schemas.openxmlformats.org/drawingml/2006/main">
              <a:ext uri="{FF2B5EF4-FFF2-40B4-BE49-F238E27FC236}">
                <a16:creationId xmlns:a16="http://schemas.microsoft.com/office/drawing/2014/main" id="{BAD21D1A-7E15-4E9B-BED0-A3EE435A726C}"/>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2018958640" name="Rectangle 2018958639">
            <a:extLst xmlns:a="http://schemas.openxmlformats.org/drawingml/2006/main">
              <a:ext uri="{FF2B5EF4-FFF2-40B4-BE49-F238E27FC236}">
                <a16:creationId xmlns:a16="http://schemas.microsoft.com/office/drawing/2014/main" id="{4BBC2FE3-2166-4F22-B1BE-283074514F0A}"/>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90328710" name="Rectangle: Rounded Corners 90328709">
            <a:extLst xmlns:a="http://schemas.openxmlformats.org/drawingml/2006/main">
              <a:ext uri="{FF2B5EF4-FFF2-40B4-BE49-F238E27FC236}">
                <a16:creationId xmlns:a16="http://schemas.microsoft.com/office/drawing/2014/main" id="{E7E1951F-1522-4762-B70A-FAAE6F79C961}"/>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453704307" name="Straight Connector 453704306">
            <a:extLst xmlns:a="http://schemas.openxmlformats.org/drawingml/2006/main">
              <a:ext uri="{FF2B5EF4-FFF2-40B4-BE49-F238E27FC236}">
                <a16:creationId xmlns:a16="http://schemas.microsoft.com/office/drawing/2014/main" id="{9035AB51-6D73-4E98-BE07-3CE564B3D94E}"/>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83570776" name="Oval 1383570775">
            <a:extLst xmlns:a="http://schemas.openxmlformats.org/drawingml/2006/main">
              <a:ext uri="{FF2B5EF4-FFF2-40B4-BE49-F238E27FC236}">
                <a16:creationId xmlns:a16="http://schemas.microsoft.com/office/drawing/2014/main" id="{000BEBC5-B5D6-4C11-AF8F-CA8B8D44B60F}"/>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909465559" name="Rectangle 1909465558">
            <a:extLst xmlns:a="http://schemas.openxmlformats.org/drawingml/2006/main">
              <a:ext uri="{FF2B5EF4-FFF2-40B4-BE49-F238E27FC236}">
                <a16:creationId xmlns:a16="http://schemas.microsoft.com/office/drawing/2014/main" id="{8E591E87-B716-4115-8F3D-03FE7715B373}"/>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373098540" name="Rectangle 373098539">
            <a:extLst xmlns:a="http://schemas.openxmlformats.org/drawingml/2006/main">
              <a:ext uri="{FF2B5EF4-FFF2-40B4-BE49-F238E27FC236}">
                <a16:creationId xmlns:a16="http://schemas.microsoft.com/office/drawing/2014/main" id="{3A283511-B5D0-4A0A-AF98-070BFDC5BA1B}"/>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435247824" name="Rectangle 1435247823">
            <a:extLst xmlns:a="http://schemas.openxmlformats.org/drawingml/2006/main">
              <a:ext uri="{FF2B5EF4-FFF2-40B4-BE49-F238E27FC236}">
                <a16:creationId xmlns:a16="http://schemas.microsoft.com/office/drawing/2014/main" id="{0F6E374D-FBE9-4B51-82B7-19EEB0A7CD61}"/>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517207119" name="Oval 517207118">
            <a:extLst xmlns:a="http://schemas.openxmlformats.org/drawingml/2006/main">
              <a:ext uri="{FF2B5EF4-FFF2-40B4-BE49-F238E27FC236}">
                <a16:creationId xmlns:a16="http://schemas.microsoft.com/office/drawing/2014/main" id="{2372A053-18AB-4135-B438-C65E0BBE24B8}"/>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431946799" name="Rectangle 1431946798">
            <a:extLst xmlns:a="http://schemas.openxmlformats.org/drawingml/2006/main">
              <a:ext uri="{FF2B5EF4-FFF2-40B4-BE49-F238E27FC236}">
                <a16:creationId xmlns:a16="http://schemas.microsoft.com/office/drawing/2014/main" id="{F70B3EF0-02DB-445E-A5C1-608B8C25E5A4}"/>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613992744" name="Rectangle 1613992743">
            <a:extLst xmlns:a="http://schemas.openxmlformats.org/drawingml/2006/main">
              <a:ext uri="{FF2B5EF4-FFF2-40B4-BE49-F238E27FC236}">
                <a16:creationId xmlns:a16="http://schemas.microsoft.com/office/drawing/2014/main" id="{DC557429-BFD6-450F-8C84-1406B73E6741}"/>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819292425" name="Rectangle 1819292424">
            <a:extLst xmlns:a="http://schemas.openxmlformats.org/drawingml/2006/main">
              <a:ext uri="{FF2B5EF4-FFF2-40B4-BE49-F238E27FC236}">
                <a16:creationId xmlns:a16="http://schemas.microsoft.com/office/drawing/2014/main" id="{B5CAD74A-199F-4358-A350-237144F8198E}"/>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011337881" name="Oval 1011337880">
            <a:extLst xmlns:a="http://schemas.openxmlformats.org/drawingml/2006/main">
              <a:ext uri="{FF2B5EF4-FFF2-40B4-BE49-F238E27FC236}">
                <a16:creationId xmlns:a16="http://schemas.microsoft.com/office/drawing/2014/main" id="{53831604-D755-4C20-91F9-CBBB6305883D}"/>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231300995" name="Rectangle 231300994">
            <a:extLst xmlns:a="http://schemas.openxmlformats.org/drawingml/2006/main">
              <a:ext uri="{FF2B5EF4-FFF2-40B4-BE49-F238E27FC236}">
                <a16:creationId xmlns:a16="http://schemas.microsoft.com/office/drawing/2014/main" id="{1DABB491-300C-4BAA-A2D5-7DC84DB97950}"/>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085761316" name="Rectangle 1085761315">
            <a:extLst xmlns:a="http://schemas.openxmlformats.org/drawingml/2006/main">
              <a:ext uri="{FF2B5EF4-FFF2-40B4-BE49-F238E27FC236}">
                <a16:creationId xmlns:a16="http://schemas.microsoft.com/office/drawing/2014/main" id="{1FD7BF8B-DC46-4CED-8E7B-DA737E1719B6}"/>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9026135" name="Rectangle 9026134">
            <a:extLst xmlns:a="http://schemas.openxmlformats.org/drawingml/2006/main">
              <a:ext uri="{FF2B5EF4-FFF2-40B4-BE49-F238E27FC236}">
                <a16:creationId xmlns:a16="http://schemas.microsoft.com/office/drawing/2014/main" id="{D6EB3FD4-F32A-4596-B215-42297F73098A}"/>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1242283890" name="Oval 1242283889">
            <a:extLst xmlns:a="http://schemas.openxmlformats.org/drawingml/2006/main">
              <a:ext uri="{FF2B5EF4-FFF2-40B4-BE49-F238E27FC236}">
                <a16:creationId xmlns:a16="http://schemas.microsoft.com/office/drawing/2014/main" id="{2E2D9922-2EE2-4F48-9E29-7C8D47BC91F7}"/>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760971765" name="Rectangle 760971764">
            <a:extLst xmlns:a="http://schemas.openxmlformats.org/drawingml/2006/main">
              <a:ext uri="{FF2B5EF4-FFF2-40B4-BE49-F238E27FC236}">
                <a16:creationId xmlns:a16="http://schemas.microsoft.com/office/drawing/2014/main" id="{4A0A4721-1B4C-4A3A-8299-7F0B75E16148}"/>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236810504" name="Rectangle 236810503">
            <a:extLst xmlns:a="http://schemas.openxmlformats.org/drawingml/2006/main">
              <a:ext uri="{FF2B5EF4-FFF2-40B4-BE49-F238E27FC236}">
                <a16:creationId xmlns:a16="http://schemas.microsoft.com/office/drawing/2014/main" id="{4B46E72C-1ABC-4795-9592-E5CC6CD29770}"/>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297379143" name="Rectangle 297379142">
            <a:extLst xmlns:a="http://schemas.openxmlformats.org/drawingml/2006/main">
              <a:ext uri="{FF2B5EF4-FFF2-40B4-BE49-F238E27FC236}">
                <a16:creationId xmlns:a16="http://schemas.microsoft.com/office/drawing/2014/main" id="{99860A8A-0593-4562-8E82-3817409FE8F0}"/>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886147112" name="Oval 886147111">
            <a:extLst xmlns:a="http://schemas.openxmlformats.org/drawingml/2006/main">
              <a:ext uri="{FF2B5EF4-FFF2-40B4-BE49-F238E27FC236}">
                <a16:creationId xmlns:a16="http://schemas.microsoft.com/office/drawing/2014/main" id="{241F9097-34DC-49EF-AC4C-2BE4023E57DD}"/>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979103399" name="Rectangle 1979103398">
            <a:extLst xmlns:a="http://schemas.openxmlformats.org/drawingml/2006/main">
              <a:ext uri="{FF2B5EF4-FFF2-40B4-BE49-F238E27FC236}">
                <a16:creationId xmlns:a16="http://schemas.microsoft.com/office/drawing/2014/main" id="{0C5236F7-272F-4BF2-8973-BDCBF0CD14D6}"/>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668892515" name="Rectangle 668892514">
            <a:extLst xmlns:a="http://schemas.openxmlformats.org/drawingml/2006/main">
              <a:ext uri="{FF2B5EF4-FFF2-40B4-BE49-F238E27FC236}">
                <a16:creationId xmlns:a16="http://schemas.microsoft.com/office/drawing/2014/main" id="{8730675A-1E20-4FF5-B21A-89FF8C7393D9}"/>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846714877" name="Rectangle 846714876">
            <a:extLst xmlns:a="http://schemas.openxmlformats.org/drawingml/2006/main">
              <a:ext uri="{FF2B5EF4-FFF2-40B4-BE49-F238E27FC236}">
                <a16:creationId xmlns:a16="http://schemas.microsoft.com/office/drawing/2014/main" id="{CF3865CF-872C-41CE-A5B1-63E0CE5B4CCF}"/>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612628766" name="Rectangle 612628765">
            <a:extLst xmlns:a="http://schemas.openxmlformats.org/drawingml/2006/main">
              <a:ext uri="{FF2B5EF4-FFF2-40B4-BE49-F238E27FC236}">
                <a16:creationId xmlns:a16="http://schemas.microsoft.com/office/drawing/2014/main" id="{63182F24-85B9-429F-982F-C76D192D276D}"/>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
to assess engineering possibilities</a:t>
            </a:r>
          </a:p>
        </p:txBody>
      </p:sp>
      <p:sp>
        <p:nvSpPr>
          <p:cNvPr id="1343619987" name="Rectangle 1343619986">
            <a:extLst xmlns:a="http://schemas.openxmlformats.org/drawingml/2006/main">
              <a:ext uri="{FF2B5EF4-FFF2-40B4-BE49-F238E27FC236}">
                <a16:creationId xmlns:a16="http://schemas.microsoft.com/office/drawing/2014/main" id="{F302AD0E-81DB-4291-8162-CCB02DBAD29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01</a:t>
            </a:r>
          </a:p>
        </p:txBody>
      </p:sp>
    </p:spTree>
    <p:extLst>
      <p:ext uri="{BB962C8B-B14F-4D97-AF65-F5344CB8AC3E}">
        <p14:creationId xmlns:p14="http://schemas.microsoft.com/office/powerpoint/2010/main" val="19290635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87074983" name="Rectangle: Rounded Corners 1987074982">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286956635" name="Rectangle 1286956634">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400"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399762639" name="Rectangle 399762638">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400"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667085"/>
                </a:solidFill>
              </a:defRPr>
            </a:pPr>
            <a:r>
              <a:rPr sz="1575" b="0">
                <a:solidFill>
                  <a:srgbClr val="667085"/>
                </a:solidFill>
              </a:rPr>
              <a:t>linear regression</a:t>
            </a:r>
          </a:p>
          <a:p xmlns:a="http://schemas.openxmlformats.org/drawingml/2006/main">
            <a:pPr algn="l">
              <a:buNone/>
              <a:defRPr sz="1575" b="0">
                <a:solidFill>
                  <a:srgbClr val="667085"/>
                </a:solidFill>
              </a:defRPr>
            </a:pPr>
            <a:r>
              <a:rPr sz="1575" b="0">
                <a:solidFill>
                  <a:srgbClr val="667085"/>
                </a:solidFill>
              </a:rPr>
              <a:t>→ machine learning</a:t>
            </a:r>
          </a:p>
          <a:p xmlns:a="http://schemas.openxmlformats.org/drawingml/2006/main">
            <a:pPr algn="l">
              <a:buNone/>
              <a:defRPr sz="1575" b="0">
                <a:solidFill>
                  <a:srgbClr val="667085"/>
                </a:solidFill>
              </a:defRPr>
            </a:pPr>
            <a:r>
              <a:rPr sz="1575" b="0">
                <a:solidFill>
                  <a:srgbClr val="667085"/>
                </a:solidFill>
              </a:rPr>
              <a:t>→ neural networks</a:t>
            </a:r>
          </a:p>
        </p:txBody>
      </p:sp>
      <p:sp>
        <p:nvSpPr>
          <p:cNvPr id="1233632034" name="Rectangle 1233632033">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153400"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987778107" name="Rectangle 987778106">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153400"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02</a:t>
            </a:r>
          </a:p>
        </p:txBody>
      </p:sp>
      <p:pic>
        <p:nvPicPr>
          <p:cNvPr id="1987074994" name="Picture 1987074993"/>
          <p:cNvPicPr>
            <a:picLocks xmlns:a="http://schemas.openxmlformats.org/drawingml/2006/main" noChangeAspect="1"/>
          </p:cNvPicPr>
          <p:nvPr/>
        </p:nvPicPr>
        <p:blipFill>
          <a:blip xmlns:r="http://schemas.openxmlformats.org/officeDocument/2006/relationships" xmlns:a="http://schemas.openxmlformats.org/drawingml/2006/main" r:embed="R9eda704dbc7141a7"/>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505909" name="Rectangle 197505908">
            <a:extLst xmlns:a="http://schemas.openxmlformats.org/drawingml/2006/main">
              <a:ext uri="{FF2B5EF4-FFF2-40B4-BE49-F238E27FC236}">
                <a16:creationId xmlns:a16="http://schemas.microsoft.com/office/drawing/2014/main" id="{B42A2E8D-8CF2-49B5-B8FC-417E161C054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909048148" name="Rectangle 1909048147">
            <a:extLst xmlns:a="http://schemas.openxmlformats.org/drawingml/2006/main">
              <a:ext uri="{FF2B5EF4-FFF2-40B4-BE49-F238E27FC236}">
                <a16:creationId xmlns:a16="http://schemas.microsoft.com/office/drawing/2014/main" id="{6464D603-85AC-40E9-B6D6-CA1E839F27A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816331081" name="Rectangle: Rounded Corners 816331080">
            <a:extLst xmlns:a="http://schemas.openxmlformats.org/drawingml/2006/main">
              <a:ext uri="{FF2B5EF4-FFF2-40B4-BE49-F238E27FC236}">
                <a16:creationId xmlns:a16="http://schemas.microsoft.com/office/drawing/2014/main" id="{AC1C1C6B-E1A4-45DF-AE50-72A51E5725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pic>
        <p:nvPicPr>
          <p:cNvPr id="2137688688"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a1cd8a88709e4aae"/>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61416147" name="Straight Connector 161416146">
            <a:extLst xmlns:a="http://schemas.openxmlformats.org/drawingml/2006/main">
              <a:ext uri="{FF2B5EF4-FFF2-40B4-BE49-F238E27FC236}">
                <a16:creationId xmlns:a16="http://schemas.microsoft.com/office/drawing/2014/main" id="{166F3A0C-49E0-47AC-89A1-A1AF9A533177}"/>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61902173" name="Straight Connector 61902172">
            <a:extLst xmlns:a="http://schemas.openxmlformats.org/drawingml/2006/main">
              <a:ext uri="{FF2B5EF4-FFF2-40B4-BE49-F238E27FC236}">
                <a16:creationId xmlns:a16="http://schemas.microsoft.com/office/drawing/2014/main" id="{77883025-27E0-4BDB-9D23-7DFABF975240}"/>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898681239" name="Rectangle: Rounded Corners 898681238">
            <a:extLst xmlns:a="http://schemas.openxmlformats.org/drawingml/2006/main">
              <a:ext uri="{FF2B5EF4-FFF2-40B4-BE49-F238E27FC236}">
                <a16:creationId xmlns:a16="http://schemas.microsoft.com/office/drawing/2014/main" id="{7219E783-FDAD-4994-A8B4-26A87099D534}"/>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225503431" name="Rectangle 1225503430">
            <a:extLst xmlns:a="http://schemas.openxmlformats.org/drawingml/2006/main">
              <a:ext uri="{FF2B5EF4-FFF2-40B4-BE49-F238E27FC236}">
                <a16:creationId xmlns:a16="http://schemas.microsoft.com/office/drawing/2014/main" id="{76A9F28A-522C-4ED9-AC90-FEC71E303281}"/>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461826592" name="Straight Connector 1461826591">
            <a:extLst xmlns:a="http://schemas.openxmlformats.org/drawingml/2006/main">
              <a:ext uri="{FF2B5EF4-FFF2-40B4-BE49-F238E27FC236}">
                <a16:creationId xmlns:a16="http://schemas.microsoft.com/office/drawing/2014/main" id="{CA4E4D5E-3930-4DD8-B9E6-854AB7AE50D0}"/>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308551118" name="Oval 308551117">
            <a:extLst xmlns:a="http://schemas.openxmlformats.org/drawingml/2006/main">
              <a:ext uri="{FF2B5EF4-FFF2-40B4-BE49-F238E27FC236}">
                <a16:creationId xmlns:a16="http://schemas.microsoft.com/office/drawing/2014/main" id="{0C19E587-F826-48DE-BBFB-C3AE34ACBE31}"/>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122530922" name="Straight Connector 2122530921">
            <a:extLst xmlns:a="http://schemas.openxmlformats.org/drawingml/2006/main">
              <a:ext uri="{FF2B5EF4-FFF2-40B4-BE49-F238E27FC236}">
                <a16:creationId xmlns:a16="http://schemas.microsoft.com/office/drawing/2014/main" id="{B7CA2165-5887-4B94-808B-5727F554B239}"/>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902723884" name="Oval 1902723883">
            <a:extLst xmlns:a="http://schemas.openxmlformats.org/drawingml/2006/main">
              <a:ext uri="{FF2B5EF4-FFF2-40B4-BE49-F238E27FC236}">
                <a16:creationId xmlns:a16="http://schemas.microsoft.com/office/drawing/2014/main" id="{9C432E15-6AE0-4C71-AFB8-8C59BDD4DE16}"/>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7498951" name="Straight Connector 167498950">
            <a:extLst xmlns:a="http://schemas.openxmlformats.org/drawingml/2006/main">
              <a:ext uri="{FF2B5EF4-FFF2-40B4-BE49-F238E27FC236}">
                <a16:creationId xmlns:a16="http://schemas.microsoft.com/office/drawing/2014/main" id="{E8BF212D-3D66-4F6E-92B1-A1A9AE71EE1C}"/>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159963358" name="Oval 1159963357">
            <a:extLst xmlns:a="http://schemas.openxmlformats.org/drawingml/2006/main">
              <a:ext uri="{FF2B5EF4-FFF2-40B4-BE49-F238E27FC236}">
                <a16:creationId xmlns:a16="http://schemas.microsoft.com/office/drawing/2014/main" id="{D2683499-3569-455E-B109-5EAA65D526F8}"/>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986469559" name="Straight Connector 1986469558">
            <a:extLst xmlns:a="http://schemas.openxmlformats.org/drawingml/2006/main">
              <a:ext uri="{FF2B5EF4-FFF2-40B4-BE49-F238E27FC236}">
                <a16:creationId xmlns:a16="http://schemas.microsoft.com/office/drawing/2014/main" id="{9FB25A22-4756-4DED-9853-EB0B10650D0C}"/>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145200306" name="Oval 1145200305">
            <a:extLst xmlns:a="http://schemas.openxmlformats.org/drawingml/2006/main">
              <a:ext uri="{FF2B5EF4-FFF2-40B4-BE49-F238E27FC236}">
                <a16:creationId xmlns:a16="http://schemas.microsoft.com/office/drawing/2014/main" id="{F5619FDF-E4D7-421C-89F9-67E61DEE38D3}"/>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46813434" name="Straight Connector 1746813433">
            <a:extLst xmlns:a="http://schemas.openxmlformats.org/drawingml/2006/main">
              <a:ext uri="{FF2B5EF4-FFF2-40B4-BE49-F238E27FC236}">
                <a16:creationId xmlns:a16="http://schemas.microsoft.com/office/drawing/2014/main" id="{9CD6719A-1AC5-4203-8004-2D2D40C9B8DB}"/>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2137688683" name="Oval 2137688682">
            <a:extLst xmlns:a="http://schemas.openxmlformats.org/drawingml/2006/main">
              <a:ext uri="{FF2B5EF4-FFF2-40B4-BE49-F238E27FC236}">
                <a16:creationId xmlns:a16="http://schemas.microsoft.com/office/drawing/2014/main" id="{AB2B5E6E-6774-4480-9E11-54F95CB4331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96285494" name="Straight Connector 696285493">
            <a:extLst xmlns:a="http://schemas.openxmlformats.org/drawingml/2006/main">
              <a:ext uri="{FF2B5EF4-FFF2-40B4-BE49-F238E27FC236}">
                <a16:creationId xmlns:a16="http://schemas.microsoft.com/office/drawing/2014/main" id="{6F4DC632-A7F9-4833-81F9-EA51E7CFEB19}"/>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445698390" name="Oval 1445698389">
            <a:extLst xmlns:a="http://schemas.openxmlformats.org/drawingml/2006/main">
              <a:ext uri="{FF2B5EF4-FFF2-40B4-BE49-F238E27FC236}">
                <a16:creationId xmlns:a16="http://schemas.microsoft.com/office/drawing/2014/main" id="{882FFCE1-C6EE-4EA6-AF2A-63F51476A023}"/>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06024004" name="Rectangle 1506024003">
            <a:extLst xmlns:a="http://schemas.openxmlformats.org/drawingml/2006/main">
              <a:ext uri="{FF2B5EF4-FFF2-40B4-BE49-F238E27FC236}">
                <a16:creationId xmlns:a16="http://schemas.microsoft.com/office/drawing/2014/main" id="{B23061D7-149B-455D-AFE9-96F6ECE0A253}"/>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340544593" name="Rectangle 340544592">
            <a:extLst xmlns:a="http://schemas.openxmlformats.org/drawingml/2006/main">
              <a:ext uri="{FF2B5EF4-FFF2-40B4-BE49-F238E27FC236}">
                <a16:creationId xmlns:a16="http://schemas.microsoft.com/office/drawing/2014/main" id="{400E44ED-68D3-45DE-ABE8-A01107011F87}"/>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91215673" name="Rectangle 191215672">
            <a:extLst xmlns:a="http://schemas.openxmlformats.org/drawingml/2006/main">
              <a:ext uri="{FF2B5EF4-FFF2-40B4-BE49-F238E27FC236}">
                <a16:creationId xmlns:a16="http://schemas.microsoft.com/office/drawing/2014/main" id="{18A0DCA0-CC6E-4B53-B106-4897AE5DDC8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03</a:t>
            </a:r>
          </a:p>
        </p:txBody>
      </p:sp>
      <p:sp>
        <p:nvSpPr>
          <p:cNvPr id="523934701" name="Straight Connector 523934700">
            <a:extLst xmlns:a="http://schemas.openxmlformats.org/drawingml/2006/main">
              <a:ext uri="{FF2B5EF4-FFF2-40B4-BE49-F238E27FC236}">
                <a16:creationId xmlns:a16="http://schemas.microsoft.com/office/drawing/2014/main" id="{2545AB25-B4C4-45AC-85AC-A772473BCCD5}"/>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161667033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4921180" name="Rectangle 764921179">
            <a:extLst xmlns:a="http://schemas.openxmlformats.org/drawingml/2006/main">
              <a:ext uri="{FF2B5EF4-FFF2-40B4-BE49-F238E27FC236}">
                <a16:creationId xmlns:a16="http://schemas.microsoft.com/office/drawing/2014/main" id="{5A8648D5-1D96-456F-BF3F-F6FE7F6EB5C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06971652" name="Rectangle 1306971651">
            <a:extLst xmlns:a="http://schemas.openxmlformats.org/drawingml/2006/main">
              <a:ext uri="{FF2B5EF4-FFF2-40B4-BE49-F238E27FC236}">
                <a16:creationId xmlns:a16="http://schemas.microsoft.com/office/drawing/2014/main" id="{89A8196E-2688-4F9C-8F2C-BD3EBDB9E8B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651333516" name="Rectangle: Rounded Corners 1651333515">
            <a:extLst xmlns:a="http://schemas.openxmlformats.org/drawingml/2006/main">
              <a:ext uri="{FF2B5EF4-FFF2-40B4-BE49-F238E27FC236}">
                <a16:creationId xmlns:a16="http://schemas.microsoft.com/office/drawing/2014/main" id="{F10C33EE-0077-4BAF-BBD6-851EA8B7A99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pic>
        <p:nvPicPr>
          <p:cNvPr id="2139346077"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56a39028ac704140"/>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673215583" name="Straight Connector 673215582">
            <a:extLst xmlns:a="http://schemas.openxmlformats.org/drawingml/2006/main">
              <a:ext uri="{FF2B5EF4-FFF2-40B4-BE49-F238E27FC236}">
                <a16:creationId xmlns:a16="http://schemas.microsoft.com/office/drawing/2014/main" id="{D651C11D-F889-408E-B508-776CF0B1063C}"/>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831783795" name="Straight Connector 1831783794">
            <a:extLst xmlns:a="http://schemas.openxmlformats.org/drawingml/2006/main">
              <a:ext uri="{FF2B5EF4-FFF2-40B4-BE49-F238E27FC236}">
                <a16:creationId xmlns:a16="http://schemas.microsoft.com/office/drawing/2014/main" id="{31125030-CCD3-4429-A4E7-875593CB70B8}"/>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519439691" name="Rectangle: Rounded Corners 1519439690">
            <a:extLst xmlns:a="http://schemas.openxmlformats.org/drawingml/2006/main">
              <a:ext uri="{FF2B5EF4-FFF2-40B4-BE49-F238E27FC236}">
                <a16:creationId xmlns:a16="http://schemas.microsoft.com/office/drawing/2014/main" id="{2E03CA9E-F17D-49DD-A6ED-F18DAD51C542}"/>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880411002" name="Rectangle 1880411001">
            <a:extLst xmlns:a="http://schemas.openxmlformats.org/drawingml/2006/main">
              <a:ext uri="{FF2B5EF4-FFF2-40B4-BE49-F238E27FC236}">
                <a16:creationId xmlns:a16="http://schemas.microsoft.com/office/drawing/2014/main" id="{8A9C1FAA-0ED4-4A1E-8D5F-CFC238DA564C}"/>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63070563" name="Straight Connector 63070562">
            <a:extLst xmlns:a="http://schemas.openxmlformats.org/drawingml/2006/main">
              <a:ext uri="{FF2B5EF4-FFF2-40B4-BE49-F238E27FC236}">
                <a16:creationId xmlns:a16="http://schemas.microsoft.com/office/drawing/2014/main" id="{2536098C-43D8-4C37-BC7B-5EA319F5DDA1}"/>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723606973" name="Oval 723606972">
            <a:extLst xmlns:a="http://schemas.openxmlformats.org/drawingml/2006/main">
              <a:ext uri="{FF2B5EF4-FFF2-40B4-BE49-F238E27FC236}">
                <a16:creationId xmlns:a16="http://schemas.microsoft.com/office/drawing/2014/main" id="{3FA1C4B2-825D-411F-8F52-F938E1AECBF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95429067" name="Straight Connector 1295429066">
            <a:extLst xmlns:a="http://schemas.openxmlformats.org/drawingml/2006/main">
              <a:ext uri="{FF2B5EF4-FFF2-40B4-BE49-F238E27FC236}">
                <a16:creationId xmlns:a16="http://schemas.microsoft.com/office/drawing/2014/main" id="{F5DA48CF-2E1D-4CFF-AA9C-46F062632337}"/>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8682069" name="Oval 8682068">
            <a:extLst xmlns:a="http://schemas.openxmlformats.org/drawingml/2006/main">
              <a:ext uri="{FF2B5EF4-FFF2-40B4-BE49-F238E27FC236}">
                <a16:creationId xmlns:a16="http://schemas.microsoft.com/office/drawing/2014/main" id="{1576ED86-2A02-45C4-A1CD-4F593D9FB79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139346072" name="Straight Connector 2139346071">
            <a:extLst xmlns:a="http://schemas.openxmlformats.org/drawingml/2006/main">
              <a:ext uri="{FF2B5EF4-FFF2-40B4-BE49-F238E27FC236}">
                <a16:creationId xmlns:a16="http://schemas.microsoft.com/office/drawing/2014/main" id="{78E0EE78-414C-48C0-A8EA-83A938C75038}"/>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2066189597" name="Oval 2066189596">
            <a:extLst xmlns:a="http://schemas.openxmlformats.org/drawingml/2006/main">
              <a:ext uri="{FF2B5EF4-FFF2-40B4-BE49-F238E27FC236}">
                <a16:creationId xmlns:a16="http://schemas.microsoft.com/office/drawing/2014/main" id="{E40E8774-55F0-48A8-BDB6-5A7318FB9014}"/>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72593583" name="Straight Connector 272593582">
            <a:extLst xmlns:a="http://schemas.openxmlformats.org/drawingml/2006/main">
              <a:ext uri="{FF2B5EF4-FFF2-40B4-BE49-F238E27FC236}">
                <a16:creationId xmlns:a16="http://schemas.microsoft.com/office/drawing/2014/main" id="{5A0A9D59-8AFE-4ED9-AEC3-E2B7039A429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34232464" name="Oval 134232463">
            <a:extLst xmlns:a="http://schemas.openxmlformats.org/drawingml/2006/main">
              <a:ext uri="{FF2B5EF4-FFF2-40B4-BE49-F238E27FC236}">
                <a16:creationId xmlns:a16="http://schemas.microsoft.com/office/drawing/2014/main" id="{619DC775-E028-4F1B-B861-A8E85457D87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775049892" name="Straight Connector 775049891">
            <a:extLst xmlns:a="http://schemas.openxmlformats.org/drawingml/2006/main">
              <a:ext uri="{FF2B5EF4-FFF2-40B4-BE49-F238E27FC236}">
                <a16:creationId xmlns:a16="http://schemas.microsoft.com/office/drawing/2014/main" id="{9A0CD00B-914C-4E5E-A402-F73DAC9F2E28}"/>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072269509" name="Oval 1072269508">
            <a:extLst xmlns:a="http://schemas.openxmlformats.org/drawingml/2006/main">
              <a:ext uri="{FF2B5EF4-FFF2-40B4-BE49-F238E27FC236}">
                <a16:creationId xmlns:a16="http://schemas.microsoft.com/office/drawing/2014/main" id="{7AA056DA-C7BF-4CAE-9C77-57334D4ED928}"/>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982061215" name="Straight Connector 982061214">
            <a:extLst xmlns:a="http://schemas.openxmlformats.org/drawingml/2006/main">
              <a:ext uri="{FF2B5EF4-FFF2-40B4-BE49-F238E27FC236}">
                <a16:creationId xmlns:a16="http://schemas.microsoft.com/office/drawing/2014/main" id="{4AB17B5D-3E76-4A58-AD4F-E7458C094D03}"/>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509233171" name="Oval 1509233170">
            <a:extLst xmlns:a="http://schemas.openxmlformats.org/drawingml/2006/main">
              <a:ext uri="{FF2B5EF4-FFF2-40B4-BE49-F238E27FC236}">
                <a16:creationId xmlns:a16="http://schemas.microsoft.com/office/drawing/2014/main" id="{70006168-1459-466B-86F3-B2EABAB38A8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35713910" name="Rectangle 835713909">
            <a:extLst xmlns:a="http://schemas.openxmlformats.org/drawingml/2006/main">
              <a:ext uri="{FF2B5EF4-FFF2-40B4-BE49-F238E27FC236}">
                <a16:creationId xmlns:a16="http://schemas.microsoft.com/office/drawing/2014/main" id="{D1A04572-D842-4464-A6A8-52DABFEA22E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891411325" name="Rectangle 891411324">
            <a:extLst xmlns:a="http://schemas.openxmlformats.org/drawingml/2006/main">
              <a:ext uri="{FF2B5EF4-FFF2-40B4-BE49-F238E27FC236}">
                <a16:creationId xmlns:a16="http://schemas.microsoft.com/office/drawing/2014/main" id="{BEA5A204-DFA4-450A-A2F5-05B117031F7D}"/>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615394470" name="Rectangle 1615394469">
            <a:extLst xmlns:a="http://schemas.openxmlformats.org/drawingml/2006/main">
              <a:ext uri="{FF2B5EF4-FFF2-40B4-BE49-F238E27FC236}">
                <a16:creationId xmlns:a16="http://schemas.microsoft.com/office/drawing/2014/main" id="{5D82747D-6EED-4767-ACAE-3FC3B45BF92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04</a:t>
            </a:r>
          </a:p>
        </p:txBody>
      </p:sp>
      <p:sp>
        <p:nvSpPr>
          <p:cNvPr id="611339659" name="solidguide_flipV">
            <a:extLst xmlns:a="http://schemas.openxmlformats.org/drawingml/2006/main">
              <a:ext uri="{FF2B5EF4-FFF2-40B4-BE49-F238E27FC236}">
                <a16:creationId xmlns:a16="http://schemas.microsoft.com/office/drawing/2014/main" id="{F7D47008-137B-4AE8-99EC-398DD8438A11}"/>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19805997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10486818" name="Rectangle 810486817">
            <a:extLst xmlns:a="http://schemas.openxmlformats.org/drawingml/2006/main">
              <a:ext uri="{FF2B5EF4-FFF2-40B4-BE49-F238E27FC236}">
                <a16:creationId xmlns:a16="http://schemas.microsoft.com/office/drawing/2014/main" id="{53B0939D-C454-41A8-9026-65153CB715E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87195608" name="Rectangle 1387195607">
            <a:extLst xmlns:a="http://schemas.openxmlformats.org/drawingml/2006/main">
              <a:ext uri="{FF2B5EF4-FFF2-40B4-BE49-F238E27FC236}">
                <a16:creationId xmlns:a16="http://schemas.microsoft.com/office/drawing/2014/main" id="{E1F534B9-08FB-4A2F-AAB4-5C383DC89F2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010506368" name="Rectangle: Rounded Corners 2010506367">
            <a:extLst xmlns:a="http://schemas.openxmlformats.org/drawingml/2006/main">
              <a:ext uri="{FF2B5EF4-FFF2-40B4-BE49-F238E27FC236}">
                <a16:creationId xmlns:a16="http://schemas.microsoft.com/office/drawing/2014/main" id="{B8A90ACA-D717-45B9-8A94-9DD0B10428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pic>
        <p:nvPicPr>
          <p:cNvPr id="2108938200"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9ed41ea5d07240ca"/>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226520374" name="Straight Connector 1226520373">
            <a:extLst xmlns:a="http://schemas.openxmlformats.org/drawingml/2006/main">
              <a:ext uri="{FF2B5EF4-FFF2-40B4-BE49-F238E27FC236}">
                <a16:creationId xmlns:a16="http://schemas.microsoft.com/office/drawing/2014/main" id="{42C65135-A9F0-4ACD-9E65-C36E18D1C651}"/>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752169603" name="Straight Connector 1752169602">
            <a:extLst xmlns:a="http://schemas.openxmlformats.org/drawingml/2006/main">
              <a:ext uri="{FF2B5EF4-FFF2-40B4-BE49-F238E27FC236}">
                <a16:creationId xmlns:a16="http://schemas.microsoft.com/office/drawing/2014/main" id="{111F0B53-002D-43CE-B48A-AD425D9DA9D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917000958" name="Rectangle: Rounded Corners 917000957">
            <a:extLst xmlns:a="http://schemas.openxmlformats.org/drawingml/2006/main">
              <a:ext uri="{FF2B5EF4-FFF2-40B4-BE49-F238E27FC236}">
                <a16:creationId xmlns:a16="http://schemas.microsoft.com/office/drawing/2014/main" id="{ADB62347-2411-4D2A-B2D3-1E47AD0676F7}"/>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835812765" name="Rectangle 835812764">
            <a:extLst xmlns:a="http://schemas.openxmlformats.org/drawingml/2006/main">
              <a:ext uri="{FF2B5EF4-FFF2-40B4-BE49-F238E27FC236}">
                <a16:creationId xmlns:a16="http://schemas.microsoft.com/office/drawing/2014/main" id="{E6EC442E-DF1F-4760-9D4F-F6472A87EB5F}"/>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136040177" name="Straight Connector 1136040176">
            <a:extLst xmlns:a="http://schemas.openxmlformats.org/drawingml/2006/main">
              <a:ext uri="{FF2B5EF4-FFF2-40B4-BE49-F238E27FC236}">
                <a16:creationId xmlns:a16="http://schemas.microsoft.com/office/drawing/2014/main" id="{8C328EFD-1123-4ACC-AA8A-FCE0404286FC}"/>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583075003" name="Oval 583075002">
            <a:extLst xmlns:a="http://schemas.openxmlformats.org/drawingml/2006/main">
              <a:ext uri="{FF2B5EF4-FFF2-40B4-BE49-F238E27FC236}">
                <a16:creationId xmlns:a16="http://schemas.microsoft.com/office/drawing/2014/main" id="{FD904ADE-4F5B-4E6B-8D6C-F0CE8D8FF54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37929436" name="Straight Connector 337929435">
            <a:extLst xmlns:a="http://schemas.openxmlformats.org/drawingml/2006/main">
              <a:ext uri="{FF2B5EF4-FFF2-40B4-BE49-F238E27FC236}">
                <a16:creationId xmlns:a16="http://schemas.microsoft.com/office/drawing/2014/main" id="{5A36AD72-AD0F-4018-9993-7BFA2B46521D}"/>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2108938195" name="Oval 2108938194">
            <a:extLst xmlns:a="http://schemas.openxmlformats.org/drawingml/2006/main">
              <a:ext uri="{FF2B5EF4-FFF2-40B4-BE49-F238E27FC236}">
                <a16:creationId xmlns:a16="http://schemas.microsoft.com/office/drawing/2014/main" id="{591BFF37-1431-4AA5-B8EA-64F6B63D847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89038475" name="Straight Connector 1089038474">
            <a:extLst xmlns:a="http://schemas.openxmlformats.org/drawingml/2006/main">
              <a:ext uri="{FF2B5EF4-FFF2-40B4-BE49-F238E27FC236}">
                <a16:creationId xmlns:a16="http://schemas.microsoft.com/office/drawing/2014/main" id="{D67C04E7-30F9-4129-9A9F-C9629416E004}"/>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344103134" name="Oval 344103133">
            <a:extLst xmlns:a="http://schemas.openxmlformats.org/drawingml/2006/main">
              <a:ext uri="{FF2B5EF4-FFF2-40B4-BE49-F238E27FC236}">
                <a16:creationId xmlns:a16="http://schemas.microsoft.com/office/drawing/2014/main" id="{F4149699-75FF-4D27-A3CE-CCB01ABC48BC}"/>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16319934" name="Straight Connector 116319933">
            <a:extLst xmlns:a="http://schemas.openxmlformats.org/drawingml/2006/main">
              <a:ext uri="{FF2B5EF4-FFF2-40B4-BE49-F238E27FC236}">
                <a16:creationId xmlns:a16="http://schemas.microsoft.com/office/drawing/2014/main" id="{C743B936-B558-4631-A448-7AFB189236C5}"/>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497503669" name="Oval 1497503668">
            <a:extLst xmlns:a="http://schemas.openxmlformats.org/drawingml/2006/main">
              <a:ext uri="{FF2B5EF4-FFF2-40B4-BE49-F238E27FC236}">
                <a16:creationId xmlns:a16="http://schemas.microsoft.com/office/drawing/2014/main" id="{A114E3A3-7CF2-4362-8C4A-A924BB6D8C42}"/>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98652274" name="Straight Connector 1398652273">
            <a:extLst xmlns:a="http://schemas.openxmlformats.org/drawingml/2006/main">
              <a:ext uri="{FF2B5EF4-FFF2-40B4-BE49-F238E27FC236}">
                <a16:creationId xmlns:a16="http://schemas.microsoft.com/office/drawing/2014/main" id="{D9EEBD6B-1F5D-47C1-A2E6-BD6EF44EF7E2}"/>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635056807" name="Oval 1635056806">
            <a:extLst xmlns:a="http://schemas.openxmlformats.org/drawingml/2006/main">
              <a:ext uri="{FF2B5EF4-FFF2-40B4-BE49-F238E27FC236}">
                <a16:creationId xmlns:a16="http://schemas.microsoft.com/office/drawing/2014/main" id="{AF31FA1A-D2B3-4558-8A70-A6DAD61920A3}"/>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900162546" name="Straight Connector 1900162545">
            <a:extLst xmlns:a="http://schemas.openxmlformats.org/drawingml/2006/main">
              <a:ext uri="{FF2B5EF4-FFF2-40B4-BE49-F238E27FC236}">
                <a16:creationId xmlns:a16="http://schemas.microsoft.com/office/drawing/2014/main" id="{A1D980C7-F011-4E62-940C-3DA8D9341BA9}"/>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781560172" name="Oval 781560171">
            <a:extLst xmlns:a="http://schemas.openxmlformats.org/drawingml/2006/main">
              <a:ext uri="{FF2B5EF4-FFF2-40B4-BE49-F238E27FC236}">
                <a16:creationId xmlns:a16="http://schemas.microsoft.com/office/drawing/2014/main" id="{2D922B7A-F9C4-4A4E-B3C3-28B21637F02E}"/>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75462252" name="Rectangle 1575462251">
            <a:extLst xmlns:a="http://schemas.openxmlformats.org/drawingml/2006/main">
              <a:ext uri="{FF2B5EF4-FFF2-40B4-BE49-F238E27FC236}">
                <a16:creationId xmlns:a16="http://schemas.microsoft.com/office/drawing/2014/main" id="{8A2EE73D-A5F1-45F1-A66A-EC5612E2192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355267840" name="Rectangle 1355267839">
            <a:extLst xmlns:a="http://schemas.openxmlformats.org/drawingml/2006/main">
              <a:ext uri="{FF2B5EF4-FFF2-40B4-BE49-F238E27FC236}">
                <a16:creationId xmlns:a16="http://schemas.microsoft.com/office/drawing/2014/main" id="{CB216E31-5031-4CA7-BC49-80777701E89A}"/>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11817855" name="Rectangle 1311817854">
            <a:extLst xmlns:a="http://schemas.openxmlformats.org/drawingml/2006/main">
              <a:ext uri="{FF2B5EF4-FFF2-40B4-BE49-F238E27FC236}">
                <a16:creationId xmlns:a16="http://schemas.microsoft.com/office/drawing/2014/main" id="{B393C616-661B-46FA-89DF-CD105B9367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05</a:t>
            </a:r>
          </a:p>
        </p:txBody>
      </p:sp>
      <p:sp>
        <p:nvSpPr>
          <p:cNvPr id="1151103425" name="solidguide_flipV">
            <a:extLst xmlns:a="http://schemas.openxmlformats.org/drawingml/2006/main">
              <a:ext uri="{FF2B5EF4-FFF2-40B4-BE49-F238E27FC236}">
                <a16:creationId xmlns:a16="http://schemas.microsoft.com/office/drawing/2014/main" id="{FCC0ADA1-FB9D-446C-BD30-E6C599E7A737}"/>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15161247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6921066" name="Rectangle 896921065">
            <a:extLst xmlns:a="http://schemas.openxmlformats.org/drawingml/2006/main">
              <a:ext uri="{FF2B5EF4-FFF2-40B4-BE49-F238E27FC236}">
                <a16:creationId xmlns:a16="http://schemas.microsoft.com/office/drawing/2014/main" id="{9F9C7C4C-BC54-4922-9963-35DAF4ED976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873289792" name="Rectangle 873289791">
            <a:extLst xmlns:a="http://schemas.openxmlformats.org/drawingml/2006/main">
              <a:ext uri="{FF2B5EF4-FFF2-40B4-BE49-F238E27FC236}">
                <a16:creationId xmlns:a16="http://schemas.microsoft.com/office/drawing/2014/main" id="{F9ED4F6D-EA70-44C2-88B3-F910698E791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1535529519" name="Rectangle: Rounded Corners 1535529518">
            <a:extLst xmlns:a="http://schemas.openxmlformats.org/drawingml/2006/main">
              <a:ext uri="{FF2B5EF4-FFF2-40B4-BE49-F238E27FC236}">
                <a16:creationId xmlns:a16="http://schemas.microsoft.com/office/drawing/2014/main" id="{4DA47AD5-8475-4612-8ADE-70D7C0C8B85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56707614" name="Straight Connector 56707613">
            <a:extLst xmlns:a="http://schemas.openxmlformats.org/drawingml/2006/main">
              <a:ext uri="{FF2B5EF4-FFF2-40B4-BE49-F238E27FC236}">
                <a16:creationId xmlns:a16="http://schemas.microsoft.com/office/drawing/2014/main" id="{384A7C51-298D-47D0-891C-B5F26528CF5C}"/>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473988393" name="Straight Connector 1473988392">
            <a:extLst xmlns:a="http://schemas.openxmlformats.org/drawingml/2006/main">
              <a:ext uri="{FF2B5EF4-FFF2-40B4-BE49-F238E27FC236}">
                <a16:creationId xmlns:a16="http://schemas.microsoft.com/office/drawing/2014/main" id="{32B98AC9-C21F-452D-A1EC-89D887444A86}"/>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804586366" name="Rectangle 1804586365">
            <a:extLst xmlns:a="http://schemas.openxmlformats.org/drawingml/2006/main">
              <a:ext uri="{FF2B5EF4-FFF2-40B4-BE49-F238E27FC236}">
                <a16:creationId xmlns:a16="http://schemas.microsoft.com/office/drawing/2014/main" id="{22D34F41-043B-4EA1-A651-823033C70F0F}"/>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864669961" name="Rectangle 1864669960">
            <a:extLst xmlns:a="http://schemas.openxmlformats.org/drawingml/2006/main">
              <a:ext uri="{FF2B5EF4-FFF2-40B4-BE49-F238E27FC236}">
                <a16:creationId xmlns:a16="http://schemas.microsoft.com/office/drawing/2014/main" id="{51F97F52-A94B-4318-9848-74A8FA4DBE1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88914904" name="Oval 1888914903">
            <a:extLst xmlns:a="http://schemas.openxmlformats.org/drawingml/2006/main">
              <a:ext uri="{FF2B5EF4-FFF2-40B4-BE49-F238E27FC236}">
                <a16:creationId xmlns:a16="http://schemas.microsoft.com/office/drawing/2014/main" id="{AE2F7904-4DD0-4229-8460-A08C5818577A}"/>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32749498" name="Oval 832749497">
            <a:extLst xmlns:a="http://schemas.openxmlformats.org/drawingml/2006/main">
              <a:ext uri="{FF2B5EF4-FFF2-40B4-BE49-F238E27FC236}">
                <a16:creationId xmlns:a16="http://schemas.microsoft.com/office/drawing/2014/main" id="{F6449BE3-9EC3-49B7-89C5-CBBDD58E6CFA}"/>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073900985" name="Oval 2073900984">
            <a:extLst xmlns:a="http://schemas.openxmlformats.org/drawingml/2006/main">
              <a:ext uri="{FF2B5EF4-FFF2-40B4-BE49-F238E27FC236}">
                <a16:creationId xmlns:a16="http://schemas.microsoft.com/office/drawing/2014/main" id="{7BC66DF3-AB6F-487B-A238-48A53C8EE857}"/>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25225898" name="Oval 1025225897">
            <a:extLst xmlns:a="http://schemas.openxmlformats.org/drawingml/2006/main">
              <a:ext uri="{FF2B5EF4-FFF2-40B4-BE49-F238E27FC236}">
                <a16:creationId xmlns:a16="http://schemas.microsoft.com/office/drawing/2014/main" id="{911B1833-E470-4FBD-9F3E-14F975C1F90A}"/>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93992284" name="Oval 393992283">
            <a:extLst xmlns:a="http://schemas.openxmlformats.org/drawingml/2006/main">
              <a:ext uri="{FF2B5EF4-FFF2-40B4-BE49-F238E27FC236}">
                <a16:creationId xmlns:a16="http://schemas.microsoft.com/office/drawing/2014/main" id="{F5913BC4-D5C5-421F-BE65-F66EE3F7563D}"/>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02577505" name="Oval 1602577504">
            <a:extLst xmlns:a="http://schemas.openxmlformats.org/drawingml/2006/main">
              <a:ext uri="{FF2B5EF4-FFF2-40B4-BE49-F238E27FC236}">
                <a16:creationId xmlns:a16="http://schemas.microsoft.com/office/drawing/2014/main" id="{16072DFD-43B6-4100-97ED-4BB645867A2C}"/>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71923821" name="Oval 1371923820">
            <a:extLst xmlns:a="http://schemas.openxmlformats.org/drawingml/2006/main">
              <a:ext uri="{FF2B5EF4-FFF2-40B4-BE49-F238E27FC236}">
                <a16:creationId xmlns:a16="http://schemas.microsoft.com/office/drawing/2014/main" id="{13FF0487-3113-4709-A152-D0A9C7A8E6FE}"/>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53025885" name="Oval 1753025884">
            <a:extLst xmlns:a="http://schemas.openxmlformats.org/drawingml/2006/main">
              <a:ext uri="{FF2B5EF4-FFF2-40B4-BE49-F238E27FC236}">
                <a16:creationId xmlns:a16="http://schemas.microsoft.com/office/drawing/2014/main" id="{2F2C1AC8-0610-4AA9-8DF2-5422421F88C4}"/>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468286776" name="Oval 1468286775">
            <a:extLst xmlns:a="http://schemas.openxmlformats.org/drawingml/2006/main">
              <a:ext uri="{FF2B5EF4-FFF2-40B4-BE49-F238E27FC236}">
                <a16:creationId xmlns:a16="http://schemas.microsoft.com/office/drawing/2014/main" id="{FEA4EC64-EB3C-4AEE-834D-A7ACD2C3255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03532534" name="Oval 1303532533">
            <a:extLst xmlns:a="http://schemas.openxmlformats.org/drawingml/2006/main">
              <a:ext uri="{FF2B5EF4-FFF2-40B4-BE49-F238E27FC236}">
                <a16:creationId xmlns:a16="http://schemas.microsoft.com/office/drawing/2014/main" id="{3DDA4322-4943-4FEA-A77B-77174B1DE948}"/>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98580290" name="Oval 1098580289">
            <a:extLst xmlns:a="http://schemas.openxmlformats.org/drawingml/2006/main">
              <a:ext uri="{FF2B5EF4-FFF2-40B4-BE49-F238E27FC236}">
                <a16:creationId xmlns:a16="http://schemas.microsoft.com/office/drawing/2014/main" id="{B4158B44-9D35-47CF-BCFE-FCF815EDC1A3}"/>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747856203" name="Oval 747856202">
            <a:extLst xmlns:a="http://schemas.openxmlformats.org/drawingml/2006/main">
              <a:ext uri="{FF2B5EF4-FFF2-40B4-BE49-F238E27FC236}">
                <a16:creationId xmlns:a16="http://schemas.microsoft.com/office/drawing/2014/main" id="{D772C144-F7C8-4C07-AC16-484F0C6C6B0C}"/>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15170769" name="Oval 1515170768">
            <a:extLst xmlns:a="http://schemas.openxmlformats.org/drawingml/2006/main">
              <a:ext uri="{FF2B5EF4-FFF2-40B4-BE49-F238E27FC236}">
                <a16:creationId xmlns:a16="http://schemas.microsoft.com/office/drawing/2014/main" id="{25293234-402A-4476-89DB-FE8FAAFC1F9F}"/>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758272405" name="Oval 758272404">
            <a:extLst xmlns:a="http://schemas.openxmlformats.org/drawingml/2006/main">
              <a:ext uri="{FF2B5EF4-FFF2-40B4-BE49-F238E27FC236}">
                <a16:creationId xmlns:a16="http://schemas.microsoft.com/office/drawing/2014/main" id="{F91357FA-8B85-41ED-8D07-0382EA2C3CDD}"/>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39647181" name="Oval 539647180">
            <a:extLst xmlns:a="http://schemas.openxmlformats.org/drawingml/2006/main">
              <a:ext uri="{FF2B5EF4-FFF2-40B4-BE49-F238E27FC236}">
                <a16:creationId xmlns:a16="http://schemas.microsoft.com/office/drawing/2014/main" id="{09FD5616-DDBC-48DB-BDA3-D01A5BCCEF58}"/>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82130370" name="Oval 382130369">
            <a:extLst xmlns:a="http://schemas.openxmlformats.org/drawingml/2006/main">
              <a:ext uri="{FF2B5EF4-FFF2-40B4-BE49-F238E27FC236}">
                <a16:creationId xmlns:a16="http://schemas.microsoft.com/office/drawing/2014/main" id="{C3B04119-9230-46AE-A7C3-0433D101A794}"/>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47626964" name="Oval 347626963">
            <a:extLst xmlns:a="http://schemas.openxmlformats.org/drawingml/2006/main">
              <a:ext uri="{FF2B5EF4-FFF2-40B4-BE49-F238E27FC236}">
                <a16:creationId xmlns:a16="http://schemas.microsoft.com/office/drawing/2014/main" id="{D3260515-632E-4CF9-A7B7-5DEF5C268333}"/>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34367547" name="Rectangle: Rounded Corners 1734367546">
            <a:extLst xmlns:a="http://schemas.openxmlformats.org/drawingml/2006/main">
              <a:ext uri="{FF2B5EF4-FFF2-40B4-BE49-F238E27FC236}">
                <a16:creationId xmlns:a16="http://schemas.microsoft.com/office/drawing/2014/main" id="{A51D85D0-3C45-494F-98B7-006BEB920D6E}"/>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497716321" name="Rectangle: Rounded Corners 1497716320">
            <a:extLst xmlns:a="http://schemas.openxmlformats.org/drawingml/2006/main">
              <a:ext uri="{FF2B5EF4-FFF2-40B4-BE49-F238E27FC236}">
                <a16:creationId xmlns:a16="http://schemas.microsoft.com/office/drawing/2014/main" id="{572C8E29-2436-4F02-8BA4-62C2BC4A5245}"/>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19055210" name="Rectangle: Rounded Corners 119055209">
            <a:extLst xmlns:a="http://schemas.openxmlformats.org/drawingml/2006/main">
              <a:ext uri="{FF2B5EF4-FFF2-40B4-BE49-F238E27FC236}">
                <a16:creationId xmlns:a16="http://schemas.microsoft.com/office/drawing/2014/main" id="{2E65FAFD-6017-4AC9-81A5-735FC56987B3}"/>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1782549368" name="Rectangle 1782549367">
            <a:extLst xmlns:a="http://schemas.openxmlformats.org/drawingml/2006/main">
              <a:ext uri="{FF2B5EF4-FFF2-40B4-BE49-F238E27FC236}">
                <a16:creationId xmlns:a16="http://schemas.microsoft.com/office/drawing/2014/main" id="{B7BA5856-7030-4E8E-9045-E33792A877B8}"/>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1717240200" name="Rectangle 1717240199">
            <a:extLst xmlns:a="http://schemas.openxmlformats.org/drawingml/2006/main">
              <a:ext uri="{FF2B5EF4-FFF2-40B4-BE49-F238E27FC236}">
                <a16:creationId xmlns:a16="http://schemas.microsoft.com/office/drawing/2014/main" id="{66199B75-6042-4F93-A3E8-344ECE12A0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06</a:t>
            </a:r>
          </a:p>
        </p:txBody>
      </p:sp>
      <p:sp>
        <p:nvSpPr>
          <p:cNvPr id="258679265" name="solidguide_flipV">
            <a:extLst xmlns:a="http://schemas.openxmlformats.org/drawingml/2006/main">
              <a:ext uri="{FF2B5EF4-FFF2-40B4-BE49-F238E27FC236}">
                <a16:creationId xmlns:a16="http://schemas.microsoft.com/office/drawing/2014/main" id="{6E779FB0-5CF4-4121-BD62-1102248194FF}"/>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4428873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76043220" name="Rectangle 876043219">
            <a:extLst xmlns:a="http://schemas.openxmlformats.org/drawingml/2006/main">
              <a:ext uri="{FF2B5EF4-FFF2-40B4-BE49-F238E27FC236}">
                <a16:creationId xmlns:a16="http://schemas.microsoft.com/office/drawing/2014/main" id="{4B77D5FB-1487-45E8-B9EB-6FBA55D82A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970303407" name="Rectangle 1970303406">
            <a:extLst xmlns:a="http://schemas.openxmlformats.org/drawingml/2006/main">
              <a:ext uri="{FF2B5EF4-FFF2-40B4-BE49-F238E27FC236}">
                <a16:creationId xmlns:a16="http://schemas.microsoft.com/office/drawing/2014/main" id="{C51DED6C-D8DC-4456-846C-3F7B34A4F101}"/>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375366024" name="Rectangle: Rounded Corners 1375366023">
            <a:extLst xmlns:a="http://schemas.openxmlformats.org/drawingml/2006/main">
              <a:ext uri="{FF2B5EF4-FFF2-40B4-BE49-F238E27FC236}">
                <a16:creationId xmlns:a16="http://schemas.microsoft.com/office/drawing/2014/main" id="{CB5098CC-9CE6-41E4-87D6-5D90A0EEE6B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537688958" name="Straight Connector 1537688957">
            <a:extLst xmlns:a="http://schemas.openxmlformats.org/drawingml/2006/main">
              <a:ext uri="{FF2B5EF4-FFF2-40B4-BE49-F238E27FC236}">
                <a16:creationId xmlns:a16="http://schemas.microsoft.com/office/drawing/2014/main" id="{49BFED94-B430-4546-9AC3-16402BE1946D}"/>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2007704338" name="Straight Connector 2007704337">
            <a:extLst xmlns:a="http://schemas.openxmlformats.org/drawingml/2006/main">
              <a:ext uri="{FF2B5EF4-FFF2-40B4-BE49-F238E27FC236}">
                <a16:creationId xmlns:a16="http://schemas.microsoft.com/office/drawing/2014/main" id="{37AFE310-27E8-4902-B8AD-B50927C06DC9}"/>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65599506" name="Rectangle 65599505">
            <a:extLst xmlns:a="http://schemas.openxmlformats.org/drawingml/2006/main">
              <a:ext uri="{FF2B5EF4-FFF2-40B4-BE49-F238E27FC236}">
                <a16:creationId xmlns:a16="http://schemas.microsoft.com/office/drawing/2014/main" id="{C21B9937-8F82-4568-961C-ABC8D83E63F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51237697" name="Rectangle 1251237696">
            <a:extLst xmlns:a="http://schemas.openxmlformats.org/drawingml/2006/main">
              <a:ext uri="{FF2B5EF4-FFF2-40B4-BE49-F238E27FC236}">
                <a16:creationId xmlns:a16="http://schemas.microsoft.com/office/drawing/2014/main" id="{C38324D8-3C04-460A-AA45-0507C8DD1766}"/>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95470154" name="Oval 1695470153">
            <a:extLst xmlns:a="http://schemas.openxmlformats.org/drawingml/2006/main">
              <a:ext uri="{FF2B5EF4-FFF2-40B4-BE49-F238E27FC236}">
                <a16:creationId xmlns:a16="http://schemas.microsoft.com/office/drawing/2014/main" id="{21E89CD2-49E4-4F88-AF6D-5C80758179E3}"/>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15448563" name="Oval 815448562">
            <a:extLst xmlns:a="http://schemas.openxmlformats.org/drawingml/2006/main">
              <a:ext uri="{FF2B5EF4-FFF2-40B4-BE49-F238E27FC236}">
                <a16:creationId xmlns:a16="http://schemas.microsoft.com/office/drawing/2014/main" id="{D1848C02-B75A-4367-AD2A-2F2EBB575786}"/>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03472678" name="Oval 1303472677">
            <a:extLst xmlns:a="http://schemas.openxmlformats.org/drawingml/2006/main">
              <a:ext uri="{FF2B5EF4-FFF2-40B4-BE49-F238E27FC236}">
                <a16:creationId xmlns:a16="http://schemas.microsoft.com/office/drawing/2014/main" id="{B623E1C6-BF4D-4718-99BB-7E9AA1A9EB5F}"/>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74269757" name="Oval 674269756">
            <a:extLst xmlns:a="http://schemas.openxmlformats.org/drawingml/2006/main">
              <a:ext uri="{FF2B5EF4-FFF2-40B4-BE49-F238E27FC236}">
                <a16:creationId xmlns:a16="http://schemas.microsoft.com/office/drawing/2014/main" id="{A9415439-AC0E-46D0-9D95-417A9ED7168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3294810" name="Oval 163294809">
            <a:extLst xmlns:a="http://schemas.openxmlformats.org/drawingml/2006/main">
              <a:ext uri="{FF2B5EF4-FFF2-40B4-BE49-F238E27FC236}">
                <a16:creationId xmlns:a16="http://schemas.microsoft.com/office/drawing/2014/main" id="{F35835EF-3C87-4ACF-B1F0-24F2A51B9541}"/>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33278307" name="Oval 1733278306">
            <a:extLst xmlns:a="http://schemas.openxmlformats.org/drawingml/2006/main">
              <a:ext uri="{FF2B5EF4-FFF2-40B4-BE49-F238E27FC236}">
                <a16:creationId xmlns:a16="http://schemas.microsoft.com/office/drawing/2014/main" id="{3012205C-E8AB-4B4D-805E-E2708D51AF2B}"/>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80799254" name="Oval 880799253">
            <a:extLst xmlns:a="http://schemas.openxmlformats.org/drawingml/2006/main">
              <a:ext uri="{FF2B5EF4-FFF2-40B4-BE49-F238E27FC236}">
                <a16:creationId xmlns:a16="http://schemas.microsoft.com/office/drawing/2014/main" id="{7F22DEE5-ED51-4B46-817A-897790732CA9}"/>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34346435" name="Oval 834346434">
            <a:extLst xmlns:a="http://schemas.openxmlformats.org/drawingml/2006/main">
              <a:ext uri="{FF2B5EF4-FFF2-40B4-BE49-F238E27FC236}">
                <a16:creationId xmlns:a16="http://schemas.microsoft.com/office/drawing/2014/main" id="{2F2E029E-A13E-426A-8512-13A77B8EB9C2}"/>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58427811" name="Oval 558427810">
            <a:extLst xmlns:a="http://schemas.openxmlformats.org/drawingml/2006/main">
              <a:ext uri="{FF2B5EF4-FFF2-40B4-BE49-F238E27FC236}">
                <a16:creationId xmlns:a16="http://schemas.microsoft.com/office/drawing/2014/main" id="{0335CF6C-9003-4F74-8679-6589A8250626}"/>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80509646" name="Oval 1580509645">
            <a:extLst xmlns:a="http://schemas.openxmlformats.org/drawingml/2006/main">
              <a:ext uri="{FF2B5EF4-FFF2-40B4-BE49-F238E27FC236}">
                <a16:creationId xmlns:a16="http://schemas.microsoft.com/office/drawing/2014/main" id="{5221E963-D562-47B1-ADEF-FFC10D00BA2A}"/>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72736302" name="Oval 572736301">
            <a:extLst xmlns:a="http://schemas.openxmlformats.org/drawingml/2006/main">
              <a:ext uri="{FF2B5EF4-FFF2-40B4-BE49-F238E27FC236}">
                <a16:creationId xmlns:a16="http://schemas.microsoft.com/office/drawing/2014/main" id="{145AAF77-7A17-4609-9564-C285B7A5C873}"/>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777734923" name="Oval 777734922">
            <a:extLst xmlns:a="http://schemas.openxmlformats.org/drawingml/2006/main">
              <a:ext uri="{FF2B5EF4-FFF2-40B4-BE49-F238E27FC236}">
                <a16:creationId xmlns:a16="http://schemas.microsoft.com/office/drawing/2014/main" id="{2625B097-E75E-4A53-9DE2-838A01705CED}"/>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13252182" name="Oval 113252181">
            <a:extLst xmlns:a="http://schemas.openxmlformats.org/drawingml/2006/main">
              <a:ext uri="{FF2B5EF4-FFF2-40B4-BE49-F238E27FC236}">
                <a16:creationId xmlns:a16="http://schemas.microsoft.com/office/drawing/2014/main" id="{A7736999-A24F-406A-88E5-5F3D0740876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02038153" name="Oval 1702038152">
            <a:extLst xmlns:a="http://schemas.openxmlformats.org/drawingml/2006/main">
              <a:ext uri="{FF2B5EF4-FFF2-40B4-BE49-F238E27FC236}">
                <a16:creationId xmlns:a16="http://schemas.microsoft.com/office/drawing/2014/main" id="{CF6269AC-6D01-4BDB-91FE-3CE7E4C379C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81702023" name="Oval 1781702022">
            <a:extLst xmlns:a="http://schemas.openxmlformats.org/drawingml/2006/main">
              <a:ext uri="{FF2B5EF4-FFF2-40B4-BE49-F238E27FC236}">
                <a16:creationId xmlns:a16="http://schemas.microsoft.com/office/drawing/2014/main" id="{ED6AA81A-5B72-4FF8-8C53-2D09FDC837F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4012885" name="Oval 164012884">
            <a:extLst xmlns:a="http://schemas.openxmlformats.org/drawingml/2006/main">
              <a:ext uri="{FF2B5EF4-FFF2-40B4-BE49-F238E27FC236}">
                <a16:creationId xmlns:a16="http://schemas.microsoft.com/office/drawing/2014/main" id="{25918222-7AEF-492C-AD5E-894DBEF8B9B5}"/>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991339260" name="Oval 991339259">
            <a:extLst xmlns:a="http://schemas.openxmlformats.org/drawingml/2006/main">
              <a:ext uri="{FF2B5EF4-FFF2-40B4-BE49-F238E27FC236}">
                <a16:creationId xmlns:a16="http://schemas.microsoft.com/office/drawing/2014/main" id="{748D1164-EB2C-4409-9AF6-D73B1DD2B76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031926645" name="Rectangle: Rounded Corners 2031926644">
            <a:extLst xmlns:a="http://schemas.openxmlformats.org/drawingml/2006/main">
              <a:ext uri="{FF2B5EF4-FFF2-40B4-BE49-F238E27FC236}">
                <a16:creationId xmlns:a16="http://schemas.microsoft.com/office/drawing/2014/main" id="{974B4589-35A7-4ECD-9F22-4F83E1186A26}"/>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514015501" name="Rectangle: Rounded Corners 1514015500">
            <a:extLst xmlns:a="http://schemas.openxmlformats.org/drawingml/2006/main">
              <a:ext uri="{FF2B5EF4-FFF2-40B4-BE49-F238E27FC236}">
                <a16:creationId xmlns:a16="http://schemas.microsoft.com/office/drawing/2014/main" id="{53C7E459-CD91-4EF6-A822-4C648C915ADC}"/>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738739687" name="Rectangle 738739686">
            <a:extLst xmlns:a="http://schemas.openxmlformats.org/drawingml/2006/main">
              <a:ext uri="{FF2B5EF4-FFF2-40B4-BE49-F238E27FC236}">
                <a16:creationId xmlns:a16="http://schemas.microsoft.com/office/drawing/2014/main" id="{D4D1CB66-FC8A-4B3D-BF8A-7053EF36FBCD}"/>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843306663" name="Rectangle 1843306662">
            <a:extLst xmlns:a="http://schemas.openxmlformats.org/drawingml/2006/main">
              <a:ext uri="{FF2B5EF4-FFF2-40B4-BE49-F238E27FC236}">
                <a16:creationId xmlns:a16="http://schemas.microsoft.com/office/drawing/2014/main" id="{C9A1FE39-161A-4E73-8183-A7A31DC68BB9}"/>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940562736" name="Rectangle 940562735">
            <a:extLst xmlns:a="http://schemas.openxmlformats.org/drawingml/2006/main">
              <a:ext uri="{FF2B5EF4-FFF2-40B4-BE49-F238E27FC236}">
                <a16:creationId xmlns:a16="http://schemas.microsoft.com/office/drawing/2014/main" id="{90B035D4-5BA6-45A5-9EF2-2A50BAD613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07</a:t>
            </a:r>
          </a:p>
        </p:txBody>
      </p:sp>
      <p:sp>
        <p:nvSpPr>
          <p:cNvPr id="1134036174" name="solidguide_flipV">
            <a:extLst xmlns:a="http://schemas.openxmlformats.org/drawingml/2006/main">
              <a:ext uri="{FF2B5EF4-FFF2-40B4-BE49-F238E27FC236}">
                <a16:creationId xmlns:a16="http://schemas.microsoft.com/office/drawing/2014/main" id="{4F71B879-EE8C-4113-8391-630A2429FCA4}"/>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p:txBody>
      </p:sp>
      <p:pic>
        <p:nvPicPr>
          <p:cNvPr id="2031926677"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4f3e53243b1345c1">
            <a:extLst>
              <a:ext uri="{96DAC541-7B7A-43D3-8B79-37D633B846F1}">
                <asvg:svgBlip xmlns:asvg="http://schemas.microsoft.com/office/drawing/2016/SVG/main" r:embed="R97481571e86d46e9"/>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40076570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6240479" name="Rectangle 1896240478">
            <a:extLst xmlns:a="http://schemas.openxmlformats.org/drawingml/2006/main">
              <a:ext uri="{FF2B5EF4-FFF2-40B4-BE49-F238E27FC236}">
                <a16:creationId xmlns:a16="http://schemas.microsoft.com/office/drawing/2014/main" id="{BE609D43-2E14-422B-A1E3-E79887553B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574298504" name="Rectangle 574298503">
            <a:extLst xmlns:a="http://schemas.openxmlformats.org/drawingml/2006/main">
              <a:ext uri="{FF2B5EF4-FFF2-40B4-BE49-F238E27FC236}">
                <a16:creationId xmlns:a16="http://schemas.microsoft.com/office/drawing/2014/main" id="{11076D33-A23A-4586-BA36-CEBC4839B989}"/>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682947438" name="Rectangle: Rounded Corners 682947437">
            <a:extLst xmlns:a="http://schemas.openxmlformats.org/drawingml/2006/main">
              <a:ext uri="{FF2B5EF4-FFF2-40B4-BE49-F238E27FC236}">
                <a16:creationId xmlns:a16="http://schemas.microsoft.com/office/drawing/2014/main" id="{11F6180B-D4C9-4040-B0D5-FF4EF3139C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68719097" name="Straight Connector 1968719096">
            <a:extLst xmlns:a="http://schemas.openxmlformats.org/drawingml/2006/main">
              <a:ext uri="{FF2B5EF4-FFF2-40B4-BE49-F238E27FC236}">
                <a16:creationId xmlns:a16="http://schemas.microsoft.com/office/drawing/2014/main" id="{4B21E1A2-9661-4768-8A7C-C6E67B0EC3D1}"/>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324465774" name="Straight Connector 1324465773">
            <a:extLst xmlns:a="http://schemas.openxmlformats.org/drawingml/2006/main">
              <a:ext uri="{FF2B5EF4-FFF2-40B4-BE49-F238E27FC236}">
                <a16:creationId xmlns:a16="http://schemas.microsoft.com/office/drawing/2014/main" id="{61485BA3-A5E3-4A02-8A4B-869691028E8A}"/>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910257485" name="Rectangle 910257484">
            <a:extLst xmlns:a="http://schemas.openxmlformats.org/drawingml/2006/main">
              <a:ext uri="{FF2B5EF4-FFF2-40B4-BE49-F238E27FC236}">
                <a16:creationId xmlns:a16="http://schemas.microsoft.com/office/drawing/2014/main" id="{B745F12F-5BFA-4DAA-9C28-4727D7206E63}"/>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46496869" name="Rectangle 1246496868">
            <a:extLst xmlns:a="http://schemas.openxmlformats.org/drawingml/2006/main">
              <a:ext uri="{FF2B5EF4-FFF2-40B4-BE49-F238E27FC236}">
                <a16:creationId xmlns:a16="http://schemas.microsoft.com/office/drawing/2014/main" id="{FC9BDD4A-0D38-49A5-A40C-6B46AA6332FF}"/>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11837016" name="Oval 1811837015">
            <a:extLst xmlns:a="http://schemas.openxmlformats.org/drawingml/2006/main">
              <a:ext uri="{FF2B5EF4-FFF2-40B4-BE49-F238E27FC236}">
                <a16:creationId xmlns:a16="http://schemas.microsoft.com/office/drawing/2014/main" id="{388C0106-FE68-45B0-B81D-851563606D28}"/>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53346287" name="Oval 453346286">
            <a:extLst xmlns:a="http://schemas.openxmlformats.org/drawingml/2006/main">
              <a:ext uri="{FF2B5EF4-FFF2-40B4-BE49-F238E27FC236}">
                <a16:creationId xmlns:a16="http://schemas.microsoft.com/office/drawing/2014/main" id="{AD2B33C9-BF7A-40A0-A5A7-351510465999}"/>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18228279" name="Oval 1618228278">
            <a:extLst xmlns:a="http://schemas.openxmlformats.org/drawingml/2006/main">
              <a:ext uri="{FF2B5EF4-FFF2-40B4-BE49-F238E27FC236}">
                <a16:creationId xmlns:a16="http://schemas.microsoft.com/office/drawing/2014/main" id="{57650242-6552-48DA-8D2B-2008979FF758}"/>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089599103" name="Oval 2089599102">
            <a:extLst xmlns:a="http://schemas.openxmlformats.org/drawingml/2006/main">
              <a:ext uri="{FF2B5EF4-FFF2-40B4-BE49-F238E27FC236}">
                <a16:creationId xmlns:a16="http://schemas.microsoft.com/office/drawing/2014/main" id="{FEE84CA6-7CCA-42A2-A1F4-0CF0D165559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457916703" name="Oval 1457916702">
            <a:extLst xmlns:a="http://schemas.openxmlformats.org/drawingml/2006/main">
              <a:ext uri="{FF2B5EF4-FFF2-40B4-BE49-F238E27FC236}">
                <a16:creationId xmlns:a16="http://schemas.microsoft.com/office/drawing/2014/main" id="{416B1D43-6253-4FF9-BEA8-91F5807E93E6}"/>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50923538" name="Oval 1250923537">
            <a:extLst xmlns:a="http://schemas.openxmlformats.org/drawingml/2006/main">
              <a:ext uri="{FF2B5EF4-FFF2-40B4-BE49-F238E27FC236}">
                <a16:creationId xmlns:a16="http://schemas.microsoft.com/office/drawing/2014/main" id="{A7F44373-5FED-4605-B031-09C888673F8C}"/>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79714092" name="Oval 579714091">
            <a:extLst xmlns:a="http://schemas.openxmlformats.org/drawingml/2006/main">
              <a:ext uri="{FF2B5EF4-FFF2-40B4-BE49-F238E27FC236}">
                <a16:creationId xmlns:a16="http://schemas.microsoft.com/office/drawing/2014/main" id="{0CB00986-75E1-49CC-B133-B62263C8DD02}"/>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188193175" name="Oval 1188193174">
            <a:extLst xmlns:a="http://schemas.openxmlformats.org/drawingml/2006/main">
              <a:ext uri="{FF2B5EF4-FFF2-40B4-BE49-F238E27FC236}">
                <a16:creationId xmlns:a16="http://schemas.microsoft.com/office/drawing/2014/main" id="{607D2FB3-846D-4F1D-B3D4-4740AA6FEACB}"/>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075857353" name="Oval 2075857352">
            <a:extLst xmlns:a="http://schemas.openxmlformats.org/drawingml/2006/main">
              <a:ext uri="{FF2B5EF4-FFF2-40B4-BE49-F238E27FC236}">
                <a16:creationId xmlns:a16="http://schemas.microsoft.com/office/drawing/2014/main" id="{5FFC1AC1-3FEC-4826-9EEA-9B90B87C5954}"/>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60739157" name="Oval 260739156">
            <a:extLst xmlns:a="http://schemas.openxmlformats.org/drawingml/2006/main">
              <a:ext uri="{FF2B5EF4-FFF2-40B4-BE49-F238E27FC236}">
                <a16:creationId xmlns:a16="http://schemas.microsoft.com/office/drawing/2014/main" id="{886F93B1-5552-4BE7-9FEC-F96EC8C703C0}"/>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72597424" name="Oval 472597423">
            <a:extLst xmlns:a="http://schemas.openxmlformats.org/drawingml/2006/main">
              <a:ext uri="{FF2B5EF4-FFF2-40B4-BE49-F238E27FC236}">
                <a16:creationId xmlns:a16="http://schemas.microsoft.com/office/drawing/2014/main" id="{CBA28A5D-478B-46CA-B2B5-0D4006D6413B}"/>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11162584" name="Oval 311162583">
            <a:extLst xmlns:a="http://schemas.openxmlformats.org/drawingml/2006/main">
              <a:ext uri="{FF2B5EF4-FFF2-40B4-BE49-F238E27FC236}">
                <a16:creationId xmlns:a16="http://schemas.microsoft.com/office/drawing/2014/main" id="{1FF92DFF-0BD1-4FE4-9B17-876C3599AD7B}"/>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18592259" name="Oval 418592258">
            <a:extLst xmlns:a="http://schemas.openxmlformats.org/drawingml/2006/main">
              <a:ext uri="{FF2B5EF4-FFF2-40B4-BE49-F238E27FC236}">
                <a16:creationId xmlns:a16="http://schemas.microsoft.com/office/drawing/2014/main" id="{BB0F04C0-5004-4911-A771-6DCCE583712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91215338" name="Oval 391215337">
            <a:extLst xmlns:a="http://schemas.openxmlformats.org/drawingml/2006/main">
              <a:ext uri="{FF2B5EF4-FFF2-40B4-BE49-F238E27FC236}">
                <a16:creationId xmlns:a16="http://schemas.microsoft.com/office/drawing/2014/main" id="{16742637-55C1-4F2B-9591-D935E78131E3}"/>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07420592" name="Oval 1707420591">
            <a:extLst xmlns:a="http://schemas.openxmlformats.org/drawingml/2006/main">
              <a:ext uri="{FF2B5EF4-FFF2-40B4-BE49-F238E27FC236}">
                <a16:creationId xmlns:a16="http://schemas.microsoft.com/office/drawing/2014/main" id="{0C463C9A-A1DD-403B-BBD7-8F32BE9704A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24466290" name="Oval 1324466289">
            <a:extLst xmlns:a="http://schemas.openxmlformats.org/drawingml/2006/main">
              <a:ext uri="{FF2B5EF4-FFF2-40B4-BE49-F238E27FC236}">
                <a16:creationId xmlns:a16="http://schemas.microsoft.com/office/drawing/2014/main" id="{15D77591-C6C5-4F30-A9CE-768AC60E031E}"/>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167646444" name="Oval 1167646443">
            <a:extLst xmlns:a="http://schemas.openxmlformats.org/drawingml/2006/main">
              <a:ext uri="{FF2B5EF4-FFF2-40B4-BE49-F238E27FC236}">
                <a16:creationId xmlns:a16="http://schemas.microsoft.com/office/drawing/2014/main" id="{5B56F467-D374-4215-8094-7DE00F05FB7E}"/>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67024098" name="Rectangle: Rounded Corners 1367024097">
            <a:extLst xmlns:a="http://schemas.openxmlformats.org/drawingml/2006/main">
              <a:ext uri="{FF2B5EF4-FFF2-40B4-BE49-F238E27FC236}">
                <a16:creationId xmlns:a16="http://schemas.microsoft.com/office/drawing/2014/main" id="{A4E9C1F3-FB5F-4B45-9C80-282396A8C01D}"/>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2069871043" name="Rectangle: Rounded Corners 2069871042">
            <a:extLst xmlns:a="http://schemas.openxmlformats.org/drawingml/2006/main">
              <a:ext uri="{FF2B5EF4-FFF2-40B4-BE49-F238E27FC236}">
                <a16:creationId xmlns:a16="http://schemas.microsoft.com/office/drawing/2014/main" id="{C787A982-F0DB-4146-8699-5642AA536432}"/>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2096192632" name="Rectangle 2096192631">
            <a:extLst xmlns:a="http://schemas.openxmlformats.org/drawingml/2006/main">
              <a:ext uri="{FF2B5EF4-FFF2-40B4-BE49-F238E27FC236}">
                <a16:creationId xmlns:a16="http://schemas.microsoft.com/office/drawing/2014/main" id="{C36AF172-39AA-4DE8-9A46-4E514CE0D9DA}"/>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969777748" name="Rectangle 969777747">
            <a:extLst xmlns:a="http://schemas.openxmlformats.org/drawingml/2006/main">
              <a:ext uri="{FF2B5EF4-FFF2-40B4-BE49-F238E27FC236}">
                <a16:creationId xmlns:a16="http://schemas.microsoft.com/office/drawing/2014/main" id="{7352571A-3A03-47A7-B56F-8B0D476C34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08</a:t>
            </a:r>
          </a:p>
        </p:txBody>
      </p:sp>
      <p:pic>
        <p:nvPicPr>
          <p:cNvPr id="2096192662"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b49994c70484401d">
            <a:extLst>
              <a:ext uri="{96DAC541-7B7A-43D3-8B79-37D633B846F1}">
                <asvg:svgBlip xmlns:asvg="http://schemas.microsoft.com/office/drawing/2016/SVG/main" r:embed="R57a84faaa18740fe"/>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solidguide_flipV">
            <a:extLst xmlns:a="http://schemas.openxmlformats.org/drawingml/2006/main">
              <a:ext uri="{FF2B5EF4-FFF2-40B4-BE49-F238E27FC236}">
                <a16:creationId xmlns:a16="http://schemas.microsoft.com/office/drawing/2014/main" id="{1E6154A2-D60F-068C-B021-62AD75391E67}"/>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185842656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0818176" name="Rectangle 1890818175">
            <a:extLst xmlns:a="http://schemas.openxmlformats.org/drawingml/2006/main">
              <a:ext uri="{FF2B5EF4-FFF2-40B4-BE49-F238E27FC236}">
                <a16:creationId xmlns:a16="http://schemas.microsoft.com/office/drawing/2014/main" id="{EE447679-6004-4363-B719-395D1C234CB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785272062" name="Rectangle 785272061">
            <a:extLst xmlns:a="http://schemas.openxmlformats.org/drawingml/2006/main">
              <a:ext uri="{FF2B5EF4-FFF2-40B4-BE49-F238E27FC236}">
                <a16:creationId xmlns:a16="http://schemas.microsoft.com/office/drawing/2014/main" id="{948D071A-E3B5-40FF-9083-0F29A3C3F1D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266136652" name="Rectangle: Rounded Corners 1266136651">
            <a:extLst xmlns:a="http://schemas.openxmlformats.org/drawingml/2006/main">
              <a:ext uri="{FF2B5EF4-FFF2-40B4-BE49-F238E27FC236}">
                <a16:creationId xmlns:a16="http://schemas.microsoft.com/office/drawing/2014/main" id="{3F2BB9BF-5FCD-44CF-AD91-9D6F47DA3D4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050748595" name="Rectangle: Rounded Corners 1050748594">
            <a:extLst xmlns:a="http://schemas.openxmlformats.org/drawingml/2006/main">
              <a:ext uri="{FF2B5EF4-FFF2-40B4-BE49-F238E27FC236}">
                <a16:creationId xmlns:a16="http://schemas.microsoft.com/office/drawing/2014/main" id="{87F9B7F8-D503-4EDF-A1CD-73A091110A7D}"/>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52567776" name="Rectangle 1752567775">
            <a:extLst xmlns:a="http://schemas.openxmlformats.org/drawingml/2006/main">
              <a:ext uri="{FF2B5EF4-FFF2-40B4-BE49-F238E27FC236}">
                <a16:creationId xmlns:a16="http://schemas.microsoft.com/office/drawing/2014/main" id="{925BED18-EDC5-4C0C-989F-604588E26C6F}"/>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397256150" name="Rectangle 397256149">
            <a:extLst xmlns:a="http://schemas.openxmlformats.org/drawingml/2006/main">
              <a:ext uri="{FF2B5EF4-FFF2-40B4-BE49-F238E27FC236}">
                <a16:creationId xmlns:a16="http://schemas.microsoft.com/office/drawing/2014/main" id="{A5C18B1B-04F5-4C32-8208-36727658B6AE}"/>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528734130" name="Rectangle 528734129">
            <a:extLst xmlns:a="http://schemas.openxmlformats.org/drawingml/2006/main">
              <a:ext uri="{FF2B5EF4-FFF2-40B4-BE49-F238E27FC236}">
                <a16:creationId xmlns:a16="http://schemas.microsoft.com/office/drawing/2014/main" id="{BA387BEB-549A-4F6A-8F52-B61E7509961F}"/>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008566193" name="Rectangle 1008566192">
            <a:extLst xmlns:a="http://schemas.openxmlformats.org/drawingml/2006/main">
              <a:ext uri="{FF2B5EF4-FFF2-40B4-BE49-F238E27FC236}">
                <a16:creationId xmlns:a16="http://schemas.microsoft.com/office/drawing/2014/main" id="{7E19D434-7840-4991-8745-ED85D03C4CBA}"/>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2104166466" name="Straight Connector 2104166465">
            <a:extLst xmlns:a="http://schemas.openxmlformats.org/drawingml/2006/main">
              <a:ext uri="{FF2B5EF4-FFF2-40B4-BE49-F238E27FC236}">
                <a16:creationId xmlns:a16="http://schemas.microsoft.com/office/drawing/2014/main" id="{3A668B60-71F3-42A4-B879-8261F09135EF}"/>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391317271" name="Rectangle 1391317270">
            <a:extLst xmlns:a="http://schemas.openxmlformats.org/drawingml/2006/main">
              <a:ext uri="{FF2B5EF4-FFF2-40B4-BE49-F238E27FC236}">
                <a16:creationId xmlns:a16="http://schemas.microsoft.com/office/drawing/2014/main" id="{6583A12F-C341-4309-9380-53969ACDCE7A}"/>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2139818399" name="Rectangle 2139818398">
            <a:extLst xmlns:a="http://schemas.openxmlformats.org/drawingml/2006/main">
              <a:ext uri="{FF2B5EF4-FFF2-40B4-BE49-F238E27FC236}">
                <a16:creationId xmlns:a16="http://schemas.microsoft.com/office/drawing/2014/main" id="{4CA27FF3-83A7-4D7F-BB66-88D499720C30}"/>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756114382" name="Straight Connector 756114381">
            <a:extLst xmlns:a="http://schemas.openxmlformats.org/drawingml/2006/main">
              <a:ext uri="{FF2B5EF4-FFF2-40B4-BE49-F238E27FC236}">
                <a16:creationId xmlns:a16="http://schemas.microsoft.com/office/drawing/2014/main" id="{32A72FF0-564F-40D5-9A7E-AA21FCDB12FE}"/>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65170773" name="Rectangle 1665170772">
            <a:extLst xmlns:a="http://schemas.openxmlformats.org/drawingml/2006/main">
              <a:ext uri="{FF2B5EF4-FFF2-40B4-BE49-F238E27FC236}">
                <a16:creationId xmlns:a16="http://schemas.microsoft.com/office/drawing/2014/main" id="{CEE793FC-AED4-4807-9DD9-C7BF2298C50D}"/>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1710634737" name="Rectangle 1710634736">
            <a:extLst xmlns:a="http://schemas.openxmlformats.org/drawingml/2006/main">
              <a:ext uri="{FF2B5EF4-FFF2-40B4-BE49-F238E27FC236}">
                <a16:creationId xmlns:a16="http://schemas.microsoft.com/office/drawing/2014/main" id="{2B778A33-22FE-48B4-9B90-0AFDEF52A69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872312690" name="Rectangle: Rounded Corners 1872312689">
            <a:extLst xmlns:a="http://schemas.openxmlformats.org/drawingml/2006/main">
              <a:ext uri="{FF2B5EF4-FFF2-40B4-BE49-F238E27FC236}">
                <a16:creationId xmlns:a16="http://schemas.microsoft.com/office/drawing/2014/main" id="{F32A1000-56C5-409A-A067-24DD9DBE7C8C}"/>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638876600" name="Rectangle 1638876599">
            <a:extLst xmlns:a="http://schemas.openxmlformats.org/drawingml/2006/main">
              <a:ext uri="{FF2B5EF4-FFF2-40B4-BE49-F238E27FC236}">
                <a16:creationId xmlns:a16="http://schemas.microsoft.com/office/drawing/2014/main" id="{81D2FF20-37AB-49BE-842A-D0C0BF3604FF}"/>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815678977" name="Rectangle 815678976">
            <a:extLst xmlns:a="http://schemas.openxmlformats.org/drawingml/2006/main">
              <a:ext uri="{FF2B5EF4-FFF2-40B4-BE49-F238E27FC236}">
                <a16:creationId xmlns:a16="http://schemas.microsoft.com/office/drawing/2014/main" id="{A8FD7433-A842-4697-BE13-9F50FD5C54D7}"/>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815528298" name="Rectangle 815528297">
            <a:extLst xmlns:a="http://schemas.openxmlformats.org/drawingml/2006/main">
              <a:ext uri="{FF2B5EF4-FFF2-40B4-BE49-F238E27FC236}">
                <a16:creationId xmlns:a16="http://schemas.microsoft.com/office/drawing/2014/main" id="{AA6F4E72-07EA-4FCF-A9B5-57354ED4E4AD}"/>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478170370" name="Rectangle 478170369">
            <a:extLst xmlns:a="http://schemas.openxmlformats.org/drawingml/2006/main">
              <a:ext uri="{FF2B5EF4-FFF2-40B4-BE49-F238E27FC236}">
                <a16:creationId xmlns:a16="http://schemas.microsoft.com/office/drawing/2014/main" id="{CC4D70AE-B0F1-4C87-A5B5-208531D061DE}"/>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533968530" name="Straight Connector 533968529">
            <a:extLst xmlns:a="http://schemas.openxmlformats.org/drawingml/2006/main">
              <a:ext uri="{FF2B5EF4-FFF2-40B4-BE49-F238E27FC236}">
                <a16:creationId xmlns:a16="http://schemas.microsoft.com/office/drawing/2014/main" id="{2B98708D-DB0C-44CA-B293-7D82D41F853F}"/>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5109746" name="Rectangle 195109745">
            <a:extLst xmlns:a="http://schemas.openxmlformats.org/drawingml/2006/main">
              <a:ext uri="{FF2B5EF4-FFF2-40B4-BE49-F238E27FC236}">
                <a16:creationId xmlns:a16="http://schemas.microsoft.com/office/drawing/2014/main" id="{AA7EFF82-5CEE-4E4A-96BD-5A7FB057C842}"/>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008757045" name="Rectangle 1008757044">
            <a:extLst xmlns:a="http://schemas.openxmlformats.org/drawingml/2006/main">
              <a:ext uri="{FF2B5EF4-FFF2-40B4-BE49-F238E27FC236}">
                <a16:creationId xmlns:a16="http://schemas.microsoft.com/office/drawing/2014/main" id="{3F259B77-F04C-4425-8FF5-356E221E85A6}"/>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1685278169" name="Straight Connector 1685278168">
            <a:extLst xmlns:a="http://schemas.openxmlformats.org/drawingml/2006/main">
              <a:ext uri="{FF2B5EF4-FFF2-40B4-BE49-F238E27FC236}">
                <a16:creationId xmlns:a16="http://schemas.microsoft.com/office/drawing/2014/main" id="{A68964E7-4316-40A4-96AD-1F4D4CEAC0FB}"/>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256120153" name="Rectangle 1256120152">
            <a:extLst xmlns:a="http://schemas.openxmlformats.org/drawingml/2006/main">
              <a:ext uri="{FF2B5EF4-FFF2-40B4-BE49-F238E27FC236}">
                <a16:creationId xmlns:a16="http://schemas.microsoft.com/office/drawing/2014/main" id="{7CA3DA28-780F-4715-A3B7-462037C1BD5C}"/>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686280822" name="Rectangle 686280821">
            <a:extLst xmlns:a="http://schemas.openxmlformats.org/drawingml/2006/main">
              <a:ext uri="{FF2B5EF4-FFF2-40B4-BE49-F238E27FC236}">
                <a16:creationId xmlns:a16="http://schemas.microsoft.com/office/drawing/2014/main" id="{75424F7B-0DD4-4438-BAA1-DEB33437B805}"/>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312764702" name="Rectangle: Rounded Corners 312764701">
            <a:extLst xmlns:a="http://schemas.openxmlformats.org/drawingml/2006/main">
              <a:ext uri="{FF2B5EF4-FFF2-40B4-BE49-F238E27FC236}">
                <a16:creationId xmlns:a16="http://schemas.microsoft.com/office/drawing/2014/main" id="{39A1B5B4-CBEE-4D98-A118-AC9264FBED17}"/>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p:txBody>
      </p:sp>
      <p:sp>
        <p:nvSpPr>
          <p:cNvPr id="2086773710" name="Rectangle 2086773709">
            <a:extLst xmlns:a="http://schemas.openxmlformats.org/drawingml/2006/main">
              <a:ext uri="{FF2B5EF4-FFF2-40B4-BE49-F238E27FC236}">
                <a16:creationId xmlns:a16="http://schemas.microsoft.com/office/drawing/2014/main" id="{8D78D9D1-6634-49B8-9554-4106DCE8E920}"/>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2025467515" name="Rectangle 2025467514">
            <a:extLst xmlns:a="http://schemas.openxmlformats.org/drawingml/2006/main">
              <a:ext uri="{FF2B5EF4-FFF2-40B4-BE49-F238E27FC236}">
                <a16:creationId xmlns:a16="http://schemas.microsoft.com/office/drawing/2014/main" id="{9B4A145B-EC7B-49E0-83DA-C281D433AA0E}"/>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957358412" name="Rectangle 957358411">
            <a:extLst xmlns:a="http://schemas.openxmlformats.org/drawingml/2006/main">
              <a:ext uri="{FF2B5EF4-FFF2-40B4-BE49-F238E27FC236}">
                <a16:creationId xmlns:a16="http://schemas.microsoft.com/office/drawing/2014/main" id="{E3C52317-C20F-4BEF-A1E3-DBB5B16CDE6E}"/>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167683204" name="Rectangle 1167683203">
            <a:extLst xmlns:a="http://schemas.openxmlformats.org/drawingml/2006/main">
              <a:ext uri="{FF2B5EF4-FFF2-40B4-BE49-F238E27FC236}">
                <a16:creationId xmlns:a16="http://schemas.microsoft.com/office/drawing/2014/main" id="{BCEEF133-66D6-43FA-8246-105D874ED79E}"/>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935775800" name="Straight Connector 935775799">
            <a:extLst xmlns:a="http://schemas.openxmlformats.org/drawingml/2006/main">
              <a:ext uri="{FF2B5EF4-FFF2-40B4-BE49-F238E27FC236}">
                <a16:creationId xmlns:a16="http://schemas.microsoft.com/office/drawing/2014/main" id="{B73C9400-842F-4527-8E47-C92F1F26432C}"/>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50430571" name="Rectangle 1650430570">
            <a:extLst xmlns:a="http://schemas.openxmlformats.org/drawingml/2006/main">
              <a:ext uri="{FF2B5EF4-FFF2-40B4-BE49-F238E27FC236}">
                <a16:creationId xmlns:a16="http://schemas.microsoft.com/office/drawing/2014/main" id="{329440BE-CC5A-4240-8E40-2B3916A238CA}"/>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1673598856" name="Rectangle 1673598855">
            <a:extLst xmlns:a="http://schemas.openxmlformats.org/drawingml/2006/main">
              <a:ext uri="{FF2B5EF4-FFF2-40B4-BE49-F238E27FC236}">
                <a16:creationId xmlns:a16="http://schemas.microsoft.com/office/drawing/2014/main" id="{85C45A50-413B-46AE-8494-6079775128A9}"/>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796017483" name="Straight Connector 796017482">
            <a:extLst xmlns:a="http://schemas.openxmlformats.org/drawingml/2006/main">
              <a:ext uri="{FF2B5EF4-FFF2-40B4-BE49-F238E27FC236}">
                <a16:creationId xmlns:a16="http://schemas.microsoft.com/office/drawing/2014/main" id="{766E5B00-48B8-4850-A454-B42B4FA45F51}"/>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50138994" name="Rectangle 150138993">
            <a:extLst xmlns:a="http://schemas.openxmlformats.org/drawingml/2006/main">
              <a:ext uri="{FF2B5EF4-FFF2-40B4-BE49-F238E27FC236}">
                <a16:creationId xmlns:a16="http://schemas.microsoft.com/office/drawing/2014/main" id="{12F87DB2-CD8F-4FCF-BC8A-1FF42872D085}"/>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1355132478" name="Rectangle 1355132477">
            <a:extLst xmlns:a="http://schemas.openxmlformats.org/drawingml/2006/main">
              <a:ext uri="{FF2B5EF4-FFF2-40B4-BE49-F238E27FC236}">
                <a16:creationId xmlns:a16="http://schemas.microsoft.com/office/drawing/2014/main" id="{E4632C17-B729-4C7D-B619-99131F73BF38}"/>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2121780221" name="Straight Connector 2121780220">
            <a:extLst xmlns:a="http://schemas.openxmlformats.org/drawingml/2006/main">
              <a:ext uri="{FF2B5EF4-FFF2-40B4-BE49-F238E27FC236}">
                <a16:creationId xmlns:a16="http://schemas.microsoft.com/office/drawing/2014/main" id="{4D4951CD-41AF-402B-8C4E-091F85877577}"/>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835810552" name="Straight Connector 835810551">
            <a:extLst xmlns:a="http://schemas.openxmlformats.org/drawingml/2006/main">
              <a:ext uri="{FF2B5EF4-FFF2-40B4-BE49-F238E27FC236}">
                <a16:creationId xmlns:a16="http://schemas.microsoft.com/office/drawing/2014/main" id="{163174B3-CCDA-4AAF-9BBE-44CA046956E7}"/>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100880980" name="Rectangle 1100880979">
            <a:extLst xmlns:a="http://schemas.openxmlformats.org/drawingml/2006/main">
              <a:ext uri="{FF2B5EF4-FFF2-40B4-BE49-F238E27FC236}">
                <a16:creationId xmlns:a16="http://schemas.microsoft.com/office/drawing/2014/main" id="{D4E1A7B3-0A20-445B-A546-2FC61F4351D5}"/>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811406450" name="Rectangle 1811406449">
            <a:extLst xmlns:a="http://schemas.openxmlformats.org/drawingml/2006/main">
              <a:ext uri="{FF2B5EF4-FFF2-40B4-BE49-F238E27FC236}">
                <a16:creationId xmlns:a16="http://schemas.microsoft.com/office/drawing/2014/main" id="{864FAFA2-483D-4F0E-83F0-B3CCDF33E03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09</a:t>
            </a:r>
          </a:p>
        </p:txBody>
      </p:sp>
    </p:spTree>
    <p:extLst>
      <p:ext uri="{BB962C8B-B14F-4D97-AF65-F5344CB8AC3E}">
        <p14:creationId xmlns:p14="http://schemas.microsoft.com/office/powerpoint/2010/main" val="2894458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4926775" name="Rectangle 854926774">
            <a:extLst xmlns:a="http://schemas.openxmlformats.org/drawingml/2006/main">
              <a:ext uri="{FF2B5EF4-FFF2-40B4-BE49-F238E27FC236}">
                <a16:creationId xmlns:a16="http://schemas.microsoft.com/office/drawing/2014/main" id="{781ED98F-2F19-46C6-B0A8-0ECC9FF3D3E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50295721" name="Rectangle 1150295720">
            <a:extLst xmlns:a="http://schemas.openxmlformats.org/drawingml/2006/main">
              <a:ext uri="{FF2B5EF4-FFF2-40B4-BE49-F238E27FC236}">
                <a16:creationId xmlns:a16="http://schemas.microsoft.com/office/drawing/2014/main" id="{B950D14F-F5D2-475A-8FDE-10FC2A96E29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2106832514" name="Rectangle: Rounded Corners 2106832513">
            <a:extLst xmlns:a="http://schemas.openxmlformats.org/drawingml/2006/main">
              <a:ext uri="{FF2B5EF4-FFF2-40B4-BE49-F238E27FC236}">
                <a16:creationId xmlns:a16="http://schemas.microsoft.com/office/drawing/2014/main" id="{674ADEAC-CC3A-42EC-8506-9C4DFF613364}"/>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537144150" name="Rectangle 537144149">
            <a:extLst xmlns:a="http://schemas.openxmlformats.org/drawingml/2006/main">
              <a:ext uri="{FF2B5EF4-FFF2-40B4-BE49-F238E27FC236}">
                <a16:creationId xmlns:a16="http://schemas.microsoft.com/office/drawing/2014/main" id="{144CC49C-DBC0-4DFA-8561-C9D1F80C61AA}"/>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844070668" name="Straight Connector 1844070667">
            <a:extLst xmlns:a="http://schemas.openxmlformats.org/drawingml/2006/main">
              <a:ext uri="{FF2B5EF4-FFF2-40B4-BE49-F238E27FC236}">
                <a16:creationId xmlns:a16="http://schemas.microsoft.com/office/drawing/2014/main" id="{EAFAD93E-C681-43E1-AF54-5362065E5137}"/>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156722813" name="Rectangle: Rounded Corners 1156722812">
            <a:extLst xmlns:a="http://schemas.openxmlformats.org/drawingml/2006/main">
              <a:ext uri="{FF2B5EF4-FFF2-40B4-BE49-F238E27FC236}">
                <a16:creationId xmlns:a16="http://schemas.microsoft.com/office/drawing/2014/main" id="{42429FEB-32C5-4EC6-AD6E-E68C7E3CB54D}"/>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555957419" name="Rectangle 555957418">
            <a:extLst xmlns:a="http://schemas.openxmlformats.org/drawingml/2006/main">
              <a:ext uri="{FF2B5EF4-FFF2-40B4-BE49-F238E27FC236}">
                <a16:creationId xmlns:a16="http://schemas.microsoft.com/office/drawing/2014/main" id="{3B7E8B8D-58E3-4EB6-98C1-E5C71CCE4FCD}"/>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221881981" name="Straight Connector 1221881980">
            <a:extLst xmlns:a="http://schemas.openxmlformats.org/drawingml/2006/main">
              <a:ext uri="{FF2B5EF4-FFF2-40B4-BE49-F238E27FC236}">
                <a16:creationId xmlns:a16="http://schemas.microsoft.com/office/drawing/2014/main" id="{D7BACA67-E813-4955-A1DD-061B634B9802}"/>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42243680" name="Rectangle: Rounded Corners 942243679">
            <a:extLst xmlns:a="http://schemas.openxmlformats.org/drawingml/2006/main">
              <a:ext uri="{FF2B5EF4-FFF2-40B4-BE49-F238E27FC236}">
                <a16:creationId xmlns:a16="http://schemas.microsoft.com/office/drawing/2014/main" id="{F2F0FC69-1C9E-4B3B-9438-8CBF20EF6DF7}"/>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558388500" name="Rectangle 1558388499">
            <a:extLst xmlns:a="http://schemas.openxmlformats.org/drawingml/2006/main">
              <a:ext uri="{FF2B5EF4-FFF2-40B4-BE49-F238E27FC236}">
                <a16:creationId xmlns:a16="http://schemas.microsoft.com/office/drawing/2014/main" id="{CFB86A90-EB90-4A23-8105-F980EBFC9EA2}"/>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497016790" name="Rectangle: Rounded Corners 497016789">
            <a:extLst xmlns:a="http://schemas.openxmlformats.org/drawingml/2006/main">
              <a:ext uri="{FF2B5EF4-FFF2-40B4-BE49-F238E27FC236}">
                <a16:creationId xmlns:a16="http://schemas.microsoft.com/office/drawing/2014/main" id="{6E9AC9E6-7550-4206-B961-3AFFF7085A7B}"/>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944728693" name="Straight Connector 944728692">
            <a:extLst xmlns:a="http://schemas.openxmlformats.org/drawingml/2006/main">
              <a:ext uri="{FF2B5EF4-FFF2-40B4-BE49-F238E27FC236}">
                <a16:creationId xmlns:a16="http://schemas.microsoft.com/office/drawing/2014/main" id="{E38F16DB-449C-4DF6-A7C8-B50EA376B4DB}"/>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492924598" name="Straight Connector 492924597">
            <a:extLst xmlns:a="http://schemas.openxmlformats.org/drawingml/2006/main">
              <a:ext uri="{FF2B5EF4-FFF2-40B4-BE49-F238E27FC236}">
                <a16:creationId xmlns:a16="http://schemas.microsoft.com/office/drawing/2014/main" id="{AC7E29BE-27A8-420D-9A92-9A3ACC66095C}"/>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897545628" name="Rectangle 1897545627">
            <a:extLst xmlns:a="http://schemas.openxmlformats.org/drawingml/2006/main">
              <a:ext uri="{FF2B5EF4-FFF2-40B4-BE49-F238E27FC236}">
                <a16:creationId xmlns:a16="http://schemas.microsoft.com/office/drawing/2014/main" id="{A44B7F49-C4A5-4EFD-9787-60D41F823C9D}"/>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567799545" name="Rectangle 567799544">
            <a:extLst xmlns:a="http://schemas.openxmlformats.org/drawingml/2006/main">
              <a:ext uri="{FF2B5EF4-FFF2-40B4-BE49-F238E27FC236}">
                <a16:creationId xmlns:a16="http://schemas.microsoft.com/office/drawing/2014/main" id="{C0F0A663-1E34-4F43-A046-1DFA484A0A6B}"/>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63568203" name="Rectangle 163568202">
            <a:extLst xmlns:a="http://schemas.openxmlformats.org/drawingml/2006/main">
              <a:ext uri="{FF2B5EF4-FFF2-40B4-BE49-F238E27FC236}">
                <a16:creationId xmlns:a16="http://schemas.microsoft.com/office/drawing/2014/main" id="{4CEC28F9-5B83-40EE-A3E1-E4A8900D3EC8}"/>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723731145" name="Rectangle 1723731144">
            <a:extLst xmlns:a="http://schemas.openxmlformats.org/drawingml/2006/main">
              <a:ext uri="{FF2B5EF4-FFF2-40B4-BE49-F238E27FC236}">
                <a16:creationId xmlns:a16="http://schemas.microsoft.com/office/drawing/2014/main" id="{E0A79409-B951-417E-9186-E6BAB662EEBC}"/>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326786160" name="Rectangle 326786159">
            <a:extLst xmlns:a="http://schemas.openxmlformats.org/drawingml/2006/main">
              <a:ext uri="{FF2B5EF4-FFF2-40B4-BE49-F238E27FC236}">
                <a16:creationId xmlns:a16="http://schemas.microsoft.com/office/drawing/2014/main" id="{39280A93-6307-4DAC-9D87-5BE6035A2055}"/>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1482802786" name="Rectangle 1482802785">
            <a:extLst xmlns:a="http://schemas.openxmlformats.org/drawingml/2006/main">
              <a:ext uri="{FF2B5EF4-FFF2-40B4-BE49-F238E27FC236}">
                <a16:creationId xmlns:a16="http://schemas.microsoft.com/office/drawing/2014/main" id="{3C2118BF-B448-42CD-8C1E-1EA660129F74}"/>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947956943" name="Rectangle 947956942">
            <a:extLst xmlns:a="http://schemas.openxmlformats.org/drawingml/2006/main">
              <a:ext uri="{FF2B5EF4-FFF2-40B4-BE49-F238E27FC236}">
                <a16:creationId xmlns:a16="http://schemas.microsoft.com/office/drawing/2014/main" id="{10EF2C08-8B9C-411A-BD8D-1C35C98B383F}"/>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2016319605" name="Rectangle 2016319604">
            <a:extLst xmlns:a="http://schemas.openxmlformats.org/drawingml/2006/main">
              <a:ext uri="{FF2B5EF4-FFF2-40B4-BE49-F238E27FC236}">
                <a16:creationId xmlns:a16="http://schemas.microsoft.com/office/drawing/2014/main" id="{CDAF6452-9DB2-47A6-8686-083C475518E6}"/>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759240475" name="Rectangle 759240474">
            <a:extLst xmlns:a="http://schemas.openxmlformats.org/drawingml/2006/main">
              <a:ext uri="{FF2B5EF4-FFF2-40B4-BE49-F238E27FC236}">
                <a16:creationId xmlns:a16="http://schemas.microsoft.com/office/drawing/2014/main" id="{1ECC9C4B-2458-49A5-BD15-5613A4E0EEB2}"/>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102304900" name="Rectangle 1102304899">
            <a:extLst xmlns:a="http://schemas.openxmlformats.org/drawingml/2006/main">
              <a:ext uri="{FF2B5EF4-FFF2-40B4-BE49-F238E27FC236}">
                <a16:creationId xmlns:a16="http://schemas.microsoft.com/office/drawing/2014/main" id="{8AF7EE72-F8AF-4FFF-B574-B8A999932E71}"/>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141042967" name="Rectangle 1141042966">
            <a:extLst xmlns:a="http://schemas.openxmlformats.org/drawingml/2006/main">
              <a:ext uri="{FF2B5EF4-FFF2-40B4-BE49-F238E27FC236}">
                <a16:creationId xmlns:a16="http://schemas.microsoft.com/office/drawing/2014/main" id="{4E1100A6-460A-428C-B4E4-9951DC15A89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10</a:t>
            </a:r>
          </a:p>
        </p:txBody>
      </p:sp>
      <p:sp>
        <p:nvSpPr>
          <p:cNvPr id="770391678" name="solidguide_normal">
            <a:extLst xmlns:a="http://schemas.openxmlformats.org/drawingml/2006/main">
              <a:ext uri="{FF2B5EF4-FFF2-40B4-BE49-F238E27FC236}">
                <a16:creationId xmlns:a16="http://schemas.microsoft.com/office/drawing/2014/main" id="{A58ED548-2782-4A7C-A4DE-380A9664E0E0}"/>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417352073" name="solidguide_normal">
            <a:extLst xmlns:a="http://schemas.openxmlformats.org/drawingml/2006/main">
              <a:ext uri="{FF2B5EF4-FFF2-40B4-BE49-F238E27FC236}">
                <a16:creationId xmlns:a16="http://schemas.microsoft.com/office/drawing/2014/main" id="{2A8063A5-76E1-425A-B082-9B54315FCA29}"/>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pic>
        <p:nvPicPr>
          <p:cNvPr id="2106832542"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162365dab409418e">
            <a:extLst>
              <a:ext uri="{96DAC541-7B7A-43D3-8B79-37D633B846F1}">
                <asvg:svgBlip xmlns:asvg="http://schemas.microsoft.com/office/drawing/2016/SVG/main" r:embed="R49cf7594cbe54981"/>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4777018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70283907" name="Rectangle 1470283906">
            <a:extLst xmlns:a="http://schemas.openxmlformats.org/drawingml/2006/main">
              <a:ext uri="{FF2B5EF4-FFF2-40B4-BE49-F238E27FC236}">
                <a16:creationId xmlns:a16="http://schemas.microsoft.com/office/drawing/2014/main" id="{54FD42FF-229A-4F37-A173-53F3599ADF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843139880" name="Rectangle 843139879">
            <a:extLst xmlns:a="http://schemas.openxmlformats.org/drawingml/2006/main">
              <a:ext uri="{FF2B5EF4-FFF2-40B4-BE49-F238E27FC236}">
                <a16:creationId xmlns:a16="http://schemas.microsoft.com/office/drawing/2014/main" id="{DF96931C-EF04-4B4A-BD72-82C8BE91E13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441777438" name="Rectangle: Rounded Corners 441777437">
            <a:extLst xmlns:a="http://schemas.openxmlformats.org/drawingml/2006/main">
              <a:ext uri="{FF2B5EF4-FFF2-40B4-BE49-F238E27FC236}">
                <a16:creationId xmlns:a16="http://schemas.microsoft.com/office/drawing/2014/main" id="{0880EFC5-F181-4FBF-8E62-329483054BE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pic>
        <p:nvPicPr>
          <p:cNvPr id="1856458313"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ed7fe91c56924491"/>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369448293" name="Oval 1369448292">
            <a:extLst xmlns:a="http://schemas.openxmlformats.org/drawingml/2006/main">
              <a:ext uri="{FF2B5EF4-FFF2-40B4-BE49-F238E27FC236}">
                <a16:creationId xmlns:a16="http://schemas.microsoft.com/office/drawing/2014/main" id="{53E8C1E3-177C-4F16-8858-A7EB599FDDE5}"/>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19453286" name="Rectangle 119453285">
            <a:extLst xmlns:a="http://schemas.openxmlformats.org/drawingml/2006/main">
              <a:ext uri="{FF2B5EF4-FFF2-40B4-BE49-F238E27FC236}">
                <a16:creationId xmlns:a16="http://schemas.microsoft.com/office/drawing/2014/main" id="{3D3A7B35-A53D-4540-85DE-E2EBE74D3951}"/>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329949567" name="Oval 1329949566">
            <a:extLst xmlns:a="http://schemas.openxmlformats.org/drawingml/2006/main">
              <a:ext uri="{FF2B5EF4-FFF2-40B4-BE49-F238E27FC236}">
                <a16:creationId xmlns:a16="http://schemas.microsoft.com/office/drawing/2014/main" id="{8D1678C5-3B46-48C4-B2D5-7C80EB8EA113}"/>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856458308" name="Rectangle 1856458307">
            <a:extLst xmlns:a="http://schemas.openxmlformats.org/drawingml/2006/main">
              <a:ext uri="{FF2B5EF4-FFF2-40B4-BE49-F238E27FC236}">
                <a16:creationId xmlns:a16="http://schemas.microsoft.com/office/drawing/2014/main" id="{EE985663-CB7C-45B5-A5BA-C4192913C426}"/>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67515332" name="Oval 167515331">
            <a:extLst xmlns:a="http://schemas.openxmlformats.org/drawingml/2006/main">
              <a:ext uri="{FF2B5EF4-FFF2-40B4-BE49-F238E27FC236}">
                <a16:creationId xmlns:a16="http://schemas.microsoft.com/office/drawing/2014/main" id="{5C6819A5-B9FA-460F-A4F0-D4C27B9BF338}"/>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324280659" name="Rectangle 324280658">
            <a:extLst xmlns:a="http://schemas.openxmlformats.org/drawingml/2006/main">
              <a:ext uri="{FF2B5EF4-FFF2-40B4-BE49-F238E27FC236}">
                <a16:creationId xmlns:a16="http://schemas.microsoft.com/office/drawing/2014/main" id="{E54D58B7-E496-4EEE-A5FE-73516B3C6C0F}"/>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220100614" name="Rectangle 220100613">
            <a:extLst xmlns:a="http://schemas.openxmlformats.org/drawingml/2006/main">
              <a:ext uri="{FF2B5EF4-FFF2-40B4-BE49-F238E27FC236}">
                <a16:creationId xmlns:a16="http://schemas.microsoft.com/office/drawing/2014/main" id="{7EBBF2C9-3265-4691-88F3-6AEC4712F341}"/>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1638243304" name="Rectangle 1638243303">
            <a:extLst xmlns:a="http://schemas.openxmlformats.org/drawingml/2006/main">
              <a:ext uri="{FF2B5EF4-FFF2-40B4-BE49-F238E27FC236}">
                <a16:creationId xmlns:a16="http://schemas.microsoft.com/office/drawing/2014/main" id="{B0785E5A-D856-42C2-915D-9BFDAD5F97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11</a:t>
            </a:r>
          </a:p>
        </p:txBody>
      </p:sp>
    </p:spTree>
    <p:extLst>
      <p:ext uri="{BB962C8B-B14F-4D97-AF65-F5344CB8AC3E}">
        <p14:creationId xmlns:p14="http://schemas.microsoft.com/office/powerpoint/2010/main" val="12316595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4741476" name="Rectangle 914741475">
            <a:extLst xmlns:a="http://schemas.openxmlformats.org/drawingml/2006/main">
              <a:ext uri="{FF2B5EF4-FFF2-40B4-BE49-F238E27FC236}">
                <a16:creationId xmlns:a16="http://schemas.microsoft.com/office/drawing/2014/main" id="{4AC4478E-246F-45A3-8E2D-3941619035B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763526407" name="Rectangle 763526406">
            <a:extLst xmlns:a="http://schemas.openxmlformats.org/drawingml/2006/main">
              <a:ext uri="{FF2B5EF4-FFF2-40B4-BE49-F238E27FC236}">
                <a16:creationId xmlns:a16="http://schemas.microsoft.com/office/drawing/2014/main" id="{71CB3481-17E2-47FD-9E42-3CA923ED48A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611293626" name="Rectangle: Rounded Corners 611293625">
            <a:extLst xmlns:a="http://schemas.openxmlformats.org/drawingml/2006/main">
              <a:ext uri="{FF2B5EF4-FFF2-40B4-BE49-F238E27FC236}">
                <a16:creationId xmlns:a16="http://schemas.microsoft.com/office/drawing/2014/main" id="{11C32AB1-994B-49C9-8A62-96511E351CF1}"/>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pic>
        <p:nvPicPr>
          <p:cNvPr id="1922458407"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ae2e2ff42a4c4f22"/>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1032169779" name="Straight Connector 1032169778">
            <a:extLst xmlns:a="http://schemas.openxmlformats.org/drawingml/2006/main">
              <a:ext uri="{FF2B5EF4-FFF2-40B4-BE49-F238E27FC236}">
                <a16:creationId xmlns:a16="http://schemas.microsoft.com/office/drawing/2014/main" id="{9AFBE26C-C52F-42C8-A471-C2F41CD27419}"/>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768100699" name="Straight Connector 1768100698">
            <a:extLst xmlns:a="http://schemas.openxmlformats.org/drawingml/2006/main">
              <a:ext uri="{FF2B5EF4-FFF2-40B4-BE49-F238E27FC236}">
                <a16:creationId xmlns:a16="http://schemas.microsoft.com/office/drawing/2014/main" id="{67743229-2AD0-435F-8BB1-1E58C88C2D4B}"/>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922458401" name="Rectangle 1922458400">
            <a:extLst xmlns:a="http://schemas.openxmlformats.org/drawingml/2006/main">
              <a:ext uri="{FF2B5EF4-FFF2-40B4-BE49-F238E27FC236}">
                <a16:creationId xmlns:a16="http://schemas.microsoft.com/office/drawing/2014/main" id="{23ECF500-72BA-4803-8247-0D0E14CDB1F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402654063" name="Rectangle 1402654062">
            <a:extLst xmlns:a="http://schemas.openxmlformats.org/drawingml/2006/main">
              <a:ext uri="{FF2B5EF4-FFF2-40B4-BE49-F238E27FC236}">
                <a16:creationId xmlns:a16="http://schemas.microsoft.com/office/drawing/2014/main" id="{102039D5-860E-4D79-9E28-C9A156E7E932}"/>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006697961" name="Oval 1006697960">
            <a:extLst xmlns:a="http://schemas.openxmlformats.org/drawingml/2006/main">
              <a:ext uri="{FF2B5EF4-FFF2-40B4-BE49-F238E27FC236}">
                <a16:creationId xmlns:a16="http://schemas.microsoft.com/office/drawing/2014/main" id="{27F27753-0C28-449D-AC57-9E4228F21704}"/>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772079833" name="Straight Connector 772079832">
            <a:extLst xmlns:a="http://schemas.openxmlformats.org/drawingml/2006/main">
              <a:ext uri="{FF2B5EF4-FFF2-40B4-BE49-F238E27FC236}">
                <a16:creationId xmlns:a16="http://schemas.microsoft.com/office/drawing/2014/main" id="{AAB037AF-50D3-4984-A29A-ED35A8BD703D}"/>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493081964" name="Oval 1493081963">
            <a:extLst xmlns:a="http://schemas.openxmlformats.org/drawingml/2006/main">
              <a:ext uri="{FF2B5EF4-FFF2-40B4-BE49-F238E27FC236}">
                <a16:creationId xmlns:a16="http://schemas.microsoft.com/office/drawing/2014/main" id="{2AD9FBD9-1C02-4F21-8857-4EF1E1B0B61F}"/>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125848368" name="Oval 1125848367">
            <a:extLst xmlns:a="http://schemas.openxmlformats.org/drawingml/2006/main">
              <a:ext uri="{FF2B5EF4-FFF2-40B4-BE49-F238E27FC236}">
                <a16:creationId xmlns:a16="http://schemas.microsoft.com/office/drawing/2014/main" id="{3A705626-B25F-4CB6-BE56-D164DFB623E5}"/>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431459788" name="Rectangle 1431459787">
            <a:extLst xmlns:a="http://schemas.openxmlformats.org/drawingml/2006/main">
              <a:ext uri="{FF2B5EF4-FFF2-40B4-BE49-F238E27FC236}">
                <a16:creationId xmlns:a16="http://schemas.microsoft.com/office/drawing/2014/main" id="{FEF03E84-38FD-45A8-BBBB-440D6F695640}"/>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551453140" name="Rectangle 551453139">
            <a:extLst xmlns:a="http://schemas.openxmlformats.org/drawingml/2006/main">
              <a:ext uri="{FF2B5EF4-FFF2-40B4-BE49-F238E27FC236}">
                <a16:creationId xmlns:a16="http://schemas.microsoft.com/office/drawing/2014/main" id="{B231F5A6-20A0-402A-88BC-0CFE6B0C38B7}"/>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387627843" name="Rectangle 1387627842">
            <a:extLst xmlns:a="http://schemas.openxmlformats.org/drawingml/2006/main">
              <a:ext uri="{FF2B5EF4-FFF2-40B4-BE49-F238E27FC236}">
                <a16:creationId xmlns:a16="http://schemas.microsoft.com/office/drawing/2014/main" id="{D2DC5A35-3C1B-4491-83CB-A04578D6A2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12</a:t>
            </a:r>
          </a:p>
        </p:txBody>
      </p:sp>
      <p:sp>
        <p:nvSpPr>
          <p:cNvPr id="1489075410" name="Straight Connector 1489075409">
            <a:extLst xmlns:a="http://schemas.openxmlformats.org/drawingml/2006/main">
              <a:ext uri="{FF2B5EF4-FFF2-40B4-BE49-F238E27FC236}">
                <a16:creationId xmlns:a16="http://schemas.microsoft.com/office/drawing/2014/main" id="{AA8BDB7A-8910-49A1-81A4-759F8689A03F}"/>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768615075" name="Straight Connector 768615074">
            <a:extLst xmlns:a="http://schemas.openxmlformats.org/drawingml/2006/main">
              <a:ext uri="{FF2B5EF4-FFF2-40B4-BE49-F238E27FC236}">
                <a16:creationId xmlns:a16="http://schemas.microsoft.com/office/drawing/2014/main" id="{CAE25AC7-E358-4890-B5C4-1F174DA3BF2E}"/>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pic>
        <p:nvPicPr>
          <p:cNvPr id="1922458421"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a692dac77cd74280">
            <a:extLst>
              <a:ext uri="{96DAC541-7B7A-43D3-8B79-37D633B846F1}">
                <asvg:svgBlip xmlns:asvg="http://schemas.microsoft.com/office/drawing/2016/SVG/main" r:embed="Rc615912ab14f4976"/>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0577158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304598" name="Rectangle 151304597">
            <a:extLst xmlns:a="http://schemas.openxmlformats.org/drawingml/2006/main">
              <a:ext uri="{FF2B5EF4-FFF2-40B4-BE49-F238E27FC236}">
                <a16:creationId xmlns:a16="http://schemas.microsoft.com/office/drawing/2014/main" id="{A4DE44C9-A1A4-4E37-9401-0BF3EB200D6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77396172" name="Rectangle 177396171">
            <a:extLst xmlns:a="http://schemas.openxmlformats.org/drawingml/2006/main">
              <a:ext uri="{FF2B5EF4-FFF2-40B4-BE49-F238E27FC236}">
                <a16:creationId xmlns:a16="http://schemas.microsoft.com/office/drawing/2014/main" id="{C6E295B5-89E5-4F33-8760-B77EEC9A49E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960318419" name="Rectangle: Rounded Corners 960318418">
            <a:extLst xmlns:a="http://schemas.openxmlformats.org/drawingml/2006/main">
              <a:ext uri="{FF2B5EF4-FFF2-40B4-BE49-F238E27FC236}">
                <a16:creationId xmlns:a16="http://schemas.microsoft.com/office/drawing/2014/main" id="{28C7F243-7A81-4537-BEB8-EB9DACD419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53979158" name="Straight Connector 53979157">
            <a:extLst xmlns:a="http://schemas.openxmlformats.org/drawingml/2006/main">
              <a:ext uri="{FF2B5EF4-FFF2-40B4-BE49-F238E27FC236}">
                <a16:creationId xmlns:a16="http://schemas.microsoft.com/office/drawing/2014/main" id="{B06830DA-4A9B-41C2-B730-0D220E8FB6CA}"/>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627639123" name="Straight Connector 627639122">
            <a:extLst xmlns:a="http://schemas.openxmlformats.org/drawingml/2006/main">
              <a:ext uri="{FF2B5EF4-FFF2-40B4-BE49-F238E27FC236}">
                <a16:creationId xmlns:a16="http://schemas.microsoft.com/office/drawing/2014/main" id="{F9BAE9BB-D003-4D78-ACE9-4BF088B73C38}"/>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466830899" name="Rectangle 466830898">
            <a:extLst xmlns:a="http://schemas.openxmlformats.org/drawingml/2006/main">
              <a:ext uri="{FF2B5EF4-FFF2-40B4-BE49-F238E27FC236}">
                <a16:creationId xmlns:a16="http://schemas.microsoft.com/office/drawing/2014/main" id="{2FE3FEA5-B77E-4B07-A754-D59DA3FB5328}"/>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05295988" name="Rectangle 1905295987">
            <a:extLst xmlns:a="http://schemas.openxmlformats.org/drawingml/2006/main">
              <a:ext uri="{FF2B5EF4-FFF2-40B4-BE49-F238E27FC236}">
                <a16:creationId xmlns:a16="http://schemas.microsoft.com/office/drawing/2014/main" id="{98A2A8F7-2D82-45B2-AA29-6B8511DFC12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917868854" name="Oval 917868853">
            <a:extLst xmlns:a="http://schemas.openxmlformats.org/drawingml/2006/main">
              <a:ext uri="{FF2B5EF4-FFF2-40B4-BE49-F238E27FC236}">
                <a16:creationId xmlns:a16="http://schemas.microsoft.com/office/drawing/2014/main" id="{1617CB3C-B7FB-4CFA-AEAC-BB827F503A79}"/>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147861545" name="Oval 1147861544">
            <a:extLst xmlns:a="http://schemas.openxmlformats.org/drawingml/2006/main">
              <a:ext uri="{FF2B5EF4-FFF2-40B4-BE49-F238E27FC236}">
                <a16:creationId xmlns:a16="http://schemas.microsoft.com/office/drawing/2014/main" id="{7C98F0C2-D752-4517-90B5-215C8BEF5FCB}"/>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453648763" name="Oval 453648762">
            <a:extLst xmlns:a="http://schemas.openxmlformats.org/drawingml/2006/main">
              <a:ext uri="{FF2B5EF4-FFF2-40B4-BE49-F238E27FC236}">
                <a16:creationId xmlns:a16="http://schemas.microsoft.com/office/drawing/2014/main" id="{01442D99-8DBF-4FF4-BA79-2D7BA871F96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758550889" name="Oval 1758550888">
            <a:extLst xmlns:a="http://schemas.openxmlformats.org/drawingml/2006/main">
              <a:ext uri="{FF2B5EF4-FFF2-40B4-BE49-F238E27FC236}">
                <a16:creationId xmlns:a16="http://schemas.microsoft.com/office/drawing/2014/main" id="{3AD2F3A6-18B2-4BCB-B725-DC95D640FE47}"/>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781569674" name="Rectangle: Rounded Corners 1781569673">
            <a:extLst xmlns:a="http://schemas.openxmlformats.org/drawingml/2006/main">
              <a:ext uri="{FF2B5EF4-FFF2-40B4-BE49-F238E27FC236}">
                <a16:creationId xmlns:a16="http://schemas.microsoft.com/office/drawing/2014/main" id="{605E050D-A59C-40FD-8A41-7F7A778ADBC7}"/>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140372677" name="Rectangle: Rounded Corners 140372676">
            <a:extLst xmlns:a="http://schemas.openxmlformats.org/drawingml/2006/main">
              <a:ext uri="{FF2B5EF4-FFF2-40B4-BE49-F238E27FC236}">
                <a16:creationId xmlns:a16="http://schemas.microsoft.com/office/drawing/2014/main" id="{1E1A155D-2F5B-4AF4-AA56-C2205913B5C7}"/>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457547253" name="Rectangle: Rounded Corners 457547252">
            <a:extLst xmlns:a="http://schemas.openxmlformats.org/drawingml/2006/main">
              <a:ext uri="{FF2B5EF4-FFF2-40B4-BE49-F238E27FC236}">
                <a16:creationId xmlns:a16="http://schemas.microsoft.com/office/drawing/2014/main" id="{43E5A32C-A678-4233-A267-788C1C125E5B}"/>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26664148" name="Rectangle 126664147">
            <a:extLst xmlns:a="http://schemas.openxmlformats.org/drawingml/2006/main">
              <a:ext uri="{FF2B5EF4-FFF2-40B4-BE49-F238E27FC236}">
                <a16:creationId xmlns:a16="http://schemas.microsoft.com/office/drawing/2014/main" id="{D28A7CFB-4538-4003-A838-ADA104977654}"/>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638283190" name="Rectangle 638283189">
            <a:extLst xmlns:a="http://schemas.openxmlformats.org/drawingml/2006/main">
              <a:ext uri="{FF2B5EF4-FFF2-40B4-BE49-F238E27FC236}">
                <a16:creationId xmlns:a16="http://schemas.microsoft.com/office/drawing/2014/main" id="{01770682-6732-4412-962D-85CC6E8DA0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13</a:t>
            </a:r>
          </a:p>
        </p:txBody>
      </p:sp>
      <p:pic>
        <p:nvPicPr>
          <p:cNvPr id="1905296006"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e3ca8eb8aaa14c4f">
            <a:extLst>
              <a:ext uri="{96DAC541-7B7A-43D3-8B79-37D633B846F1}">
                <asvg:svgBlip xmlns:asvg="http://schemas.microsoft.com/office/drawing/2016/SVG/main" r:embed="Rcef9808a2f874ce9"/>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2598897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2400786" name="Rectangle 1072400785">
            <a:extLst xmlns:a="http://schemas.openxmlformats.org/drawingml/2006/main">
              <a:ext uri="{FF2B5EF4-FFF2-40B4-BE49-F238E27FC236}">
                <a16:creationId xmlns:a16="http://schemas.microsoft.com/office/drawing/2014/main" id="{291EFB54-F416-4817-82E0-04D39F589B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682929386" name="Rectangle 1682929385">
            <a:extLst xmlns:a="http://schemas.openxmlformats.org/drawingml/2006/main">
              <a:ext uri="{FF2B5EF4-FFF2-40B4-BE49-F238E27FC236}">
                <a16:creationId xmlns:a16="http://schemas.microsoft.com/office/drawing/2014/main" id="{41578AE0-10B5-4603-9719-83794837723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1080314408" name="Rectangle: Rounded Corners 1080314407">
            <a:extLst xmlns:a="http://schemas.openxmlformats.org/drawingml/2006/main">
              <a:ext uri="{FF2B5EF4-FFF2-40B4-BE49-F238E27FC236}">
                <a16:creationId xmlns:a16="http://schemas.microsoft.com/office/drawing/2014/main" id="{37B71831-B8C6-49C9-9569-74DBA87A3D5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pic>
        <p:nvPicPr>
          <p:cNvPr id="1957330898"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3764397672674ffa"/>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707499444" name="Straight Connector 707499443">
            <a:extLst xmlns:a="http://schemas.openxmlformats.org/drawingml/2006/main">
              <a:ext uri="{FF2B5EF4-FFF2-40B4-BE49-F238E27FC236}">
                <a16:creationId xmlns:a16="http://schemas.microsoft.com/office/drawing/2014/main" id="{C0E65B9D-9217-4291-9873-6FBF88C7422D}"/>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076861611" name="Straight Connector 1076861610">
            <a:extLst xmlns:a="http://schemas.openxmlformats.org/drawingml/2006/main">
              <a:ext uri="{FF2B5EF4-FFF2-40B4-BE49-F238E27FC236}">
                <a16:creationId xmlns:a16="http://schemas.microsoft.com/office/drawing/2014/main" id="{CBB6E14B-3437-4ED5-8BFC-C966CF08383C}"/>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618224150" name="Rectangle 1618224149">
            <a:extLst xmlns:a="http://schemas.openxmlformats.org/drawingml/2006/main">
              <a:ext uri="{FF2B5EF4-FFF2-40B4-BE49-F238E27FC236}">
                <a16:creationId xmlns:a16="http://schemas.microsoft.com/office/drawing/2014/main" id="{1BA854A7-74A9-4E0A-A684-DC5B5178D9C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57330891" name="Rectangle 1957330890">
            <a:extLst xmlns:a="http://schemas.openxmlformats.org/drawingml/2006/main">
              <a:ext uri="{FF2B5EF4-FFF2-40B4-BE49-F238E27FC236}">
                <a16:creationId xmlns:a16="http://schemas.microsoft.com/office/drawing/2014/main" id="{EC6D3B45-AEAD-45EE-A953-A930A093EFAA}"/>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428842633" name="Oval 1428842632">
            <a:extLst xmlns:a="http://schemas.openxmlformats.org/drawingml/2006/main">
              <a:ext uri="{FF2B5EF4-FFF2-40B4-BE49-F238E27FC236}">
                <a16:creationId xmlns:a16="http://schemas.microsoft.com/office/drawing/2014/main" id="{6613F6FF-E4C9-4634-B574-C0E001917028}"/>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94324772" name="Oval 94324771">
            <a:extLst xmlns:a="http://schemas.openxmlformats.org/drawingml/2006/main">
              <a:ext uri="{FF2B5EF4-FFF2-40B4-BE49-F238E27FC236}">
                <a16:creationId xmlns:a16="http://schemas.microsoft.com/office/drawing/2014/main" id="{117E0A61-D5D4-487F-92A6-1DF6688589F2}"/>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474916118" name="Oval 1474916117">
            <a:extLst xmlns:a="http://schemas.openxmlformats.org/drawingml/2006/main">
              <a:ext uri="{FF2B5EF4-FFF2-40B4-BE49-F238E27FC236}">
                <a16:creationId xmlns:a16="http://schemas.microsoft.com/office/drawing/2014/main" id="{2DC1F4C6-EDBA-404F-A73B-0E8F976C1DCE}"/>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335518816" name="Rectangle 1335518815">
            <a:extLst xmlns:a="http://schemas.openxmlformats.org/drawingml/2006/main">
              <a:ext uri="{FF2B5EF4-FFF2-40B4-BE49-F238E27FC236}">
                <a16:creationId xmlns:a16="http://schemas.microsoft.com/office/drawing/2014/main" id="{757F9399-2501-4F1E-8C7A-6D53440FD104}"/>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971869568" name="Rectangle 971869567">
            <a:extLst xmlns:a="http://schemas.openxmlformats.org/drawingml/2006/main">
              <a:ext uri="{FF2B5EF4-FFF2-40B4-BE49-F238E27FC236}">
                <a16:creationId xmlns:a16="http://schemas.microsoft.com/office/drawing/2014/main" id="{57085B3D-F602-4849-812C-33DEB063C272}"/>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76329124" name="Rectangle: Rounded Corners 76329123">
            <a:extLst xmlns:a="http://schemas.openxmlformats.org/drawingml/2006/main">
              <a:ext uri="{FF2B5EF4-FFF2-40B4-BE49-F238E27FC236}">
                <a16:creationId xmlns:a16="http://schemas.microsoft.com/office/drawing/2014/main" id="{EF5AC18C-C70B-49F8-BF14-502DAD5F3372}"/>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237806934" name="Rectangle 237806933">
            <a:extLst xmlns:a="http://schemas.openxmlformats.org/drawingml/2006/main">
              <a:ext uri="{FF2B5EF4-FFF2-40B4-BE49-F238E27FC236}">
                <a16:creationId xmlns:a16="http://schemas.microsoft.com/office/drawing/2014/main" id="{8902703D-7AA3-41C5-BE9E-18EF307DD23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15</a:t>
            </a:r>
          </a:p>
        </p:txBody>
      </p:sp>
      <p:sp>
        <p:nvSpPr>
          <p:cNvPr id="1957330893" name="solid-loss-curve">
            <a:extLst xmlns:a="http://schemas.openxmlformats.org/drawingml/2006/main">
              <a:ext uri="{FF2B5EF4-FFF2-40B4-BE49-F238E27FC236}">
                <a16:creationId xmlns:a16="http://schemas.microsoft.com/office/drawing/2014/main" id="{3767881D-9D3F-4115-AE9C-06E070FEC2F2}"/>
              </a:ext>
            </a:extLst>
          </p:cNvPr>
          <p:cNvSpPr>
            <a:spLocks xmlns:a="http://schemas.openxmlformats.org/drawingml/2006/main" noGrp="1"/>
          </p:cNvSpPr>
          <p:nvPr/>
        </p:nvSpPr>
        <p:spPr>
          <a:xfrm xmlns:a="http://schemas.openxmlformats.org/drawingml/2006/main">
            <a:off x="1752600"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99371931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615225221" name="Rectangle 615225220">
            <a:extLst xmlns:a="http://schemas.openxmlformats.org/drawingml/2006/main">
              <a:ext uri="{FF2B5EF4-FFF2-40B4-BE49-F238E27FC236}">
                <a16:creationId xmlns:a16="http://schemas.microsoft.com/office/drawing/2014/main" id="{BEAA7C47-EAEF-4E48-B399-BEFFDCDEECD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987074983" name="Rectangle: Rounded Corners 1987074982">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286956635" name="Rectangle 1286956634">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399762639" name="Rectangle 399762638">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664744870" name="Straight Connector 1664744869">
            <a:extLst xmlns:a="http://schemas.openxmlformats.org/drawingml/2006/main">
              <a:ext uri="{FF2B5EF4-FFF2-40B4-BE49-F238E27FC236}">
                <a16:creationId xmlns:a16="http://schemas.microsoft.com/office/drawing/2014/main" id="{3B20EE17-C4C8-4997-B048-2D0A6C6A375D}"/>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598323691" name="Straight Connector 598323690">
            <a:extLst xmlns:a="http://schemas.openxmlformats.org/drawingml/2006/main">
              <a:ext uri="{FF2B5EF4-FFF2-40B4-BE49-F238E27FC236}">
                <a16:creationId xmlns:a16="http://schemas.microsoft.com/office/drawing/2014/main" id="{240AF9EE-F579-4B05-B0BE-BBE4F68E49C5}"/>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233632034" name="Rectangle 1233632033">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987778107" name="Rectangle 987778106">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454394644" name="Rectangle 1454394643">
            <a:extLst xmlns:a="http://schemas.openxmlformats.org/drawingml/2006/main">
              <a:ext uri="{FF2B5EF4-FFF2-40B4-BE49-F238E27FC236}">
                <a16:creationId xmlns:a16="http://schemas.microsoft.com/office/drawing/2014/main" id="{B37DD6B7-79CD-48C8-9FBB-7876B9543353}"/>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043049252" name="Oval 1043049251">
            <a:extLst xmlns:a="http://schemas.openxmlformats.org/drawingml/2006/main">
              <a:ext uri="{FF2B5EF4-FFF2-40B4-BE49-F238E27FC236}">
                <a16:creationId xmlns:a16="http://schemas.microsoft.com/office/drawing/2014/main" id="{990BF228-5ABE-4FFD-BEF4-A268E770033A}"/>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03022140" name="Oval 103022139">
            <a:extLst xmlns:a="http://schemas.openxmlformats.org/drawingml/2006/main">
              <a:ext uri="{FF2B5EF4-FFF2-40B4-BE49-F238E27FC236}">
                <a16:creationId xmlns:a16="http://schemas.microsoft.com/office/drawing/2014/main" id="{B79A3A5F-A855-4594-811B-15E71769C1A7}"/>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601714726" name="Rectangle 1601714725">
            <a:extLst xmlns:a="http://schemas.openxmlformats.org/drawingml/2006/main">
              <a:ext uri="{FF2B5EF4-FFF2-40B4-BE49-F238E27FC236}">
                <a16:creationId xmlns:a16="http://schemas.microsoft.com/office/drawing/2014/main" id="{84DD2063-CE04-41A5-90A5-78FB27834DBC}"/>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242132363" name="Rectangle 1242132362">
            <a:extLst xmlns:a="http://schemas.openxmlformats.org/drawingml/2006/main">
              <a:ext uri="{FF2B5EF4-FFF2-40B4-BE49-F238E27FC236}">
                <a16:creationId xmlns:a16="http://schemas.microsoft.com/office/drawing/2014/main" id="{8345E958-3E7E-4EF2-BE72-8CC007E8DE7B}"/>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2132047704" name="Rectangle 2132047703">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14</a:t>
            </a:r>
          </a:p>
        </p:txBody>
      </p:sp>
      <p:pic>
        <p:nvPicPr>
          <p:cNvPr id="2132047725" name="Picture 2132047724"/>
          <p:cNvPicPr>
            <a:picLocks xmlns:a="http://schemas.openxmlformats.org/drawingml/2006/main" noChangeAspect="1"/>
          </p:cNvPicPr>
          <p:nvPr/>
        </p:nvPicPr>
        <p:blipFill>
          <a:blip xmlns:r="http://schemas.openxmlformats.org/officeDocument/2006/relationships" xmlns:a="http://schemas.openxmlformats.org/drawingml/2006/main" r:embed="R9466987984174c8a"/>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132047726" name="Graphic 2132047725"/>
          <p:cNvPicPr>
            <a:picLocks xmlns:a="http://schemas.openxmlformats.org/drawingml/2006/main" noChangeAspect="1"/>
          </p:cNvPicPr>
          <p:nvPr/>
        </p:nvPicPr>
        <p:blipFill>
          <a:blip xmlns:r="http://schemas.openxmlformats.org/officeDocument/2006/relationships" xmlns:a="http://schemas.openxmlformats.org/drawingml/2006/main" r:embed="Rd95d811558934428">
            <a:extLst>
              <a:ext uri="{96DAC541-7B7A-43D3-8B79-37D633B846F1}">
                <asvg:svgBlip xmlns:asvg="http://schemas.microsoft.com/office/drawing/2016/SVG/main" r:embed="R33f5fb4fb0a545c4"/>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9712312" name="Rectangle 549712311">
            <a:extLst xmlns:a="http://schemas.openxmlformats.org/drawingml/2006/main">
              <a:ext uri="{FF2B5EF4-FFF2-40B4-BE49-F238E27FC236}">
                <a16:creationId xmlns:a16="http://schemas.microsoft.com/office/drawing/2014/main" id="{42FD3426-226A-4130-8C83-5F2DE0E914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504424574" name="Rectangle 504424573">
            <a:extLst xmlns:a="http://schemas.openxmlformats.org/drawingml/2006/main">
              <a:ext uri="{FF2B5EF4-FFF2-40B4-BE49-F238E27FC236}">
                <a16:creationId xmlns:a16="http://schemas.microsoft.com/office/drawing/2014/main" id="{6EAD105A-8451-4631-8399-5A153D3508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8473208" name="Rectangle: Rounded Corners 8473207">
            <a:extLst xmlns:a="http://schemas.openxmlformats.org/drawingml/2006/main">
              <a:ext uri="{FF2B5EF4-FFF2-40B4-BE49-F238E27FC236}">
                <a16:creationId xmlns:a16="http://schemas.microsoft.com/office/drawing/2014/main" id="{DFBE18A7-122F-4FD9-927A-A11C43B917A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713827264" name="Oval 1713827263">
            <a:extLst xmlns:a="http://schemas.openxmlformats.org/drawingml/2006/main">
              <a:ext uri="{FF2B5EF4-FFF2-40B4-BE49-F238E27FC236}">
                <a16:creationId xmlns:a16="http://schemas.microsoft.com/office/drawing/2014/main" id="{43A9D97C-C89B-4F24-ADA2-30216A1E8EB2}"/>
              </a:ext>
            </a:extLst>
          </p:cNvPr>
          <p:cNvSpPr>
            <a:spLocks xmlns:a="http://schemas.openxmlformats.org/drawingml/2006/main" noGrp="1"/>
          </p:cNvSpPr>
          <p:nvPr/>
        </p:nvSpPr>
        <p:spPr>
          <a:xfrm xmlns:a="http://schemas.openxmlformats.org/drawingml/2006/main">
            <a:off x="196215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p:txBody>
      </p:sp>
      <p:sp>
        <p:nvSpPr>
          <p:cNvPr id="324013537" name="Oval 324013536">
            <a:extLst xmlns:a="http://schemas.openxmlformats.org/drawingml/2006/main">
              <a:ext uri="{FF2B5EF4-FFF2-40B4-BE49-F238E27FC236}">
                <a16:creationId xmlns:a16="http://schemas.microsoft.com/office/drawing/2014/main" id="{48C92192-FBAC-4FB9-8803-85EA10691909}"/>
              </a:ext>
            </a:extLst>
          </p:cNvPr>
          <p:cNvSpPr>
            <a:spLocks xmlns:a="http://schemas.openxmlformats.org/drawingml/2006/main" noGrp="1"/>
          </p:cNvSpPr>
          <p:nvPr/>
        </p:nvSpPr>
        <p:spPr>
          <a:xfrm xmlns:a="http://schemas.openxmlformats.org/drawingml/2006/main">
            <a:off x="196215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p:txBody>
      </p:sp>
      <p:sp>
        <p:nvSpPr>
          <p:cNvPr id="1149235492" name="Oval 1149235491">
            <a:extLst xmlns:a="http://schemas.openxmlformats.org/drawingml/2006/main">
              <a:ext uri="{FF2B5EF4-FFF2-40B4-BE49-F238E27FC236}">
                <a16:creationId xmlns:a16="http://schemas.microsoft.com/office/drawing/2014/main" id="{10437F6E-4A9E-4FE9-BA55-F9963F481295}"/>
              </a:ext>
            </a:extLst>
          </p:cNvPr>
          <p:cNvSpPr>
            <a:spLocks xmlns:a="http://schemas.openxmlformats.org/drawingml/2006/main" noGrp="1"/>
          </p:cNvSpPr>
          <p:nvPr/>
        </p:nvSpPr>
        <p:spPr>
          <a:xfrm xmlns:a="http://schemas.openxmlformats.org/drawingml/2006/main">
            <a:off x="196215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p:txBody>
      </p:sp>
      <p:sp>
        <p:nvSpPr>
          <p:cNvPr id="1750953690" name="Oval 1750953689">
            <a:extLst xmlns:a="http://schemas.openxmlformats.org/drawingml/2006/main">
              <a:ext uri="{FF2B5EF4-FFF2-40B4-BE49-F238E27FC236}">
                <a16:creationId xmlns:a16="http://schemas.microsoft.com/office/drawing/2014/main" id="{7AF3B815-FAFB-4911-B21D-DFDBBDF89D2B}"/>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13393047" name="Oval 1513393046">
            <a:extLst xmlns:a="http://schemas.openxmlformats.org/drawingml/2006/main">
              <a:ext uri="{FF2B5EF4-FFF2-40B4-BE49-F238E27FC236}">
                <a16:creationId xmlns:a16="http://schemas.microsoft.com/office/drawing/2014/main" id="{769A37ED-F6AC-4458-B641-2B8FFE80D9A9}"/>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96081327" name="Oval 496081326">
            <a:extLst xmlns:a="http://schemas.openxmlformats.org/drawingml/2006/main">
              <a:ext uri="{FF2B5EF4-FFF2-40B4-BE49-F238E27FC236}">
                <a16:creationId xmlns:a16="http://schemas.microsoft.com/office/drawing/2014/main" id="{684D1D77-A0D5-4EDA-A5C5-FF1579436BB4}"/>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953579844" name="Oval 953579843">
            <a:extLst xmlns:a="http://schemas.openxmlformats.org/drawingml/2006/main">
              <a:ext uri="{FF2B5EF4-FFF2-40B4-BE49-F238E27FC236}">
                <a16:creationId xmlns:a16="http://schemas.microsoft.com/office/drawing/2014/main" id="{ABF29996-222C-4BE3-AF69-3672667523F8}"/>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68581153" name="Oval 268581152">
            <a:extLst xmlns:a="http://schemas.openxmlformats.org/drawingml/2006/main">
              <a:ext uri="{FF2B5EF4-FFF2-40B4-BE49-F238E27FC236}">
                <a16:creationId xmlns:a16="http://schemas.microsoft.com/office/drawing/2014/main" id="{6C2C758E-C950-4ACC-A1C2-11DCA84893D9}"/>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82461719" name="Oval 1782461718">
            <a:extLst xmlns:a="http://schemas.openxmlformats.org/drawingml/2006/main">
              <a:ext uri="{FF2B5EF4-FFF2-40B4-BE49-F238E27FC236}">
                <a16:creationId xmlns:a16="http://schemas.microsoft.com/office/drawing/2014/main" id="{50FAC38A-752A-4E43-95C2-56D5E5328F80}"/>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38488984" name="Oval 1638488983">
            <a:extLst xmlns:a="http://schemas.openxmlformats.org/drawingml/2006/main">
              <a:ext uri="{FF2B5EF4-FFF2-40B4-BE49-F238E27FC236}">
                <a16:creationId xmlns:a16="http://schemas.microsoft.com/office/drawing/2014/main" id="{122082EA-9DC6-4E1D-80CF-4704AB1A6A46}"/>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18913498" name="Oval 1018913497">
            <a:extLst xmlns:a="http://schemas.openxmlformats.org/drawingml/2006/main">
              <a:ext uri="{FF2B5EF4-FFF2-40B4-BE49-F238E27FC236}">
                <a16:creationId xmlns:a16="http://schemas.microsoft.com/office/drawing/2014/main" id="{69B57D2E-E7E0-47BA-82DE-2530812FEBFA}"/>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92287630" name="Oval 1292287629">
            <a:extLst xmlns:a="http://schemas.openxmlformats.org/drawingml/2006/main">
              <a:ext uri="{FF2B5EF4-FFF2-40B4-BE49-F238E27FC236}">
                <a16:creationId xmlns:a16="http://schemas.microsoft.com/office/drawing/2014/main" id="{5D73DFE8-D394-4D41-9849-CA2FAFD13678}"/>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410545747" name="Oval 1410545746">
            <a:extLst xmlns:a="http://schemas.openxmlformats.org/drawingml/2006/main">
              <a:ext uri="{FF2B5EF4-FFF2-40B4-BE49-F238E27FC236}">
                <a16:creationId xmlns:a16="http://schemas.microsoft.com/office/drawing/2014/main" id="{585228BC-5FF2-423E-B543-E5B890CA7450}"/>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923839339" name="Oval 1923839338">
            <a:extLst xmlns:a="http://schemas.openxmlformats.org/drawingml/2006/main">
              <a:ext uri="{FF2B5EF4-FFF2-40B4-BE49-F238E27FC236}">
                <a16:creationId xmlns:a16="http://schemas.microsoft.com/office/drawing/2014/main" id="{5A7335FA-751A-45A2-B960-99898887CBA6}"/>
              </a:ext>
            </a:extLst>
          </p:cNvPr>
          <p:cNvSpPr>
            <a:spLocks xmlns:a="http://schemas.openxmlformats.org/drawingml/2006/main" noGrp="1"/>
          </p:cNvSpPr>
          <p:nvPr/>
        </p:nvSpPr>
        <p:spPr>
          <a:xfrm xmlns:a="http://schemas.openxmlformats.org/drawingml/2006/main">
            <a:off x="9296400" y="22002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52248782" name="Oval 452248781">
            <a:extLst xmlns:a="http://schemas.openxmlformats.org/drawingml/2006/main">
              <a:ext uri="{FF2B5EF4-FFF2-40B4-BE49-F238E27FC236}">
                <a16:creationId xmlns:a16="http://schemas.microsoft.com/office/drawing/2014/main" id="{BE86852E-F3FB-4575-9687-E748D8BC686A}"/>
              </a:ext>
            </a:extLst>
          </p:cNvPr>
          <p:cNvSpPr>
            <a:spLocks xmlns:a="http://schemas.openxmlformats.org/drawingml/2006/main" noGrp="1"/>
          </p:cNvSpPr>
          <p:nvPr/>
        </p:nvSpPr>
        <p:spPr>
          <a:xfrm xmlns:a="http://schemas.openxmlformats.org/drawingml/2006/main">
            <a:off x="9296400" y="46767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036757280" name="Rectangle 2036757279">
            <a:extLst xmlns:a="http://schemas.openxmlformats.org/drawingml/2006/main">
              <a:ext uri="{FF2B5EF4-FFF2-40B4-BE49-F238E27FC236}">
                <a16:creationId xmlns:a16="http://schemas.microsoft.com/office/drawing/2014/main" id="{F9092248-D4B7-4CC3-87CA-E923F6031C22}"/>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899691757" name="Rectangle 899691756">
            <a:extLst xmlns:a="http://schemas.openxmlformats.org/drawingml/2006/main">
              <a:ext uri="{FF2B5EF4-FFF2-40B4-BE49-F238E27FC236}">
                <a16:creationId xmlns:a16="http://schemas.microsoft.com/office/drawing/2014/main" id="{CF7CB15B-8FCC-4091-8CFC-7FC360E35893}"/>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393267237" name="Rectangle 1393267236">
            <a:extLst xmlns:a="http://schemas.openxmlformats.org/drawingml/2006/main">
              <a:ext uri="{FF2B5EF4-FFF2-40B4-BE49-F238E27FC236}">
                <a16:creationId xmlns:a16="http://schemas.microsoft.com/office/drawing/2014/main" id="{7A35520F-7581-423C-B723-B7EE99E483FB}"/>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802476534" name="Rectangle 1802476533">
            <a:extLst xmlns:a="http://schemas.openxmlformats.org/drawingml/2006/main">
              <a:ext uri="{FF2B5EF4-FFF2-40B4-BE49-F238E27FC236}">
                <a16:creationId xmlns:a16="http://schemas.microsoft.com/office/drawing/2014/main" id="{7E56A0A7-CEB9-41CE-8024-0746CE3E439B}"/>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736954646" name="Rectangle 1736954645">
            <a:extLst xmlns:a="http://schemas.openxmlformats.org/drawingml/2006/main">
              <a:ext uri="{FF2B5EF4-FFF2-40B4-BE49-F238E27FC236}">
                <a16:creationId xmlns:a16="http://schemas.microsoft.com/office/drawing/2014/main" id="{457F3F19-7AAB-4C39-B147-BB8D642377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16</a:t>
            </a:r>
          </a:p>
        </p:txBody>
      </p:sp>
      <p:cxnSp>
        <p:nvCxnSpPr>
          <p:cNvPr id="2036759033" name="Straight Arrow Connector 2036758667"/>
          <p:cNvCxnSpPr>
            <a:stCxn xmlns:a="http://schemas.openxmlformats.org/drawingml/2006/main" id="1713827264" idx="6"/>
            <a:endCxn xmlns:a="http://schemas.openxmlformats.org/drawingml/2006/main" id="1750953690" idx="2"/>
          </p:cNvCxnSpPr>
          <p:nvPr/>
        </p:nvCxnSpPr>
        <p:spPr>
          <a:xfrm xmlns:a="http://schemas.openxmlformats.org/drawingml/2006/main">
            <a:off x="2419350" y="24288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34" name="Straight Arrow Connector 2036758668"/>
          <p:cNvCxnSpPr>
            <a:stCxn xmlns:a="http://schemas.openxmlformats.org/drawingml/2006/main" id="1713827264" idx="6"/>
            <a:endCxn xmlns:a="http://schemas.openxmlformats.org/drawingml/2006/main" id="1513393047" idx="2"/>
          </p:cNvCxnSpPr>
          <p:nvPr/>
        </p:nvCxnSpPr>
        <p:spPr>
          <a:xfrm xmlns:a="http://schemas.openxmlformats.org/drawingml/2006/main">
            <a:off x="2419350" y="242887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35" name="Straight Arrow Connector 2036758669"/>
          <p:cNvCxnSpPr>
            <a:stCxn xmlns:a="http://schemas.openxmlformats.org/drawingml/2006/main" id="1713827264" idx="6"/>
            <a:endCxn xmlns:a="http://schemas.openxmlformats.org/drawingml/2006/main" id="496081327" idx="2"/>
          </p:cNvCxnSpPr>
          <p:nvPr/>
        </p:nvCxnSpPr>
        <p:spPr>
          <a:xfrm xmlns:a="http://schemas.openxmlformats.org/drawingml/2006/main">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36" name="Straight Arrow Connector 2036758670"/>
          <p:cNvCxnSpPr>
            <a:stCxn xmlns:a="http://schemas.openxmlformats.org/drawingml/2006/main" id="1713827264" idx="6"/>
            <a:endCxn xmlns:a="http://schemas.openxmlformats.org/drawingml/2006/main" id="953579844" idx="2"/>
          </p:cNvCxnSpPr>
          <p:nvPr/>
        </p:nvCxnSpPr>
        <p:spPr>
          <a:xfrm xmlns:a="http://schemas.openxmlformats.org/drawingml/2006/main">
            <a:off x="2419350" y="2428875"/>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37" name="Straight Arrow Connector 2036758671"/>
          <p:cNvCxnSpPr>
            <a:stCxn xmlns:a="http://schemas.openxmlformats.org/drawingml/2006/main" id="1713827264" idx="6"/>
            <a:endCxn xmlns:a="http://schemas.openxmlformats.org/drawingml/2006/main" id="268581153" idx="2"/>
          </p:cNvCxnSpPr>
          <p:nvPr/>
        </p:nvCxnSpPr>
        <p:spPr>
          <a:xfrm xmlns:a="http://schemas.openxmlformats.org/drawingml/2006/main">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38" name="Straight Arrow Connector 2036758672"/>
          <p:cNvCxnSpPr>
            <a:stCxn xmlns:a="http://schemas.openxmlformats.org/drawingml/2006/main" id="324013537" idx="6"/>
            <a:endCxn xmlns:a="http://schemas.openxmlformats.org/drawingml/2006/main" id="1750953690" idx="2"/>
          </p:cNvCxnSpPr>
          <p:nvPr/>
        </p:nvCxnSpPr>
        <p:spPr>
          <a:xfrm xmlns:a="http://schemas.openxmlformats.org/drawingml/2006/main" flipV="1">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39" name="Straight Arrow Connector 2036758673"/>
          <p:cNvCxnSpPr>
            <a:stCxn xmlns:a="http://schemas.openxmlformats.org/drawingml/2006/main" id="324013537" idx="6"/>
            <a:endCxn xmlns:a="http://schemas.openxmlformats.org/drawingml/2006/main" id="1513393047" idx="2"/>
          </p:cNvCxnSpPr>
          <p:nvPr/>
        </p:nvCxnSpPr>
        <p:spPr>
          <a:xfrm xmlns:a="http://schemas.openxmlformats.org/drawingml/2006/main" flipV="1">
            <a:off x="2419350" y="304800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40" name="Straight Arrow Connector 2036758674"/>
          <p:cNvCxnSpPr>
            <a:stCxn xmlns:a="http://schemas.openxmlformats.org/drawingml/2006/main" id="324013537" idx="6"/>
            <a:endCxn xmlns:a="http://schemas.openxmlformats.org/drawingml/2006/main" id="496081327" idx="2"/>
          </p:cNvCxnSpPr>
          <p:nvPr/>
        </p:nvCxnSpPr>
        <p:spPr>
          <a:xfrm xmlns:a="http://schemas.openxmlformats.org/drawingml/2006/main">
            <a:off x="2419350" y="366712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41" name="Straight Arrow Connector 2036758675"/>
          <p:cNvCxnSpPr>
            <a:stCxn xmlns:a="http://schemas.openxmlformats.org/drawingml/2006/main" id="324013537" idx="6"/>
            <a:endCxn xmlns:a="http://schemas.openxmlformats.org/drawingml/2006/main" id="953579844" idx="2"/>
          </p:cNvCxnSpPr>
          <p:nvPr/>
        </p:nvCxnSpPr>
        <p:spPr>
          <a:xfrm xmlns:a="http://schemas.openxmlformats.org/drawingml/2006/main">
            <a:off x="2419350" y="366712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42" name="Straight Arrow Connector 2036758676"/>
          <p:cNvCxnSpPr>
            <a:stCxn xmlns:a="http://schemas.openxmlformats.org/drawingml/2006/main" id="324013537" idx="6"/>
            <a:endCxn xmlns:a="http://schemas.openxmlformats.org/drawingml/2006/main" id="268581153" idx="2"/>
          </p:cNvCxnSpPr>
          <p:nvPr/>
        </p:nvCxnSpPr>
        <p:spPr>
          <a:xfrm xmlns:a="http://schemas.openxmlformats.org/drawingml/2006/main">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43" name="Straight Arrow Connector 2036758677"/>
          <p:cNvCxnSpPr>
            <a:stCxn xmlns:a="http://schemas.openxmlformats.org/drawingml/2006/main" id="1149235492" idx="6"/>
            <a:endCxn xmlns:a="http://schemas.openxmlformats.org/drawingml/2006/main" id="1750953690" idx="2"/>
          </p:cNvCxnSpPr>
          <p:nvPr/>
        </p:nvCxnSpPr>
        <p:spPr>
          <a:xfrm xmlns:a="http://schemas.openxmlformats.org/drawingml/2006/main" flipV="1">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44" name="Straight Arrow Connector 2036758678"/>
          <p:cNvCxnSpPr>
            <a:stCxn xmlns:a="http://schemas.openxmlformats.org/drawingml/2006/main" id="1149235492" idx="6"/>
            <a:endCxn xmlns:a="http://schemas.openxmlformats.org/drawingml/2006/main" id="1513393047" idx="2"/>
          </p:cNvCxnSpPr>
          <p:nvPr/>
        </p:nvCxnSpPr>
        <p:spPr>
          <a:xfrm xmlns:a="http://schemas.openxmlformats.org/drawingml/2006/main" flipV="1">
            <a:off x="2419350" y="3048000"/>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45" name="Straight Arrow Connector 2036758679"/>
          <p:cNvCxnSpPr>
            <a:stCxn xmlns:a="http://schemas.openxmlformats.org/drawingml/2006/main" id="1149235492" idx="6"/>
            <a:endCxn xmlns:a="http://schemas.openxmlformats.org/drawingml/2006/main" id="496081327" idx="2"/>
          </p:cNvCxnSpPr>
          <p:nvPr/>
        </p:nvCxnSpPr>
        <p:spPr>
          <a:xfrm xmlns:a="http://schemas.openxmlformats.org/drawingml/2006/main" flipV="1">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46" name="Straight Arrow Connector 2036758680"/>
          <p:cNvCxnSpPr>
            <a:stCxn xmlns:a="http://schemas.openxmlformats.org/drawingml/2006/main" id="1149235492" idx="6"/>
            <a:endCxn xmlns:a="http://schemas.openxmlformats.org/drawingml/2006/main" id="953579844" idx="2"/>
          </p:cNvCxnSpPr>
          <p:nvPr/>
        </p:nvCxnSpPr>
        <p:spPr>
          <a:xfrm xmlns:a="http://schemas.openxmlformats.org/drawingml/2006/main" flipV="1">
            <a:off x="2419350" y="428625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47" name="Straight Arrow Connector 2036758681"/>
          <p:cNvCxnSpPr>
            <a:stCxn xmlns:a="http://schemas.openxmlformats.org/drawingml/2006/main" id="1149235492" idx="6"/>
            <a:endCxn xmlns:a="http://schemas.openxmlformats.org/drawingml/2006/main" id="268581153" idx="2"/>
          </p:cNvCxnSpPr>
          <p:nvPr/>
        </p:nvCxnSpPr>
        <p:spPr>
          <a:xfrm xmlns:a="http://schemas.openxmlformats.org/drawingml/2006/main">
            <a:off x="2419350" y="49053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48" name="Straight Arrow Connector 2036758682"/>
          <p:cNvCxnSpPr>
            <a:stCxn xmlns:a="http://schemas.openxmlformats.org/drawingml/2006/main" id="1750953690" idx="6"/>
            <a:endCxn xmlns:a="http://schemas.openxmlformats.org/drawingml/2006/main" id="1782461719"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49" name="Straight Arrow Connector 2036758683"/>
          <p:cNvCxnSpPr>
            <a:stCxn xmlns:a="http://schemas.openxmlformats.org/drawingml/2006/main" id="1750953690" idx="6"/>
            <a:endCxn xmlns:a="http://schemas.openxmlformats.org/drawingml/2006/main" id="1638488984"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50" name="Straight Arrow Connector 2036758684"/>
          <p:cNvCxnSpPr>
            <a:stCxn xmlns:a="http://schemas.openxmlformats.org/drawingml/2006/main" id="1750953690" idx="6"/>
            <a:endCxn xmlns:a="http://schemas.openxmlformats.org/drawingml/2006/main" id="1018913498"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51" name="Straight Arrow Connector 2036758685"/>
          <p:cNvCxnSpPr>
            <a:stCxn xmlns:a="http://schemas.openxmlformats.org/drawingml/2006/main" id="1750953690" idx="6"/>
            <a:endCxn xmlns:a="http://schemas.openxmlformats.org/drawingml/2006/main" id="1292287630"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52" name="Straight Arrow Connector 2036758686"/>
          <p:cNvCxnSpPr>
            <a:stCxn xmlns:a="http://schemas.openxmlformats.org/drawingml/2006/main" id="1750953690" idx="6"/>
            <a:endCxn xmlns:a="http://schemas.openxmlformats.org/drawingml/2006/main" id="1410545747"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53" name="Straight Arrow Connector 2036758687"/>
          <p:cNvCxnSpPr>
            <a:stCxn xmlns:a="http://schemas.openxmlformats.org/drawingml/2006/main" id="1513393047" idx="6"/>
            <a:endCxn xmlns:a="http://schemas.openxmlformats.org/drawingml/2006/main" id="1782461719"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54" name="Straight Arrow Connector 2036758688"/>
          <p:cNvCxnSpPr>
            <a:stCxn xmlns:a="http://schemas.openxmlformats.org/drawingml/2006/main" id="1513393047" idx="6"/>
            <a:endCxn xmlns:a="http://schemas.openxmlformats.org/drawingml/2006/main" id="1638488984"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55" name="Straight Arrow Connector 2036758689"/>
          <p:cNvCxnSpPr>
            <a:stCxn xmlns:a="http://schemas.openxmlformats.org/drawingml/2006/main" id="1513393047" idx="6"/>
            <a:endCxn xmlns:a="http://schemas.openxmlformats.org/drawingml/2006/main" id="1018913498"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56" name="Straight Arrow Connector 2036758690"/>
          <p:cNvCxnSpPr>
            <a:stCxn xmlns:a="http://schemas.openxmlformats.org/drawingml/2006/main" id="1513393047" idx="6"/>
            <a:endCxn xmlns:a="http://schemas.openxmlformats.org/drawingml/2006/main" id="1292287630"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57" name="Straight Arrow Connector 2036758691"/>
          <p:cNvCxnSpPr>
            <a:stCxn xmlns:a="http://schemas.openxmlformats.org/drawingml/2006/main" id="1513393047" idx="6"/>
            <a:endCxn xmlns:a="http://schemas.openxmlformats.org/drawingml/2006/main" id="1410545747"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58" name="Straight Arrow Connector 2036758692"/>
          <p:cNvCxnSpPr>
            <a:stCxn xmlns:a="http://schemas.openxmlformats.org/drawingml/2006/main" id="496081327" idx="6"/>
            <a:endCxn xmlns:a="http://schemas.openxmlformats.org/drawingml/2006/main" id="1782461719"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59" name="Straight Arrow Connector 2036758693"/>
          <p:cNvCxnSpPr>
            <a:stCxn xmlns:a="http://schemas.openxmlformats.org/drawingml/2006/main" id="496081327" idx="6"/>
            <a:endCxn xmlns:a="http://schemas.openxmlformats.org/drawingml/2006/main" id="1638488984"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60" name="Straight Arrow Connector 2036758694"/>
          <p:cNvCxnSpPr>
            <a:stCxn xmlns:a="http://schemas.openxmlformats.org/drawingml/2006/main" id="496081327" idx="6"/>
            <a:endCxn xmlns:a="http://schemas.openxmlformats.org/drawingml/2006/main" id="1018913498"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61" name="Straight Arrow Connector 2036758695"/>
          <p:cNvCxnSpPr>
            <a:stCxn xmlns:a="http://schemas.openxmlformats.org/drawingml/2006/main" id="496081327" idx="6"/>
            <a:endCxn xmlns:a="http://schemas.openxmlformats.org/drawingml/2006/main" id="1292287630"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62" name="Straight Arrow Connector 2036758696"/>
          <p:cNvCxnSpPr>
            <a:stCxn xmlns:a="http://schemas.openxmlformats.org/drawingml/2006/main" id="496081327" idx="6"/>
            <a:endCxn xmlns:a="http://schemas.openxmlformats.org/drawingml/2006/main" id="1410545747"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63" name="Straight Arrow Connector 2036758697"/>
          <p:cNvCxnSpPr>
            <a:stCxn xmlns:a="http://schemas.openxmlformats.org/drawingml/2006/main" id="953579844" idx="6"/>
            <a:endCxn xmlns:a="http://schemas.openxmlformats.org/drawingml/2006/main" id="1782461719"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64" name="Straight Arrow Connector 2036758698"/>
          <p:cNvCxnSpPr>
            <a:stCxn xmlns:a="http://schemas.openxmlformats.org/drawingml/2006/main" id="953579844" idx="6"/>
            <a:endCxn xmlns:a="http://schemas.openxmlformats.org/drawingml/2006/main" id="1638488984"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65" name="Straight Arrow Connector 2036758699"/>
          <p:cNvCxnSpPr>
            <a:stCxn xmlns:a="http://schemas.openxmlformats.org/drawingml/2006/main" id="953579844" idx="6"/>
            <a:endCxn xmlns:a="http://schemas.openxmlformats.org/drawingml/2006/main" id="1018913498"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66" name="Straight Arrow Connector 2036758700"/>
          <p:cNvCxnSpPr>
            <a:stCxn xmlns:a="http://schemas.openxmlformats.org/drawingml/2006/main" id="953579844" idx="6"/>
            <a:endCxn xmlns:a="http://schemas.openxmlformats.org/drawingml/2006/main" id="1292287630"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67" name="Straight Arrow Connector 2036758701"/>
          <p:cNvCxnSpPr>
            <a:stCxn xmlns:a="http://schemas.openxmlformats.org/drawingml/2006/main" id="953579844" idx="6"/>
            <a:endCxn xmlns:a="http://schemas.openxmlformats.org/drawingml/2006/main" id="1410545747"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68" name="Straight Arrow Connector 2036758702"/>
          <p:cNvCxnSpPr>
            <a:stCxn xmlns:a="http://schemas.openxmlformats.org/drawingml/2006/main" id="268581153" idx="6"/>
            <a:endCxn xmlns:a="http://schemas.openxmlformats.org/drawingml/2006/main" id="1782461719"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69" name="Straight Arrow Connector 2036758703"/>
          <p:cNvCxnSpPr>
            <a:stCxn xmlns:a="http://schemas.openxmlformats.org/drawingml/2006/main" id="268581153" idx="6"/>
            <a:endCxn xmlns:a="http://schemas.openxmlformats.org/drawingml/2006/main" id="1638488984"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70" name="Straight Arrow Connector 2036758704"/>
          <p:cNvCxnSpPr>
            <a:stCxn xmlns:a="http://schemas.openxmlformats.org/drawingml/2006/main" id="268581153" idx="6"/>
            <a:endCxn xmlns:a="http://schemas.openxmlformats.org/drawingml/2006/main" id="1018913498"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71" name="Straight Arrow Connector 2036758705"/>
          <p:cNvCxnSpPr>
            <a:stCxn xmlns:a="http://schemas.openxmlformats.org/drawingml/2006/main" id="268581153" idx="6"/>
            <a:endCxn xmlns:a="http://schemas.openxmlformats.org/drawingml/2006/main" id="1292287630"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72" name="Straight Arrow Connector 2036758706"/>
          <p:cNvCxnSpPr>
            <a:stCxn xmlns:a="http://schemas.openxmlformats.org/drawingml/2006/main" id="268581153" idx="6"/>
            <a:endCxn xmlns:a="http://schemas.openxmlformats.org/drawingml/2006/main" id="1410545747"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73" name="Straight Arrow Connector 2036758707"/>
          <p:cNvCxnSpPr>
            <a:stCxn xmlns:a="http://schemas.openxmlformats.org/drawingml/2006/main" id="1782461719" idx="6"/>
            <a:endCxn xmlns:a="http://schemas.openxmlformats.org/drawingml/2006/main" id="1923839339" idx="2"/>
          </p:cNvCxnSpPr>
          <p:nvPr/>
        </p:nvCxnSpPr>
        <p:spPr>
          <a:xfrm xmlns:a="http://schemas.openxmlformats.org/drawingml/2006/main">
            <a:off x="72771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74" name="Straight Arrow Connector 2036758708"/>
          <p:cNvCxnSpPr>
            <a:stCxn xmlns:a="http://schemas.openxmlformats.org/drawingml/2006/main" id="1782461719" idx="6"/>
            <a:endCxn xmlns:a="http://schemas.openxmlformats.org/drawingml/2006/main" id="452248782" idx="2"/>
          </p:cNvCxnSpPr>
          <p:nvPr/>
        </p:nvCxnSpPr>
        <p:spPr>
          <a:xfrm xmlns:a="http://schemas.openxmlformats.org/drawingml/2006/main">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75" name="Straight Arrow Connector 2036758709"/>
          <p:cNvCxnSpPr>
            <a:stCxn xmlns:a="http://schemas.openxmlformats.org/drawingml/2006/main" id="1638488984" idx="6"/>
            <a:endCxn xmlns:a="http://schemas.openxmlformats.org/drawingml/2006/main" id="1923839339" idx="2"/>
          </p:cNvCxnSpPr>
          <p:nvPr/>
        </p:nvCxnSpPr>
        <p:spPr>
          <a:xfrm xmlns:a="http://schemas.openxmlformats.org/drawingml/2006/main" flipV="1">
            <a:off x="72771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76" name="Straight Arrow Connector 2036758710"/>
          <p:cNvCxnSpPr>
            <a:stCxn xmlns:a="http://schemas.openxmlformats.org/drawingml/2006/main" id="1638488984" idx="6"/>
            <a:endCxn xmlns:a="http://schemas.openxmlformats.org/drawingml/2006/main" id="452248782" idx="2"/>
          </p:cNvCxnSpPr>
          <p:nvPr/>
        </p:nvCxnSpPr>
        <p:spPr>
          <a:xfrm xmlns:a="http://schemas.openxmlformats.org/drawingml/2006/main">
            <a:off x="72771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77" name="Straight Arrow Connector 2036758711"/>
          <p:cNvCxnSpPr>
            <a:stCxn xmlns:a="http://schemas.openxmlformats.org/drawingml/2006/main" id="1018913498" idx="6"/>
            <a:endCxn xmlns:a="http://schemas.openxmlformats.org/drawingml/2006/main" id="1923839339" idx="2"/>
          </p:cNvCxnSpPr>
          <p:nvPr/>
        </p:nvCxnSpPr>
        <p:spPr>
          <a:xfrm xmlns:a="http://schemas.openxmlformats.org/drawingml/2006/main" flipV="1">
            <a:off x="72771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78" name="Straight Arrow Connector 2036758712"/>
          <p:cNvCxnSpPr>
            <a:stCxn xmlns:a="http://schemas.openxmlformats.org/drawingml/2006/main" id="1018913498" idx="6"/>
            <a:endCxn xmlns:a="http://schemas.openxmlformats.org/drawingml/2006/main" id="452248782" idx="2"/>
          </p:cNvCxnSpPr>
          <p:nvPr/>
        </p:nvCxnSpPr>
        <p:spPr>
          <a:xfrm xmlns:a="http://schemas.openxmlformats.org/drawingml/2006/main">
            <a:off x="72771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79" name="Straight Arrow Connector 2036758713"/>
          <p:cNvCxnSpPr>
            <a:stCxn xmlns:a="http://schemas.openxmlformats.org/drawingml/2006/main" id="1292287630" idx="6"/>
            <a:endCxn xmlns:a="http://schemas.openxmlformats.org/drawingml/2006/main" id="1923839339" idx="2"/>
          </p:cNvCxnSpPr>
          <p:nvPr/>
        </p:nvCxnSpPr>
        <p:spPr>
          <a:xfrm xmlns:a="http://schemas.openxmlformats.org/drawingml/2006/main" flipV="1">
            <a:off x="72771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80" name="Straight Arrow Connector 2036758714"/>
          <p:cNvCxnSpPr>
            <a:stCxn xmlns:a="http://schemas.openxmlformats.org/drawingml/2006/main" id="1292287630" idx="6"/>
            <a:endCxn xmlns:a="http://schemas.openxmlformats.org/drawingml/2006/main" id="452248782" idx="2"/>
          </p:cNvCxnSpPr>
          <p:nvPr/>
        </p:nvCxnSpPr>
        <p:spPr>
          <a:xfrm xmlns:a="http://schemas.openxmlformats.org/drawingml/2006/main">
            <a:off x="72771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81" name="Straight Arrow Connector 2036758715"/>
          <p:cNvCxnSpPr>
            <a:stCxn xmlns:a="http://schemas.openxmlformats.org/drawingml/2006/main" id="1410545747" idx="6"/>
            <a:endCxn xmlns:a="http://schemas.openxmlformats.org/drawingml/2006/main" id="1923839339" idx="2"/>
          </p:cNvCxnSpPr>
          <p:nvPr/>
        </p:nvCxnSpPr>
        <p:spPr>
          <a:xfrm xmlns:a="http://schemas.openxmlformats.org/drawingml/2006/main" flipV="1">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82" name="Straight Arrow Connector 2036758716"/>
          <p:cNvCxnSpPr>
            <a:stCxn xmlns:a="http://schemas.openxmlformats.org/drawingml/2006/main" id="1410545747" idx="6"/>
            <a:endCxn xmlns:a="http://schemas.openxmlformats.org/drawingml/2006/main" id="452248782" idx="2"/>
          </p:cNvCxnSpPr>
          <p:nvPr/>
        </p:nvCxnSpPr>
        <p:spPr>
          <a:xfrm xmlns:a="http://schemas.openxmlformats.org/drawingml/2006/main">
            <a:off x="72771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93371881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53616345" name="Rectangle 1153616344">
            <a:extLst xmlns:a="http://schemas.openxmlformats.org/drawingml/2006/main">
              <a:ext uri="{FF2B5EF4-FFF2-40B4-BE49-F238E27FC236}">
                <a16:creationId xmlns:a16="http://schemas.microsoft.com/office/drawing/2014/main" id="{864ED8E8-33C2-4309-96D4-EF0A575EAF8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900783332" name="Rectangle 900783331">
            <a:extLst xmlns:a="http://schemas.openxmlformats.org/drawingml/2006/main">
              <a:ext uri="{FF2B5EF4-FFF2-40B4-BE49-F238E27FC236}">
                <a16:creationId xmlns:a16="http://schemas.microsoft.com/office/drawing/2014/main" id="{3AABEA35-DB8D-4D8A-B6A8-1B85D15F3C5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Two sigmoid layers create a nonlinear regressor</a:t>
            </a:r>
          </a:p>
        </p:txBody>
      </p:sp>
      <p:sp>
        <p:nvSpPr>
          <p:cNvPr id="1696408859" name="Rectangle: Rounded Corners 1696408858">
            <a:extLst xmlns:a="http://schemas.openxmlformats.org/drawingml/2006/main">
              <a:ext uri="{FF2B5EF4-FFF2-40B4-BE49-F238E27FC236}">
                <a16:creationId xmlns:a16="http://schemas.microsoft.com/office/drawing/2014/main" id="{1F7F6343-EACD-47C6-A7A2-DBF8D8D97C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53172435" name="Rectangle: Rounded Corners 1953172434">
            <a:extLst xmlns:a="http://schemas.openxmlformats.org/drawingml/2006/main">
              <a:ext uri="{FF2B5EF4-FFF2-40B4-BE49-F238E27FC236}">
                <a16:creationId xmlns:a16="http://schemas.microsoft.com/office/drawing/2014/main" id="{66627B4D-919B-42C3-8A19-9ADAB77D2665}"/>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189177998" name="Arrow: Right 1189177997">
            <a:extLst xmlns:a="http://schemas.openxmlformats.org/drawingml/2006/main">
              <a:ext uri="{FF2B5EF4-FFF2-40B4-BE49-F238E27FC236}">
                <a16:creationId xmlns:a16="http://schemas.microsoft.com/office/drawing/2014/main" id="{C31C70F9-A284-40F4-A12D-88505AD1826B}"/>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36248176" name="Rectangle: Rounded Corners 1336248175">
            <a:extLst xmlns:a="http://schemas.openxmlformats.org/drawingml/2006/main">
              <a:ext uri="{FF2B5EF4-FFF2-40B4-BE49-F238E27FC236}">
                <a16:creationId xmlns:a16="http://schemas.microsoft.com/office/drawing/2014/main" id="{5CA540BD-7741-4961-B5B0-01A57119D89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h₁ = σ(w₁x+b₁)</a:t>
            </a:r>
          </a:p>
        </p:txBody>
      </p:sp>
      <p:sp>
        <p:nvSpPr>
          <p:cNvPr id="191949402" name="Arrow: Right 191949401">
            <a:extLst xmlns:a="http://schemas.openxmlformats.org/drawingml/2006/main">
              <a:ext uri="{FF2B5EF4-FFF2-40B4-BE49-F238E27FC236}">
                <a16:creationId xmlns:a16="http://schemas.microsoft.com/office/drawing/2014/main" id="{3584775F-D767-4D71-9A52-9EF6B3436B1D}"/>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98425089" name="Rectangle: Rounded Corners 698425088">
            <a:extLst xmlns:a="http://schemas.openxmlformats.org/drawingml/2006/main">
              <a:ext uri="{FF2B5EF4-FFF2-40B4-BE49-F238E27FC236}">
                <a16:creationId xmlns:a16="http://schemas.microsoft.com/office/drawing/2014/main" id="{76F664AA-1921-49B9-A8AE-9652C620E981}"/>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h₂ = σ(w₂h₁+b₂)</a:t>
            </a:r>
          </a:p>
        </p:txBody>
      </p:sp>
      <p:sp>
        <p:nvSpPr>
          <p:cNvPr id="1313016724" name="Arrow: Right 1313016723">
            <a:extLst xmlns:a="http://schemas.openxmlformats.org/drawingml/2006/main">
              <a:ext uri="{FF2B5EF4-FFF2-40B4-BE49-F238E27FC236}">
                <a16:creationId xmlns:a16="http://schemas.microsoft.com/office/drawing/2014/main" id="{4E278F83-B678-4AA7-B97E-4EF0FC09D8D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46802491" name="Rectangle: Rounded Corners 146802490">
            <a:extLst xmlns:a="http://schemas.openxmlformats.org/drawingml/2006/main">
              <a:ext uri="{FF2B5EF4-FFF2-40B4-BE49-F238E27FC236}">
                <a16:creationId xmlns:a16="http://schemas.microsoft.com/office/drawing/2014/main" id="{6C03D2CE-AF79-48B0-AB8F-2A9365702314}"/>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ŷ = w₃h₂+b₃</a:t>
            </a:r>
          </a:p>
        </p:txBody>
      </p:sp>
      <p:sp>
        <p:nvSpPr>
          <p:cNvPr id="1675037777" name="Rectangle 1675037776">
            <a:extLst xmlns:a="http://schemas.openxmlformats.org/drawingml/2006/main">
              <a:ext uri="{FF2B5EF4-FFF2-40B4-BE49-F238E27FC236}">
                <a16:creationId xmlns:a16="http://schemas.microsoft.com/office/drawing/2014/main" id="{37E288E3-E0AB-4362-BBCA-54EF4CDC5B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17</a:t>
            </a:r>
          </a:p>
        </p:txBody>
      </p:sp>
      <p:sp>
        <p:nvSpPr>
          <p:cNvPr id="1953172436" name="Rectangle 1953172435">
            <a:extLst xmlns:a="http://schemas.openxmlformats.org/drawingml/2006/main">
              <a:ext uri="{FF2B5EF4-FFF2-40B4-BE49-F238E27FC236}">
                <a16:creationId xmlns:a16="http://schemas.microsoft.com/office/drawing/2014/main" id="{23A3CB16-DB53-4E2A-80F0-697C320A22A7}"/>
              </a:ext>
            </a:extLst>
          </p:cNvPr>
          <p:cNvSpPr>
            <a:spLocks xmlns:a="http://schemas.openxmlformats.org/drawingml/2006/main" noGrp="1"/>
          </p:cNvSpPr>
          <p:nvPr/>
        </p:nvSpPr>
        <p:spPr>
          <a:xfrm xmlns:a="http://schemas.openxmlformats.org/drawingml/2006/main">
            <a:off x="1524000" y="4095750"/>
            <a:ext cx="142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input</a:t>
            </a:r>
          </a:p>
        </p:txBody>
      </p:sp>
      <p:sp>
        <p:nvSpPr>
          <p:cNvPr id="1953172437" name="Rectangle 1953172436">
            <a:extLst xmlns:a="http://schemas.openxmlformats.org/drawingml/2006/main">
              <a:ext uri="{FF2B5EF4-FFF2-40B4-BE49-F238E27FC236}">
                <a16:creationId xmlns:a16="http://schemas.microsoft.com/office/drawing/2014/main" id="{CB2AD5F0-5E6A-443E-8850-73D23958CCAA}"/>
              </a:ext>
            </a:extLst>
          </p:cNvPr>
          <p:cNvSpPr>
            <a:spLocks xmlns:a="http://schemas.openxmlformats.org/drawingml/2006/main" noGrp="1"/>
          </p:cNvSpPr>
          <p:nvPr/>
        </p:nvSpPr>
        <p:spPr>
          <a:xfrm xmlns:a="http://schemas.openxmlformats.org/drawingml/2006/main">
            <a:off x="3476625"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hidden 1</a:t>
            </a:r>
          </a:p>
          <a:p xmlns:a="http://schemas.openxmlformats.org/drawingml/2006/main">
            <a:pPr algn="ctr">
              <a:buNone/>
              <a:defRPr sz="1350" b="1">
                <a:solidFill>
                  <a:srgbClr val="667085"/>
                </a:solidFill>
              </a:defRPr>
            </a:pPr>
            <a:r>
              <a:rPr sz="1350" b="1">
                <a:solidFill>
                  <a:srgbClr val="667085"/>
                </a:solidFill>
              </a:rPr>
              <a:t>width = 1</a:t>
            </a:r>
          </a:p>
        </p:txBody>
      </p:sp>
      <p:sp>
        <p:nvSpPr>
          <p:cNvPr id="1953172438" name="Rectangle 1953172437">
            <a:extLst xmlns:a="http://schemas.openxmlformats.org/drawingml/2006/main">
              <a:ext uri="{FF2B5EF4-FFF2-40B4-BE49-F238E27FC236}">
                <a16:creationId xmlns:a16="http://schemas.microsoft.com/office/drawing/2014/main" id="{FCABD426-0759-4ABC-86CD-2E7A3212EFD5}"/>
              </a:ext>
            </a:extLst>
          </p:cNvPr>
          <p:cNvSpPr>
            <a:spLocks xmlns:a="http://schemas.openxmlformats.org/drawingml/2006/main" noGrp="1"/>
          </p:cNvSpPr>
          <p:nvPr/>
        </p:nvSpPr>
        <p:spPr>
          <a:xfrm xmlns:a="http://schemas.openxmlformats.org/drawingml/2006/main">
            <a:off x="5429250"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hidden 2</a:t>
            </a:r>
          </a:p>
          <a:p xmlns:a="http://schemas.openxmlformats.org/drawingml/2006/main">
            <a:pPr algn="ctr">
              <a:buNone/>
              <a:defRPr sz="1350" b="1">
                <a:solidFill>
                  <a:srgbClr val="667085"/>
                </a:solidFill>
              </a:defRPr>
            </a:pPr>
            <a:r>
              <a:rPr sz="1350" b="1">
                <a:solidFill>
                  <a:srgbClr val="667085"/>
                </a:solidFill>
              </a:rPr>
              <a:t>width = 1</a:t>
            </a:r>
          </a:p>
        </p:txBody>
      </p:sp>
      <p:sp>
        <p:nvSpPr>
          <p:cNvPr id="1953172439" name="Rectangle 1953172438">
            <a:extLst xmlns:a="http://schemas.openxmlformats.org/drawingml/2006/main">
              <a:ext uri="{FF2B5EF4-FFF2-40B4-BE49-F238E27FC236}">
                <a16:creationId xmlns:a16="http://schemas.microsoft.com/office/drawing/2014/main" id="{90AD7798-DD37-4334-8828-579007975455}"/>
              </a:ext>
            </a:extLst>
          </p:cNvPr>
          <p:cNvSpPr>
            <a:spLocks xmlns:a="http://schemas.openxmlformats.org/drawingml/2006/main" noGrp="1"/>
          </p:cNvSpPr>
          <p:nvPr/>
        </p:nvSpPr>
        <p:spPr>
          <a:xfrm xmlns:a="http://schemas.openxmlformats.org/drawingml/2006/main">
            <a:off x="7381875"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linear output</a:t>
            </a:r>
          </a:p>
        </p:txBody>
      </p:sp>
      <p:sp>
        <p:nvSpPr>
          <p:cNvPr id="1953172440" name="Rectangle 1953172439">
            <a:extLst xmlns:a="http://schemas.openxmlformats.org/drawingml/2006/main">
              <a:ext uri="{FF2B5EF4-FFF2-40B4-BE49-F238E27FC236}">
                <a16:creationId xmlns:a16="http://schemas.microsoft.com/office/drawing/2014/main" id="{F3649D01-BADF-4915-BFF9-F32837EA89FF}"/>
              </a:ext>
            </a:extLst>
          </p:cNvPr>
          <p:cNvSpPr>
            <a:spLocks xmlns:a="http://schemas.openxmlformats.org/drawingml/2006/main" noGrp="1"/>
          </p:cNvSpPr>
          <p:nvPr/>
        </p:nvSpPr>
        <p:spPr>
          <a:xfrm xmlns:a="http://schemas.openxmlformats.org/drawingml/2006/main">
            <a:off x="2143125" y="4905375"/>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activation:  σ(z) = 1 / (1 + e⁻ᶻ)</a:t>
            </a:r>
          </a:p>
        </p:txBody>
      </p:sp>
      <p:sp>
        <p:nvSpPr>
          <p:cNvPr id="1953172441" name="Rectangle 1953172440">
            <a:extLst xmlns:a="http://schemas.openxmlformats.org/drawingml/2006/main">
              <a:ext uri="{FF2B5EF4-FFF2-40B4-BE49-F238E27FC236}">
                <a16:creationId xmlns:a16="http://schemas.microsoft.com/office/drawing/2014/main" id="{28C68547-F7A1-4EAA-836F-BBA914933DDC}"/>
              </a:ext>
            </a:extLst>
          </p:cNvPr>
          <p:cNvSpPr>
            <a:spLocks xmlns:a="http://schemas.openxmlformats.org/drawingml/2006/main" noGrp="1"/>
          </p:cNvSpPr>
          <p:nvPr/>
        </p:nvSpPr>
        <p:spPr>
          <a:xfrm xmlns:a="http://schemas.openxmlformats.org/drawingml/2006/main">
            <a:off x="6429375" y="4905375"/>
            <a:ext cx="371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EF4444"/>
                </a:solidFill>
              </a:defRPr>
            </a:pPr>
            <a:r>
              <a:rPr sz="1650" b="1">
                <a:solidFill>
                  <a:srgbClr val="EF4444"/>
                </a:solidFill>
              </a:rPr>
              <a:t>regression output stays linear</a:t>
            </a:r>
          </a:p>
        </p:txBody>
      </p:sp>
    </p:spTree>
    <p:extLst>
      <p:ext uri="{BB962C8B-B14F-4D97-AF65-F5344CB8AC3E}">
        <p14:creationId xmlns:p14="http://schemas.microsoft.com/office/powerpoint/2010/main" val="50349945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53616345" name="Rectangle 1153616344">
            <a:extLst xmlns:a="http://schemas.openxmlformats.org/drawingml/2006/main">
              <a:ext uri="{FF2B5EF4-FFF2-40B4-BE49-F238E27FC236}">
                <a16:creationId xmlns:a16="http://schemas.microsoft.com/office/drawing/2014/main" id="{864ED8E8-33C2-4309-96D4-EF0A575EAF8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900783332" name="Rectangle 900783331">
            <a:extLst xmlns:a="http://schemas.openxmlformats.org/drawingml/2006/main">
              <a:ext uri="{FF2B5EF4-FFF2-40B4-BE49-F238E27FC236}">
                <a16:creationId xmlns:a16="http://schemas.microsoft.com/office/drawing/2014/main" id="{3AABEA35-DB8D-4D8A-B6A8-1B85D15F3C5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1696408859" name="Rectangle: Rounded Corners 1696408858">
            <a:extLst xmlns:a="http://schemas.openxmlformats.org/drawingml/2006/main">
              <a:ext uri="{FF2B5EF4-FFF2-40B4-BE49-F238E27FC236}">
                <a16:creationId xmlns:a16="http://schemas.microsoft.com/office/drawing/2014/main" id="{1F7F6343-EACD-47C6-A7A2-DBF8D8D97C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53172435" name="Rectangle: Rounded Corners 1953172434">
            <a:extLst xmlns:a="http://schemas.openxmlformats.org/drawingml/2006/main">
              <a:ext uri="{FF2B5EF4-FFF2-40B4-BE49-F238E27FC236}">
                <a16:creationId xmlns:a16="http://schemas.microsoft.com/office/drawing/2014/main" id="{66627B4D-919B-42C3-8A19-9ADAB77D2665}"/>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189177998" name="Arrow: Right 1189177997">
            <a:extLst xmlns:a="http://schemas.openxmlformats.org/drawingml/2006/main">
              <a:ext uri="{FF2B5EF4-FFF2-40B4-BE49-F238E27FC236}">
                <a16:creationId xmlns:a16="http://schemas.microsoft.com/office/drawing/2014/main" id="{C31C70F9-A284-40F4-A12D-88505AD1826B}"/>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36248176" name="Rectangle: Rounded Corners 1336248175">
            <a:extLst xmlns:a="http://schemas.openxmlformats.org/drawingml/2006/main">
              <a:ext uri="{FF2B5EF4-FFF2-40B4-BE49-F238E27FC236}">
                <a16:creationId xmlns:a16="http://schemas.microsoft.com/office/drawing/2014/main" id="{5CA540BD-7741-4961-B5B0-01A57119D89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91949402" name="Arrow: Right 191949401">
            <a:extLst xmlns:a="http://schemas.openxmlformats.org/drawingml/2006/main">
              <a:ext uri="{FF2B5EF4-FFF2-40B4-BE49-F238E27FC236}">
                <a16:creationId xmlns:a16="http://schemas.microsoft.com/office/drawing/2014/main" id="{3584775F-D767-4D71-9A52-9EF6B3436B1D}"/>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98425089" name="Rectangle: Rounded Corners 698425088">
            <a:extLst xmlns:a="http://schemas.openxmlformats.org/drawingml/2006/main">
              <a:ext uri="{FF2B5EF4-FFF2-40B4-BE49-F238E27FC236}">
                <a16:creationId xmlns:a16="http://schemas.microsoft.com/office/drawing/2014/main" id="{76F664AA-1921-49B9-A8AE-9652C620E981}"/>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1313016724" name="Arrow: Right 1313016723">
            <a:extLst xmlns:a="http://schemas.openxmlformats.org/drawingml/2006/main">
              <a:ext uri="{FF2B5EF4-FFF2-40B4-BE49-F238E27FC236}">
                <a16:creationId xmlns:a16="http://schemas.microsoft.com/office/drawing/2014/main" id="{4E278F83-B678-4AA7-B97E-4EF0FC09D8D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46802491" name="Rectangle: Rounded Corners 146802490">
            <a:extLst xmlns:a="http://schemas.openxmlformats.org/drawingml/2006/main">
              <a:ext uri="{FF2B5EF4-FFF2-40B4-BE49-F238E27FC236}">
                <a16:creationId xmlns:a16="http://schemas.microsoft.com/office/drawing/2014/main" id="{6C03D2CE-AF79-48B0-AB8F-2A9365702314}"/>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2030273734" name="Arrow: Right 2030273733">
            <a:extLst xmlns:a="http://schemas.openxmlformats.org/drawingml/2006/main">
              <a:ext uri="{FF2B5EF4-FFF2-40B4-BE49-F238E27FC236}">
                <a16:creationId xmlns:a16="http://schemas.microsoft.com/office/drawing/2014/main" id="{FF7070D7-5F17-49B7-8A2A-AD744E164D81}"/>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70986400" name="Rectangle: Rounded Corners 1270986399">
            <a:extLst xmlns:a="http://schemas.openxmlformats.org/drawingml/2006/main">
              <a:ext uri="{FF2B5EF4-FFF2-40B4-BE49-F238E27FC236}">
                <a16:creationId xmlns:a16="http://schemas.microsoft.com/office/drawing/2014/main" id="{D7E1F43A-51FE-4F66-A418-699CDCE82AB1}"/>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675037777" name="Rectangle 1675037776">
            <a:extLst xmlns:a="http://schemas.openxmlformats.org/drawingml/2006/main">
              <a:ext uri="{FF2B5EF4-FFF2-40B4-BE49-F238E27FC236}">
                <a16:creationId xmlns:a16="http://schemas.microsoft.com/office/drawing/2014/main" id="{37E288E3-E0AB-4362-BBCA-54EF4CDC5B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18</a:t>
            </a:r>
          </a:p>
        </p:txBody>
      </p:sp>
      <p:pic>
        <p:nvPicPr>
          <p:cNvPr id="2030273749" name="Graphic 2030273748"/>
          <p:cNvPicPr>
            <a:picLocks xmlns:a="http://schemas.openxmlformats.org/drawingml/2006/main" noChangeAspect="1"/>
          </p:cNvPicPr>
          <p:nvPr/>
        </p:nvPicPr>
        <p:blipFill>
          <a:blip xmlns:r="http://schemas.openxmlformats.org/officeDocument/2006/relationships" xmlns:a="http://schemas.openxmlformats.org/drawingml/2006/main" r:embed="Rac2616b0dd8b4b8b">
            <a:extLst>
              <a:ext uri="{96DAC541-7B7A-43D3-8B79-37D633B846F1}">
                <asvg:svgBlip xmlns:asvg="http://schemas.microsoft.com/office/drawing/2016/SVG/main" r:embed="R577a8c9650bb4d42"/>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50349945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0395192" name="Rectangle 1140395191">
            <a:extLst xmlns:a="http://schemas.openxmlformats.org/drawingml/2006/main">
              <a:ext uri="{FF2B5EF4-FFF2-40B4-BE49-F238E27FC236}">
                <a16:creationId xmlns:a16="http://schemas.microsoft.com/office/drawing/2014/main" id="{A6E3D3F1-2ECB-4085-B0DD-04A8A2F290C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2279109" name="Rectangle 12279108">
            <a:extLst xmlns:a="http://schemas.openxmlformats.org/drawingml/2006/main">
              <a:ext uri="{FF2B5EF4-FFF2-40B4-BE49-F238E27FC236}">
                <a16:creationId xmlns:a16="http://schemas.microsoft.com/office/drawing/2014/main" id="{C79FB56B-6FAF-4435-A4AD-02854ECE1D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647673024" name="Rectangle: Rounded Corners 647673023">
            <a:extLst xmlns:a="http://schemas.openxmlformats.org/drawingml/2006/main">
              <a:ext uri="{FF2B5EF4-FFF2-40B4-BE49-F238E27FC236}">
                <a16:creationId xmlns:a16="http://schemas.microsoft.com/office/drawing/2014/main" id="{B509E77A-BD63-4D06-BA62-19A94B86DCF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145830070" name="Rectangle: Rounded Corners 1145830069">
            <a:extLst xmlns:a="http://schemas.openxmlformats.org/drawingml/2006/main">
              <a:ext uri="{FF2B5EF4-FFF2-40B4-BE49-F238E27FC236}">
                <a16:creationId xmlns:a16="http://schemas.microsoft.com/office/drawing/2014/main" id="{DDE8C541-6956-4441-9F7A-B5B48F75ACCD}"/>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452150448" name="Rectangle: Rounded Corners 452150447">
            <a:extLst xmlns:a="http://schemas.openxmlformats.org/drawingml/2006/main">
              <a:ext uri="{FF2B5EF4-FFF2-40B4-BE49-F238E27FC236}">
                <a16:creationId xmlns:a16="http://schemas.microsoft.com/office/drawing/2014/main" id="{FE8D182B-F22B-4FF5-A6FD-46387CB59173}"/>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59401502" name="Rectangle: Rounded Corners 659401501">
            <a:extLst xmlns:a="http://schemas.openxmlformats.org/drawingml/2006/main">
              <a:ext uri="{FF2B5EF4-FFF2-40B4-BE49-F238E27FC236}">
                <a16:creationId xmlns:a16="http://schemas.microsoft.com/office/drawing/2014/main" id="{5B976F3C-8DDD-499E-805A-F5119605193F}"/>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45312810" name="Rectangle: Rounded Corners 945312809">
            <a:extLst xmlns:a="http://schemas.openxmlformats.org/drawingml/2006/main">
              <a:ext uri="{FF2B5EF4-FFF2-40B4-BE49-F238E27FC236}">
                <a16:creationId xmlns:a16="http://schemas.microsoft.com/office/drawing/2014/main" id="{039B9859-5CAD-43CD-88F9-3133B68B3823}"/>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825399563" name="Rectangle: Rounded Corners 825399562">
            <a:extLst xmlns:a="http://schemas.openxmlformats.org/drawingml/2006/main">
              <a:ext uri="{FF2B5EF4-FFF2-40B4-BE49-F238E27FC236}">
                <a16:creationId xmlns:a16="http://schemas.microsoft.com/office/drawing/2014/main" id="{97A3FB48-2CDA-4DB7-BB33-20033197CB67}"/>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40932631" name="Rectangle: Rounded Corners 940932630">
            <a:extLst xmlns:a="http://schemas.openxmlformats.org/drawingml/2006/main">
              <a:ext uri="{FF2B5EF4-FFF2-40B4-BE49-F238E27FC236}">
                <a16:creationId xmlns:a16="http://schemas.microsoft.com/office/drawing/2014/main" id="{3B1B4DDC-CCE0-409F-A29A-9A35C8FECE06}"/>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2492072" name="Rectangle: Rounded Corners 92492071">
            <a:extLst xmlns:a="http://schemas.openxmlformats.org/drawingml/2006/main">
              <a:ext uri="{FF2B5EF4-FFF2-40B4-BE49-F238E27FC236}">
                <a16:creationId xmlns:a16="http://schemas.microsoft.com/office/drawing/2014/main" id="{8A012746-6C4E-4129-A0B1-412599B1FD09}"/>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671063485" name="Rectangle: Rounded Corners 1671063484">
            <a:extLst xmlns:a="http://schemas.openxmlformats.org/drawingml/2006/main">
              <a:ext uri="{FF2B5EF4-FFF2-40B4-BE49-F238E27FC236}">
                <a16:creationId xmlns:a16="http://schemas.microsoft.com/office/drawing/2014/main" id="{AC9607D6-FCA2-47B6-8EB3-C78735486607}"/>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403415365" name="Rectangle: Rounded Corners 1403415364">
            <a:extLst xmlns:a="http://schemas.openxmlformats.org/drawingml/2006/main">
              <a:ext uri="{FF2B5EF4-FFF2-40B4-BE49-F238E27FC236}">
                <a16:creationId xmlns:a16="http://schemas.microsoft.com/office/drawing/2014/main" id="{0917E917-5351-4E8F-9819-DEF6BC136F35}"/>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20162865" name="Rectangle: Rounded Corners 920162864">
            <a:extLst xmlns:a="http://schemas.openxmlformats.org/drawingml/2006/main">
              <a:ext uri="{FF2B5EF4-FFF2-40B4-BE49-F238E27FC236}">
                <a16:creationId xmlns:a16="http://schemas.microsoft.com/office/drawing/2014/main" id="{08E6EF6F-E144-4326-9879-98C173A846D9}"/>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273965733" name="Rectangle: Rounded Corners 1273965732">
            <a:extLst xmlns:a="http://schemas.openxmlformats.org/drawingml/2006/main">
              <a:ext uri="{FF2B5EF4-FFF2-40B4-BE49-F238E27FC236}">
                <a16:creationId xmlns:a16="http://schemas.microsoft.com/office/drawing/2014/main" id="{CFFA4646-AADF-41FA-B1E3-2322D33E3D3C}"/>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97345787" name="Rectangle: Rounded Corners 997345786">
            <a:extLst xmlns:a="http://schemas.openxmlformats.org/drawingml/2006/main">
              <a:ext uri="{FF2B5EF4-FFF2-40B4-BE49-F238E27FC236}">
                <a16:creationId xmlns:a16="http://schemas.microsoft.com/office/drawing/2014/main" id="{077AD912-C1FF-416A-9819-B276C4CBAA8C}"/>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860215716" name="Rectangle 1860215715">
            <a:extLst xmlns:a="http://schemas.openxmlformats.org/drawingml/2006/main">
              <a:ext uri="{FF2B5EF4-FFF2-40B4-BE49-F238E27FC236}">
                <a16:creationId xmlns:a16="http://schemas.microsoft.com/office/drawing/2014/main" id="{DF9DA117-E8BD-47B0-AFC2-B63A1C0E8A28}"/>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776231638" name="Rectangle 1776231637">
            <a:extLst xmlns:a="http://schemas.openxmlformats.org/drawingml/2006/main">
              <a:ext uri="{FF2B5EF4-FFF2-40B4-BE49-F238E27FC236}">
                <a16:creationId xmlns:a16="http://schemas.microsoft.com/office/drawing/2014/main" id="{42ED4DD7-320D-4E20-92D8-77BDF2AAAEC1}"/>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1407817770" name="Rectangle: Rounded Corners 1407817769">
            <a:extLst xmlns:a="http://schemas.openxmlformats.org/drawingml/2006/main">
              <a:ext uri="{FF2B5EF4-FFF2-40B4-BE49-F238E27FC236}">
                <a16:creationId xmlns:a16="http://schemas.microsoft.com/office/drawing/2014/main" id="{DBC221F8-C794-41FF-B1EC-E800081D6E09}"/>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6647181" name="Rectangle: Rounded Corners 26647180">
            <a:extLst xmlns:a="http://schemas.openxmlformats.org/drawingml/2006/main">
              <a:ext uri="{FF2B5EF4-FFF2-40B4-BE49-F238E27FC236}">
                <a16:creationId xmlns:a16="http://schemas.microsoft.com/office/drawing/2014/main" id="{2F4E433B-643D-4FB1-858B-93981D42EAF1}"/>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791552307" name="Rectangle: Rounded Corners 791552306">
            <a:extLst xmlns:a="http://schemas.openxmlformats.org/drawingml/2006/main">
              <a:ext uri="{FF2B5EF4-FFF2-40B4-BE49-F238E27FC236}">
                <a16:creationId xmlns:a16="http://schemas.microsoft.com/office/drawing/2014/main" id="{EE05C206-5658-4CAB-9FA9-33CC107938C3}"/>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084589956" name="Rectangle: Rounded Corners 2084589955">
            <a:extLst xmlns:a="http://schemas.openxmlformats.org/drawingml/2006/main">
              <a:ext uri="{FF2B5EF4-FFF2-40B4-BE49-F238E27FC236}">
                <a16:creationId xmlns:a16="http://schemas.microsoft.com/office/drawing/2014/main" id="{4125911F-30FD-46D4-BC9B-084A3472081B}"/>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776304204" name="Rectangle: Rounded Corners 1776304203">
            <a:extLst xmlns:a="http://schemas.openxmlformats.org/drawingml/2006/main">
              <a:ext uri="{FF2B5EF4-FFF2-40B4-BE49-F238E27FC236}">
                <a16:creationId xmlns:a16="http://schemas.microsoft.com/office/drawing/2014/main" id="{D490065E-28A9-489B-8ED5-86C53081876F}"/>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76179568" name="Rectangle: Rounded Corners 1376179567">
            <a:extLst xmlns:a="http://schemas.openxmlformats.org/drawingml/2006/main">
              <a:ext uri="{FF2B5EF4-FFF2-40B4-BE49-F238E27FC236}">
                <a16:creationId xmlns:a16="http://schemas.microsoft.com/office/drawing/2014/main" id="{421FB340-28B7-4A0F-BB43-EDC00A6DD4D2}"/>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139234869" name="Rectangle: Rounded Corners 1139234868">
            <a:extLst xmlns:a="http://schemas.openxmlformats.org/drawingml/2006/main">
              <a:ext uri="{FF2B5EF4-FFF2-40B4-BE49-F238E27FC236}">
                <a16:creationId xmlns:a16="http://schemas.microsoft.com/office/drawing/2014/main" id="{813814B5-BC5E-456E-9E9F-8B97A6CCDE33}"/>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41367546" name="Rectangle: Rounded Corners 241367545">
            <a:extLst xmlns:a="http://schemas.openxmlformats.org/drawingml/2006/main">
              <a:ext uri="{FF2B5EF4-FFF2-40B4-BE49-F238E27FC236}">
                <a16:creationId xmlns:a16="http://schemas.microsoft.com/office/drawing/2014/main" id="{5C43F438-6BAD-470B-B166-0E4E4FC86B64}"/>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88548040" name="Rectangle: Rounded Corners 88548039">
            <a:extLst xmlns:a="http://schemas.openxmlformats.org/drawingml/2006/main">
              <a:ext uri="{FF2B5EF4-FFF2-40B4-BE49-F238E27FC236}">
                <a16:creationId xmlns:a16="http://schemas.microsoft.com/office/drawing/2014/main" id="{A77E6973-3AF7-4F50-9010-DD8D5FF19CE1}"/>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895708786" name="Rectangle: Rounded Corners 895708785">
            <a:extLst xmlns:a="http://schemas.openxmlformats.org/drawingml/2006/main">
              <a:ext uri="{FF2B5EF4-FFF2-40B4-BE49-F238E27FC236}">
                <a16:creationId xmlns:a16="http://schemas.microsoft.com/office/drawing/2014/main" id="{BE6E3AD8-41D6-4CCD-871A-AD1001B7DC92}"/>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880226908" name="Rectangle: Rounded Corners 1880226907">
            <a:extLst xmlns:a="http://schemas.openxmlformats.org/drawingml/2006/main">
              <a:ext uri="{FF2B5EF4-FFF2-40B4-BE49-F238E27FC236}">
                <a16:creationId xmlns:a16="http://schemas.microsoft.com/office/drawing/2014/main" id="{45F1A216-7450-424C-8C0D-485DA6A8EE52}"/>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137418370" name="Rectangle: Rounded Corners 2137418369">
            <a:extLst xmlns:a="http://schemas.openxmlformats.org/drawingml/2006/main">
              <a:ext uri="{FF2B5EF4-FFF2-40B4-BE49-F238E27FC236}">
                <a16:creationId xmlns:a16="http://schemas.microsoft.com/office/drawing/2014/main" id="{2CA598CB-43FD-4257-97CF-6DE762ED888A}"/>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541053205" name="Rectangle: Rounded Corners 541053204">
            <a:extLst xmlns:a="http://schemas.openxmlformats.org/drawingml/2006/main">
              <a:ext uri="{FF2B5EF4-FFF2-40B4-BE49-F238E27FC236}">
                <a16:creationId xmlns:a16="http://schemas.microsoft.com/office/drawing/2014/main" id="{61EDA203-C328-421A-99C1-D18F0543E764}"/>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39440644" name="Rectangle: Rounded Corners 939440643">
            <a:extLst xmlns:a="http://schemas.openxmlformats.org/drawingml/2006/main">
              <a:ext uri="{FF2B5EF4-FFF2-40B4-BE49-F238E27FC236}">
                <a16:creationId xmlns:a16="http://schemas.microsoft.com/office/drawing/2014/main" id="{9517D6EE-CC0C-4CBE-BB14-9B4F363CD741}"/>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522633996" name="Rectangle: Rounded Corners 1522633995">
            <a:extLst xmlns:a="http://schemas.openxmlformats.org/drawingml/2006/main">
              <a:ext uri="{FF2B5EF4-FFF2-40B4-BE49-F238E27FC236}">
                <a16:creationId xmlns:a16="http://schemas.microsoft.com/office/drawing/2014/main" id="{60CF92E4-839B-43DA-A960-799C3ACA7243}"/>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541274213" name="Rectangle 541274212">
            <a:extLst xmlns:a="http://schemas.openxmlformats.org/drawingml/2006/main">
              <a:ext uri="{FF2B5EF4-FFF2-40B4-BE49-F238E27FC236}">
                <a16:creationId xmlns:a16="http://schemas.microsoft.com/office/drawing/2014/main" id="{77572040-CD51-430B-A947-E0AC8D4513E5}"/>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1965353896" name="Rectangle 1965353895">
            <a:extLst xmlns:a="http://schemas.openxmlformats.org/drawingml/2006/main">
              <a:ext uri="{FF2B5EF4-FFF2-40B4-BE49-F238E27FC236}">
                <a16:creationId xmlns:a16="http://schemas.microsoft.com/office/drawing/2014/main" id="{ABC584D6-C1E7-4657-808C-50D487A777DB}"/>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259444809" name="Rectangle: Rounded Corners 1259444808">
            <a:extLst xmlns:a="http://schemas.openxmlformats.org/drawingml/2006/main">
              <a:ext uri="{FF2B5EF4-FFF2-40B4-BE49-F238E27FC236}">
                <a16:creationId xmlns:a16="http://schemas.microsoft.com/office/drawing/2014/main" id="{06C101C6-EC3E-4E88-A245-A18753456052}"/>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072463859" name="Rectangle: Rounded Corners 2072463858">
            <a:extLst xmlns:a="http://schemas.openxmlformats.org/drawingml/2006/main">
              <a:ext uri="{FF2B5EF4-FFF2-40B4-BE49-F238E27FC236}">
                <a16:creationId xmlns:a16="http://schemas.microsoft.com/office/drawing/2014/main" id="{1C401B8E-52B1-441E-B151-47729093A011}"/>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445922740" name="Rectangle: Rounded Corners 1445922739">
            <a:extLst xmlns:a="http://schemas.openxmlformats.org/drawingml/2006/main">
              <a:ext uri="{FF2B5EF4-FFF2-40B4-BE49-F238E27FC236}">
                <a16:creationId xmlns:a16="http://schemas.microsoft.com/office/drawing/2014/main" id="{D403A73E-7921-4282-A56E-E76284A1D9AB}"/>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43271563" name="Rectangle: Rounded Corners 643271562">
            <a:extLst xmlns:a="http://schemas.openxmlformats.org/drawingml/2006/main">
              <a:ext uri="{FF2B5EF4-FFF2-40B4-BE49-F238E27FC236}">
                <a16:creationId xmlns:a16="http://schemas.microsoft.com/office/drawing/2014/main" id="{F01DCF81-20D8-4549-A8EC-35AA0370EF7B}"/>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549215513" name="Rectangle: Rounded Corners 1549215512">
            <a:extLst xmlns:a="http://schemas.openxmlformats.org/drawingml/2006/main">
              <a:ext uri="{FF2B5EF4-FFF2-40B4-BE49-F238E27FC236}">
                <a16:creationId xmlns:a16="http://schemas.microsoft.com/office/drawing/2014/main" id="{46D0A9EE-944E-40FF-877B-58D3EFF45340}"/>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44461918" name="Rectangle: Rounded Corners 644461917">
            <a:extLst xmlns:a="http://schemas.openxmlformats.org/drawingml/2006/main">
              <a:ext uri="{FF2B5EF4-FFF2-40B4-BE49-F238E27FC236}">
                <a16:creationId xmlns:a16="http://schemas.microsoft.com/office/drawing/2014/main" id="{BE7F5B63-91D6-4804-9816-D12CC4949E26}"/>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34278905" name="Rectangle: Rounded Corners 34278904">
            <a:extLst xmlns:a="http://schemas.openxmlformats.org/drawingml/2006/main">
              <a:ext uri="{FF2B5EF4-FFF2-40B4-BE49-F238E27FC236}">
                <a16:creationId xmlns:a16="http://schemas.microsoft.com/office/drawing/2014/main" id="{07D3503F-328C-46E1-BA3E-0F2E8ADA7C23}"/>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69519881" name="Rectangle: Rounded Corners 169519880">
            <a:extLst xmlns:a="http://schemas.openxmlformats.org/drawingml/2006/main">
              <a:ext uri="{FF2B5EF4-FFF2-40B4-BE49-F238E27FC236}">
                <a16:creationId xmlns:a16="http://schemas.microsoft.com/office/drawing/2014/main" id="{5CB1197D-FCC3-4B48-97CA-78692D5D1810}"/>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327524538" name="Rectangle: Rounded Corners 327524537">
            <a:extLst xmlns:a="http://schemas.openxmlformats.org/drawingml/2006/main">
              <a:ext uri="{FF2B5EF4-FFF2-40B4-BE49-F238E27FC236}">
                <a16:creationId xmlns:a16="http://schemas.microsoft.com/office/drawing/2014/main" id="{BE7D466D-95FC-4462-BEC3-DF2FDA6BEF39}"/>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25063416" name="Rectangle: Rounded Corners 625063415">
            <a:extLst xmlns:a="http://schemas.openxmlformats.org/drawingml/2006/main">
              <a:ext uri="{FF2B5EF4-FFF2-40B4-BE49-F238E27FC236}">
                <a16:creationId xmlns:a16="http://schemas.microsoft.com/office/drawing/2014/main" id="{F75DF203-CCFE-441D-A304-27A877DF92B5}"/>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87962698" name="Rectangle: Rounded Corners 187962697">
            <a:extLst xmlns:a="http://schemas.openxmlformats.org/drawingml/2006/main">
              <a:ext uri="{FF2B5EF4-FFF2-40B4-BE49-F238E27FC236}">
                <a16:creationId xmlns:a16="http://schemas.microsoft.com/office/drawing/2014/main" id="{F0E7D511-A6F7-4CC3-B641-8532EA3D7E17}"/>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17106716" name="Rectangle: Rounded Corners 617106715">
            <a:extLst xmlns:a="http://schemas.openxmlformats.org/drawingml/2006/main">
              <a:ext uri="{FF2B5EF4-FFF2-40B4-BE49-F238E27FC236}">
                <a16:creationId xmlns:a16="http://schemas.microsoft.com/office/drawing/2014/main" id="{BB44E264-9674-44AF-B855-48043337F92E}"/>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217876156" name="Rectangle: Rounded Corners 1217876155">
            <a:extLst xmlns:a="http://schemas.openxmlformats.org/drawingml/2006/main">
              <a:ext uri="{FF2B5EF4-FFF2-40B4-BE49-F238E27FC236}">
                <a16:creationId xmlns:a16="http://schemas.microsoft.com/office/drawing/2014/main" id="{7C6D1571-3007-4204-A1B9-F8D4A703B1F4}"/>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73209119" name="Rectangle: Rounded Corners 973209118">
            <a:extLst xmlns:a="http://schemas.openxmlformats.org/drawingml/2006/main">
              <a:ext uri="{FF2B5EF4-FFF2-40B4-BE49-F238E27FC236}">
                <a16:creationId xmlns:a16="http://schemas.microsoft.com/office/drawing/2014/main" id="{EF4E0C95-8320-444A-9503-9A1A5B59BFE3}"/>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92029274" name="Rectangle: Rounded Corners 292029273">
            <a:extLst xmlns:a="http://schemas.openxmlformats.org/drawingml/2006/main">
              <a:ext uri="{FF2B5EF4-FFF2-40B4-BE49-F238E27FC236}">
                <a16:creationId xmlns:a16="http://schemas.microsoft.com/office/drawing/2014/main" id="{094A61F9-2915-4846-910B-361022C2FD5C}"/>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630725396" name="Rectangle: Rounded Corners 1630725395">
            <a:extLst xmlns:a="http://schemas.openxmlformats.org/drawingml/2006/main">
              <a:ext uri="{FF2B5EF4-FFF2-40B4-BE49-F238E27FC236}">
                <a16:creationId xmlns:a16="http://schemas.microsoft.com/office/drawing/2014/main" id="{DD28B971-413E-4250-8EDF-AE9C06DC96F7}"/>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409978097" name="Rectangle: Rounded Corners 1409978096">
            <a:extLst xmlns:a="http://schemas.openxmlformats.org/drawingml/2006/main">
              <a:ext uri="{FF2B5EF4-FFF2-40B4-BE49-F238E27FC236}">
                <a16:creationId xmlns:a16="http://schemas.microsoft.com/office/drawing/2014/main" id="{DBB8222E-64DC-41CE-86E1-34BE3A35B085}"/>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784116433" name="Rectangle: Rounded Corners 784116432">
            <a:extLst xmlns:a="http://schemas.openxmlformats.org/drawingml/2006/main">
              <a:ext uri="{FF2B5EF4-FFF2-40B4-BE49-F238E27FC236}">
                <a16:creationId xmlns:a16="http://schemas.microsoft.com/office/drawing/2014/main" id="{7049F3C4-5F88-4532-AA42-6BDC8ED7777F}"/>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520917595" name="Rectangle: Rounded Corners 520917594">
            <a:extLst xmlns:a="http://schemas.openxmlformats.org/drawingml/2006/main">
              <a:ext uri="{FF2B5EF4-FFF2-40B4-BE49-F238E27FC236}">
                <a16:creationId xmlns:a16="http://schemas.microsoft.com/office/drawing/2014/main" id="{23266256-55F5-458A-8256-7DDD54923E9B}"/>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52837899" name="Rectangle: Rounded Corners 1352837898">
            <a:extLst xmlns:a="http://schemas.openxmlformats.org/drawingml/2006/main">
              <a:ext uri="{FF2B5EF4-FFF2-40B4-BE49-F238E27FC236}">
                <a16:creationId xmlns:a16="http://schemas.microsoft.com/office/drawing/2014/main" id="{B28529A9-920F-43D2-A3EB-FAF84C02248D}"/>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511812882" name="Rectangle 511812881">
            <a:extLst xmlns:a="http://schemas.openxmlformats.org/drawingml/2006/main">
              <a:ext uri="{FF2B5EF4-FFF2-40B4-BE49-F238E27FC236}">
                <a16:creationId xmlns:a16="http://schemas.microsoft.com/office/drawing/2014/main" id="{BCED21EF-8BEC-438B-8C82-1062583AF0AA}"/>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6501535" name="Rectangle 16501534">
            <a:extLst xmlns:a="http://schemas.openxmlformats.org/drawingml/2006/main">
              <a:ext uri="{FF2B5EF4-FFF2-40B4-BE49-F238E27FC236}">
                <a16:creationId xmlns:a16="http://schemas.microsoft.com/office/drawing/2014/main" id="{B85C8B35-17EE-465A-90DF-2813E9D1AC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19</a:t>
            </a:r>
          </a:p>
        </p:txBody>
      </p:sp>
    </p:spTree>
    <p:extLst>
      <p:ext uri="{BB962C8B-B14F-4D97-AF65-F5344CB8AC3E}">
        <p14:creationId xmlns:p14="http://schemas.microsoft.com/office/powerpoint/2010/main" val="167305593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Vision</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CNNs reuse filters to find local patterns</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20</a:t>
            </a:r>
          </a:p>
        </p:txBody>
      </p:sp>
      <p:pic>
        <p:nvPicPr>
          <p:cNvPr id="1495975739" name="Picture 1495975738"/>
          <p:cNvPicPr>
            <a:picLocks xmlns:a="http://schemas.openxmlformats.org/drawingml/2006/main" noChangeAspect="1"/>
          </p:cNvPicPr>
          <p:nvPr/>
        </p:nvPicPr>
        <p:blipFill>
          <a:blip xmlns:r="http://schemas.openxmlformats.org/officeDocument/2006/relationships" xmlns:a="http://schemas.openxmlformats.org/drawingml/2006/main" r:embed="R0505626f2bb34418"/>
          <a:srcRect xmlns:a="http://schemas.openxmlformats.org/drawingml/2006/main" l="0" t="14000" r="0" b="14000"/>
          <a:stretch xmlns:a="http://schemas.openxmlformats.org/drawingml/2006/main"/>
        </p:blipFill>
        <p:spPr>
          <a:xfrm xmlns:a="http://schemas.openxmlformats.org/drawingml/2006/main">
            <a:off x="1638300" y="1619631"/>
            <a:ext cx="8915400" cy="4190238"/>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7689871" name="Rectangle 2057689870">
            <a:extLst xmlns:a="http://schemas.openxmlformats.org/drawingml/2006/main">
              <a:ext uri="{FF2B5EF4-FFF2-40B4-BE49-F238E27FC236}">
                <a16:creationId xmlns:a16="http://schemas.microsoft.com/office/drawing/2014/main" id="{1C78691B-41D2-4787-884F-76BE2A6740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2050535817" name="Rectangle 2050535816">
            <a:extLst xmlns:a="http://schemas.openxmlformats.org/drawingml/2006/main">
              <a:ext uri="{FF2B5EF4-FFF2-40B4-BE49-F238E27FC236}">
                <a16:creationId xmlns:a16="http://schemas.microsoft.com/office/drawing/2014/main" id="{FB0D45BB-20AF-4F2B-8210-BC7B6862C24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719342457" name="Rectangle: Rounded Corners 719342456">
            <a:extLst xmlns:a="http://schemas.openxmlformats.org/drawingml/2006/main">
              <a:ext uri="{FF2B5EF4-FFF2-40B4-BE49-F238E27FC236}">
                <a16:creationId xmlns:a16="http://schemas.microsoft.com/office/drawing/2014/main" id="{FBACA647-8208-4997-9210-D2F34B01BC4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7806763" name="Rectangle: Rounded Corners 167806762">
            <a:extLst xmlns:a="http://schemas.openxmlformats.org/drawingml/2006/main">
              <a:ext uri="{FF2B5EF4-FFF2-40B4-BE49-F238E27FC236}">
                <a16:creationId xmlns:a16="http://schemas.microsoft.com/office/drawing/2014/main" id="{BD80E213-D200-4628-A70E-F7B6FD470499}"/>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568972461" name="Rectangle: Rounded Corners 1568972460">
            <a:extLst xmlns:a="http://schemas.openxmlformats.org/drawingml/2006/main">
              <a:ext uri="{FF2B5EF4-FFF2-40B4-BE49-F238E27FC236}">
                <a16:creationId xmlns:a16="http://schemas.microsoft.com/office/drawing/2014/main" id="{11983C7A-06D7-41E8-A29C-489ACBE7A977}"/>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178997928" name="Rectangle: Rounded Corners 1178997927">
            <a:extLst xmlns:a="http://schemas.openxmlformats.org/drawingml/2006/main">
              <a:ext uri="{FF2B5EF4-FFF2-40B4-BE49-F238E27FC236}">
                <a16:creationId xmlns:a16="http://schemas.microsoft.com/office/drawing/2014/main" id="{6F6AC821-7C02-45E5-8636-5FB15A5A115A}"/>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720728369" name="Rectangle: Rounded Corners 720728368">
            <a:extLst xmlns:a="http://schemas.openxmlformats.org/drawingml/2006/main">
              <a:ext uri="{FF2B5EF4-FFF2-40B4-BE49-F238E27FC236}">
                <a16:creationId xmlns:a16="http://schemas.microsoft.com/office/drawing/2014/main" id="{632F2B0F-DDE9-4110-BA08-96F79675587E}"/>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681988419" name="Rectangle: Rounded Corners 1681988418">
            <a:extLst xmlns:a="http://schemas.openxmlformats.org/drawingml/2006/main">
              <a:ext uri="{FF2B5EF4-FFF2-40B4-BE49-F238E27FC236}">
                <a16:creationId xmlns:a16="http://schemas.microsoft.com/office/drawing/2014/main" id="{A2028065-3BED-4370-84C4-BBF19FB82234}"/>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20451245" name="Arrow: Right 120451244">
            <a:extLst xmlns:a="http://schemas.openxmlformats.org/drawingml/2006/main">
              <a:ext uri="{FF2B5EF4-FFF2-40B4-BE49-F238E27FC236}">
                <a16:creationId xmlns:a16="http://schemas.microsoft.com/office/drawing/2014/main" id="{7DF4F6C2-1E2D-4644-A6A2-E5BD6A644FB6}"/>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785835782" name="Arrow: Right 785835781">
            <a:extLst xmlns:a="http://schemas.openxmlformats.org/drawingml/2006/main">
              <a:ext uri="{FF2B5EF4-FFF2-40B4-BE49-F238E27FC236}">
                <a16:creationId xmlns:a16="http://schemas.microsoft.com/office/drawing/2014/main" id="{B700FE71-6F1A-4D30-A9B3-AD7F98821347}"/>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9529181" name="Arrow: Right 89529180">
            <a:extLst xmlns:a="http://schemas.openxmlformats.org/drawingml/2006/main">
              <a:ext uri="{FF2B5EF4-FFF2-40B4-BE49-F238E27FC236}">
                <a16:creationId xmlns:a16="http://schemas.microsoft.com/office/drawing/2014/main" id="{E711DA5A-44EB-4FCF-ABDE-6004645BCD89}"/>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31720124" name="Arrow: Right 331720123">
            <a:extLst xmlns:a="http://schemas.openxmlformats.org/drawingml/2006/main">
              <a:ext uri="{FF2B5EF4-FFF2-40B4-BE49-F238E27FC236}">
                <a16:creationId xmlns:a16="http://schemas.microsoft.com/office/drawing/2014/main" id="{E17959AC-5954-4544-BE79-8BC72458C9D0}"/>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39340521" name="Arrow: Left 639340520">
            <a:extLst xmlns:a="http://schemas.openxmlformats.org/drawingml/2006/main">
              <a:ext uri="{FF2B5EF4-FFF2-40B4-BE49-F238E27FC236}">
                <a16:creationId xmlns:a16="http://schemas.microsoft.com/office/drawing/2014/main" id="{11B254B3-25D2-4B6E-9EC1-283261C99160}"/>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357252726" name="Arrow: Left 357252725">
            <a:extLst xmlns:a="http://schemas.openxmlformats.org/drawingml/2006/main">
              <a:ext uri="{FF2B5EF4-FFF2-40B4-BE49-F238E27FC236}">
                <a16:creationId xmlns:a16="http://schemas.microsoft.com/office/drawing/2014/main" id="{1F550E7F-EB9F-4BA5-AFB2-AB3D40CB37F9}"/>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785836936" name="Arrow: Left 785836935">
            <a:extLst xmlns:a="http://schemas.openxmlformats.org/drawingml/2006/main">
              <a:ext uri="{FF2B5EF4-FFF2-40B4-BE49-F238E27FC236}">
                <a16:creationId xmlns:a16="http://schemas.microsoft.com/office/drawing/2014/main" id="{5539F469-0478-429E-BA82-DB4E87F5FDB1}"/>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915421948" name="Arrow: Left 915421947">
            <a:extLst xmlns:a="http://schemas.openxmlformats.org/drawingml/2006/main">
              <a:ext uri="{FF2B5EF4-FFF2-40B4-BE49-F238E27FC236}">
                <a16:creationId xmlns:a16="http://schemas.microsoft.com/office/drawing/2014/main" id="{5746FD6E-23D6-44F8-B351-E92D8B16616C}"/>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920294035" name="Rectangle 1920294034">
            <a:extLst xmlns:a="http://schemas.openxmlformats.org/drawingml/2006/main">
              <a:ext uri="{FF2B5EF4-FFF2-40B4-BE49-F238E27FC236}">
                <a16:creationId xmlns:a16="http://schemas.microsoft.com/office/drawing/2014/main" id="{12C9101C-8DBB-4FD0-885A-AC125E1EED98}"/>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4864957" name="Rectangle 14864956">
            <a:extLst xmlns:a="http://schemas.openxmlformats.org/drawingml/2006/main">
              <a:ext uri="{FF2B5EF4-FFF2-40B4-BE49-F238E27FC236}">
                <a16:creationId xmlns:a16="http://schemas.microsoft.com/office/drawing/2014/main" id="{54B9ACAD-DBF7-4520-AEC3-673EE6ABE67B}"/>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977617616" name="Rectangle 977617615">
            <a:extLst xmlns:a="http://schemas.openxmlformats.org/drawingml/2006/main">
              <a:ext uri="{FF2B5EF4-FFF2-40B4-BE49-F238E27FC236}">
                <a16:creationId xmlns:a16="http://schemas.microsoft.com/office/drawing/2014/main" id="{14E486FE-55D9-4094-97C6-655EDF57F35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21</a:t>
            </a:r>
          </a:p>
        </p:txBody>
      </p:sp>
    </p:spTree>
    <p:extLst>
      <p:ext uri="{BB962C8B-B14F-4D97-AF65-F5344CB8AC3E}">
        <p14:creationId xmlns:p14="http://schemas.microsoft.com/office/powerpoint/2010/main" val="135468991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7161453" name="Rectangle 757161452">
            <a:extLst xmlns:a="http://schemas.openxmlformats.org/drawingml/2006/main">
              <a:ext uri="{FF2B5EF4-FFF2-40B4-BE49-F238E27FC236}">
                <a16:creationId xmlns:a16="http://schemas.microsoft.com/office/drawing/2014/main" id="{3760E991-BE28-4968-8389-B54403235A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1485490078" name="Rectangle 1485490077">
            <a:extLst xmlns:a="http://schemas.openxmlformats.org/drawingml/2006/main">
              <a:ext uri="{FF2B5EF4-FFF2-40B4-BE49-F238E27FC236}">
                <a16:creationId xmlns:a16="http://schemas.microsoft.com/office/drawing/2014/main" id="{AA29B7F5-B1B8-41DC-B166-CEE8B461C2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281445230" name="Rectangle: Rounded Corners 1281445229">
            <a:extLst xmlns:a="http://schemas.openxmlformats.org/drawingml/2006/main">
              <a:ext uri="{FF2B5EF4-FFF2-40B4-BE49-F238E27FC236}">
                <a16:creationId xmlns:a16="http://schemas.microsoft.com/office/drawing/2014/main" id="{E69EC421-2AD4-4A92-B201-ED4B8BEB8A3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725871867" name="Oval 1725871866">
            <a:extLst xmlns:a="http://schemas.openxmlformats.org/drawingml/2006/main">
              <a:ext uri="{FF2B5EF4-FFF2-40B4-BE49-F238E27FC236}">
                <a16:creationId xmlns:a16="http://schemas.microsoft.com/office/drawing/2014/main" id="{74AB95FA-4BC5-44BD-BC28-761D5AE8D780}"/>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1328597484" name="Oval 1328597483">
            <a:extLst xmlns:a="http://schemas.openxmlformats.org/drawingml/2006/main">
              <a:ext uri="{FF2B5EF4-FFF2-40B4-BE49-F238E27FC236}">
                <a16:creationId xmlns:a16="http://schemas.microsoft.com/office/drawing/2014/main" id="{CDDEB683-1411-4C49-9D0A-71107FD6BEE7}"/>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819707773" name="Oval 1819707772">
            <a:extLst xmlns:a="http://schemas.openxmlformats.org/drawingml/2006/main">
              <a:ext uri="{FF2B5EF4-FFF2-40B4-BE49-F238E27FC236}">
                <a16:creationId xmlns:a16="http://schemas.microsoft.com/office/drawing/2014/main" id="{910CED16-E14B-433C-83B4-A3AC597F4725}"/>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1950704623" name="Oval 1950704622">
            <a:extLst xmlns:a="http://schemas.openxmlformats.org/drawingml/2006/main">
              <a:ext uri="{FF2B5EF4-FFF2-40B4-BE49-F238E27FC236}">
                <a16:creationId xmlns:a16="http://schemas.microsoft.com/office/drawing/2014/main" id="{F813C213-D7D0-4CB8-B6BB-EFED1F3327A5}"/>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631912000" name="Arrow: Right 631911999">
            <a:extLst xmlns:a="http://schemas.openxmlformats.org/drawingml/2006/main">
              <a:ext uri="{FF2B5EF4-FFF2-40B4-BE49-F238E27FC236}">
                <a16:creationId xmlns:a16="http://schemas.microsoft.com/office/drawing/2014/main" id="{AB79F465-D7E6-4C6A-8389-45D49EC8F35C}"/>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41999000" name="Arrow: Left 341998999">
            <a:extLst xmlns:a="http://schemas.openxmlformats.org/drawingml/2006/main">
              <a:ext uri="{FF2B5EF4-FFF2-40B4-BE49-F238E27FC236}">
                <a16:creationId xmlns:a16="http://schemas.microsoft.com/office/drawing/2014/main" id="{E364E2AF-B24D-457B-86E2-3E2D2813C4DE}"/>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54648644" name="Arrow: Right 254648643">
            <a:extLst xmlns:a="http://schemas.openxmlformats.org/drawingml/2006/main">
              <a:ext uri="{FF2B5EF4-FFF2-40B4-BE49-F238E27FC236}">
                <a16:creationId xmlns:a16="http://schemas.microsoft.com/office/drawing/2014/main" id="{55295244-CF9E-414F-87A0-7BDEA848E99D}"/>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15649990" name="Arrow: Left 1015649989">
            <a:extLst xmlns:a="http://schemas.openxmlformats.org/drawingml/2006/main">
              <a:ext uri="{FF2B5EF4-FFF2-40B4-BE49-F238E27FC236}">
                <a16:creationId xmlns:a16="http://schemas.microsoft.com/office/drawing/2014/main" id="{80332509-1DA1-48AE-B94E-14B3EAD7D7A3}"/>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86149261" name="Rectangle 1286149260">
            <a:extLst xmlns:a="http://schemas.openxmlformats.org/drawingml/2006/main">
              <a:ext uri="{FF2B5EF4-FFF2-40B4-BE49-F238E27FC236}">
                <a16:creationId xmlns:a16="http://schemas.microsoft.com/office/drawing/2014/main" id="{963B88D4-F729-4B40-AE92-C64F64A8A3C0}"/>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598068434" name="Rectangle 598068433">
            <a:extLst xmlns:a="http://schemas.openxmlformats.org/drawingml/2006/main">
              <a:ext uri="{FF2B5EF4-FFF2-40B4-BE49-F238E27FC236}">
                <a16:creationId xmlns:a16="http://schemas.microsoft.com/office/drawing/2014/main" id="{B7BFC635-484B-4EF8-87BE-6AB4D849D42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22</a:t>
            </a:r>
          </a:p>
        </p:txBody>
      </p:sp>
    </p:spTree>
    <p:extLst>
      <p:ext uri="{BB962C8B-B14F-4D97-AF65-F5344CB8AC3E}">
        <p14:creationId xmlns:p14="http://schemas.microsoft.com/office/powerpoint/2010/main" val="141664996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6912552" name="Rectangle 596912551">
            <a:extLst xmlns:a="http://schemas.openxmlformats.org/drawingml/2006/main">
              <a:ext uri="{FF2B5EF4-FFF2-40B4-BE49-F238E27FC236}">
                <a16:creationId xmlns:a16="http://schemas.microsoft.com/office/drawing/2014/main" id="{7AD9AC6F-A5BD-461E-8266-4DEF5E76B6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290873251" name="Rectangle 290873250">
            <a:extLst xmlns:a="http://schemas.openxmlformats.org/drawingml/2006/main">
              <a:ext uri="{FF2B5EF4-FFF2-40B4-BE49-F238E27FC236}">
                <a16:creationId xmlns:a16="http://schemas.microsoft.com/office/drawing/2014/main" id="{02975A66-8C39-4AB2-9482-828D25D1CB5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81270833" name="Rectangle: Rounded Corners 81270832">
            <a:extLst xmlns:a="http://schemas.openxmlformats.org/drawingml/2006/main">
              <a:ext uri="{FF2B5EF4-FFF2-40B4-BE49-F238E27FC236}">
                <a16:creationId xmlns:a16="http://schemas.microsoft.com/office/drawing/2014/main" id="{61366785-5746-48F2-8ED2-8633D9779F5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587413914" name="Rectangle: Rounded Corners 1587413913">
            <a:extLst xmlns:a="http://schemas.openxmlformats.org/drawingml/2006/main">
              <a:ext uri="{FF2B5EF4-FFF2-40B4-BE49-F238E27FC236}">
                <a16:creationId xmlns:a16="http://schemas.microsoft.com/office/drawing/2014/main" id="{7D97A603-BDFE-4D9A-9EBC-B3FA45C53914}"/>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493815564" name="Rectangle: Rounded Corners 493815563">
            <a:extLst xmlns:a="http://schemas.openxmlformats.org/drawingml/2006/main">
              <a:ext uri="{FF2B5EF4-FFF2-40B4-BE49-F238E27FC236}">
                <a16:creationId xmlns:a16="http://schemas.microsoft.com/office/drawing/2014/main" id="{65E1736C-1C64-47D0-B6A4-F6136AA1D224}"/>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770580155" name="Rectangle: Rounded Corners 770580154">
            <a:extLst xmlns:a="http://schemas.openxmlformats.org/drawingml/2006/main">
              <a:ext uri="{FF2B5EF4-FFF2-40B4-BE49-F238E27FC236}">
                <a16:creationId xmlns:a16="http://schemas.microsoft.com/office/drawing/2014/main" id="{BE48E645-EB36-46B8-8807-432EF60D2572}"/>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19400497" name="Arrow: Right 719400496">
            <a:extLst xmlns:a="http://schemas.openxmlformats.org/drawingml/2006/main">
              <a:ext uri="{FF2B5EF4-FFF2-40B4-BE49-F238E27FC236}">
                <a16:creationId xmlns:a16="http://schemas.microsoft.com/office/drawing/2014/main" id="{5DFE251D-614D-4589-ADA2-611FB5272557}"/>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479447592" name="Rectangle: Rounded Corners 1479447591">
            <a:extLst xmlns:a="http://schemas.openxmlformats.org/drawingml/2006/main">
              <a:ext uri="{FF2B5EF4-FFF2-40B4-BE49-F238E27FC236}">
                <a16:creationId xmlns:a16="http://schemas.microsoft.com/office/drawing/2014/main" id="{D7B44643-E700-4D81-9876-A2EDCABFBB7A}"/>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p:txBody>
      </p:sp>
      <p:sp>
        <p:nvSpPr>
          <p:cNvPr id="2028005841" name="Rectangle: Rounded Corners 2028005840">
            <a:extLst xmlns:a="http://schemas.openxmlformats.org/drawingml/2006/main">
              <a:ext uri="{FF2B5EF4-FFF2-40B4-BE49-F238E27FC236}">
                <a16:creationId xmlns:a16="http://schemas.microsoft.com/office/drawing/2014/main" id="{626D0C8B-C5AC-4E83-A9D6-3C6BCF492CE4}"/>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p:txBody>
      </p:sp>
      <p:sp>
        <p:nvSpPr>
          <p:cNvPr id="1882830142" name="Rectangle: Rounded Corners 1882830141">
            <a:extLst xmlns:a="http://schemas.openxmlformats.org/drawingml/2006/main">
              <a:ext uri="{FF2B5EF4-FFF2-40B4-BE49-F238E27FC236}">
                <a16:creationId xmlns:a16="http://schemas.microsoft.com/office/drawing/2014/main" id="{A436C978-3512-4D67-A269-D85D5DE139F9}"/>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p:txBody>
      </p:sp>
      <p:sp>
        <p:nvSpPr>
          <p:cNvPr id="60243027" name="Rectangle: Rounded Corners 60243026">
            <a:extLst xmlns:a="http://schemas.openxmlformats.org/drawingml/2006/main">
              <a:ext uri="{FF2B5EF4-FFF2-40B4-BE49-F238E27FC236}">
                <a16:creationId xmlns:a16="http://schemas.microsoft.com/office/drawing/2014/main" id="{CE3728B9-14F5-443F-B5FB-99DA666F0FC5}"/>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p:txBody>
      </p:sp>
      <p:sp>
        <p:nvSpPr>
          <p:cNvPr id="1134928051" name="Rectangle: Rounded Corners 1134928050">
            <a:extLst xmlns:a="http://schemas.openxmlformats.org/drawingml/2006/main">
              <a:ext uri="{FF2B5EF4-FFF2-40B4-BE49-F238E27FC236}">
                <a16:creationId xmlns:a16="http://schemas.microsoft.com/office/drawing/2014/main" id="{CC7355B3-283B-4727-9403-724BDD74861D}"/>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p:txBody>
      </p:sp>
      <p:sp>
        <p:nvSpPr>
          <p:cNvPr id="1354337604" name="Rectangle 1354337603">
            <a:extLst xmlns:a="http://schemas.openxmlformats.org/drawingml/2006/main">
              <a:ext uri="{FF2B5EF4-FFF2-40B4-BE49-F238E27FC236}">
                <a16:creationId xmlns:a16="http://schemas.microsoft.com/office/drawing/2014/main" id="{01D1935D-F7FE-42A8-A471-FD2AC77A9886}"/>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564634628" name="Rectangle 564634627">
            <a:extLst xmlns:a="http://schemas.openxmlformats.org/drawingml/2006/main">
              <a:ext uri="{FF2B5EF4-FFF2-40B4-BE49-F238E27FC236}">
                <a16:creationId xmlns:a16="http://schemas.microsoft.com/office/drawing/2014/main" id="{6FFA6A45-1D8B-4851-AA33-000DB510BB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23</a:t>
            </a:r>
          </a:p>
        </p:txBody>
      </p:sp>
    </p:spTree>
    <p:extLst>
      <p:ext uri="{BB962C8B-B14F-4D97-AF65-F5344CB8AC3E}">
        <p14:creationId xmlns:p14="http://schemas.microsoft.com/office/powerpoint/2010/main" val="39009360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04913497" name="Rectangle 804913496">
            <a:extLst xmlns:a="http://schemas.openxmlformats.org/drawingml/2006/main">
              <a:ext uri="{FF2B5EF4-FFF2-40B4-BE49-F238E27FC236}">
                <a16:creationId xmlns:a16="http://schemas.microsoft.com/office/drawing/2014/main" id="{3A674534-74EF-41CE-973A-02BDDE8346E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977578112" name="Rectangle 977578111">
            <a:extLst xmlns:a="http://schemas.openxmlformats.org/drawingml/2006/main">
              <a:ext uri="{FF2B5EF4-FFF2-40B4-BE49-F238E27FC236}">
                <a16:creationId xmlns:a16="http://schemas.microsoft.com/office/drawing/2014/main" id="{E2A8442A-533B-40DC-A9D1-6F339B16D85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169649152" name="Rectangle: Rounded Corners 1169649151">
            <a:extLst xmlns:a="http://schemas.openxmlformats.org/drawingml/2006/main">
              <a:ext uri="{FF2B5EF4-FFF2-40B4-BE49-F238E27FC236}">
                <a16:creationId xmlns:a16="http://schemas.microsoft.com/office/drawing/2014/main" id="{A96D3639-32D9-41DF-91B6-EEF4467B5F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011469828" name="Straight Connector 2011469827">
            <a:extLst xmlns:a="http://schemas.openxmlformats.org/drawingml/2006/main">
              <a:ext uri="{FF2B5EF4-FFF2-40B4-BE49-F238E27FC236}">
                <a16:creationId xmlns:a16="http://schemas.microsoft.com/office/drawing/2014/main" id="{F4ADAAA1-44D5-44BF-A2F6-2861014AB351}"/>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81034434" name="Straight Connector 181034433">
            <a:extLst xmlns:a="http://schemas.openxmlformats.org/drawingml/2006/main">
              <a:ext uri="{FF2B5EF4-FFF2-40B4-BE49-F238E27FC236}">
                <a16:creationId xmlns:a16="http://schemas.microsoft.com/office/drawing/2014/main" id="{44AC7E20-CABC-4DDC-9B52-A5E43DC2359F}"/>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553006747" name="Oval 1553006746">
            <a:extLst xmlns:a="http://schemas.openxmlformats.org/drawingml/2006/main">
              <a:ext uri="{FF2B5EF4-FFF2-40B4-BE49-F238E27FC236}">
                <a16:creationId xmlns:a16="http://schemas.microsoft.com/office/drawing/2014/main" id="{F27F2EB6-1041-421E-99FB-73420A3583AC}"/>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09600282" name="Rectangle 1709600281">
            <a:extLst xmlns:a="http://schemas.openxmlformats.org/drawingml/2006/main">
              <a:ext uri="{FF2B5EF4-FFF2-40B4-BE49-F238E27FC236}">
                <a16:creationId xmlns:a16="http://schemas.microsoft.com/office/drawing/2014/main" id="{C60781B5-AC9C-46F3-99A4-A7B9E388B41C}"/>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21898784" name="Oval 21898783">
            <a:extLst xmlns:a="http://schemas.openxmlformats.org/drawingml/2006/main">
              <a:ext uri="{FF2B5EF4-FFF2-40B4-BE49-F238E27FC236}">
                <a16:creationId xmlns:a16="http://schemas.microsoft.com/office/drawing/2014/main" id="{DF2F21CB-1617-4F32-9A70-63411724E128}"/>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948343371" name="Rectangle 948343370">
            <a:extLst xmlns:a="http://schemas.openxmlformats.org/drawingml/2006/main">
              <a:ext uri="{FF2B5EF4-FFF2-40B4-BE49-F238E27FC236}">
                <a16:creationId xmlns:a16="http://schemas.microsoft.com/office/drawing/2014/main" id="{12E0E227-3226-4658-A2E6-5A4F6E34F088}"/>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041526388" name="Oval 2041526387">
            <a:extLst xmlns:a="http://schemas.openxmlformats.org/drawingml/2006/main">
              <a:ext uri="{FF2B5EF4-FFF2-40B4-BE49-F238E27FC236}">
                <a16:creationId xmlns:a16="http://schemas.microsoft.com/office/drawing/2014/main" id="{6AA6A06A-96F2-4C46-AECB-69C3990C25C7}"/>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876813263" name="Rectangle 1876813262">
            <a:extLst xmlns:a="http://schemas.openxmlformats.org/drawingml/2006/main">
              <a:ext uri="{FF2B5EF4-FFF2-40B4-BE49-F238E27FC236}">
                <a16:creationId xmlns:a16="http://schemas.microsoft.com/office/drawing/2014/main" id="{9A5D34A0-2D83-4FA0-9941-EF2AB784AD81}"/>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942427475" name="Oval 1942427474">
            <a:extLst xmlns:a="http://schemas.openxmlformats.org/drawingml/2006/main">
              <a:ext uri="{FF2B5EF4-FFF2-40B4-BE49-F238E27FC236}">
                <a16:creationId xmlns:a16="http://schemas.microsoft.com/office/drawing/2014/main" id="{BFCF535F-EA84-461B-8824-12CDE5D0A98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88296366" name="Rectangle 888296365">
            <a:extLst xmlns:a="http://schemas.openxmlformats.org/drawingml/2006/main">
              <a:ext uri="{FF2B5EF4-FFF2-40B4-BE49-F238E27FC236}">
                <a16:creationId xmlns:a16="http://schemas.microsoft.com/office/drawing/2014/main" id="{5C706E7A-04C2-4AC6-9D27-5F8A213532E8}"/>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358440106" name="Oval 358440105">
            <a:extLst xmlns:a="http://schemas.openxmlformats.org/drawingml/2006/main">
              <a:ext uri="{FF2B5EF4-FFF2-40B4-BE49-F238E27FC236}">
                <a16:creationId xmlns:a16="http://schemas.microsoft.com/office/drawing/2014/main" id="{00272142-8103-43FA-A557-F92C210688D7}"/>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76600516" name="Rectangle 1076600515">
            <a:extLst xmlns:a="http://schemas.openxmlformats.org/drawingml/2006/main">
              <a:ext uri="{FF2B5EF4-FFF2-40B4-BE49-F238E27FC236}">
                <a16:creationId xmlns:a16="http://schemas.microsoft.com/office/drawing/2014/main" id="{25E55CF3-D368-4D0E-94D0-B7FD8F56F0F4}"/>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935212153" name="Oval 1935212152">
            <a:extLst xmlns:a="http://schemas.openxmlformats.org/drawingml/2006/main">
              <a:ext uri="{FF2B5EF4-FFF2-40B4-BE49-F238E27FC236}">
                <a16:creationId xmlns:a16="http://schemas.microsoft.com/office/drawing/2014/main" id="{DADE4D05-DBDC-494B-B6B4-92A907F089F1}"/>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0298215" name="Rectangle 40298214">
            <a:extLst xmlns:a="http://schemas.openxmlformats.org/drawingml/2006/main">
              <a:ext uri="{FF2B5EF4-FFF2-40B4-BE49-F238E27FC236}">
                <a16:creationId xmlns:a16="http://schemas.microsoft.com/office/drawing/2014/main" id="{64D8E07C-0511-4D4F-84BE-082AC4500AA1}"/>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096938977" name="Oval 1096938976">
            <a:extLst xmlns:a="http://schemas.openxmlformats.org/drawingml/2006/main">
              <a:ext uri="{FF2B5EF4-FFF2-40B4-BE49-F238E27FC236}">
                <a16:creationId xmlns:a16="http://schemas.microsoft.com/office/drawing/2014/main" id="{13E46093-DC58-423B-9285-991459BFC291}"/>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251020530" name="Rectangle 251020529">
            <a:extLst xmlns:a="http://schemas.openxmlformats.org/drawingml/2006/main">
              <a:ext uri="{FF2B5EF4-FFF2-40B4-BE49-F238E27FC236}">
                <a16:creationId xmlns:a16="http://schemas.microsoft.com/office/drawing/2014/main" id="{570BE248-DBB4-490B-BC15-26440ECC4171}"/>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844580114" name="Rectangle 1844580113">
            <a:extLst xmlns:a="http://schemas.openxmlformats.org/drawingml/2006/main">
              <a:ext uri="{FF2B5EF4-FFF2-40B4-BE49-F238E27FC236}">
                <a16:creationId xmlns:a16="http://schemas.microsoft.com/office/drawing/2014/main" id="{9E36258C-65C0-4B4B-AAED-ADB9AB9B3C0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24</a:t>
            </a:r>
          </a:p>
        </p:txBody>
      </p:sp>
    </p:spTree>
    <p:extLst>
      <p:ext uri="{BB962C8B-B14F-4D97-AF65-F5344CB8AC3E}">
        <p14:creationId xmlns:p14="http://schemas.microsoft.com/office/powerpoint/2010/main" val="86405270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6490787" name="Rectangle 316490786">
            <a:extLst xmlns:a="http://schemas.openxmlformats.org/drawingml/2006/main">
              <a:ext uri="{FF2B5EF4-FFF2-40B4-BE49-F238E27FC236}">
                <a16:creationId xmlns:a16="http://schemas.microsoft.com/office/drawing/2014/main" id="{FE21B7B2-F02F-4AF5-9ECF-3F1BD2B069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088829961" name="Rectangle 1088829960">
            <a:extLst xmlns:a="http://schemas.openxmlformats.org/drawingml/2006/main">
              <a:ext uri="{FF2B5EF4-FFF2-40B4-BE49-F238E27FC236}">
                <a16:creationId xmlns:a16="http://schemas.microsoft.com/office/drawing/2014/main" id="{1104B310-70CB-4279-B5D1-73A67178C01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185614034" name="Rectangle: Rounded Corners 1185614033">
            <a:extLst xmlns:a="http://schemas.openxmlformats.org/drawingml/2006/main">
              <a:ext uri="{FF2B5EF4-FFF2-40B4-BE49-F238E27FC236}">
                <a16:creationId xmlns:a16="http://schemas.microsoft.com/office/drawing/2014/main" id="{08995D53-8122-46A6-8251-DA39C6CE873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37263550" name="Rectangle: Rounded Corners 1637263549">
            <a:extLst xmlns:a="http://schemas.openxmlformats.org/drawingml/2006/main">
              <a:ext uri="{FF2B5EF4-FFF2-40B4-BE49-F238E27FC236}">
                <a16:creationId xmlns:a16="http://schemas.microsoft.com/office/drawing/2014/main" id="{B8B4D842-91AB-4AC2-8F2D-C453A9D1D32F}"/>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483904791" name="Arrow: Right 483904790">
            <a:extLst xmlns:a="http://schemas.openxmlformats.org/drawingml/2006/main">
              <a:ext uri="{FF2B5EF4-FFF2-40B4-BE49-F238E27FC236}">
                <a16:creationId xmlns:a16="http://schemas.microsoft.com/office/drawing/2014/main" id="{CE2DF450-A38C-4566-A94C-EF1712AA3F23}"/>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12366509" name="Rectangle: Rounded Corners 112366508">
            <a:extLst xmlns:a="http://schemas.openxmlformats.org/drawingml/2006/main">
              <a:ext uri="{FF2B5EF4-FFF2-40B4-BE49-F238E27FC236}">
                <a16:creationId xmlns:a16="http://schemas.microsoft.com/office/drawing/2014/main" id="{5EDAAF57-58B9-4826-92CC-FC1A91765196}"/>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684869888" name="Rectangle: Rounded Corners 1684869887">
            <a:extLst xmlns:a="http://schemas.openxmlformats.org/drawingml/2006/main">
              <a:ext uri="{FF2B5EF4-FFF2-40B4-BE49-F238E27FC236}">
                <a16:creationId xmlns:a16="http://schemas.microsoft.com/office/drawing/2014/main" id="{E83233B9-93A6-4C88-A582-ABBD4D6E7452}"/>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582027639" name="Arrow: Right 582027638">
            <a:extLst xmlns:a="http://schemas.openxmlformats.org/drawingml/2006/main">
              <a:ext uri="{FF2B5EF4-FFF2-40B4-BE49-F238E27FC236}">
                <a16:creationId xmlns:a16="http://schemas.microsoft.com/office/drawing/2014/main" id="{8E358AAB-3C15-4646-84D7-6F1CF417731A}"/>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415203981" name="Rectangle: Rounded Corners 415203980">
            <a:extLst xmlns:a="http://schemas.openxmlformats.org/drawingml/2006/main">
              <a:ext uri="{FF2B5EF4-FFF2-40B4-BE49-F238E27FC236}">
                <a16:creationId xmlns:a16="http://schemas.microsoft.com/office/drawing/2014/main" id="{5E05043C-F95B-4C5A-9175-30CF046EE637}"/>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659565155" name="Rectangle 1659565154">
            <a:extLst xmlns:a="http://schemas.openxmlformats.org/drawingml/2006/main">
              <a:ext uri="{FF2B5EF4-FFF2-40B4-BE49-F238E27FC236}">
                <a16:creationId xmlns:a16="http://schemas.microsoft.com/office/drawing/2014/main" id="{4C3C6677-85AC-4AD3-B45D-0B647EB389E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25</a:t>
            </a:r>
          </a:p>
        </p:txBody>
      </p:sp>
    </p:spTree>
    <p:extLst>
      <p:ext uri="{BB962C8B-B14F-4D97-AF65-F5344CB8AC3E}">
        <p14:creationId xmlns:p14="http://schemas.microsoft.com/office/powerpoint/2010/main" val="117170220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2031495" name="Rectangle 1412031494">
            <a:extLst xmlns:a="http://schemas.openxmlformats.org/drawingml/2006/main">
              <a:ext uri="{FF2B5EF4-FFF2-40B4-BE49-F238E27FC236}">
                <a16:creationId xmlns:a16="http://schemas.microsoft.com/office/drawing/2014/main" id="{56BAA9B3-DE8B-4E91-B8C5-CFFCC30DE6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795213252" name="Rectangle 795213251">
            <a:extLst xmlns:a="http://schemas.openxmlformats.org/drawingml/2006/main">
              <a:ext uri="{FF2B5EF4-FFF2-40B4-BE49-F238E27FC236}">
                <a16:creationId xmlns:a16="http://schemas.microsoft.com/office/drawing/2014/main" id="{3CF8098C-ED6B-430A-A030-B4E30D36D2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39970163" name="Rectangle: Rounded Corners 39970162">
            <a:extLst xmlns:a="http://schemas.openxmlformats.org/drawingml/2006/main">
              <a:ext uri="{FF2B5EF4-FFF2-40B4-BE49-F238E27FC236}">
                <a16:creationId xmlns:a16="http://schemas.microsoft.com/office/drawing/2014/main" id="{37885DFD-6B0E-4196-A5E6-085105595C7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580614388" name="Rectangle: Rounded Corners 1580614387">
            <a:extLst xmlns:a="http://schemas.openxmlformats.org/drawingml/2006/main">
              <a:ext uri="{FF2B5EF4-FFF2-40B4-BE49-F238E27FC236}">
                <a16:creationId xmlns:a16="http://schemas.microsoft.com/office/drawing/2014/main" id="{AE4EA00F-E592-496F-891C-6B83104ED11A}"/>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990550396" name="Oval 1990550395">
            <a:extLst xmlns:a="http://schemas.openxmlformats.org/drawingml/2006/main">
              <a:ext uri="{FF2B5EF4-FFF2-40B4-BE49-F238E27FC236}">
                <a16:creationId xmlns:a16="http://schemas.microsoft.com/office/drawing/2014/main" id="{D025E753-0219-41E4-9F24-8C0DFE3BEE77}"/>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100406640" name="Straight Connector 2100406639">
            <a:extLst xmlns:a="http://schemas.openxmlformats.org/drawingml/2006/main">
              <a:ext uri="{FF2B5EF4-FFF2-40B4-BE49-F238E27FC236}">
                <a16:creationId xmlns:a16="http://schemas.microsoft.com/office/drawing/2014/main" id="{F6867D1A-C3E8-47FD-A499-1DCE45D1121C}"/>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538775389" name="Arrow: Right 538775388">
            <a:extLst xmlns:a="http://schemas.openxmlformats.org/drawingml/2006/main">
              <a:ext uri="{FF2B5EF4-FFF2-40B4-BE49-F238E27FC236}">
                <a16:creationId xmlns:a16="http://schemas.microsoft.com/office/drawing/2014/main" id="{414FD02D-DBEF-488E-9E48-F255335E97E7}"/>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64614973" name="Rectangle: Rounded Corners 1064614972">
            <a:extLst xmlns:a="http://schemas.openxmlformats.org/drawingml/2006/main">
              <a:ext uri="{FF2B5EF4-FFF2-40B4-BE49-F238E27FC236}">
                <a16:creationId xmlns:a16="http://schemas.microsoft.com/office/drawing/2014/main" id="{94AC5B67-9925-4D6C-BDFA-2C477E788562}"/>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803721868" name="Oval 1803721867">
            <a:extLst xmlns:a="http://schemas.openxmlformats.org/drawingml/2006/main">
              <a:ext uri="{FF2B5EF4-FFF2-40B4-BE49-F238E27FC236}">
                <a16:creationId xmlns:a16="http://schemas.microsoft.com/office/drawing/2014/main" id="{2C522D5D-79CD-433C-AF0E-E635F41D6B42}"/>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583856609" name="Straight Connector 583856608">
            <a:extLst xmlns:a="http://schemas.openxmlformats.org/drawingml/2006/main">
              <a:ext uri="{FF2B5EF4-FFF2-40B4-BE49-F238E27FC236}">
                <a16:creationId xmlns:a16="http://schemas.microsoft.com/office/drawing/2014/main" id="{A1ED7A87-BB17-49F4-A094-1E45309B4B87}"/>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139349876" name="Arrow: Right 2139349875">
            <a:extLst xmlns:a="http://schemas.openxmlformats.org/drawingml/2006/main">
              <a:ext uri="{FF2B5EF4-FFF2-40B4-BE49-F238E27FC236}">
                <a16:creationId xmlns:a16="http://schemas.microsoft.com/office/drawing/2014/main" id="{C2A6039D-509C-4C61-8D12-3926CD99F28C}"/>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35700101" name="Rectangle: Rounded Corners 1635700100">
            <a:extLst xmlns:a="http://schemas.openxmlformats.org/drawingml/2006/main">
              <a:ext uri="{FF2B5EF4-FFF2-40B4-BE49-F238E27FC236}">
                <a16:creationId xmlns:a16="http://schemas.microsoft.com/office/drawing/2014/main" id="{EA448028-5830-4148-AF7D-234C76A61473}"/>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841796170" name="Oval 841796169">
            <a:extLst xmlns:a="http://schemas.openxmlformats.org/drawingml/2006/main">
              <a:ext uri="{FF2B5EF4-FFF2-40B4-BE49-F238E27FC236}">
                <a16:creationId xmlns:a16="http://schemas.microsoft.com/office/drawing/2014/main" id="{90F956AA-2AD1-4B50-8CF8-6F3314CA2D96}"/>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925426091" name="Straight Connector 925426090">
            <a:extLst xmlns:a="http://schemas.openxmlformats.org/drawingml/2006/main">
              <a:ext uri="{FF2B5EF4-FFF2-40B4-BE49-F238E27FC236}">
                <a16:creationId xmlns:a16="http://schemas.microsoft.com/office/drawing/2014/main" id="{454E4615-4609-4F55-9DF4-BECAB981E8E4}"/>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99883121" name="Arrow: Right 999883120">
            <a:extLst xmlns:a="http://schemas.openxmlformats.org/drawingml/2006/main">
              <a:ext uri="{FF2B5EF4-FFF2-40B4-BE49-F238E27FC236}">
                <a16:creationId xmlns:a16="http://schemas.microsoft.com/office/drawing/2014/main" id="{28ADDBA3-667C-43E3-BF8E-58CEF1C8410A}"/>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32593897" name="Rectangle: Rounded Corners 1232593896">
            <a:extLst xmlns:a="http://schemas.openxmlformats.org/drawingml/2006/main">
              <a:ext uri="{FF2B5EF4-FFF2-40B4-BE49-F238E27FC236}">
                <a16:creationId xmlns:a16="http://schemas.microsoft.com/office/drawing/2014/main" id="{F655E60C-D8D5-4319-AC48-F83C6DC5E95C}"/>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353672066" name="Oval 353672065">
            <a:extLst xmlns:a="http://schemas.openxmlformats.org/drawingml/2006/main">
              <a:ext uri="{FF2B5EF4-FFF2-40B4-BE49-F238E27FC236}">
                <a16:creationId xmlns:a16="http://schemas.microsoft.com/office/drawing/2014/main" id="{6C2347D7-16C7-4B88-98FC-3CC7A8C7BCED}"/>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50778966" name="Straight Connector 250778965">
            <a:extLst xmlns:a="http://schemas.openxmlformats.org/drawingml/2006/main">
              <a:ext uri="{FF2B5EF4-FFF2-40B4-BE49-F238E27FC236}">
                <a16:creationId xmlns:a16="http://schemas.microsoft.com/office/drawing/2014/main" id="{FF245221-0A67-4ADD-93FE-55BC40BD04B2}"/>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558237289" name="Rectangle 558237288">
            <a:extLst xmlns:a="http://schemas.openxmlformats.org/drawingml/2006/main">
              <a:ext uri="{FF2B5EF4-FFF2-40B4-BE49-F238E27FC236}">
                <a16:creationId xmlns:a16="http://schemas.microsoft.com/office/drawing/2014/main" id="{8DDF9D70-3F3C-416E-9858-84DDA7F5C1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26</a:t>
            </a:r>
          </a:p>
        </p:txBody>
      </p:sp>
    </p:spTree>
    <p:extLst>
      <p:ext uri="{BB962C8B-B14F-4D97-AF65-F5344CB8AC3E}">
        <p14:creationId xmlns:p14="http://schemas.microsoft.com/office/powerpoint/2010/main" val="63983196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1358444" name="Rectangle 1731358443">
            <a:extLst xmlns:a="http://schemas.openxmlformats.org/drawingml/2006/main">
              <a:ext uri="{FF2B5EF4-FFF2-40B4-BE49-F238E27FC236}">
                <a16:creationId xmlns:a16="http://schemas.microsoft.com/office/drawing/2014/main" id="{1B4E02CC-40DF-4F03-9F0F-7436EB5372C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1129691952" name="Rectangle 1129691951">
            <a:extLst xmlns:a="http://schemas.openxmlformats.org/drawingml/2006/main">
              <a:ext uri="{FF2B5EF4-FFF2-40B4-BE49-F238E27FC236}">
                <a16:creationId xmlns:a16="http://schemas.microsoft.com/office/drawing/2014/main" id="{43C25B8E-920E-412B-888B-98627B5D08D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53614358" name="Rectangle: Rounded Corners 153614357">
            <a:extLst xmlns:a="http://schemas.openxmlformats.org/drawingml/2006/main">
              <a:ext uri="{FF2B5EF4-FFF2-40B4-BE49-F238E27FC236}">
                <a16:creationId xmlns:a16="http://schemas.microsoft.com/office/drawing/2014/main" id="{A04A486F-854A-4D7B-9F28-9095A3EEF3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60434668" name="Rectangle: Rounded Corners 1660434667">
            <a:extLst xmlns:a="http://schemas.openxmlformats.org/drawingml/2006/main">
              <a:ext uri="{FF2B5EF4-FFF2-40B4-BE49-F238E27FC236}">
                <a16:creationId xmlns:a16="http://schemas.microsoft.com/office/drawing/2014/main" id="{293048F5-037F-4754-A8A7-BC386E5468FB}"/>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331123785" name="Rectangle: Rounded Corners 331123784">
            <a:extLst xmlns:a="http://schemas.openxmlformats.org/drawingml/2006/main">
              <a:ext uri="{FF2B5EF4-FFF2-40B4-BE49-F238E27FC236}">
                <a16:creationId xmlns:a16="http://schemas.microsoft.com/office/drawing/2014/main" id="{E7496ADF-7242-41F4-B1BB-119B36D961F7}"/>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1408528116" name="Rectangle: Rounded Corners 1408528115">
            <a:extLst xmlns:a="http://schemas.openxmlformats.org/drawingml/2006/main">
              <a:ext uri="{FF2B5EF4-FFF2-40B4-BE49-F238E27FC236}">
                <a16:creationId xmlns:a16="http://schemas.microsoft.com/office/drawing/2014/main" id="{A5FA54A3-DC27-4F8F-B119-2C784EFC8833}"/>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929702957" name="Rectangle: Rounded Corners 929702956">
            <a:extLst xmlns:a="http://schemas.openxmlformats.org/drawingml/2006/main">
              <a:ext uri="{FF2B5EF4-FFF2-40B4-BE49-F238E27FC236}">
                <a16:creationId xmlns:a16="http://schemas.microsoft.com/office/drawing/2014/main" id="{3DF53ADA-FFB5-452E-8DEE-34306F1C1A23}"/>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747840372" name="Rectangle: Rounded Corners 747840371">
            <a:extLst xmlns:a="http://schemas.openxmlformats.org/drawingml/2006/main">
              <a:ext uri="{FF2B5EF4-FFF2-40B4-BE49-F238E27FC236}">
                <a16:creationId xmlns:a16="http://schemas.microsoft.com/office/drawing/2014/main" id="{E1ACF2A0-508B-4757-B4F0-5E070F1222D0}"/>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1625402859" name="Rectangle: Rounded Corners 1625402858">
            <a:extLst xmlns:a="http://schemas.openxmlformats.org/drawingml/2006/main">
              <a:ext uri="{FF2B5EF4-FFF2-40B4-BE49-F238E27FC236}">
                <a16:creationId xmlns:a16="http://schemas.microsoft.com/office/drawing/2014/main" id="{3F2D2BA7-2FBD-410C-8EB3-71929CC80C26}"/>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1678137838" name="Rectangle: Rounded Corners 1678137837">
            <a:extLst xmlns:a="http://schemas.openxmlformats.org/drawingml/2006/main">
              <a:ext uri="{FF2B5EF4-FFF2-40B4-BE49-F238E27FC236}">
                <a16:creationId xmlns:a16="http://schemas.microsoft.com/office/drawing/2014/main" id="{7AF1DA8D-8764-4717-A8D7-22CD908871F5}"/>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1472942796" name="Straight Connector 1472942795">
            <a:extLst xmlns:a="http://schemas.openxmlformats.org/drawingml/2006/main">
              <a:ext uri="{FF2B5EF4-FFF2-40B4-BE49-F238E27FC236}">
                <a16:creationId xmlns:a16="http://schemas.microsoft.com/office/drawing/2014/main" id="{23911545-0D0D-437D-A161-23F7B7BCC22B}"/>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613721531" name="Oval 1613721530">
            <a:extLst xmlns:a="http://schemas.openxmlformats.org/drawingml/2006/main">
              <a:ext uri="{FF2B5EF4-FFF2-40B4-BE49-F238E27FC236}">
                <a16:creationId xmlns:a16="http://schemas.microsoft.com/office/drawing/2014/main" id="{E38B80AC-C7B9-4178-8BE0-DA3795701750}"/>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579085890" name="Oval 1579085889">
            <a:extLst xmlns:a="http://schemas.openxmlformats.org/drawingml/2006/main">
              <a:ext uri="{FF2B5EF4-FFF2-40B4-BE49-F238E27FC236}">
                <a16:creationId xmlns:a16="http://schemas.microsoft.com/office/drawing/2014/main" id="{331E91DB-57A6-4AF9-89FD-7FA7DC6D37FF}"/>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2077149346" name="Oval 2077149345">
            <a:extLst xmlns:a="http://schemas.openxmlformats.org/drawingml/2006/main">
              <a:ext uri="{FF2B5EF4-FFF2-40B4-BE49-F238E27FC236}">
                <a16:creationId xmlns:a16="http://schemas.microsoft.com/office/drawing/2014/main" id="{FE235F54-A128-4E22-BB67-75EA71C16BC6}"/>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p:txBody>
      </p:sp>
      <p:sp>
        <p:nvSpPr>
          <p:cNvPr id="1872952086" name="Oval 1872952085">
            <a:extLst xmlns:a="http://schemas.openxmlformats.org/drawingml/2006/main">
              <a:ext uri="{FF2B5EF4-FFF2-40B4-BE49-F238E27FC236}">
                <a16:creationId xmlns:a16="http://schemas.microsoft.com/office/drawing/2014/main" id="{6C69BEC8-BA3F-46F2-A71A-EEA49035313F}"/>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p:txBody>
      </p:sp>
      <p:sp>
        <p:nvSpPr>
          <p:cNvPr id="20816397" name="Oval 20816396">
            <a:extLst xmlns:a="http://schemas.openxmlformats.org/drawingml/2006/main">
              <a:ext uri="{FF2B5EF4-FFF2-40B4-BE49-F238E27FC236}">
                <a16:creationId xmlns:a16="http://schemas.microsoft.com/office/drawing/2014/main" id="{5935FC06-7ACC-4BD7-8CF5-EDEE80D5BC0B}"/>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p:txBody>
      </p:sp>
      <p:sp>
        <p:nvSpPr>
          <p:cNvPr id="677953629" name="Oval 677953628">
            <a:extLst xmlns:a="http://schemas.openxmlformats.org/drawingml/2006/main">
              <a:ext uri="{FF2B5EF4-FFF2-40B4-BE49-F238E27FC236}">
                <a16:creationId xmlns:a16="http://schemas.microsoft.com/office/drawing/2014/main" id="{1464FFF0-110E-4540-9CEF-1ACE5033087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p:txBody>
      </p:sp>
      <p:sp>
        <p:nvSpPr>
          <p:cNvPr id="1792512940" name="Oval 1792512939">
            <a:extLst xmlns:a="http://schemas.openxmlformats.org/drawingml/2006/main">
              <a:ext uri="{FF2B5EF4-FFF2-40B4-BE49-F238E27FC236}">
                <a16:creationId xmlns:a16="http://schemas.microsoft.com/office/drawing/2014/main" id="{3540E948-4FAD-450D-8EC3-19EC61879E75}"/>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p:txBody>
      </p:sp>
      <p:sp>
        <p:nvSpPr>
          <p:cNvPr id="1915767504" name="Rectangle 1915767503">
            <a:extLst xmlns:a="http://schemas.openxmlformats.org/drawingml/2006/main">
              <a:ext uri="{FF2B5EF4-FFF2-40B4-BE49-F238E27FC236}">
                <a16:creationId xmlns:a16="http://schemas.microsoft.com/office/drawing/2014/main" id="{7C131FB0-EA72-4E91-AA89-86E175D446C1}"/>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523783433" name="Rectangle 523783432">
            <a:extLst xmlns:a="http://schemas.openxmlformats.org/drawingml/2006/main">
              <a:ext uri="{FF2B5EF4-FFF2-40B4-BE49-F238E27FC236}">
                <a16:creationId xmlns:a16="http://schemas.microsoft.com/office/drawing/2014/main" id="{2FBA0399-F001-4EA1-830E-DB5E391677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27</a:t>
            </a:r>
          </a:p>
        </p:txBody>
      </p:sp>
    </p:spTree>
    <p:extLst>
      <p:ext uri="{BB962C8B-B14F-4D97-AF65-F5344CB8AC3E}">
        <p14:creationId xmlns:p14="http://schemas.microsoft.com/office/powerpoint/2010/main" val="26010620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132047704" name="Rectangle 2132047703">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28</a:t>
            </a:r>
          </a:p>
        </p:txBody>
      </p:sp>
      <p:pic>
        <p:nvPicPr>
          <p:cNvPr id="2132047711" name="Picture 2132047710"/>
          <p:cNvPicPr>
            <a:picLocks xmlns:a="http://schemas.openxmlformats.org/drawingml/2006/main" noChangeAspect="1"/>
          </p:cNvPicPr>
          <p:nvPr/>
        </p:nvPicPr>
        <p:blipFill>
          <a:blip xmlns:r="http://schemas.openxmlformats.org/officeDocument/2006/relationships" xmlns:a="http://schemas.openxmlformats.org/drawingml/2006/main" r:embed="Reb14368710fe46ae"/>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132047704" name="Rectangle 2132047703">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29</a:t>
            </a:r>
          </a:p>
        </p:txBody>
      </p:sp>
      <p:pic>
        <p:nvPicPr>
          <p:cNvPr id="2132047711" name="Picture 2132047710"/>
          <p:cNvPicPr>
            <a:picLocks xmlns:a="http://schemas.openxmlformats.org/drawingml/2006/main" noChangeAspect="1"/>
          </p:cNvPicPr>
          <p:nvPr/>
        </p:nvPicPr>
        <p:blipFill>
          <a:blip xmlns:r="http://schemas.openxmlformats.org/officeDocument/2006/relationships" xmlns:a="http://schemas.openxmlformats.org/drawingml/2006/main" r:embed="Rd350d97182484a1b"/>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28705701" name="Rectangle 828705700">
            <a:extLst xmlns:a="http://schemas.openxmlformats.org/drawingml/2006/main">
              <a:ext uri="{FF2B5EF4-FFF2-40B4-BE49-F238E27FC236}">
                <a16:creationId xmlns:a16="http://schemas.microsoft.com/office/drawing/2014/main" id="{50C609FA-22DC-46A6-A8EE-25F4AC708C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834494692" name="Rectangle 1834494691">
            <a:extLst xmlns:a="http://schemas.openxmlformats.org/drawingml/2006/main">
              <a:ext uri="{FF2B5EF4-FFF2-40B4-BE49-F238E27FC236}">
                <a16:creationId xmlns:a16="http://schemas.microsoft.com/office/drawing/2014/main" id="{57DDF536-7D99-4822-9290-06E35C0AB6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119805208" name="Rectangle: Rounded Corners 1119805207">
            <a:extLst xmlns:a="http://schemas.openxmlformats.org/drawingml/2006/main">
              <a:ext uri="{FF2B5EF4-FFF2-40B4-BE49-F238E27FC236}">
                <a16:creationId xmlns:a16="http://schemas.microsoft.com/office/drawing/2014/main" id="{9A0DCCDE-109C-4ACA-9414-DBD546C7091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378451327" name="Oval 378451326">
            <a:extLst xmlns:a="http://schemas.openxmlformats.org/drawingml/2006/main">
              <a:ext uri="{FF2B5EF4-FFF2-40B4-BE49-F238E27FC236}">
                <a16:creationId xmlns:a16="http://schemas.microsoft.com/office/drawing/2014/main" id="{A6ED3BF1-682A-4926-8CB4-D9226C8005B0}"/>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10653341" name="Oval 1710653340">
            <a:extLst xmlns:a="http://schemas.openxmlformats.org/drawingml/2006/main">
              <a:ext uri="{FF2B5EF4-FFF2-40B4-BE49-F238E27FC236}">
                <a16:creationId xmlns:a16="http://schemas.microsoft.com/office/drawing/2014/main" id="{048B1F06-B001-4B64-B521-52C128D19FF3}"/>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215104596" name="Oval 1215104595">
            <a:extLst xmlns:a="http://schemas.openxmlformats.org/drawingml/2006/main">
              <a:ext uri="{FF2B5EF4-FFF2-40B4-BE49-F238E27FC236}">
                <a16:creationId xmlns:a16="http://schemas.microsoft.com/office/drawing/2014/main" id="{5156DACE-36C7-4021-A455-7AF2BA808175}"/>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1626294489" name="Oval 1626294488">
            <a:extLst xmlns:a="http://schemas.openxmlformats.org/drawingml/2006/main">
              <a:ext uri="{FF2B5EF4-FFF2-40B4-BE49-F238E27FC236}">
                <a16:creationId xmlns:a16="http://schemas.microsoft.com/office/drawing/2014/main" id="{C16ED5C1-62C5-4D09-B7A2-C4263A26091F}"/>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273413101" name="Oval 1273413100">
            <a:extLst xmlns:a="http://schemas.openxmlformats.org/drawingml/2006/main">
              <a:ext uri="{FF2B5EF4-FFF2-40B4-BE49-F238E27FC236}">
                <a16:creationId xmlns:a16="http://schemas.microsoft.com/office/drawing/2014/main" id="{3BC44C05-5EE2-424D-8801-EF195BCBF5F3}"/>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283471485" name="Straight Connector 1283471484">
            <a:extLst xmlns:a="http://schemas.openxmlformats.org/drawingml/2006/main">
              <a:ext uri="{FF2B5EF4-FFF2-40B4-BE49-F238E27FC236}">
                <a16:creationId xmlns:a16="http://schemas.microsoft.com/office/drawing/2014/main" id="{B17EF592-B9DC-4DA6-9544-25E30B35E253}"/>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366393266" name="Straight Connector 366393265">
            <a:extLst xmlns:a="http://schemas.openxmlformats.org/drawingml/2006/main">
              <a:ext uri="{FF2B5EF4-FFF2-40B4-BE49-F238E27FC236}">
                <a16:creationId xmlns:a16="http://schemas.microsoft.com/office/drawing/2014/main" id="{67011288-D2F5-4BA5-A738-680BD3535296}"/>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682316422" name="Straight Connector 682316421">
            <a:extLst xmlns:a="http://schemas.openxmlformats.org/drawingml/2006/main">
              <a:ext uri="{FF2B5EF4-FFF2-40B4-BE49-F238E27FC236}">
                <a16:creationId xmlns:a16="http://schemas.microsoft.com/office/drawing/2014/main" id="{4A129583-25FF-40D0-B7CC-4473B8E5B3C5}"/>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432998769" name="Straight Connector 1432998768">
            <a:extLst xmlns:a="http://schemas.openxmlformats.org/drawingml/2006/main">
              <a:ext uri="{FF2B5EF4-FFF2-40B4-BE49-F238E27FC236}">
                <a16:creationId xmlns:a16="http://schemas.microsoft.com/office/drawing/2014/main" id="{5A0B4206-D5FA-48BA-BE01-B41B6D3E9AC9}"/>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2040235338" name="Rectangle 2040235337">
            <a:extLst xmlns:a="http://schemas.openxmlformats.org/drawingml/2006/main">
              <a:ext uri="{FF2B5EF4-FFF2-40B4-BE49-F238E27FC236}">
                <a16:creationId xmlns:a16="http://schemas.microsoft.com/office/drawing/2014/main" id="{0101C9A7-F456-494B-B8FC-ABB758AE1F77}"/>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823092832" name="Rectangle 1823092831">
            <a:extLst xmlns:a="http://schemas.openxmlformats.org/drawingml/2006/main">
              <a:ext uri="{FF2B5EF4-FFF2-40B4-BE49-F238E27FC236}">
                <a16:creationId xmlns:a16="http://schemas.microsoft.com/office/drawing/2014/main" id="{ADFA827F-D50B-4C4A-8E43-0CEA2E1A0C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30</a:t>
            </a:r>
          </a:p>
        </p:txBody>
      </p:sp>
    </p:spTree>
    <p:extLst>
      <p:ext uri="{BB962C8B-B14F-4D97-AF65-F5344CB8AC3E}">
        <p14:creationId xmlns:p14="http://schemas.microsoft.com/office/powerpoint/2010/main" val="98451510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31595679" name="Rectangle 2031595678">
            <a:extLst xmlns:a="http://schemas.openxmlformats.org/drawingml/2006/main">
              <a:ext uri="{FF2B5EF4-FFF2-40B4-BE49-F238E27FC236}">
                <a16:creationId xmlns:a16="http://schemas.microsoft.com/office/drawing/2014/main" id="{698CD5AB-4FC6-4DDC-930E-97769E9BE2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58034542" name="Rectangle 1958034541">
            <a:extLst xmlns:a="http://schemas.openxmlformats.org/drawingml/2006/main">
              <a:ext uri="{FF2B5EF4-FFF2-40B4-BE49-F238E27FC236}">
                <a16:creationId xmlns:a16="http://schemas.microsoft.com/office/drawing/2014/main" id="{CC057E91-CA05-4368-8218-DD33DDD0729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56291305" name="Rectangle: Rounded Corners 856291304">
            <a:extLst xmlns:a="http://schemas.openxmlformats.org/drawingml/2006/main">
              <a:ext uri="{FF2B5EF4-FFF2-40B4-BE49-F238E27FC236}">
                <a16:creationId xmlns:a16="http://schemas.microsoft.com/office/drawing/2014/main" id="{CEFA283A-6CC9-414A-96C9-1F54270224F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915562436" name="Oval 915562435">
            <a:extLst xmlns:a="http://schemas.openxmlformats.org/drawingml/2006/main">
              <a:ext uri="{FF2B5EF4-FFF2-40B4-BE49-F238E27FC236}">
                <a16:creationId xmlns:a16="http://schemas.microsoft.com/office/drawing/2014/main" id="{86B5C1B4-F562-4A69-88F5-E8C81A27B4D5}"/>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2063706274" name="Oval 2063706273">
            <a:extLst xmlns:a="http://schemas.openxmlformats.org/drawingml/2006/main">
              <a:ext uri="{FF2B5EF4-FFF2-40B4-BE49-F238E27FC236}">
                <a16:creationId xmlns:a16="http://schemas.microsoft.com/office/drawing/2014/main" id="{104E629F-D106-4FC2-A77F-00C5A5101A89}"/>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843251256" name="Oval 1843251255">
            <a:extLst xmlns:a="http://schemas.openxmlformats.org/drawingml/2006/main">
              <a:ext uri="{FF2B5EF4-FFF2-40B4-BE49-F238E27FC236}">
                <a16:creationId xmlns:a16="http://schemas.microsoft.com/office/drawing/2014/main" id="{4D4DE13F-F35A-4CC1-A48B-94929599587F}"/>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047507271" name="Arrow: Right 1047507270">
            <a:extLst xmlns:a="http://schemas.openxmlformats.org/drawingml/2006/main">
              <a:ext uri="{FF2B5EF4-FFF2-40B4-BE49-F238E27FC236}">
                <a16:creationId xmlns:a16="http://schemas.microsoft.com/office/drawing/2014/main" id="{AC8A7AFF-D773-4321-A344-D78160B7A304}"/>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416431707" name="Arrow: Right 416431706">
            <a:extLst xmlns:a="http://schemas.openxmlformats.org/drawingml/2006/main">
              <a:ext uri="{FF2B5EF4-FFF2-40B4-BE49-F238E27FC236}">
                <a16:creationId xmlns:a16="http://schemas.microsoft.com/office/drawing/2014/main" id="{049AE4C9-AD9F-4180-BA5A-B4136512EBC1}"/>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685887360" name="Rectangle: Rounded Corners 685887359">
            <a:extLst xmlns:a="http://schemas.openxmlformats.org/drawingml/2006/main">
              <a:ext uri="{FF2B5EF4-FFF2-40B4-BE49-F238E27FC236}">
                <a16:creationId xmlns:a16="http://schemas.microsoft.com/office/drawing/2014/main" id="{A87317AB-A1CA-4CF7-ADD4-6E793D07DD4D}"/>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087270731" name="Rectangle 1087270730">
            <a:extLst xmlns:a="http://schemas.openxmlformats.org/drawingml/2006/main">
              <a:ext uri="{FF2B5EF4-FFF2-40B4-BE49-F238E27FC236}">
                <a16:creationId xmlns:a16="http://schemas.microsoft.com/office/drawing/2014/main" id="{26AC07FF-3C12-4272-9125-70471BF01B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31</a:t>
            </a:r>
          </a:p>
        </p:txBody>
      </p:sp>
    </p:spTree>
    <p:extLst>
      <p:ext uri="{BB962C8B-B14F-4D97-AF65-F5344CB8AC3E}">
        <p14:creationId xmlns:p14="http://schemas.microsoft.com/office/powerpoint/2010/main" val="71783635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4056231" name="Rectangle 274056230">
            <a:extLst xmlns:a="http://schemas.openxmlformats.org/drawingml/2006/main">
              <a:ext uri="{FF2B5EF4-FFF2-40B4-BE49-F238E27FC236}">
                <a16:creationId xmlns:a16="http://schemas.microsoft.com/office/drawing/2014/main" id="{7ED3DF79-EB62-455D-A809-971AFC977D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069842663" name="Rectangle 2069842662">
            <a:extLst xmlns:a="http://schemas.openxmlformats.org/drawingml/2006/main">
              <a:ext uri="{FF2B5EF4-FFF2-40B4-BE49-F238E27FC236}">
                <a16:creationId xmlns:a16="http://schemas.microsoft.com/office/drawing/2014/main" id="{6E6234CC-E674-4B22-95A9-E236327427A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012080299" name="Rectangle: Rounded Corners 1012080298">
            <a:extLst xmlns:a="http://schemas.openxmlformats.org/drawingml/2006/main">
              <a:ext uri="{FF2B5EF4-FFF2-40B4-BE49-F238E27FC236}">
                <a16:creationId xmlns:a16="http://schemas.microsoft.com/office/drawing/2014/main" id="{FC8B63F2-95F1-4B78-9D36-922E6E6D47E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68010826" name="Rectangle: Rounded Corners 268010825">
            <a:extLst xmlns:a="http://schemas.openxmlformats.org/drawingml/2006/main">
              <a:ext uri="{FF2B5EF4-FFF2-40B4-BE49-F238E27FC236}">
                <a16:creationId xmlns:a16="http://schemas.microsoft.com/office/drawing/2014/main" id="{BDBCE403-AB0D-4AD2-8890-E673BAF02BBD}"/>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859411995" name="Rectangle 859411994">
            <a:extLst xmlns:a="http://schemas.openxmlformats.org/drawingml/2006/main">
              <a:ext uri="{FF2B5EF4-FFF2-40B4-BE49-F238E27FC236}">
                <a16:creationId xmlns:a16="http://schemas.microsoft.com/office/drawing/2014/main" id="{9D7BC2F0-1F98-4EEF-8279-A28B57A33A4B}"/>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462313762" name="Rectangle: Rounded Corners 462313761">
            <a:extLst xmlns:a="http://schemas.openxmlformats.org/drawingml/2006/main">
              <a:ext uri="{FF2B5EF4-FFF2-40B4-BE49-F238E27FC236}">
                <a16:creationId xmlns:a16="http://schemas.microsoft.com/office/drawing/2014/main" id="{D068BECB-67B3-42CC-A3E3-18F6581FD345}"/>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56178727" name="Rectangle 256178726">
            <a:extLst xmlns:a="http://schemas.openxmlformats.org/drawingml/2006/main">
              <a:ext uri="{FF2B5EF4-FFF2-40B4-BE49-F238E27FC236}">
                <a16:creationId xmlns:a16="http://schemas.microsoft.com/office/drawing/2014/main" id="{5E1B0DB9-59B4-4335-97F4-B42E989F6DCC}"/>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570514559" name="Rectangle: Rounded Corners 570514558">
            <a:extLst xmlns:a="http://schemas.openxmlformats.org/drawingml/2006/main">
              <a:ext uri="{FF2B5EF4-FFF2-40B4-BE49-F238E27FC236}">
                <a16:creationId xmlns:a16="http://schemas.microsoft.com/office/drawing/2014/main" id="{8E054A6E-1D89-416B-A408-82D5E3EB9ED0}"/>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825339526" name="Rectangle: Rounded Corners 1825339525">
            <a:extLst xmlns:a="http://schemas.openxmlformats.org/drawingml/2006/main">
              <a:ext uri="{FF2B5EF4-FFF2-40B4-BE49-F238E27FC236}">
                <a16:creationId xmlns:a16="http://schemas.microsoft.com/office/drawing/2014/main" id="{8BD43EC5-4115-477C-81CF-8CE92A97587D}"/>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30424871" name="Rectangle: Rounded Corners 1330424870">
            <a:extLst xmlns:a="http://schemas.openxmlformats.org/drawingml/2006/main">
              <a:ext uri="{FF2B5EF4-FFF2-40B4-BE49-F238E27FC236}">
                <a16:creationId xmlns:a16="http://schemas.microsoft.com/office/drawing/2014/main" id="{8A9D4CEA-0CBF-4537-B48B-984ED2E3A206}"/>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894137062" name="Rectangle: Rounded Corners 1894137061">
            <a:extLst xmlns:a="http://schemas.openxmlformats.org/drawingml/2006/main">
              <a:ext uri="{FF2B5EF4-FFF2-40B4-BE49-F238E27FC236}">
                <a16:creationId xmlns:a16="http://schemas.microsoft.com/office/drawing/2014/main" id="{F855A41E-0DE9-47AC-B797-7173C105CC2D}"/>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02898929" name="Rectangle: Rounded Corners 402898928">
            <a:extLst xmlns:a="http://schemas.openxmlformats.org/drawingml/2006/main">
              <a:ext uri="{FF2B5EF4-FFF2-40B4-BE49-F238E27FC236}">
                <a16:creationId xmlns:a16="http://schemas.microsoft.com/office/drawing/2014/main" id="{247CBEED-F88B-40FB-A419-351B187A81A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77770756" name="Rectangle 1777770755">
            <a:extLst xmlns:a="http://schemas.openxmlformats.org/drawingml/2006/main">
              <a:ext uri="{FF2B5EF4-FFF2-40B4-BE49-F238E27FC236}">
                <a16:creationId xmlns:a16="http://schemas.microsoft.com/office/drawing/2014/main" id="{07552E68-9662-4009-AEF9-4645FA75484D}"/>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664374674" name="Rectangle 664374673">
            <a:extLst xmlns:a="http://schemas.openxmlformats.org/drawingml/2006/main">
              <a:ext uri="{FF2B5EF4-FFF2-40B4-BE49-F238E27FC236}">
                <a16:creationId xmlns:a16="http://schemas.microsoft.com/office/drawing/2014/main" id="{489DED42-E3A5-4A38-8E72-8DF1D1C911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32</a:t>
            </a:r>
          </a:p>
        </p:txBody>
      </p:sp>
      <p:sp>
        <p:nvSpPr>
          <p:cNvPr id="2069842664" name="qk-score-formula">
            <a:extLst xmlns:a="http://schemas.openxmlformats.org/drawingml/2006/main">
              <a:ext uri="{FF2B5EF4-FFF2-40B4-BE49-F238E27FC236}">
                <a16:creationId xmlns:a16="http://schemas.microsoft.com/office/drawing/2014/main" id="{0A988904-1188-448C-A01B-F4D71CBCB4E3}"/>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2069842665" name="dot-product-explanation">
            <a:extLst xmlns:a="http://schemas.openxmlformats.org/drawingml/2006/main">
              <a:ext uri="{FF2B5EF4-FFF2-40B4-BE49-F238E27FC236}">
                <a16:creationId xmlns:a16="http://schemas.microsoft.com/office/drawing/2014/main" id="{DBC33728-B161-4E04-9050-8F5D5BCE3E3D}"/>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0">
                <a:solidFill>
                  <a:srgbClr val="667085"/>
                </a:solidFill>
              </a:defRPr>
            </a:pPr>
            <a:r>
              <a:rPr sz="1575" b="0">
                <a:solidFill>
                  <a:srgbClr val="667085"/>
                </a:solidFill>
              </a:rPr>
              <a:t>Dot product: multiply matching dimensions, then add them.</a:t>
            </a:r>
          </a:p>
          <a:p xmlns:a="http://schemas.openxmlformats.org/drawingml/2006/main">
            <a:pPr algn="ctr">
              <a:buNone/>
              <a:defRPr sz="1575" b="0">
                <a:solidFill>
                  <a:srgbClr val="667085"/>
                </a:solidFill>
              </a:defRPr>
            </a:pPr>
            <a:r>
              <a:rPr sz="1575" b="0">
                <a:solidFill>
                  <a:srgbClr val="667085"/>
                </a:solidFill>
              </a:rPr>
              <a:t>&lt;BOS&gt; query · each encoder key → one score for each source token</a:t>
            </a:r>
          </a:p>
        </p:txBody>
      </p:sp>
    </p:spTree>
    <p:extLst>
      <p:ext uri="{BB962C8B-B14F-4D97-AF65-F5344CB8AC3E}">
        <p14:creationId xmlns:p14="http://schemas.microsoft.com/office/powerpoint/2010/main" val="202936571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01338697" name="Rectangle 1701338696">
            <a:extLst xmlns:a="http://schemas.openxmlformats.org/drawingml/2006/main">
              <a:ext uri="{FF2B5EF4-FFF2-40B4-BE49-F238E27FC236}">
                <a16:creationId xmlns:a16="http://schemas.microsoft.com/office/drawing/2014/main" id="{643389BC-F769-4A6C-86FC-72CDD5BDD37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86653115" name="Rectangle 1786653114">
            <a:extLst xmlns:a="http://schemas.openxmlformats.org/drawingml/2006/main">
              <a:ext uri="{FF2B5EF4-FFF2-40B4-BE49-F238E27FC236}">
                <a16:creationId xmlns:a16="http://schemas.microsoft.com/office/drawing/2014/main" id="{32789BC8-8A0A-4316-B101-3A309B19C6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464705819" name="Rectangle: Rounded Corners 464705818">
            <a:extLst xmlns:a="http://schemas.openxmlformats.org/drawingml/2006/main">
              <a:ext uri="{FF2B5EF4-FFF2-40B4-BE49-F238E27FC236}">
                <a16:creationId xmlns:a16="http://schemas.microsoft.com/office/drawing/2014/main" id="{79B86F91-C4E0-4A7C-A57E-3CFE3BA4592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141548240" name="Rectangle: Rounded Corners 1141548239">
            <a:extLst xmlns:a="http://schemas.openxmlformats.org/drawingml/2006/main">
              <a:ext uri="{FF2B5EF4-FFF2-40B4-BE49-F238E27FC236}">
                <a16:creationId xmlns:a16="http://schemas.microsoft.com/office/drawing/2014/main" id="{6FF19C35-7D01-4BA0-87F7-8BA77AAFADC1}"/>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498832920" name="Rectangle: Rounded Corners 498832919">
            <a:extLst xmlns:a="http://schemas.openxmlformats.org/drawingml/2006/main">
              <a:ext uri="{FF2B5EF4-FFF2-40B4-BE49-F238E27FC236}">
                <a16:creationId xmlns:a16="http://schemas.microsoft.com/office/drawing/2014/main" id="{010D2D32-4C7B-48B3-B442-C8C16090CAE9}"/>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769908898" name="Rectangle: Rounded Corners 1769908897">
            <a:extLst xmlns:a="http://schemas.openxmlformats.org/drawingml/2006/main">
              <a:ext uri="{FF2B5EF4-FFF2-40B4-BE49-F238E27FC236}">
                <a16:creationId xmlns:a16="http://schemas.microsoft.com/office/drawing/2014/main" id="{1B56BDC0-99C2-49F6-AC07-1A960008676A}"/>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914348487" name="Rectangle: Rounded Corners 1914348486">
            <a:extLst xmlns:a="http://schemas.openxmlformats.org/drawingml/2006/main">
              <a:ext uri="{FF2B5EF4-FFF2-40B4-BE49-F238E27FC236}">
                <a16:creationId xmlns:a16="http://schemas.microsoft.com/office/drawing/2014/main" id="{E146F7FA-83E3-4C06-829E-C1F0122069AD}"/>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678518740" name="Rectangle: Rounded Corners 1678518739">
            <a:extLst xmlns:a="http://schemas.openxmlformats.org/drawingml/2006/main">
              <a:ext uri="{FF2B5EF4-FFF2-40B4-BE49-F238E27FC236}">
                <a16:creationId xmlns:a16="http://schemas.microsoft.com/office/drawing/2014/main" id="{36573CD1-C479-43BB-B496-8EC6BA23F5D9}"/>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2119966247" name="Arrow: Right 2119966246">
            <a:extLst xmlns:a="http://schemas.openxmlformats.org/drawingml/2006/main">
              <a:ext uri="{FF2B5EF4-FFF2-40B4-BE49-F238E27FC236}">
                <a16:creationId xmlns:a16="http://schemas.microsoft.com/office/drawing/2014/main" id="{D39C76D5-730C-413F-90E9-8E43DF73652A}"/>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0B0F19"/>
                </a:solidFill>
              </a:defRPr>
            </a:pPr>
            <a:r>
              <a:rPr sz="1275" b="1">
                <a:solidFill>
                  <a:srgbClr val="0B0F19"/>
                </a:solidFill>
              </a:rPr>
              <a:t>scale + softmax</a:t>
            </a:r>
          </a:p>
        </p:txBody>
      </p:sp>
      <p:sp>
        <p:nvSpPr>
          <p:cNvPr id="211572739" name="Rectangle: Rounded Corners 211572738">
            <a:extLst xmlns:a="http://schemas.openxmlformats.org/drawingml/2006/main">
              <a:ext uri="{FF2B5EF4-FFF2-40B4-BE49-F238E27FC236}">
                <a16:creationId xmlns:a16="http://schemas.microsoft.com/office/drawing/2014/main" id="{2F86B566-F311-461E-AF77-F51F3A9BA952}"/>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030269240" name="Rectangle: Rounded Corners 1030269239">
            <a:extLst xmlns:a="http://schemas.openxmlformats.org/drawingml/2006/main">
              <a:ext uri="{FF2B5EF4-FFF2-40B4-BE49-F238E27FC236}">
                <a16:creationId xmlns:a16="http://schemas.microsoft.com/office/drawing/2014/main" id="{E1DA3B10-0E2A-436E-A8EC-D4780743D96F}"/>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642494707" name="Rectangle: Rounded Corners 642494706">
            <a:extLst xmlns:a="http://schemas.openxmlformats.org/drawingml/2006/main">
              <a:ext uri="{FF2B5EF4-FFF2-40B4-BE49-F238E27FC236}">
                <a16:creationId xmlns:a16="http://schemas.microsoft.com/office/drawing/2014/main" id="{E5CBED63-0C93-4993-815B-042BE5A911C4}"/>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203968869" name="Rectangle: Rounded Corners 1203968868">
            <a:extLst xmlns:a="http://schemas.openxmlformats.org/drawingml/2006/main">
              <a:ext uri="{FF2B5EF4-FFF2-40B4-BE49-F238E27FC236}">
                <a16:creationId xmlns:a16="http://schemas.microsoft.com/office/drawing/2014/main" id="{A7197B3F-946D-4216-BAF1-D0639F9C7E8F}"/>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666818067" name="Rectangle: Rounded Corners 666818066">
            <a:extLst xmlns:a="http://schemas.openxmlformats.org/drawingml/2006/main">
              <a:ext uri="{FF2B5EF4-FFF2-40B4-BE49-F238E27FC236}">
                <a16:creationId xmlns:a16="http://schemas.microsoft.com/office/drawing/2014/main" id="{01B861F9-E452-4BCB-80C2-2251E101A09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940968765" name="Rectangle 1940968764">
            <a:extLst xmlns:a="http://schemas.openxmlformats.org/drawingml/2006/main">
              <a:ext uri="{FF2B5EF4-FFF2-40B4-BE49-F238E27FC236}">
                <a16:creationId xmlns:a16="http://schemas.microsoft.com/office/drawing/2014/main" id="{631558C2-D800-4DE2-A547-2C3316671BC0}"/>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1848061420" name="Rectangle 1848061419">
            <a:extLst xmlns:a="http://schemas.openxmlformats.org/drawingml/2006/main">
              <a:ext uri="{FF2B5EF4-FFF2-40B4-BE49-F238E27FC236}">
                <a16:creationId xmlns:a16="http://schemas.microsoft.com/office/drawing/2014/main" id="{B9BAF9B8-4353-42AA-A79D-09FC36DC5FAF}"/>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2016234215" name="Rectangle 2016234214">
            <a:extLst xmlns:a="http://schemas.openxmlformats.org/drawingml/2006/main">
              <a:ext uri="{FF2B5EF4-FFF2-40B4-BE49-F238E27FC236}">
                <a16:creationId xmlns:a16="http://schemas.microsoft.com/office/drawing/2014/main" id="{E0625027-1A99-4C87-A649-514B1F2A3E0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33</a:t>
            </a:r>
          </a:p>
        </p:txBody>
      </p:sp>
      <p:sp>
        <p:nvSpPr>
          <p:cNvPr id="2119966248" name="scaled-dot-product-attention-formula">
            <a:extLst xmlns:a="http://schemas.openxmlformats.org/drawingml/2006/main">
              <a:ext uri="{FF2B5EF4-FFF2-40B4-BE49-F238E27FC236}">
                <a16:creationId xmlns:a16="http://schemas.microsoft.com/office/drawing/2014/main" id="{A0908585-D7E9-4261-A091-BD488D837D1D}"/>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2119966249" name="scaling-explanation">
            <a:extLst xmlns:a="http://schemas.openxmlformats.org/drawingml/2006/main">
              <a:ext uri="{FF2B5EF4-FFF2-40B4-BE49-F238E27FC236}">
                <a16:creationId xmlns:a16="http://schemas.microsoft.com/office/drawing/2014/main" id="{F250384A-7AF8-449E-88EE-588A7EB4FC2F}"/>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99031521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7720718" name="Rectangle 667720717">
            <a:extLst xmlns:a="http://schemas.openxmlformats.org/drawingml/2006/main">
              <a:ext uri="{FF2B5EF4-FFF2-40B4-BE49-F238E27FC236}">
                <a16:creationId xmlns:a16="http://schemas.microsoft.com/office/drawing/2014/main" id="{FADFB140-9B5F-4179-B953-A099C5A8CAE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521779779" name="Rectangle 1521779778">
            <a:extLst xmlns:a="http://schemas.openxmlformats.org/drawingml/2006/main">
              <a:ext uri="{FF2B5EF4-FFF2-40B4-BE49-F238E27FC236}">
                <a16:creationId xmlns:a16="http://schemas.microsoft.com/office/drawing/2014/main" id="{3D137FAE-1A26-4EB8-82F2-66D22B9E6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832807898" name="Rectangle: Rounded Corners 832807897">
            <a:extLst xmlns:a="http://schemas.openxmlformats.org/drawingml/2006/main">
              <a:ext uri="{FF2B5EF4-FFF2-40B4-BE49-F238E27FC236}">
                <a16:creationId xmlns:a16="http://schemas.microsoft.com/office/drawing/2014/main" id="{13C13A57-A87D-497C-9FF3-333F0419E21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099418885" name="Rectangle: Rounded Corners 1099418884">
            <a:extLst xmlns:a="http://schemas.openxmlformats.org/drawingml/2006/main">
              <a:ext uri="{FF2B5EF4-FFF2-40B4-BE49-F238E27FC236}">
                <a16:creationId xmlns:a16="http://schemas.microsoft.com/office/drawing/2014/main" id="{9ADC4FF7-0B3A-44C8-AFD3-EC17CF7B8C3C}"/>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605842498" name="Rectangle 605842497">
            <a:extLst xmlns:a="http://schemas.openxmlformats.org/drawingml/2006/main">
              <a:ext uri="{FF2B5EF4-FFF2-40B4-BE49-F238E27FC236}">
                <a16:creationId xmlns:a16="http://schemas.microsoft.com/office/drawing/2014/main" id="{BEBB2B93-3D19-4EFA-8613-AE5ECD88D3D9}"/>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1810780252" name="Rectangle: Rounded Corners 1810780251">
            <a:extLst xmlns:a="http://schemas.openxmlformats.org/drawingml/2006/main">
              <a:ext uri="{FF2B5EF4-FFF2-40B4-BE49-F238E27FC236}">
                <a16:creationId xmlns:a16="http://schemas.microsoft.com/office/drawing/2014/main" id="{66435415-4EDA-4D64-BE0B-AF5F23DB0F76}"/>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903860280" name="Rectangle 1903860279">
            <a:extLst xmlns:a="http://schemas.openxmlformats.org/drawingml/2006/main">
              <a:ext uri="{FF2B5EF4-FFF2-40B4-BE49-F238E27FC236}">
                <a16:creationId xmlns:a16="http://schemas.microsoft.com/office/drawing/2014/main" id="{9E256AF5-AF33-431D-9323-4CFAD7A86CB3}"/>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453837606" name="Rectangle: Rounded Corners 453837605">
            <a:extLst xmlns:a="http://schemas.openxmlformats.org/drawingml/2006/main">
              <a:ext uri="{FF2B5EF4-FFF2-40B4-BE49-F238E27FC236}">
                <a16:creationId xmlns:a16="http://schemas.microsoft.com/office/drawing/2014/main" id="{AA7E698A-DA00-4C9F-8F65-4FFFBC7AA2DD}"/>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961512128" name="Rectangle 1961512127">
            <a:extLst xmlns:a="http://schemas.openxmlformats.org/drawingml/2006/main">
              <a:ext uri="{FF2B5EF4-FFF2-40B4-BE49-F238E27FC236}">
                <a16:creationId xmlns:a16="http://schemas.microsoft.com/office/drawing/2014/main" id="{4B8BD6B9-C78A-4693-878C-BA1E6A499009}"/>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866508351" name="Rectangle: Rounded Corners 866508350">
            <a:extLst xmlns:a="http://schemas.openxmlformats.org/drawingml/2006/main">
              <a:ext uri="{FF2B5EF4-FFF2-40B4-BE49-F238E27FC236}">
                <a16:creationId xmlns:a16="http://schemas.microsoft.com/office/drawing/2014/main" id="{62C25BBF-39F5-40A3-9EE5-9DC312A101EB}"/>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031075148" name="Rectangle 1031075147">
            <a:extLst xmlns:a="http://schemas.openxmlformats.org/drawingml/2006/main">
              <a:ext uri="{FF2B5EF4-FFF2-40B4-BE49-F238E27FC236}">
                <a16:creationId xmlns:a16="http://schemas.microsoft.com/office/drawing/2014/main" id="{E44151EC-A3BD-483E-B296-93146CF2A226}"/>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691035973" name="Arrow: Right 691035972">
            <a:extLst xmlns:a="http://schemas.openxmlformats.org/drawingml/2006/main">
              <a:ext uri="{FF2B5EF4-FFF2-40B4-BE49-F238E27FC236}">
                <a16:creationId xmlns:a16="http://schemas.microsoft.com/office/drawing/2014/main" id="{057A29C4-59C3-48DE-B4C8-35B4736A9103}"/>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997542732" name="Rectangle: Rounded Corners 997542731">
            <a:extLst xmlns:a="http://schemas.openxmlformats.org/drawingml/2006/main">
              <a:ext uri="{FF2B5EF4-FFF2-40B4-BE49-F238E27FC236}">
                <a16:creationId xmlns:a16="http://schemas.microsoft.com/office/drawing/2014/main" id="{FA445095-DC80-4525-991B-431223F9540F}"/>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562003283" name="Rectangle 1562003282">
            <a:extLst xmlns:a="http://schemas.openxmlformats.org/drawingml/2006/main">
              <a:ext uri="{FF2B5EF4-FFF2-40B4-BE49-F238E27FC236}">
                <a16:creationId xmlns:a16="http://schemas.microsoft.com/office/drawing/2014/main" id="{E71A56EF-6C5B-4F95-A272-A7E4CBEC0BD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34</a:t>
            </a:r>
          </a:p>
        </p:txBody>
      </p:sp>
    </p:spTree>
    <p:extLst>
      <p:ext uri="{BB962C8B-B14F-4D97-AF65-F5344CB8AC3E}">
        <p14:creationId xmlns:p14="http://schemas.microsoft.com/office/powerpoint/2010/main" val="176073685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6461682" name="Rectangle 836461681">
            <a:extLst xmlns:a="http://schemas.openxmlformats.org/drawingml/2006/main">
              <a:ext uri="{FF2B5EF4-FFF2-40B4-BE49-F238E27FC236}">
                <a16:creationId xmlns:a16="http://schemas.microsoft.com/office/drawing/2014/main" id="{EDEFE103-C02E-439D-B273-F89F60BB227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1767099125" name="Rectangle 1767099124">
            <a:extLst xmlns:a="http://schemas.openxmlformats.org/drawingml/2006/main">
              <a:ext uri="{FF2B5EF4-FFF2-40B4-BE49-F238E27FC236}">
                <a16:creationId xmlns:a16="http://schemas.microsoft.com/office/drawing/2014/main" id="{EC6B8487-B47E-434F-87CF-959741582F4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658275057" name="Rectangle: Rounded Corners 658275056">
            <a:extLst xmlns:a="http://schemas.openxmlformats.org/drawingml/2006/main">
              <a:ext uri="{FF2B5EF4-FFF2-40B4-BE49-F238E27FC236}">
                <a16:creationId xmlns:a16="http://schemas.microsoft.com/office/drawing/2014/main" id="{C708443B-102D-4B51-AD81-B79D5D7A307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32534858" name="Oval 1632534857">
            <a:extLst xmlns:a="http://schemas.openxmlformats.org/drawingml/2006/main">
              <a:ext uri="{FF2B5EF4-FFF2-40B4-BE49-F238E27FC236}">
                <a16:creationId xmlns:a16="http://schemas.microsoft.com/office/drawing/2014/main" id="{41BAE74F-2986-401B-BB96-FA97A0F274EB}"/>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413970629" name="Oval 1413970628">
            <a:extLst xmlns:a="http://schemas.openxmlformats.org/drawingml/2006/main">
              <a:ext uri="{FF2B5EF4-FFF2-40B4-BE49-F238E27FC236}">
                <a16:creationId xmlns:a16="http://schemas.microsoft.com/office/drawing/2014/main" id="{B45FDB7D-4653-4DCE-999A-D7F9A65D573F}"/>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148745045" name="Oval 1148745044">
            <a:extLst xmlns:a="http://schemas.openxmlformats.org/drawingml/2006/main">
              <a:ext uri="{FF2B5EF4-FFF2-40B4-BE49-F238E27FC236}">
                <a16:creationId xmlns:a16="http://schemas.microsoft.com/office/drawing/2014/main" id="{96F48F5C-99EB-40A2-B796-80DE12ED8DC9}"/>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579502937" name="Oval 1579502936">
            <a:extLst xmlns:a="http://schemas.openxmlformats.org/drawingml/2006/main">
              <a:ext uri="{FF2B5EF4-FFF2-40B4-BE49-F238E27FC236}">
                <a16:creationId xmlns:a16="http://schemas.microsoft.com/office/drawing/2014/main" id="{C45E5C57-E6A4-440A-939E-16C427E72FE1}"/>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638914902" name="Oval 638914901">
            <a:extLst xmlns:a="http://schemas.openxmlformats.org/drawingml/2006/main">
              <a:ext uri="{FF2B5EF4-FFF2-40B4-BE49-F238E27FC236}">
                <a16:creationId xmlns:a16="http://schemas.microsoft.com/office/drawing/2014/main" id="{94AC46B8-AA3F-44A1-B14E-9A6084DCEF4B}"/>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524084680" name="Oval 1524084679">
            <a:extLst xmlns:a="http://schemas.openxmlformats.org/drawingml/2006/main">
              <a:ext uri="{FF2B5EF4-FFF2-40B4-BE49-F238E27FC236}">
                <a16:creationId xmlns:a16="http://schemas.microsoft.com/office/drawing/2014/main" id="{09A45A8B-C55E-43D0-BB4E-7792DEF7193A}"/>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617060269" name="Oval 1617060268">
            <a:extLst xmlns:a="http://schemas.openxmlformats.org/drawingml/2006/main">
              <a:ext uri="{FF2B5EF4-FFF2-40B4-BE49-F238E27FC236}">
                <a16:creationId xmlns:a16="http://schemas.microsoft.com/office/drawing/2014/main" id="{1D48D02C-B52D-40A6-AAF9-BA5B8FAD68C2}"/>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577893089" name="Oval 1577893088">
            <a:extLst xmlns:a="http://schemas.openxmlformats.org/drawingml/2006/main">
              <a:ext uri="{FF2B5EF4-FFF2-40B4-BE49-F238E27FC236}">
                <a16:creationId xmlns:a16="http://schemas.microsoft.com/office/drawing/2014/main" id="{3A82E57F-9095-4169-9F0D-99512E7253B3}"/>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71333544" name="Oval 1071333543">
            <a:extLst xmlns:a="http://schemas.openxmlformats.org/drawingml/2006/main">
              <a:ext uri="{FF2B5EF4-FFF2-40B4-BE49-F238E27FC236}">
                <a16:creationId xmlns:a16="http://schemas.microsoft.com/office/drawing/2014/main" id="{562B1A38-5720-4031-B039-B7BD7F5F64C4}"/>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99974578" name="Oval 399974577">
            <a:extLst xmlns:a="http://schemas.openxmlformats.org/drawingml/2006/main">
              <a:ext uri="{FF2B5EF4-FFF2-40B4-BE49-F238E27FC236}">
                <a16:creationId xmlns:a16="http://schemas.microsoft.com/office/drawing/2014/main" id="{F457A7D6-F5AF-4116-AF10-CF8D88F42742}"/>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223483229" name="Oval 1223483228">
            <a:extLst xmlns:a="http://schemas.openxmlformats.org/drawingml/2006/main">
              <a:ext uri="{FF2B5EF4-FFF2-40B4-BE49-F238E27FC236}">
                <a16:creationId xmlns:a16="http://schemas.microsoft.com/office/drawing/2014/main" id="{93E5AA68-7AFC-4782-97BE-00C63DE45108}"/>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494721320" name="Oval 494721319">
            <a:extLst xmlns:a="http://schemas.openxmlformats.org/drawingml/2006/main">
              <a:ext uri="{FF2B5EF4-FFF2-40B4-BE49-F238E27FC236}">
                <a16:creationId xmlns:a16="http://schemas.microsoft.com/office/drawing/2014/main" id="{7498E22B-94B2-40B3-88C9-F03210EEFAD3}"/>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484203625" name="Straight Connector 484203624">
            <a:extLst xmlns:a="http://schemas.openxmlformats.org/drawingml/2006/main">
              <a:ext uri="{FF2B5EF4-FFF2-40B4-BE49-F238E27FC236}">
                <a16:creationId xmlns:a16="http://schemas.microsoft.com/office/drawing/2014/main" id="{AF2D7C87-F85D-418D-8A43-32F83A2317E7}"/>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390803705" name="Straight Connector 390803704">
            <a:extLst xmlns:a="http://schemas.openxmlformats.org/drawingml/2006/main">
              <a:ext uri="{FF2B5EF4-FFF2-40B4-BE49-F238E27FC236}">
                <a16:creationId xmlns:a16="http://schemas.microsoft.com/office/drawing/2014/main" id="{22B92015-2303-489E-AE6F-BB2DE0953063}"/>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483356269" name="Straight Connector 1483356268">
            <a:extLst xmlns:a="http://schemas.openxmlformats.org/drawingml/2006/main">
              <a:ext uri="{FF2B5EF4-FFF2-40B4-BE49-F238E27FC236}">
                <a16:creationId xmlns:a16="http://schemas.microsoft.com/office/drawing/2014/main" id="{AD862912-CF65-4F2E-A388-5F40FC271BD4}"/>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491113419" name="Straight Connector 491113418">
            <a:extLst xmlns:a="http://schemas.openxmlformats.org/drawingml/2006/main">
              <a:ext uri="{FF2B5EF4-FFF2-40B4-BE49-F238E27FC236}">
                <a16:creationId xmlns:a16="http://schemas.microsoft.com/office/drawing/2014/main" id="{F74B9B66-6960-47D4-8A98-D35D24E98CA6}"/>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895177638" name="Straight Connector 1895177637">
            <a:extLst xmlns:a="http://schemas.openxmlformats.org/drawingml/2006/main">
              <a:ext uri="{FF2B5EF4-FFF2-40B4-BE49-F238E27FC236}">
                <a16:creationId xmlns:a16="http://schemas.microsoft.com/office/drawing/2014/main" id="{EF37930D-5565-4119-BE7F-7061D196F45D}"/>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498279709" name="Straight Connector 1498279708">
            <a:extLst xmlns:a="http://schemas.openxmlformats.org/drawingml/2006/main">
              <a:ext uri="{FF2B5EF4-FFF2-40B4-BE49-F238E27FC236}">
                <a16:creationId xmlns:a16="http://schemas.microsoft.com/office/drawing/2014/main" id="{7CD8AE64-4360-4334-917B-A5F5D2C413ED}"/>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9583843" name="Straight Connector 139583842">
            <a:extLst xmlns:a="http://schemas.openxmlformats.org/drawingml/2006/main">
              <a:ext uri="{FF2B5EF4-FFF2-40B4-BE49-F238E27FC236}">
                <a16:creationId xmlns:a16="http://schemas.microsoft.com/office/drawing/2014/main" id="{31A68B6B-BFF9-4CB6-9904-13181BFC3436}"/>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810730710" name="Straight Connector 810730709">
            <a:extLst xmlns:a="http://schemas.openxmlformats.org/drawingml/2006/main">
              <a:ext uri="{FF2B5EF4-FFF2-40B4-BE49-F238E27FC236}">
                <a16:creationId xmlns:a16="http://schemas.microsoft.com/office/drawing/2014/main" id="{83A523EB-6FA5-454A-8E01-BA4671BB3B03}"/>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521066156" name="Straight Connector 521066155">
            <a:extLst xmlns:a="http://schemas.openxmlformats.org/drawingml/2006/main">
              <a:ext uri="{FF2B5EF4-FFF2-40B4-BE49-F238E27FC236}">
                <a16:creationId xmlns:a16="http://schemas.microsoft.com/office/drawing/2014/main" id="{F73B8A90-BA68-4737-AD2C-742BDC58975B}"/>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316407276" name="Straight Connector 316407275">
            <a:extLst xmlns:a="http://schemas.openxmlformats.org/drawingml/2006/main">
              <a:ext uri="{FF2B5EF4-FFF2-40B4-BE49-F238E27FC236}">
                <a16:creationId xmlns:a16="http://schemas.microsoft.com/office/drawing/2014/main" id="{F1F08FFB-B12B-46B7-83F3-7841728ADFEE}"/>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218150277" name="Straight Connector 218150276">
            <a:extLst xmlns:a="http://schemas.openxmlformats.org/drawingml/2006/main">
              <a:ext uri="{FF2B5EF4-FFF2-40B4-BE49-F238E27FC236}">
                <a16:creationId xmlns:a16="http://schemas.microsoft.com/office/drawing/2014/main" id="{A5F70D46-D4D4-4DF6-B760-617702B2A020}"/>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499927861" name="Straight Connector 499927860">
            <a:extLst xmlns:a="http://schemas.openxmlformats.org/drawingml/2006/main">
              <a:ext uri="{FF2B5EF4-FFF2-40B4-BE49-F238E27FC236}">
                <a16:creationId xmlns:a16="http://schemas.microsoft.com/office/drawing/2014/main" id="{64121E00-E2F9-45E1-AF90-132C422BE156}"/>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1350622296" name="Straight Connector 1350622295">
            <a:extLst xmlns:a="http://schemas.openxmlformats.org/drawingml/2006/main">
              <a:ext uri="{FF2B5EF4-FFF2-40B4-BE49-F238E27FC236}">
                <a16:creationId xmlns:a16="http://schemas.microsoft.com/office/drawing/2014/main" id="{1A40C2C0-BD47-4512-8C29-88CB8429355B}"/>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45691065" name="Straight Connector 45691064">
            <a:extLst xmlns:a="http://schemas.openxmlformats.org/drawingml/2006/main">
              <a:ext uri="{FF2B5EF4-FFF2-40B4-BE49-F238E27FC236}">
                <a16:creationId xmlns:a16="http://schemas.microsoft.com/office/drawing/2014/main" id="{8BAE02B3-B310-4FD1-9A33-43D9D6F81AC9}"/>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1145050029" name="Straight Connector 1145050028">
            <a:extLst xmlns:a="http://schemas.openxmlformats.org/drawingml/2006/main">
              <a:ext uri="{FF2B5EF4-FFF2-40B4-BE49-F238E27FC236}">
                <a16:creationId xmlns:a16="http://schemas.microsoft.com/office/drawing/2014/main" id="{27EE0223-734B-4721-B68F-62229BE30DCE}"/>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969983035" name="Straight Connector 969983034">
            <a:extLst xmlns:a="http://schemas.openxmlformats.org/drawingml/2006/main">
              <a:ext uri="{FF2B5EF4-FFF2-40B4-BE49-F238E27FC236}">
                <a16:creationId xmlns:a16="http://schemas.microsoft.com/office/drawing/2014/main" id="{00562985-B80A-4D9D-BD4D-CA1B2042B58E}"/>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452016391" name="Straight Connector 452016390">
            <a:extLst xmlns:a="http://schemas.openxmlformats.org/drawingml/2006/main">
              <a:ext uri="{FF2B5EF4-FFF2-40B4-BE49-F238E27FC236}">
                <a16:creationId xmlns:a16="http://schemas.microsoft.com/office/drawing/2014/main" id="{7B5B27AE-590D-487C-AB8D-AFF61FD88046}"/>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1200418005" name="Straight Connector 1200418004">
            <a:extLst xmlns:a="http://schemas.openxmlformats.org/drawingml/2006/main">
              <a:ext uri="{FF2B5EF4-FFF2-40B4-BE49-F238E27FC236}">
                <a16:creationId xmlns:a16="http://schemas.microsoft.com/office/drawing/2014/main" id="{F8B5E69E-5FF3-4BD3-8C64-050397E0445F}"/>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1516866412" name="Straight Connector 1516866411">
            <a:extLst xmlns:a="http://schemas.openxmlformats.org/drawingml/2006/main">
              <a:ext uri="{FF2B5EF4-FFF2-40B4-BE49-F238E27FC236}">
                <a16:creationId xmlns:a16="http://schemas.microsoft.com/office/drawing/2014/main" id="{D036BC50-3BCE-4256-898D-BD26CF20AAF7}"/>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251999136" name="Straight Connector 251999135">
            <a:extLst xmlns:a="http://schemas.openxmlformats.org/drawingml/2006/main">
              <a:ext uri="{FF2B5EF4-FFF2-40B4-BE49-F238E27FC236}">
                <a16:creationId xmlns:a16="http://schemas.microsoft.com/office/drawing/2014/main" id="{0BBF1F5D-1D48-4569-850D-E2E04566825A}"/>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86571185" name="Straight Connector 86571184">
            <a:extLst xmlns:a="http://schemas.openxmlformats.org/drawingml/2006/main">
              <a:ext uri="{FF2B5EF4-FFF2-40B4-BE49-F238E27FC236}">
                <a16:creationId xmlns:a16="http://schemas.microsoft.com/office/drawing/2014/main" id="{3FBC8B32-3C44-4038-9406-038F4BDFFCD5}"/>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602661194" name="Straight Connector 602661193">
            <a:extLst xmlns:a="http://schemas.openxmlformats.org/drawingml/2006/main">
              <a:ext uri="{FF2B5EF4-FFF2-40B4-BE49-F238E27FC236}">
                <a16:creationId xmlns:a16="http://schemas.microsoft.com/office/drawing/2014/main" id="{5B912CF2-F61E-4C65-A4C1-AC7A942D4E1F}"/>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2078817606" name="Straight Connector 2078817605">
            <a:extLst xmlns:a="http://schemas.openxmlformats.org/drawingml/2006/main">
              <a:ext uri="{FF2B5EF4-FFF2-40B4-BE49-F238E27FC236}">
                <a16:creationId xmlns:a16="http://schemas.microsoft.com/office/drawing/2014/main" id="{57697AC5-BE4C-46EC-828B-1350A156B0A9}"/>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37467792" name="Straight Connector 37467791">
            <a:extLst xmlns:a="http://schemas.openxmlformats.org/drawingml/2006/main">
              <a:ext uri="{FF2B5EF4-FFF2-40B4-BE49-F238E27FC236}">
                <a16:creationId xmlns:a16="http://schemas.microsoft.com/office/drawing/2014/main" id="{735F7C5F-2395-476A-BE5E-F8B51ECB02B8}"/>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118172493" name="Rectangle 118172492">
            <a:extLst xmlns:a="http://schemas.openxmlformats.org/drawingml/2006/main">
              <a:ext uri="{FF2B5EF4-FFF2-40B4-BE49-F238E27FC236}">
                <a16:creationId xmlns:a16="http://schemas.microsoft.com/office/drawing/2014/main" id="{C1B79523-4FB5-4A70-A6E3-A83A15A9558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35</a:t>
            </a:r>
          </a:p>
        </p:txBody>
      </p:sp>
    </p:spTree>
    <p:extLst>
      <p:ext uri="{BB962C8B-B14F-4D97-AF65-F5344CB8AC3E}">
        <p14:creationId xmlns:p14="http://schemas.microsoft.com/office/powerpoint/2010/main" val="153308264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7258730" name="Rectangle 1367258729">
            <a:extLst xmlns:a="http://schemas.openxmlformats.org/drawingml/2006/main">
              <a:ext uri="{FF2B5EF4-FFF2-40B4-BE49-F238E27FC236}">
                <a16:creationId xmlns:a16="http://schemas.microsoft.com/office/drawing/2014/main" id="{D8FE470E-2DDA-461B-A307-5F809EE73C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284678878" name="Rectangle 1284678877">
            <a:extLst xmlns:a="http://schemas.openxmlformats.org/drawingml/2006/main">
              <a:ext uri="{FF2B5EF4-FFF2-40B4-BE49-F238E27FC236}">
                <a16:creationId xmlns:a16="http://schemas.microsoft.com/office/drawing/2014/main" id="{53E83BDE-D8CE-433F-A8E6-C3C03F23546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800864108" name="Rectangle: Rounded Corners 800864107">
            <a:extLst xmlns:a="http://schemas.openxmlformats.org/drawingml/2006/main">
              <a:ext uri="{FF2B5EF4-FFF2-40B4-BE49-F238E27FC236}">
                <a16:creationId xmlns:a16="http://schemas.microsoft.com/office/drawing/2014/main" id="{C93E2CE9-31BE-40F1-8EB5-5A3DF251B26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33773316" name="Oval 233773315">
            <a:extLst xmlns:a="http://schemas.openxmlformats.org/drawingml/2006/main">
              <a:ext uri="{FF2B5EF4-FFF2-40B4-BE49-F238E27FC236}">
                <a16:creationId xmlns:a16="http://schemas.microsoft.com/office/drawing/2014/main" id="{3FB844DF-BB2A-42C2-A0A4-58E13E77D1F2}"/>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64947675" name="Straight Connector 1564947674">
            <a:extLst xmlns:a="http://schemas.openxmlformats.org/drawingml/2006/main">
              <a:ext uri="{FF2B5EF4-FFF2-40B4-BE49-F238E27FC236}">
                <a16:creationId xmlns:a16="http://schemas.microsoft.com/office/drawing/2014/main" id="{092E866E-AB86-4202-A1C2-67E540099C56}"/>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995560162" name="Straight Connector 995560161">
            <a:extLst xmlns:a="http://schemas.openxmlformats.org/drawingml/2006/main">
              <a:ext uri="{FF2B5EF4-FFF2-40B4-BE49-F238E27FC236}">
                <a16:creationId xmlns:a16="http://schemas.microsoft.com/office/drawing/2014/main" id="{1A490B9C-BCCC-4669-95AC-D13A838CD24F}"/>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98038426" name="Rectangle 1698038425">
            <a:extLst xmlns:a="http://schemas.openxmlformats.org/drawingml/2006/main">
              <a:ext uri="{FF2B5EF4-FFF2-40B4-BE49-F238E27FC236}">
                <a16:creationId xmlns:a16="http://schemas.microsoft.com/office/drawing/2014/main" id="{AE364EFC-CCAF-491D-8BA5-4533469F9AB5}"/>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79558486" name="Oval 79558485">
            <a:extLst xmlns:a="http://schemas.openxmlformats.org/drawingml/2006/main">
              <a:ext uri="{FF2B5EF4-FFF2-40B4-BE49-F238E27FC236}">
                <a16:creationId xmlns:a16="http://schemas.microsoft.com/office/drawing/2014/main" id="{38A77666-9772-4C77-B9BF-D350F970312F}"/>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609830999" name="Straight Connector 1609830998">
            <a:extLst xmlns:a="http://schemas.openxmlformats.org/drawingml/2006/main">
              <a:ext uri="{FF2B5EF4-FFF2-40B4-BE49-F238E27FC236}">
                <a16:creationId xmlns:a16="http://schemas.microsoft.com/office/drawing/2014/main" id="{A51B19F0-6B6E-456A-865A-A525C815F3DF}"/>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713490367" name="Straight Connector 1713490366">
            <a:extLst xmlns:a="http://schemas.openxmlformats.org/drawingml/2006/main">
              <a:ext uri="{FF2B5EF4-FFF2-40B4-BE49-F238E27FC236}">
                <a16:creationId xmlns:a16="http://schemas.microsoft.com/office/drawing/2014/main" id="{56004518-60F9-4BEA-B7AC-E8F7B1891FCE}"/>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540777177" name="Rectangle 1540777176">
            <a:extLst xmlns:a="http://schemas.openxmlformats.org/drawingml/2006/main">
              <a:ext uri="{FF2B5EF4-FFF2-40B4-BE49-F238E27FC236}">
                <a16:creationId xmlns:a16="http://schemas.microsoft.com/office/drawing/2014/main" id="{BC6B6A82-AE62-4E3D-BD41-9BDF3C984F3B}"/>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805008484" name="Oval 1805008483">
            <a:extLst xmlns:a="http://schemas.openxmlformats.org/drawingml/2006/main">
              <a:ext uri="{FF2B5EF4-FFF2-40B4-BE49-F238E27FC236}">
                <a16:creationId xmlns:a16="http://schemas.microsoft.com/office/drawing/2014/main" id="{57A73BE9-9609-445B-B11A-1240A1F61644}"/>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911549705" name="Straight Connector 1911549704">
            <a:extLst xmlns:a="http://schemas.openxmlformats.org/drawingml/2006/main">
              <a:ext uri="{FF2B5EF4-FFF2-40B4-BE49-F238E27FC236}">
                <a16:creationId xmlns:a16="http://schemas.microsoft.com/office/drawing/2014/main" id="{CB1F1C23-C2C1-4F6F-AC90-40628E6F28E4}"/>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791936672" name="Straight Connector 1791936671">
            <a:extLst xmlns:a="http://schemas.openxmlformats.org/drawingml/2006/main">
              <a:ext uri="{FF2B5EF4-FFF2-40B4-BE49-F238E27FC236}">
                <a16:creationId xmlns:a16="http://schemas.microsoft.com/office/drawing/2014/main" id="{BCD538CD-61B1-44CD-A831-7C7C5BEE8C62}"/>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09414287" name="Rectangle 109414286">
            <a:extLst xmlns:a="http://schemas.openxmlformats.org/drawingml/2006/main">
              <a:ext uri="{FF2B5EF4-FFF2-40B4-BE49-F238E27FC236}">
                <a16:creationId xmlns:a16="http://schemas.microsoft.com/office/drawing/2014/main" id="{94B7392A-8C83-4BBA-951A-16C023D04081}"/>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446622831" name="Oval 446622830">
            <a:extLst xmlns:a="http://schemas.openxmlformats.org/drawingml/2006/main">
              <a:ext uri="{FF2B5EF4-FFF2-40B4-BE49-F238E27FC236}">
                <a16:creationId xmlns:a16="http://schemas.microsoft.com/office/drawing/2014/main" id="{8D6775D9-9EE7-4AA1-B651-BED1AF2F5EAB}"/>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p:txBody>
      </p:sp>
      <p:sp>
        <p:nvSpPr>
          <p:cNvPr id="858706387" name="Straight Connector 858706386">
            <a:extLst xmlns:a="http://schemas.openxmlformats.org/drawingml/2006/main">
              <a:ext uri="{FF2B5EF4-FFF2-40B4-BE49-F238E27FC236}">
                <a16:creationId xmlns:a16="http://schemas.microsoft.com/office/drawing/2014/main" id="{B406B5A4-3054-4D82-AA6D-2CE4CCDBBE37}"/>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p:txBody>
      </p:sp>
      <p:sp>
        <p:nvSpPr>
          <p:cNvPr id="1428863683" name="Straight Connector 1428863682">
            <a:extLst xmlns:a="http://schemas.openxmlformats.org/drawingml/2006/main">
              <a:ext uri="{FF2B5EF4-FFF2-40B4-BE49-F238E27FC236}">
                <a16:creationId xmlns:a16="http://schemas.microsoft.com/office/drawing/2014/main" id="{90B59265-686F-4085-9E43-8DBF49478D6D}"/>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p:txBody>
      </p:sp>
      <p:sp>
        <p:nvSpPr>
          <p:cNvPr id="1133392473" name="Rectangle 1133392472">
            <a:extLst xmlns:a="http://schemas.openxmlformats.org/drawingml/2006/main">
              <a:ext uri="{FF2B5EF4-FFF2-40B4-BE49-F238E27FC236}">
                <a16:creationId xmlns:a16="http://schemas.microsoft.com/office/drawing/2014/main" id="{CA0D2134-6B9C-4E07-976C-8BC2A772C95A}"/>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438456563" name="Rectangle 438456562">
            <a:extLst xmlns:a="http://schemas.openxmlformats.org/drawingml/2006/main">
              <a:ext uri="{FF2B5EF4-FFF2-40B4-BE49-F238E27FC236}">
                <a16:creationId xmlns:a16="http://schemas.microsoft.com/office/drawing/2014/main" id="{94006A04-B458-4B68-B49F-F96B2E4C011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36</a:t>
            </a:r>
          </a:p>
        </p:txBody>
      </p:sp>
    </p:spTree>
    <p:extLst>
      <p:ext uri="{BB962C8B-B14F-4D97-AF65-F5344CB8AC3E}">
        <p14:creationId xmlns:p14="http://schemas.microsoft.com/office/powerpoint/2010/main" val="131229900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1052238" name="Rectangle 1411052237">
            <a:extLst xmlns:a="http://schemas.openxmlformats.org/drawingml/2006/main">
              <a:ext uri="{FF2B5EF4-FFF2-40B4-BE49-F238E27FC236}">
                <a16:creationId xmlns:a16="http://schemas.microsoft.com/office/drawing/2014/main" id="{F2C47C4C-D62D-4879-941F-394BE95C3D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106512871" name="Rectangle 106512870">
            <a:extLst xmlns:a="http://schemas.openxmlformats.org/drawingml/2006/main">
              <a:ext uri="{FF2B5EF4-FFF2-40B4-BE49-F238E27FC236}">
                <a16:creationId xmlns:a16="http://schemas.microsoft.com/office/drawing/2014/main" id="{A85A01CC-FEA3-4CA0-BFFA-6C1D7BAB79F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87118213" name="Rectangle: Rounded Corners 87118212">
            <a:extLst xmlns:a="http://schemas.openxmlformats.org/drawingml/2006/main">
              <a:ext uri="{FF2B5EF4-FFF2-40B4-BE49-F238E27FC236}">
                <a16:creationId xmlns:a16="http://schemas.microsoft.com/office/drawing/2014/main" id="{4AFB09DC-FEA9-4916-AE2C-6C26648E58F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437710828" name="Rectangle: Rounded Corners 437710827">
            <a:extLst xmlns:a="http://schemas.openxmlformats.org/drawingml/2006/main">
              <a:ext uri="{FF2B5EF4-FFF2-40B4-BE49-F238E27FC236}">
                <a16:creationId xmlns:a16="http://schemas.microsoft.com/office/drawing/2014/main" id="{8FE2E9D1-446E-43E9-A45D-6CC38C04068A}"/>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111010883" name="Rectangle 1111010882">
            <a:extLst xmlns:a="http://schemas.openxmlformats.org/drawingml/2006/main">
              <a:ext uri="{FF2B5EF4-FFF2-40B4-BE49-F238E27FC236}">
                <a16:creationId xmlns:a16="http://schemas.microsoft.com/office/drawing/2014/main" id="{C3B8975B-4434-49B3-A7D9-92E6A9F56790}"/>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831606847" name="Rectangle: Rounded Corners 1831606846">
            <a:extLst xmlns:a="http://schemas.openxmlformats.org/drawingml/2006/main">
              <a:ext uri="{FF2B5EF4-FFF2-40B4-BE49-F238E27FC236}">
                <a16:creationId xmlns:a16="http://schemas.microsoft.com/office/drawing/2014/main" id="{C2E81118-997E-4507-A600-5FFBCD7A796C}"/>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646324531" name="Rectangle 1646324530">
            <a:extLst xmlns:a="http://schemas.openxmlformats.org/drawingml/2006/main">
              <a:ext uri="{FF2B5EF4-FFF2-40B4-BE49-F238E27FC236}">
                <a16:creationId xmlns:a16="http://schemas.microsoft.com/office/drawing/2014/main" id="{60F9DA91-E4D8-44B1-94C2-BEEE3E9C6549}"/>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489327303" name="Rectangle: Rounded Corners 1489327302">
            <a:extLst xmlns:a="http://schemas.openxmlformats.org/drawingml/2006/main">
              <a:ext uri="{FF2B5EF4-FFF2-40B4-BE49-F238E27FC236}">
                <a16:creationId xmlns:a16="http://schemas.microsoft.com/office/drawing/2014/main" id="{6BAA407A-B344-40D7-938C-A04266C8DBC0}"/>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229374657" name="Rectangle 1229374656">
            <a:extLst xmlns:a="http://schemas.openxmlformats.org/drawingml/2006/main">
              <a:ext uri="{FF2B5EF4-FFF2-40B4-BE49-F238E27FC236}">
                <a16:creationId xmlns:a16="http://schemas.microsoft.com/office/drawing/2014/main" id="{BDAB87F1-68D6-4BC5-805C-FEDFF46EABF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37</a:t>
            </a:r>
          </a:p>
        </p:txBody>
      </p:sp>
    </p:spTree>
    <p:extLst>
      <p:ext uri="{BB962C8B-B14F-4D97-AF65-F5344CB8AC3E}">
        <p14:creationId xmlns:p14="http://schemas.microsoft.com/office/powerpoint/2010/main" val="206576533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87074983" name="Rectangle: Rounded Corners 1987074982">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286956635" name="Rectangle 1286956634">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400"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399762639" name="Rectangle 399762638">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400"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667085"/>
                </a:solidFill>
              </a:defRPr>
            </a:pPr>
            <a:r>
              <a:rPr sz="1575" b="0">
                <a:solidFill>
                  <a:srgbClr val="667085"/>
                </a:solidFill>
              </a:rPr>
              <a:t>self-attention</a:t>
            </a:r>
          </a:p>
          <a:p xmlns:a="http://schemas.openxmlformats.org/drawingml/2006/main">
            <a:pPr algn="l">
              <a:buNone/>
              <a:defRPr sz="1575" b="0">
                <a:solidFill>
                  <a:srgbClr val="667085"/>
                </a:solidFill>
              </a:defRPr>
            </a:pPr>
            <a:r>
              <a:rPr sz="1575" b="0">
                <a:solidFill>
                  <a:srgbClr val="667085"/>
                </a:solidFill>
              </a:rPr>
              <a:t>feed-forward</a:t>
            </a:r>
          </a:p>
        </p:txBody>
      </p:sp>
      <p:sp>
        <p:nvSpPr>
          <p:cNvPr id="1233632034" name="Rectangle 1233632033">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153400"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987778107" name="Rectangle 987778106">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153400"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38</a:t>
            </a:r>
          </a:p>
        </p:txBody>
      </p:sp>
      <p:pic>
        <p:nvPicPr>
          <p:cNvPr id="1987074994" name="Picture 1987074993"/>
          <p:cNvPicPr>
            <a:picLocks xmlns:a="http://schemas.openxmlformats.org/drawingml/2006/main" noChangeAspect="1"/>
          </p:cNvPicPr>
          <p:nvPr/>
        </p:nvPicPr>
        <p:blipFill>
          <a:blip xmlns:r="http://schemas.openxmlformats.org/officeDocument/2006/relationships" xmlns:a="http://schemas.openxmlformats.org/drawingml/2006/main" r:embed="R2b8bd5acfa0a4c3a"/>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4228021" name="Rectangle 1844228020">
            <a:extLst xmlns:a="http://schemas.openxmlformats.org/drawingml/2006/main">
              <a:ext uri="{FF2B5EF4-FFF2-40B4-BE49-F238E27FC236}">
                <a16:creationId xmlns:a16="http://schemas.microsoft.com/office/drawing/2014/main" id="{A64DC3D5-0925-49A3-B5E8-9C4EA66A9C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619868868" name="Rectangle 619868867">
            <a:extLst xmlns:a="http://schemas.openxmlformats.org/drawingml/2006/main">
              <a:ext uri="{FF2B5EF4-FFF2-40B4-BE49-F238E27FC236}">
                <a16:creationId xmlns:a16="http://schemas.microsoft.com/office/drawing/2014/main" id="{741D34D7-8F93-43C9-AA3F-668C9DD4091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1987948613" name="Rectangle: Rounded Corners 1987948612">
            <a:extLst xmlns:a="http://schemas.openxmlformats.org/drawingml/2006/main">
              <a:ext uri="{FF2B5EF4-FFF2-40B4-BE49-F238E27FC236}">
                <a16:creationId xmlns:a16="http://schemas.microsoft.com/office/drawing/2014/main" id="{06A17D35-E335-4581-8C65-AE067FBE08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704183003" name="Rectangle: Rounded Corners 1704183002">
            <a:extLst xmlns:a="http://schemas.openxmlformats.org/drawingml/2006/main">
              <a:ext uri="{FF2B5EF4-FFF2-40B4-BE49-F238E27FC236}">
                <a16:creationId xmlns:a16="http://schemas.microsoft.com/office/drawing/2014/main" id="{CD5D54B9-DD07-4B13-9433-C9B65C5173E8}"/>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2064136096" name="Rectangle: Rounded Corners 2064136095">
            <a:extLst xmlns:a="http://schemas.openxmlformats.org/drawingml/2006/main">
              <a:ext uri="{FF2B5EF4-FFF2-40B4-BE49-F238E27FC236}">
                <a16:creationId xmlns:a16="http://schemas.microsoft.com/office/drawing/2014/main" id="{13DAFD89-0E5A-4B59-8086-79EB4996910F}"/>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1859104579" name="Rectangle: Rounded Corners 1859104578">
            <a:extLst xmlns:a="http://schemas.openxmlformats.org/drawingml/2006/main">
              <a:ext uri="{FF2B5EF4-FFF2-40B4-BE49-F238E27FC236}">
                <a16:creationId xmlns:a16="http://schemas.microsoft.com/office/drawing/2014/main" id="{FD98BA5B-D9B3-4A14-9405-BC7AF92F923B}"/>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016569498" name="Rectangle: Rounded Corners 1016569497">
            <a:extLst xmlns:a="http://schemas.openxmlformats.org/drawingml/2006/main">
              <a:ext uri="{FF2B5EF4-FFF2-40B4-BE49-F238E27FC236}">
                <a16:creationId xmlns:a16="http://schemas.microsoft.com/office/drawing/2014/main" id="{3675C68F-E78F-47E6-80B9-15B58091958F}"/>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94601082" name="Straight Connector 94601081">
            <a:extLst xmlns:a="http://schemas.openxmlformats.org/drawingml/2006/main">
              <a:ext uri="{FF2B5EF4-FFF2-40B4-BE49-F238E27FC236}">
                <a16:creationId xmlns:a16="http://schemas.microsoft.com/office/drawing/2014/main" id="{3B474B8A-9F43-445F-9AFE-47046238D172}"/>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000744927" name="Straight Connector 1000744926">
            <a:extLst xmlns:a="http://schemas.openxmlformats.org/drawingml/2006/main">
              <a:ext uri="{FF2B5EF4-FFF2-40B4-BE49-F238E27FC236}">
                <a16:creationId xmlns:a16="http://schemas.microsoft.com/office/drawing/2014/main" id="{7F4C27DB-7A18-46FD-A4E2-9359BABD3C7D}"/>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781772781" name="Straight Connector 781772780">
            <a:extLst xmlns:a="http://schemas.openxmlformats.org/drawingml/2006/main">
              <a:ext uri="{FF2B5EF4-FFF2-40B4-BE49-F238E27FC236}">
                <a16:creationId xmlns:a16="http://schemas.microsoft.com/office/drawing/2014/main" id="{F1E1106E-EB6E-4447-B8DA-EB7B7BBFE41F}"/>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007733504" name="Rectangle 1007733503">
            <a:extLst xmlns:a="http://schemas.openxmlformats.org/drawingml/2006/main">
              <a:ext uri="{FF2B5EF4-FFF2-40B4-BE49-F238E27FC236}">
                <a16:creationId xmlns:a16="http://schemas.microsoft.com/office/drawing/2014/main" id="{A8483003-9627-4811-9342-9E410B589574}"/>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520419496" name="Rectangle 1520419495">
            <a:extLst xmlns:a="http://schemas.openxmlformats.org/drawingml/2006/main">
              <a:ext uri="{FF2B5EF4-FFF2-40B4-BE49-F238E27FC236}">
                <a16:creationId xmlns:a16="http://schemas.microsoft.com/office/drawing/2014/main" id="{D956CCC1-7A97-48C0-9343-55F6131622C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39</a:t>
            </a:r>
          </a:p>
        </p:txBody>
      </p:sp>
    </p:spTree>
    <p:extLst>
      <p:ext uri="{BB962C8B-B14F-4D97-AF65-F5344CB8AC3E}">
        <p14:creationId xmlns:p14="http://schemas.microsoft.com/office/powerpoint/2010/main" val="458622812"/>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0349466" name="Rectangle 1860349465">
            <a:extLst xmlns:a="http://schemas.openxmlformats.org/drawingml/2006/main">
              <a:ext uri="{FF2B5EF4-FFF2-40B4-BE49-F238E27FC236}">
                <a16:creationId xmlns:a16="http://schemas.microsoft.com/office/drawing/2014/main" id="{17DC390E-E266-40E7-8C7E-A59B4DE14F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379853288" name="Rectangle 1379853287">
            <a:extLst xmlns:a="http://schemas.openxmlformats.org/drawingml/2006/main">
              <a:ext uri="{FF2B5EF4-FFF2-40B4-BE49-F238E27FC236}">
                <a16:creationId xmlns:a16="http://schemas.microsoft.com/office/drawing/2014/main" id="{E99ACC2A-B0B6-4641-A174-7547394C476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919655131" name="Rectangle: Rounded Corners 1919655130">
            <a:extLst xmlns:a="http://schemas.openxmlformats.org/drawingml/2006/main">
              <a:ext uri="{FF2B5EF4-FFF2-40B4-BE49-F238E27FC236}">
                <a16:creationId xmlns:a16="http://schemas.microsoft.com/office/drawing/2014/main" id="{BE85DE04-03EA-40C1-9667-4FD98668474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257118694" name="Rectangle: Rounded Corners 1257118693">
            <a:extLst xmlns:a="http://schemas.openxmlformats.org/drawingml/2006/main">
              <a:ext uri="{FF2B5EF4-FFF2-40B4-BE49-F238E27FC236}">
                <a16:creationId xmlns:a16="http://schemas.microsoft.com/office/drawing/2014/main" id="{6A42F4CE-6905-495C-B024-AD94492BB458}"/>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139886070" name="Rectangle: Rounded Corners 139886069">
            <a:extLst xmlns:a="http://schemas.openxmlformats.org/drawingml/2006/main">
              <a:ext uri="{FF2B5EF4-FFF2-40B4-BE49-F238E27FC236}">
                <a16:creationId xmlns:a16="http://schemas.microsoft.com/office/drawing/2014/main" id="{7D246E5D-7AE0-428C-982C-67D2F3EFC70F}"/>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995249495" name="Rectangle: Rounded Corners 1995249494">
            <a:extLst xmlns:a="http://schemas.openxmlformats.org/drawingml/2006/main">
              <a:ext uri="{FF2B5EF4-FFF2-40B4-BE49-F238E27FC236}">
                <a16:creationId xmlns:a16="http://schemas.microsoft.com/office/drawing/2014/main" id="{6AB802C3-6906-4C41-9C23-A996E2B301A2}"/>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486029297" name="Rectangle: Rounded Corners 486029296">
            <a:extLst xmlns:a="http://schemas.openxmlformats.org/drawingml/2006/main">
              <a:ext uri="{FF2B5EF4-FFF2-40B4-BE49-F238E27FC236}">
                <a16:creationId xmlns:a16="http://schemas.microsoft.com/office/drawing/2014/main" id="{BF300A57-BA44-4E4B-8D94-B2807D288CA2}"/>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2009773559" name="Rectangle: Rounded Corners 2009773558">
            <a:extLst xmlns:a="http://schemas.openxmlformats.org/drawingml/2006/main">
              <a:ext uri="{FF2B5EF4-FFF2-40B4-BE49-F238E27FC236}">
                <a16:creationId xmlns:a16="http://schemas.microsoft.com/office/drawing/2014/main" id="{0DD4AF6D-45A3-4B37-9B1E-DAEC08872537}"/>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607891529" name="Rectangle: Rounded Corners 607891528">
            <a:extLst xmlns:a="http://schemas.openxmlformats.org/drawingml/2006/main">
              <a:ext uri="{FF2B5EF4-FFF2-40B4-BE49-F238E27FC236}">
                <a16:creationId xmlns:a16="http://schemas.microsoft.com/office/drawing/2014/main" id="{A5F60DB9-0E4E-4F23-9323-EF7F45D039BE}"/>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1953501825" name="Rectangle: Rounded Corners 1953501824">
            <a:extLst xmlns:a="http://schemas.openxmlformats.org/drawingml/2006/main">
              <a:ext uri="{FF2B5EF4-FFF2-40B4-BE49-F238E27FC236}">
                <a16:creationId xmlns:a16="http://schemas.microsoft.com/office/drawing/2014/main" id="{02993B23-04F6-455A-8B3B-6B1721FE5E3E}"/>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237891346" name="Arrow: Right 237891345">
            <a:extLst xmlns:a="http://schemas.openxmlformats.org/drawingml/2006/main">
              <a:ext uri="{FF2B5EF4-FFF2-40B4-BE49-F238E27FC236}">
                <a16:creationId xmlns:a16="http://schemas.microsoft.com/office/drawing/2014/main" id="{AFE17522-C94B-43B4-AF7F-A59BB119D700}"/>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67787382" name="Rectangle 567787381">
            <a:extLst xmlns:a="http://schemas.openxmlformats.org/drawingml/2006/main">
              <a:ext uri="{FF2B5EF4-FFF2-40B4-BE49-F238E27FC236}">
                <a16:creationId xmlns:a16="http://schemas.microsoft.com/office/drawing/2014/main" id="{D8679E72-22E9-4DF5-9290-352448B3F491}"/>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811573040" name="Rectangle 1811573039">
            <a:extLst xmlns:a="http://schemas.openxmlformats.org/drawingml/2006/main">
              <a:ext uri="{FF2B5EF4-FFF2-40B4-BE49-F238E27FC236}">
                <a16:creationId xmlns:a16="http://schemas.microsoft.com/office/drawing/2014/main" id="{52FF3E97-B842-4068-BC1B-C7A213C02EA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40</a:t>
            </a:r>
          </a:p>
        </p:txBody>
      </p:sp>
    </p:spTree>
    <p:extLst>
      <p:ext uri="{BB962C8B-B14F-4D97-AF65-F5344CB8AC3E}">
        <p14:creationId xmlns:p14="http://schemas.microsoft.com/office/powerpoint/2010/main" val="1584152699"/>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8847193" name="Rectangle 698847192">
            <a:extLst xmlns:a="http://schemas.openxmlformats.org/drawingml/2006/main">
              <a:ext uri="{FF2B5EF4-FFF2-40B4-BE49-F238E27FC236}">
                <a16:creationId xmlns:a16="http://schemas.microsoft.com/office/drawing/2014/main" id="{C2E459D7-4621-40A9-BA8D-5B499F8871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892173067" name="Rectangle 892173066">
            <a:extLst xmlns:a="http://schemas.openxmlformats.org/drawingml/2006/main">
              <a:ext uri="{FF2B5EF4-FFF2-40B4-BE49-F238E27FC236}">
                <a16:creationId xmlns:a16="http://schemas.microsoft.com/office/drawing/2014/main" id="{8D9A5EC4-AA56-4AE0-9A05-7A3CA45783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634225883" name="Rectangle: Rounded Corners 634225882">
            <a:extLst xmlns:a="http://schemas.openxmlformats.org/drawingml/2006/main">
              <a:ext uri="{FF2B5EF4-FFF2-40B4-BE49-F238E27FC236}">
                <a16:creationId xmlns:a16="http://schemas.microsoft.com/office/drawing/2014/main" id="{8372C13B-BC15-4CA2-888D-72AAC8AB60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010502303" name="Rectangle: Rounded Corners 2010502302">
            <a:extLst xmlns:a="http://schemas.openxmlformats.org/drawingml/2006/main">
              <a:ext uri="{FF2B5EF4-FFF2-40B4-BE49-F238E27FC236}">
                <a16:creationId xmlns:a16="http://schemas.microsoft.com/office/drawing/2014/main" id="{68D239E1-BD42-44F7-AC21-54FAC3FAE9E9}"/>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366762974" name="Rectangle: Rounded Corners 1366762973">
            <a:extLst xmlns:a="http://schemas.openxmlformats.org/drawingml/2006/main">
              <a:ext uri="{FF2B5EF4-FFF2-40B4-BE49-F238E27FC236}">
                <a16:creationId xmlns:a16="http://schemas.microsoft.com/office/drawing/2014/main" id="{85C49564-AE83-421E-AA6D-5DFC28F39DD0}"/>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460632182" name="Rectangle: Rounded Corners 1460632181">
            <a:extLst xmlns:a="http://schemas.openxmlformats.org/drawingml/2006/main">
              <a:ext uri="{FF2B5EF4-FFF2-40B4-BE49-F238E27FC236}">
                <a16:creationId xmlns:a16="http://schemas.microsoft.com/office/drawing/2014/main" id="{1596850B-6B4D-4ADD-A20D-3D5803D5FFA2}"/>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175856487" name="Rectangle: Rounded Corners 1175856486">
            <a:extLst xmlns:a="http://schemas.openxmlformats.org/drawingml/2006/main">
              <a:ext uri="{FF2B5EF4-FFF2-40B4-BE49-F238E27FC236}">
                <a16:creationId xmlns:a16="http://schemas.microsoft.com/office/drawing/2014/main" id="{FBD73423-FDA3-4720-966A-266945B7AA87}"/>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2061757067" name="Rectangle: Rounded Corners 2061757066">
            <a:extLst xmlns:a="http://schemas.openxmlformats.org/drawingml/2006/main">
              <a:ext uri="{FF2B5EF4-FFF2-40B4-BE49-F238E27FC236}">
                <a16:creationId xmlns:a16="http://schemas.microsoft.com/office/drawing/2014/main" id="{29F801DA-9468-4F0B-8291-9D3763D4BF43}"/>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169118890" name="Rectangle: Rounded Corners 1169118889">
            <a:extLst xmlns:a="http://schemas.openxmlformats.org/drawingml/2006/main">
              <a:ext uri="{FF2B5EF4-FFF2-40B4-BE49-F238E27FC236}">
                <a16:creationId xmlns:a16="http://schemas.microsoft.com/office/drawing/2014/main" id="{BEB653C7-8BF0-49C7-86D1-383EC88E37C8}"/>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238188301" name="Rectangle: Rounded Corners 238188300">
            <a:extLst xmlns:a="http://schemas.openxmlformats.org/drawingml/2006/main">
              <a:ext uri="{FF2B5EF4-FFF2-40B4-BE49-F238E27FC236}">
                <a16:creationId xmlns:a16="http://schemas.microsoft.com/office/drawing/2014/main" id="{DF14EB0D-48C6-4E71-9AE1-94F28AB89971}"/>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2049301057" name="Rectangle: Rounded Corners 2049301056">
            <a:extLst xmlns:a="http://schemas.openxmlformats.org/drawingml/2006/main">
              <a:ext uri="{FF2B5EF4-FFF2-40B4-BE49-F238E27FC236}">
                <a16:creationId xmlns:a16="http://schemas.microsoft.com/office/drawing/2014/main" id="{7695511C-2D4F-420A-96DF-FE9D8ADEB0BF}"/>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282082345" name="Rectangle: Rounded Corners 1282082344">
            <a:extLst xmlns:a="http://schemas.openxmlformats.org/drawingml/2006/main">
              <a:ext uri="{FF2B5EF4-FFF2-40B4-BE49-F238E27FC236}">
                <a16:creationId xmlns:a16="http://schemas.microsoft.com/office/drawing/2014/main" id="{3ABD13BF-1162-4CA0-8499-F4C71F2E1CE0}"/>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172922272" name="Rectangle: Rounded Corners 1172922271">
            <a:extLst xmlns:a="http://schemas.openxmlformats.org/drawingml/2006/main">
              <a:ext uri="{FF2B5EF4-FFF2-40B4-BE49-F238E27FC236}">
                <a16:creationId xmlns:a16="http://schemas.microsoft.com/office/drawing/2014/main" id="{795115C1-B346-4A22-8542-FEBC3C5E581C}"/>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03029257" name="Rectangle: Rounded Corners 603029256">
            <a:extLst xmlns:a="http://schemas.openxmlformats.org/drawingml/2006/main">
              <a:ext uri="{FF2B5EF4-FFF2-40B4-BE49-F238E27FC236}">
                <a16:creationId xmlns:a16="http://schemas.microsoft.com/office/drawing/2014/main" id="{D3F14A8F-0609-4BED-ADB7-E59DABE25FBD}"/>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879817440" name="Rectangle: Rounded Corners 1879817439">
            <a:extLst xmlns:a="http://schemas.openxmlformats.org/drawingml/2006/main">
              <a:ext uri="{FF2B5EF4-FFF2-40B4-BE49-F238E27FC236}">
                <a16:creationId xmlns:a16="http://schemas.microsoft.com/office/drawing/2014/main" id="{BD160F23-51D5-4538-B6DF-48ECDA1912FC}"/>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875542065" name="Rectangle: Rounded Corners 875542064">
            <a:extLst xmlns:a="http://schemas.openxmlformats.org/drawingml/2006/main">
              <a:ext uri="{FF2B5EF4-FFF2-40B4-BE49-F238E27FC236}">
                <a16:creationId xmlns:a16="http://schemas.microsoft.com/office/drawing/2014/main" id="{674FD308-EBF4-4FB2-A91E-3DBA0D9DD2F3}"/>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51908472" name="Rectangle: Rounded Corners 51908471">
            <a:extLst xmlns:a="http://schemas.openxmlformats.org/drawingml/2006/main">
              <a:ext uri="{FF2B5EF4-FFF2-40B4-BE49-F238E27FC236}">
                <a16:creationId xmlns:a16="http://schemas.microsoft.com/office/drawing/2014/main" id="{2B90DA5B-14D8-49ED-89FD-C7FD25FF6B84}"/>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689509713" name="Rectangle: Rounded Corners 1689509712">
            <a:extLst xmlns:a="http://schemas.openxmlformats.org/drawingml/2006/main">
              <a:ext uri="{FF2B5EF4-FFF2-40B4-BE49-F238E27FC236}">
                <a16:creationId xmlns:a16="http://schemas.microsoft.com/office/drawing/2014/main" id="{07D950BC-2FCC-40E6-86B1-BC10E5585F4C}"/>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791720530" name="Rectangle: Rounded Corners 791720529">
            <a:extLst xmlns:a="http://schemas.openxmlformats.org/drawingml/2006/main">
              <a:ext uri="{FF2B5EF4-FFF2-40B4-BE49-F238E27FC236}">
                <a16:creationId xmlns:a16="http://schemas.microsoft.com/office/drawing/2014/main" id="{5DF50379-0F80-465C-B328-D02A7C62FC00}"/>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05367442" name="Rectangle: Rounded Corners 105367441">
            <a:extLst xmlns:a="http://schemas.openxmlformats.org/drawingml/2006/main">
              <a:ext uri="{FF2B5EF4-FFF2-40B4-BE49-F238E27FC236}">
                <a16:creationId xmlns:a16="http://schemas.microsoft.com/office/drawing/2014/main" id="{906F418E-5B3D-4EB4-9950-4CF307F96C9D}"/>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563215530" name="Rectangle: Rounded Corners 1563215529">
            <a:extLst xmlns:a="http://schemas.openxmlformats.org/drawingml/2006/main">
              <a:ext uri="{FF2B5EF4-FFF2-40B4-BE49-F238E27FC236}">
                <a16:creationId xmlns:a16="http://schemas.microsoft.com/office/drawing/2014/main" id="{C42B8BCE-4850-448D-9A82-504C43F8E0C0}"/>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315081295" name="Rectangle: Rounded Corners 315081294">
            <a:extLst xmlns:a="http://schemas.openxmlformats.org/drawingml/2006/main">
              <a:ext uri="{FF2B5EF4-FFF2-40B4-BE49-F238E27FC236}">
                <a16:creationId xmlns:a16="http://schemas.microsoft.com/office/drawing/2014/main" id="{A64BC681-DF4E-457D-AADB-9FB25F4FF3A1}"/>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248452191" name="Rectangle: Rounded Corners 248452190">
            <a:extLst xmlns:a="http://schemas.openxmlformats.org/drawingml/2006/main">
              <a:ext uri="{FF2B5EF4-FFF2-40B4-BE49-F238E27FC236}">
                <a16:creationId xmlns:a16="http://schemas.microsoft.com/office/drawing/2014/main" id="{D6589E62-E96D-4C9D-A70A-44B6E91B42C0}"/>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671279800" name="Rectangle: Rounded Corners 1671279799">
            <a:extLst xmlns:a="http://schemas.openxmlformats.org/drawingml/2006/main">
              <a:ext uri="{FF2B5EF4-FFF2-40B4-BE49-F238E27FC236}">
                <a16:creationId xmlns:a16="http://schemas.microsoft.com/office/drawing/2014/main" id="{6459F965-534B-442A-974F-2604ADDD732A}"/>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239843559" name="Rectangle: Rounded Corners 1239843558">
            <a:extLst xmlns:a="http://schemas.openxmlformats.org/drawingml/2006/main">
              <a:ext uri="{FF2B5EF4-FFF2-40B4-BE49-F238E27FC236}">
                <a16:creationId xmlns:a16="http://schemas.microsoft.com/office/drawing/2014/main" id="{F0F27EDE-202E-41DD-91C2-5E728D778871}"/>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474960511" name="Rectangle: Rounded Corners 1474960510">
            <a:extLst xmlns:a="http://schemas.openxmlformats.org/drawingml/2006/main">
              <a:ext uri="{FF2B5EF4-FFF2-40B4-BE49-F238E27FC236}">
                <a16:creationId xmlns:a16="http://schemas.microsoft.com/office/drawing/2014/main" id="{DE6F0C64-32E5-45D0-B407-0B39A1A41C99}"/>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705162464" name="Rectangle: Rounded Corners 1705162463">
            <a:extLst xmlns:a="http://schemas.openxmlformats.org/drawingml/2006/main">
              <a:ext uri="{FF2B5EF4-FFF2-40B4-BE49-F238E27FC236}">
                <a16:creationId xmlns:a16="http://schemas.microsoft.com/office/drawing/2014/main" id="{EF8F8C87-1C84-44E3-AAAC-D1B6AB4245BB}"/>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7576925" name="Rectangle: Rounded Corners 7576924">
            <a:extLst xmlns:a="http://schemas.openxmlformats.org/drawingml/2006/main">
              <a:ext uri="{FF2B5EF4-FFF2-40B4-BE49-F238E27FC236}">
                <a16:creationId xmlns:a16="http://schemas.microsoft.com/office/drawing/2014/main" id="{D36E93BA-C243-430B-A784-6C691A3DEA16}"/>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426996611" name="Rectangle: Rounded Corners 426996610">
            <a:extLst xmlns:a="http://schemas.openxmlformats.org/drawingml/2006/main">
              <a:ext uri="{FF2B5EF4-FFF2-40B4-BE49-F238E27FC236}">
                <a16:creationId xmlns:a16="http://schemas.microsoft.com/office/drawing/2014/main" id="{E3D698B5-78AF-4EB2-B2E5-95A212D569B1}"/>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4937971" name="Rectangle: Rounded Corners 4937970">
            <a:extLst xmlns:a="http://schemas.openxmlformats.org/drawingml/2006/main">
              <a:ext uri="{FF2B5EF4-FFF2-40B4-BE49-F238E27FC236}">
                <a16:creationId xmlns:a16="http://schemas.microsoft.com/office/drawing/2014/main" id="{36E539FA-1A9F-4954-B203-EBB7208DE62B}"/>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318411885" name="Rectangle: Rounded Corners 318411884">
            <a:extLst xmlns:a="http://schemas.openxmlformats.org/drawingml/2006/main">
              <a:ext uri="{FF2B5EF4-FFF2-40B4-BE49-F238E27FC236}">
                <a16:creationId xmlns:a16="http://schemas.microsoft.com/office/drawing/2014/main" id="{0B9DDE6E-C25E-4171-B6DA-7DC948510378}"/>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15608591" name="Rectangle: Rounded Corners 615608590">
            <a:extLst xmlns:a="http://schemas.openxmlformats.org/drawingml/2006/main">
              <a:ext uri="{FF2B5EF4-FFF2-40B4-BE49-F238E27FC236}">
                <a16:creationId xmlns:a16="http://schemas.microsoft.com/office/drawing/2014/main" id="{A0BB9A74-9DC9-42F4-B995-2EE978190F1D}"/>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731456272" name="Rectangle: Rounded Corners 1731456271">
            <a:extLst xmlns:a="http://schemas.openxmlformats.org/drawingml/2006/main">
              <a:ext uri="{FF2B5EF4-FFF2-40B4-BE49-F238E27FC236}">
                <a16:creationId xmlns:a16="http://schemas.microsoft.com/office/drawing/2014/main" id="{0AE4841B-A5C8-4F53-93FC-C9B298B25706}"/>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484935540" name="Rectangle: Rounded Corners 484935539">
            <a:extLst xmlns:a="http://schemas.openxmlformats.org/drawingml/2006/main">
              <a:ext uri="{FF2B5EF4-FFF2-40B4-BE49-F238E27FC236}">
                <a16:creationId xmlns:a16="http://schemas.microsoft.com/office/drawing/2014/main" id="{A7EEC87F-AED0-4CEC-9513-7D8EE3D4C0DD}"/>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134420311" name="Rectangle: Rounded Corners 1134420310">
            <a:extLst xmlns:a="http://schemas.openxmlformats.org/drawingml/2006/main">
              <a:ext uri="{FF2B5EF4-FFF2-40B4-BE49-F238E27FC236}">
                <a16:creationId xmlns:a16="http://schemas.microsoft.com/office/drawing/2014/main" id="{D5906719-C03E-4683-AC6D-F75B907E6AC1}"/>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355285830" name="Rectangle: Rounded Corners 1355285829">
            <a:extLst xmlns:a="http://schemas.openxmlformats.org/drawingml/2006/main">
              <a:ext uri="{FF2B5EF4-FFF2-40B4-BE49-F238E27FC236}">
                <a16:creationId xmlns:a16="http://schemas.microsoft.com/office/drawing/2014/main" id="{F9FAAE6F-FC3F-44CF-A209-8F98E8E2DBF9}"/>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945716101" name="Rectangle: Rounded Corners 1945716100">
            <a:extLst xmlns:a="http://schemas.openxmlformats.org/drawingml/2006/main">
              <a:ext uri="{FF2B5EF4-FFF2-40B4-BE49-F238E27FC236}">
                <a16:creationId xmlns:a16="http://schemas.microsoft.com/office/drawing/2014/main" id="{71C1141C-05B1-41E2-AFF9-54428411C502}"/>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903673205" name="Rectangle: Rounded Corners 903673204">
            <a:extLst xmlns:a="http://schemas.openxmlformats.org/drawingml/2006/main">
              <a:ext uri="{FF2B5EF4-FFF2-40B4-BE49-F238E27FC236}">
                <a16:creationId xmlns:a16="http://schemas.microsoft.com/office/drawing/2014/main" id="{0E302A6F-A79F-4B7E-BDE2-77FC47C46031}"/>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41920754" name="Rectangle: Rounded Corners 41920753">
            <a:extLst xmlns:a="http://schemas.openxmlformats.org/drawingml/2006/main">
              <a:ext uri="{FF2B5EF4-FFF2-40B4-BE49-F238E27FC236}">
                <a16:creationId xmlns:a16="http://schemas.microsoft.com/office/drawing/2014/main" id="{7DD48A23-45F0-4CE8-9A73-5090C8195384}"/>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090731608" name="Rectangle 1090731607">
            <a:extLst xmlns:a="http://schemas.openxmlformats.org/drawingml/2006/main">
              <a:ext uri="{FF2B5EF4-FFF2-40B4-BE49-F238E27FC236}">
                <a16:creationId xmlns:a16="http://schemas.microsoft.com/office/drawing/2014/main" id="{3A58FE55-9F6B-4C98-9AC9-C132007864E1}"/>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864567657" name="Rectangle 1864567656">
            <a:extLst xmlns:a="http://schemas.openxmlformats.org/drawingml/2006/main">
              <a:ext uri="{FF2B5EF4-FFF2-40B4-BE49-F238E27FC236}">
                <a16:creationId xmlns:a16="http://schemas.microsoft.com/office/drawing/2014/main" id="{E109AE68-ABBE-41DD-B5A2-006C4B4F5F95}"/>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353583898" name="Rectangle 353583897">
            <a:extLst xmlns:a="http://schemas.openxmlformats.org/drawingml/2006/main">
              <a:ext uri="{FF2B5EF4-FFF2-40B4-BE49-F238E27FC236}">
                <a16:creationId xmlns:a16="http://schemas.microsoft.com/office/drawing/2014/main" id="{20063B50-1EF0-483B-A426-410D3048BB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41</a:t>
            </a:r>
          </a:p>
        </p:txBody>
      </p:sp>
    </p:spTree>
    <p:extLst>
      <p:ext uri="{BB962C8B-B14F-4D97-AF65-F5344CB8AC3E}">
        <p14:creationId xmlns:p14="http://schemas.microsoft.com/office/powerpoint/2010/main" val="1139751437"/>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2308476" name="Rectangle 352308475">
            <a:extLst xmlns:a="http://schemas.openxmlformats.org/drawingml/2006/main">
              <a:ext uri="{FF2B5EF4-FFF2-40B4-BE49-F238E27FC236}">
                <a16:creationId xmlns:a16="http://schemas.microsoft.com/office/drawing/2014/main" id="{776BF4D8-A9F9-4B00-9C93-04753F0A7B1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890164866" name="Rectangle 890164865">
            <a:extLst xmlns:a="http://schemas.openxmlformats.org/drawingml/2006/main">
              <a:ext uri="{FF2B5EF4-FFF2-40B4-BE49-F238E27FC236}">
                <a16:creationId xmlns:a16="http://schemas.microsoft.com/office/drawing/2014/main" id="{67FD31DC-9138-4901-A8EE-E6D8673A78A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302761573" name="Rectangle: Rounded Corners 1302761572">
            <a:extLst xmlns:a="http://schemas.openxmlformats.org/drawingml/2006/main">
              <a:ext uri="{FF2B5EF4-FFF2-40B4-BE49-F238E27FC236}">
                <a16:creationId xmlns:a16="http://schemas.microsoft.com/office/drawing/2014/main" id="{5D85C1AD-200C-4980-B5CC-DA085967AAA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031370087" name="Rectangle: Rounded Corners 2031370086">
            <a:extLst xmlns:a="http://schemas.openxmlformats.org/drawingml/2006/main">
              <a:ext uri="{FF2B5EF4-FFF2-40B4-BE49-F238E27FC236}">
                <a16:creationId xmlns:a16="http://schemas.microsoft.com/office/drawing/2014/main" id="{5A8D4554-6CCB-4379-AAEF-2DB510FFA7FD}"/>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1726456332" name="Rectangle 1726456331">
            <a:extLst xmlns:a="http://schemas.openxmlformats.org/drawingml/2006/main">
              <a:ext uri="{FF2B5EF4-FFF2-40B4-BE49-F238E27FC236}">
                <a16:creationId xmlns:a16="http://schemas.microsoft.com/office/drawing/2014/main" id="{7EA4E196-1A33-4F6A-84E5-4A5D88CD4122}"/>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412394113" name="Rectangle: Rounded Corners 412394112">
            <a:extLst xmlns:a="http://schemas.openxmlformats.org/drawingml/2006/main">
              <a:ext uri="{FF2B5EF4-FFF2-40B4-BE49-F238E27FC236}">
                <a16:creationId xmlns:a16="http://schemas.microsoft.com/office/drawing/2014/main" id="{2FB36D5E-A617-4705-807D-180C1C3F4F08}"/>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225213446" name="Rectangle 225213445">
            <a:extLst xmlns:a="http://schemas.openxmlformats.org/drawingml/2006/main">
              <a:ext uri="{FF2B5EF4-FFF2-40B4-BE49-F238E27FC236}">
                <a16:creationId xmlns:a16="http://schemas.microsoft.com/office/drawing/2014/main" id="{E8DE1B05-7C8D-41B8-9C5E-1FA21A913CE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42</a:t>
            </a:r>
          </a:p>
        </p:txBody>
      </p:sp>
    </p:spTree>
    <p:extLst>
      <p:ext uri="{BB962C8B-B14F-4D97-AF65-F5344CB8AC3E}">
        <p14:creationId xmlns:p14="http://schemas.microsoft.com/office/powerpoint/2010/main" val="1171357872"/>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87074983" name="Rectangle: Rounded Corners 1987074982">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286956635" name="Rectangle 1286956634">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399762639" name="Rectangle 399762638">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233632034" name="Rectangle 1233632033">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987778107" name="Rectangle 987778106">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667085"/>
                </a:solidFill>
              </a:defRPr>
            </a:pPr>
            <a:r>
              <a:rPr sz="1425" b="0">
                <a:solidFill>
                  <a:srgbClr val="667085"/>
                </a:solidFill>
              </a:rPr>
              <a:t>Linear + Softmax turns the final state into a token distribution.</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43</a:t>
            </a:r>
          </a:p>
        </p:txBody>
      </p:sp>
      <p:pic>
        <p:nvPicPr>
          <p:cNvPr id="1987074994" name="Picture 1987074993"/>
          <p:cNvPicPr>
            <a:picLocks xmlns:a="http://schemas.openxmlformats.org/drawingml/2006/main" noChangeAspect="1"/>
          </p:cNvPicPr>
          <p:nvPr/>
        </p:nvPicPr>
        <p:blipFill>
          <a:blip xmlns:r="http://schemas.openxmlformats.org/officeDocument/2006/relationships" xmlns:a="http://schemas.openxmlformats.org/drawingml/2006/main" r:embed="R858aeb1919a34a9b"/>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48456799" name="Rectangle 1548456798">
            <a:extLst xmlns:a="http://schemas.openxmlformats.org/drawingml/2006/main">
              <a:ext uri="{FF2B5EF4-FFF2-40B4-BE49-F238E27FC236}">
                <a16:creationId xmlns:a16="http://schemas.microsoft.com/office/drawing/2014/main" id="{8C325054-B7EF-4AD1-A279-C66A95D18E8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77068295" name="Rectangle 1277068294">
            <a:extLst xmlns:a="http://schemas.openxmlformats.org/drawingml/2006/main">
              <a:ext uri="{FF2B5EF4-FFF2-40B4-BE49-F238E27FC236}">
                <a16:creationId xmlns:a16="http://schemas.microsoft.com/office/drawing/2014/main" id="{DC1FB769-9D3B-4AB7-A71A-AD954AC1C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700677849" name="Rectangle: Rounded Corners 700677848">
            <a:extLst xmlns:a="http://schemas.openxmlformats.org/drawingml/2006/main">
              <a:ext uri="{FF2B5EF4-FFF2-40B4-BE49-F238E27FC236}">
                <a16:creationId xmlns:a16="http://schemas.microsoft.com/office/drawing/2014/main" id="{1A997F32-B043-43AD-9709-776E32F650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614717421" name="Rectangle: Rounded Corners 614717420">
            <a:extLst xmlns:a="http://schemas.openxmlformats.org/drawingml/2006/main">
              <a:ext uri="{FF2B5EF4-FFF2-40B4-BE49-F238E27FC236}">
                <a16:creationId xmlns:a16="http://schemas.microsoft.com/office/drawing/2014/main" id="{37F4F533-A0B8-483A-B712-78FB27AE191B}"/>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1854427875" name="Rectangle: Rounded Corners 1854427874">
            <a:extLst xmlns:a="http://schemas.openxmlformats.org/drawingml/2006/main">
              <a:ext uri="{FF2B5EF4-FFF2-40B4-BE49-F238E27FC236}">
                <a16:creationId xmlns:a16="http://schemas.microsoft.com/office/drawing/2014/main" id="{98888998-34E0-4C62-BC24-9A78A899325D}"/>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506494528" name="Rectangle: Rounded Corners 1506494527">
            <a:extLst xmlns:a="http://schemas.openxmlformats.org/drawingml/2006/main">
              <a:ext uri="{FF2B5EF4-FFF2-40B4-BE49-F238E27FC236}">
                <a16:creationId xmlns:a16="http://schemas.microsoft.com/office/drawing/2014/main" id="{C011072A-B57C-4EAE-AE31-74BE1581BDEA}"/>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310583425" name="Rectangle: Rounded Corners 310583424">
            <a:extLst xmlns:a="http://schemas.openxmlformats.org/drawingml/2006/main">
              <a:ext uri="{FF2B5EF4-FFF2-40B4-BE49-F238E27FC236}">
                <a16:creationId xmlns:a16="http://schemas.microsoft.com/office/drawing/2014/main" id="{BDEDB057-A972-4BD2-A68E-8637C26C2392}"/>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701546866" name="Rectangle: Rounded Corners 701546865">
            <a:extLst xmlns:a="http://schemas.openxmlformats.org/drawingml/2006/main">
              <a:ext uri="{FF2B5EF4-FFF2-40B4-BE49-F238E27FC236}">
                <a16:creationId xmlns:a16="http://schemas.microsoft.com/office/drawing/2014/main" id="{E9415471-BC65-462C-A8DE-162F238D389E}"/>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622048334" name="Arrow: Right 622048333">
            <a:extLst xmlns:a="http://schemas.openxmlformats.org/drawingml/2006/main">
              <a:ext uri="{FF2B5EF4-FFF2-40B4-BE49-F238E27FC236}">
                <a16:creationId xmlns:a16="http://schemas.microsoft.com/office/drawing/2014/main" id="{17B8CFF7-CC38-4E81-A838-22D2841935F5}"/>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76163820" name="Arrow: Right 476163819">
            <a:extLst xmlns:a="http://schemas.openxmlformats.org/drawingml/2006/main">
              <a:ext uri="{FF2B5EF4-FFF2-40B4-BE49-F238E27FC236}">
                <a16:creationId xmlns:a16="http://schemas.microsoft.com/office/drawing/2014/main" id="{25E53F2D-FD1C-42B5-89AD-6859204F740D}"/>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96234521" name="Rectangle: Rounded Corners 1396234520">
            <a:extLst xmlns:a="http://schemas.openxmlformats.org/drawingml/2006/main">
              <a:ext uri="{FF2B5EF4-FFF2-40B4-BE49-F238E27FC236}">
                <a16:creationId xmlns:a16="http://schemas.microsoft.com/office/drawing/2014/main" id="{629D79AD-8842-489F-B110-EB8B654645AC}"/>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921889685" name="Rectangle 1921889684">
            <a:extLst xmlns:a="http://schemas.openxmlformats.org/drawingml/2006/main">
              <a:ext uri="{FF2B5EF4-FFF2-40B4-BE49-F238E27FC236}">
                <a16:creationId xmlns:a16="http://schemas.microsoft.com/office/drawing/2014/main" id="{CD10CBEF-9693-4EFC-8C23-4970BC14C0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44</a:t>
            </a:r>
          </a:p>
        </p:txBody>
      </p:sp>
    </p:spTree>
    <p:extLst>
      <p:ext uri="{BB962C8B-B14F-4D97-AF65-F5344CB8AC3E}">
        <p14:creationId xmlns:p14="http://schemas.microsoft.com/office/powerpoint/2010/main" val="1806896858"/>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13822" name="Rectangle 7713821">
            <a:extLst xmlns:a="http://schemas.openxmlformats.org/drawingml/2006/main">
              <a:ext uri="{FF2B5EF4-FFF2-40B4-BE49-F238E27FC236}">
                <a16:creationId xmlns:a16="http://schemas.microsoft.com/office/drawing/2014/main" id="{F5E33FCC-347C-487B-B80F-E4EB17FAD74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81388515" name="Rectangle 1381388514">
            <a:extLst xmlns:a="http://schemas.openxmlformats.org/drawingml/2006/main">
              <a:ext uri="{FF2B5EF4-FFF2-40B4-BE49-F238E27FC236}">
                <a16:creationId xmlns:a16="http://schemas.microsoft.com/office/drawing/2014/main" id="{E4B95ACC-61E0-4560-AD1C-DF75EA744EC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661849785" name="Rectangle: Rounded Corners 661849784">
            <a:extLst xmlns:a="http://schemas.openxmlformats.org/drawingml/2006/main">
              <a:ext uri="{FF2B5EF4-FFF2-40B4-BE49-F238E27FC236}">
                <a16:creationId xmlns:a16="http://schemas.microsoft.com/office/drawing/2014/main" id="{78E36FB9-B310-4E08-B765-B55A7D9C7A2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54931326" name="Rectangle: Rounded Corners 1954931325">
            <a:extLst xmlns:a="http://schemas.openxmlformats.org/drawingml/2006/main">
              <a:ext uri="{FF2B5EF4-FFF2-40B4-BE49-F238E27FC236}">
                <a16:creationId xmlns:a16="http://schemas.microsoft.com/office/drawing/2014/main" id="{12C4DF81-1475-4C6C-8F5A-DFD113F3E634}"/>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479007972" name="Rectangle: Rounded Corners 1479007971">
            <a:extLst xmlns:a="http://schemas.openxmlformats.org/drawingml/2006/main">
              <a:ext uri="{FF2B5EF4-FFF2-40B4-BE49-F238E27FC236}">
                <a16:creationId xmlns:a16="http://schemas.microsoft.com/office/drawing/2014/main" id="{A2914170-2389-4CA4-9A3B-FD796CE83F76}"/>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337911441" name="Rectangle: Rounded Corners 337911440">
            <a:extLst xmlns:a="http://schemas.openxmlformats.org/drawingml/2006/main">
              <a:ext uri="{FF2B5EF4-FFF2-40B4-BE49-F238E27FC236}">
                <a16:creationId xmlns:a16="http://schemas.microsoft.com/office/drawing/2014/main" id="{DE92FA37-B3B1-44EC-A0EB-953E218B5C76}"/>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812565268" name="Rectangle: Rounded Corners 812565267">
            <a:extLst xmlns:a="http://schemas.openxmlformats.org/drawingml/2006/main">
              <a:ext uri="{FF2B5EF4-FFF2-40B4-BE49-F238E27FC236}">
                <a16:creationId xmlns:a16="http://schemas.microsoft.com/office/drawing/2014/main" id="{EAD7919A-7101-4DB8-9340-63F3D320B725}"/>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210839017" name="Rectangle: Rounded Corners 210839016">
            <a:extLst xmlns:a="http://schemas.openxmlformats.org/drawingml/2006/main">
              <a:ext uri="{FF2B5EF4-FFF2-40B4-BE49-F238E27FC236}">
                <a16:creationId xmlns:a16="http://schemas.microsoft.com/office/drawing/2014/main" id="{19C70BE2-A2C5-409E-9174-E35BCE6F7480}"/>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923890291" name="Arrow: Right 923890290">
            <a:extLst xmlns:a="http://schemas.openxmlformats.org/drawingml/2006/main">
              <a:ext uri="{FF2B5EF4-FFF2-40B4-BE49-F238E27FC236}">
                <a16:creationId xmlns:a16="http://schemas.microsoft.com/office/drawing/2014/main" id="{E243665E-78E6-4569-813E-BE5113777FD0}"/>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49922297" name="Rectangle: Rounded Corners 549922296">
            <a:extLst xmlns:a="http://schemas.openxmlformats.org/drawingml/2006/main">
              <a:ext uri="{FF2B5EF4-FFF2-40B4-BE49-F238E27FC236}">
                <a16:creationId xmlns:a16="http://schemas.microsoft.com/office/drawing/2014/main" id="{620C888A-4E3E-4353-AC64-82459CF3F14D}"/>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313069817" name="Rectangle 313069816">
            <a:extLst xmlns:a="http://schemas.openxmlformats.org/drawingml/2006/main">
              <a:ext uri="{FF2B5EF4-FFF2-40B4-BE49-F238E27FC236}">
                <a16:creationId xmlns:a16="http://schemas.microsoft.com/office/drawing/2014/main" id="{64D3035A-A308-4F0A-8C45-14DB5086865F}"/>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81180574" name="Rectangle 181180573">
            <a:extLst xmlns:a="http://schemas.openxmlformats.org/drawingml/2006/main">
              <a:ext uri="{FF2B5EF4-FFF2-40B4-BE49-F238E27FC236}">
                <a16:creationId xmlns:a16="http://schemas.microsoft.com/office/drawing/2014/main" id="{8A5E7FCB-1376-4371-A457-1AEEC9A25BB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45</a:t>
            </a:r>
          </a:p>
        </p:txBody>
      </p:sp>
    </p:spTree>
    <p:extLst>
      <p:ext uri="{BB962C8B-B14F-4D97-AF65-F5344CB8AC3E}">
        <p14:creationId xmlns:p14="http://schemas.microsoft.com/office/powerpoint/2010/main" val="1545776099"/>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Rectangle 106407163">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440135368" name="Rectangle 440135367">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989138249" name="Rectangle: Rounded Corners 989138248">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16044446" name="Rectangle: Rounded Corners 1616044445">
            <a:extLst xmlns:a="http://schemas.openxmlformats.org/drawingml/2006/main">
              <a:ext uri="{FF2B5EF4-FFF2-40B4-BE49-F238E27FC236}">
                <a16:creationId xmlns:a16="http://schemas.microsoft.com/office/drawing/2014/main" id="{8347ECAF-F8EF-49FE-8999-F7DB2B4AB1B2}"/>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594282242" name="Arrow: Right 594282241">
            <a:extLst xmlns:a="http://schemas.openxmlformats.org/drawingml/2006/main">
              <a:ext uri="{FF2B5EF4-FFF2-40B4-BE49-F238E27FC236}">
                <a16:creationId xmlns:a16="http://schemas.microsoft.com/office/drawing/2014/main" id="{C435A250-B797-454F-84D9-5B4ADD5A3E95}"/>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733975539" name="Rectangle: Rounded Corners 733975538">
            <a:extLst xmlns:a="http://schemas.openxmlformats.org/drawingml/2006/main">
              <a:ext uri="{FF2B5EF4-FFF2-40B4-BE49-F238E27FC236}">
                <a16:creationId xmlns:a16="http://schemas.microsoft.com/office/drawing/2014/main" id="{015C2211-006D-4E36-B6C2-18F0DC2320D1}"/>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826463741" name="Arrow: Right 826463740">
            <a:extLst xmlns:a="http://schemas.openxmlformats.org/drawingml/2006/main">
              <a:ext uri="{FF2B5EF4-FFF2-40B4-BE49-F238E27FC236}">
                <a16:creationId xmlns:a16="http://schemas.microsoft.com/office/drawing/2014/main" id="{FB2C6F7C-BD23-4C98-A0EE-A2EC78FC546D}"/>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1611946981" name="Rectangle: Rounded Corners 1611946980">
            <a:extLst xmlns:a="http://schemas.openxmlformats.org/drawingml/2006/main">
              <a:ext uri="{FF2B5EF4-FFF2-40B4-BE49-F238E27FC236}">
                <a16:creationId xmlns:a16="http://schemas.microsoft.com/office/drawing/2014/main" id="{1F5F92EB-B54A-4A14-8B9B-0175480E2FE0}"/>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1141760595" name="Arrow: Right 1141760594">
            <a:extLst xmlns:a="http://schemas.openxmlformats.org/drawingml/2006/main">
              <a:ext uri="{FF2B5EF4-FFF2-40B4-BE49-F238E27FC236}">
                <a16:creationId xmlns:a16="http://schemas.microsoft.com/office/drawing/2014/main" id="{B0BB3870-0363-4743-9159-F2C7E645FD94}"/>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46463301" name="Oval 546463300">
            <a:extLst xmlns:a="http://schemas.openxmlformats.org/drawingml/2006/main">
              <a:ext uri="{FF2B5EF4-FFF2-40B4-BE49-F238E27FC236}">
                <a16:creationId xmlns:a16="http://schemas.microsoft.com/office/drawing/2014/main" id="{03DEB960-6E2C-489E-8515-E309BA6B9961}"/>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1547793055" name="Rectangle 1547793054">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46</a:t>
            </a:r>
          </a:p>
        </p:txBody>
      </p:sp>
    </p:spTree>
    <p:extLst>
      <p:ext uri="{BB962C8B-B14F-4D97-AF65-F5344CB8AC3E}">
        <p14:creationId xmlns:p14="http://schemas.microsoft.com/office/powerpoint/2010/main" val="37256966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Rectangle 106407163">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440135368" name="Rectangle 440135367">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989138249" name="Rectangle: Rounded Corners 989138248">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547793055" name="Rectangle 1547793054">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47</a:t>
            </a:r>
          </a:p>
        </p:txBody>
      </p:sp>
      <p:sp>
        <p:nvSpPr>
          <p:cNvPr id="1547793056" name="model-group-label">
            <a:extLst xmlns:a="http://schemas.openxmlformats.org/drawingml/2006/main">
              <a:ext uri="{FF2B5EF4-FFF2-40B4-BE49-F238E27FC236}">
                <a16:creationId xmlns:a16="http://schemas.microsoft.com/office/drawing/2014/main" id="{E7F6915A-28BE-4796-B63E-F19AA8827B04}"/>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547793057" name="config-component">
            <a:extLst xmlns:a="http://schemas.openxmlformats.org/drawingml/2006/main">
              <a:ext uri="{FF2B5EF4-FFF2-40B4-BE49-F238E27FC236}">
                <a16:creationId xmlns:a16="http://schemas.microsoft.com/office/drawing/2014/main" id="{9F8D870A-7E57-4B73-AAB2-C7814050EB24}"/>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47793058" name="config-label">
            <a:extLst xmlns:a="http://schemas.openxmlformats.org/drawingml/2006/main">
              <a:ext uri="{FF2B5EF4-FFF2-40B4-BE49-F238E27FC236}">
                <a16:creationId xmlns:a16="http://schemas.microsoft.com/office/drawing/2014/main" id="{DE0A2100-1F7B-4FA8-B0BA-34B19EEA36B8}"/>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2563EB"/>
                </a:solidFill>
              </a:defRPr>
            </a:pPr>
            <a:r>
              <a:rPr sz="1125" b="1">
                <a:solidFill>
                  <a:srgbClr val="2563EB"/>
                </a:solidFill>
              </a:rPr>
              <a:t>CONFIG</a:t>
            </a:r>
          </a:p>
        </p:txBody>
      </p:sp>
      <p:sp>
        <p:nvSpPr>
          <p:cNvPr id="1547793059" name="config-title">
            <a:extLst xmlns:a="http://schemas.openxmlformats.org/drawingml/2006/main">
              <a:ext uri="{FF2B5EF4-FFF2-40B4-BE49-F238E27FC236}">
                <a16:creationId xmlns:a16="http://schemas.microsoft.com/office/drawing/2014/main" id="{3C44C8A8-826B-4FC3-81F9-E37E1095BE79}"/>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Architecture</a:t>
            </a:r>
          </a:p>
        </p:txBody>
      </p:sp>
      <p:sp>
        <p:nvSpPr>
          <p:cNvPr id="1547793060" name="config-detail">
            <a:extLst xmlns:a="http://schemas.openxmlformats.org/drawingml/2006/main">
              <a:ext uri="{FF2B5EF4-FFF2-40B4-BE49-F238E27FC236}">
                <a16:creationId xmlns:a16="http://schemas.microsoft.com/office/drawing/2014/main" id="{D5089425-5124-45E2-80B9-0C130B547B3A}"/>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547793061" name="model-plus">
            <a:extLst xmlns:a="http://schemas.openxmlformats.org/drawingml/2006/main">
              <a:ext uri="{FF2B5EF4-FFF2-40B4-BE49-F238E27FC236}">
                <a16:creationId xmlns:a16="http://schemas.microsoft.com/office/drawing/2014/main" id="{CDAC7DF5-2899-4816-917B-F5CF11E2DC46}"/>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2" name="checkpoint-component">
            <a:extLst xmlns:a="http://schemas.openxmlformats.org/drawingml/2006/main">
              <a:ext uri="{FF2B5EF4-FFF2-40B4-BE49-F238E27FC236}">
                <a16:creationId xmlns:a16="http://schemas.microsoft.com/office/drawing/2014/main" id="{286A7290-6E42-41BC-AE32-23316E6D9942}"/>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547793063" name="checkpoint-label">
            <a:extLst xmlns:a="http://schemas.openxmlformats.org/drawingml/2006/main">
              <a:ext uri="{FF2B5EF4-FFF2-40B4-BE49-F238E27FC236}">
                <a16:creationId xmlns:a16="http://schemas.microsoft.com/office/drawing/2014/main" id="{6E955313-264E-4537-B8C8-51BD6FE8ED39}"/>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B981"/>
                </a:solidFill>
              </a:defRPr>
            </a:pPr>
            <a:r>
              <a:rPr sz="1125" b="1">
                <a:solidFill>
                  <a:srgbClr val="10B981"/>
                </a:solidFill>
              </a:rPr>
              <a:t>CHECKPOINT</a:t>
            </a:r>
          </a:p>
        </p:txBody>
      </p:sp>
      <p:sp>
        <p:nvSpPr>
          <p:cNvPr id="1547793064" name="checkpoint-title">
            <a:extLst xmlns:a="http://schemas.openxmlformats.org/drawingml/2006/main">
              <a:ext uri="{FF2B5EF4-FFF2-40B4-BE49-F238E27FC236}">
                <a16:creationId xmlns:a16="http://schemas.microsoft.com/office/drawing/2014/main" id="{89AD0AF5-51C7-4778-960E-2AA28695C9A8}"/>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Trained weights</a:t>
            </a:r>
          </a:p>
        </p:txBody>
      </p:sp>
      <p:sp>
        <p:nvSpPr>
          <p:cNvPr id="1547793065" name="checkpoint-detail">
            <a:extLst xmlns:a="http://schemas.openxmlformats.org/drawingml/2006/main">
              <a:ext uri="{FF2B5EF4-FFF2-40B4-BE49-F238E27FC236}">
                <a16:creationId xmlns:a16="http://schemas.microsoft.com/office/drawing/2014/main" id="{9AAA72CB-0F62-49DA-8CEF-39FC4280018C}"/>
              </a:ext>
            </a:extLst>
          </p:cNvPr>
          <p:cNvSpPr>
            <a:spLocks xmlns:a="http://schemas.openxmlformats.org/drawingml/2006/main" noGrp="1"/>
          </p:cNvSpPr>
          <p:nvPr/>
        </p:nvSpPr>
        <p:spPr>
          <a:xfrm xmlns:a="http://schemas.openxmlformats.org/drawingml/2006/main">
            <a:off x="4724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547793066" name="tokenizer-plus">
            <a:extLst xmlns:a="http://schemas.openxmlformats.org/drawingml/2006/main">
              <a:ext uri="{FF2B5EF4-FFF2-40B4-BE49-F238E27FC236}">
                <a16:creationId xmlns:a16="http://schemas.microsoft.com/office/drawing/2014/main" id="{BF713209-9CF1-48FD-9371-14823A940F5F}"/>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7" name="text ↔ ids-component">
            <a:extLst xmlns:a="http://schemas.openxmlformats.org/drawingml/2006/main">
              <a:ext uri="{FF2B5EF4-FFF2-40B4-BE49-F238E27FC236}">
                <a16:creationId xmlns:a16="http://schemas.microsoft.com/office/drawing/2014/main" id="{5BAF7ECE-5A1F-4873-98A9-CB0BC495A60A}"/>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547793068" name="text ↔ ids-label">
            <a:extLst xmlns:a="http://schemas.openxmlformats.org/drawingml/2006/main">
              <a:ext uri="{FF2B5EF4-FFF2-40B4-BE49-F238E27FC236}">
                <a16:creationId xmlns:a16="http://schemas.microsoft.com/office/drawing/2014/main" id="{CADC966D-FCDE-499A-B0F1-6E8D6CF27A23}"/>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97316"/>
                </a:solidFill>
              </a:defRPr>
            </a:pPr>
            <a:r>
              <a:rPr sz="1125" b="1">
                <a:solidFill>
                  <a:srgbClr val="F97316"/>
                </a:solidFill>
              </a:rPr>
              <a:t>TEXT ↔ IDS</a:t>
            </a:r>
          </a:p>
        </p:txBody>
      </p:sp>
      <p:sp>
        <p:nvSpPr>
          <p:cNvPr id="1547793069" name="text ↔ ids-title">
            <a:extLst xmlns:a="http://schemas.openxmlformats.org/drawingml/2006/main">
              <a:ext uri="{FF2B5EF4-FFF2-40B4-BE49-F238E27FC236}">
                <a16:creationId xmlns:a16="http://schemas.microsoft.com/office/drawing/2014/main" id="{EEEDD20F-F381-4370-984A-2C3A212FE84F}"/>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Tokenizer</a:t>
            </a:r>
          </a:p>
        </p:txBody>
      </p:sp>
      <p:sp>
        <p:nvSpPr>
          <p:cNvPr id="1547793070" name="text ↔ ids-detail">
            <a:extLst xmlns:a="http://schemas.openxmlformats.org/drawingml/2006/main">
              <a:ext uri="{FF2B5EF4-FFF2-40B4-BE49-F238E27FC236}">
                <a16:creationId xmlns:a16="http://schemas.microsoft.com/office/drawing/2014/main" id="{0635E0B2-2F15-4A8B-B0AF-454C2B93D6E1}"/>
              </a:ext>
            </a:extLst>
          </p:cNvPr>
          <p:cNvSpPr>
            <a:spLocks xmlns:a="http://schemas.openxmlformats.org/drawingml/2006/main" noGrp="1"/>
          </p:cNvSpPr>
          <p:nvPr/>
        </p:nvSpPr>
        <p:spPr>
          <a:xfrm xmlns:a="http://schemas.openxmlformats.org/drawingml/2006/main">
            <a:off x="8153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1547793071" name="matching-takeaway">
            <a:extLst xmlns:a="http://schemas.openxmlformats.org/drawingml/2006/main">
              <a:ext uri="{FF2B5EF4-FFF2-40B4-BE49-F238E27FC236}">
                <a16:creationId xmlns:a16="http://schemas.microsoft.com/office/drawing/2014/main" id="{F414E24A-EC1A-4864-8171-C72814FC09AA}"/>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defRPr>
            </a:pPr>
            <a:r>
              <a:rPr sz="1725"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372569667"/>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65507381" name="Rectangle 965507380">
            <a:extLst xmlns:a="http://schemas.openxmlformats.org/drawingml/2006/main">
              <a:ext uri="{FF2B5EF4-FFF2-40B4-BE49-F238E27FC236}">
                <a16:creationId xmlns:a16="http://schemas.microsoft.com/office/drawing/2014/main" id="{25425991-0E9E-4EF0-99B8-F443DC27906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39921794" name="Rectangle 139921793">
            <a:extLst xmlns:a="http://schemas.openxmlformats.org/drawingml/2006/main">
              <a:ext uri="{FF2B5EF4-FFF2-40B4-BE49-F238E27FC236}">
                <a16:creationId xmlns:a16="http://schemas.microsoft.com/office/drawing/2014/main" id="{2D984A6F-AC99-40DA-AAFB-7D9E3ED599F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511732124" name="Rectangle: Rounded Corners 1511732123">
            <a:extLst xmlns:a="http://schemas.openxmlformats.org/drawingml/2006/main">
              <a:ext uri="{FF2B5EF4-FFF2-40B4-BE49-F238E27FC236}">
                <a16:creationId xmlns:a16="http://schemas.microsoft.com/office/drawing/2014/main" id="{A2D20025-7572-40D8-A214-A0C3CD5418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034787169" name="Rectangle: Rounded Corners 2034787168">
            <a:extLst xmlns:a="http://schemas.openxmlformats.org/drawingml/2006/main">
              <a:ext uri="{FF2B5EF4-FFF2-40B4-BE49-F238E27FC236}">
                <a16:creationId xmlns:a16="http://schemas.microsoft.com/office/drawing/2014/main" id="{086E4DAD-A9C2-4BB9-9C0C-8877BB5360A7}"/>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804858147" name="Arrow: Right 1804858146">
            <a:extLst xmlns:a="http://schemas.openxmlformats.org/drawingml/2006/main">
              <a:ext uri="{FF2B5EF4-FFF2-40B4-BE49-F238E27FC236}">
                <a16:creationId xmlns:a16="http://schemas.microsoft.com/office/drawing/2014/main" id="{5A88A1E8-03E6-4BD1-A7FD-934270AEA873}"/>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119234795" name="Rectangle: Rounded Corners 2119234794">
            <a:extLst xmlns:a="http://schemas.openxmlformats.org/drawingml/2006/main">
              <a:ext uri="{FF2B5EF4-FFF2-40B4-BE49-F238E27FC236}">
                <a16:creationId xmlns:a16="http://schemas.microsoft.com/office/drawing/2014/main" id="{F5DCE429-CCFB-4EB8-916D-C3A060DBA23C}"/>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610655778" name="Arrow: Right 1610655777">
            <a:extLst xmlns:a="http://schemas.openxmlformats.org/drawingml/2006/main">
              <a:ext uri="{FF2B5EF4-FFF2-40B4-BE49-F238E27FC236}">
                <a16:creationId xmlns:a16="http://schemas.microsoft.com/office/drawing/2014/main" id="{EB163372-EFBB-4F03-A73E-FECC37DC64B0}"/>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7679863" name="Rectangle: Rounded Corners 67679862">
            <a:extLst xmlns:a="http://schemas.openxmlformats.org/drawingml/2006/main">
              <a:ext uri="{FF2B5EF4-FFF2-40B4-BE49-F238E27FC236}">
                <a16:creationId xmlns:a16="http://schemas.microsoft.com/office/drawing/2014/main" id="{79CEB56D-A846-4DDD-B674-C59C30641F7F}"/>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129615996" name="Straight Connector 1129615995">
            <a:extLst xmlns:a="http://schemas.openxmlformats.org/drawingml/2006/main">
              <a:ext uri="{FF2B5EF4-FFF2-40B4-BE49-F238E27FC236}">
                <a16:creationId xmlns:a16="http://schemas.microsoft.com/office/drawing/2014/main" id="{090703C6-1114-4190-92A5-D4B64F29691E}"/>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701261000" name="Rectangle 701260999">
            <a:extLst xmlns:a="http://schemas.openxmlformats.org/drawingml/2006/main">
              <a:ext uri="{FF2B5EF4-FFF2-40B4-BE49-F238E27FC236}">
                <a16:creationId xmlns:a16="http://schemas.microsoft.com/office/drawing/2014/main" id="{E9AA7DA8-BB0F-466C-B70E-EFF22498883C}"/>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567537239" name="Rectangle 567537238">
            <a:extLst xmlns:a="http://schemas.openxmlformats.org/drawingml/2006/main">
              <a:ext uri="{FF2B5EF4-FFF2-40B4-BE49-F238E27FC236}">
                <a16:creationId xmlns:a16="http://schemas.microsoft.com/office/drawing/2014/main" id="{44C37A0E-B60D-4751-A153-101A4E90D4C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48</a:t>
            </a:r>
          </a:p>
        </p:txBody>
      </p:sp>
    </p:spTree>
    <p:extLst>
      <p:ext uri="{BB962C8B-B14F-4D97-AF65-F5344CB8AC3E}">
        <p14:creationId xmlns:p14="http://schemas.microsoft.com/office/powerpoint/2010/main" val="1444992567"/>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14109764" name="Rectangle 1814109763">
            <a:extLst xmlns:a="http://schemas.openxmlformats.org/drawingml/2006/main">
              <a:ext uri="{FF2B5EF4-FFF2-40B4-BE49-F238E27FC236}">
                <a16:creationId xmlns:a16="http://schemas.microsoft.com/office/drawing/2014/main" id="{77AA1B8F-B194-4A68-912F-73AD8342C59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2024296006" name="Rectangle 2024296005">
            <a:extLst xmlns:a="http://schemas.openxmlformats.org/drawingml/2006/main">
              <a:ext uri="{FF2B5EF4-FFF2-40B4-BE49-F238E27FC236}">
                <a16:creationId xmlns:a16="http://schemas.microsoft.com/office/drawing/2014/main" id="{F103212B-90FF-4FFF-AFA8-D08DD6E3714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520397167" name="Rectangle: Rounded Corners 520397166">
            <a:extLst xmlns:a="http://schemas.openxmlformats.org/drawingml/2006/main">
              <a:ext uri="{FF2B5EF4-FFF2-40B4-BE49-F238E27FC236}">
                <a16:creationId xmlns:a16="http://schemas.microsoft.com/office/drawing/2014/main" id="{92E7AC35-01E2-481D-BDBF-682BC46223B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861104431" name="Rectangle 1861104430">
            <a:extLst xmlns:a="http://schemas.openxmlformats.org/drawingml/2006/main">
              <a:ext uri="{FF2B5EF4-FFF2-40B4-BE49-F238E27FC236}">
                <a16:creationId xmlns:a16="http://schemas.microsoft.com/office/drawing/2014/main" id="{A06CD16E-B578-4428-9DFC-C7F2B63C69A3}"/>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392389717" name="Rectangle: Rounded Corners 1392389716">
            <a:extLst xmlns:a="http://schemas.openxmlformats.org/drawingml/2006/main">
              <a:ext uri="{FF2B5EF4-FFF2-40B4-BE49-F238E27FC236}">
                <a16:creationId xmlns:a16="http://schemas.microsoft.com/office/drawing/2014/main" id="{2C9CB3EA-09B7-4030-8E84-44CE590B58A5}"/>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04746230" name="Rectangle: Rounded Corners 304746229">
            <a:extLst xmlns:a="http://schemas.openxmlformats.org/drawingml/2006/main">
              <a:ext uri="{FF2B5EF4-FFF2-40B4-BE49-F238E27FC236}">
                <a16:creationId xmlns:a16="http://schemas.microsoft.com/office/drawing/2014/main" id="{1FFE74E5-0305-4493-BBE4-E020D860761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22174651" name="Rectangle: Rounded Corners 1222174650">
            <a:extLst xmlns:a="http://schemas.openxmlformats.org/drawingml/2006/main">
              <a:ext uri="{FF2B5EF4-FFF2-40B4-BE49-F238E27FC236}">
                <a16:creationId xmlns:a16="http://schemas.microsoft.com/office/drawing/2014/main" id="{6284B152-783B-4FE7-A393-F16492F514C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21083533" name="Rectangle: Rounded Corners 221083532">
            <a:extLst xmlns:a="http://schemas.openxmlformats.org/drawingml/2006/main">
              <a:ext uri="{FF2B5EF4-FFF2-40B4-BE49-F238E27FC236}">
                <a16:creationId xmlns:a16="http://schemas.microsoft.com/office/drawing/2014/main" id="{549D0D48-67E1-4354-BF54-8E31736902EE}"/>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871169588" name="Rectangle: Rounded Corners 1871169587">
            <a:extLst xmlns:a="http://schemas.openxmlformats.org/drawingml/2006/main">
              <a:ext uri="{FF2B5EF4-FFF2-40B4-BE49-F238E27FC236}">
                <a16:creationId xmlns:a16="http://schemas.microsoft.com/office/drawing/2014/main" id="{900E65A1-9D25-45F1-B01F-1D19DD1DD5BD}"/>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899079275" name="Rectangle 1899079274">
            <a:extLst xmlns:a="http://schemas.openxmlformats.org/drawingml/2006/main">
              <a:ext uri="{FF2B5EF4-FFF2-40B4-BE49-F238E27FC236}">
                <a16:creationId xmlns:a16="http://schemas.microsoft.com/office/drawing/2014/main" id="{B2357C2E-B583-4BE2-B944-1D492268D0A8}"/>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557756632" name="Rectangle: Rounded Corners 557756631">
            <a:extLst xmlns:a="http://schemas.openxmlformats.org/drawingml/2006/main">
              <a:ext uri="{FF2B5EF4-FFF2-40B4-BE49-F238E27FC236}">
                <a16:creationId xmlns:a16="http://schemas.microsoft.com/office/drawing/2014/main" id="{E0FAABCC-7227-427B-9D34-392D9CB136DC}"/>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421477789" name="Rectangle: Rounded Corners 421477788">
            <a:extLst xmlns:a="http://schemas.openxmlformats.org/drawingml/2006/main">
              <a:ext uri="{FF2B5EF4-FFF2-40B4-BE49-F238E27FC236}">
                <a16:creationId xmlns:a16="http://schemas.microsoft.com/office/drawing/2014/main" id="{AAA1AE17-DEAC-4E87-9C7F-FB5F2BD000B7}"/>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358930619" name="Rectangle: Rounded Corners 358930618">
            <a:extLst xmlns:a="http://schemas.openxmlformats.org/drawingml/2006/main">
              <a:ext uri="{FF2B5EF4-FFF2-40B4-BE49-F238E27FC236}">
                <a16:creationId xmlns:a16="http://schemas.microsoft.com/office/drawing/2014/main" id="{6FEA12A8-C099-4586-9534-4596763DD7A0}"/>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92675594" name="Rectangle: Rounded Corners 92675593">
            <a:extLst xmlns:a="http://schemas.openxmlformats.org/drawingml/2006/main">
              <a:ext uri="{FF2B5EF4-FFF2-40B4-BE49-F238E27FC236}">
                <a16:creationId xmlns:a16="http://schemas.microsoft.com/office/drawing/2014/main" id="{3B9A8683-5D1D-40FA-AF3F-80EC734C6685}"/>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199041678" name="Rectangle: Rounded Corners 1199041677">
            <a:extLst xmlns:a="http://schemas.openxmlformats.org/drawingml/2006/main">
              <a:ext uri="{FF2B5EF4-FFF2-40B4-BE49-F238E27FC236}">
                <a16:creationId xmlns:a16="http://schemas.microsoft.com/office/drawing/2014/main" id="{59F0EF3D-5FCE-4034-8D3A-E97135F2C40B}"/>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35073006" name="Rectangle 35073005">
            <a:extLst xmlns:a="http://schemas.openxmlformats.org/drawingml/2006/main">
              <a:ext uri="{FF2B5EF4-FFF2-40B4-BE49-F238E27FC236}">
                <a16:creationId xmlns:a16="http://schemas.microsoft.com/office/drawing/2014/main" id="{85EE945A-341B-4AB6-BE65-D461913D0AE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49</a:t>
            </a:r>
          </a:p>
        </p:txBody>
      </p:sp>
    </p:spTree>
    <p:extLst>
      <p:ext uri="{BB962C8B-B14F-4D97-AF65-F5344CB8AC3E}">
        <p14:creationId xmlns:p14="http://schemas.microsoft.com/office/powerpoint/2010/main" val="489948602"/>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2368025" name="Rectangle 642368024">
            <a:extLst xmlns:a="http://schemas.openxmlformats.org/drawingml/2006/main">
              <a:ext uri="{FF2B5EF4-FFF2-40B4-BE49-F238E27FC236}">
                <a16:creationId xmlns:a16="http://schemas.microsoft.com/office/drawing/2014/main" id="{B0A89407-7448-48F1-B113-B5E8E6F7D2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340580573" name="Rectangle 1340580572">
            <a:extLst xmlns:a="http://schemas.openxmlformats.org/drawingml/2006/main">
              <a:ext uri="{FF2B5EF4-FFF2-40B4-BE49-F238E27FC236}">
                <a16:creationId xmlns:a16="http://schemas.microsoft.com/office/drawing/2014/main" id="{3B6D7CE7-5C6E-4ECE-94A7-29B9CDE9EDF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167098247" name="Rectangle: Rounded Corners 1167098246">
            <a:extLst xmlns:a="http://schemas.openxmlformats.org/drawingml/2006/main">
              <a:ext uri="{FF2B5EF4-FFF2-40B4-BE49-F238E27FC236}">
                <a16:creationId xmlns:a16="http://schemas.microsoft.com/office/drawing/2014/main" id="{C7599D89-BE1A-4087-9804-E5723E8BDA7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391850248" name="Rectangle: Rounded Corners 391850247">
            <a:extLst xmlns:a="http://schemas.openxmlformats.org/drawingml/2006/main">
              <a:ext uri="{FF2B5EF4-FFF2-40B4-BE49-F238E27FC236}">
                <a16:creationId xmlns:a16="http://schemas.microsoft.com/office/drawing/2014/main" id="{1ACDFFA0-3A9D-4B81-847B-0905FB716A92}"/>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558602477" name="Rectangle 558602476">
            <a:extLst xmlns:a="http://schemas.openxmlformats.org/drawingml/2006/main">
              <a:ext uri="{FF2B5EF4-FFF2-40B4-BE49-F238E27FC236}">
                <a16:creationId xmlns:a16="http://schemas.microsoft.com/office/drawing/2014/main" id="{3FD2F9D3-D024-4914-AFF0-0997B09F409A}"/>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908481341" name="Rectangle 908481340">
            <a:extLst xmlns:a="http://schemas.openxmlformats.org/drawingml/2006/main">
              <a:ext uri="{FF2B5EF4-FFF2-40B4-BE49-F238E27FC236}">
                <a16:creationId xmlns:a16="http://schemas.microsoft.com/office/drawing/2014/main" id="{7251742B-E548-480E-9088-61788C6954B8}"/>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803342786" name="Rectangle 803342785">
            <a:extLst xmlns:a="http://schemas.openxmlformats.org/drawingml/2006/main">
              <a:ext uri="{FF2B5EF4-FFF2-40B4-BE49-F238E27FC236}">
                <a16:creationId xmlns:a16="http://schemas.microsoft.com/office/drawing/2014/main" id="{D6550586-0128-48D0-A4EF-B77382885E7A}"/>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990101031" name="Rectangle: Rounded Corners 1990101030">
            <a:extLst xmlns:a="http://schemas.openxmlformats.org/drawingml/2006/main">
              <a:ext uri="{FF2B5EF4-FFF2-40B4-BE49-F238E27FC236}">
                <a16:creationId xmlns:a16="http://schemas.microsoft.com/office/drawing/2014/main" id="{A78E1466-6489-43B7-A546-D5CEFBDF8AD4}"/>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11392787" name="Rectangle 1511392786">
            <a:extLst xmlns:a="http://schemas.openxmlformats.org/drawingml/2006/main">
              <a:ext uri="{FF2B5EF4-FFF2-40B4-BE49-F238E27FC236}">
                <a16:creationId xmlns:a16="http://schemas.microsoft.com/office/drawing/2014/main" id="{E4CCB2FA-C457-4142-8661-5429E9F19753}"/>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68585735" name="Rectangle: Rounded Corners 768585734">
            <a:extLst xmlns:a="http://schemas.openxmlformats.org/drawingml/2006/main">
              <a:ext uri="{FF2B5EF4-FFF2-40B4-BE49-F238E27FC236}">
                <a16:creationId xmlns:a16="http://schemas.microsoft.com/office/drawing/2014/main" id="{3806A880-69A4-453A-804F-4053E2CB134B}"/>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734996420" name="Rectangle 734996419">
            <a:extLst xmlns:a="http://schemas.openxmlformats.org/drawingml/2006/main">
              <a:ext uri="{FF2B5EF4-FFF2-40B4-BE49-F238E27FC236}">
                <a16:creationId xmlns:a16="http://schemas.microsoft.com/office/drawing/2014/main" id="{AF94DB6D-8BF5-4CF2-A694-1DB93AC7875A}"/>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04396019" name="Rectangle: Rounded Corners 904396018">
            <a:extLst xmlns:a="http://schemas.openxmlformats.org/drawingml/2006/main">
              <a:ext uri="{FF2B5EF4-FFF2-40B4-BE49-F238E27FC236}">
                <a16:creationId xmlns:a16="http://schemas.microsoft.com/office/drawing/2014/main" id="{E385307D-E77D-483A-9102-0954A1E712BE}"/>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23400870" name="Rectangle 1723400869">
            <a:extLst xmlns:a="http://schemas.openxmlformats.org/drawingml/2006/main">
              <a:ext uri="{FF2B5EF4-FFF2-40B4-BE49-F238E27FC236}">
                <a16:creationId xmlns:a16="http://schemas.microsoft.com/office/drawing/2014/main" id="{1B566FA8-6A77-4C44-9F7E-67BEF63261C8}"/>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04735607" name="Rectangle: Rounded Corners 1904735606">
            <a:extLst xmlns:a="http://schemas.openxmlformats.org/drawingml/2006/main">
              <a:ext uri="{FF2B5EF4-FFF2-40B4-BE49-F238E27FC236}">
                <a16:creationId xmlns:a16="http://schemas.microsoft.com/office/drawing/2014/main" id="{D4CDD30E-06F4-4C54-B886-BD1A1CFB5574}"/>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977779496" name="Rectangle 1977779495">
            <a:extLst xmlns:a="http://schemas.openxmlformats.org/drawingml/2006/main">
              <a:ext uri="{FF2B5EF4-FFF2-40B4-BE49-F238E27FC236}">
                <a16:creationId xmlns:a16="http://schemas.microsoft.com/office/drawing/2014/main" id="{F6ABE293-26A1-4DCF-97AD-89EBAF613408}"/>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58909755" name="Rectangle: Rounded Corners 758909754">
            <a:extLst xmlns:a="http://schemas.openxmlformats.org/drawingml/2006/main">
              <a:ext uri="{FF2B5EF4-FFF2-40B4-BE49-F238E27FC236}">
                <a16:creationId xmlns:a16="http://schemas.microsoft.com/office/drawing/2014/main" id="{C69689E4-E841-403A-8450-BA19191CA7F6}"/>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103671469" name="Rectangle 1103671468">
            <a:extLst xmlns:a="http://schemas.openxmlformats.org/drawingml/2006/main">
              <a:ext uri="{FF2B5EF4-FFF2-40B4-BE49-F238E27FC236}">
                <a16:creationId xmlns:a16="http://schemas.microsoft.com/office/drawing/2014/main" id="{ED2C0297-7CC2-4ADD-888C-78548B6C5721}"/>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109785805" name="Rectangle: Rounded Corners 1109785804">
            <a:extLst xmlns:a="http://schemas.openxmlformats.org/drawingml/2006/main">
              <a:ext uri="{FF2B5EF4-FFF2-40B4-BE49-F238E27FC236}">
                <a16:creationId xmlns:a16="http://schemas.microsoft.com/office/drawing/2014/main" id="{185F035C-F470-4704-AB35-7BDE423E953A}"/>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87535764" name="Rectangle 87535763">
            <a:extLst xmlns:a="http://schemas.openxmlformats.org/drawingml/2006/main">
              <a:ext uri="{FF2B5EF4-FFF2-40B4-BE49-F238E27FC236}">
                <a16:creationId xmlns:a16="http://schemas.microsoft.com/office/drawing/2014/main" id="{6205933C-5AFE-4BB0-A15B-668C4BF0BEAA}"/>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395524452" name="Rectangle: Rounded Corners 395524451">
            <a:extLst xmlns:a="http://schemas.openxmlformats.org/drawingml/2006/main">
              <a:ext uri="{FF2B5EF4-FFF2-40B4-BE49-F238E27FC236}">
                <a16:creationId xmlns:a16="http://schemas.microsoft.com/office/drawing/2014/main" id="{F183BF05-5071-4DA8-A1B3-83F1ACA9B030}"/>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752117889" name="Rectangle 752117888">
            <a:extLst xmlns:a="http://schemas.openxmlformats.org/drawingml/2006/main">
              <a:ext uri="{FF2B5EF4-FFF2-40B4-BE49-F238E27FC236}">
                <a16:creationId xmlns:a16="http://schemas.microsoft.com/office/drawing/2014/main" id="{14A75EA9-D44C-4AE4-AD26-FB68C27E1658}"/>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87034515" name="Rectangle: Rounded Corners 1187034514">
            <a:extLst xmlns:a="http://schemas.openxmlformats.org/drawingml/2006/main">
              <a:ext uri="{FF2B5EF4-FFF2-40B4-BE49-F238E27FC236}">
                <a16:creationId xmlns:a16="http://schemas.microsoft.com/office/drawing/2014/main" id="{C3E4D051-14B4-43A8-9BE0-605B7BB21941}"/>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239831953" name="Rectangle 1239831952">
            <a:extLst xmlns:a="http://schemas.openxmlformats.org/drawingml/2006/main">
              <a:ext uri="{FF2B5EF4-FFF2-40B4-BE49-F238E27FC236}">
                <a16:creationId xmlns:a16="http://schemas.microsoft.com/office/drawing/2014/main" id="{DE49D8D7-D582-4D11-B68E-95AF0516C450}"/>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90686704" name="Rectangle: Rounded Corners 1990686703">
            <a:extLst xmlns:a="http://schemas.openxmlformats.org/drawingml/2006/main">
              <a:ext uri="{FF2B5EF4-FFF2-40B4-BE49-F238E27FC236}">
                <a16:creationId xmlns:a16="http://schemas.microsoft.com/office/drawing/2014/main" id="{5E6A2362-AC3C-467C-86B9-9C1CAFC0E175}"/>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790741739" name="Rectangle 790741738">
            <a:extLst xmlns:a="http://schemas.openxmlformats.org/drawingml/2006/main">
              <a:ext uri="{FF2B5EF4-FFF2-40B4-BE49-F238E27FC236}">
                <a16:creationId xmlns:a16="http://schemas.microsoft.com/office/drawing/2014/main" id="{334B336D-0300-4A58-A3BC-84F1E12591E3}"/>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1344716698" name="Rectangle 1344716697">
            <a:extLst xmlns:a="http://schemas.openxmlformats.org/drawingml/2006/main">
              <a:ext uri="{FF2B5EF4-FFF2-40B4-BE49-F238E27FC236}">
                <a16:creationId xmlns:a16="http://schemas.microsoft.com/office/drawing/2014/main" id="{D014A24A-68AB-47E8-81C5-314EE00DD7DE}"/>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505587209" name="Rectangle: Rounded Corners 505587208">
            <a:extLst xmlns:a="http://schemas.openxmlformats.org/drawingml/2006/main">
              <a:ext uri="{FF2B5EF4-FFF2-40B4-BE49-F238E27FC236}">
                <a16:creationId xmlns:a16="http://schemas.microsoft.com/office/drawing/2014/main" id="{62B80894-C651-4AF6-97A1-7B3BB55B4268}"/>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817540190" name="Rectangle 1817540189">
            <a:extLst xmlns:a="http://schemas.openxmlformats.org/drawingml/2006/main">
              <a:ext uri="{FF2B5EF4-FFF2-40B4-BE49-F238E27FC236}">
                <a16:creationId xmlns:a16="http://schemas.microsoft.com/office/drawing/2014/main" id="{4CFF848A-FBC5-4AF5-ACF2-D0B81358E900}"/>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412774460" name="Rectangle: Rounded Corners 1412774459">
            <a:extLst xmlns:a="http://schemas.openxmlformats.org/drawingml/2006/main">
              <a:ext uri="{FF2B5EF4-FFF2-40B4-BE49-F238E27FC236}">
                <a16:creationId xmlns:a16="http://schemas.microsoft.com/office/drawing/2014/main" id="{BF24294C-5C73-4426-ABF0-C54DE07D6913}"/>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842999193" name="Rectangle 842999192">
            <a:extLst xmlns:a="http://schemas.openxmlformats.org/drawingml/2006/main">
              <a:ext uri="{FF2B5EF4-FFF2-40B4-BE49-F238E27FC236}">
                <a16:creationId xmlns:a16="http://schemas.microsoft.com/office/drawing/2014/main" id="{EC95DCD4-2AB8-48DB-9641-E764EFCB953C}"/>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20875967" name="Rectangle: Rounded Corners 1720875966">
            <a:extLst xmlns:a="http://schemas.openxmlformats.org/drawingml/2006/main">
              <a:ext uri="{FF2B5EF4-FFF2-40B4-BE49-F238E27FC236}">
                <a16:creationId xmlns:a16="http://schemas.microsoft.com/office/drawing/2014/main" id="{E4914D5C-5706-4494-88DB-D81C2C92DEA9}"/>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66502240" name="Rectangle 66502239">
            <a:extLst xmlns:a="http://schemas.openxmlformats.org/drawingml/2006/main">
              <a:ext uri="{FF2B5EF4-FFF2-40B4-BE49-F238E27FC236}">
                <a16:creationId xmlns:a16="http://schemas.microsoft.com/office/drawing/2014/main" id="{A2E05C75-2166-4453-82B3-D31550E0D592}"/>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2118371451" name="Rectangle: Rounded Corners 2118371450">
            <a:extLst xmlns:a="http://schemas.openxmlformats.org/drawingml/2006/main">
              <a:ext uri="{FF2B5EF4-FFF2-40B4-BE49-F238E27FC236}">
                <a16:creationId xmlns:a16="http://schemas.microsoft.com/office/drawing/2014/main" id="{3F24AD4D-0565-4ADF-A9C7-8FA6A3B16E74}"/>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p:txBody>
      </p:sp>
      <p:sp>
        <p:nvSpPr>
          <p:cNvPr id="1265886564" name="Rectangle 1265886563">
            <a:extLst xmlns:a="http://schemas.openxmlformats.org/drawingml/2006/main">
              <a:ext uri="{FF2B5EF4-FFF2-40B4-BE49-F238E27FC236}">
                <a16:creationId xmlns:a16="http://schemas.microsoft.com/office/drawing/2014/main" id="{6F025E1A-396C-47B9-9FED-F8EB6F9C99DD}"/>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2042608733" name="Rectangle: Rounded Corners 2042608732">
            <a:extLst xmlns:a="http://schemas.openxmlformats.org/drawingml/2006/main">
              <a:ext uri="{FF2B5EF4-FFF2-40B4-BE49-F238E27FC236}">
                <a16:creationId xmlns:a16="http://schemas.microsoft.com/office/drawing/2014/main" id="{FD51F73C-A55B-4459-A719-83D37953A307}"/>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p:txBody>
      </p:sp>
      <p:sp>
        <p:nvSpPr>
          <p:cNvPr id="661207097" name="Rectangle 661207096">
            <a:extLst xmlns:a="http://schemas.openxmlformats.org/drawingml/2006/main">
              <a:ext uri="{FF2B5EF4-FFF2-40B4-BE49-F238E27FC236}">
                <a16:creationId xmlns:a16="http://schemas.microsoft.com/office/drawing/2014/main" id="{4F3E22C3-A44C-4DAD-87BB-8452BCACC074}"/>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098391784" name="Rectangle: Rounded Corners 1098391783">
            <a:extLst xmlns:a="http://schemas.openxmlformats.org/drawingml/2006/main">
              <a:ext uri="{FF2B5EF4-FFF2-40B4-BE49-F238E27FC236}">
                <a16:creationId xmlns:a16="http://schemas.microsoft.com/office/drawing/2014/main" id="{9F1A8D28-5A75-4D12-B911-56FF57DF0748}"/>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p:txBody>
      </p:sp>
      <p:sp>
        <p:nvSpPr>
          <p:cNvPr id="1867510341" name="Rectangle 1867510340">
            <a:extLst xmlns:a="http://schemas.openxmlformats.org/drawingml/2006/main">
              <a:ext uri="{FF2B5EF4-FFF2-40B4-BE49-F238E27FC236}">
                <a16:creationId xmlns:a16="http://schemas.microsoft.com/office/drawing/2014/main" id="{9BA89BF8-07C9-4478-8FCD-33748BCE2F60}"/>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610821017" name="Rectangle 610821016">
            <a:extLst xmlns:a="http://schemas.openxmlformats.org/drawingml/2006/main">
              <a:ext uri="{FF2B5EF4-FFF2-40B4-BE49-F238E27FC236}">
                <a16:creationId xmlns:a16="http://schemas.microsoft.com/office/drawing/2014/main" id="{8778E9B6-BAA0-4C4D-AD7B-50CBB2BECCF1}"/>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846748794" name="Rectangle: Rounded Corners 1846748793">
            <a:extLst xmlns:a="http://schemas.openxmlformats.org/drawingml/2006/main">
              <a:ext uri="{FF2B5EF4-FFF2-40B4-BE49-F238E27FC236}">
                <a16:creationId xmlns:a16="http://schemas.microsoft.com/office/drawing/2014/main" id="{237B3604-B378-4C52-ABD8-6B216FCC5F18}"/>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569626176" name="Rectangle 569626175">
            <a:extLst xmlns:a="http://schemas.openxmlformats.org/drawingml/2006/main">
              <a:ext uri="{FF2B5EF4-FFF2-40B4-BE49-F238E27FC236}">
                <a16:creationId xmlns:a16="http://schemas.microsoft.com/office/drawing/2014/main" id="{5718A3A4-6B0F-4D47-90ED-AC8BEF534806}"/>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43298066" name="Rectangle: Rounded Corners 43298065">
            <a:extLst xmlns:a="http://schemas.openxmlformats.org/drawingml/2006/main">
              <a:ext uri="{FF2B5EF4-FFF2-40B4-BE49-F238E27FC236}">
                <a16:creationId xmlns:a16="http://schemas.microsoft.com/office/drawing/2014/main" id="{AB194AF7-A69A-4A6F-BB06-E933D1A12C3D}"/>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14239355" name="Rectangle 114239354">
            <a:extLst xmlns:a="http://schemas.openxmlformats.org/drawingml/2006/main">
              <a:ext uri="{FF2B5EF4-FFF2-40B4-BE49-F238E27FC236}">
                <a16:creationId xmlns:a16="http://schemas.microsoft.com/office/drawing/2014/main" id="{44424C92-2F64-42AB-B98A-37CD28F1F6ED}"/>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589723465" name="Rectangle: Rounded Corners 1589723464">
            <a:extLst xmlns:a="http://schemas.openxmlformats.org/drawingml/2006/main">
              <a:ext uri="{FF2B5EF4-FFF2-40B4-BE49-F238E27FC236}">
                <a16:creationId xmlns:a16="http://schemas.microsoft.com/office/drawing/2014/main" id="{922B77DF-FD5A-4C8A-8C50-38FE5630F0FD}"/>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27230099" name="Rectangle 127230098">
            <a:extLst xmlns:a="http://schemas.openxmlformats.org/drawingml/2006/main">
              <a:ext uri="{FF2B5EF4-FFF2-40B4-BE49-F238E27FC236}">
                <a16:creationId xmlns:a16="http://schemas.microsoft.com/office/drawing/2014/main" id="{598EDFF3-22D6-4D18-939B-A4410C05542B}"/>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760303361" name="Rectangle 760303360">
            <a:extLst xmlns:a="http://schemas.openxmlformats.org/drawingml/2006/main">
              <a:ext uri="{FF2B5EF4-FFF2-40B4-BE49-F238E27FC236}">
                <a16:creationId xmlns:a16="http://schemas.microsoft.com/office/drawing/2014/main" id="{4CEBEC40-4DF4-4E64-9D01-AF8042B6B4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50</a:t>
            </a:r>
          </a:p>
        </p:txBody>
      </p:sp>
      <p:pic>
        <p:nvPicPr>
          <p:cNvPr id="2118371499" name="Graphic 2118371498"/>
          <p:cNvPicPr>
            <a:picLocks xmlns:a="http://schemas.openxmlformats.org/drawingml/2006/main" noChangeAspect="1"/>
          </p:cNvPicPr>
          <p:nvPr/>
        </p:nvPicPr>
        <p:blipFill>
          <a:blip xmlns:r="http://schemas.openxmlformats.org/officeDocument/2006/relationships" xmlns:a="http://schemas.openxmlformats.org/drawingml/2006/main" r:embed="R1caf56e757ce400d">
            <a:extLst>
              <a:ext uri="{96DAC541-7B7A-43D3-8B79-37D633B846F1}">
                <asvg:svgBlip xmlns:asvg="http://schemas.microsoft.com/office/drawing/2016/SVG/main" r:embed="R4e7313210d63463e"/>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03772464"/>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09576544" name="Rectangle 1109576543">
            <a:extLst xmlns:a="http://schemas.openxmlformats.org/drawingml/2006/main">
              <a:ext uri="{FF2B5EF4-FFF2-40B4-BE49-F238E27FC236}">
                <a16:creationId xmlns:a16="http://schemas.microsoft.com/office/drawing/2014/main" id="{24E5CCD9-D8E0-44E1-BD23-65EB9DF5E82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65357683" name="Rectangle 165357682">
            <a:extLst xmlns:a="http://schemas.openxmlformats.org/drawingml/2006/main">
              <a:ext uri="{FF2B5EF4-FFF2-40B4-BE49-F238E27FC236}">
                <a16:creationId xmlns:a16="http://schemas.microsoft.com/office/drawing/2014/main" id="{2CBC81FC-CD4C-42D4-B467-2543EE9801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373434996" name="Rectangle: Rounded Corners 1373434995">
            <a:extLst xmlns:a="http://schemas.openxmlformats.org/drawingml/2006/main">
              <a:ext uri="{FF2B5EF4-FFF2-40B4-BE49-F238E27FC236}">
                <a16:creationId xmlns:a16="http://schemas.microsoft.com/office/drawing/2014/main" id="{A1BDAE8F-9025-4282-979E-66DE527DD3E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47695514" name="Straight Connector 247695513">
            <a:extLst xmlns:a="http://schemas.openxmlformats.org/drawingml/2006/main">
              <a:ext uri="{FF2B5EF4-FFF2-40B4-BE49-F238E27FC236}">
                <a16:creationId xmlns:a16="http://schemas.microsoft.com/office/drawing/2014/main" id="{BDB5FEDF-39E1-4D66-B9C4-17D1D70C889A}"/>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28746850" name="Oval 628746849">
            <a:extLst xmlns:a="http://schemas.openxmlformats.org/drawingml/2006/main">
              <a:ext uri="{FF2B5EF4-FFF2-40B4-BE49-F238E27FC236}">
                <a16:creationId xmlns:a16="http://schemas.microsoft.com/office/drawing/2014/main" id="{4796A9F9-8222-482C-9866-9AA2DD986D32}"/>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98660203" name="Rectangle 1898660202">
            <a:extLst xmlns:a="http://schemas.openxmlformats.org/drawingml/2006/main">
              <a:ext uri="{FF2B5EF4-FFF2-40B4-BE49-F238E27FC236}">
                <a16:creationId xmlns:a16="http://schemas.microsoft.com/office/drawing/2014/main" id="{F493813A-E07C-44E9-A037-7D43C53A368D}"/>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901053969" name="Oval 901053968">
            <a:extLst xmlns:a="http://schemas.openxmlformats.org/drawingml/2006/main">
              <a:ext uri="{FF2B5EF4-FFF2-40B4-BE49-F238E27FC236}">
                <a16:creationId xmlns:a16="http://schemas.microsoft.com/office/drawing/2014/main" id="{0A278A2E-05C2-4B7A-9D22-372F0FC4F9BD}"/>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2049675484" name="Rectangle 2049675483">
            <a:extLst xmlns:a="http://schemas.openxmlformats.org/drawingml/2006/main">
              <a:ext uri="{FF2B5EF4-FFF2-40B4-BE49-F238E27FC236}">
                <a16:creationId xmlns:a16="http://schemas.microsoft.com/office/drawing/2014/main" id="{B09F8C19-6BFA-4D3E-A12B-51364CFBB2DD}"/>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80204407" name="Oval 80204406">
            <a:extLst xmlns:a="http://schemas.openxmlformats.org/drawingml/2006/main">
              <a:ext uri="{FF2B5EF4-FFF2-40B4-BE49-F238E27FC236}">
                <a16:creationId xmlns:a16="http://schemas.microsoft.com/office/drawing/2014/main" id="{01842FAE-BC9A-4C99-893F-4534007863AA}"/>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419699717" name="Rectangle 1419699716">
            <a:extLst xmlns:a="http://schemas.openxmlformats.org/drawingml/2006/main">
              <a:ext uri="{FF2B5EF4-FFF2-40B4-BE49-F238E27FC236}">
                <a16:creationId xmlns:a16="http://schemas.microsoft.com/office/drawing/2014/main" id="{5C87F5DE-139F-4262-A681-9DEBE24AD8C2}"/>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824188965" name="Oval 1824188964">
            <a:extLst xmlns:a="http://schemas.openxmlformats.org/drawingml/2006/main">
              <a:ext uri="{FF2B5EF4-FFF2-40B4-BE49-F238E27FC236}">
                <a16:creationId xmlns:a16="http://schemas.microsoft.com/office/drawing/2014/main" id="{D94D6749-BF2B-46A9-B53C-B4F38596E0A3}"/>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161191517" name="Rectangle 1161191516">
            <a:extLst xmlns:a="http://schemas.openxmlformats.org/drawingml/2006/main">
              <a:ext uri="{FF2B5EF4-FFF2-40B4-BE49-F238E27FC236}">
                <a16:creationId xmlns:a16="http://schemas.microsoft.com/office/drawing/2014/main" id="{0CA2A2C0-68F4-4377-9970-B6E38C3623AE}"/>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506955709" name="Oval 506955708">
            <a:extLst xmlns:a="http://schemas.openxmlformats.org/drawingml/2006/main">
              <a:ext uri="{FF2B5EF4-FFF2-40B4-BE49-F238E27FC236}">
                <a16:creationId xmlns:a16="http://schemas.microsoft.com/office/drawing/2014/main" id="{D70B9327-A4AC-4773-B85B-F0DD1866E570}"/>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606354812" name="Rectangle 1606354811">
            <a:extLst xmlns:a="http://schemas.openxmlformats.org/drawingml/2006/main">
              <a:ext uri="{FF2B5EF4-FFF2-40B4-BE49-F238E27FC236}">
                <a16:creationId xmlns:a16="http://schemas.microsoft.com/office/drawing/2014/main" id="{75EACF89-BEF5-4CB9-8179-F692693C3275}"/>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759270823" name="Oval 759270822">
            <a:extLst xmlns:a="http://schemas.openxmlformats.org/drawingml/2006/main">
              <a:ext uri="{FF2B5EF4-FFF2-40B4-BE49-F238E27FC236}">
                <a16:creationId xmlns:a16="http://schemas.microsoft.com/office/drawing/2014/main" id="{71C1147E-F696-4C4A-8919-C3D077D50740}"/>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44500736" name="Rectangle 2044500735">
            <a:extLst xmlns:a="http://schemas.openxmlformats.org/drawingml/2006/main">
              <a:ext uri="{FF2B5EF4-FFF2-40B4-BE49-F238E27FC236}">
                <a16:creationId xmlns:a16="http://schemas.microsoft.com/office/drawing/2014/main" id="{010F27DD-3932-4260-BDBA-AD69869481D9}"/>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421878985" name="Rectangle 421878984">
            <a:extLst xmlns:a="http://schemas.openxmlformats.org/drawingml/2006/main">
              <a:ext uri="{FF2B5EF4-FFF2-40B4-BE49-F238E27FC236}">
                <a16:creationId xmlns:a16="http://schemas.microsoft.com/office/drawing/2014/main" id="{9CF81AB6-3373-437E-8F0A-9FB1F14DA5DA}"/>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865122752" name="Rectangle 865122751">
            <a:extLst xmlns:a="http://schemas.openxmlformats.org/drawingml/2006/main">
              <a:ext uri="{FF2B5EF4-FFF2-40B4-BE49-F238E27FC236}">
                <a16:creationId xmlns:a16="http://schemas.microsoft.com/office/drawing/2014/main" id="{8BE55E22-B702-436E-8BF3-92B37F57DBD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51</a:t>
            </a:r>
          </a:p>
        </p:txBody>
      </p:sp>
    </p:spTree>
    <p:extLst>
      <p:ext uri="{BB962C8B-B14F-4D97-AF65-F5344CB8AC3E}">
        <p14:creationId xmlns:p14="http://schemas.microsoft.com/office/powerpoint/2010/main" val="813735675"/>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0144412" name="Rectangle 720144411">
            <a:extLst xmlns:a="http://schemas.openxmlformats.org/drawingml/2006/main">
              <a:ext uri="{FF2B5EF4-FFF2-40B4-BE49-F238E27FC236}">
                <a16:creationId xmlns:a16="http://schemas.microsoft.com/office/drawing/2014/main" id="{4CB26F53-E0B1-4DB6-9565-92133ECBC8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25833153" name="Rectangle 1225833152">
            <a:extLst xmlns:a="http://schemas.openxmlformats.org/drawingml/2006/main">
              <a:ext uri="{FF2B5EF4-FFF2-40B4-BE49-F238E27FC236}">
                <a16:creationId xmlns:a16="http://schemas.microsoft.com/office/drawing/2014/main" id="{E170960C-0C15-44AB-A8F6-34D7B7241C9A}"/>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259784901" name="Rectangle: Rounded Corners 259784900">
            <a:extLst xmlns:a="http://schemas.openxmlformats.org/drawingml/2006/main">
              <a:ext uri="{FF2B5EF4-FFF2-40B4-BE49-F238E27FC236}">
                <a16:creationId xmlns:a16="http://schemas.microsoft.com/office/drawing/2014/main" id="{069EEC81-9F03-42B3-AFD9-1DBF3D86A40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590363605" name="Rectangle: Rounded Corners 590363604">
            <a:extLst xmlns:a="http://schemas.openxmlformats.org/drawingml/2006/main">
              <a:ext uri="{FF2B5EF4-FFF2-40B4-BE49-F238E27FC236}">
                <a16:creationId xmlns:a16="http://schemas.microsoft.com/office/drawing/2014/main" id="{DF1957E6-30CA-4949-B293-A7D349E48CA8}"/>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646256514" name="Rectangle: Rounded Corners 646256513">
            <a:extLst xmlns:a="http://schemas.openxmlformats.org/drawingml/2006/main">
              <a:ext uri="{FF2B5EF4-FFF2-40B4-BE49-F238E27FC236}">
                <a16:creationId xmlns:a16="http://schemas.microsoft.com/office/drawing/2014/main" id="{9A5BF91C-C905-49D0-AAB7-89456F6156BA}"/>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904291873" name="Rectangle: Rounded Corners 904291872">
            <a:extLst xmlns:a="http://schemas.openxmlformats.org/drawingml/2006/main">
              <a:ext uri="{FF2B5EF4-FFF2-40B4-BE49-F238E27FC236}">
                <a16:creationId xmlns:a16="http://schemas.microsoft.com/office/drawing/2014/main" id="{BA7BBF8D-3CC9-4BB2-AC6A-9AE1B9456EA5}"/>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609756685" name="Rectangle: Rounded Corners 1609756684">
            <a:extLst xmlns:a="http://schemas.openxmlformats.org/drawingml/2006/main">
              <a:ext uri="{FF2B5EF4-FFF2-40B4-BE49-F238E27FC236}">
                <a16:creationId xmlns:a16="http://schemas.microsoft.com/office/drawing/2014/main" id="{9A3598B3-000E-448B-9433-F1EF608C5FC5}"/>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855592259" name="Rectangle: Rounded Corners 855592258">
            <a:extLst xmlns:a="http://schemas.openxmlformats.org/drawingml/2006/main">
              <a:ext uri="{FF2B5EF4-FFF2-40B4-BE49-F238E27FC236}">
                <a16:creationId xmlns:a16="http://schemas.microsoft.com/office/drawing/2014/main" id="{66B686C1-B0D2-4DED-A8E3-421F744FA009}"/>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607889826" name="Straight Connector 607889825">
            <a:extLst xmlns:a="http://schemas.openxmlformats.org/drawingml/2006/main">
              <a:ext uri="{FF2B5EF4-FFF2-40B4-BE49-F238E27FC236}">
                <a16:creationId xmlns:a16="http://schemas.microsoft.com/office/drawing/2014/main" id="{9D399B2F-5BFF-45B6-86D5-D344BD03DE39}"/>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601584251" name="Rectangle 1601584250">
            <a:extLst xmlns:a="http://schemas.openxmlformats.org/drawingml/2006/main">
              <a:ext uri="{FF2B5EF4-FFF2-40B4-BE49-F238E27FC236}">
                <a16:creationId xmlns:a16="http://schemas.microsoft.com/office/drawing/2014/main" id="{10DD68EE-9182-4FBF-A93F-ED417A492B53}"/>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734795485" name="Rectangle 734795484">
            <a:extLst xmlns:a="http://schemas.openxmlformats.org/drawingml/2006/main">
              <a:ext uri="{FF2B5EF4-FFF2-40B4-BE49-F238E27FC236}">
                <a16:creationId xmlns:a16="http://schemas.microsoft.com/office/drawing/2014/main" id="{3D85D92F-40BE-4D83-8764-FBD8A90EBC96}"/>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28239209" name="Rectangle 28239208">
            <a:extLst xmlns:a="http://schemas.openxmlformats.org/drawingml/2006/main">
              <a:ext uri="{FF2B5EF4-FFF2-40B4-BE49-F238E27FC236}">
                <a16:creationId xmlns:a16="http://schemas.microsoft.com/office/drawing/2014/main" id="{44E0F810-2B30-4C53-AE03-7B62C9C4156B}"/>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250386904" name="Rectangle 1250386903">
            <a:extLst xmlns:a="http://schemas.openxmlformats.org/drawingml/2006/main">
              <a:ext uri="{FF2B5EF4-FFF2-40B4-BE49-F238E27FC236}">
                <a16:creationId xmlns:a16="http://schemas.microsoft.com/office/drawing/2014/main" id="{95664514-E30F-4AB7-B185-033925999DB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52</a:t>
            </a:r>
          </a:p>
        </p:txBody>
      </p:sp>
    </p:spTree>
    <p:extLst>
      <p:ext uri="{BB962C8B-B14F-4D97-AF65-F5344CB8AC3E}">
        <p14:creationId xmlns:p14="http://schemas.microsoft.com/office/powerpoint/2010/main" val="884948398"/>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7135522" name="Rectangle 1667135521">
            <a:extLst xmlns:a="http://schemas.openxmlformats.org/drawingml/2006/main">
              <a:ext uri="{FF2B5EF4-FFF2-40B4-BE49-F238E27FC236}">
                <a16:creationId xmlns:a16="http://schemas.microsoft.com/office/drawing/2014/main" id="{AF1FE26F-D4FF-448C-9C68-7066AC43E8B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753528190" name="Rectangle 753528189">
            <a:extLst xmlns:a="http://schemas.openxmlformats.org/drawingml/2006/main">
              <a:ext uri="{FF2B5EF4-FFF2-40B4-BE49-F238E27FC236}">
                <a16:creationId xmlns:a16="http://schemas.microsoft.com/office/drawing/2014/main" id="{55CDCE00-3253-4D8C-86A5-A3E7F7677CBE}"/>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870951438" name="Rectangle: Rounded Corners 870951437">
            <a:extLst xmlns:a="http://schemas.openxmlformats.org/drawingml/2006/main">
              <a:ext uri="{FF2B5EF4-FFF2-40B4-BE49-F238E27FC236}">
                <a16:creationId xmlns:a16="http://schemas.microsoft.com/office/drawing/2014/main" id="{1473051E-0DB9-4879-983E-7FF33E56D2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803074335" name="Rectangle: Rounded Corners 1803074334">
            <a:extLst xmlns:a="http://schemas.openxmlformats.org/drawingml/2006/main">
              <a:ext uri="{FF2B5EF4-FFF2-40B4-BE49-F238E27FC236}">
                <a16:creationId xmlns:a16="http://schemas.microsoft.com/office/drawing/2014/main" id="{5746D735-CD86-48AC-BAD8-7469803961E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2018184416" name="Arrow: Right 2018184415">
            <a:extLst xmlns:a="http://schemas.openxmlformats.org/drawingml/2006/main">
              <a:ext uri="{FF2B5EF4-FFF2-40B4-BE49-F238E27FC236}">
                <a16:creationId xmlns:a16="http://schemas.microsoft.com/office/drawing/2014/main" id="{74E044AA-417A-4BE7-9210-924A3FF128AE}"/>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50855696" name="Rectangle: Rounded Corners 850855695">
            <a:extLst xmlns:a="http://schemas.openxmlformats.org/drawingml/2006/main">
              <a:ext uri="{FF2B5EF4-FFF2-40B4-BE49-F238E27FC236}">
                <a16:creationId xmlns:a16="http://schemas.microsoft.com/office/drawing/2014/main" id="{4F6BD3FA-EF6F-42C2-8C7D-DBBC3C45C433}"/>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111035309" name="Arrow: Right 1111035308">
            <a:extLst xmlns:a="http://schemas.openxmlformats.org/drawingml/2006/main">
              <a:ext uri="{FF2B5EF4-FFF2-40B4-BE49-F238E27FC236}">
                <a16:creationId xmlns:a16="http://schemas.microsoft.com/office/drawing/2014/main" id="{9F7FE58D-849B-4452-9E24-70A36DF1DDCC}"/>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60549356" name="Rectangle: Rounded Corners 360549355">
            <a:extLst xmlns:a="http://schemas.openxmlformats.org/drawingml/2006/main">
              <a:ext uri="{FF2B5EF4-FFF2-40B4-BE49-F238E27FC236}">
                <a16:creationId xmlns:a16="http://schemas.microsoft.com/office/drawing/2014/main" id="{0086722D-FF6A-4DBD-AF54-D4AE3A57568A}"/>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94665979" name="Arrow: Right 1294665978">
            <a:extLst xmlns:a="http://schemas.openxmlformats.org/drawingml/2006/main">
              <a:ext uri="{FF2B5EF4-FFF2-40B4-BE49-F238E27FC236}">
                <a16:creationId xmlns:a16="http://schemas.microsoft.com/office/drawing/2014/main" id="{FB32B669-E2F0-4245-BCE5-011448BE10AD}"/>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81615349" name="Rectangle: Rounded Corners 1581615348">
            <a:extLst xmlns:a="http://schemas.openxmlformats.org/drawingml/2006/main">
              <a:ext uri="{FF2B5EF4-FFF2-40B4-BE49-F238E27FC236}">
                <a16:creationId xmlns:a16="http://schemas.microsoft.com/office/drawing/2014/main" id="{50C480BA-C6D3-40C0-95C5-C4E548C9DA6B}"/>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43885394" name="Rectangle: Rounded Corners 143885393">
            <a:extLst xmlns:a="http://schemas.openxmlformats.org/drawingml/2006/main">
              <a:ext uri="{FF2B5EF4-FFF2-40B4-BE49-F238E27FC236}">
                <a16:creationId xmlns:a16="http://schemas.microsoft.com/office/drawing/2014/main" id="{3BF38889-3CDC-4DE4-8810-40582A9DDF8C}"/>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310012484" name="Rectangle 310012483">
            <a:extLst xmlns:a="http://schemas.openxmlformats.org/drawingml/2006/main">
              <a:ext uri="{FF2B5EF4-FFF2-40B4-BE49-F238E27FC236}">
                <a16:creationId xmlns:a16="http://schemas.microsoft.com/office/drawing/2014/main" id="{723853B6-42A1-4E9F-9230-853DB75142D6}"/>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31870987" name="Rectangle 131870986">
            <a:extLst xmlns:a="http://schemas.openxmlformats.org/drawingml/2006/main">
              <a:ext uri="{FF2B5EF4-FFF2-40B4-BE49-F238E27FC236}">
                <a16:creationId xmlns:a16="http://schemas.microsoft.com/office/drawing/2014/main" id="{496475A3-1473-4564-B0B3-6AB2F3CFEAF7}"/>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2042090533" name="Rectangle 2042090532">
            <a:extLst xmlns:a="http://schemas.openxmlformats.org/drawingml/2006/main">
              <a:ext uri="{FF2B5EF4-FFF2-40B4-BE49-F238E27FC236}">
                <a16:creationId xmlns:a16="http://schemas.microsoft.com/office/drawing/2014/main" id="{28FF078E-DB70-4AA3-9D03-DF7CD0880B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53</a:t>
            </a:r>
          </a:p>
        </p:txBody>
      </p:sp>
    </p:spTree>
    <p:extLst>
      <p:ext uri="{BB962C8B-B14F-4D97-AF65-F5344CB8AC3E}">
        <p14:creationId xmlns:p14="http://schemas.microsoft.com/office/powerpoint/2010/main" val="686667865"/>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7625472" name="Rectangle 1747625471">
            <a:extLst xmlns:a="http://schemas.openxmlformats.org/drawingml/2006/main">
              <a:ext uri="{FF2B5EF4-FFF2-40B4-BE49-F238E27FC236}">
                <a16:creationId xmlns:a16="http://schemas.microsoft.com/office/drawing/2014/main" id="{DD617C82-404D-4E81-8C41-658B50097F1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692741900" name="Rectangle 1692741899">
            <a:extLst xmlns:a="http://schemas.openxmlformats.org/drawingml/2006/main">
              <a:ext uri="{FF2B5EF4-FFF2-40B4-BE49-F238E27FC236}">
                <a16:creationId xmlns:a16="http://schemas.microsoft.com/office/drawing/2014/main" id="{F2DE9CFE-4A8A-466B-8718-E480AA58E07A}"/>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258575893" name="Rectangle: Rounded Corners 258575892">
            <a:extLst xmlns:a="http://schemas.openxmlformats.org/drawingml/2006/main">
              <a:ext uri="{FF2B5EF4-FFF2-40B4-BE49-F238E27FC236}">
                <a16:creationId xmlns:a16="http://schemas.microsoft.com/office/drawing/2014/main" id="{987FD46A-99DD-40EE-91C1-8B82FA23758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069258197" name="Rectangle: Rounded Corners 1069258196">
            <a:extLst xmlns:a="http://schemas.openxmlformats.org/drawingml/2006/main">
              <a:ext uri="{FF2B5EF4-FFF2-40B4-BE49-F238E27FC236}">
                <a16:creationId xmlns:a16="http://schemas.microsoft.com/office/drawing/2014/main" id="{F0717379-6F5F-4B2A-BC90-8EE10EC882A7}"/>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0B0F19"/>
                </a:solidFill>
              </a:defRPr>
            </a:pPr>
            <a:r>
              <a:rPr sz="1575" b="1">
                <a:solidFill>
                  <a:srgbClr val="0B0F19"/>
                </a:solidFill>
              </a:rPr>
              <a:t>Known: FFNs detect and combine learned features.</a:t>
            </a:r>
          </a:p>
        </p:txBody>
      </p:sp>
      <p:sp>
        <p:nvSpPr>
          <p:cNvPr id="1837153770" name="Rectangle: Rounded Corners 1837153769">
            <a:extLst xmlns:a="http://schemas.openxmlformats.org/drawingml/2006/main">
              <a:ext uri="{FF2B5EF4-FFF2-40B4-BE49-F238E27FC236}">
                <a16:creationId xmlns:a16="http://schemas.microsoft.com/office/drawing/2014/main" id="{1BE0588C-FAC7-4FF9-9662-722D98E98F07}"/>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0B0F19"/>
                </a:solidFill>
              </a:defRPr>
            </a:pPr>
            <a:r>
              <a:rPr sz="1425" b="1">
                <a:solidFill>
                  <a:srgbClr val="0B0F19"/>
                </a:solidFill>
              </a:rPr>
              <a:t>Evidence: FFN weights can act like key–value parameter memory.</a:t>
            </a:r>
          </a:p>
        </p:txBody>
      </p:sp>
      <p:sp>
        <p:nvSpPr>
          <p:cNvPr id="744058579" name="Rectangle: Rounded Corners 744058578">
            <a:extLst xmlns:a="http://schemas.openxmlformats.org/drawingml/2006/main">
              <a:ext uri="{FF2B5EF4-FFF2-40B4-BE49-F238E27FC236}">
                <a16:creationId xmlns:a16="http://schemas.microsoft.com/office/drawing/2014/main" id="{198958E2-7F80-4BFF-87F8-A5528D3CCF48}"/>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FF4D4F"/>
                </a:solidFill>
              </a:defRPr>
            </a:pPr>
            <a:r>
              <a:rPr sz="1425" b="1">
                <a:solidFill>
                  <a:srgbClr val="FF4D4F"/>
                </a:solidFill>
              </a:rPr>
              <a:t>Ablations: reducing FFN capacity shifts work elsewhere and can cost more compute.</a:t>
            </a:r>
          </a:p>
        </p:txBody>
      </p:sp>
      <p:sp>
        <p:nvSpPr>
          <p:cNvPr id="1294874813" name="Rectangle 1294874812">
            <a:extLst xmlns:a="http://schemas.openxmlformats.org/drawingml/2006/main">
              <a:ext uri="{FF2B5EF4-FFF2-40B4-BE49-F238E27FC236}">
                <a16:creationId xmlns:a16="http://schemas.microsoft.com/office/drawing/2014/main" id="{89B1DAF1-19B8-4CE3-85E7-CABCD0FDFE80}"/>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2563EB"/>
                </a:solidFill>
              </a:defRPr>
            </a:pPr>
            <a:r>
              <a:rPr sz="1575" b="1">
                <a:solidFill>
                  <a:srgbClr val="2563EB"/>
                </a:solidFill>
              </a:rPr>
              <a:t>Attention mixes tokens; the FFN transforms each token nonlinearly.</a:t>
            </a:r>
          </a:p>
        </p:txBody>
      </p:sp>
      <p:sp>
        <p:nvSpPr>
          <p:cNvPr id="1106276677" name="Rectangle 1106276676">
            <a:extLst xmlns:a="http://schemas.openxmlformats.org/drawingml/2006/main">
              <a:ext uri="{FF2B5EF4-FFF2-40B4-BE49-F238E27FC236}">
                <a16:creationId xmlns:a16="http://schemas.microsoft.com/office/drawing/2014/main" id="{A5033B69-447D-4E4E-8526-77A9BB03B11F}"/>
              </a:ext>
            </a:extLst>
          </p:cNvPr>
          <p:cNvSpPr>
            <a:spLocks xmlns:a="http://schemas.openxmlformats.org/drawingml/2006/main" noGrp="1"/>
          </p:cNvSpPr>
          <p:nvPr/>
        </p:nvSpPr>
        <p:spPr>
          <a:xfrm xmlns:a="http://schemas.openxmlformats.org/drawingml/2006/main">
            <a:off x="1000125" y="5124450"/>
            <a:ext cx="495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479918334" name="Rectangle 1479918333">
            <a:extLst xmlns:a="http://schemas.openxmlformats.org/drawingml/2006/main">
              <a:ext uri="{FF2B5EF4-FFF2-40B4-BE49-F238E27FC236}">
                <a16:creationId xmlns:a16="http://schemas.microsoft.com/office/drawing/2014/main" id="{373EF69B-C37F-4490-8FB4-8BB117C03DA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54</a:t>
            </a:r>
          </a:p>
        </p:txBody>
      </p:sp>
      <p:pic>
        <p:nvPicPr>
          <p:cNvPr id="1837153781" name="Picture 1837153780"/>
          <p:cNvPicPr>
            <a:picLocks xmlns:a="http://schemas.openxmlformats.org/drawingml/2006/main" noChangeAspect="1"/>
          </p:cNvPicPr>
          <p:nvPr/>
        </p:nvPicPr>
        <p:blipFill>
          <a:blip xmlns:r="http://schemas.openxmlformats.org/officeDocument/2006/relationships" xmlns:a="http://schemas.openxmlformats.org/drawingml/2006/main" r:embed="R64abac1d0256417f"/>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1017838657"/>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55</a:t>
            </a:r>
          </a:p>
        </p:txBody>
      </p:sp>
      <p:pic>
        <p:nvPicPr>
          <p:cNvPr id="1495975742" name="Picture 1495975738"/>
          <p:cNvPicPr>
            <a:picLocks xmlns:a="http://schemas.openxmlformats.org/drawingml/2006/main" noChangeAspect="1"/>
          </p:cNvPicPr>
          <p:nvPr/>
        </p:nvPicPr>
        <p:blipFill>
          <a:blip xmlns:r="http://schemas.openxmlformats.org/officeDocument/2006/relationships" xmlns:a="http://schemas.openxmlformats.org/drawingml/2006/main" r:embed="R9c38731a5676455a"/>
          <a:srcRect xmlns:a="http://schemas.openxmlformats.org/drawingml/2006/main" l="0" t="15961" r="0" b="15961"/>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1495975735" name="diffusion-forward-label">
            <a:extLst xmlns:a="http://schemas.openxmlformats.org/drawingml/2006/main">
              <a:ext uri="{FF2B5EF4-FFF2-40B4-BE49-F238E27FC236}">
                <a16:creationId xmlns:a16="http://schemas.microsoft.com/office/drawing/2014/main" id="{4AAA4962-CB6B-4776-9946-675A5E68CC7F}"/>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1495975736" name="diffusion-reverse-label">
            <a:extLst xmlns:a="http://schemas.openxmlformats.org/drawingml/2006/main">
              <a:ext uri="{FF2B5EF4-FFF2-40B4-BE49-F238E27FC236}">
                <a16:creationId xmlns:a16="http://schemas.microsoft.com/office/drawing/2014/main" id="{4B446802-A06D-4B6A-A3DE-09EE260FA77F}"/>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2057099531"/>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399602" name="Rectangle 550399601">
            <a:extLst xmlns:a="http://schemas.openxmlformats.org/drawingml/2006/main">
              <a:ext uri="{FF2B5EF4-FFF2-40B4-BE49-F238E27FC236}">
                <a16:creationId xmlns:a16="http://schemas.microsoft.com/office/drawing/2014/main" id="{3E969378-83E7-41BB-B3FB-7D73BA85BB7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882538347" name="Rectangle 882538346">
            <a:extLst xmlns:a="http://schemas.openxmlformats.org/drawingml/2006/main">
              <a:ext uri="{FF2B5EF4-FFF2-40B4-BE49-F238E27FC236}">
                <a16:creationId xmlns:a16="http://schemas.microsoft.com/office/drawing/2014/main" id="{4A7E1E5B-E09F-41AE-9A82-E08F080955A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990867236" name="Rectangle: Rounded Corners 1990867235">
            <a:extLst xmlns:a="http://schemas.openxmlformats.org/drawingml/2006/main">
              <a:ext uri="{FF2B5EF4-FFF2-40B4-BE49-F238E27FC236}">
                <a16:creationId xmlns:a16="http://schemas.microsoft.com/office/drawing/2014/main" id="{8C0AA695-3108-40C0-AD93-91F8310752C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9623161" name="Rectangle 9623160">
            <a:extLst xmlns:a="http://schemas.openxmlformats.org/drawingml/2006/main">
              <a:ext uri="{FF2B5EF4-FFF2-40B4-BE49-F238E27FC236}">
                <a16:creationId xmlns:a16="http://schemas.microsoft.com/office/drawing/2014/main" id="{92D39BD8-96E5-435A-97BF-6D64B3957EF4}"/>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14855873" name="Rectangle: Rounded Corners 114855872">
            <a:extLst xmlns:a="http://schemas.openxmlformats.org/drawingml/2006/main">
              <a:ext uri="{FF2B5EF4-FFF2-40B4-BE49-F238E27FC236}">
                <a16:creationId xmlns:a16="http://schemas.microsoft.com/office/drawing/2014/main" id="{620D4FDF-EDA8-4B12-A015-301AC069E7AA}"/>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34158914" name="Rectangle: Rounded Corners 734158913">
            <a:extLst xmlns:a="http://schemas.openxmlformats.org/drawingml/2006/main">
              <a:ext uri="{FF2B5EF4-FFF2-40B4-BE49-F238E27FC236}">
                <a16:creationId xmlns:a16="http://schemas.microsoft.com/office/drawing/2014/main" id="{07559B4F-BC19-4018-BDD3-626C328652F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596678257" name="Rectangle: Rounded Corners 1596678256">
            <a:extLst xmlns:a="http://schemas.openxmlformats.org/drawingml/2006/main">
              <a:ext uri="{FF2B5EF4-FFF2-40B4-BE49-F238E27FC236}">
                <a16:creationId xmlns:a16="http://schemas.microsoft.com/office/drawing/2014/main" id="{514D9FD5-F8F8-44A1-90D1-9E927BF70CA4}"/>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59288132" name="Rectangle: Rounded Corners 2059288131">
            <a:extLst xmlns:a="http://schemas.openxmlformats.org/drawingml/2006/main">
              <a:ext uri="{FF2B5EF4-FFF2-40B4-BE49-F238E27FC236}">
                <a16:creationId xmlns:a16="http://schemas.microsoft.com/office/drawing/2014/main" id="{1BBA7B1E-9DC1-4783-B80C-D1BB582F2864}"/>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010991303" name="Rectangle: Rounded Corners 1010991302">
            <a:extLst xmlns:a="http://schemas.openxmlformats.org/drawingml/2006/main">
              <a:ext uri="{FF2B5EF4-FFF2-40B4-BE49-F238E27FC236}">
                <a16:creationId xmlns:a16="http://schemas.microsoft.com/office/drawing/2014/main" id="{D8985F2E-8086-4005-9F32-5AEAA1C8B239}"/>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730168993" name="Rectangle: Rounded Corners 1730168992">
            <a:extLst xmlns:a="http://schemas.openxmlformats.org/drawingml/2006/main">
              <a:ext uri="{FF2B5EF4-FFF2-40B4-BE49-F238E27FC236}">
                <a16:creationId xmlns:a16="http://schemas.microsoft.com/office/drawing/2014/main" id="{CBB8F00D-917B-475A-9CE5-715C753391A4}"/>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27538638" name="Straight Connector 427538637">
            <a:extLst xmlns:a="http://schemas.openxmlformats.org/drawingml/2006/main">
              <a:ext uri="{FF2B5EF4-FFF2-40B4-BE49-F238E27FC236}">
                <a16:creationId xmlns:a16="http://schemas.microsoft.com/office/drawing/2014/main" id="{7181FEC5-713F-4A5C-B475-CA78A9B6DA8E}"/>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317775177" name="Rectangle 317775176">
            <a:extLst xmlns:a="http://schemas.openxmlformats.org/drawingml/2006/main">
              <a:ext uri="{FF2B5EF4-FFF2-40B4-BE49-F238E27FC236}">
                <a16:creationId xmlns:a16="http://schemas.microsoft.com/office/drawing/2014/main" id="{057C16F3-C890-474E-BA08-C78F682331B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947755656" name="Rectangle: Rounded Corners 947755655">
            <a:extLst xmlns:a="http://schemas.openxmlformats.org/drawingml/2006/main">
              <a:ext uri="{FF2B5EF4-FFF2-40B4-BE49-F238E27FC236}">
                <a16:creationId xmlns:a16="http://schemas.microsoft.com/office/drawing/2014/main" id="{F1F734A9-1EA6-4049-BB7E-2702F3B3FB74}"/>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310797680" name="Rectangle: Rounded Corners 1310797679">
            <a:extLst xmlns:a="http://schemas.openxmlformats.org/drawingml/2006/main">
              <a:ext uri="{FF2B5EF4-FFF2-40B4-BE49-F238E27FC236}">
                <a16:creationId xmlns:a16="http://schemas.microsoft.com/office/drawing/2014/main" id="{C9491E58-3697-4403-A2E3-DC22804E3490}"/>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996140324" name="Rectangle: Rounded Corners 1996140323">
            <a:extLst xmlns:a="http://schemas.openxmlformats.org/drawingml/2006/main">
              <a:ext uri="{FF2B5EF4-FFF2-40B4-BE49-F238E27FC236}">
                <a16:creationId xmlns:a16="http://schemas.microsoft.com/office/drawing/2014/main" id="{EE83BB8F-0715-420D-BDF1-48FA0A863811}"/>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42163071" name="Rectangle: Rounded Corners 242163070">
            <a:extLst xmlns:a="http://schemas.openxmlformats.org/drawingml/2006/main">
              <a:ext uri="{FF2B5EF4-FFF2-40B4-BE49-F238E27FC236}">
                <a16:creationId xmlns:a16="http://schemas.microsoft.com/office/drawing/2014/main" id="{FC0D985F-781D-43AB-A4AE-AB48329B58DD}"/>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87924440" name="Rectangle: Rounded Corners 787924439">
            <a:extLst xmlns:a="http://schemas.openxmlformats.org/drawingml/2006/main">
              <a:ext uri="{FF2B5EF4-FFF2-40B4-BE49-F238E27FC236}">
                <a16:creationId xmlns:a16="http://schemas.microsoft.com/office/drawing/2014/main" id="{9101B335-6C73-4EED-A262-3EC5F1A6722E}"/>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36973234" name="Rectangle: Rounded Corners 2036973233">
            <a:extLst xmlns:a="http://schemas.openxmlformats.org/drawingml/2006/main">
              <a:ext uri="{FF2B5EF4-FFF2-40B4-BE49-F238E27FC236}">
                <a16:creationId xmlns:a16="http://schemas.microsoft.com/office/drawing/2014/main" id="{0F9A4B43-79DB-49A4-87E2-036BC49E736F}"/>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2017847099" name="Straight Connector 2017847098">
            <a:extLst xmlns:a="http://schemas.openxmlformats.org/drawingml/2006/main">
              <a:ext uri="{FF2B5EF4-FFF2-40B4-BE49-F238E27FC236}">
                <a16:creationId xmlns:a16="http://schemas.microsoft.com/office/drawing/2014/main" id="{155BF193-0A2D-4BEB-95C1-CB72A9147FA1}"/>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420069149" name="Rectangle 420069148">
            <a:extLst xmlns:a="http://schemas.openxmlformats.org/drawingml/2006/main">
              <a:ext uri="{FF2B5EF4-FFF2-40B4-BE49-F238E27FC236}">
                <a16:creationId xmlns:a16="http://schemas.microsoft.com/office/drawing/2014/main" id="{79C99421-6CB7-409F-B7F5-6E2409F7ED1A}"/>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532010384" name="Rectangle: Rounded Corners 1532010383">
            <a:extLst xmlns:a="http://schemas.openxmlformats.org/drawingml/2006/main">
              <a:ext uri="{FF2B5EF4-FFF2-40B4-BE49-F238E27FC236}">
                <a16:creationId xmlns:a16="http://schemas.microsoft.com/office/drawing/2014/main" id="{F89982A1-0F50-41CF-81C4-A9B03F2FA45C}"/>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83276118" name="Rectangle: Rounded Corners 1983276117">
            <a:extLst xmlns:a="http://schemas.openxmlformats.org/drawingml/2006/main">
              <a:ext uri="{FF2B5EF4-FFF2-40B4-BE49-F238E27FC236}">
                <a16:creationId xmlns:a16="http://schemas.microsoft.com/office/drawing/2014/main" id="{DBB2BAC2-511D-4821-942C-7AB9E6F06D2E}"/>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047163947" name="Rectangle: Rounded Corners 1047163946">
            <a:extLst xmlns:a="http://schemas.openxmlformats.org/drawingml/2006/main">
              <a:ext uri="{FF2B5EF4-FFF2-40B4-BE49-F238E27FC236}">
                <a16:creationId xmlns:a16="http://schemas.microsoft.com/office/drawing/2014/main" id="{2A4897EF-45D0-4786-8EB8-488622925F69}"/>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523171808" name="Rectangle: Rounded Corners 523171807">
            <a:extLst xmlns:a="http://schemas.openxmlformats.org/drawingml/2006/main">
              <a:ext uri="{FF2B5EF4-FFF2-40B4-BE49-F238E27FC236}">
                <a16:creationId xmlns:a16="http://schemas.microsoft.com/office/drawing/2014/main" id="{072A419A-D012-4F3C-BB51-E3F6344ABFE8}"/>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752356457" name="Rectangle: Rounded Corners 752356456">
            <a:extLst xmlns:a="http://schemas.openxmlformats.org/drawingml/2006/main">
              <a:ext uri="{FF2B5EF4-FFF2-40B4-BE49-F238E27FC236}">
                <a16:creationId xmlns:a16="http://schemas.microsoft.com/office/drawing/2014/main" id="{2F240921-E0CC-4147-A347-C1320A2A4558}"/>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16374806" name="Rectangle: Rounded Corners 816374805">
            <a:extLst xmlns:a="http://schemas.openxmlformats.org/drawingml/2006/main">
              <a:ext uri="{FF2B5EF4-FFF2-40B4-BE49-F238E27FC236}">
                <a16:creationId xmlns:a16="http://schemas.microsoft.com/office/drawing/2014/main" id="{D6DCB055-FD74-4C4B-980B-203737A17A0F}"/>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386166302" name="Straight Connector 1386166301">
            <a:extLst xmlns:a="http://schemas.openxmlformats.org/drawingml/2006/main">
              <a:ext uri="{FF2B5EF4-FFF2-40B4-BE49-F238E27FC236}">
                <a16:creationId xmlns:a16="http://schemas.microsoft.com/office/drawing/2014/main" id="{61447591-4C90-4785-82A5-9BFD6648AB25}"/>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180679313" name="Rectangle 1180679312">
            <a:extLst xmlns:a="http://schemas.openxmlformats.org/drawingml/2006/main">
              <a:ext uri="{FF2B5EF4-FFF2-40B4-BE49-F238E27FC236}">
                <a16:creationId xmlns:a16="http://schemas.microsoft.com/office/drawing/2014/main" id="{7EF39845-E383-4B34-96BE-61A32F64D4C6}"/>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119801346" name="Rectangle: Rounded Corners 1119801345">
            <a:extLst xmlns:a="http://schemas.openxmlformats.org/drawingml/2006/main">
              <a:ext uri="{FF2B5EF4-FFF2-40B4-BE49-F238E27FC236}">
                <a16:creationId xmlns:a16="http://schemas.microsoft.com/office/drawing/2014/main" id="{FB70FD25-247D-42A6-B71D-F070221FC564}"/>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63472099" name="Rectangle: Rounded Corners 563472098">
            <a:extLst xmlns:a="http://schemas.openxmlformats.org/drawingml/2006/main">
              <a:ext uri="{FF2B5EF4-FFF2-40B4-BE49-F238E27FC236}">
                <a16:creationId xmlns:a16="http://schemas.microsoft.com/office/drawing/2014/main" id="{5C8EDD43-0CA9-4212-BA0A-DB7EEB4A95E4}"/>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869507791" name="Rectangle: Rounded Corners 1869507790">
            <a:extLst xmlns:a="http://schemas.openxmlformats.org/drawingml/2006/main">
              <a:ext uri="{FF2B5EF4-FFF2-40B4-BE49-F238E27FC236}">
                <a16:creationId xmlns:a16="http://schemas.microsoft.com/office/drawing/2014/main" id="{AF54A50E-ED83-4628-8032-7F01DC05B296}"/>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113559939" name="Rectangle: Rounded Corners 2113559938">
            <a:extLst xmlns:a="http://schemas.openxmlformats.org/drawingml/2006/main">
              <a:ext uri="{FF2B5EF4-FFF2-40B4-BE49-F238E27FC236}">
                <a16:creationId xmlns:a16="http://schemas.microsoft.com/office/drawing/2014/main" id="{8D4E9537-DC44-4B33-B509-BDF1CFCF64FB}"/>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274418514" name="Rectangle: Rounded Corners 274418513">
            <a:extLst xmlns:a="http://schemas.openxmlformats.org/drawingml/2006/main">
              <a:ext uri="{FF2B5EF4-FFF2-40B4-BE49-F238E27FC236}">
                <a16:creationId xmlns:a16="http://schemas.microsoft.com/office/drawing/2014/main" id="{68AFF6F4-D780-4675-BE1D-7602EDF3800C}"/>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941550637" name="Rectangle: Rounded Corners 1941550636">
            <a:extLst xmlns:a="http://schemas.openxmlformats.org/drawingml/2006/main">
              <a:ext uri="{FF2B5EF4-FFF2-40B4-BE49-F238E27FC236}">
                <a16:creationId xmlns:a16="http://schemas.microsoft.com/office/drawing/2014/main" id="{2570304E-54AC-4F13-98C4-2AB382B0E375}"/>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798355040" name="Rectangle 1798355039">
            <a:extLst xmlns:a="http://schemas.openxmlformats.org/drawingml/2006/main">
              <a:ext uri="{FF2B5EF4-FFF2-40B4-BE49-F238E27FC236}">
                <a16:creationId xmlns:a16="http://schemas.microsoft.com/office/drawing/2014/main" id="{16B8E096-BC5D-4319-91F2-C784A8587DE6}"/>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161886987" name="Rectangle 1161886986">
            <a:extLst xmlns:a="http://schemas.openxmlformats.org/drawingml/2006/main">
              <a:ext uri="{FF2B5EF4-FFF2-40B4-BE49-F238E27FC236}">
                <a16:creationId xmlns:a16="http://schemas.microsoft.com/office/drawing/2014/main" id="{C01420D3-B5F9-4C9C-AEAF-3AC7C347D38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56</a:t>
            </a:r>
          </a:p>
        </p:txBody>
      </p:sp>
      <p:sp>
        <p:nvSpPr>
          <p:cNvPr id="2113559940" name="mercury-example-divider">
            <a:extLst xmlns:a="http://schemas.openxmlformats.org/drawingml/2006/main">
              <a:ext uri="{FF2B5EF4-FFF2-40B4-BE49-F238E27FC236}">
                <a16:creationId xmlns:a16="http://schemas.microsoft.com/office/drawing/2014/main" id="{34D5B4C3-B581-41DC-8AD4-C302F7EE7FDE}"/>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113559941" name="mercury-example-label">
            <a:extLst xmlns:a="http://schemas.openxmlformats.org/drawingml/2006/main">
              <a:ext uri="{FF2B5EF4-FFF2-40B4-BE49-F238E27FC236}">
                <a16:creationId xmlns:a16="http://schemas.microsoft.com/office/drawing/2014/main" id="{2A3BA765-E24A-40A0-AE84-0DD07D6F6337}"/>
              </a:ext>
            </a:extLst>
          </p:cNvPr>
          <p:cNvSpPr>
            <a:spLocks xmlns:a="http://schemas.openxmlformats.org/drawingml/2006/main" noGrp="1"/>
          </p:cNvSpPr>
          <p:nvPr/>
        </p:nvSpPr>
        <p:spPr>
          <a:xfrm xmlns:a="http://schemas.openxmlformats.org/drawingml/2006/main">
            <a:off x="9067800" y="23622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2113559942" name="mercury-2-link">
            <a:extLst xmlns:a="http://schemas.openxmlformats.org/drawingml/2006/main">
              <a:ext uri="{FF2B5EF4-FFF2-40B4-BE49-F238E27FC236}">
                <a16:creationId xmlns:a16="http://schemas.microsoft.com/office/drawing/2014/main" id="{7C20873B-F0E4-4FA6-A4AF-CA55D8F93EB0}"/>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a:solidFill>
                  <a:srgbClr val="7C3AED"/>
                </a:solidFill>
                <a:hlinkClick xmlns:r="http://schemas.openxmlformats.org/officeDocument/2006/relationships" r:id="R399b4bfd6a2c4991"/>
              </a:rPr>
              <a:t>Transformer dLLM</a:t>
            </a:r>
          </a:p>
        </p:txBody>
      </p:sp>
      <p:sp>
        <p:nvSpPr>
          <p:cNvPr id="2113559943" name="mercury-example-description">
            <a:extLst xmlns:a="http://schemas.openxmlformats.org/drawingml/2006/main">
              <a:ext uri="{FF2B5EF4-FFF2-40B4-BE49-F238E27FC236}">
                <a16:creationId xmlns:a16="http://schemas.microsoft.com/office/drawing/2014/main" id="{D5F8C21B-F90C-4BB6-8ED7-48F2791EEA18}"/>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2113559944" name="mercury-example-contrast">
            <a:extLst xmlns:a="http://schemas.openxmlformats.org/drawingml/2006/main">
              <a:ext uri="{FF2B5EF4-FFF2-40B4-BE49-F238E27FC236}">
                <a16:creationId xmlns:a16="http://schemas.microsoft.com/office/drawing/2014/main" id="{9D1904F1-3BB3-480B-B3C1-DB1498DD6656}"/>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389812742"/>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87198539" name="Rectangle 1487198538">
            <a:extLst xmlns:a="http://schemas.openxmlformats.org/drawingml/2006/main">
              <a:ext uri="{FF2B5EF4-FFF2-40B4-BE49-F238E27FC236}">
                <a16:creationId xmlns:a16="http://schemas.microsoft.com/office/drawing/2014/main" id="{195D7311-75C5-4FCD-951F-10ADFCF78E7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518038748" name="Rectangle 1518038747">
            <a:extLst xmlns:a="http://schemas.openxmlformats.org/drawingml/2006/main">
              <a:ext uri="{FF2B5EF4-FFF2-40B4-BE49-F238E27FC236}">
                <a16:creationId xmlns:a16="http://schemas.microsoft.com/office/drawing/2014/main" id="{659C9D25-79DC-4B42-AC18-A0BC6062DAD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531743004" name="Rectangle: Rounded Corners 1531743003">
            <a:extLst xmlns:a="http://schemas.openxmlformats.org/drawingml/2006/main">
              <a:ext uri="{FF2B5EF4-FFF2-40B4-BE49-F238E27FC236}">
                <a16:creationId xmlns:a16="http://schemas.microsoft.com/office/drawing/2014/main" id="{024BAD24-DCAA-49B2-AF64-19707366080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369702882" name="Rectangle: Rounded Corners 369702881">
            <a:extLst xmlns:a="http://schemas.openxmlformats.org/drawingml/2006/main">
              <a:ext uri="{FF2B5EF4-FFF2-40B4-BE49-F238E27FC236}">
                <a16:creationId xmlns:a16="http://schemas.microsoft.com/office/drawing/2014/main" id="{913E1F04-0D28-426F-B5D7-20A9D546E157}"/>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1197178351" name="Rectangle 1197178350">
            <a:extLst xmlns:a="http://schemas.openxmlformats.org/drawingml/2006/main">
              <a:ext uri="{FF2B5EF4-FFF2-40B4-BE49-F238E27FC236}">
                <a16:creationId xmlns:a16="http://schemas.microsoft.com/office/drawing/2014/main" id="{BF6CEE0E-6101-4F44-A12E-089B3EC07400}"/>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914676261" name="Rectangle: Rounded Corners 1914676260">
            <a:extLst xmlns:a="http://schemas.openxmlformats.org/drawingml/2006/main">
              <a:ext uri="{FF2B5EF4-FFF2-40B4-BE49-F238E27FC236}">
                <a16:creationId xmlns:a16="http://schemas.microsoft.com/office/drawing/2014/main" id="{F22BBD24-8FA8-456F-A5B8-7FE191258108}"/>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8582832" name="Rectangle: Rounded Corners 58582831">
            <a:extLst xmlns:a="http://schemas.openxmlformats.org/drawingml/2006/main">
              <a:ext uri="{FF2B5EF4-FFF2-40B4-BE49-F238E27FC236}">
                <a16:creationId xmlns:a16="http://schemas.microsoft.com/office/drawing/2014/main" id="{CF19B286-9FED-4D15-8E37-D1A2185288CE}"/>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580617482" name="Rectangle: Rounded Corners 1580617481">
            <a:extLst xmlns:a="http://schemas.openxmlformats.org/drawingml/2006/main">
              <a:ext uri="{FF2B5EF4-FFF2-40B4-BE49-F238E27FC236}">
                <a16:creationId xmlns:a16="http://schemas.microsoft.com/office/drawing/2014/main" id="{090E88F4-65B8-486F-9B8C-14E34D9C7D3D}"/>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83142645" name="Rectangle: Rounded Corners 1783142644">
            <a:extLst xmlns:a="http://schemas.openxmlformats.org/drawingml/2006/main">
              <a:ext uri="{FF2B5EF4-FFF2-40B4-BE49-F238E27FC236}">
                <a16:creationId xmlns:a16="http://schemas.microsoft.com/office/drawing/2014/main" id="{A35FB30A-D043-423F-8202-D34DFF28495C}"/>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697788860" name="Rectangle 1697788859">
            <a:extLst xmlns:a="http://schemas.openxmlformats.org/drawingml/2006/main">
              <a:ext uri="{FF2B5EF4-FFF2-40B4-BE49-F238E27FC236}">
                <a16:creationId xmlns:a16="http://schemas.microsoft.com/office/drawing/2014/main" id="{CB00F029-837D-4699-926C-6CBDA5FB2477}"/>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686198038" name="Rectangle: Rounded Corners 1686198037">
            <a:extLst xmlns:a="http://schemas.openxmlformats.org/drawingml/2006/main">
              <a:ext uri="{FF2B5EF4-FFF2-40B4-BE49-F238E27FC236}">
                <a16:creationId xmlns:a16="http://schemas.microsoft.com/office/drawing/2014/main" id="{A56D9A78-C6B9-4E07-AA38-B23F136B2A36}"/>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1556928440" name="Rectangle 1556928439">
            <a:extLst xmlns:a="http://schemas.openxmlformats.org/drawingml/2006/main">
              <a:ext uri="{FF2B5EF4-FFF2-40B4-BE49-F238E27FC236}">
                <a16:creationId xmlns:a16="http://schemas.microsoft.com/office/drawing/2014/main" id="{F65247C8-048F-4267-9D4E-9E6D8F524362}"/>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70693199" name="Straight Connector 170693198">
            <a:extLst xmlns:a="http://schemas.openxmlformats.org/drawingml/2006/main">
              <a:ext uri="{FF2B5EF4-FFF2-40B4-BE49-F238E27FC236}">
                <a16:creationId xmlns:a16="http://schemas.microsoft.com/office/drawing/2014/main" id="{E0AE6AC9-A7F2-41A3-86FF-9471FBF82571}"/>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021615089" name="Straight Connector 2021615088">
            <a:extLst xmlns:a="http://schemas.openxmlformats.org/drawingml/2006/main">
              <a:ext uri="{FF2B5EF4-FFF2-40B4-BE49-F238E27FC236}">
                <a16:creationId xmlns:a16="http://schemas.microsoft.com/office/drawing/2014/main" id="{1789D3BC-70F2-4555-95EE-DDDCC5E2C4BC}"/>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96476379" name="Rectangle 1396476378">
            <a:extLst xmlns:a="http://schemas.openxmlformats.org/drawingml/2006/main">
              <a:ext uri="{FF2B5EF4-FFF2-40B4-BE49-F238E27FC236}">
                <a16:creationId xmlns:a16="http://schemas.microsoft.com/office/drawing/2014/main" id="{F00EDFB0-84C6-4D18-81F8-F2B0312272E5}"/>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910307425" name="Rectangle: Rounded Corners 910307424">
            <a:extLst xmlns:a="http://schemas.openxmlformats.org/drawingml/2006/main">
              <a:ext uri="{FF2B5EF4-FFF2-40B4-BE49-F238E27FC236}">
                <a16:creationId xmlns:a16="http://schemas.microsoft.com/office/drawing/2014/main" id="{4B0A1DD3-0BFB-47BB-A2D8-FE97C9926CBE}"/>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760188916" name="Rectangle: Rounded Corners 760188915">
            <a:extLst xmlns:a="http://schemas.openxmlformats.org/drawingml/2006/main">
              <a:ext uri="{FF2B5EF4-FFF2-40B4-BE49-F238E27FC236}">
                <a16:creationId xmlns:a16="http://schemas.microsoft.com/office/drawing/2014/main" id="{B4608611-3F6E-42C5-B2C9-FBE2A3E8668E}"/>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604029255" name="Rectangle: Rounded Corners 1604029254">
            <a:extLst xmlns:a="http://schemas.openxmlformats.org/drawingml/2006/main">
              <a:ext uri="{FF2B5EF4-FFF2-40B4-BE49-F238E27FC236}">
                <a16:creationId xmlns:a16="http://schemas.microsoft.com/office/drawing/2014/main" id="{6FDCC488-FF9B-43FC-93EF-5029B787EDAF}"/>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583346848" name="Rectangle 583346847">
            <a:extLst xmlns:a="http://schemas.openxmlformats.org/drawingml/2006/main">
              <a:ext uri="{FF2B5EF4-FFF2-40B4-BE49-F238E27FC236}">
                <a16:creationId xmlns:a16="http://schemas.microsoft.com/office/drawing/2014/main" id="{B4350E8A-43DF-4543-90F8-444710EFDC13}"/>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5957981" name="Rectangle: Rounded Corners 5957980">
            <a:extLst xmlns:a="http://schemas.openxmlformats.org/drawingml/2006/main">
              <a:ext uri="{FF2B5EF4-FFF2-40B4-BE49-F238E27FC236}">
                <a16:creationId xmlns:a16="http://schemas.microsoft.com/office/drawing/2014/main" id="{6719C6A0-ACA0-4241-8F5C-C0B20EBF2558}"/>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410294817" name="Rectangle: Rounded Corners 410294816">
            <a:extLst xmlns:a="http://schemas.openxmlformats.org/drawingml/2006/main">
              <a:ext uri="{FF2B5EF4-FFF2-40B4-BE49-F238E27FC236}">
                <a16:creationId xmlns:a16="http://schemas.microsoft.com/office/drawing/2014/main" id="{8AE7C2E7-3EFC-4261-97B4-B7F9C17891B8}"/>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668590988" name="Straight Connector 1668590987">
            <a:extLst xmlns:a="http://schemas.openxmlformats.org/drawingml/2006/main">
              <a:ext uri="{FF2B5EF4-FFF2-40B4-BE49-F238E27FC236}">
                <a16:creationId xmlns:a16="http://schemas.microsoft.com/office/drawing/2014/main" id="{B0FAA814-E450-4B30-B9EF-E6B977428B39}"/>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956440406" name="Rectangle 1956440405">
            <a:extLst xmlns:a="http://schemas.openxmlformats.org/drawingml/2006/main">
              <a:ext uri="{FF2B5EF4-FFF2-40B4-BE49-F238E27FC236}">
                <a16:creationId xmlns:a16="http://schemas.microsoft.com/office/drawing/2014/main" id="{C769A2A3-A013-43A3-9964-85B7447634E4}"/>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0B0F19"/>
                </a:solidFill>
              </a:defRPr>
            </a:pPr>
            <a:r>
              <a:rPr sz="1425" b="1">
                <a:solidFill>
                  <a:srgbClr val="0B0F19"/>
                </a:solidFill>
              </a:rPr>
              <a:t>draft → verify → accept / resample → repeat</a:t>
            </a:r>
          </a:p>
          <a:p xmlns:a="http://schemas.openxmlformats.org/drawingml/2006/main">
            <a:pPr algn="ctr">
              <a:buNone/>
              <a:defRPr sz="1425" b="1">
                <a:solidFill>
                  <a:srgbClr val="0B0F19"/>
                </a:solidFill>
              </a:defRPr>
            </a:pPr>
            <a:r>
              <a:rPr sz="1425" b="1">
                <a:solidFill>
                  <a:srgbClr val="0B0F19"/>
                </a:solidFill>
              </a:rPr>
              <a:t>same target distribution, fewer serial waits</a:t>
            </a:r>
          </a:p>
        </p:txBody>
      </p:sp>
      <p:sp>
        <p:nvSpPr>
          <p:cNvPr id="918919993" name="Rectangle 918919992">
            <a:extLst xmlns:a="http://schemas.openxmlformats.org/drawingml/2006/main">
              <a:ext uri="{FF2B5EF4-FFF2-40B4-BE49-F238E27FC236}">
                <a16:creationId xmlns:a16="http://schemas.microsoft.com/office/drawing/2014/main" id="{54E1F59D-DB64-45E9-8AED-1244CCC77CF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57</a:t>
            </a:r>
          </a:p>
        </p:txBody>
      </p:sp>
    </p:spTree>
    <p:extLst>
      <p:ext uri="{BB962C8B-B14F-4D97-AF65-F5344CB8AC3E}">
        <p14:creationId xmlns:p14="http://schemas.microsoft.com/office/powerpoint/2010/main" val="715632642"/>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82307420" name="Rectangle 1682307419">
            <a:extLst xmlns:a="http://schemas.openxmlformats.org/drawingml/2006/main">
              <a:ext uri="{FF2B5EF4-FFF2-40B4-BE49-F238E27FC236}">
                <a16:creationId xmlns:a16="http://schemas.microsoft.com/office/drawing/2014/main" id="{4B832975-C44B-4F7D-A2B2-43872A6DC1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048423223" name="Rectangle 1048423222">
            <a:extLst xmlns:a="http://schemas.openxmlformats.org/drawingml/2006/main">
              <a:ext uri="{FF2B5EF4-FFF2-40B4-BE49-F238E27FC236}">
                <a16:creationId xmlns:a16="http://schemas.microsoft.com/office/drawing/2014/main" id="{800D93E1-7A96-4634-A132-A79AB98E596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821451501" name="Rectangle 1821451500">
            <a:extLst xmlns:a="http://schemas.openxmlformats.org/drawingml/2006/main">
              <a:ext uri="{FF2B5EF4-FFF2-40B4-BE49-F238E27FC236}">
                <a16:creationId xmlns:a16="http://schemas.microsoft.com/office/drawing/2014/main" id="{38DF187D-6025-459E-B0AD-3B0566BDC260}"/>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912787709" name="Rectangle: Rounded Corners 1912787708">
            <a:extLst xmlns:a="http://schemas.openxmlformats.org/drawingml/2006/main">
              <a:ext uri="{FF2B5EF4-FFF2-40B4-BE49-F238E27FC236}">
                <a16:creationId xmlns:a16="http://schemas.microsoft.com/office/drawing/2014/main" id="{F46082FD-CA15-4F12-939C-9427D44EAE25}"/>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698160900" name="Rectangle 698160899">
            <a:extLst xmlns:a="http://schemas.openxmlformats.org/drawingml/2006/main">
              <a:ext uri="{FF2B5EF4-FFF2-40B4-BE49-F238E27FC236}">
                <a16:creationId xmlns:a16="http://schemas.microsoft.com/office/drawing/2014/main" id="{EF155B7D-9A86-4B44-BB4E-CDD5FD239324}"/>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820052220" name="Straight Connector 820052219">
            <a:extLst xmlns:a="http://schemas.openxmlformats.org/drawingml/2006/main">
              <a:ext uri="{FF2B5EF4-FFF2-40B4-BE49-F238E27FC236}">
                <a16:creationId xmlns:a16="http://schemas.microsoft.com/office/drawing/2014/main" id="{FA4A3FC5-837C-422E-B07B-7456E617F9CC}"/>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977383085" name="Rectangle: Rounded Corners 1977383084">
            <a:extLst xmlns:a="http://schemas.openxmlformats.org/drawingml/2006/main">
              <a:ext uri="{FF2B5EF4-FFF2-40B4-BE49-F238E27FC236}">
                <a16:creationId xmlns:a16="http://schemas.microsoft.com/office/drawing/2014/main" id="{11A8B835-6F00-48FD-A5DB-85940590A88A}"/>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598161199" name="Rectangle: Rounded Corners 1598161198">
            <a:extLst xmlns:a="http://schemas.openxmlformats.org/drawingml/2006/main">
              <a:ext uri="{FF2B5EF4-FFF2-40B4-BE49-F238E27FC236}">
                <a16:creationId xmlns:a16="http://schemas.microsoft.com/office/drawing/2014/main" id="{00EBD1E7-11A9-4BCD-AC4E-9D32B8AB15D1}"/>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58195881" name="Rectangle: Rounded Corners 1558195880">
            <a:extLst xmlns:a="http://schemas.openxmlformats.org/drawingml/2006/main">
              <a:ext uri="{FF2B5EF4-FFF2-40B4-BE49-F238E27FC236}">
                <a16:creationId xmlns:a16="http://schemas.microsoft.com/office/drawing/2014/main" id="{B05BD62D-CE74-41B6-A2CE-C19563C6B156}"/>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21701980" name="Rectangle: Rounded Corners 521701979">
            <a:extLst xmlns:a="http://schemas.openxmlformats.org/drawingml/2006/main">
              <a:ext uri="{FF2B5EF4-FFF2-40B4-BE49-F238E27FC236}">
                <a16:creationId xmlns:a16="http://schemas.microsoft.com/office/drawing/2014/main" id="{78F792FF-DE29-4AD9-BF36-57262870954B}"/>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995606133" name="Rectangle: Rounded Corners 1995606132">
            <a:extLst xmlns:a="http://schemas.openxmlformats.org/drawingml/2006/main">
              <a:ext uri="{FF2B5EF4-FFF2-40B4-BE49-F238E27FC236}">
                <a16:creationId xmlns:a16="http://schemas.microsoft.com/office/drawing/2014/main" id="{9D7BC33A-BD5B-4AA7-B8F9-86F7D653A872}"/>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24836488" name="Rectangle 1524836487">
            <a:extLst xmlns:a="http://schemas.openxmlformats.org/drawingml/2006/main">
              <a:ext uri="{FF2B5EF4-FFF2-40B4-BE49-F238E27FC236}">
                <a16:creationId xmlns:a16="http://schemas.microsoft.com/office/drawing/2014/main" id="{C35FA0F5-4818-4192-8435-D37CFFAF7655}"/>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2124862658" name="Rectangle 2124862657">
            <a:extLst xmlns:a="http://schemas.openxmlformats.org/drawingml/2006/main">
              <a:ext uri="{FF2B5EF4-FFF2-40B4-BE49-F238E27FC236}">
                <a16:creationId xmlns:a16="http://schemas.microsoft.com/office/drawing/2014/main" id="{531E7AC5-6EEE-4742-BF51-07CB06519AF1}"/>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8219972" name="Rectangle 8219971">
            <a:extLst xmlns:a="http://schemas.openxmlformats.org/drawingml/2006/main">
              <a:ext uri="{FF2B5EF4-FFF2-40B4-BE49-F238E27FC236}">
                <a16:creationId xmlns:a16="http://schemas.microsoft.com/office/drawing/2014/main" id="{80005CAC-2E6C-4E99-BC50-AC2DE8A8D4E2}"/>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401385987" name="Rectangle: Rounded Corners 1401385986">
            <a:extLst xmlns:a="http://schemas.openxmlformats.org/drawingml/2006/main">
              <a:ext uri="{FF2B5EF4-FFF2-40B4-BE49-F238E27FC236}">
                <a16:creationId xmlns:a16="http://schemas.microsoft.com/office/drawing/2014/main" id="{22C250BF-FCDC-4507-B5F1-A3D5BA0D9F7D}"/>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082712541" name="Oval 2082712540">
            <a:extLst xmlns:a="http://schemas.openxmlformats.org/drawingml/2006/main">
              <a:ext uri="{FF2B5EF4-FFF2-40B4-BE49-F238E27FC236}">
                <a16:creationId xmlns:a16="http://schemas.microsoft.com/office/drawing/2014/main" id="{FD865CD1-A490-49F4-A55D-D5D8BC08ED25}"/>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p:txBody>
      </p:sp>
      <p:sp>
        <p:nvSpPr>
          <p:cNvPr id="1800286296" name="Oval 1800286295">
            <a:extLst xmlns:a="http://schemas.openxmlformats.org/drawingml/2006/main">
              <a:ext uri="{FF2B5EF4-FFF2-40B4-BE49-F238E27FC236}">
                <a16:creationId xmlns:a16="http://schemas.microsoft.com/office/drawing/2014/main" id="{696C8EBD-35D0-4D80-A4D8-70C352061845}"/>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377652962" name="Straight Connector 1377652961">
            <a:extLst xmlns:a="http://schemas.openxmlformats.org/drawingml/2006/main">
              <a:ext uri="{FF2B5EF4-FFF2-40B4-BE49-F238E27FC236}">
                <a16:creationId xmlns:a16="http://schemas.microsoft.com/office/drawing/2014/main" id="{43AA288A-B995-4E24-947A-B3E2E05C3C8A}"/>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129487083" name="Oval 1129487082">
            <a:extLst xmlns:a="http://schemas.openxmlformats.org/drawingml/2006/main">
              <a:ext uri="{FF2B5EF4-FFF2-40B4-BE49-F238E27FC236}">
                <a16:creationId xmlns:a16="http://schemas.microsoft.com/office/drawing/2014/main" id="{0345B5A2-74BC-4664-98A8-2836F3F4A64C}"/>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835573148" name="Straight Connector 1835573147">
            <a:extLst xmlns:a="http://schemas.openxmlformats.org/drawingml/2006/main">
              <a:ext uri="{FF2B5EF4-FFF2-40B4-BE49-F238E27FC236}">
                <a16:creationId xmlns:a16="http://schemas.microsoft.com/office/drawing/2014/main" id="{98BF5C74-40E4-4E6B-AF94-4A5E016FC98E}"/>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354002712" name="Oval 1354002711">
            <a:extLst xmlns:a="http://schemas.openxmlformats.org/drawingml/2006/main">
              <a:ext uri="{FF2B5EF4-FFF2-40B4-BE49-F238E27FC236}">
                <a16:creationId xmlns:a16="http://schemas.microsoft.com/office/drawing/2014/main" id="{237F3646-F598-4AA1-B4F3-EC08133899D2}"/>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642711495" name="Straight Connector 1642711494">
            <a:extLst xmlns:a="http://schemas.openxmlformats.org/drawingml/2006/main">
              <a:ext uri="{FF2B5EF4-FFF2-40B4-BE49-F238E27FC236}">
                <a16:creationId xmlns:a16="http://schemas.microsoft.com/office/drawing/2014/main" id="{B9A7C6BB-FD13-442E-B342-B30E4C109A0B}"/>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p:txBody>
      </p:sp>
      <p:sp>
        <p:nvSpPr>
          <p:cNvPr id="1162477816" name="Oval 1162477815">
            <a:extLst xmlns:a="http://schemas.openxmlformats.org/drawingml/2006/main">
              <a:ext uri="{FF2B5EF4-FFF2-40B4-BE49-F238E27FC236}">
                <a16:creationId xmlns:a16="http://schemas.microsoft.com/office/drawing/2014/main" id="{4D67359A-A159-4CD7-B66E-DB31D813EAA6}"/>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754093468" name="Straight Connector 754093467">
            <a:extLst xmlns:a="http://schemas.openxmlformats.org/drawingml/2006/main">
              <a:ext uri="{FF2B5EF4-FFF2-40B4-BE49-F238E27FC236}">
                <a16:creationId xmlns:a16="http://schemas.microsoft.com/office/drawing/2014/main" id="{8DFF5D8C-9EFF-4124-8010-10311E41FCA6}"/>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p:txBody>
      </p:sp>
      <p:sp>
        <p:nvSpPr>
          <p:cNvPr id="926903495" name="Oval 926903494">
            <a:extLst xmlns:a="http://schemas.openxmlformats.org/drawingml/2006/main">
              <a:ext uri="{FF2B5EF4-FFF2-40B4-BE49-F238E27FC236}">
                <a16:creationId xmlns:a16="http://schemas.microsoft.com/office/drawing/2014/main" id="{67F9A971-C902-472B-819C-14B4CFBC61A5}"/>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14704657" name="Straight Connector 1314704656">
            <a:extLst xmlns:a="http://schemas.openxmlformats.org/drawingml/2006/main">
              <a:ext uri="{FF2B5EF4-FFF2-40B4-BE49-F238E27FC236}">
                <a16:creationId xmlns:a16="http://schemas.microsoft.com/office/drawing/2014/main" id="{B414FE39-9C0F-4948-B16B-2ADD672DF15E}"/>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p:txBody>
      </p:sp>
      <p:sp>
        <p:nvSpPr>
          <p:cNvPr id="297993690" name="Oval 297993689">
            <a:extLst xmlns:a="http://schemas.openxmlformats.org/drawingml/2006/main">
              <a:ext uri="{FF2B5EF4-FFF2-40B4-BE49-F238E27FC236}">
                <a16:creationId xmlns:a16="http://schemas.microsoft.com/office/drawing/2014/main" id="{124D5CC9-08D9-44E8-A91F-D80102FCB012}"/>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869335125" name="Straight Connector 1869335124">
            <a:extLst xmlns:a="http://schemas.openxmlformats.org/drawingml/2006/main">
              <a:ext uri="{FF2B5EF4-FFF2-40B4-BE49-F238E27FC236}">
                <a16:creationId xmlns:a16="http://schemas.microsoft.com/office/drawing/2014/main" id="{C0941027-40D4-467E-B121-36A602005D44}"/>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p:txBody>
      </p:sp>
      <p:sp>
        <p:nvSpPr>
          <p:cNvPr id="1902597771" name="Rectangle 1902597770">
            <a:extLst xmlns:a="http://schemas.openxmlformats.org/drawingml/2006/main">
              <a:ext uri="{FF2B5EF4-FFF2-40B4-BE49-F238E27FC236}">
                <a16:creationId xmlns:a16="http://schemas.microsoft.com/office/drawing/2014/main" id="{A83A11B3-A9E4-4E4E-BB2C-0B2F8E67281F}"/>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1200483565" name="Rectangle 1200483564">
            <a:extLst xmlns:a="http://schemas.openxmlformats.org/drawingml/2006/main">
              <a:ext uri="{FF2B5EF4-FFF2-40B4-BE49-F238E27FC236}">
                <a16:creationId xmlns:a16="http://schemas.microsoft.com/office/drawing/2014/main" id="{579A842C-119C-4BF4-9328-F6B6272A21DF}"/>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713949087" name="Rectangle 713949086">
            <a:extLst xmlns:a="http://schemas.openxmlformats.org/drawingml/2006/main">
              <a:ext uri="{FF2B5EF4-FFF2-40B4-BE49-F238E27FC236}">
                <a16:creationId xmlns:a16="http://schemas.microsoft.com/office/drawing/2014/main" id="{7E42EB4B-3A11-4CEC-836B-8B529E88C2DC}"/>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731916212" name="Rectangle: Rounded Corners 731916211">
            <a:extLst xmlns:a="http://schemas.openxmlformats.org/drawingml/2006/main">
              <a:ext uri="{FF2B5EF4-FFF2-40B4-BE49-F238E27FC236}">
                <a16:creationId xmlns:a16="http://schemas.microsoft.com/office/drawing/2014/main" id="{EBE61B73-7ABB-4636-BE4D-A12E7AC43832}"/>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174154411" name="Oval 1174154410">
            <a:extLst xmlns:a="http://schemas.openxmlformats.org/drawingml/2006/main">
              <a:ext uri="{FF2B5EF4-FFF2-40B4-BE49-F238E27FC236}">
                <a16:creationId xmlns:a16="http://schemas.microsoft.com/office/drawing/2014/main" id="{EC7E7BF0-EE33-48B6-846E-629FFA2A0C76}"/>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25293163" name="Oval 125293162">
            <a:extLst xmlns:a="http://schemas.openxmlformats.org/drawingml/2006/main">
              <a:ext uri="{FF2B5EF4-FFF2-40B4-BE49-F238E27FC236}">
                <a16:creationId xmlns:a16="http://schemas.microsoft.com/office/drawing/2014/main" id="{65F907A0-EC96-49CC-9686-281F2D16613E}"/>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712601376" name="Oval 1712601375">
            <a:extLst xmlns:a="http://schemas.openxmlformats.org/drawingml/2006/main">
              <a:ext uri="{FF2B5EF4-FFF2-40B4-BE49-F238E27FC236}">
                <a16:creationId xmlns:a16="http://schemas.microsoft.com/office/drawing/2014/main" id="{85591147-DA9F-4CA7-9485-0A25A9906FE6}"/>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361292722" name="Straight Connector 361292721">
            <a:extLst xmlns:a="http://schemas.openxmlformats.org/drawingml/2006/main">
              <a:ext uri="{FF2B5EF4-FFF2-40B4-BE49-F238E27FC236}">
                <a16:creationId xmlns:a16="http://schemas.microsoft.com/office/drawing/2014/main" id="{F790AF1B-F80F-4CBE-8B19-50D72E5DBEDD}"/>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216392230" name="Straight Connector 1216392229">
            <a:extLst xmlns:a="http://schemas.openxmlformats.org/drawingml/2006/main">
              <a:ext uri="{FF2B5EF4-FFF2-40B4-BE49-F238E27FC236}">
                <a16:creationId xmlns:a16="http://schemas.microsoft.com/office/drawing/2014/main" id="{2A625CBA-4560-47D8-8A7E-291CCF6CB69B}"/>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760216902" name="Rectangle 1760216901">
            <a:extLst xmlns:a="http://schemas.openxmlformats.org/drawingml/2006/main">
              <a:ext uri="{FF2B5EF4-FFF2-40B4-BE49-F238E27FC236}">
                <a16:creationId xmlns:a16="http://schemas.microsoft.com/office/drawing/2014/main" id="{45973575-967E-4D36-9217-11D656FD2364}"/>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432423855" name="Rectangle 1432423854">
            <a:extLst xmlns:a="http://schemas.openxmlformats.org/drawingml/2006/main">
              <a:ext uri="{FF2B5EF4-FFF2-40B4-BE49-F238E27FC236}">
                <a16:creationId xmlns:a16="http://schemas.microsoft.com/office/drawing/2014/main" id="{AA94D216-DB67-4AE1-8E5A-C8B5A4562FD0}"/>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426602611" name="Rectangle 1426602610">
            <a:extLst xmlns:a="http://schemas.openxmlformats.org/drawingml/2006/main">
              <a:ext uri="{FF2B5EF4-FFF2-40B4-BE49-F238E27FC236}">
                <a16:creationId xmlns:a16="http://schemas.microsoft.com/office/drawing/2014/main" id="{48550525-F028-4C28-B0D5-246F4CA12FBB}"/>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132936320" name="Rectangle: Rounded Corners 1132936319">
            <a:extLst xmlns:a="http://schemas.openxmlformats.org/drawingml/2006/main">
              <a:ext uri="{FF2B5EF4-FFF2-40B4-BE49-F238E27FC236}">
                <a16:creationId xmlns:a16="http://schemas.microsoft.com/office/drawing/2014/main" id="{E4016EDA-BC22-405F-9378-D6E4C4A4AFF9}"/>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848102303" name="Oval 848102302">
            <a:extLst xmlns:a="http://schemas.openxmlformats.org/drawingml/2006/main">
              <a:ext uri="{FF2B5EF4-FFF2-40B4-BE49-F238E27FC236}">
                <a16:creationId xmlns:a16="http://schemas.microsoft.com/office/drawing/2014/main" id="{678BB1DA-7AA4-4F4C-B515-1E7C14E2C170}"/>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140277387" name="Straight Connector 2140277386">
            <a:extLst xmlns:a="http://schemas.openxmlformats.org/drawingml/2006/main">
              <a:ext uri="{FF2B5EF4-FFF2-40B4-BE49-F238E27FC236}">
                <a16:creationId xmlns:a16="http://schemas.microsoft.com/office/drawing/2014/main" id="{A1368D1E-4894-44B9-A942-2F63F89B53EC}"/>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46058831" name="Straight Connector 546058830">
            <a:extLst xmlns:a="http://schemas.openxmlformats.org/drawingml/2006/main">
              <a:ext uri="{FF2B5EF4-FFF2-40B4-BE49-F238E27FC236}">
                <a16:creationId xmlns:a16="http://schemas.microsoft.com/office/drawing/2014/main" id="{FA29E7E0-DFA1-4EDA-ADD8-FD168B3B5B2B}"/>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34911422" name="Straight Connector 634911421">
            <a:extLst xmlns:a="http://schemas.openxmlformats.org/drawingml/2006/main">
              <a:ext uri="{FF2B5EF4-FFF2-40B4-BE49-F238E27FC236}">
                <a16:creationId xmlns:a16="http://schemas.microsoft.com/office/drawing/2014/main" id="{407D30C9-18CF-4746-BAB5-E778008900AD}"/>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53059331" name="Rectangle 253059330">
            <a:extLst xmlns:a="http://schemas.openxmlformats.org/drawingml/2006/main">
              <a:ext uri="{FF2B5EF4-FFF2-40B4-BE49-F238E27FC236}">
                <a16:creationId xmlns:a16="http://schemas.microsoft.com/office/drawing/2014/main" id="{02EB1F15-B9B2-40D8-9A2A-DADAD5F2E081}"/>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961211259" name="Rectangle 1961211258">
            <a:extLst xmlns:a="http://schemas.openxmlformats.org/drawingml/2006/main">
              <a:ext uri="{FF2B5EF4-FFF2-40B4-BE49-F238E27FC236}">
                <a16:creationId xmlns:a16="http://schemas.microsoft.com/office/drawing/2014/main" id="{62DE4CBE-2538-429D-A998-18FFBE23BA04}"/>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902052221" name="Rectangle 902052220">
            <a:extLst xmlns:a="http://schemas.openxmlformats.org/drawingml/2006/main">
              <a:ext uri="{FF2B5EF4-FFF2-40B4-BE49-F238E27FC236}">
                <a16:creationId xmlns:a16="http://schemas.microsoft.com/office/drawing/2014/main" id="{32952142-F938-46B4-828B-707881CBAAE8}"/>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110604860" name="Rectangle 110604859">
            <a:extLst xmlns:a="http://schemas.openxmlformats.org/drawingml/2006/main">
              <a:ext uri="{FF2B5EF4-FFF2-40B4-BE49-F238E27FC236}">
                <a16:creationId xmlns:a16="http://schemas.microsoft.com/office/drawing/2014/main" id="{5015C03E-AAB8-4232-8038-FBFEDF5B0CC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570659083" name="Rectangle 1570659082">
            <a:extLst xmlns:a="http://schemas.openxmlformats.org/drawingml/2006/main">
              <a:ext uri="{FF2B5EF4-FFF2-40B4-BE49-F238E27FC236}">
                <a16:creationId xmlns:a16="http://schemas.microsoft.com/office/drawing/2014/main" id="{9B0C9F86-D927-4ACE-9C13-5364784F48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58</a:t>
            </a:r>
          </a:p>
        </p:txBody>
      </p:sp>
    </p:spTree>
    <p:extLst>
      <p:ext uri="{BB962C8B-B14F-4D97-AF65-F5344CB8AC3E}">
        <p14:creationId xmlns:p14="http://schemas.microsoft.com/office/powerpoint/2010/main" val="2093280641"/>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8329788" name="Rectangle 1748329787">
            <a:extLst xmlns:a="http://schemas.openxmlformats.org/drawingml/2006/main">
              <a:ext uri="{FF2B5EF4-FFF2-40B4-BE49-F238E27FC236}">
                <a16:creationId xmlns:a16="http://schemas.microsoft.com/office/drawing/2014/main" id="{AE6B0F58-F2CC-46A5-99F1-C66BE40820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1611343532" name="Rectangle 1611343531">
            <a:extLst xmlns:a="http://schemas.openxmlformats.org/drawingml/2006/main">
              <a:ext uri="{FF2B5EF4-FFF2-40B4-BE49-F238E27FC236}">
                <a16:creationId xmlns:a16="http://schemas.microsoft.com/office/drawing/2014/main" id="{F8CC6C14-1605-457B-9309-F6EC2448900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1015940867" name="Rectangle: Rounded Corners 1015940866">
            <a:extLst xmlns:a="http://schemas.openxmlformats.org/drawingml/2006/main">
              <a:ext uri="{FF2B5EF4-FFF2-40B4-BE49-F238E27FC236}">
                <a16:creationId xmlns:a16="http://schemas.microsoft.com/office/drawing/2014/main" id="{13D0FAC1-6CCC-4DD9-A3BF-94B6FAF7859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808652944" name="Rectangle: Rounded Corners 1808652943">
            <a:extLst xmlns:a="http://schemas.openxmlformats.org/drawingml/2006/main">
              <a:ext uri="{FF2B5EF4-FFF2-40B4-BE49-F238E27FC236}">
                <a16:creationId xmlns:a16="http://schemas.microsoft.com/office/drawing/2014/main" id="{5FE92358-587B-4345-B566-F56A54A5B28A}"/>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081078090" name="Rectangle: Rounded Corners 1081078089">
            <a:extLst xmlns:a="http://schemas.openxmlformats.org/drawingml/2006/main">
              <a:ext uri="{FF2B5EF4-FFF2-40B4-BE49-F238E27FC236}">
                <a16:creationId xmlns:a16="http://schemas.microsoft.com/office/drawing/2014/main" id="{1BF0A632-6CA4-4AA9-BDA4-1F4C20820E1B}"/>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492680345" name="Rectangle: Rounded Corners 492680344">
            <a:extLst xmlns:a="http://schemas.openxmlformats.org/drawingml/2006/main">
              <a:ext uri="{FF2B5EF4-FFF2-40B4-BE49-F238E27FC236}">
                <a16:creationId xmlns:a16="http://schemas.microsoft.com/office/drawing/2014/main" id="{9E909BA0-9E6D-4091-A0EA-B860E1BA0A09}"/>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482722515" name="Rectangle: Rounded Corners 1482722514">
            <a:extLst xmlns:a="http://schemas.openxmlformats.org/drawingml/2006/main">
              <a:ext uri="{FF2B5EF4-FFF2-40B4-BE49-F238E27FC236}">
                <a16:creationId xmlns:a16="http://schemas.microsoft.com/office/drawing/2014/main" id="{16B83816-8E03-4E35-9034-704D09E9195B}"/>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21026447" name="Rectangle: Rounded Corners 121026446">
            <a:extLst xmlns:a="http://schemas.openxmlformats.org/drawingml/2006/main">
              <a:ext uri="{FF2B5EF4-FFF2-40B4-BE49-F238E27FC236}">
                <a16:creationId xmlns:a16="http://schemas.microsoft.com/office/drawing/2014/main" id="{5E6F2C0C-A836-4CCD-855D-0CB9E889000F}"/>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p:txBody>
      </p:sp>
      <p:sp>
        <p:nvSpPr>
          <p:cNvPr id="163980104" name="Rectangle 163980103">
            <a:extLst xmlns:a="http://schemas.openxmlformats.org/drawingml/2006/main">
              <a:ext uri="{FF2B5EF4-FFF2-40B4-BE49-F238E27FC236}">
                <a16:creationId xmlns:a16="http://schemas.microsoft.com/office/drawing/2014/main" id="{B478EF64-8621-4598-B83F-CA7B9C677E85}"/>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693850307" name="Rectangle 693850306">
            <a:extLst xmlns:a="http://schemas.openxmlformats.org/drawingml/2006/main">
              <a:ext uri="{FF2B5EF4-FFF2-40B4-BE49-F238E27FC236}">
                <a16:creationId xmlns:a16="http://schemas.microsoft.com/office/drawing/2014/main" id="{21A6A108-9848-40B8-A12F-F732C0BAA33D}"/>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622472843" name="Straight Connector 1622472842">
            <a:extLst xmlns:a="http://schemas.openxmlformats.org/drawingml/2006/main">
              <a:ext uri="{FF2B5EF4-FFF2-40B4-BE49-F238E27FC236}">
                <a16:creationId xmlns:a16="http://schemas.microsoft.com/office/drawing/2014/main" id="{DD875EB5-3E04-4F05-A237-AFB5545AECCE}"/>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11020405" name="Rectangle: Rounded Corners 1311020404">
            <a:extLst xmlns:a="http://schemas.openxmlformats.org/drawingml/2006/main">
              <a:ext uri="{FF2B5EF4-FFF2-40B4-BE49-F238E27FC236}">
                <a16:creationId xmlns:a16="http://schemas.microsoft.com/office/drawing/2014/main" id="{D5D787D9-96CB-47A6-AE08-EEC86331001B}"/>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481459381" name="Rectangle 481459380">
            <a:extLst xmlns:a="http://schemas.openxmlformats.org/drawingml/2006/main">
              <a:ext uri="{FF2B5EF4-FFF2-40B4-BE49-F238E27FC236}">
                <a16:creationId xmlns:a16="http://schemas.microsoft.com/office/drawing/2014/main" id="{DFADFBC5-D049-42F4-8635-F5C4E46977A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1942037178" name="Rectangle: Rounded Corners 1942037177">
            <a:extLst xmlns:a="http://schemas.openxmlformats.org/drawingml/2006/main">
              <a:ext uri="{FF2B5EF4-FFF2-40B4-BE49-F238E27FC236}">
                <a16:creationId xmlns:a16="http://schemas.microsoft.com/office/drawing/2014/main" id="{A52B7ECB-B2CC-4147-A8AC-9C3BF04B976A}"/>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75602191" name="Rectangle: Rounded Corners 75602190">
            <a:extLst xmlns:a="http://schemas.openxmlformats.org/drawingml/2006/main">
              <a:ext uri="{FF2B5EF4-FFF2-40B4-BE49-F238E27FC236}">
                <a16:creationId xmlns:a16="http://schemas.microsoft.com/office/drawing/2014/main" id="{8889DB8A-1105-46C3-A817-04C1029663B9}"/>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1789658255" name="Rectangle: Rounded Corners 1789658254">
            <a:extLst xmlns:a="http://schemas.openxmlformats.org/drawingml/2006/main">
              <a:ext uri="{FF2B5EF4-FFF2-40B4-BE49-F238E27FC236}">
                <a16:creationId xmlns:a16="http://schemas.microsoft.com/office/drawing/2014/main" id="{E31CEF53-5F64-4BB3-B665-1624FBECF9D8}"/>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953288477" name="Rectangle: Rounded Corners 1953288476">
            <a:extLst xmlns:a="http://schemas.openxmlformats.org/drawingml/2006/main">
              <a:ext uri="{FF2B5EF4-FFF2-40B4-BE49-F238E27FC236}">
                <a16:creationId xmlns:a16="http://schemas.microsoft.com/office/drawing/2014/main" id="{29C8E0B1-BD8B-436C-9DF5-07083EB51945}"/>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319643797" name="Straight Connector 319643796">
            <a:extLst xmlns:a="http://schemas.openxmlformats.org/drawingml/2006/main">
              <a:ext uri="{FF2B5EF4-FFF2-40B4-BE49-F238E27FC236}">
                <a16:creationId xmlns:a16="http://schemas.microsoft.com/office/drawing/2014/main" id="{954875EC-6F58-4C12-9342-823D43D51E39}"/>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47942514" name="Rectangle: Rounded Corners 647942513">
            <a:extLst xmlns:a="http://schemas.openxmlformats.org/drawingml/2006/main">
              <a:ext uri="{FF2B5EF4-FFF2-40B4-BE49-F238E27FC236}">
                <a16:creationId xmlns:a16="http://schemas.microsoft.com/office/drawing/2014/main" id="{3E5305BA-7EC6-4AEE-9D8E-6703349BA879}"/>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36131649" name="Rectangle: Rounded Corners 636131648">
            <a:extLst xmlns:a="http://schemas.openxmlformats.org/drawingml/2006/main">
              <a:ext uri="{FF2B5EF4-FFF2-40B4-BE49-F238E27FC236}">
                <a16:creationId xmlns:a16="http://schemas.microsoft.com/office/drawing/2014/main" id="{883132B8-375F-407D-BEA4-FE0513AB0F35}"/>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61513706" name="Rectangle: Rounded Corners 261513705">
            <a:extLst xmlns:a="http://schemas.openxmlformats.org/drawingml/2006/main">
              <a:ext uri="{FF2B5EF4-FFF2-40B4-BE49-F238E27FC236}">
                <a16:creationId xmlns:a16="http://schemas.microsoft.com/office/drawing/2014/main" id="{5E134699-02C2-47F1-88E5-425A0248F093}"/>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466779703" name="Rectangle 1466779702">
            <a:extLst xmlns:a="http://schemas.openxmlformats.org/drawingml/2006/main">
              <a:ext uri="{FF2B5EF4-FFF2-40B4-BE49-F238E27FC236}">
                <a16:creationId xmlns:a16="http://schemas.microsoft.com/office/drawing/2014/main" id="{7CC3B92A-4672-4D61-A01C-E8B51DF3C9E2}"/>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2140567319" name="Rectangle 2140567318">
            <a:extLst xmlns:a="http://schemas.openxmlformats.org/drawingml/2006/main">
              <a:ext uri="{FF2B5EF4-FFF2-40B4-BE49-F238E27FC236}">
                <a16:creationId xmlns:a16="http://schemas.microsoft.com/office/drawing/2014/main" id="{D786D0F5-A3A0-408A-8E4F-FBC71005B594}"/>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800090933" name="Rectangle 800090932">
            <a:extLst xmlns:a="http://schemas.openxmlformats.org/drawingml/2006/main">
              <a:ext uri="{FF2B5EF4-FFF2-40B4-BE49-F238E27FC236}">
                <a16:creationId xmlns:a16="http://schemas.microsoft.com/office/drawing/2014/main" id="{4968EA90-FC89-49FD-8CD8-7D4EE2B8D6FE}"/>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663275865" name="Oval 663275864">
            <a:extLst xmlns:a="http://schemas.openxmlformats.org/drawingml/2006/main">
              <a:ext uri="{FF2B5EF4-FFF2-40B4-BE49-F238E27FC236}">
                <a16:creationId xmlns:a16="http://schemas.microsoft.com/office/drawing/2014/main" id="{E38C89DE-D07F-43AE-BF1D-1654802AAD3F}"/>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302896656" name="Oval 302896655">
            <a:extLst xmlns:a="http://schemas.openxmlformats.org/drawingml/2006/main">
              <a:ext uri="{FF2B5EF4-FFF2-40B4-BE49-F238E27FC236}">
                <a16:creationId xmlns:a16="http://schemas.microsoft.com/office/drawing/2014/main" id="{36CA10C7-2749-44E9-886A-F6E077C51831}"/>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173073259" name="Oval 1173073258">
            <a:extLst xmlns:a="http://schemas.openxmlformats.org/drawingml/2006/main">
              <a:ext uri="{FF2B5EF4-FFF2-40B4-BE49-F238E27FC236}">
                <a16:creationId xmlns:a16="http://schemas.microsoft.com/office/drawing/2014/main" id="{17097DBC-7B89-49D3-BD89-290549EB8A32}"/>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351287708" name="Rectangle 1351287707">
            <a:extLst xmlns:a="http://schemas.openxmlformats.org/drawingml/2006/main">
              <a:ext uri="{FF2B5EF4-FFF2-40B4-BE49-F238E27FC236}">
                <a16:creationId xmlns:a16="http://schemas.microsoft.com/office/drawing/2014/main" id="{840EDDFA-357A-44E1-BA23-ED98893FA0C8}"/>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523385387" name="Rectangle 1523385386">
            <a:extLst xmlns:a="http://schemas.openxmlformats.org/drawingml/2006/main">
              <a:ext uri="{FF2B5EF4-FFF2-40B4-BE49-F238E27FC236}">
                <a16:creationId xmlns:a16="http://schemas.microsoft.com/office/drawing/2014/main" id="{8C936F88-D10E-439D-B9EB-C3A182C45C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59</a:t>
            </a:r>
          </a:p>
        </p:txBody>
      </p:sp>
    </p:spTree>
    <p:extLst>
      <p:ext uri="{BB962C8B-B14F-4D97-AF65-F5344CB8AC3E}">
        <p14:creationId xmlns:p14="http://schemas.microsoft.com/office/powerpoint/2010/main" val="19952502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2026-07-27T10:33:10.3950000Z</dcterms:created>
  <dcterms:modified xsi:type="dcterms:W3CDTF">2026-07-27T10:33:10.3950000Z</dcterms:modified>
</coreProperties>
</file>