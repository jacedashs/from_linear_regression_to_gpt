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3961e94623459a" /><Relationship Type="http://schemas.openxmlformats.org/officeDocument/2006/relationships/extended-properties" Target="/docProps/app.xml" Id="R9bd3b816ac924a03" /><Relationship Type="http://schemas.openxmlformats.org/officeDocument/2006/relationships/officeDocument" Target="/ppt/presentation.xml" Id="R93fb352a685d4c5d" /></Relationships>
</file>

<file path=ppt/presentation.xml><?xml version="1.0" encoding="utf-8"?>
<p:presentation xmlns:p="http://schemas.openxmlformats.org/presentationml/2006/main">
  <p:sldMasterIdLst>
    <p:sldMasterId xmlns:r="http://schemas.openxmlformats.org/officeDocument/2006/relationships" id="2147483648" r:id="R26949f89a5234ad8"/>
  </p:sldMasterIdLst>
  <p:notesMasterIdLst>
    <p:notesMasterId xmlns:r="http://schemas.openxmlformats.org/officeDocument/2006/relationships" r:id="R6a6a671271074bc3"/>
  </p:notesMasterIdLst>
  <p:sldIdLst>
    <p:sldId xmlns:r="http://schemas.openxmlformats.org/officeDocument/2006/relationships" id="256" r:id="Rcd33745d38e74af8"/>
    <p:sldId xmlns:r="http://schemas.openxmlformats.org/officeDocument/2006/relationships" id="257" r:id="Raf033765e3b14bfa"/>
    <p:sldId xmlns:r="http://schemas.openxmlformats.org/officeDocument/2006/relationships" id="258" r:id="R52a0d204ab434973"/>
    <p:sldId xmlns:r="http://schemas.openxmlformats.org/officeDocument/2006/relationships" id="259" r:id="R92760987acb341a1"/>
    <p:sldId xmlns:r="http://schemas.openxmlformats.org/officeDocument/2006/relationships" id="260" r:id="R53fb0622beaf4a70"/>
    <p:sldId xmlns:r="http://schemas.openxmlformats.org/officeDocument/2006/relationships" id="261" r:id="R6056bded62964c97"/>
    <p:sldId xmlns:r="http://schemas.openxmlformats.org/officeDocument/2006/relationships" id="262" r:id="R73798bca7a5141f4"/>
    <p:sldId xmlns:r="http://schemas.openxmlformats.org/officeDocument/2006/relationships" id="263" r:id="R9c7cf193d3844448"/>
    <p:sldId xmlns:r="http://schemas.openxmlformats.org/officeDocument/2006/relationships" id="264" r:id="R98e1506989d54ff3"/>
    <p:sldId xmlns:r="http://schemas.openxmlformats.org/officeDocument/2006/relationships" id="265" r:id="R60f728ec8e5d48e0"/>
    <p:sldId xmlns:r="http://schemas.openxmlformats.org/officeDocument/2006/relationships" id="266" r:id="R9ff99f62fa264d20"/>
    <p:sldId xmlns:r="http://schemas.openxmlformats.org/officeDocument/2006/relationships" id="267" r:id="R0f117039c2db45bf"/>
    <p:sldId xmlns:r="http://schemas.openxmlformats.org/officeDocument/2006/relationships" id="268" r:id="R901e4d2f5b5a46ce"/>
    <p:sldId xmlns:r="http://schemas.openxmlformats.org/officeDocument/2006/relationships" id="269" r:id="R07b9b80aa56243a5"/>
    <p:sldId xmlns:r="http://schemas.openxmlformats.org/officeDocument/2006/relationships" id="270" r:id="R23932215332b4186"/>
    <p:sldId xmlns:r="http://schemas.openxmlformats.org/officeDocument/2006/relationships" id="271" r:id="R8ef3c415345b4ced"/>
    <p:sldId xmlns:r="http://schemas.openxmlformats.org/officeDocument/2006/relationships" id="272" r:id="R2a066eaea4454585"/>
    <p:sldId xmlns:r="http://schemas.openxmlformats.org/officeDocument/2006/relationships" id="273" r:id="R770b4adad913430a"/>
    <p:sldId xmlns:r="http://schemas.openxmlformats.org/officeDocument/2006/relationships" id="274" r:id="R2f8c9eded0004f12"/>
    <p:sldId xmlns:r="http://schemas.openxmlformats.org/officeDocument/2006/relationships" id="275" r:id="R3ec16b2d7c464cb7"/>
    <p:sldId xmlns:r="http://schemas.openxmlformats.org/officeDocument/2006/relationships" id="276" r:id="R539b799726f24bf0"/>
    <p:sldId xmlns:r="http://schemas.openxmlformats.org/officeDocument/2006/relationships" id="277" r:id="Re3c999af27f74e32"/>
    <p:sldId xmlns:r="http://schemas.openxmlformats.org/officeDocument/2006/relationships" id="278" r:id="Re55641f700a24a16"/>
    <p:sldId xmlns:r="http://schemas.openxmlformats.org/officeDocument/2006/relationships" id="279" r:id="R01b8670efd884a71"/>
    <p:sldId xmlns:r="http://schemas.openxmlformats.org/officeDocument/2006/relationships" id="280" r:id="R179d03432f624c75"/>
    <p:sldId xmlns:r="http://schemas.openxmlformats.org/officeDocument/2006/relationships" id="281" r:id="R418b535237ac4a52"/>
    <p:sldId xmlns:r="http://schemas.openxmlformats.org/officeDocument/2006/relationships" id="282" r:id="R23fefb083e324f18"/>
    <p:sldId xmlns:r="http://schemas.openxmlformats.org/officeDocument/2006/relationships" id="283" r:id="R464c5005e6594d6c"/>
    <p:sldId xmlns:r="http://schemas.openxmlformats.org/officeDocument/2006/relationships" id="284" r:id="Rdae7e040158a467a"/>
    <p:sldId xmlns:r="http://schemas.openxmlformats.org/officeDocument/2006/relationships" id="285" r:id="R1299aaab786b41a7"/>
    <p:sldId xmlns:r="http://schemas.openxmlformats.org/officeDocument/2006/relationships" id="286" r:id="Re3bfc90fed6848f0"/>
    <p:sldId xmlns:r="http://schemas.openxmlformats.org/officeDocument/2006/relationships" id="287" r:id="Rd1745cd6a5904b8b"/>
    <p:sldId xmlns:r="http://schemas.openxmlformats.org/officeDocument/2006/relationships" id="288" r:id="Rc4e87d142d914200"/>
    <p:sldId xmlns:r="http://schemas.openxmlformats.org/officeDocument/2006/relationships" id="289" r:id="Ra4ebf2ab374e44c8"/>
    <p:sldId xmlns:r="http://schemas.openxmlformats.org/officeDocument/2006/relationships" id="290" r:id="R649ae62472cf4712"/>
    <p:sldId xmlns:r="http://schemas.openxmlformats.org/officeDocument/2006/relationships" id="291" r:id="Rc9cb6cd7b27a4068"/>
    <p:sldId xmlns:r="http://schemas.openxmlformats.org/officeDocument/2006/relationships" id="292" r:id="Rd54510b2047e48b0"/>
    <p:sldId xmlns:r="http://schemas.openxmlformats.org/officeDocument/2006/relationships" id="293" r:id="R19032e94584b4ad8"/>
    <p:sldId xmlns:r="http://schemas.openxmlformats.org/officeDocument/2006/relationships" id="294" r:id="R55507d94d0f64717"/>
    <p:sldId xmlns:r="http://schemas.openxmlformats.org/officeDocument/2006/relationships" id="295" r:id="R739cc168cbc0449c"/>
    <p:sldId xmlns:r="http://schemas.openxmlformats.org/officeDocument/2006/relationships" id="296" r:id="R554b9845db7a48ca"/>
    <p:sldId xmlns:r="http://schemas.openxmlformats.org/officeDocument/2006/relationships" id="297" r:id="R5b7302d9f30e4625"/>
    <p:sldId xmlns:r="http://schemas.openxmlformats.org/officeDocument/2006/relationships" id="298" r:id="R23289965baee4500"/>
    <p:sldId xmlns:r="http://schemas.openxmlformats.org/officeDocument/2006/relationships" id="299" r:id="R8bfa3e06398d44a4"/>
    <p:sldId xmlns:r="http://schemas.openxmlformats.org/officeDocument/2006/relationships" id="300" r:id="R3c287b95618f405b"/>
    <p:sldId xmlns:r="http://schemas.openxmlformats.org/officeDocument/2006/relationships" id="301" r:id="Rfde484b1ac7d4403"/>
    <p:sldId xmlns:r="http://schemas.openxmlformats.org/officeDocument/2006/relationships" id="302" r:id="Rff7ca880487a4014"/>
    <p:sldId xmlns:r="http://schemas.openxmlformats.org/officeDocument/2006/relationships" id="303" r:id="R239a0fedfef6463f"/>
    <p:sldId xmlns:r="http://schemas.openxmlformats.org/officeDocument/2006/relationships" id="304" r:id="R3100fe88c3c341dd"/>
    <p:sldId xmlns:r="http://schemas.openxmlformats.org/officeDocument/2006/relationships" id="305" r:id="Rb52c8bb116ad4cd3"/>
    <p:sldId xmlns:r="http://schemas.openxmlformats.org/officeDocument/2006/relationships" id="306" r:id="Rb92e2ba1668c4787"/>
    <p:sldId xmlns:r="http://schemas.openxmlformats.org/officeDocument/2006/relationships" id="307" r:id="R020dd282ef5f4adc"/>
    <p:sldId xmlns:r="http://schemas.openxmlformats.org/officeDocument/2006/relationships" id="308" r:id="R8a778df83c854ba2"/>
    <p:sldId xmlns:r="http://schemas.openxmlformats.org/officeDocument/2006/relationships" id="309" r:id="Rca828faa21c44676"/>
    <p:sldId xmlns:r="http://schemas.openxmlformats.org/officeDocument/2006/relationships" id="310" r:id="R362408c86d3b429b"/>
    <p:sldId xmlns:r="http://schemas.openxmlformats.org/officeDocument/2006/relationships" id="311" r:id="R5b15911794024224"/>
    <p:sldId xmlns:r="http://schemas.openxmlformats.org/officeDocument/2006/relationships" id="312" r:id="Ra49c8bc3922a44e8"/>
    <p:sldId xmlns:r="http://schemas.openxmlformats.org/officeDocument/2006/relationships" id="313" r:id="R1483d2fcd9144dc5"/>
    <p:sldId xmlns:r="http://schemas.openxmlformats.org/officeDocument/2006/relationships" id="314" r:id="Rf7c5b7c5839b427e"/>
    <p:sldId xmlns:r="http://schemas.openxmlformats.org/officeDocument/2006/relationships" id="315" r:id="R7ad55b68dd8942e0"/>
    <p:sldId xmlns:r="http://schemas.openxmlformats.org/officeDocument/2006/relationships" id="316" r:id="R081bbbde811b463a"/>
    <p:sldId xmlns:r="http://schemas.openxmlformats.org/officeDocument/2006/relationships" id="317" r:id="Rb2936490512645b3"/>
    <p:sldId xmlns:r="http://schemas.openxmlformats.org/officeDocument/2006/relationships" id="318" r:id="Rf2dfb410671640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cb06cd0954f4a8e" /><Relationship Type="http://schemas.openxmlformats.org/officeDocument/2006/relationships/slideMaster" Target="/ppt/slideMasters/slideMaster1.xml" Id="R26949f89a5234ad8" /><Relationship Type="http://schemas.openxmlformats.org/officeDocument/2006/relationships/notesMaster" Target="/ppt/notesMasters/notesMaster1.xml" Id="R6a6a671271074bc3" /><Relationship Type="http://schemas.openxmlformats.org/officeDocument/2006/relationships/presProps" Target="/ppt/presProps.xml" Id="R745f7c8319f74843" /><Relationship Type="http://schemas.openxmlformats.org/officeDocument/2006/relationships/viewProps" Target="/ppt/viewProps.xml" Id="R4ba6e80133c14721" /><Relationship Type="http://schemas.openxmlformats.org/officeDocument/2006/relationships/tableStyles" Target="/ppt/tableStyles.xml" Id="R6a8566f65ee0472d" /><Relationship Type="http://schemas.openxmlformats.org/officeDocument/2006/relationships/slide" Target="/ppt/slides/slide1.xml" Id="Rcd33745d38e74af8" /><Relationship Type="http://schemas.openxmlformats.org/officeDocument/2006/relationships/slide" Target="/ppt/slides/slide2.xml" Id="Raf033765e3b14bfa" /><Relationship Type="http://schemas.openxmlformats.org/officeDocument/2006/relationships/slide" Target="/ppt/slides/slide3.xml" Id="R52a0d204ab434973" /><Relationship Type="http://schemas.openxmlformats.org/officeDocument/2006/relationships/slide" Target="/ppt/slides/slide4.xml" Id="R92760987acb341a1" /><Relationship Type="http://schemas.openxmlformats.org/officeDocument/2006/relationships/slide" Target="/ppt/slides/slide5.xml" Id="R53fb0622beaf4a70" /><Relationship Type="http://schemas.openxmlformats.org/officeDocument/2006/relationships/slide" Target="/ppt/slides/slide6.xml" Id="R6056bded62964c97" /><Relationship Type="http://schemas.openxmlformats.org/officeDocument/2006/relationships/slide" Target="/ppt/slides/slide7.xml" Id="R73798bca7a5141f4" /><Relationship Type="http://schemas.openxmlformats.org/officeDocument/2006/relationships/slide" Target="/ppt/slides/slide8.xml" Id="R9c7cf193d3844448" /><Relationship Type="http://schemas.openxmlformats.org/officeDocument/2006/relationships/slide" Target="/ppt/slides/slide9.xml" Id="R98e1506989d54ff3" /><Relationship Type="http://schemas.openxmlformats.org/officeDocument/2006/relationships/slide" Target="/ppt/slides/slide10.xml" Id="R60f728ec8e5d48e0" /><Relationship Type="http://schemas.openxmlformats.org/officeDocument/2006/relationships/slide" Target="/ppt/slides/slide11.xml" Id="R9ff99f62fa264d20" /><Relationship Type="http://schemas.openxmlformats.org/officeDocument/2006/relationships/slide" Target="/ppt/slides/slide12.xml" Id="R0f117039c2db45bf" /><Relationship Type="http://schemas.openxmlformats.org/officeDocument/2006/relationships/slide" Target="/ppt/slides/slide13.xml" Id="R901e4d2f5b5a46ce" /><Relationship Type="http://schemas.openxmlformats.org/officeDocument/2006/relationships/slide" Target="/ppt/slides/slide14.xml" Id="R07b9b80aa56243a5" /><Relationship Type="http://schemas.openxmlformats.org/officeDocument/2006/relationships/slide" Target="/ppt/slides/slide15.xml" Id="R23932215332b4186" /><Relationship Type="http://schemas.openxmlformats.org/officeDocument/2006/relationships/slide" Target="/ppt/slides/slide16.xml" Id="R8ef3c415345b4ced" /><Relationship Type="http://schemas.openxmlformats.org/officeDocument/2006/relationships/slide" Target="/ppt/slides/slide17.xml" Id="R2a066eaea4454585" /><Relationship Type="http://schemas.openxmlformats.org/officeDocument/2006/relationships/slide" Target="/ppt/slides/slide18.xml" Id="R770b4adad913430a" /><Relationship Type="http://schemas.openxmlformats.org/officeDocument/2006/relationships/slide" Target="/ppt/slides/slide19.xml" Id="R2f8c9eded0004f12" /><Relationship Type="http://schemas.openxmlformats.org/officeDocument/2006/relationships/slide" Target="/ppt/slides/slide20.xml" Id="R3ec16b2d7c464cb7" /><Relationship Type="http://schemas.openxmlformats.org/officeDocument/2006/relationships/slide" Target="/ppt/slides/slide21.xml" Id="R539b799726f24bf0" /><Relationship Type="http://schemas.openxmlformats.org/officeDocument/2006/relationships/slide" Target="/ppt/slides/slide22.xml" Id="Re3c999af27f74e32" /><Relationship Type="http://schemas.openxmlformats.org/officeDocument/2006/relationships/slide" Target="/ppt/slides/slide23.xml" Id="Re55641f700a24a16" /><Relationship Type="http://schemas.openxmlformats.org/officeDocument/2006/relationships/slide" Target="/ppt/slides/slide24.xml" Id="R01b8670efd884a71" /><Relationship Type="http://schemas.openxmlformats.org/officeDocument/2006/relationships/slide" Target="/ppt/slides/slide25.xml" Id="R179d03432f624c75" /><Relationship Type="http://schemas.openxmlformats.org/officeDocument/2006/relationships/slide" Target="/ppt/slides/slide26.xml" Id="R418b535237ac4a52" /><Relationship Type="http://schemas.openxmlformats.org/officeDocument/2006/relationships/slide" Target="/ppt/slides/slide27.xml" Id="R23fefb083e324f18" /><Relationship Type="http://schemas.openxmlformats.org/officeDocument/2006/relationships/slide" Target="/ppt/slides/slide28.xml" Id="R464c5005e6594d6c" /><Relationship Type="http://schemas.openxmlformats.org/officeDocument/2006/relationships/slide" Target="/ppt/slides/slide29.xml" Id="Rdae7e040158a467a" /><Relationship Type="http://schemas.openxmlformats.org/officeDocument/2006/relationships/slide" Target="/ppt/slides/slide30.xml" Id="R1299aaab786b41a7" /><Relationship Type="http://schemas.openxmlformats.org/officeDocument/2006/relationships/slide" Target="/ppt/slides/slide31.xml" Id="Re3bfc90fed6848f0" /><Relationship Type="http://schemas.openxmlformats.org/officeDocument/2006/relationships/slide" Target="/ppt/slides/slide32.xml" Id="Rd1745cd6a5904b8b" /><Relationship Type="http://schemas.openxmlformats.org/officeDocument/2006/relationships/slide" Target="/ppt/slides/slide33.xml" Id="Rc4e87d142d914200" /><Relationship Type="http://schemas.openxmlformats.org/officeDocument/2006/relationships/slide" Target="/ppt/slides/slide34.xml" Id="Ra4ebf2ab374e44c8" /><Relationship Type="http://schemas.openxmlformats.org/officeDocument/2006/relationships/slide" Target="/ppt/slides/slide35.xml" Id="R649ae62472cf4712" /><Relationship Type="http://schemas.openxmlformats.org/officeDocument/2006/relationships/slide" Target="/ppt/slides/slide36.xml" Id="Rc9cb6cd7b27a4068" /><Relationship Type="http://schemas.openxmlformats.org/officeDocument/2006/relationships/slide" Target="/ppt/slides/slide37.xml" Id="Rd54510b2047e48b0" /><Relationship Type="http://schemas.openxmlformats.org/officeDocument/2006/relationships/slide" Target="/ppt/slides/slide38.xml" Id="R19032e94584b4ad8" /><Relationship Type="http://schemas.openxmlformats.org/officeDocument/2006/relationships/slide" Target="/ppt/slides/slide39.xml" Id="R55507d94d0f64717" /><Relationship Type="http://schemas.openxmlformats.org/officeDocument/2006/relationships/slide" Target="/ppt/slides/slide40.xml" Id="R739cc168cbc0449c" /><Relationship Type="http://schemas.openxmlformats.org/officeDocument/2006/relationships/slide" Target="/ppt/slides/slide41.xml" Id="R554b9845db7a48ca" /><Relationship Type="http://schemas.openxmlformats.org/officeDocument/2006/relationships/slide" Target="/ppt/slides/slide42.xml" Id="R5b7302d9f30e4625" /><Relationship Type="http://schemas.openxmlformats.org/officeDocument/2006/relationships/slide" Target="/ppt/slides/slide43.xml" Id="R23289965baee4500" /><Relationship Type="http://schemas.openxmlformats.org/officeDocument/2006/relationships/slide" Target="/ppt/slides/slide44.xml" Id="R8bfa3e06398d44a4" /><Relationship Type="http://schemas.openxmlformats.org/officeDocument/2006/relationships/slide" Target="/ppt/slides/slide45.xml" Id="R3c287b95618f405b" /><Relationship Type="http://schemas.openxmlformats.org/officeDocument/2006/relationships/slide" Target="/ppt/slides/slide46.xml" Id="Rfde484b1ac7d4403" /><Relationship Type="http://schemas.openxmlformats.org/officeDocument/2006/relationships/slide" Target="/ppt/slides/slide47.xml" Id="Rff7ca880487a4014" /><Relationship Type="http://schemas.openxmlformats.org/officeDocument/2006/relationships/slide" Target="/ppt/slides/slide48.xml" Id="R239a0fedfef6463f" /><Relationship Type="http://schemas.openxmlformats.org/officeDocument/2006/relationships/slide" Target="/ppt/slides/slide49.xml" Id="R3100fe88c3c341dd" /><Relationship Type="http://schemas.openxmlformats.org/officeDocument/2006/relationships/slide" Target="/ppt/slides/slide50.xml" Id="Rb52c8bb116ad4cd3" /><Relationship Type="http://schemas.openxmlformats.org/officeDocument/2006/relationships/slide" Target="/ppt/slides/slide51.xml" Id="Rb92e2ba1668c4787" /><Relationship Type="http://schemas.openxmlformats.org/officeDocument/2006/relationships/slide" Target="/ppt/slides/slide52.xml" Id="R020dd282ef5f4adc" /><Relationship Type="http://schemas.openxmlformats.org/officeDocument/2006/relationships/slide" Target="/ppt/slides/slide53.xml" Id="R8a778df83c854ba2" /><Relationship Type="http://schemas.openxmlformats.org/officeDocument/2006/relationships/slide" Target="/ppt/slides/slide54.xml" Id="Rca828faa21c44676" /><Relationship Type="http://schemas.openxmlformats.org/officeDocument/2006/relationships/slide" Target="/ppt/slides/slide55.xml" Id="R362408c86d3b429b" /><Relationship Type="http://schemas.openxmlformats.org/officeDocument/2006/relationships/slide" Target="/ppt/slides/slide56.xml" Id="R5b15911794024224" /><Relationship Type="http://schemas.openxmlformats.org/officeDocument/2006/relationships/slide" Target="/ppt/slides/slide57.xml" Id="Ra49c8bc3922a44e8" /><Relationship Type="http://schemas.openxmlformats.org/officeDocument/2006/relationships/slide" Target="/ppt/slides/slide58.xml" Id="R1483d2fcd9144dc5" /><Relationship Type="http://schemas.openxmlformats.org/officeDocument/2006/relationships/slide" Target="/ppt/slides/slide59.xml" Id="Rf7c5b7c5839b427e" /><Relationship Type="http://schemas.openxmlformats.org/officeDocument/2006/relationships/slide" Target="/ppt/slides/slide60.xml" Id="R7ad55b68dd8942e0" /><Relationship Type="http://schemas.openxmlformats.org/officeDocument/2006/relationships/slide" Target="/ppt/slides/slide61.xml" Id="R081bbbde811b463a" /><Relationship Type="http://schemas.openxmlformats.org/officeDocument/2006/relationships/slide" Target="/ppt/slides/slide62.xml" Id="Rb2936490512645b3" /><Relationship Type="http://schemas.openxmlformats.org/officeDocument/2006/relationships/slide" Target="/ppt/slides/slide63.xml" Id="Rf2dfb410671640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df8c55bab141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e1553e05b74df5" /><Relationship Type="http://schemas.openxmlformats.org/officeDocument/2006/relationships/notesMaster" Target="/ppt/notesMasters/notesMaster1.xml" Id="R982879d5b9ff44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eb9882ff7843ec" /><Relationship Type="http://schemas.openxmlformats.org/officeDocument/2006/relationships/notesMaster" Target="/ppt/notesMasters/notesMaster1.xml" Id="Rd61238437aa541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63a2c9a368488a" /><Relationship Type="http://schemas.openxmlformats.org/officeDocument/2006/relationships/notesMaster" Target="/ppt/notesMasters/notesMaster1.xml" Id="R6d552230f14f41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b83286a9814c0a" /><Relationship Type="http://schemas.openxmlformats.org/officeDocument/2006/relationships/notesMaster" Target="/ppt/notesMasters/notesMaster1.xml" Id="R623be099e4a94a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5a5ce28bc74344" /><Relationship Type="http://schemas.openxmlformats.org/officeDocument/2006/relationships/notesMaster" Target="/ppt/notesMasters/notesMaster1.xml" Id="Ref42b071e77a4e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bff58745534ad6" /><Relationship Type="http://schemas.openxmlformats.org/officeDocument/2006/relationships/notesMaster" Target="/ppt/notesMasters/notesMaster1.xml" Id="Rec978b4e23bb44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26c6f89bdf490b" /><Relationship Type="http://schemas.openxmlformats.org/officeDocument/2006/relationships/notesMaster" Target="/ppt/notesMasters/notesMaster1.xml" Id="R1f54df6527b244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c282494fc945a4" /><Relationship Type="http://schemas.openxmlformats.org/officeDocument/2006/relationships/notesMaster" Target="/ppt/notesMasters/notesMaster1.xml" Id="R6047d0c7574446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88a750bb3c43ff" /><Relationship Type="http://schemas.openxmlformats.org/officeDocument/2006/relationships/notesMaster" Target="/ppt/notesMasters/notesMaster1.xml" Id="R892ef0018db943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05355ab3af4473" /><Relationship Type="http://schemas.openxmlformats.org/officeDocument/2006/relationships/notesMaster" Target="/ppt/notesMasters/notesMaster1.xml" Id="R76443d4aee3348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1c8c7d01ce4e16" /><Relationship Type="http://schemas.openxmlformats.org/officeDocument/2006/relationships/notesMaster" Target="/ppt/notesMasters/notesMaster1.xml" Id="R3a94690cf14645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9bbf6d87c744b4" /><Relationship Type="http://schemas.openxmlformats.org/officeDocument/2006/relationships/notesMaster" Target="/ppt/notesMasters/notesMaster1.xml" Id="Ra6cd3ba0587343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5a1413a9654ddf" /><Relationship Type="http://schemas.openxmlformats.org/officeDocument/2006/relationships/notesMaster" Target="/ppt/notesMasters/notesMaster1.xml" Id="R6157753253bb40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bf2434f0c643f6" /><Relationship Type="http://schemas.openxmlformats.org/officeDocument/2006/relationships/notesMaster" Target="/ppt/notesMasters/notesMaster1.xml" Id="R1b949f808cb047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4143fba5254e29" /><Relationship Type="http://schemas.openxmlformats.org/officeDocument/2006/relationships/notesMaster" Target="/ppt/notesMasters/notesMaster1.xml" Id="R8d2c30be8ace48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6f4e0e3f3c4fdd" /><Relationship Type="http://schemas.openxmlformats.org/officeDocument/2006/relationships/notesMaster" Target="/ppt/notesMasters/notesMaster1.xml" Id="R7b92c0a86d6b45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981a49c987429c" /><Relationship Type="http://schemas.openxmlformats.org/officeDocument/2006/relationships/notesMaster" Target="/ppt/notesMasters/notesMaster1.xml" Id="R0961c88290474a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df70c6efd944f4" /><Relationship Type="http://schemas.openxmlformats.org/officeDocument/2006/relationships/notesMaster" Target="/ppt/notesMasters/notesMaster1.xml" Id="R0df665c999454e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64bd4de0854290" /><Relationship Type="http://schemas.openxmlformats.org/officeDocument/2006/relationships/notesMaster" Target="/ppt/notesMasters/notesMaster1.xml" Id="R083cb07853a74a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7e8922247b406a" /><Relationship Type="http://schemas.openxmlformats.org/officeDocument/2006/relationships/notesMaster" Target="/ppt/notesMasters/notesMaster1.xml" Id="R80007ef97ff349f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1491c36a9446fc" /><Relationship Type="http://schemas.openxmlformats.org/officeDocument/2006/relationships/notesMaster" Target="/ppt/notesMasters/notesMaster1.xml" Id="R7ea5cfc9f88043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b59dad9e8404576" /><Relationship Type="http://schemas.openxmlformats.org/officeDocument/2006/relationships/notesMaster" Target="/ppt/notesMasters/notesMaster1.xml" Id="R14bc1d62c68746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867068620247a7" /><Relationship Type="http://schemas.openxmlformats.org/officeDocument/2006/relationships/notesMaster" Target="/ppt/notesMasters/notesMaster1.xml" Id="R490b45f791f0405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f279be977c4ad3" /><Relationship Type="http://schemas.openxmlformats.org/officeDocument/2006/relationships/notesMaster" Target="/ppt/notesMasters/notesMaster1.xml" Id="R016b679fa5564a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6940f2a15647e2" /><Relationship Type="http://schemas.openxmlformats.org/officeDocument/2006/relationships/notesMaster" Target="/ppt/notesMasters/notesMaster1.xml" Id="Rcf9db833384f47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221e31e803140dc" /><Relationship Type="http://schemas.openxmlformats.org/officeDocument/2006/relationships/notesMaster" Target="/ppt/notesMasters/notesMaster1.xml" Id="Rb8e4d3e5c7f248c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1846c4831b4cfb" /><Relationship Type="http://schemas.openxmlformats.org/officeDocument/2006/relationships/notesMaster" Target="/ppt/notesMasters/notesMaster1.xml" Id="R4a14659d37dc40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94d972cfa124368" /><Relationship Type="http://schemas.openxmlformats.org/officeDocument/2006/relationships/notesMaster" Target="/ppt/notesMasters/notesMaster1.xml" Id="R8c7c29a988e141c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4eb6b1b3954654" /><Relationship Type="http://schemas.openxmlformats.org/officeDocument/2006/relationships/notesMaster" Target="/ppt/notesMasters/notesMaster1.xml" Id="R32f6f77bb28b461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9bd5e58d5de41d0" /><Relationship Type="http://schemas.openxmlformats.org/officeDocument/2006/relationships/notesMaster" Target="/ppt/notesMasters/notesMaster1.xml" Id="R735646a2b6744a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8cc3ab8fe648ba" /><Relationship Type="http://schemas.openxmlformats.org/officeDocument/2006/relationships/notesMaster" Target="/ppt/notesMasters/notesMaster1.xml" Id="Rd86b2cea43024d1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fb9aff8d31946eb" /><Relationship Type="http://schemas.openxmlformats.org/officeDocument/2006/relationships/notesMaster" Target="/ppt/notesMasters/notesMaster1.xml" Id="R30a5b4b51c88402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2ded8435332477a" /><Relationship Type="http://schemas.openxmlformats.org/officeDocument/2006/relationships/notesMaster" Target="/ppt/notesMasters/notesMaster1.xml" Id="R7df387d1352b4c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7bd0bfa01684605" /><Relationship Type="http://schemas.openxmlformats.org/officeDocument/2006/relationships/notesMaster" Target="/ppt/notesMasters/notesMaster1.xml" Id="R4546becea7ac489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1cfb9ecf6a3486e" /><Relationship Type="http://schemas.openxmlformats.org/officeDocument/2006/relationships/notesMaster" Target="/ppt/notesMasters/notesMaster1.xml" Id="Rb1e8545cde45485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92253de0bac4b67" /><Relationship Type="http://schemas.openxmlformats.org/officeDocument/2006/relationships/notesMaster" Target="/ppt/notesMasters/notesMaster1.xml" Id="R8ec1563a6cc6454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3aafef34f3248a4" /><Relationship Type="http://schemas.openxmlformats.org/officeDocument/2006/relationships/notesMaster" Target="/ppt/notesMasters/notesMaster1.xml" Id="R7fc191e6a7da4df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27a6114dff644cd" /><Relationship Type="http://schemas.openxmlformats.org/officeDocument/2006/relationships/notesMaster" Target="/ppt/notesMasters/notesMaster1.xml" Id="R52af34e1f7b146b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7e4c7af44a54a11" /><Relationship Type="http://schemas.openxmlformats.org/officeDocument/2006/relationships/notesMaster" Target="/ppt/notesMasters/notesMaster1.xml" Id="R275b42f576b148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6b4f8892f5b4f60" /><Relationship Type="http://schemas.openxmlformats.org/officeDocument/2006/relationships/notesMaster" Target="/ppt/notesMasters/notesMaster1.xml" Id="Rc60428b1514844e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f84a82e5b214c22" /><Relationship Type="http://schemas.openxmlformats.org/officeDocument/2006/relationships/notesMaster" Target="/ppt/notesMasters/notesMaster1.xml" Id="R158617a292ea4e0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c66f9393cbc465d" /><Relationship Type="http://schemas.openxmlformats.org/officeDocument/2006/relationships/notesMaster" Target="/ppt/notesMasters/notesMaster1.xml" Id="Rc30ab32931e647c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ad84a7088dd43b5" /><Relationship Type="http://schemas.openxmlformats.org/officeDocument/2006/relationships/notesMaster" Target="/ppt/notesMasters/notesMaster1.xml" Id="R946130096f4b4a3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f2265d0fd9945a4" /><Relationship Type="http://schemas.openxmlformats.org/officeDocument/2006/relationships/notesMaster" Target="/ppt/notesMasters/notesMaster1.xml" Id="Rdf09d05822254b4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a80232769b34ae7" /><Relationship Type="http://schemas.openxmlformats.org/officeDocument/2006/relationships/notesMaster" Target="/ppt/notesMasters/notesMaster1.xml" Id="R93d3cf0fdeed4d2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15755b9de23442f" /><Relationship Type="http://schemas.openxmlformats.org/officeDocument/2006/relationships/notesMaster" Target="/ppt/notesMasters/notesMaster1.xml" Id="Rd69727212e854ce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f358379b4fa4e19" /><Relationship Type="http://schemas.openxmlformats.org/officeDocument/2006/relationships/notesMaster" Target="/ppt/notesMasters/notesMaster1.xml" Id="R613a7bb33a71420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8974f257d784ed3" /><Relationship Type="http://schemas.openxmlformats.org/officeDocument/2006/relationships/notesMaster" Target="/ppt/notesMasters/notesMaster1.xml" Id="R0f9c18261593433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a3838dd894c492b" /><Relationship Type="http://schemas.openxmlformats.org/officeDocument/2006/relationships/notesMaster" Target="/ppt/notesMasters/notesMaster1.xml" Id="R3056158226ae408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5709166889a40f6" /><Relationship Type="http://schemas.openxmlformats.org/officeDocument/2006/relationships/notesMaster" Target="/ppt/notesMasters/notesMaster1.xml" Id="R9df925c6a9ea4c2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1515ab8c1364517" /><Relationship Type="http://schemas.openxmlformats.org/officeDocument/2006/relationships/notesMaster" Target="/ppt/notesMasters/notesMaster1.xml" Id="R327c34de9d944d6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5ea77e9c3cb4de0" /><Relationship Type="http://schemas.openxmlformats.org/officeDocument/2006/relationships/notesMaster" Target="/ppt/notesMasters/notesMaster1.xml" Id="R264a537fea2c45c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c1dc04534284c30" /><Relationship Type="http://schemas.openxmlformats.org/officeDocument/2006/relationships/notesMaster" Target="/ppt/notesMasters/notesMaster1.xml" Id="Rd456c967a4cb4f6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0628a91c7c842a8" /><Relationship Type="http://schemas.openxmlformats.org/officeDocument/2006/relationships/notesMaster" Target="/ppt/notesMasters/notesMaster1.xml" Id="R671da4e0a1854ed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7f93add6ba945c4" /><Relationship Type="http://schemas.openxmlformats.org/officeDocument/2006/relationships/notesMaster" Target="/ppt/notesMasters/notesMaster1.xml" Id="R01143922c3d741a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d5c6b0e059c4eff" /><Relationship Type="http://schemas.openxmlformats.org/officeDocument/2006/relationships/notesMaster" Target="/ppt/notesMasters/notesMaster1.xml" Id="R901600ccdcfe496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711c9c7a8a44fb1" /><Relationship Type="http://schemas.openxmlformats.org/officeDocument/2006/relationships/notesMaster" Target="/ppt/notesMasters/notesMaster1.xml" Id="Rbb1f4c015ae8485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b307ceae581450d" /><Relationship Type="http://schemas.openxmlformats.org/officeDocument/2006/relationships/notesMaster" Target="/ppt/notesMasters/notesMaster1.xml" Id="Rdc6643827c1d45d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90d2f1f96d24689" /><Relationship Type="http://schemas.openxmlformats.org/officeDocument/2006/relationships/notesMaster" Target="/ppt/notesMasters/notesMaster1.xml" Id="Re8b3aa2263a04a7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a3791049af4434f" /><Relationship Type="http://schemas.openxmlformats.org/officeDocument/2006/relationships/notesMaster" Target="/ppt/notesMasters/notesMaster1.xml" Id="Re4a6739a25404f9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696ba1ee6394618" /><Relationship Type="http://schemas.openxmlformats.org/officeDocument/2006/relationships/notesMaster" Target="/ppt/notesMasters/notesMaster1.xml" Id="R9a4d71b1c7cf45d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62f2856968c49e2" /><Relationship Type="http://schemas.openxmlformats.org/officeDocument/2006/relationships/notesMaster" Target="/ppt/notesMasters/notesMaster1.xml" Id="R740b9835053d457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07eecc2ffef4454" /><Relationship Type="http://schemas.openxmlformats.org/officeDocument/2006/relationships/notesMaster" Target="/ppt/notesMasters/notesMaster1.xml" Id="R5866a35a5aff41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c260376d864b01"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bb589bbe9a4182" /><Relationship Type="http://schemas.openxmlformats.org/officeDocument/2006/relationships/slideLayout" Target="/ppt/slideLayouts/slideLayout1.xml" Id="R516e6eae562a4b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6e6eae562a4b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a28e7b2e9b453f" /><Relationship Type="http://schemas.openxmlformats.org/officeDocument/2006/relationships/notesSlide" Target="/ppt/notesSlides/notesSlide1.xml" Id="R364c7b57adce42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1b07cad2fd44fc" /><Relationship Type="http://schemas.openxmlformats.org/officeDocument/2006/relationships/image" Target="/ppt/media/image.jpeg" Id="Rf2b61fa324d94368" /><Relationship Type="http://schemas.openxmlformats.org/officeDocument/2006/relationships/notesSlide" Target="/ppt/notesSlides/notesSlide2.xml" Id="Rcc07a063e1e34c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9ea1fd6ceb4ae2" /><Relationship Type="http://schemas.openxmlformats.org/officeDocument/2006/relationships/image" Target="/ppt/media/image.png" Id="R5e8ad6a38dd24ca9" /><Relationship Type="http://schemas.openxmlformats.org/officeDocument/2006/relationships/notesSlide" Target="/ppt/notesSlides/notesSlide3.xml" Id="R5dde6202c65847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d4515033d647b7" /><Relationship Type="http://schemas.openxmlformats.org/officeDocument/2006/relationships/image" Target="/ppt/media/image.png" Id="R0664f0dc14704c0d" /><Relationship Type="http://schemas.openxmlformats.org/officeDocument/2006/relationships/notesSlide" Target="/ppt/notesSlides/notesSlide4.xml" Id="Re855baee99f545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9b07dcfcd64cd0" /><Relationship Type="http://schemas.openxmlformats.org/officeDocument/2006/relationships/image" Target="/ppt/media/image.png" Id="R987afaeb893648c0" /><Relationship Type="http://schemas.openxmlformats.org/officeDocument/2006/relationships/notesSlide" Target="/ppt/notesSlides/notesSlide5.xml" Id="R1535ace039cb4c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d8e4fecb744d65" /><Relationship Type="http://schemas.openxmlformats.org/officeDocument/2006/relationships/notesSlide" Target="/ppt/notesSlides/notesSlide6.xml" Id="Rd6cbcc787e6a4d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564d5d1c2e49f7" /><Relationship Type="http://schemas.openxmlformats.org/officeDocument/2006/relationships/image" Target="/ppt/media/image2.png" Id="Rc83e595efb824b2d" /><Relationship Type="http://schemas.openxmlformats.org/officeDocument/2006/relationships/image" Target="/ppt/media/image.svg" Id="Rdaced212b4924c5c" /><Relationship Type="http://schemas.openxmlformats.org/officeDocument/2006/relationships/notesSlide" Target="/ppt/notesSlides/notesSlide7.xml" Id="R669916aa2a0841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da0e1bc2a0d40c6" /><Relationship Type="http://schemas.openxmlformats.org/officeDocument/2006/relationships/image" Target="/ppt/media/image3.png" Id="R3e04ac27f7c24b4c" /><Relationship Type="http://schemas.openxmlformats.org/officeDocument/2006/relationships/image" Target="/ppt/media/image2.svg" Id="R31a77ab7f0ef4f31" /><Relationship Type="http://schemas.openxmlformats.org/officeDocument/2006/relationships/notesSlide" Target="/ppt/notesSlides/notesSlide8.xml" Id="Rc98c74dd787f4d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4d4a90ca84744ae" /><Relationship Type="http://schemas.openxmlformats.org/officeDocument/2006/relationships/notesSlide" Target="/ppt/notesSlides/notesSlide9.xml" Id="Ra6b162150ccd43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d6af2a1f76c4793" /><Relationship Type="http://schemas.openxmlformats.org/officeDocument/2006/relationships/image" Target="/ppt/media/image4.png" Id="Re90dc9d57f3d4522" /><Relationship Type="http://schemas.openxmlformats.org/officeDocument/2006/relationships/image" Target="/ppt/media/image3.svg" Id="Rc85a58e65c244512" /><Relationship Type="http://schemas.openxmlformats.org/officeDocument/2006/relationships/notesSlide" Target="/ppt/notesSlides/notesSlide10.xml" Id="R2092ae203e7f45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5142d67030436d" /><Relationship Type="http://schemas.openxmlformats.org/officeDocument/2006/relationships/image" Target="/ppt/media/image5.png" Id="Ra5f0a75f428f43ab" /><Relationship Type="http://schemas.openxmlformats.org/officeDocument/2006/relationships/notesSlide" Target="/ppt/notesSlides/notesSlide11.xml" Id="R4a29c0bd2e7448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04bae99cca467f" /><Relationship Type="http://schemas.openxmlformats.org/officeDocument/2006/relationships/image" Target="/ppt/media/image6.png" Id="R61cea247be7c45a7" /><Relationship Type="http://schemas.openxmlformats.org/officeDocument/2006/relationships/image" Target="/ppt/media/image7.png" Id="R8611b63176ea47f8" /><Relationship Type="http://schemas.openxmlformats.org/officeDocument/2006/relationships/image" Target="/ppt/media/image4.svg" Id="Rbfe195a479f942a7" /><Relationship Type="http://schemas.openxmlformats.org/officeDocument/2006/relationships/notesSlide" Target="/ppt/notesSlides/notesSlide12.xml" Id="R20d18157e0434b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d7d36672ef4caf" /><Relationship Type="http://schemas.openxmlformats.org/officeDocument/2006/relationships/image" Target="/ppt/media/image8.png" Id="R9843629306834726" /><Relationship Type="http://schemas.openxmlformats.org/officeDocument/2006/relationships/notesSlide" Target="/ppt/notesSlides/notesSlide13.xml" Id="R1b082ab7464c4e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2329f209a94663" /><Relationship Type="http://schemas.openxmlformats.org/officeDocument/2006/relationships/image" Target="/ppt/media/image9.png" Id="R9d2e1f26db1e4034" /><Relationship Type="http://schemas.openxmlformats.org/officeDocument/2006/relationships/notesSlide" Target="/ppt/notesSlides/notesSlide14.xml" Id="R0aaf5aa270cb4b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a9d0bbba234208" /><Relationship Type="http://schemas.openxmlformats.org/officeDocument/2006/relationships/image" Target="/ppt/media/image10.png" Id="Rcd47528f138c45c8" /><Relationship Type="http://schemas.openxmlformats.org/officeDocument/2006/relationships/image" Target="/ppt/media/image11.png" Id="R40229cbdce3645d3" /><Relationship Type="http://schemas.openxmlformats.org/officeDocument/2006/relationships/image" Target="/ppt/media/image5.svg" Id="R9ea1076b92ae418c" /><Relationship Type="http://schemas.openxmlformats.org/officeDocument/2006/relationships/notesSlide" Target="/ppt/notesSlides/notesSlide15.xml" Id="R0cda8cb6ab6743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54bdd4f4724637" /><Relationship Type="http://schemas.openxmlformats.org/officeDocument/2006/relationships/notesSlide" Target="/ppt/notesSlides/notesSlide16.xml" Id="Rf1871c736a0145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1fa0a69c7a54efc" /><Relationship Type="http://schemas.openxmlformats.org/officeDocument/2006/relationships/notesSlide" Target="/ppt/notesSlides/notesSlide17.xml" Id="R0c0c6217eb4240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592dbbba0b04571" /><Relationship Type="http://schemas.openxmlformats.org/officeDocument/2006/relationships/notesSlide" Target="/ppt/notesSlides/notesSlide18.xml" Id="Re782a303e18746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4e2a9d7d9a4286" /><Relationship Type="http://schemas.openxmlformats.org/officeDocument/2006/relationships/notesSlide" Target="/ppt/notesSlides/notesSlide19.xml" Id="Rf253a10b359d4f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2d0ff0c3614811" /><Relationship Type="http://schemas.openxmlformats.org/officeDocument/2006/relationships/notesSlide" Target="/ppt/notesSlides/notesSlide20.xml" Id="Rfc5406c4304f462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d3ff73a81a5482f" /><Relationship Type="http://schemas.openxmlformats.org/officeDocument/2006/relationships/notesSlide" Target="/ppt/notesSlides/notesSlide21.xml" Id="R9b9213dfe2314ad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30df039d9f94ef5" /><Relationship Type="http://schemas.openxmlformats.org/officeDocument/2006/relationships/image" Target="/ppt/media/image12.png" Id="Rfee63e7d2495476f" /><Relationship Type="http://schemas.openxmlformats.org/officeDocument/2006/relationships/image" Target="/ppt/media/image6.svg" Id="Ra63af2f98fe9428c" /><Relationship Type="http://schemas.openxmlformats.org/officeDocument/2006/relationships/notesSlide" Target="/ppt/notesSlides/notesSlide22.xml" Id="Ref429a207a61401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9ef81002c614a29" /><Relationship Type="http://schemas.openxmlformats.org/officeDocument/2006/relationships/notesSlide" Target="/ppt/notesSlides/notesSlide23.xml" Id="R06d185c53dbe403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fe7bba363104180" /><Relationship Type="http://schemas.openxmlformats.org/officeDocument/2006/relationships/image" Target="/ppt/media/image13.png" Id="Ra1344f868ce942f9" /><Relationship Type="http://schemas.openxmlformats.org/officeDocument/2006/relationships/notesSlide" Target="/ppt/notesSlides/notesSlide24.xml" Id="R18fb440bd7ce4f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98b44afaabf413e" /><Relationship Type="http://schemas.openxmlformats.org/officeDocument/2006/relationships/notesSlide" Target="/ppt/notesSlides/notesSlide25.xml" Id="R2e4dd1cb237e4a9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91b98bbf22f47f5" /><Relationship Type="http://schemas.openxmlformats.org/officeDocument/2006/relationships/notesSlide" Target="/ppt/notesSlides/notesSlide26.xml" Id="R63d94aa57b1a4b5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0a348d339bf43ba" /><Relationship Type="http://schemas.openxmlformats.org/officeDocument/2006/relationships/notesSlide" Target="/ppt/notesSlides/notesSlide27.xml" Id="R7deda55cbab2443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940603ec1304a3f" /><Relationship Type="http://schemas.openxmlformats.org/officeDocument/2006/relationships/notesSlide" Target="/ppt/notesSlides/notesSlide28.xml" Id="Rbd0afa13ad6a411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62358b998864c9a" /><Relationship Type="http://schemas.openxmlformats.org/officeDocument/2006/relationships/notesSlide" Target="/ppt/notesSlides/notesSlide29.xml" Id="R55f8a06dbcc3483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ccff2ed871c4879" /><Relationship Type="http://schemas.openxmlformats.org/officeDocument/2006/relationships/notesSlide" Target="/ppt/notesSlides/notesSlide30.xml" Id="R2941766a321a4a1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749d41861f64df7" /><Relationship Type="http://schemas.openxmlformats.org/officeDocument/2006/relationships/notesSlide" Target="/ppt/notesSlides/notesSlide31.xml" Id="R1f64fa91beda44e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b4c35bc96434d68" /><Relationship Type="http://schemas.openxmlformats.org/officeDocument/2006/relationships/image" Target="/ppt/media/image14.png" Id="R00c1275f884b430a" /><Relationship Type="http://schemas.openxmlformats.org/officeDocument/2006/relationships/notesSlide" Target="/ppt/notesSlides/notesSlide32.xml" Id="R444dad36f4b943d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f3580a169534c77" /><Relationship Type="http://schemas.openxmlformats.org/officeDocument/2006/relationships/image" Target="/ppt/media/image15.png" Id="Re72c5599970f4f1e" /><Relationship Type="http://schemas.openxmlformats.org/officeDocument/2006/relationships/notesSlide" Target="/ppt/notesSlides/notesSlide33.xml" Id="R8671a38820c3439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baab2b301ae4e69" /><Relationship Type="http://schemas.openxmlformats.org/officeDocument/2006/relationships/notesSlide" Target="/ppt/notesSlides/notesSlide34.xml" Id="Red6c5bb0fd204c7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794ec9cbe084d77" /><Relationship Type="http://schemas.openxmlformats.org/officeDocument/2006/relationships/notesSlide" Target="/ppt/notesSlides/notesSlide35.xml" Id="R348b859c2c904ac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f7760f4cd7b496a" /><Relationship Type="http://schemas.openxmlformats.org/officeDocument/2006/relationships/notesSlide" Target="/ppt/notesSlides/notesSlide36.xml" Id="Re5e2754ff0d54ee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c477a3f22ff4235" /><Relationship Type="http://schemas.openxmlformats.org/officeDocument/2006/relationships/notesSlide" Target="/ppt/notesSlides/notesSlide37.xml" Id="R9e522dfeb1f04c9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00ce03281c54f4a" /><Relationship Type="http://schemas.openxmlformats.org/officeDocument/2006/relationships/notesSlide" Target="/ppt/notesSlides/notesSlide38.xml" Id="R98eb75d1da364ae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dbccbb82709464f" /><Relationship Type="http://schemas.openxmlformats.org/officeDocument/2006/relationships/notesSlide" Target="/ppt/notesSlides/notesSlide39.xml" Id="Ra1067ca297884fe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54e4e1a00674210" /><Relationship Type="http://schemas.openxmlformats.org/officeDocument/2006/relationships/notesSlide" Target="/ppt/notesSlides/notesSlide40.xml" Id="R6804c3a05490498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1018ff44415414d" /><Relationship Type="http://schemas.openxmlformats.org/officeDocument/2006/relationships/notesSlide" Target="/ppt/notesSlides/notesSlide41.xml" Id="R8518364befc14d0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ff259de9cc9486c" /><Relationship Type="http://schemas.openxmlformats.org/officeDocument/2006/relationships/image" Target="/ppt/media/image16.png" Id="Rf1ddfea98b6a48c7" /><Relationship Type="http://schemas.openxmlformats.org/officeDocument/2006/relationships/notesSlide" Target="/ppt/notesSlides/notesSlide42.xml" Id="Rb6417ac8714e4e8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30ef01d5ef34ecb" /><Relationship Type="http://schemas.openxmlformats.org/officeDocument/2006/relationships/notesSlide" Target="/ppt/notesSlides/notesSlide43.xml" Id="R449c152d25d0463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2a8e7456fc04e2c" /><Relationship Type="http://schemas.openxmlformats.org/officeDocument/2006/relationships/notesSlide" Target="/ppt/notesSlides/notesSlide44.xml" Id="R7c05c1ffbde948a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cd28d9cdc5b466e" /><Relationship Type="http://schemas.openxmlformats.org/officeDocument/2006/relationships/notesSlide" Target="/ppt/notesSlides/notesSlide45.xml" Id="R2fc5585593414c9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116588fd9864ea1" /><Relationship Type="http://schemas.openxmlformats.org/officeDocument/2006/relationships/notesSlide" Target="/ppt/notesSlides/notesSlide46.xml" Id="Rba87c7a74bde452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b5cca7a5f05482a" /><Relationship Type="http://schemas.openxmlformats.org/officeDocument/2006/relationships/image" Target="/ppt/media/image2.jpeg" Id="R47347c945c984fb2" /><Relationship Type="http://schemas.openxmlformats.org/officeDocument/2006/relationships/notesSlide" Target="/ppt/notesSlides/notesSlide47.xml" Id="R4d387ba48595425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d813a191e3a4d3e" /><Relationship Type="http://schemas.openxmlformats.org/officeDocument/2006/relationships/notesSlide" Target="/ppt/notesSlides/notesSlide48.xml" Id="Rd6ae9d2c3f704eb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217e2b1b2984952" /><Relationship Type="http://schemas.openxmlformats.org/officeDocument/2006/relationships/notesSlide" Target="/ppt/notesSlides/notesSlide49.xml" Id="R492fb83de83b448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5ba17c1d715415d" /><Relationship Type="http://schemas.openxmlformats.org/officeDocument/2006/relationships/notesSlide" Target="/ppt/notesSlides/notesSlide50.xml" Id="R1987034196724d2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9d28f2d03d04a1c" /><Relationship Type="http://schemas.openxmlformats.org/officeDocument/2006/relationships/notesSlide" Target="/ppt/notesSlides/notesSlide51.xml" Id="R6d9af7c87287460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c4e55cdb9c84773" /><Relationship Type="http://schemas.openxmlformats.org/officeDocument/2006/relationships/notesSlide" Target="/ppt/notesSlides/notesSlide52.xml" Id="Rfa4110ccc71d4c7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33d347c2b5b4798" /><Relationship Type="http://schemas.openxmlformats.org/officeDocument/2006/relationships/notesSlide" Target="/ppt/notesSlides/notesSlide53.xml" Id="Rf25dff69a2384ee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a93c53c71604d5d" /><Relationship Type="http://schemas.openxmlformats.org/officeDocument/2006/relationships/image" Target="/ppt/media/image17.png" Id="R6425b1a596b74fe6" /><Relationship Type="http://schemas.openxmlformats.org/officeDocument/2006/relationships/image" Target="/ppt/media/image7.svg" Id="Rf5453065b1c54f7f" /><Relationship Type="http://schemas.openxmlformats.org/officeDocument/2006/relationships/notesSlide" Target="/ppt/notesSlides/notesSlide54.xml" Id="R2a1b76cf86024bb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42717ba7e3e44b5" /><Relationship Type="http://schemas.openxmlformats.org/officeDocument/2006/relationships/notesSlide" Target="/ppt/notesSlides/notesSlide55.xml" Id="R68a0f1091ca1494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2c44d3d8fad4a68" /><Relationship Type="http://schemas.openxmlformats.org/officeDocument/2006/relationships/notesSlide" Target="/ppt/notesSlides/notesSlide56.xml" Id="Rcbfe65f5674e45c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4ca34093ba664c2b" /><Relationship Type="http://schemas.openxmlformats.org/officeDocument/2006/relationships/notesSlide" Target="/ppt/notesSlides/notesSlide57.xml" Id="R7623acccc1e043e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feb7d69eb47440a" /><Relationship Type="http://schemas.openxmlformats.org/officeDocument/2006/relationships/image" Target="/ppt/media/image18.png" Id="R9bf8b924840f4444" /><Relationship Type="http://schemas.openxmlformats.org/officeDocument/2006/relationships/notesSlide" Target="/ppt/notesSlides/notesSlide58.xml" Id="Rdad513c3268344b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8b70e4775034b28" /><Relationship Type="http://schemas.openxmlformats.org/officeDocument/2006/relationships/image" Target="/ppt/media/image13.png" Id="Rdcbf7768995f4707" /><Relationship Type="http://schemas.openxmlformats.org/officeDocument/2006/relationships/notesSlide" Target="/ppt/notesSlides/notesSlide59.xml" Id="Rbb01a669462840e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d618aee9b10470b" /><Relationship Type="http://schemas.openxmlformats.org/officeDocument/2006/relationships/hyperlink" Target="https://www.inceptionlabs.ai/blog/introducing-mercury-2" TargetMode="External" Id="R693b64adeccf47e1" /><Relationship Type="http://schemas.openxmlformats.org/officeDocument/2006/relationships/notesSlide" Target="/ppt/notesSlides/notesSlide60.xml" Id="R47dfe3909a56448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85b50531d7dc400a" /><Relationship Type="http://schemas.openxmlformats.org/officeDocument/2006/relationships/notesSlide" Target="/ppt/notesSlides/notesSlide61.xml" Id="R4982123e296c4ac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9f1d51987544e13" /><Relationship Type="http://schemas.openxmlformats.org/officeDocument/2006/relationships/notesSlide" Target="/ppt/notesSlides/notesSlide62.xml" Id="R2577123b328749c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7543d3662fa34da4" /><Relationship Type="http://schemas.openxmlformats.org/officeDocument/2006/relationships/notesSlide" Target="/ppt/notesSlides/notesSlide63.xml" Id="Re1288d488fde4b34"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03958" name="Rectangle 1959211399">
            <a:extLst xmlns:a="http://schemas.openxmlformats.org/drawingml/2006/main">
              <a:ext uri="{FF2B5EF4-FFF2-40B4-BE49-F238E27FC236}">
                <a16:creationId xmlns:a16="http://schemas.microsoft.com/office/drawing/2014/main" id="{12B45BF5-0F0D-4375-84B4-85C79C8A5078}"/>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062216114" name="Rectangle 1850301699">
            <a:extLst xmlns:a="http://schemas.openxmlformats.org/drawingml/2006/main">
              <a:ext uri="{FF2B5EF4-FFF2-40B4-BE49-F238E27FC236}">
                <a16:creationId xmlns:a16="http://schemas.microsoft.com/office/drawing/2014/main" id="{300F777C-EF1D-4E33-9EFB-53F7C833FCAD}"/>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428917140" name="Rectangle 2018958639">
            <a:extLst xmlns:a="http://schemas.openxmlformats.org/drawingml/2006/main">
              <a:ext uri="{FF2B5EF4-FFF2-40B4-BE49-F238E27FC236}">
                <a16:creationId xmlns:a16="http://schemas.microsoft.com/office/drawing/2014/main" id="{FBDE5EEB-419F-4435-AD82-FD7869C1994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526755234" name="Rectangle: Rounded Corners 90328709">
            <a:extLst xmlns:a="http://schemas.openxmlformats.org/drawingml/2006/main">
              <a:ext uri="{FF2B5EF4-FFF2-40B4-BE49-F238E27FC236}">
                <a16:creationId xmlns:a16="http://schemas.microsoft.com/office/drawing/2014/main" id="{07164104-7BA4-4293-9C9B-E0339CD0ABE6}"/>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627302" name="Straight Connector 453704306">
            <a:extLst xmlns:a="http://schemas.openxmlformats.org/drawingml/2006/main">
              <a:ext uri="{FF2B5EF4-FFF2-40B4-BE49-F238E27FC236}">
                <a16:creationId xmlns:a16="http://schemas.microsoft.com/office/drawing/2014/main" id="{F4572CF2-B8C5-4DFF-8C2F-16F84BD91272}"/>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751590" name="Oval 1383570775">
            <a:extLst xmlns:a="http://schemas.openxmlformats.org/drawingml/2006/main">
              <a:ext uri="{FF2B5EF4-FFF2-40B4-BE49-F238E27FC236}">
                <a16:creationId xmlns:a16="http://schemas.microsoft.com/office/drawing/2014/main" id="{E8C6220E-BFE5-4292-8484-D32B8D3E2608}"/>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02676677" name="Rectangle 1909465558">
            <a:extLst xmlns:a="http://schemas.openxmlformats.org/drawingml/2006/main">
              <a:ext uri="{FF2B5EF4-FFF2-40B4-BE49-F238E27FC236}">
                <a16:creationId xmlns:a16="http://schemas.microsoft.com/office/drawing/2014/main" id="{E32838C4-2719-48BA-A2F9-94D43678FB75}"/>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711093199" name="Rectangle 373098539">
            <a:extLst xmlns:a="http://schemas.openxmlformats.org/drawingml/2006/main">
              <a:ext uri="{FF2B5EF4-FFF2-40B4-BE49-F238E27FC236}">
                <a16:creationId xmlns:a16="http://schemas.microsoft.com/office/drawing/2014/main" id="{B0F9B617-4ABF-4700-AA19-C5DA4DE239C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170801991" name="Rectangle 1435247823">
            <a:extLst xmlns:a="http://schemas.openxmlformats.org/drawingml/2006/main">
              <a:ext uri="{FF2B5EF4-FFF2-40B4-BE49-F238E27FC236}">
                <a16:creationId xmlns:a16="http://schemas.microsoft.com/office/drawing/2014/main" id="{70FFADD9-9703-42E5-A55C-9CD12854B0FF}"/>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107453173" name="Oval 517207118">
            <a:extLst xmlns:a="http://schemas.openxmlformats.org/drawingml/2006/main">
              <a:ext uri="{FF2B5EF4-FFF2-40B4-BE49-F238E27FC236}">
                <a16:creationId xmlns:a16="http://schemas.microsoft.com/office/drawing/2014/main" id="{686BBD0E-F67D-4E53-BC94-65EBCD4A436C}"/>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639057927" name="Rectangle 1431946798">
            <a:extLst xmlns:a="http://schemas.openxmlformats.org/drawingml/2006/main">
              <a:ext uri="{FF2B5EF4-FFF2-40B4-BE49-F238E27FC236}">
                <a16:creationId xmlns:a16="http://schemas.microsoft.com/office/drawing/2014/main" id="{F9C84C3F-7D9D-4D64-8FFA-31E731ED2939}"/>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51267337" name="Rectangle 1613992743">
            <a:extLst xmlns:a="http://schemas.openxmlformats.org/drawingml/2006/main">
              <a:ext uri="{FF2B5EF4-FFF2-40B4-BE49-F238E27FC236}">
                <a16:creationId xmlns:a16="http://schemas.microsoft.com/office/drawing/2014/main" id="{B857A0FA-18BC-4454-AA5C-F6F3820C9B5A}"/>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692233348" name="Rectangle 1819292424">
            <a:extLst xmlns:a="http://schemas.openxmlformats.org/drawingml/2006/main">
              <a:ext uri="{FF2B5EF4-FFF2-40B4-BE49-F238E27FC236}">
                <a16:creationId xmlns:a16="http://schemas.microsoft.com/office/drawing/2014/main" id="{563C3B40-DBD6-428C-B315-291124A489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666955125" name="Oval 1011337880">
            <a:extLst xmlns:a="http://schemas.openxmlformats.org/drawingml/2006/main">
              <a:ext uri="{FF2B5EF4-FFF2-40B4-BE49-F238E27FC236}">
                <a16:creationId xmlns:a16="http://schemas.microsoft.com/office/drawing/2014/main" id="{4E1C23CD-5F97-4ECD-8C13-B92F418F0DD3}"/>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9775996" name="Rectangle 231300994">
            <a:extLst xmlns:a="http://schemas.openxmlformats.org/drawingml/2006/main">
              <a:ext uri="{FF2B5EF4-FFF2-40B4-BE49-F238E27FC236}">
                <a16:creationId xmlns:a16="http://schemas.microsoft.com/office/drawing/2014/main" id="{653649C5-D33E-4F3B-9C7F-9E9BFA0A3933}"/>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2124333242" name="Rectangle 1085761315">
            <a:extLst xmlns:a="http://schemas.openxmlformats.org/drawingml/2006/main">
              <a:ext uri="{FF2B5EF4-FFF2-40B4-BE49-F238E27FC236}">
                <a16:creationId xmlns:a16="http://schemas.microsoft.com/office/drawing/2014/main" id="{13B42860-C74D-42F4-AE3F-5EDC8536A7C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152548343" name="Rectangle 9026134">
            <a:extLst xmlns:a="http://schemas.openxmlformats.org/drawingml/2006/main">
              <a:ext uri="{FF2B5EF4-FFF2-40B4-BE49-F238E27FC236}">
                <a16:creationId xmlns:a16="http://schemas.microsoft.com/office/drawing/2014/main" id="{9ED609EA-03F5-4F49-AA04-366BF09D8212}"/>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02574951" name="Oval 1242283889">
            <a:extLst xmlns:a="http://schemas.openxmlformats.org/drawingml/2006/main">
              <a:ext uri="{FF2B5EF4-FFF2-40B4-BE49-F238E27FC236}">
                <a16:creationId xmlns:a16="http://schemas.microsoft.com/office/drawing/2014/main" id="{7D78479B-3921-4324-A1ED-03DA53BD7D22}"/>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606796190" name="Rectangle 760971764">
            <a:extLst xmlns:a="http://schemas.openxmlformats.org/drawingml/2006/main">
              <a:ext uri="{FF2B5EF4-FFF2-40B4-BE49-F238E27FC236}">
                <a16:creationId xmlns:a16="http://schemas.microsoft.com/office/drawing/2014/main" id="{DAC67076-E815-4D61-9AF9-2DE0774F0981}"/>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556319195" name="Rectangle 236810503">
            <a:extLst xmlns:a="http://schemas.openxmlformats.org/drawingml/2006/main">
              <a:ext uri="{FF2B5EF4-FFF2-40B4-BE49-F238E27FC236}">
                <a16:creationId xmlns:a16="http://schemas.microsoft.com/office/drawing/2014/main" id="{C74C4981-6DFE-4F3B-B6C5-FD2D3DBAED5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1070834090" name="Rectangle 297379142">
            <a:extLst xmlns:a="http://schemas.openxmlformats.org/drawingml/2006/main">
              <a:ext uri="{FF2B5EF4-FFF2-40B4-BE49-F238E27FC236}">
                <a16:creationId xmlns:a16="http://schemas.microsoft.com/office/drawing/2014/main" id="{55795CC1-6ADF-4308-9486-043F892CE76E}"/>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476163311" name="Oval 886147111">
            <a:extLst xmlns:a="http://schemas.openxmlformats.org/drawingml/2006/main">
              <a:ext uri="{FF2B5EF4-FFF2-40B4-BE49-F238E27FC236}">
                <a16:creationId xmlns:a16="http://schemas.microsoft.com/office/drawing/2014/main" id="{F962A2CD-D82E-4C46-9A83-879C8BEFD4B1}"/>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973261000" name="Rectangle 1979103398">
            <a:extLst xmlns:a="http://schemas.openxmlformats.org/drawingml/2006/main">
              <a:ext uri="{FF2B5EF4-FFF2-40B4-BE49-F238E27FC236}">
                <a16:creationId xmlns:a16="http://schemas.microsoft.com/office/drawing/2014/main" id="{AB2A061C-02B1-4C25-B94F-60DD89E4094C}"/>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301427518" name="Rectangle 668892514">
            <a:extLst xmlns:a="http://schemas.openxmlformats.org/drawingml/2006/main">
              <a:ext uri="{FF2B5EF4-FFF2-40B4-BE49-F238E27FC236}">
                <a16:creationId xmlns:a16="http://schemas.microsoft.com/office/drawing/2014/main" id="{3AAEE702-6932-4587-AD26-E79EE370FCCA}"/>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1501534" name="Rectangle 846714876">
            <a:extLst xmlns:a="http://schemas.openxmlformats.org/drawingml/2006/main">
              <a:ext uri="{FF2B5EF4-FFF2-40B4-BE49-F238E27FC236}">
                <a16:creationId xmlns:a16="http://schemas.microsoft.com/office/drawing/2014/main" id="{08E7A9AA-1506-4701-AFB1-2C24E2A01F6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578782036" name="Rectangle 612628765">
            <a:extLst xmlns:a="http://schemas.openxmlformats.org/drawingml/2006/main">
              <a:ext uri="{FF2B5EF4-FFF2-40B4-BE49-F238E27FC236}">
                <a16:creationId xmlns:a16="http://schemas.microsoft.com/office/drawing/2014/main" id="{786D35CA-D0BE-4042-B8C9-0580C3662AB5}"/>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920005513" name="Rectangle 1343619986">
            <a:extLst xmlns:a="http://schemas.openxmlformats.org/drawingml/2006/main">
              <a:ext uri="{FF2B5EF4-FFF2-40B4-BE49-F238E27FC236}">
                <a16:creationId xmlns:a16="http://schemas.microsoft.com/office/drawing/2014/main" id="{2FD67FC9-A940-4A26-976A-E179B83FF7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01</a:t>
            </a:r>
          </a:p>
        </p:txBody>
      </p:sp>
    </p:spTree>
    <p:extLst>
      <p:ext uri="{BB962C8B-B14F-4D97-AF65-F5344CB8AC3E}">
        <p14:creationId xmlns:p14="http://schemas.microsoft.com/office/powerpoint/2010/main" val="153678576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0282532" name="Rectangle 935271156">
            <a:extLst xmlns:a="http://schemas.openxmlformats.org/drawingml/2006/main">
              <a:ext uri="{FF2B5EF4-FFF2-40B4-BE49-F238E27FC236}">
                <a16:creationId xmlns:a16="http://schemas.microsoft.com/office/drawing/2014/main" id="{439378DB-DA49-418C-881F-487BEF018E9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039809163" name="Rectangle 251777344">
            <a:extLst xmlns:a="http://schemas.openxmlformats.org/drawingml/2006/main">
              <a:ext uri="{FF2B5EF4-FFF2-40B4-BE49-F238E27FC236}">
                <a16:creationId xmlns:a16="http://schemas.microsoft.com/office/drawing/2014/main" id="{F036322D-971A-4EDF-BAC3-718DABFFC62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841217080" name="Rectangle: Rounded Corners 1456392341">
            <a:extLst xmlns:a="http://schemas.openxmlformats.org/drawingml/2006/main">
              <a:ext uri="{FF2B5EF4-FFF2-40B4-BE49-F238E27FC236}">
                <a16:creationId xmlns:a16="http://schemas.microsoft.com/office/drawing/2014/main" id="{835924D8-222E-447C-9012-12F27338EA7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988233" name="Rectangle: Rounded Corners 1987074982">
            <a:extLst xmlns:a="http://schemas.openxmlformats.org/drawingml/2006/main">
              <a:ext uri="{FF2B5EF4-FFF2-40B4-BE49-F238E27FC236}">
                <a16:creationId xmlns:a16="http://schemas.microsoft.com/office/drawing/2014/main" id="{B1586E29-4F83-475D-AF2E-5B789A3409C1}"/>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7939343" name="Rectangle 1286956634">
            <a:extLst xmlns:a="http://schemas.openxmlformats.org/drawingml/2006/main">
              <a:ext uri="{FF2B5EF4-FFF2-40B4-BE49-F238E27FC236}">
                <a16:creationId xmlns:a16="http://schemas.microsoft.com/office/drawing/2014/main" id="{DBB0B7D5-B3CC-473D-9407-3AD3C68AE7B6}"/>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890036154" name="Rectangle 399762638">
            <a:extLst xmlns:a="http://schemas.openxmlformats.org/drawingml/2006/main">
              <a:ext uri="{FF2B5EF4-FFF2-40B4-BE49-F238E27FC236}">
                <a16:creationId xmlns:a16="http://schemas.microsoft.com/office/drawing/2014/main" id="{B56E4720-071B-44EA-AD20-DF0305602555}"/>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2033863689" name="Rectangle 1233632033">
            <a:extLst xmlns:a="http://schemas.openxmlformats.org/drawingml/2006/main">
              <a:ext uri="{FF2B5EF4-FFF2-40B4-BE49-F238E27FC236}">
                <a16:creationId xmlns:a16="http://schemas.microsoft.com/office/drawing/2014/main" id="{A86B7D76-01DB-4EB6-8313-39FCA375A259}"/>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365080420" name="Rectangle 987778106">
            <a:extLst xmlns:a="http://schemas.openxmlformats.org/drawingml/2006/main">
              <a:ext uri="{FF2B5EF4-FFF2-40B4-BE49-F238E27FC236}">
                <a16:creationId xmlns:a16="http://schemas.microsoft.com/office/drawing/2014/main" id="{9ECB3081-70C7-4DF3-9D88-4C27A5A5950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911265059" name="Rectangle 1495975732">
            <a:extLst xmlns:a="http://schemas.openxmlformats.org/drawingml/2006/main">
              <a:ext uri="{FF2B5EF4-FFF2-40B4-BE49-F238E27FC236}">
                <a16:creationId xmlns:a16="http://schemas.microsoft.com/office/drawing/2014/main" id="{1ABC8205-765F-4003-906A-5694D7861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02</a:t>
            </a:r>
          </a:p>
        </p:txBody>
      </p:sp>
      <p:pic>
        <p:nvPicPr>
          <p:cNvPr id="203386370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f2b61fa324d94368"/>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75420447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8607644" name="Rectangle 197505908">
            <a:extLst xmlns:a="http://schemas.openxmlformats.org/drawingml/2006/main">
              <a:ext uri="{FF2B5EF4-FFF2-40B4-BE49-F238E27FC236}">
                <a16:creationId xmlns:a16="http://schemas.microsoft.com/office/drawing/2014/main" id="{75A35C92-41F2-43F3-B6BE-0B3140361F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23881732" name="Rectangle 1909048147">
            <a:extLst xmlns:a="http://schemas.openxmlformats.org/drawingml/2006/main">
              <a:ext uri="{FF2B5EF4-FFF2-40B4-BE49-F238E27FC236}">
                <a16:creationId xmlns:a16="http://schemas.microsoft.com/office/drawing/2014/main" id="{1FAA74AA-0A95-45D3-B18C-123ADD0818E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862140426" name="Rectangle: Rounded Corners 816331080">
            <a:extLst xmlns:a="http://schemas.openxmlformats.org/drawingml/2006/main">
              <a:ext uri="{FF2B5EF4-FFF2-40B4-BE49-F238E27FC236}">
                <a16:creationId xmlns:a16="http://schemas.microsoft.com/office/drawing/2014/main" id="{E4E50F14-8BBF-4384-9B9D-79F22C51748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28886975"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5e8ad6a38dd24ca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07658073" name="Straight Connector 161416146">
            <a:extLst xmlns:a="http://schemas.openxmlformats.org/drawingml/2006/main">
              <a:ext uri="{FF2B5EF4-FFF2-40B4-BE49-F238E27FC236}">
                <a16:creationId xmlns:a16="http://schemas.microsoft.com/office/drawing/2014/main" id="{72FAA38F-74CE-41D5-A961-2E480666C935}"/>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264353" name="Straight Connector 61902172">
            <a:extLst xmlns:a="http://schemas.openxmlformats.org/drawingml/2006/main">
              <a:ext uri="{FF2B5EF4-FFF2-40B4-BE49-F238E27FC236}">
                <a16:creationId xmlns:a16="http://schemas.microsoft.com/office/drawing/2014/main" id="{E8CA3D38-9E8D-4622-8AE2-F30624BE976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639336" name="Rectangle: Rounded Corners 898681238">
            <a:extLst xmlns:a="http://schemas.openxmlformats.org/drawingml/2006/main">
              <a:ext uri="{FF2B5EF4-FFF2-40B4-BE49-F238E27FC236}">
                <a16:creationId xmlns:a16="http://schemas.microsoft.com/office/drawing/2014/main" id="{35BB7B9C-7C60-4880-8987-DADD27DEA1A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257297611" name="Rectangle 1225503430">
            <a:extLst xmlns:a="http://schemas.openxmlformats.org/drawingml/2006/main">
              <a:ext uri="{FF2B5EF4-FFF2-40B4-BE49-F238E27FC236}">
                <a16:creationId xmlns:a16="http://schemas.microsoft.com/office/drawing/2014/main" id="{7D5A6BD3-293D-421F-8835-3F66B8131E1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2128886970" name="Straight Connector 1461826591">
            <a:extLst xmlns:a="http://schemas.openxmlformats.org/drawingml/2006/main">
              <a:ext uri="{FF2B5EF4-FFF2-40B4-BE49-F238E27FC236}">
                <a16:creationId xmlns:a16="http://schemas.microsoft.com/office/drawing/2014/main" id="{F2F6C112-3808-4DDF-B7DF-5E58F929DDEF}"/>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909274" name="Oval 308551117">
            <a:extLst xmlns:a="http://schemas.openxmlformats.org/drawingml/2006/main">
              <a:ext uri="{FF2B5EF4-FFF2-40B4-BE49-F238E27FC236}">
                <a16:creationId xmlns:a16="http://schemas.microsoft.com/office/drawing/2014/main" id="{DAB32342-20B3-4ED5-A3AA-9ED3C7C3273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615821" name="Straight Connector 2122530921">
            <a:extLst xmlns:a="http://schemas.openxmlformats.org/drawingml/2006/main">
              <a:ext uri="{FF2B5EF4-FFF2-40B4-BE49-F238E27FC236}">
                <a16:creationId xmlns:a16="http://schemas.microsoft.com/office/drawing/2014/main" id="{663B8E5C-6F9C-4300-8FC7-3EF36FE3E5D1}"/>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272030" name="Oval 1902723883">
            <a:extLst xmlns:a="http://schemas.openxmlformats.org/drawingml/2006/main">
              <a:ext uri="{FF2B5EF4-FFF2-40B4-BE49-F238E27FC236}">
                <a16:creationId xmlns:a16="http://schemas.microsoft.com/office/drawing/2014/main" id="{606A7B16-FE78-4754-B829-B446E576DE2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4479050" name="Straight Connector 167498950">
            <a:extLst xmlns:a="http://schemas.openxmlformats.org/drawingml/2006/main">
              <a:ext uri="{FF2B5EF4-FFF2-40B4-BE49-F238E27FC236}">
                <a16:creationId xmlns:a16="http://schemas.microsoft.com/office/drawing/2014/main" id="{7CBF20BB-8D85-44C2-B2C4-4CE459D8D614}"/>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4766947" name="Oval 1159963357">
            <a:extLst xmlns:a="http://schemas.openxmlformats.org/drawingml/2006/main">
              <a:ext uri="{FF2B5EF4-FFF2-40B4-BE49-F238E27FC236}">
                <a16:creationId xmlns:a16="http://schemas.microsoft.com/office/drawing/2014/main" id="{E81DE6DF-41A0-4420-91E5-DCA0FFE791E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206950" name="Straight Connector 1986469558">
            <a:extLst xmlns:a="http://schemas.openxmlformats.org/drawingml/2006/main">
              <a:ext uri="{FF2B5EF4-FFF2-40B4-BE49-F238E27FC236}">
                <a16:creationId xmlns:a16="http://schemas.microsoft.com/office/drawing/2014/main" id="{759462E1-4C60-4122-8534-923F0C4CB65D}"/>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7859870" name="Oval 1145200305">
            <a:extLst xmlns:a="http://schemas.openxmlformats.org/drawingml/2006/main">
              <a:ext uri="{FF2B5EF4-FFF2-40B4-BE49-F238E27FC236}">
                <a16:creationId xmlns:a16="http://schemas.microsoft.com/office/drawing/2014/main" id="{A0821786-619F-4764-A55D-E33CEDB5D26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455868" name="Straight Connector 1746813433">
            <a:extLst xmlns:a="http://schemas.openxmlformats.org/drawingml/2006/main">
              <a:ext uri="{FF2B5EF4-FFF2-40B4-BE49-F238E27FC236}">
                <a16:creationId xmlns:a16="http://schemas.microsoft.com/office/drawing/2014/main" id="{A02C5468-F008-49A8-BCCB-35EA5A50A99C}"/>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060747" name="Oval 2137688682">
            <a:extLst xmlns:a="http://schemas.openxmlformats.org/drawingml/2006/main">
              <a:ext uri="{FF2B5EF4-FFF2-40B4-BE49-F238E27FC236}">
                <a16:creationId xmlns:a16="http://schemas.microsoft.com/office/drawing/2014/main" id="{C426CE23-DCE5-49AC-B61B-20C9309D2FDA}"/>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2273489" name="Straight Connector 696285493">
            <a:extLst xmlns:a="http://schemas.openxmlformats.org/drawingml/2006/main">
              <a:ext uri="{FF2B5EF4-FFF2-40B4-BE49-F238E27FC236}">
                <a16:creationId xmlns:a16="http://schemas.microsoft.com/office/drawing/2014/main" id="{B77E505B-D14C-4672-8A46-12B970925330}"/>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078817" name="Oval 1445698389">
            <a:extLst xmlns:a="http://schemas.openxmlformats.org/drawingml/2006/main">
              <a:ext uri="{FF2B5EF4-FFF2-40B4-BE49-F238E27FC236}">
                <a16:creationId xmlns:a16="http://schemas.microsoft.com/office/drawing/2014/main" id="{DE27ACC4-82D3-4ED9-BC68-CB30D65E8EE6}"/>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3703013" name="Rectangle 1506024003">
            <a:extLst xmlns:a="http://schemas.openxmlformats.org/drawingml/2006/main">
              <a:ext uri="{FF2B5EF4-FFF2-40B4-BE49-F238E27FC236}">
                <a16:creationId xmlns:a16="http://schemas.microsoft.com/office/drawing/2014/main" id="{B67EA175-17BD-495E-AA1C-64EC108C15A9}"/>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44356406" name="Rectangle 340544592">
            <a:extLst xmlns:a="http://schemas.openxmlformats.org/drawingml/2006/main">
              <a:ext uri="{FF2B5EF4-FFF2-40B4-BE49-F238E27FC236}">
                <a16:creationId xmlns:a16="http://schemas.microsoft.com/office/drawing/2014/main" id="{54F81C05-4DEF-494E-BB8D-3C7EE8CB7404}"/>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0433196" name="Rectangle 191215672">
            <a:extLst xmlns:a="http://schemas.openxmlformats.org/drawingml/2006/main">
              <a:ext uri="{FF2B5EF4-FFF2-40B4-BE49-F238E27FC236}">
                <a16:creationId xmlns:a16="http://schemas.microsoft.com/office/drawing/2014/main" id="{50895117-E002-4349-BB8A-F7B77582F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03</a:t>
            </a:r>
          </a:p>
        </p:txBody>
      </p:sp>
      <p:sp>
        <p:nvSpPr>
          <p:cNvPr id="467304569" name="Straight Connector 523934700">
            <a:extLst xmlns:a="http://schemas.openxmlformats.org/drawingml/2006/main">
              <a:ext uri="{FF2B5EF4-FFF2-40B4-BE49-F238E27FC236}">
                <a16:creationId xmlns:a16="http://schemas.microsoft.com/office/drawing/2014/main" id="{E3E6EC59-EA56-4478-AFF2-4785F46370C7}"/>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985549449"/>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57041404" name="Rectangle 764921179">
            <a:extLst xmlns:a="http://schemas.openxmlformats.org/drawingml/2006/main">
              <a:ext uri="{FF2B5EF4-FFF2-40B4-BE49-F238E27FC236}">
                <a16:creationId xmlns:a16="http://schemas.microsoft.com/office/drawing/2014/main" id="{1C973C0F-DB7D-4CB3-8B4F-2FAC20D129A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70163617" name="Rectangle 1306971651">
            <a:extLst xmlns:a="http://schemas.openxmlformats.org/drawingml/2006/main">
              <a:ext uri="{FF2B5EF4-FFF2-40B4-BE49-F238E27FC236}">
                <a16:creationId xmlns:a16="http://schemas.microsoft.com/office/drawing/2014/main" id="{16A62072-FBC6-4AE2-95CE-F7D52D52C89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918838324" name="Rectangle: Rounded Corners 1651333515">
            <a:extLst xmlns:a="http://schemas.openxmlformats.org/drawingml/2006/main">
              <a:ext uri="{FF2B5EF4-FFF2-40B4-BE49-F238E27FC236}">
                <a16:creationId xmlns:a16="http://schemas.microsoft.com/office/drawing/2014/main" id="{57E35C3D-5D22-4D6B-92FD-3ED5A9CF3D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699037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0664f0dc14704c0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123223336" name="Straight Connector 673215582">
            <a:extLst xmlns:a="http://schemas.openxmlformats.org/drawingml/2006/main">
              <a:ext uri="{FF2B5EF4-FFF2-40B4-BE49-F238E27FC236}">
                <a16:creationId xmlns:a16="http://schemas.microsoft.com/office/drawing/2014/main" id="{7D2F4DC4-9767-445D-977F-BF2D0807F9A4}"/>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624510" name="Straight Connector 1831783794">
            <a:extLst xmlns:a="http://schemas.openxmlformats.org/drawingml/2006/main">
              <a:ext uri="{FF2B5EF4-FFF2-40B4-BE49-F238E27FC236}">
                <a16:creationId xmlns:a16="http://schemas.microsoft.com/office/drawing/2014/main" id="{8DCC704F-A139-461A-B25D-6A7D67AD41E5}"/>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126217" name="Rectangle: Rounded Corners 1519439690">
            <a:extLst xmlns:a="http://schemas.openxmlformats.org/drawingml/2006/main">
              <a:ext uri="{FF2B5EF4-FFF2-40B4-BE49-F238E27FC236}">
                <a16:creationId xmlns:a16="http://schemas.microsoft.com/office/drawing/2014/main" id="{F8CC1AB5-BB95-4D8D-81AD-BC266C8FE45D}"/>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116990370" name="Rectangle 1880411001">
            <a:extLst xmlns:a="http://schemas.openxmlformats.org/drawingml/2006/main">
              <a:ext uri="{FF2B5EF4-FFF2-40B4-BE49-F238E27FC236}">
                <a16:creationId xmlns:a16="http://schemas.microsoft.com/office/drawing/2014/main" id="{BF2D749A-2EA9-4B3A-8C1A-A02516BBF994}"/>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2039483055" name="Straight Connector 63070562">
            <a:extLst xmlns:a="http://schemas.openxmlformats.org/drawingml/2006/main">
              <a:ext uri="{FF2B5EF4-FFF2-40B4-BE49-F238E27FC236}">
                <a16:creationId xmlns:a16="http://schemas.microsoft.com/office/drawing/2014/main" id="{506FB522-9D2A-425D-A24A-CE02080907C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4866517" name="Oval 723606972">
            <a:extLst xmlns:a="http://schemas.openxmlformats.org/drawingml/2006/main">
              <a:ext uri="{FF2B5EF4-FFF2-40B4-BE49-F238E27FC236}">
                <a16:creationId xmlns:a16="http://schemas.microsoft.com/office/drawing/2014/main" id="{32870DDA-BF28-4F73-A952-CC2E5577170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970950" name="Straight Connector 1295429066">
            <a:extLst xmlns:a="http://schemas.openxmlformats.org/drawingml/2006/main">
              <a:ext uri="{FF2B5EF4-FFF2-40B4-BE49-F238E27FC236}">
                <a16:creationId xmlns:a16="http://schemas.microsoft.com/office/drawing/2014/main" id="{E7967B9E-66E9-4597-B912-1B1E694C2299}"/>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415846" name="Oval 8682068">
            <a:extLst xmlns:a="http://schemas.openxmlformats.org/drawingml/2006/main">
              <a:ext uri="{FF2B5EF4-FFF2-40B4-BE49-F238E27FC236}">
                <a16:creationId xmlns:a16="http://schemas.microsoft.com/office/drawing/2014/main" id="{BB486E2F-77FE-4ED5-A126-54E47475204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1049716" name="Straight Connector 2139346071">
            <a:extLst xmlns:a="http://schemas.openxmlformats.org/drawingml/2006/main">
              <a:ext uri="{FF2B5EF4-FFF2-40B4-BE49-F238E27FC236}">
                <a16:creationId xmlns:a16="http://schemas.microsoft.com/office/drawing/2014/main" id="{5CA5AA6F-6F74-41BC-9C86-58640811E7E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383077" name="Oval 2066189596">
            <a:extLst xmlns:a="http://schemas.openxmlformats.org/drawingml/2006/main">
              <a:ext uri="{FF2B5EF4-FFF2-40B4-BE49-F238E27FC236}">
                <a16:creationId xmlns:a16="http://schemas.microsoft.com/office/drawing/2014/main" id="{5828CCBA-0DFC-43AE-8077-8C081F5D82D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579254" name="Straight Connector 272593582">
            <a:extLst xmlns:a="http://schemas.openxmlformats.org/drawingml/2006/main">
              <a:ext uri="{FF2B5EF4-FFF2-40B4-BE49-F238E27FC236}">
                <a16:creationId xmlns:a16="http://schemas.microsoft.com/office/drawing/2014/main" id="{50C009FC-54F4-4CD8-8B3D-8B396C6CAD2F}"/>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833714" name="Oval 134232463">
            <a:extLst xmlns:a="http://schemas.openxmlformats.org/drawingml/2006/main">
              <a:ext uri="{FF2B5EF4-FFF2-40B4-BE49-F238E27FC236}">
                <a16:creationId xmlns:a16="http://schemas.microsoft.com/office/drawing/2014/main" id="{36447495-E0D2-480F-974A-2AFD006596B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9619586" name="Straight Connector 775049891">
            <a:extLst xmlns:a="http://schemas.openxmlformats.org/drawingml/2006/main">
              <a:ext uri="{FF2B5EF4-FFF2-40B4-BE49-F238E27FC236}">
                <a16:creationId xmlns:a16="http://schemas.microsoft.com/office/drawing/2014/main" id="{48D59C46-3E40-455F-8E8B-286DCB3EF6D7}"/>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7324200" name="Oval 1072269508">
            <a:extLst xmlns:a="http://schemas.openxmlformats.org/drawingml/2006/main">
              <a:ext uri="{FF2B5EF4-FFF2-40B4-BE49-F238E27FC236}">
                <a16:creationId xmlns:a16="http://schemas.microsoft.com/office/drawing/2014/main" id="{6EFAD60D-1BC7-4E37-BFC7-93C19FEC23B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7869701" name="Straight Connector 982061214">
            <a:extLst xmlns:a="http://schemas.openxmlformats.org/drawingml/2006/main">
              <a:ext uri="{FF2B5EF4-FFF2-40B4-BE49-F238E27FC236}">
                <a16:creationId xmlns:a16="http://schemas.microsoft.com/office/drawing/2014/main" id="{69E63C97-DF80-45CC-8721-0B453FB9D8C2}"/>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017396" name="Oval 1509233170">
            <a:extLst xmlns:a="http://schemas.openxmlformats.org/drawingml/2006/main">
              <a:ext uri="{FF2B5EF4-FFF2-40B4-BE49-F238E27FC236}">
                <a16:creationId xmlns:a16="http://schemas.microsoft.com/office/drawing/2014/main" id="{C7BA4D40-0B5F-4B17-AE82-BCEEEF08D81A}"/>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4925009" name="Rectangle 835713909">
            <a:extLst xmlns:a="http://schemas.openxmlformats.org/drawingml/2006/main">
              <a:ext uri="{FF2B5EF4-FFF2-40B4-BE49-F238E27FC236}">
                <a16:creationId xmlns:a16="http://schemas.microsoft.com/office/drawing/2014/main" id="{CD0C0AE0-D1C6-489F-ACFA-B244FA45220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504120792" name="Rectangle 891411324">
            <a:extLst xmlns:a="http://schemas.openxmlformats.org/drawingml/2006/main">
              <a:ext uri="{FF2B5EF4-FFF2-40B4-BE49-F238E27FC236}">
                <a16:creationId xmlns:a16="http://schemas.microsoft.com/office/drawing/2014/main" id="{7E6C03E5-07B7-4CBB-9C04-7482F5D346CA}"/>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948486847" name="Rectangle 1615394469">
            <a:extLst xmlns:a="http://schemas.openxmlformats.org/drawingml/2006/main">
              <a:ext uri="{FF2B5EF4-FFF2-40B4-BE49-F238E27FC236}">
                <a16:creationId xmlns:a16="http://schemas.microsoft.com/office/drawing/2014/main" id="{FA0B28BF-1B25-4C6F-A96B-FFF97682F3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04</a:t>
            </a:r>
          </a:p>
        </p:txBody>
      </p:sp>
      <p:sp>
        <p:nvSpPr>
          <p:cNvPr id="1095620147" name="solidguide_flipV">
            <a:extLst xmlns:a="http://schemas.openxmlformats.org/drawingml/2006/main">
              <a:ext uri="{FF2B5EF4-FFF2-40B4-BE49-F238E27FC236}">
                <a16:creationId xmlns:a16="http://schemas.microsoft.com/office/drawing/2014/main" id="{36D25F97-F493-4542-AC98-3EC9AB07B1A9}"/>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84842256"/>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30541" name="Rectangle 810486817">
            <a:extLst xmlns:a="http://schemas.openxmlformats.org/drawingml/2006/main">
              <a:ext uri="{FF2B5EF4-FFF2-40B4-BE49-F238E27FC236}">
                <a16:creationId xmlns:a16="http://schemas.microsoft.com/office/drawing/2014/main" id="{3329F651-2049-4DCE-878B-6D0172D9DEB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540720447" name="Rectangle 1387195607">
            <a:extLst xmlns:a="http://schemas.openxmlformats.org/drawingml/2006/main">
              <a:ext uri="{FF2B5EF4-FFF2-40B4-BE49-F238E27FC236}">
                <a16:creationId xmlns:a16="http://schemas.microsoft.com/office/drawing/2014/main" id="{2BD816DB-BC7A-4895-B3BF-663CAB93A5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1703535958" name="Rectangle: Rounded Corners 2010506367">
            <a:extLst xmlns:a="http://schemas.openxmlformats.org/drawingml/2006/main">
              <a:ext uri="{FF2B5EF4-FFF2-40B4-BE49-F238E27FC236}">
                <a16:creationId xmlns:a16="http://schemas.microsoft.com/office/drawing/2014/main" id="{FADB3148-036A-46F0-9C49-42FF4CC6C11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624373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987afaeb893648c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849192218" name="Straight Connector 1226520373">
            <a:extLst xmlns:a="http://schemas.openxmlformats.org/drawingml/2006/main">
              <a:ext uri="{FF2B5EF4-FFF2-40B4-BE49-F238E27FC236}">
                <a16:creationId xmlns:a16="http://schemas.microsoft.com/office/drawing/2014/main" id="{688235C0-CC86-41AC-A229-B0C835FAC1C0}"/>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6371857" name="Straight Connector 1752169602">
            <a:extLst xmlns:a="http://schemas.openxmlformats.org/drawingml/2006/main">
              <a:ext uri="{FF2B5EF4-FFF2-40B4-BE49-F238E27FC236}">
                <a16:creationId xmlns:a16="http://schemas.microsoft.com/office/drawing/2014/main" id="{94CBDE8B-811A-452B-868E-3CDFA58A270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377549" name="Rectangle: Rounded Corners 917000957">
            <a:extLst xmlns:a="http://schemas.openxmlformats.org/drawingml/2006/main">
              <a:ext uri="{FF2B5EF4-FFF2-40B4-BE49-F238E27FC236}">
                <a16:creationId xmlns:a16="http://schemas.microsoft.com/office/drawing/2014/main" id="{99194F5A-18DA-4643-9D44-0B3A56E5B39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59442911" name="Rectangle 835812764">
            <a:extLst xmlns:a="http://schemas.openxmlformats.org/drawingml/2006/main">
              <a:ext uri="{FF2B5EF4-FFF2-40B4-BE49-F238E27FC236}">
                <a16:creationId xmlns:a16="http://schemas.microsoft.com/office/drawing/2014/main" id="{88E09957-A878-4E41-906C-6F71EE6BE997}"/>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516660909" name="Straight Connector 1136040176">
            <a:extLst xmlns:a="http://schemas.openxmlformats.org/drawingml/2006/main">
              <a:ext uri="{FF2B5EF4-FFF2-40B4-BE49-F238E27FC236}">
                <a16:creationId xmlns:a16="http://schemas.microsoft.com/office/drawing/2014/main" id="{6E9B4163-CF5D-49A3-8F4C-CD486857A282}"/>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352986" name="Oval 583075002">
            <a:extLst xmlns:a="http://schemas.openxmlformats.org/drawingml/2006/main">
              <a:ext uri="{FF2B5EF4-FFF2-40B4-BE49-F238E27FC236}">
                <a16:creationId xmlns:a16="http://schemas.microsoft.com/office/drawing/2014/main" id="{D3E19B41-9A6F-4D66-9F01-2C2A53ACAC1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056809" name="Straight Connector 337929435">
            <a:extLst xmlns:a="http://schemas.openxmlformats.org/drawingml/2006/main">
              <a:ext uri="{FF2B5EF4-FFF2-40B4-BE49-F238E27FC236}">
                <a16:creationId xmlns:a16="http://schemas.microsoft.com/office/drawing/2014/main" id="{86559807-C476-45C6-9841-E332862E8FDA}"/>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62307" name="Oval 2108938194">
            <a:extLst xmlns:a="http://schemas.openxmlformats.org/drawingml/2006/main">
              <a:ext uri="{FF2B5EF4-FFF2-40B4-BE49-F238E27FC236}">
                <a16:creationId xmlns:a16="http://schemas.microsoft.com/office/drawing/2014/main" id="{E864574F-D991-443C-A797-5FAD2C485D0C}"/>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483081" name="Straight Connector 1089038474">
            <a:extLst xmlns:a="http://schemas.openxmlformats.org/drawingml/2006/main">
              <a:ext uri="{FF2B5EF4-FFF2-40B4-BE49-F238E27FC236}">
                <a16:creationId xmlns:a16="http://schemas.microsoft.com/office/drawing/2014/main" id="{9CD38EDE-0103-4109-B57D-920AC7C4843E}"/>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2911105" name="Oval 344103133">
            <a:extLst xmlns:a="http://schemas.openxmlformats.org/drawingml/2006/main">
              <a:ext uri="{FF2B5EF4-FFF2-40B4-BE49-F238E27FC236}">
                <a16:creationId xmlns:a16="http://schemas.microsoft.com/office/drawing/2014/main" id="{9F0E9DCA-BDF4-4340-8D39-05281B6D7EB0}"/>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649360" name="Straight Connector 116319933">
            <a:extLst xmlns:a="http://schemas.openxmlformats.org/drawingml/2006/main">
              <a:ext uri="{FF2B5EF4-FFF2-40B4-BE49-F238E27FC236}">
                <a16:creationId xmlns:a16="http://schemas.microsoft.com/office/drawing/2014/main" id="{62A16966-80B4-41A8-BC65-7B88238ACEDB}"/>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5796855" name="Oval 1497503668">
            <a:extLst xmlns:a="http://schemas.openxmlformats.org/drawingml/2006/main">
              <a:ext uri="{FF2B5EF4-FFF2-40B4-BE49-F238E27FC236}">
                <a16:creationId xmlns:a16="http://schemas.microsoft.com/office/drawing/2014/main" id="{DE8A0111-F511-422E-9AB3-07026C458FA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2437295" name="Straight Connector 1398652273">
            <a:extLst xmlns:a="http://schemas.openxmlformats.org/drawingml/2006/main">
              <a:ext uri="{FF2B5EF4-FFF2-40B4-BE49-F238E27FC236}">
                <a16:creationId xmlns:a16="http://schemas.microsoft.com/office/drawing/2014/main" id="{EF50F452-6C19-4EA0-A2C3-CD16A7ABA39A}"/>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903899" name="Oval 1635056806">
            <a:extLst xmlns:a="http://schemas.openxmlformats.org/drawingml/2006/main">
              <a:ext uri="{FF2B5EF4-FFF2-40B4-BE49-F238E27FC236}">
                <a16:creationId xmlns:a16="http://schemas.microsoft.com/office/drawing/2014/main" id="{1209F729-9DFF-4200-B339-3100117C93BB}"/>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6426073" name="Straight Connector 1900162545">
            <a:extLst xmlns:a="http://schemas.openxmlformats.org/drawingml/2006/main">
              <a:ext uri="{FF2B5EF4-FFF2-40B4-BE49-F238E27FC236}">
                <a16:creationId xmlns:a16="http://schemas.microsoft.com/office/drawing/2014/main" id="{096A0331-990D-40B7-ABEA-3856731C8C1B}"/>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137564" name="Oval 781560171">
            <a:extLst xmlns:a="http://schemas.openxmlformats.org/drawingml/2006/main">
              <a:ext uri="{FF2B5EF4-FFF2-40B4-BE49-F238E27FC236}">
                <a16:creationId xmlns:a16="http://schemas.microsoft.com/office/drawing/2014/main" id="{DB38F328-C1B4-46C0-A094-EB59B9B43EFD}"/>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283236" name="Rectangle 1575462251">
            <a:extLst xmlns:a="http://schemas.openxmlformats.org/drawingml/2006/main">
              <a:ext uri="{FF2B5EF4-FFF2-40B4-BE49-F238E27FC236}">
                <a16:creationId xmlns:a16="http://schemas.microsoft.com/office/drawing/2014/main" id="{79DCB3C0-3574-4EC1-93F2-07C1AFA1A539}"/>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006153104" name="Rectangle 1355267839">
            <a:extLst xmlns:a="http://schemas.openxmlformats.org/drawingml/2006/main">
              <a:ext uri="{FF2B5EF4-FFF2-40B4-BE49-F238E27FC236}">
                <a16:creationId xmlns:a16="http://schemas.microsoft.com/office/drawing/2014/main" id="{F6584B7D-7DDE-44D8-BDCD-05717CFFEBD7}"/>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26047168" name="Rectangle 1311817854">
            <a:extLst xmlns:a="http://schemas.openxmlformats.org/drawingml/2006/main">
              <a:ext uri="{FF2B5EF4-FFF2-40B4-BE49-F238E27FC236}">
                <a16:creationId xmlns:a16="http://schemas.microsoft.com/office/drawing/2014/main" id="{B4964E00-F167-4DB5-86C2-71BCE071B2B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05</a:t>
            </a:r>
          </a:p>
        </p:txBody>
      </p:sp>
      <p:sp>
        <p:nvSpPr>
          <p:cNvPr id="866611460" name="solidguide_flipV">
            <a:extLst xmlns:a="http://schemas.openxmlformats.org/drawingml/2006/main">
              <a:ext uri="{FF2B5EF4-FFF2-40B4-BE49-F238E27FC236}">
                <a16:creationId xmlns:a16="http://schemas.microsoft.com/office/drawing/2014/main" id="{0B6AC29C-BA5E-4E9D-9009-F9AA7BA12722}"/>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77641708"/>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2657747" name="Rectangle 896921065">
            <a:extLst xmlns:a="http://schemas.openxmlformats.org/drawingml/2006/main">
              <a:ext uri="{FF2B5EF4-FFF2-40B4-BE49-F238E27FC236}">
                <a16:creationId xmlns:a16="http://schemas.microsoft.com/office/drawing/2014/main" id="{F21D40E5-03DD-4141-AB74-E6E8FC548F0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19764083" name="Rectangle 873289791">
            <a:extLst xmlns:a="http://schemas.openxmlformats.org/drawingml/2006/main">
              <a:ext uri="{FF2B5EF4-FFF2-40B4-BE49-F238E27FC236}">
                <a16:creationId xmlns:a16="http://schemas.microsoft.com/office/drawing/2014/main" id="{0586F52D-E670-482E-ABD7-C739F3A7D87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5674909" name="Rectangle: Rounded Corners 1535529518">
            <a:extLst xmlns:a="http://schemas.openxmlformats.org/drawingml/2006/main">
              <a:ext uri="{FF2B5EF4-FFF2-40B4-BE49-F238E27FC236}">
                <a16:creationId xmlns:a16="http://schemas.microsoft.com/office/drawing/2014/main" id="{35CAE3FE-4C10-403C-A7AF-9F616E42E5C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064698" name="Straight Connector 56707613">
            <a:extLst xmlns:a="http://schemas.openxmlformats.org/drawingml/2006/main">
              <a:ext uri="{FF2B5EF4-FFF2-40B4-BE49-F238E27FC236}">
                <a16:creationId xmlns:a16="http://schemas.microsoft.com/office/drawing/2014/main" id="{8C0B6A69-B66F-4D7E-8384-5866EE19A208}"/>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601302" name="Straight Connector 1473988392">
            <a:extLst xmlns:a="http://schemas.openxmlformats.org/drawingml/2006/main">
              <a:ext uri="{FF2B5EF4-FFF2-40B4-BE49-F238E27FC236}">
                <a16:creationId xmlns:a16="http://schemas.microsoft.com/office/drawing/2014/main" id="{EFAACB98-D563-41A1-AB3C-6E800105B1D9}"/>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7390577" name="Rectangle 1804586365">
            <a:extLst xmlns:a="http://schemas.openxmlformats.org/drawingml/2006/main">
              <a:ext uri="{FF2B5EF4-FFF2-40B4-BE49-F238E27FC236}">
                <a16:creationId xmlns:a16="http://schemas.microsoft.com/office/drawing/2014/main" id="{68EFDF17-FFCF-413E-B4E5-7B4319193E92}"/>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788009245" name="Rectangle 1864669960">
            <a:extLst xmlns:a="http://schemas.openxmlformats.org/drawingml/2006/main">
              <a:ext uri="{FF2B5EF4-FFF2-40B4-BE49-F238E27FC236}">
                <a16:creationId xmlns:a16="http://schemas.microsoft.com/office/drawing/2014/main" id="{B8EABAFC-9625-4A37-A5E8-DB3AF0E4AA6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02656097" name="Oval 1888914903">
            <a:extLst xmlns:a="http://schemas.openxmlformats.org/drawingml/2006/main">
              <a:ext uri="{FF2B5EF4-FFF2-40B4-BE49-F238E27FC236}">
                <a16:creationId xmlns:a16="http://schemas.microsoft.com/office/drawing/2014/main" id="{1CF70F3C-04D3-432E-9A51-41936E279873}"/>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199005" name="Oval 832749497">
            <a:extLst xmlns:a="http://schemas.openxmlformats.org/drawingml/2006/main">
              <a:ext uri="{FF2B5EF4-FFF2-40B4-BE49-F238E27FC236}">
                <a16:creationId xmlns:a16="http://schemas.microsoft.com/office/drawing/2014/main" id="{47F9B7AD-1CE0-43F2-9D84-B60EADB06EB3}"/>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201029" name="Oval 2073900984">
            <a:extLst xmlns:a="http://schemas.openxmlformats.org/drawingml/2006/main">
              <a:ext uri="{FF2B5EF4-FFF2-40B4-BE49-F238E27FC236}">
                <a16:creationId xmlns:a16="http://schemas.microsoft.com/office/drawing/2014/main" id="{C9698142-5633-4452-8575-D29F9C722EA5}"/>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6875330" name="Oval 1025225897">
            <a:extLst xmlns:a="http://schemas.openxmlformats.org/drawingml/2006/main">
              <a:ext uri="{FF2B5EF4-FFF2-40B4-BE49-F238E27FC236}">
                <a16:creationId xmlns:a16="http://schemas.microsoft.com/office/drawing/2014/main" id="{973D648F-3F0F-4A3B-AA8E-77D357470E5F}"/>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702161" name="Oval 393992283">
            <a:extLst xmlns:a="http://schemas.openxmlformats.org/drawingml/2006/main">
              <a:ext uri="{FF2B5EF4-FFF2-40B4-BE49-F238E27FC236}">
                <a16:creationId xmlns:a16="http://schemas.microsoft.com/office/drawing/2014/main" id="{E1B7CC07-E2C3-483A-9AC2-5C05CE62E5EC}"/>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470408" name="Oval 1602577504">
            <a:extLst xmlns:a="http://schemas.openxmlformats.org/drawingml/2006/main">
              <a:ext uri="{FF2B5EF4-FFF2-40B4-BE49-F238E27FC236}">
                <a16:creationId xmlns:a16="http://schemas.microsoft.com/office/drawing/2014/main" id="{A3224F18-27A0-4163-B5D8-8B6C26D70BC1}"/>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965744" name="Oval 1371923820">
            <a:extLst xmlns:a="http://schemas.openxmlformats.org/drawingml/2006/main">
              <a:ext uri="{FF2B5EF4-FFF2-40B4-BE49-F238E27FC236}">
                <a16:creationId xmlns:a16="http://schemas.microsoft.com/office/drawing/2014/main" id="{047FD296-0053-414A-8051-FD53E13A4B12}"/>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745629" name="Oval 1753025884">
            <a:extLst xmlns:a="http://schemas.openxmlformats.org/drawingml/2006/main">
              <a:ext uri="{FF2B5EF4-FFF2-40B4-BE49-F238E27FC236}">
                <a16:creationId xmlns:a16="http://schemas.microsoft.com/office/drawing/2014/main" id="{B52985E2-2B7E-4FCF-8709-7E324C514A52}"/>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0843445" name="Oval 1468286775">
            <a:extLst xmlns:a="http://schemas.openxmlformats.org/drawingml/2006/main">
              <a:ext uri="{FF2B5EF4-FFF2-40B4-BE49-F238E27FC236}">
                <a16:creationId xmlns:a16="http://schemas.microsoft.com/office/drawing/2014/main" id="{BA691576-C941-4631-BD7B-E99F8977D98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235384" name="Oval 1303532533">
            <a:extLst xmlns:a="http://schemas.openxmlformats.org/drawingml/2006/main">
              <a:ext uri="{FF2B5EF4-FFF2-40B4-BE49-F238E27FC236}">
                <a16:creationId xmlns:a16="http://schemas.microsoft.com/office/drawing/2014/main" id="{FD1388A3-6E0A-469F-976B-5031E627416C}"/>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876377" name="Oval 1098580289">
            <a:extLst xmlns:a="http://schemas.openxmlformats.org/drawingml/2006/main">
              <a:ext uri="{FF2B5EF4-FFF2-40B4-BE49-F238E27FC236}">
                <a16:creationId xmlns:a16="http://schemas.microsoft.com/office/drawing/2014/main" id="{618847E8-6FEA-4A1E-ADB6-BA3FF78228CF}"/>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316156" name="Oval 747856202">
            <a:extLst xmlns:a="http://schemas.openxmlformats.org/drawingml/2006/main">
              <a:ext uri="{FF2B5EF4-FFF2-40B4-BE49-F238E27FC236}">
                <a16:creationId xmlns:a16="http://schemas.microsoft.com/office/drawing/2014/main" id="{03D95404-0DA2-4151-83CF-E08C255B49C1}"/>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836765" name="Oval 1515170768">
            <a:extLst xmlns:a="http://schemas.openxmlformats.org/drawingml/2006/main">
              <a:ext uri="{FF2B5EF4-FFF2-40B4-BE49-F238E27FC236}">
                <a16:creationId xmlns:a16="http://schemas.microsoft.com/office/drawing/2014/main" id="{624F7DBD-3002-4A97-B37B-4D5BF71BDA6E}"/>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361966" name="Oval 758272404">
            <a:extLst xmlns:a="http://schemas.openxmlformats.org/drawingml/2006/main">
              <a:ext uri="{FF2B5EF4-FFF2-40B4-BE49-F238E27FC236}">
                <a16:creationId xmlns:a16="http://schemas.microsoft.com/office/drawing/2014/main" id="{D16850BB-5E49-4523-8F11-7C9D144CB621}"/>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3707392" name="Oval 539647180">
            <a:extLst xmlns:a="http://schemas.openxmlformats.org/drawingml/2006/main">
              <a:ext uri="{FF2B5EF4-FFF2-40B4-BE49-F238E27FC236}">
                <a16:creationId xmlns:a16="http://schemas.microsoft.com/office/drawing/2014/main" id="{83C55E53-DE70-4C2C-AF89-92846514E0A2}"/>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2715088" name="Oval 382130369">
            <a:extLst xmlns:a="http://schemas.openxmlformats.org/drawingml/2006/main">
              <a:ext uri="{FF2B5EF4-FFF2-40B4-BE49-F238E27FC236}">
                <a16:creationId xmlns:a16="http://schemas.microsoft.com/office/drawing/2014/main" id="{431E9EA1-A984-406D-8C45-9ABAB1CD05CF}"/>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4822706" name="Oval 347626963">
            <a:extLst xmlns:a="http://schemas.openxmlformats.org/drawingml/2006/main">
              <a:ext uri="{FF2B5EF4-FFF2-40B4-BE49-F238E27FC236}">
                <a16:creationId xmlns:a16="http://schemas.microsoft.com/office/drawing/2014/main" id="{3F2447D8-4704-4438-928E-1479B8D81DEE}"/>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736174" name="Rectangle: Rounded Corners 1734367546">
            <a:extLst xmlns:a="http://schemas.openxmlformats.org/drawingml/2006/main">
              <a:ext uri="{FF2B5EF4-FFF2-40B4-BE49-F238E27FC236}">
                <a16:creationId xmlns:a16="http://schemas.microsoft.com/office/drawing/2014/main" id="{86DDADA0-3D17-4A6C-8F16-56AF0A28B25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6672432" name="Rectangle: Rounded Corners 1497716320">
            <a:extLst xmlns:a="http://schemas.openxmlformats.org/drawingml/2006/main">
              <a:ext uri="{FF2B5EF4-FFF2-40B4-BE49-F238E27FC236}">
                <a16:creationId xmlns:a16="http://schemas.microsoft.com/office/drawing/2014/main" id="{2CCF6ACC-0C77-49C1-998C-53EA7004CB30}"/>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457950309" name="Rectangle: Rounded Corners 119055209">
            <a:extLst xmlns:a="http://schemas.openxmlformats.org/drawingml/2006/main">
              <a:ext uri="{FF2B5EF4-FFF2-40B4-BE49-F238E27FC236}">
                <a16:creationId xmlns:a16="http://schemas.microsoft.com/office/drawing/2014/main" id="{0638905C-92F8-4BD1-994A-12CD5D987B95}"/>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41725659" name="Rectangle 1782549367">
            <a:extLst xmlns:a="http://schemas.openxmlformats.org/drawingml/2006/main">
              <a:ext uri="{FF2B5EF4-FFF2-40B4-BE49-F238E27FC236}">
                <a16:creationId xmlns:a16="http://schemas.microsoft.com/office/drawing/2014/main" id="{E3EE9BA8-8BB9-4CE9-BAF7-8A1423993C1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2077811417" name="Rectangle 1717240199">
            <a:extLst xmlns:a="http://schemas.openxmlformats.org/drawingml/2006/main">
              <a:ext uri="{FF2B5EF4-FFF2-40B4-BE49-F238E27FC236}">
                <a16:creationId xmlns:a16="http://schemas.microsoft.com/office/drawing/2014/main" id="{0FDCAA8B-E67A-4CAA-A0FA-AFAF244B74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06</a:t>
            </a:r>
          </a:p>
        </p:txBody>
      </p:sp>
      <p:sp>
        <p:nvSpPr>
          <p:cNvPr id="229227496" name="solidguide_flipV">
            <a:extLst xmlns:a="http://schemas.openxmlformats.org/drawingml/2006/main">
              <a:ext uri="{FF2B5EF4-FFF2-40B4-BE49-F238E27FC236}">
                <a16:creationId xmlns:a16="http://schemas.microsoft.com/office/drawing/2014/main" id="{1F2372DB-7FE6-4BAF-ACD7-C1CE85CC573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5490721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7883796" name="Rectangle 876043219">
            <a:extLst xmlns:a="http://schemas.openxmlformats.org/drawingml/2006/main">
              <a:ext uri="{FF2B5EF4-FFF2-40B4-BE49-F238E27FC236}">
                <a16:creationId xmlns:a16="http://schemas.microsoft.com/office/drawing/2014/main" id="{F9F9539F-351E-4AC9-B693-612FC25DDE9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718992209" name="Rectangle 1970303406">
            <a:extLst xmlns:a="http://schemas.openxmlformats.org/drawingml/2006/main">
              <a:ext uri="{FF2B5EF4-FFF2-40B4-BE49-F238E27FC236}">
                <a16:creationId xmlns:a16="http://schemas.microsoft.com/office/drawing/2014/main" id="{454BCFF5-9F41-4D88-9FA6-F4A5F00C81F6}"/>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197281464" name="Rectangle: Rounded Corners 1375366023">
            <a:extLst xmlns:a="http://schemas.openxmlformats.org/drawingml/2006/main">
              <a:ext uri="{FF2B5EF4-FFF2-40B4-BE49-F238E27FC236}">
                <a16:creationId xmlns:a16="http://schemas.microsoft.com/office/drawing/2014/main" id="{3A9F4316-D7B0-45DC-92BA-036B2D316A2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848847" name="Straight Connector 1537688957">
            <a:extLst xmlns:a="http://schemas.openxmlformats.org/drawingml/2006/main">
              <a:ext uri="{FF2B5EF4-FFF2-40B4-BE49-F238E27FC236}">
                <a16:creationId xmlns:a16="http://schemas.microsoft.com/office/drawing/2014/main" id="{8BDF3C4F-23A4-4825-9768-B41BFE5C3B58}"/>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681014" name="Straight Connector 2007704337">
            <a:extLst xmlns:a="http://schemas.openxmlformats.org/drawingml/2006/main">
              <a:ext uri="{FF2B5EF4-FFF2-40B4-BE49-F238E27FC236}">
                <a16:creationId xmlns:a16="http://schemas.microsoft.com/office/drawing/2014/main" id="{852E019A-4E58-426D-BD6E-D7FE867471A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892991" name="Rectangle 65599505">
            <a:extLst xmlns:a="http://schemas.openxmlformats.org/drawingml/2006/main">
              <a:ext uri="{FF2B5EF4-FFF2-40B4-BE49-F238E27FC236}">
                <a16:creationId xmlns:a16="http://schemas.microsoft.com/office/drawing/2014/main" id="{6B21475E-02F1-4740-BD07-2345C7B1C82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58181121" name="Rectangle 1251237696">
            <a:extLst xmlns:a="http://schemas.openxmlformats.org/drawingml/2006/main">
              <a:ext uri="{FF2B5EF4-FFF2-40B4-BE49-F238E27FC236}">
                <a16:creationId xmlns:a16="http://schemas.microsoft.com/office/drawing/2014/main" id="{91D66D88-2959-4C96-8CAD-D23228103F0E}"/>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49296504" name="Oval 1695470153">
            <a:extLst xmlns:a="http://schemas.openxmlformats.org/drawingml/2006/main">
              <a:ext uri="{FF2B5EF4-FFF2-40B4-BE49-F238E27FC236}">
                <a16:creationId xmlns:a16="http://schemas.microsoft.com/office/drawing/2014/main" id="{8D8FF837-002D-44A5-8A98-D8BBCEB144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63242" name="Oval 815448562">
            <a:extLst xmlns:a="http://schemas.openxmlformats.org/drawingml/2006/main">
              <a:ext uri="{FF2B5EF4-FFF2-40B4-BE49-F238E27FC236}">
                <a16:creationId xmlns:a16="http://schemas.microsoft.com/office/drawing/2014/main" id="{EFA2DED4-0697-4F78-B791-FAADC69F06A2}"/>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663351" name="Oval 1303472677">
            <a:extLst xmlns:a="http://schemas.openxmlformats.org/drawingml/2006/main">
              <a:ext uri="{FF2B5EF4-FFF2-40B4-BE49-F238E27FC236}">
                <a16:creationId xmlns:a16="http://schemas.microsoft.com/office/drawing/2014/main" id="{18ECE724-B6B7-49D8-954D-97E877EE938E}"/>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8356130" name="Oval 674269756">
            <a:extLst xmlns:a="http://schemas.openxmlformats.org/drawingml/2006/main">
              <a:ext uri="{FF2B5EF4-FFF2-40B4-BE49-F238E27FC236}">
                <a16:creationId xmlns:a16="http://schemas.microsoft.com/office/drawing/2014/main" id="{73441C08-5690-4829-BA6A-4CC55405D0B7}"/>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074225" name="Oval 163294809">
            <a:extLst xmlns:a="http://schemas.openxmlformats.org/drawingml/2006/main">
              <a:ext uri="{FF2B5EF4-FFF2-40B4-BE49-F238E27FC236}">
                <a16:creationId xmlns:a16="http://schemas.microsoft.com/office/drawing/2014/main" id="{567968A1-FCBF-4B0F-B084-F3BDFC51B92C}"/>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978011" name="Oval 1733278306">
            <a:extLst xmlns:a="http://schemas.openxmlformats.org/drawingml/2006/main">
              <a:ext uri="{FF2B5EF4-FFF2-40B4-BE49-F238E27FC236}">
                <a16:creationId xmlns:a16="http://schemas.microsoft.com/office/drawing/2014/main" id="{EC1CCA50-F61C-4E15-A18E-27031F7F5A4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7605334" name="Oval 880799253">
            <a:extLst xmlns:a="http://schemas.openxmlformats.org/drawingml/2006/main">
              <a:ext uri="{FF2B5EF4-FFF2-40B4-BE49-F238E27FC236}">
                <a16:creationId xmlns:a16="http://schemas.microsoft.com/office/drawing/2014/main" id="{25B01322-571B-4E34-BD68-C56139B9B7D4}"/>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3471037" name="Oval 834346434">
            <a:extLst xmlns:a="http://schemas.openxmlformats.org/drawingml/2006/main">
              <a:ext uri="{FF2B5EF4-FFF2-40B4-BE49-F238E27FC236}">
                <a16:creationId xmlns:a16="http://schemas.microsoft.com/office/drawing/2014/main" id="{3AA7EE1E-9E9B-45A6-A56E-0EBC6A57CD4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53632" name="Oval 558427810">
            <a:extLst xmlns:a="http://schemas.openxmlformats.org/drawingml/2006/main">
              <a:ext uri="{FF2B5EF4-FFF2-40B4-BE49-F238E27FC236}">
                <a16:creationId xmlns:a16="http://schemas.microsoft.com/office/drawing/2014/main" id="{D2273909-9349-4039-AAC5-56514287EBF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9325880" name="Oval 1580509645">
            <a:extLst xmlns:a="http://schemas.openxmlformats.org/drawingml/2006/main">
              <a:ext uri="{FF2B5EF4-FFF2-40B4-BE49-F238E27FC236}">
                <a16:creationId xmlns:a16="http://schemas.microsoft.com/office/drawing/2014/main" id="{F643D4A3-67C0-4C26-A958-74B75BEBFA9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8684222" name="Oval 572736301">
            <a:extLst xmlns:a="http://schemas.openxmlformats.org/drawingml/2006/main">
              <a:ext uri="{FF2B5EF4-FFF2-40B4-BE49-F238E27FC236}">
                <a16:creationId xmlns:a16="http://schemas.microsoft.com/office/drawing/2014/main" id="{314C9578-3FEE-49D7-8733-52B05C5658D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61632" name="Oval 777734922">
            <a:extLst xmlns:a="http://schemas.openxmlformats.org/drawingml/2006/main">
              <a:ext uri="{FF2B5EF4-FFF2-40B4-BE49-F238E27FC236}">
                <a16:creationId xmlns:a16="http://schemas.microsoft.com/office/drawing/2014/main" id="{0DA4AFC1-C2A1-466B-968F-04BBC0D9469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932774" name="Oval 113252181">
            <a:extLst xmlns:a="http://schemas.openxmlformats.org/drawingml/2006/main">
              <a:ext uri="{FF2B5EF4-FFF2-40B4-BE49-F238E27FC236}">
                <a16:creationId xmlns:a16="http://schemas.microsoft.com/office/drawing/2014/main" id="{81880A2D-E49B-4667-9B79-4EFFED8A9E3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3007625" name="Oval 1702038152">
            <a:extLst xmlns:a="http://schemas.openxmlformats.org/drawingml/2006/main">
              <a:ext uri="{FF2B5EF4-FFF2-40B4-BE49-F238E27FC236}">
                <a16:creationId xmlns:a16="http://schemas.microsoft.com/office/drawing/2014/main" id="{AA98DDA2-94E3-417F-9485-88F1E4E4BAEF}"/>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7932634" name="Oval 1781702022">
            <a:extLst xmlns:a="http://schemas.openxmlformats.org/drawingml/2006/main">
              <a:ext uri="{FF2B5EF4-FFF2-40B4-BE49-F238E27FC236}">
                <a16:creationId xmlns:a16="http://schemas.microsoft.com/office/drawing/2014/main" id="{96024726-393D-4661-B8AA-B5909D8C1AD8}"/>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490267" name="Oval 164012884">
            <a:extLst xmlns:a="http://schemas.openxmlformats.org/drawingml/2006/main">
              <a:ext uri="{FF2B5EF4-FFF2-40B4-BE49-F238E27FC236}">
                <a16:creationId xmlns:a16="http://schemas.microsoft.com/office/drawing/2014/main" id="{8CC45AC2-FC83-44D4-826E-47968EFF4B9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740042" name="Oval 991339259">
            <a:extLst xmlns:a="http://schemas.openxmlformats.org/drawingml/2006/main">
              <a:ext uri="{FF2B5EF4-FFF2-40B4-BE49-F238E27FC236}">
                <a16:creationId xmlns:a16="http://schemas.microsoft.com/office/drawing/2014/main" id="{5AFA42FF-C001-4627-856A-2B8517C301E7}"/>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6402704" name="Rectangle: Rounded Corners 2031926644">
            <a:extLst xmlns:a="http://schemas.openxmlformats.org/drawingml/2006/main">
              <a:ext uri="{FF2B5EF4-FFF2-40B4-BE49-F238E27FC236}">
                <a16:creationId xmlns:a16="http://schemas.microsoft.com/office/drawing/2014/main" id="{4568800E-F004-4F80-B931-14F791E2A1C5}"/>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596944" name="Rectangle: Rounded Corners 1514015500">
            <a:extLst xmlns:a="http://schemas.openxmlformats.org/drawingml/2006/main">
              <a:ext uri="{FF2B5EF4-FFF2-40B4-BE49-F238E27FC236}">
                <a16:creationId xmlns:a16="http://schemas.microsoft.com/office/drawing/2014/main" id="{4488F9E6-02CA-435A-BEDA-75F464E49EE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80449488" name="Rectangle 738739686">
            <a:extLst xmlns:a="http://schemas.openxmlformats.org/drawingml/2006/main">
              <a:ext uri="{FF2B5EF4-FFF2-40B4-BE49-F238E27FC236}">
                <a16:creationId xmlns:a16="http://schemas.microsoft.com/office/drawing/2014/main" id="{9345B096-F0A4-45A7-878D-BB44B9C013F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209149310" name="Rectangle 1843306662">
            <a:extLst xmlns:a="http://schemas.openxmlformats.org/drawingml/2006/main">
              <a:ext uri="{FF2B5EF4-FFF2-40B4-BE49-F238E27FC236}">
                <a16:creationId xmlns:a16="http://schemas.microsoft.com/office/drawing/2014/main" id="{2C162927-DDB3-45F8-A6CE-E072B2AB16C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597472378" name="Rectangle 940562735">
            <a:extLst xmlns:a="http://schemas.openxmlformats.org/drawingml/2006/main">
              <a:ext uri="{FF2B5EF4-FFF2-40B4-BE49-F238E27FC236}">
                <a16:creationId xmlns:a16="http://schemas.microsoft.com/office/drawing/2014/main" id="{B2B8C90C-C209-4F2A-8A65-5CDC16825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07</a:t>
            </a:r>
          </a:p>
        </p:txBody>
      </p:sp>
      <p:sp>
        <p:nvSpPr>
          <p:cNvPr id="2024927394" name="solidguide_flipV">
            <a:extLst xmlns:a="http://schemas.openxmlformats.org/drawingml/2006/main">
              <a:ext uri="{FF2B5EF4-FFF2-40B4-BE49-F238E27FC236}">
                <a16:creationId xmlns:a16="http://schemas.microsoft.com/office/drawing/2014/main" id="{133B2235-667B-45EB-950C-84D549718D6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7740074"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c83e595efb824b2d">
            <a:extLst>
              <a:ext uri="{96DAC541-7B7A-43D3-8B79-37D633B846F1}">
                <asvg:svgBlip xmlns:asvg="http://schemas.microsoft.com/office/drawing/2016/SVG/main" r:embed="Rdaced212b4924c5c"/>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14690191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55815286" name="Rectangle 1896240478">
            <a:extLst xmlns:a="http://schemas.openxmlformats.org/drawingml/2006/main">
              <a:ext uri="{FF2B5EF4-FFF2-40B4-BE49-F238E27FC236}">
                <a16:creationId xmlns:a16="http://schemas.microsoft.com/office/drawing/2014/main" id="{A245DB2B-BA43-4D10-A55D-5803FB3A051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58368069" name="Rectangle 574298503">
            <a:extLst xmlns:a="http://schemas.openxmlformats.org/drawingml/2006/main">
              <a:ext uri="{FF2B5EF4-FFF2-40B4-BE49-F238E27FC236}">
                <a16:creationId xmlns:a16="http://schemas.microsoft.com/office/drawing/2014/main" id="{CDF5D8CC-6601-41F1-AA3C-B7B6A2EAA5BC}"/>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37685498" name="Rectangle: Rounded Corners 682947437">
            <a:extLst xmlns:a="http://schemas.openxmlformats.org/drawingml/2006/main">
              <a:ext uri="{FF2B5EF4-FFF2-40B4-BE49-F238E27FC236}">
                <a16:creationId xmlns:a16="http://schemas.microsoft.com/office/drawing/2014/main" id="{9461E916-CC13-416A-8815-E9D559705F3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797168" name="Straight Connector 1968719096">
            <a:extLst xmlns:a="http://schemas.openxmlformats.org/drawingml/2006/main">
              <a:ext uri="{FF2B5EF4-FFF2-40B4-BE49-F238E27FC236}">
                <a16:creationId xmlns:a16="http://schemas.microsoft.com/office/drawing/2014/main" id="{8ED1FB77-66B3-4CA8-ACA7-575A142813E8}"/>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300769" name="Straight Connector 1324465773">
            <a:extLst xmlns:a="http://schemas.openxmlformats.org/drawingml/2006/main">
              <a:ext uri="{FF2B5EF4-FFF2-40B4-BE49-F238E27FC236}">
                <a16:creationId xmlns:a16="http://schemas.microsoft.com/office/drawing/2014/main" id="{2C4F40A0-0A34-47DC-B8C0-88F9B44564C4}"/>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617472" name="Rectangle 910257484">
            <a:extLst xmlns:a="http://schemas.openxmlformats.org/drawingml/2006/main">
              <a:ext uri="{FF2B5EF4-FFF2-40B4-BE49-F238E27FC236}">
                <a16:creationId xmlns:a16="http://schemas.microsoft.com/office/drawing/2014/main" id="{C6E700BE-F19C-43B8-8322-92163AD695A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94732200" name="Rectangle 1246496868">
            <a:extLst xmlns:a="http://schemas.openxmlformats.org/drawingml/2006/main">
              <a:ext uri="{FF2B5EF4-FFF2-40B4-BE49-F238E27FC236}">
                <a16:creationId xmlns:a16="http://schemas.microsoft.com/office/drawing/2014/main" id="{1A473625-BF6C-4855-A00E-1CE8329FD9BC}"/>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79899751" name="Oval 1811837015">
            <a:extLst xmlns:a="http://schemas.openxmlformats.org/drawingml/2006/main">
              <a:ext uri="{FF2B5EF4-FFF2-40B4-BE49-F238E27FC236}">
                <a16:creationId xmlns:a16="http://schemas.microsoft.com/office/drawing/2014/main" id="{597642B5-EB10-4398-9C9C-BB913F65B649}"/>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511382" name="Oval 453346286">
            <a:extLst xmlns:a="http://schemas.openxmlformats.org/drawingml/2006/main">
              <a:ext uri="{FF2B5EF4-FFF2-40B4-BE49-F238E27FC236}">
                <a16:creationId xmlns:a16="http://schemas.microsoft.com/office/drawing/2014/main" id="{59617285-3EDA-4BC5-B5F0-82D1431FF1CD}"/>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8750946" name="Oval 1618228278">
            <a:extLst xmlns:a="http://schemas.openxmlformats.org/drawingml/2006/main">
              <a:ext uri="{FF2B5EF4-FFF2-40B4-BE49-F238E27FC236}">
                <a16:creationId xmlns:a16="http://schemas.microsoft.com/office/drawing/2014/main" id="{9779C8A1-92FF-4909-828D-BD17E8C88E7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6508139" name="Oval 2089599102">
            <a:extLst xmlns:a="http://schemas.openxmlformats.org/drawingml/2006/main">
              <a:ext uri="{FF2B5EF4-FFF2-40B4-BE49-F238E27FC236}">
                <a16:creationId xmlns:a16="http://schemas.microsoft.com/office/drawing/2014/main" id="{CBEB324B-0964-44BE-9A94-B6274BE23915}"/>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319120" name="Oval 1457916702">
            <a:extLst xmlns:a="http://schemas.openxmlformats.org/drawingml/2006/main">
              <a:ext uri="{FF2B5EF4-FFF2-40B4-BE49-F238E27FC236}">
                <a16:creationId xmlns:a16="http://schemas.microsoft.com/office/drawing/2014/main" id="{00FAA6A8-D02A-4233-9B56-B4B350E3E72B}"/>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4794318" name="Oval 1250923537">
            <a:extLst xmlns:a="http://schemas.openxmlformats.org/drawingml/2006/main">
              <a:ext uri="{FF2B5EF4-FFF2-40B4-BE49-F238E27FC236}">
                <a16:creationId xmlns:a16="http://schemas.microsoft.com/office/drawing/2014/main" id="{9470D80B-2BD9-435A-A042-EDAB83862D63}"/>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4631" name="Oval 579714091">
            <a:extLst xmlns:a="http://schemas.openxmlformats.org/drawingml/2006/main">
              <a:ext uri="{FF2B5EF4-FFF2-40B4-BE49-F238E27FC236}">
                <a16:creationId xmlns:a16="http://schemas.microsoft.com/office/drawing/2014/main" id="{009D1165-E337-48B0-A698-BD5A8A0C236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863195" name="Oval 1188193174">
            <a:extLst xmlns:a="http://schemas.openxmlformats.org/drawingml/2006/main">
              <a:ext uri="{FF2B5EF4-FFF2-40B4-BE49-F238E27FC236}">
                <a16:creationId xmlns:a16="http://schemas.microsoft.com/office/drawing/2014/main" id="{AFAD74BB-967E-447F-93EC-BAC7AA40CE0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222462" name="Oval 2075857352">
            <a:extLst xmlns:a="http://schemas.openxmlformats.org/drawingml/2006/main">
              <a:ext uri="{FF2B5EF4-FFF2-40B4-BE49-F238E27FC236}">
                <a16:creationId xmlns:a16="http://schemas.microsoft.com/office/drawing/2014/main" id="{B0E8579D-8E9F-4F83-9F17-530D04175429}"/>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1427073" name="Oval 260739156">
            <a:extLst xmlns:a="http://schemas.openxmlformats.org/drawingml/2006/main">
              <a:ext uri="{FF2B5EF4-FFF2-40B4-BE49-F238E27FC236}">
                <a16:creationId xmlns:a16="http://schemas.microsoft.com/office/drawing/2014/main" id="{46063DF8-8085-448C-9ABE-5215F52F8341}"/>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87486" name="Oval 472597423">
            <a:extLst xmlns:a="http://schemas.openxmlformats.org/drawingml/2006/main">
              <a:ext uri="{FF2B5EF4-FFF2-40B4-BE49-F238E27FC236}">
                <a16:creationId xmlns:a16="http://schemas.microsoft.com/office/drawing/2014/main" id="{F1BF982B-30FE-4F68-8D3B-98D4FB014427}"/>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2142078" name="Oval 311162583">
            <a:extLst xmlns:a="http://schemas.openxmlformats.org/drawingml/2006/main">
              <a:ext uri="{FF2B5EF4-FFF2-40B4-BE49-F238E27FC236}">
                <a16:creationId xmlns:a16="http://schemas.microsoft.com/office/drawing/2014/main" id="{CA1D4C3D-F086-4739-957E-2D51422881F7}"/>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3336953" name="Oval 418592258">
            <a:extLst xmlns:a="http://schemas.openxmlformats.org/drawingml/2006/main">
              <a:ext uri="{FF2B5EF4-FFF2-40B4-BE49-F238E27FC236}">
                <a16:creationId xmlns:a16="http://schemas.microsoft.com/office/drawing/2014/main" id="{546BCABF-209F-4450-B449-7A7690EBE5B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517221" name="Oval 391215337">
            <a:extLst xmlns:a="http://schemas.openxmlformats.org/drawingml/2006/main">
              <a:ext uri="{FF2B5EF4-FFF2-40B4-BE49-F238E27FC236}">
                <a16:creationId xmlns:a16="http://schemas.microsoft.com/office/drawing/2014/main" id="{D622D8EE-0012-46FA-8CD4-DF4E127F924C}"/>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853830" name="Oval 1707420591">
            <a:extLst xmlns:a="http://schemas.openxmlformats.org/drawingml/2006/main">
              <a:ext uri="{FF2B5EF4-FFF2-40B4-BE49-F238E27FC236}">
                <a16:creationId xmlns:a16="http://schemas.microsoft.com/office/drawing/2014/main" id="{F6306C13-09DC-41DD-A6D3-457D58731CF4}"/>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857285" name="Oval 1324466289">
            <a:extLst xmlns:a="http://schemas.openxmlformats.org/drawingml/2006/main">
              <a:ext uri="{FF2B5EF4-FFF2-40B4-BE49-F238E27FC236}">
                <a16:creationId xmlns:a16="http://schemas.microsoft.com/office/drawing/2014/main" id="{4B40C250-A74B-47A6-88FA-7F8D82D52640}"/>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0206446" name="Oval 1167646443">
            <a:extLst xmlns:a="http://schemas.openxmlformats.org/drawingml/2006/main">
              <a:ext uri="{FF2B5EF4-FFF2-40B4-BE49-F238E27FC236}">
                <a16:creationId xmlns:a16="http://schemas.microsoft.com/office/drawing/2014/main" id="{5E055BE8-AA7A-4A48-AF87-3AD5737354F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743941" name="Rectangle: Rounded Corners 1367024097">
            <a:extLst xmlns:a="http://schemas.openxmlformats.org/drawingml/2006/main">
              <a:ext uri="{FF2B5EF4-FFF2-40B4-BE49-F238E27FC236}">
                <a16:creationId xmlns:a16="http://schemas.microsoft.com/office/drawing/2014/main" id="{98DA0923-C41A-4240-8E91-89EA95E0F123}"/>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734168365" name="Rectangle: Rounded Corners 2069871042">
            <a:extLst xmlns:a="http://schemas.openxmlformats.org/drawingml/2006/main">
              <a:ext uri="{FF2B5EF4-FFF2-40B4-BE49-F238E27FC236}">
                <a16:creationId xmlns:a16="http://schemas.microsoft.com/office/drawing/2014/main" id="{91EEB81C-B8E8-47E0-A0AB-EAAD5CDDC9A6}"/>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667124961" name="Rectangle 2096192631">
            <a:extLst xmlns:a="http://schemas.openxmlformats.org/drawingml/2006/main">
              <a:ext uri="{FF2B5EF4-FFF2-40B4-BE49-F238E27FC236}">
                <a16:creationId xmlns:a16="http://schemas.microsoft.com/office/drawing/2014/main" id="{636AAD68-108B-4C9B-8570-94231BF8CDA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552455994" name="Rectangle 969777747">
            <a:extLst xmlns:a="http://schemas.openxmlformats.org/drawingml/2006/main">
              <a:ext uri="{FF2B5EF4-FFF2-40B4-BE49-F238E27FC236}">
                <a16:creationId xmlns:a16="http://schemas.microsoft.com/office/drawing/2014/main" id="{13528FFB-1E47-4457-9145-5A0D616259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08</a:t>
            </a:r>
          </a:p>
        </p:txBody>
      </p:sp>
      <p:pic>
        <p:nvPicPr>
          <p:cNvPr id="2137685528"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3e04ac27f7c24b4c">
            <a:extLst>
              <a:ext uri="{96DAC541-7B7A-43D3-8B79-37D633B846F1}">
                <asvg:svgBlip xmlns:asvg="http://schemas.microsoft.com/office/drawing/2016/SVG/main" r:embed="R31a77ab7f0ef4f3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919204016" name="solidguide_flipV">
            <a:extLst xmlns:a="http://schemas.openxmlformats.org/drawingml/2006/main">
              <a:ext uri="{FF2B5EF4-FFF2-40B4-BE49-F238E27FC236}">
                <a16:creationId xmlns:a16="http://schemas.microsoft.com/office/drawing/2014/main" id="{BACD722C-24B5-4883-A453-A10B0D4BA5C9}"/>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42218117"/>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239320" name="Rectangle 1890818175">
            <a:extLst xmlns:a="http://schemas.openxmlformats.org/drawingml/2006/main">
              <a:ext uri="{FF2B5EF4-FFF2-40B4-BE49-F238E27FC236}">
                <a16:creationId xmlns:a16="http://schemas.microsoft.com/office/drawing/2014/main" id="{3069B3EB-1BEB-4814-A1D6-6FEE9077D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51701591" name="Rectangle 785272061">
            <a:extLst xmlns:a="http://schemas.openxmlformats.org/drawingml/2006/main">
              <a:ext uri="{FF2B5EF4-FFF2-40B4-BE49-F238E27FC236}">
                <a16:creationId xmlns:a16="http://schemas.microsoft.com/office/drawing/2014/main" id="{E6C468AE-94D3-4221-B9BB-837E1E56DF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736023278" name="Rectangle: Rounded Corners 1266136651">
            <a:extLst xmlns:a="http://schemas.openxmlformats.org/drawingml/2006/main">
              <a:ext uri="{FF2B5EF4-FFF2-40B4-BE49-F238E27FC236}">
                <a16:creationId xmlns:a16="http://schemas.microsoft.com/office/drawing/2014/main" id="{EE9F5797-AC11-4C33-905C-A845CA12423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1750056" name="Rectangle: Rounded Corners 1050748594">
            <a:extLst xmlns:a="http://schemas.openxmlformats.org/drawingml/2006/main">
              <a:ext uri="{FF2B5EF4-FFF2-40B4-BE49-F238E27FC236}">
                <a16:creationId xmlns:a16="http://schemas.microsoft.com/office/drawing/2014/main" id="{66C1F24F-FB8A-4D62-BC08-8AEF895163B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886790" name="Rectangle 1752567775">
            <a:extLst xmlns:a="http://schemas.openxmlformats.org/drawingml/2006/main">
              <a:ext uri="{FF2B5EF4-FFF2-40B4-BE49-F238E27FC236}">
                <a16:creationId xmlns:a16="http://schemas.microsoft.com/office/drawing/2014/main" id="{C4FC1EBA-DF3B-4B77-8D1C-B2B5184CEC7B}"/>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53270380" name="Rectangle 397256149">
            <a:extLst xmlns:a="http://schemas.openxmlformats.org/drawingml/2006/main">
              <a:ext uri="{FF2B5EF4-FFF2-40B4-BE49-F238E27FC236}">
                <a16:creationId xmlns:a16="http://schemas.microsoft.com/office/drawing/2014/main" id="{2AC1F88D-BCF8-45CF-B8F4-5E23C65EDB13}"/>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658965171" name="Rectangle 528734129">
            <a:extLst xmlns:a="http://schemas.openxmlformats.org/drawingml/2006/main">
              <a:ext uri="{FF2B5EF4-FFF2-40B4-BE49-F238E27FC236}">
                <a16:creationId xmlns:a16="http://schemas.microsoft.com/office/drawing/2014/main" id="{6D7F8BE9-BD41-4A00-878A-FEA245FA2F89}"/>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27619603" name="Rectangle 1008566192">
            <a:extLst xmlns:a="http://schemas.openxmlformats.org/drawingml/2006/main">
              <a:ext uri="{FF2B5EF4-FFF2-40B4-BE49-F238E27FC236}">
                <a16:creationId xmlns:a16="http://schemas.microsoft.com/office/drawing/2014/main" id="{1C51406E-295F-4A91-8CAA-02890D19813E}"/>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951519868" name="Straight Connector 2104166465">
            <a:extLst xmlns:a="http://schemas.openxmlformats.org/drawingml/2006/main">
              <a:ext uri="{FF2B5EF4-FFF2-40B4-BE49-F238E27FC236}">
                <a16:creationId xmlns:a16="http://schemas.microsoft.com/office/drawing/2014/main" id="{16D73A64-5145-49CE-9981-5539BE9A6EC5}"/>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2681522" name="Rectangle 1391317270">
            <a:extLst xmlns:a="http://schemas.openxmlformats.org/drawingml/2006/main">
              <a:ext uri="{FF2B5EF4-FFF2-40B4-BE49-F238E27FC236}">
                <a16:creationId xmlns:a16="http://schemas.microsoft.com/office/drawing/2014/main" id="{21E911E8-C124-4669-8629-D21FDA8CA3FB}"/>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753897051" name="Rectangle 2139818398">
            <a:extLst xmlns:a="http://schemas.openxmlformats.org/drawingml/2006/main">
              <a:ext uri="{FF2B5EF4-FFF2-40B4-BE49-F238E27FC236}">
                <a16:creationId xmlns:a16="http://schemas.microsoft.com/office/drawing/2014/main" id="{3BB3FCCE-D2A7-4C70-9D79-8C4451AE4102}"/>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59774275" name="Straight Connector 756114381">
            <a:extLst xmlns:a="http://schemas.openxmlformats.org/drawingml/2006/main">
              <a:ext uri="{FF2B5EF4-FFF2-40B4-BE49-F238E27FC236}">
                <a16:creationId xmlns:a16="http://schemas.microsoft.com/office/drawing/2014/main" id="{53159608-7A40-46EE-B01D-A91B273B761D}"/>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465415" name="Rectangle 1665170772">
            <a:extLst xmlns:a="http://schemas.openxmlformats.org/drawingml/2006/main">
              <a:ext uri="{FF2B5EF4-FFF2-40B4-BE49-F238E27FC236}">
                <a16:creationId xmlns:a16="http://schemas.microsoft.com/office/drawing/2014/main" id="{5C2B86A3-C250-4A03-942F-52AE08FEF0C9}"/>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83774049" name="Rectangle 1710634736">
            <a:extLst xmlns:a="http://schemas.openxmlformats.org/drawingml/2006/main">
              <a:ext uri="{FF2B5EF4-FFF2-40B4-BE49-F238E27FC236}">
                <a16:creationId xmlns:a16="http://schemas.microsoft.com/office/drawing/2014/main" id="{571F1B99-899C-4938-BC23-A6B5B8ADF0F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415385847" name="Rectangle: Rounded Corners 1872312689">
            <a:extLst xmlns:a="http://schemas.openxmlformats.org/drawingml/2006/main">
              <a:ext uri="{FF2B5EF4-FFF2-40B4-BE49-F238E27FC236}">
                <a16:creationId xmlns:a16="http://schemas.microsoft.com/office/drawing/2014/main" id="{66D0CE33-63A2-4AA2-85C5-BB300158F52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6509631" name="Rectangle 1638876599">
            <a:extLst xmlns:a="http://schemas.openxmlformats.org/drawingml/2006/main">
              <a:ext uri="{FF2B5EF4-FFF2-40B4-BE49-F238E27FC236}">
                <a16:creationId xmlns:a16="http://schemas.microsoft.com/office/drawing/2014/main" id="{E613F4B5-84A6-4379-AC84-734CFD1CA3B7}"/>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197533026" name="Rectangle 815678976">
            <a:extLst xmlns:a="http://schemas.openxmlformats.org/drawingml/2006/main">
              <a:ext uri="{FF2B5EF4-FFF2-40B4-BE49-F238E27FC236}">
                <a16:creationId xmlns:a16="http://schemas.microsoft.com/office/drawing/2014/main" id="{B2E35A12-B0DA-44E8-B26B-6FA430817192}"/>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253758952" name="Rectangle 815528297">
            <a:extLst xmlns:a="http://schemas.openxmlformats.org/drawingml/2006/main">
              <a:ext uri="{FF2B5EF4-FFF2-40B4-BE49-F238E27FC236}">
                <a16:creationId xmlns:a16="http://schemas.microsoft.com/office/drawing/2014/main" id="{B5B336FF-E0BC-4C72-838E-2691CA605C00}"/>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71061841" name="Rectangle 478170369">
            <a:extLst xmlns:a="http://schemas.openxmlformats.org/drawingml/2006/main">
              <a:ext uri="{FF2B5EF4-FFF2-40B4-BE49-F238E27FC236}">
                <a16:creationId xmlns:a16="http://schemas.microsoft.com/office/drawing/2014/main" id="{B94157AB-BA52-40C9-8EEA-71887EDBBC9D}"/>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286672216" name="Straight Connector 533968529">
            <a:extLst xmlns:a="http://schemas.openxmlformats.org/drawingml/2006/main">
              <a:ext uri="{FF2B5EF4-FFF2-40B4-BE49-F238E27FC236}">
                <a16:creationId xmlns:a16="http://schemas.microsoft.com/office/drawing/2014/main" id="{69FA392A-293F-48CD-92EC-3FDE2A44116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038917" name="Rectangle 195109745">
            <a:extLst xmlns:a="http://schemas.openxmlformats.org/drawingml/2006/main">
              <a:ext uri="{FF2B5EF4-FFF2-40B4-BE49-F238E27FC236}">
                <a16:creationId xmlns:a16="http://schemas.microsoft.com/office/drawing/2014/main" id="{83DEFC69-79D4-4024-B07E-6F021261CA8F}"/>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519753940" name="Rectangle 1008757044">
            <a:extLst xmlns:a="http://schemas.openxmlformats.org/drawingml/2006/main">
              <a:ext uri="{FF2B5EF4-FFF2-40B4-BE49-F238E27FC236}">
                <a16:creationId xmlns:a16="http://schemas.microsoft.com/office/drawing/2014/main" id="{A6346BA6-61F3-4282-AE2D-A465C84B4F88}"/>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3336761" name="Straight Connector 1685278168">
            <a:extLst xmlns:a="http://schemas.openxmlformats.org/drawingml/2006/main">
              <a:ext uri="{FF2B5EF4-FFF2-40B4-BE49-F238E27FC236}">
                <a16:creationId xmlns:a16="http://schemas.microsoft.com/office/drawing/2014/main" id="{3192ABA6-7474-4886-89A5-99967BC4B673}"/>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0350672" name="Rectangle 1256120152">
            <a:extLst xmlns:a="http://schemas.openxmlformats.org/drawingml/2006/main">
              <a:ext uri="{FF2B5EF4-FFF2-40B4-BE49-F238E27FC236}">
                <a16:creationId xmlns:a16="http://schemas.microsoft.com/office/drawing/2014/main" id="{0AA9F05D-FF91-41A0-8686-6C5119E8EEB0}"/>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025129218" name="Rectangle 686280821">
            <a:extLst xmlns:a="http://schemas.openxmlformats.org/drawingml/2006/main">
              <a:ext uri="{FF2B5EF4-FFF2-40B4-BE49-F238E27FC236}">
                <a16:creationId xmlns:a16="http://schemas.microsoft.com/office/drawing/2014/main" id="{B1B1D49C-E533-44BD-8B49-C398D9B5E2B7}"/>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2132423268" name="Rectangle: Rounded Corners 312764701">
            <a:extLst xmlns:a="http://schemas.openxmlformats.org/drawingml/2006/main">
              <a:ext uri="{FF2B5EF4-FFF2-40B4-BE49-F238E27FC236}">
                <a16:creationId xmlns:a16="http://schemas.microsoft.com/office/drawing/2014/main" id="{E0FAC03F-CE22-4B21-A0C3-3BF8E27061B9}"/>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804822" name="Rectangle 2086773709">
            <a:extLst xmlns:a="http://schemas.openxmlformats.org/drawingml/2006/main">
              <a:ext uri="{FF2B5EF4-FFF2-40B4-BE49-F238E27FC236}">
                <a16:creationId xmlns:a16="http://schemas.microsoft.com/office/drawing/2014/main" id="{D7C5B306-D544-41B3-850B-C0BBCB21D65A}"/>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32525722" name="Rectangle 2025467514">
            <a:extLst xmlns:a="http://schemas.openxmlformats.org/drawingml/2006/main">
              <a:ext uri="{FF2B5EF4-FFF2-40B4-BE49-F238E27FC236}">
                <a16:creationId xmlns:a16="http://schemas.microsoft.com/office/drawing/2014/main" id="{2B42E7E6-C45C-4390-B822-9329F38B2102}"/>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72863687" name="Rectangle 957358411">
            <a:extLst xmlns:a="http://schemas.openxmlformats.org/drawingml/2006/main">
              <a:ext uri="{FF2B5EF4-FFF2-40B4-BE49-F238E27FC236}">
                <a16:creationId xmlns:a16="http://schemas.microsoft.com/office/drawing/2014/main" id="{49340E8F-F137-4393-A3E4-C11E3DA3FC07}"/>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10710629" name="Rectangle 1167683203">
            <a:extLst xmlns:a="http://schemas.openxmlformats.org/drawingml/2006/main">
              <a:ext uri="{FF2B5EF4-FFF2-40B4-BE49-F238E27FC236}">
                <a16:creationId xmlns:a16="http://schemas.microsoft.com/office/drawing/2014/main" id="{5A8A76DD-1C67-43BB-85C8-48DE4D2209B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66689832" name="Straight Connector 935775799">
            <a:extLst xmlns:a="http://schemas.openxmlformats.org/drawingml/2006/main">
              <a:ext uri="{FF2B5EF4-FFF2-40B4-BE49-F238E27FC236}">
                <a16:creationId xmlns:a16="http://schemas.microsoft.com/office/drawing/2014/main" id="{2A1C049F-8739-43D7-8419-9D03E9BAB4C5}"/>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859975" name="Rectangle 1650430570">
            <a:extLst xmlns:a="http://schemas.openxmlformats.org/drawingml/2006/main">
              <a:ext uri="{FF2B5EF4-FFF2-40B4-BE49-F238E27FC236}">
                <a16:creationId xmlns:a16="http://schemas.microsoft.com/office/drawing/2014/main" id="{1CB0161A-61CE-45F0-962E-A5DE49698DC5}"/>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750326267" name="Rectangle 1673598855">
            <a:extLst xmlns:a="http://schemas.openxmlformats.org/drawingml/2006/main">
              <a:ext uri="{FF2B5EF4-FFF2-40B4-BE49-F238E27FC236}">
                <a16:creationId xmlns:a16="http://schemas.microsoft.com/office/drawing/2014/main" id="{41F4AA6B-2612-4C70-AA57-9BF1D1E91ABC}"/>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723253847" name="Straight Connector 796017482">
            <a:extLst xmlns:a="http://schemas.openxmlformats.org/drawingml/2006/main">
              <a:ext uri="{FF2B5EF4-FFF2-40B4-BE49-F238E27FC236}">
                <a16:creationId xmlns:a16="http://schemas.microsoft.com/office/drawing/2014/main" id="{84D3E5D2-C408-4665-9F7B-6F323D1689DA}"/>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291792" name="Rectangle 150138993">
            <a:extLst xmlns:a="http://schemas.openxmlformats.org/drawingml/2006/main">
              <a:ext uri="{FF2B5EF4-FFF2-40B4-BE49-F238E27FC236}">
                <a16:creationId xmlns:a16="http://schemas.microsoft.com/office/drawing/2014/main" id="{4C007ADA-46C2-44A4-9CA5-72BD398826A2}"/>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902298510" name="Rectangle 1355132477">
            <a:extLst xmlns:a="http://schemas.openxmlformats.org/drawingml/2006/main">
              <a:ext uri="{FF2B5EF4-FFF2-40B4-BE49-F238E27FC236}">
                <a16:creationId xmlns:a16="http://schemas.microsoft.com/office/drawing/2014/main" id="{67823055-4400-4074-84AA-50FAA5456C6F}"/>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931126015" name="Straight Connector 2121780220">
            <a:extLst xmlns:a="http://schemas.openxmlformats.org/drawingml/2006/main">
              <a:ext uri="{FF2B5EF4-FFF2-40B4-BE49-F238E27FC236}">
                <a16:creationId xmlns:a16="http://schemas.microsoft.com/office/drawing/2014/main" id="{05250598-641C-45F3-8E9B-2DD750905033}"/>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728077" name="Straight Connector 835810551">
            <a:extLst xmlns:a="http://schemas.openxmlformats.org/drawingml/2006/main">
              <a:ext uri="{FF2B5EF4-FFF2-40B4-BE49-F238E27FC236}">
                <a16:creationId xmlns:a16="http://schemas.microsoft.com/office/drawing/2014/main" id="{612D3631-D1D3-41AA-86F7-CDFBF8F10F9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007425" name="Rectangle 1100880979">
            <a:extLst xmlns:a="http://schemas.openxmlformats.org/drawingml/2006/main">
              <a:ext uri="{FF2B5EF4-FFF2-40B4-BE49-F238E27FC236}">
                <a16:creationId xmlns:a16="http://schemas.microsoft.com/office/drawing/2014/main" id="{EB63EF58-D094-47AE-AB49-522E146C1639}"/>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30808168" name="Rectangle 1811406449">
            <a:extLst xmlns:a="http://schemas.openxmlformats.org/drawingml/2006/main">
              <a:ext uri="{FF2B5EF4-FFF2-40B4-BE49-F238E27FC236}">
                <a16:creationId xmlns:a16="http://schemas.microsoft.com/office/drawing/2014/main" id="{190C5B75-728A-416E-9218-0721E109DE5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09</a:t>
            </a:r>
          </a:p>
        </p:txBody>
      </p:sp>
    </p:spTree>
    <p:extLst>
      <p:ext uri="{BB962C8B-B14F-4D97-AF65-F5344CB8AC3E}">
        <p14:creationId xmlns:p14="http://schemas.microsoft.com/office/powerpoint/2010/main" val="647366534"/>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4672094" name="Rectangle 854926774">
            <a:extLst xmlns:a="http://schemas.openxmlformats.org/drawingml/2006/main">
              <a:ext uri="{FF2B5EF4-FFF2-40B4-BE49-F238E27FC236}">
                <a16:creationId xmlns:a16="http://schemas.microsoft.com/office/drawing/2014/main" id="{D8C87284-DCF5-48D4-82AA-5273113F460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623480777" name="Rectangle 1150295720">
            <a:extLst xmlns:a="http://schemas.openxmlformats.org/drawingml/2006/main">
              <a:ext uri="{FF2B5EF4-FFF2-40B4-BE49-F238E27FC236}">
                <a16:creationId xmlns:a16="http://schemas.microsoft.com/office/drawing/2014/main" id="{FD2916DA-CFEE-4F0D-9A58-AFAF84E38A7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46468096" name="Rectangle: Rounded Corners 2106832513">
            <a:extLst xmlns:a="http://schemas.openxmlformats.org/drawingml/2006/main">
              <a:ext uri="{FF2B5EF4-FFF2-40B4-BE49-F238E27FC236}">
                <a16:creationId xmlns:a16="http://schemas.microsoft.com/office/drawing/2014/main" id="{18F81DC2-973B-43E0-A965-F63525E1627B}"/>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44093364" name="Rectangle 537144149">
            <a:extLst xmlns:a="http://schemas.openxmlformats.org/drawingml/2006/main">
              <a:ext uri="{FF2B5EF4-FFF2-40B4-BE49-F238E27FC236}">
                <a16:creationId xmlns:a16="http://schemas.microsoft.com/office/drawing/2014/main" id="{6057B227-34AE-42B3-9A7D-CCED00A9F859}"/>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904905321" name="Straight Connector 1844070667">
            <a:extLst xmlns:a="http://schemas.openxmlformats.org/drawingml/2006/main">
              <a:ext uri="{FF2B5EF4-FFF2-40B4-BE49-F238E27FC236}">
                <a16:creationId xmlns:a16="http://schemas.microsoft.com/office/drawing/2014/main" id="{CA5FBD30-0681-4059-B185-A8ACF1577BA9}"/>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18363" name="Rectangle: Rounded Corners 1156722812">
            <a:extLst xmlns:a="http://schemas.openxmlformats.org/drawingml/2006/main">
              <a:ext uri="{FF2B5EF4-FFF2-40B4-BE49-F238E27FC236}">
                <a16:creationId xmlns:a16="http://schemas.microsoft.com/office/drawing/2014/main" id="{BD023803-9FEC-4D1A-A1DB-432B3BB36501}"/>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6641455" name="Rectangle 555957418">
            <a:extLst xmlns:a="http://schemas.openxmlformats.org/drawingml/2006/main">
              <a:ext uri="{FF2B5EF4-FFF2-40B4-BE49-F238E27FC236}">
                <a16:creationId xmlns:a16="http://schemas.microsoft.com/office/drawing/2014/main" id="{8333AED7-F477-4BAB-843F-ABED24EFE04B}"/>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433780528" name="Straight Connector 1221881980">
            <a:extLst xmlns:a="http://schemas.openxmlformats.org/drawingml/2006/main">
              <a:ext uri="{FF2B5EF4-FFF2-40B4-BE49-F238E27FC236}">
                <a16:creationId xmlns:a16="http://schemas.microsoft.com/office/drawing/2014/main" id="{964C9057-39AA-4E50-8858-6347AD366A29}"/>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0750842" name="Rectangle: Rounded Corners 942243679">
            <a:extLst xmlns:a="http://schemas.openxmlformats.org/drawingml/2006/main">
              <a:ext uri="{FF2B5EF4-FFF2-40B4-BE49-F238E27FC236}">
                <a16:creationId xmlns:a16="http://schemas.microsoft.com/office/drawing/2014/main" id="{5FCCB12D-D5E7-44C4-8914-BF9EA216D78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289658855" name="Rectangle 1558388499">
            <a:extLst xmlns:a="http://schemas.openxmlformats.org/drawingml/2006/main">
              <a:ext uri="{FF2B5EF4-FFF2-40B4-BE49-F238E27FC236}">
                <a16:creationId xmlns:a16="http://schemas.microsoft.com/office/drawing/2014/main" id="{ED8DF41A-9409-4BF9-AAEE-81BEE309926B}"/>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2642297" name="Rectangle: Rounded Corners 497016789">
            <a:extLst xmlns:a="http://schemas.openxmlformats.org/drawingml/2006/main">
              <a:ext uri="{FF2B5EF4-FFF2-40B4-BE49-F238E27FC236}">
                <a16:creationId xmlns:a16="http://schemas.microsoft.com/office/drawing/2014/main" id="{8228E245-4176-4A49-AC94-CFF34B7500B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0311552" name="Straight Connector 944728692">
            <a:extLst xmlns:a="http://schemas.openxmlformats.org/drawingml/2006/main">
              <a:ext uri="{FF2B5EF4-FFF2-40B4-BE49-F238E27FC236}">
                <a16:creationId xmlns:a16="http://schemas.microsoft.com/office/drawing/2014/main" id="{C477E0A8-411F-4FCF-8D2E-9B5A77062663}"/>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2148527" name="Straight Connector 492924597">
            <a:extLst xmlns:a="http://schemas.openxmlformats.org/drawingml/2006/main">
              <a:ext uri="{FF2B5EF4-FFF2-40B4-BE49-F238E27FC236}">
                <a16:creationId xmlns:a16="http://schemas.microsoft.com/office/drawing/2014/main" id="{20A6420A-EA3D-4BD7-8472-89FF003ECDD3}"/>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9653105" name="Rectangle 1897545627">
            <a:extLst xmlns:a="http://schemas.openxmlformats.org/drawingml/2006/main">
              <a:ext uri="{FF2B5EF4-FFF2-40B4-BE49-F238E27FC236}">
                <a16:creationId xmlns:a16="http://schemas.microsoft.com/office/drawing/2014/main" id="{DCC2FB3E-589E-4CEC-A83B-ABB6BBC7A7D8}"/>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47574684" name="Rectangle 567799544">
            <a:extLst xmlns:a="http://schemas.openxmlformats.org/drawingml/2006/main">
              <a:ext uri="{FF2B5EF4-FFF2-40B4-BE49-F238E27FC236}">
                <a16:creationId xmlns:a16="http://schemas.microsoft.com/office/drawing/2014/main" id="{F523B649-9CE2-440D-A083-37B57139B224}"/>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72094737" name="Rectangle 163568202">
            <a:extLst xmlns:a="http://schemas.openxmlformats.org/drawingml/2006/main">
              <a:ext uri="{FF2B5EF4-FFF2-40B4-BE49-F238E27FC236}">
                <a16:creationId xmlns:a16="http://schemas.microsoft.com/office/drawing/2014/main" id="{44F0D883-6CE7-48AA-9C1B-61D0A857387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651892583" name="Rectangle 1723731144">
            <a:extLst xmlns:a="http://schemas.openxmlformats.org/drawingml/2006/main">
              <a:ext uri="{FF2B5EF4-FFF2-40B4-BE49-F238E27FC236}">
                <a16:creationId xmlns:a16="http://schemas.microsoft.com/office/drawing/2014/main" id="{14E8F57B-DEC5-405B-ACF5-A24FF3CB9D65}"/>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079778458" name="Rectangle 326786159">
            <a:extLst xmlns:a="http://schemas.openxmlformats.org/drawingml/2006/main">
              <a:ext uri="{FF2B5EF4-FFF2-40B4-BE49-F238E27FC236}">
                <a16:creationId xmlns:a16="http://schemas.microsoft.com/office/drawing/2014/main" id="{24E9CEAD-2DD8-4341-BFA9-2951024775FB}"/>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860937486" name="Rectangle 1482802785">
            <a:extLst xmlns:a="http://schemas.openxmlformats.org/drawingml/2006/main">
              <a:ext uri="{FF2B5EF4-FFF2-40B4-BE49-F238E27FC236}">
                <a16:creationId xmlns:a16="http://schemas.microsoft.com/office/drawing/2014/main" id="{E0A2857B-9B46-4B60-BE0D-8204FD7666ED}"/>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57264115" name="Rectangle 947956942">
            <a:extLst xmlns:a="http://schemas.openxmlformats.org/drawingml/2006/main">
              <a:ext uri="{FF2B5EF4-FFF2-40B4-BE49-F238E27FC236}">
                <a16:creationId xmlns:a16="http://schemas.microsoft.com/office/drawing/2014/main" id="{1DD568C5-F9E8-45FC-8EEE-47BE6FBE385D}"/>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454779232" name="Rectangle 2016319604">
            <a:extLst xmlns:a="http://schemas.openxmlformats.org/drawingml/2006/main">
              <a:ext uri="{FF2B5EF4-FFF2-40B4-BE49-F238E27FC236}">
                <a16:creationId xmlns:a16="http://schemas.microsoft.com/office/drawing/2014/main" id="{A4781B63-389B-434B-8B59-DB573DDA999B}"/>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121076090" name="Rectangle 759240474">
            <a:extLst xmlns:a="http://schemas.openxmlformats.org/drawingml/2006/main">
              <a:ext uri="{FF2B5EF4-FFF2-40B4-BE49-F238E27FC236}">
                <a16:creationId xmlns:a16="http://schemas.microsoft.com/office/drawing/2014/main" id="{70665E45-FE52-44EE-85B4-25136263D1DF}"/>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473254294" name="Rectangle 1102304899">
            <a:extLst xmlns:a="http://schemas.openxmlformats.org/drawingml/2006/main">
              <a:ext uri="{FF2B5EF4-FFF2-40B4-BE49-F238E27FC236}">
                <a16:creationId xmlns:a16="http://schemas.microsoft.com/office/drawing/2014/main" id="{6496B222-F218-469C-B921-9F3B2AECC25A}"/>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859941506" name="Rectangle 1141042966">
            <a:extLst xmlns:a="http://schemas.openxmlformats.org/drawingml/2006/main">
              <a:ext uri="{FF2B5EF4-FFF2-40B4-BE49-F238E27FC236}">
                <a16:creationId xmlns:a16="http://schemas.microsoft.com/office/drawing/2014/main" id="{FA5924BB-60BC-4874-8CBE-645F7348BB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10</a:t>
            </a:r>
          </a:p>
        </p:txBody>
      </p:sp>
      <p:sp>
        <p:nvSpPr>
          <p:cNvPr id="1952947064" name="solidguide_normal">
            <a:extLst xmlns:a="http://schemas.openxmlformats.org/drawingml/2006/main">
              <a:ext uri="{FF2B5EF4-FFF2-40B4-BE49-F238E27FC236}">
                <a16:creationId xmlns:a16="http://schemas.microsoft.com/office/drawing/2014/main" id="{D29107B8-2C52-4064-9CE7-7228224C1EE9}"/>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8432185" name="solidguide_normal">
            <a:extLst xmlns:a="http://schemas.openxmlformats.org/drawingml/2006/main">
              <a:ext uri="{FF2B5EF4-FFF2-40B4-BE49-F238E27FC236}">
                <a16:creationId xmlns:a16="http://schemas.microsoft.com/office/drawing/2014/main" id="{620E3175-36E4-45C5-B399-82BE4716EAD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5294709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e90dc9d57f3d4522">
            <a:extLst>
              <a:ext uri="{96DAC541-7B7A-43D3-8B79-37D633B846F1}">
                <asvg:svgBlip xmlns:asvg="http://schemas.microsoft.com/office/drawing/2016/SVG/main" r:embed="Rc85a58e65c24451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6571382"/>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6915112" name="Rectangle 1470283906">
            <a:extLst xmlns:a="http://schemas.openxmlformats.org/drawingml/2006/main">
              <a:ext uri="{FF2B5EF4-FFF2-40B4-BE49-F238E27FC236}">
                <a16:creationId xmlns:a16="http://schemas.microsoft.com/office/drawing/2014/main" id="{2835F5CB-9CC7-453F-B189-3D339E1BC6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636515389" name="Rectangle 843139879">
            <a:extLst xmlns:a="http://schemas.openxmlformats.org/drawingml/2006/main">
              <a:ext uri="{FF2B5EF4-FFF2-40B4-BE49-F238E27FC236}">
                <a16:creationId xmlns:a16="http://schemas.microsoft.com/office/drawing/2014/main" id="{12FC9AD8-B7F4-417A-B719-D4F4975B4AF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425953015" name="Rectangle: Rounded Corners 441777437">
            <a:extLst xmlns:a="http://schemas.openxmlformats.org/drawingml/2006/main">
              <a:ext uri="{FF2B5EF4-FFF2-40B4-BE49-F238E27FC236}">
                <a16:creationId xmlns:a16="http://schemas.microsoft.com/office/drawing/2014/main" id="{5B990796-E440-48B6-A7BE-915A49A476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9470824"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a5f0a75f428f43ab"/>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029575159" name="Oval 1369448292">
            <a:extLst xmlns:a="http://schemas.openxmlformats.org/drawingml/2006/main">
              <a:ext uri="{FF2B5EF4-FFF2-40B4-BE49-F238E27FC236}">
                <a16:creationId xmlns:a16="http://schemas.microsoft.com/office/drawing/2014/main" id="{4A46091D-08EA-4273-90DB-212408030F2F}"/>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470371279" name="Rectangle 119453285">
            <a:extLst xmlns:a="http://schemas.openxmlformats.org/drawingml/2006/main">
              <a:ext uri="{FF2B5EF4-FFF2-40B4-BE49-F238E27FC236}">
                <a16:creationId xmlns:a16="http://schemas.microsoft.com/office/drawing/2014/main" id="{66F97A66-2521-4AD6-BD7B-347DFF0EDD65}"/>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2516399" name="Oval 1329949566">
            <a:extLst xmlns:a="http://schemas.openxmlformats.org/drawingml/2006/main">
              <a:ext uri="{FF2B5EF4-FFF2-40B4-BE49-F238E27FC236}">
                <a16:creationId xmlns:a16="http://schemas.microsoft.com/office/drawing/2014/main" id="{3D45A919-749B-4D98-9C54-6B99367F1C77}"/>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891266705" name="Rectangle 1856458307">
            <a:extLst xmlns:a="http://schemas.openxmlformats.org/drawingml/2006/main">
              <a:ext uri="{FF2B5EF4-FFF2-40B4-BE49-F238E27FC236}">
                <a16:creationId xmlns:a16="http://schemas.microsoft.com/office/drawing/2014/main" id="{76F3853B-D3AD-4F18-9CFC-4D8147B0F8D1}"/>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09196017" name="Oval 167515331">
            <a:extLst xmlns:a="http://schemas.openxmlformats.org/drawingml/2006/main">
              <a:ext uri="{FF2B5EF4-FFF2-40B4-BE49-F238E27FC236}">
                <a16:creationId xmlns:a16="http://schemas.microsoft.com/office/drawing/2014/main" id="{95294831-ECE9-40F1-BB76-D4C274CD9AD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48977115" name="Rectangle 324280658">
            <a:extLst xmlns:a="http://schemas.openxmlformats.org/drawingml/2006/main">
              <a:ext uri="{FF2B5EF4-FFF2-40B4-BE49-F238E27FC236}">
                <a16:creationId xmlns:a16="http://schemas.microsoft.com/office/drawing/2014/main" id="{1C6A09D4-7843-45AB-B20B-C13865ACC72D}"/>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274651937" name="Rectangle 220100613">
            <a:extLst xmlns:a="http://schemas.openxmlformats.org/drawingml/2006/main">
              <a:ext uri="{FF2B5EF4-FFF2-40B4-BE49-F238E27FC236}">
                <a16:creationId xmlns:a16="http://schemas.microsoft.com/office/drawing/2014/main" id="{812AACCE-8AC8-4C0C-94CF-8B5552F9822A}"/>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9470819" name="Rectangle 1638243303">
            <a:extLst xmlns:a="http://schemas.openxmlformats.org/drawingml/2006/main">
              <a:ext uri="{FF2B5EF4-FFF2-40B4-BE49-F238E27FC236}">
                <a16:creationId xmlns:a16="http://schemas.microsoft.com/office/drawing/2014/main" id="{CB2C8764-1E67-4ABC-9FF6-C2C0D27388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11</a:t>
            </a:r>
          </a:p>
        </p:txBody>
      </p:sp>
    </p:spTree>
    <p:extLst>
      <p:ext uri="{BB962C8B-B14F-4D97-AF65-F5344CB8AC3E}">
        <p14:creationId xmlns:p14="http://schemas.microsoft.com/office/powerpoint/2010/main" val="919012269"/>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6859355" name="Rectangle 914741475">
            <a:extLst xmlns:a="http://schemas.openxmlformats.org/drawingml/2006/main">
              <a:ext uri="{FF2B5EF4-FFF2-40B4-BE49-F238E27FC236}">
                <a16:creationId xmlns:a16="http://schemas.microsoft.com/office/drawing/2014/main" id="{BA0145B0-3D8A-4DEC-BDE0-3815B9E5EB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648147737" name="Rectangle 763526406">
            <a:extLst xmlns:a="http://schemas.openxmlformats.org/drawingml/2006/main">
              <a:ext uri="{FF2B5EF4-FFF2-40B4-BE49-F238E27FC236}">
                <a16:creationId xmlns:a16="http://schemas.microsoft.com/office/drawing/2014/main" id="{E5926B3D-0CA7-4604-82E4-6318133A999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998724386" name="Rectangle: Rounded Corners 611293625">
            <a:extLst xmlns:a="http://schemas.openxmlformats.org/drawingml/2006/main">
              <a:ext uri="{FF2B5EF4-FFF2-40B4-BE49-F238E27FC236}">
                <a16:creationId xmlns:a16="http://schemas.microsoft.com/office/drawing/2014/main" id="{5CA2F5BA-A0A8-43B9-AEE6-2783EC5106F3}"/>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3460555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61cea247be7c45a7"/>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65749396" name="Straight Connector 1032169778">
            <a:extLst xmlns:a="http://schemas.openxmlformats.org/drawingml/2006/main">
              <a:ext uri="{FF2B5EF4-FFF2-40B4-BE49-F238E27FC236}">
                <a16:creationId xmlns:a16="http://schemas.microsoft.com/office/drawing/2014/main" id="{3EB2BCAB-06E5-4490-A84D-35BA25939BC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4761424" name="Straight Connector 1768100698">
            <a:extLst xmlns:a="http://schemas.openxmlformats.org/drawingml/2006/main">
              <a:ext uri="{FF2B5EF4-FFF2-40B4-BE49-F238E27FC236}">
                <a16:creationId xmlns:a16="http://schemas.microsoft.com/office/drawing/2014/main" id="{8C9A322A-230B-43AF-B9C2-C87D694386B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098689" name="Rectangle 1922458400">
            <a:extLst xmlns:a="http://schemas.openxmlformats.org/drawingml/2006/main">
              <a:ext uri="{FF2B5EF4-FFF2-40B4-BE49-F238E27FC236}">
                <a16:creationId xmlns:a16="http://schemas.microsoft.com/office/drawing/2014/main" id="{687908E3-740D-40BF-98D9-C107078FA87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89614985" name="Rectangle 1402654062">
            <a:extLst xmlns:a="http://schemas.openxmlformats.org/drawingml/2006/main">
              <a:ext uri="{FF2B5EF4-FFF2-40B4-BE49-F238E27FC236}">
                <a16:creationId xmlns:a16="http://schemas.microsoft.com/office/drawing/2014/main" id="{1592ADC2-0E72-4E48-A10C-8EDA1548E957}"/>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95452613" name="Oval 1006697960">
            <a:extLst xmlns:a="http://schemas.openxmlformats.org/drawingml/2006/main">
              <a:ext uri="{FF2B5EF4-FFF2-40B4-BE49-F238E27FC236}">
                <a16:creationId xmlns:a16="http://schemas.microsoft.com/office/drawing/2014/main" id="{299FA618-727F-447E-BE09-845F3FA200B1}"/>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1358823" name="Straight Connector 772079832">
            <a:extLst xmlns:a="http://schemas.openxmlformats.org/drawingml/2006/main">
              <a:ext uri="{FF2B5EF4-FFF2-40B4-BE49-F238E27FC236}">
                <a16:creationId xmlns:a16="http://schemas.microsoft.com/office/drawing/2014/main" id="{12E2B7F7-213E-451A-81E2-E73C908E0856}"/>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8225539" name="Oval 1493081963">
            <a:extLst xmlns:a="http://schemas.openxmlformats.org/drawingml/2006/main">
              <a:ext uri="{FF2B5EF4-FFF2-40B4-BE49-F238E27FC236}">
                <a16:creationId xmlns:a16="http://schemas.microsoft.com/office/drawing/2014/main" id="{F2F621A1-928B-4FE8-9C85-EFB56FA9D610}"/>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8026434" name="Oval 1125848367">
            <a:extLst xmlns:a="http://schemas.openxmlformats.org/drawingml/2006/main">
              <a:ext uri="{FF2B5EF4-FFF2-40B4-BE49-F238E27FC236}">
                <a16:creationId xmlns:a16="http://schemas.microsoft.com/office/drawing/2014/main" id="{AFB8397D-3A99-4DCB-8671-4F3CE0A0B1C4}"/>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605547" name="Rectangle 1431459787">
            <a:extLst xmlns:a="http://schemas.openxmlformats.org/drawingml/2006/main">
              <a:ext uri="{FF2B5EF4-FFF2-40B4-BE49-F238E27FC236}">
                <a16:creationId xmlns:a16="http://schemas.microsoft.com/office/drawing/2014/main" id="{5379C5DF-850F-434E-9550-8AEBDFE26A05}"/>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075638714" name="Rectangle 551453139">
            <a:extLst xmlns:a="http://schemas.openxmlformats.org/drawingml/2006/main">
              <a:ext uri="{FF2B5EF4-FFF2-40B4-BE49-F238E27FC236}">
                <a16:creationId xmlns:a16="http://schemas.microsoft.com/office/drawing/2014/main" id="{1F5FD557-1881-4C2E-9CC7-543F6FE70542}"/>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805649219" name="Rectangle 1387627842">
            <a:extLst xmlns:a="http://schemas.openxmlformats.org/drawingml/2006/main">
              <a:ext uri="{FF2B5EF4-FFF2-40B4-BE49-F238E27FC236}">
                <a16:creationId xmlns:a16="http://schemas.microsoft.com/office/drawing/2014/main" id="{856C70BA-9BAC-4565-AF49-C2599FEEA1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12</a:t>
            </a:r>
          </a:p>
        </p:txBody>
      </p:sp>
      <p:sp>
        <p:nvSpPr>
          <p:cNvPr id="1454471252" name="Straight Connector 1489075409">
            <a:extLst xmlns:a="http://schemas.openxmlformats.org/drawingml/2006/main">
              <a:ext uri="{FF2B5EF4-FFF2-40B4-BE49-F238E27FC236}">
                <a16:creationId xmlns:a16="http://schemas.microsoft.com/office/drawing/2014/main" id="{197181E3-652B-4E1F-BDE5-914BF529769C}"/>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6415909" name="Straight Connector 768615074">
            <a:extLst xmlns:a="http://schemas.openxmlformats.org/drawingml/2006/main">
              <a:ext uri="{FF2B5EF4-FFF2-40B4-BE49-F238E27FC236}">
                <a16:creationId xmlns:a16="http://schemas.microsoft.com/office/drawing/2014/main" id="{26B9781B-CF5D-4DF9-8ACA-57D595C665A9}"/>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3460556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8611b63176ea47f8">
            <a:extLst>
              <a:ext uri="{96DAC541-7B7A-43D3-8B79-37D633B846F1}">
                <asvg:svgBlip xmlns:asvg="http://schemas.microsoft.com/office/drawing/2016/SVG/main" r:embed="Rbfe195a479f942a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1176188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7796798" name="Rectangle 151304597">
            <a:extLst xmlns:a="http://schemas.openxmlformats.org/drawingml/2006/main">
              <a:ext uri="{FF2B5EF4-FFF2-40B4-BE49-F238E27FC236}">
                <a16:creationId xmlns:a16="http://schemas.microsoft.com/office/drawing/2014/main" id="{0031EAC2-C600-4841-8906-3D1511378A8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315023432" name="Rectangle 177396171">
            <a:extLst xmlns:a="http://schemas.openxmlformats.org/drawingml/2006/main">
              <a:ext uri="{FF2B5EF4-FFF2-40B4-BE49-F238E27FC236}">
                <a16:creationId xmlns:a16="http://schemas.microsoft.com/office/drawing/2014/main" id="{58FB7777-C166-4F17-95E7-FABD8973250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37334123" name="Rectangle: Rounded Corners 960318418">
            <a:extLst xmlns:a="http://schemas.openxmlformats.org/drawingml/2006/main">
              <a:ext uri="{FF2B5EF4-FFF2-40B4-BE49-F238E27FC236}">
                <a16:creationId xmlns:a16="http://schemas.microsoft.com/office/drawing/2014/main" id="{889EE36E-986B-4398-BBE1-072F0952F6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4778668" name="Straight Connector 53979157">
            <a:extLst xmlns:a="http://schemas.openxmlformats.org/drawingml/2006/main">
              <a:ext uri="{FF2B5EF4-FFF2-40B4-BE49-F238E27FC236}">
                <a16:creationId xmlns:a16="http://schemas.microsoft.com/office/drawing/2014/main" id="{397AE5A0-A914-4C46-A348-1A13C38790E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652944" name="Straight Connector 627639122">
            <a:extLst xmlns:a="http://schemas.openxmlformats.org/drawingml/2006/main">
              <a:ext uri="{FF2B5EF4-FFF2-40B4-BE49-F238E27FC236}">
                <a16:creationId xmlns:a16="http://schemas.microsoft.com/office/drawing/2014/main" id="{4CBF02B6-9713-49C8-A60A-81CE7CF7E73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828211" name="Rectangle 466830898">
            <a:extLst xmlns:a="http://schemas.openxmlformats.org/drawingml/2006/main">
              <a:ext uri="{FF2B5EF4-FFF2-40B4-BE49-F238E27FC236}">
                <a16:creationId xmlns:a16="http://schemas.microsoft.com/office/drawing/2014/main" id="{CBCFDF35-C81E-457D-8B7D-24A9B1C68386}"/>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765289582" name="Rectangle 1905295987">
            <a:extLst xmlns:a="http://schemas.openxmlformats.org/drawingml/2006/main">
              <a:ext uri="{FF2B5EF4-FFF2-40B4-BE49-F238E27FC236}">
                <a16:creationId xmlns:a16="http://schemas.microsoft.com/office/drawing/2014/main" id="{A88D2911-A2BA-4470-AE8B-63A762E0FDE4}"/>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777688327" name="Oval 917868853">
            <a:extLst xmlns:a="http://schemas.openxmlformats.org/drawingml/2006/main">
              <a:ext uri="{FF2B5EF4-FFF2-40B4-BE49-F238E27FC236}">
                <a16:creationId xmlns:a16="http://schemas.microsoft.com/office/drawing/2014/main" id="{7C588AC0-E25A-41D2-98A1-82D3E2C48248}"/>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548743" name="Oval 1147861544">
            <a:extLst xmlns:a="http://schemas.openxmlformats.org/drawingml/2006/main">
              <a:ext uri="{FF2B5EF4-FFF2-40B4-BE49-F238E27FC236}">
                <a16:creationId xmlns:a16="http://schemas.microsoft.com/office/drawing/2014/main" id="{49C78909-8AF0-424D-A3B2-D6D2C1404B05}"/>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8633904" name="Oval 453648762">
            <a:extLst xmlns:a="http://schemas.openxmlformats.org/drawingml/2006/main">
              <a:ext uri="{FF2B5EF4-FFF2-40B4-BE49-F238E27FC236}">
                <a16:creationId xmlns:a16="http://schemas.microsoft.com/office/drawing/2014/main" id="{C87855A9-A12E-4339-A852-B0271925F0C2}"/>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8917392" name="Oval 1758550888">
            <a:extLst xmlns:a="http://schemas.openxmlformats.org/drawingml/2006/main">
              <a:ext uri="{FF2B5EF4-FFF2-40B4-BE49-F238E27FC236}">
                <a16:creationId xmlns:a16="http://schemas.microsoft.com/office/drawing/2014/main" id="{8A4C17C5-DB01-4F71-B6FC-C608EFDF95DD}"/>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370147" name="Rectangle: Rounded Corners 1781569673">
            <a:extLst xmlns:a="http://schemas.openxmlformats.org/drawingml/2006/main">
              <a:ext uri="{FF2B5EF4-FFF2-40B4-BE49-F238E27FC236}">
                <a16:creationId xmlns:a16="http://schemas.microsoft.com/office/drawing/2014/main" id="{0C17F0C4-0B4F-4565-939B-E4467D6246E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916582572" name="Rectangle: Rounded Corners 140372676">
            <a:extLst xmlns:a="http://schemas.openxmlformats.org/drawingml/2006/main">
              <a:ext uri="{FF2B5EF4-FFF2-40B4-BE49-F238E27FC236}">
                <a16:creationId xmlns:a16="http://schemas.microsoft.com/office/drawing/2014/main" id="{AA57C432-A814-47FB-8D1D-9C7A5AD37C6C}"/>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300995772" name="Rectangle: Rounded Corners 457547252">
            <a:extLst xmlns:a="http://schemas.openxmlformats.org/drawingml/2006/main">
              <a:ext uri="{FF2B5EF4-FFF2-40B4-BE49-F238E27FC236}">
                <a16:creationId xmlns:a16="http://schemas.microsoft.com/office/drawing/2014/main" id="{9839DB4F-E8DF-414D-9508-2E1093AC92F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807332433" name="Rectangle 126664147">
            <a:extLst xmlns:a="http://schemas.openxmlformats.org/drawingml/2006/main">
              <a:ext uri="{FF2B5EF4-FFF2-40B4-BE49-F238E27FC236}">
                <a16:creationId xmlns:a16="http://schemas.microsoft.com/office/drawing/2014/main" id="{12EB7925-8769-4996-A7EA-D26831054859}"/>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2025875566" name="Rectangle 638283189">
            <a:extLst xmlns:a="http://schemas.openxmlformats.org/drawingml/2006/main">
              <a:ext uri="{FF2B5EF4-FFF2-40B4-BE49-F238E27FC236}">
                <a16:creationId xmlns:a16="http://schemas.microsoft.com/office/drawing/2014/main" id="{D2919238-C460-4D1B-B345-4F1F43E916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13</a:t>
            </a:r>
          </a:p>
        </p:txBody>
      </p:sp>
      <p:pic>
        <p:nvPicPr>
          <p:cNvPr id="2137334141"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984362930683472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1940504"/>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2883621" name="Rectangle 1072400785">
            <a:extLst xmlns:a="http://schemas.openxmlformats.org/drawingml/2006/main">
              <a:ext uri="{FF2B5EF4-FFF2-40B4-BE49-F238E27FC236}">
                <a16:creationId xmlns:a16="http://schemas.microsoft.com/office/drawing/2014/main" id="{84777CB0-EE8E-48EC-BCE5-0CF01F4F4F8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312055271" name="Rectangle 1682929385">
            <a:extLst xmlns:a="http://schemas.openxmlformats.org/drawingml/2006/main">
              <a:ext uri="{FF2B5EF4-FFF2-40B4-BE49-F238E27FC236}">
                <a16:creationId xmlns:a16="http://schemas.microsoft.com/office/drawing/2014/main" id="{DB22B167-0089-46CE-BC56-FDA8C591910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395685442" name="Rectangle: Rounded Corners 1080314407">
            <a:extLst xmlns:a="http://schemas.openxmlformats.org/drawingml/2006/main">
              <a:ext uri="{FF2B5EF4-FFF2-40B4-BE49-F238E27FC236}">
                <a16:creationId xmlns:a16="http://schemas.microsoft.com/office/drawing/2014/main" id="{181537D4-640E-434C-BA08-E552345FDA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79028024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9d2e1f26db1e4034"/>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865542759" name="Straight Connector 707499443">
            <a:extLst xmlns:a="http://schemas.openxmlformats.org/drawingml/2006/main">
              <a:ext uri="{FF2B5EF4-FFF2-40B4-BE49-F238E27FC236}">
                <a16:creationId xmlns:a16="http://schemas.microsoft.com/office/drawing/2014/main" id="{A554FF4D-38B2-4DF2-A417-C3A07145F976}"/>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392817" name="Straight Connector 1076861610">
            <a:extLst xmlns:a="http://schemas.openxmlformats.org/drawingml/2006/main">
              <a:ext uri="{FF2B5EF4-FFF2-40B4-BE49-F238E27FC236}">
                <a16:creationId xmlns:a16="http://schemas.microsoft.com/office/drawing/2014/main" id="{4B20FF43-0C67-4568-B241-20334FECB89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392080" name="Rectangle 1618224149">
            <a:extLst xmlns:a="http://schemas.openxmlformats.org/drawingml/2006/main">
              <a:ext uri="{FF2B5EF4-FFF2-40B4-BE49-F238E27FC236}">
                <a16:creationId xmlns:a16="http://schemas.microsoft.com/office/drawing/2014/main" id="{A22155FF-E10C-4DD1-9AB1-66EE38F3100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724225417" name="Rectangle 1957330890">
            <a:extLst xmlns:a="http://schemas.openxmlformats.org/drawingml/2006/main">
              <a:ext uri="{FF2B5EF4-FFF2-40B4-BE49-F238E27FC236}">
                <a16:creationId xmlns:a16="http://schemas.microsoft.com/office/drawing/2014/main" id="{16466B93-FB9B-47C8-9657-AC5B6B5F427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56021438" name="Oval 1428842632">
            <a:extLst xmlns:a="http://schemas.openxmlformats.org/drawingml/2006/main">
              <a:ext uri="{FF2B5EF4-FFF2-40B4-BE49-F238E27FC236}">
                <a16:creationId xmlns:a16="http://schemas.microsoft.com/office/drawing/2014/main" id="{50ABDD6C-F5A7-412C-8A49-0F8FF3F14005}"/>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98351" name="Oval 94324771">
            <a:extLst xmlns:a="http://schemas.openxmlformats.org/drawingml/2006/main">
              <a:ext uri="{FF2B5EF4-FFF2-40B4-BE49-F238E27FC236}">
                <a16:creationId xmlns:a16="http://schemas.microsoft.com/office/drawing/2014/main" id="{40B522AC-2740-45C3-AC8B-969DD11568A3}"/>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0280237" name="Oval 1474916117">
            <a:extLst xmlns:a="http://schemas.openxmlformats.org/drawingml/2006/main">
              <a:ext uri="{FF2B5EF4-FFF2-40B4-BE49-F238E27FC236}">
                <a16:creationId xmlns:a16="http://schemas.microsoft.com/office/drawing/2014/main" id="{CF52C45A-C26E-4287-BD18-AF6EE9E59226}"/>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8990" name="Rectangle 1335518815">
            <a:extLst xmlns:a="http://schemas.openxmlformats.org/drawingml/2006/main">
              <a:ext uri="{FF2B5EF4-FFF2-40B4-BE49-F238E27FC236}">
                <a16:creationId xmlns:a16="http://schemas.microsoft.com/office/drawing/2014/main" id="{2B964681-D5AC-4E6D-9196-0D7B94761D83}"/>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449710108" name="Rectangle 971869567">
            <a:extLst xmlns:a="http://schemas.openxmlformats.org/drawingml/2006/main">
              <a:ext uri="{FF2B5EF4-FFF2-40B4-BE49-F238E27FC236}">
                <a16:creationId xmlns:a16="http://schemas.microsoft.com/office/drawing/2014/main" id="{ACD73E1E-F757-458E-868E-08541DBFF04E}"/>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288742912" name="Rectangle: Rounded Corners 76329123">
            <a:extLst xmlns:a="http://schemas.openxmlformats.org/drawingml/2006/main">
              <a:ext uri="{FF2B5EF4-FFF2-40B4-BE49-F238E27FC236}">
                <a16:creationId xmlns:a16="http://schemas.microsoft.com/office/drawing/2014/main" id="{2CD6C1FD-3955-4BB1-910B-CCD03A196C05}"/>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1789806458" name="Rectangle 237806933">
            <a:extLst xmlns:a="http://schemas.openxmlformats.org/drawingml/2006/main">
              <a:ext uri="{FF2B5EF4-FFF2-40B4-BE49-F238E27FC236}">
                <a16:creationId xmlns:a16="http://schemas.microsoft.com/office/drawing/2014/main" id="{88FC5E8C-7246-412A-B803-53608721B7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14</a:t>
            </a:r>
          </a:p>
        </p:txBody>
      </p:sp>
      <p:sp>
        <p:nvSpPr>
          <p:cNvPr id="397481422" name="solid-loss-curve">
            <a:extLst xmlns:a="http://schemas.openxmlformats.org/drawingml/2006/main">
              <a:ext uri="{FF2B5EF4-FFF2-40B4-BE49-F238E27FC236}">
                <a16:creationId xmlns:a16="http://schemas.microsoft.com/office/drawing/2014/main" id="{A9EF98AE-F5AA-4D82-9078-34604DEF7917}"/>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960959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68375422" name="Rectangle 935271156">
            <a:extLst xmlns:a="http://schemas.openxmlformats.org/drawingml/2006/main">
              <a:ext uri="{FF2B5EF4-FFF2-40B4-BE49-F238E27FC236}">
                <a16:creationId xmlns:a16="http://schemas.microsoft.com/office/drawing/2014/main" id="{DABF6C09-AD84-430E-9CA5-4AE806A56C3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829951484" name="Rectangle 251777344">
            <a:extLst xmlns:a="http://schemas.openxmlformats.org/drawingml/2006/main">
              <a:ext uri="{FF2B5EF4-FFF2-40B4-BE49-F238E27FC236}">
                <a16:creationId xmlns:a16="http://schemas.microsoft.com/office/drawing/2014/main" id="{569C07E1-6961-472D-9BD6-FA0BF294FFA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02515300" name="Rectangle: Rounded Corners 1456392341">
            <a:extLst xmlns:a="http://schemas.openxmlformats.org/drawingml/2006/main">
              <a:ext uri="{FF2B5EF4-FFF2-40B4-BE49-F238E27FC236}">
                <a16:creationId xmlns:a16="http://schemas.microsoft.com/office/drawing/2014/main" id="{4D3AD6E2-78E6-4209-8826-49579B056C5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2812754" name="Rectangle 615225220">
            <a:extLst xmlns:a="http://schemas.openxmlformats.org/drawingml/2006/main">
              <a:ext uri="{FF2B5EF4-FFF2-40B4-BE49-F238E27FC236}">
                <a16:creationId xmlns:a16="http://schemas.microsoft.com/office/drawing/2014/main" id="{F8E175C7-C8F3-4CC7-829F-996EF398BD6B}"/>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418461111" name="Rectangle: Rounded Corners 1987074982">
            <a:extLst xmlns:a="http://schemas.openxmlformats.org/drawingml/2006/main">
              <a:ext uri="{FF2B5EF4-FFF2-40B4-BE49-F238E27FC236}">
                <a16:creationId xmlns:a16="http://schemas.microsoft.com/office/drawing/2014/main" id="{A2A8B378-C971-42C4-AA88-2D1E4824571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6244242" name="Rectangle 1286956634">
            <a:extLst xmlns:a="http://schemas.openxmlformats.org/drawingml/2006/main">
              <a:ext uri="{FF2B5EF4-FFF2-40B4-BE49-F238E27FC236}">
                <a16:creationId xmlns:a16="http://schemas.microsoft.com/office/drawing/2014/main" id="{B0113BAC-2F29-4E88-99B7-D94844C4C9C7}"/>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0750904" name="Rectangle 399762638">
            <a:extLst xmlns:a="http://schemas.openxmlformats.org/drawingml/2006/main">
              <a:ext uri="{FF2B5EF4-FFF2-40B4-BE49-F238E27FC236}">
                <a16:creationId xmlns:a16="http://schemas.microsoft.com/office/drawing/2014/main" id="{EE165482-636C-4CB7-9041-BA242FB976F1}"/>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2114031348" name="Straight Connector 1664744869">
            <a:extLst xmlns:a="http://schemas.openxmlformats.org/drawingml/2006/main">
              <a:ext uri="{FF2B5EF4-FFF2-40B4-BE49-F238E27FC236}">
                <a16:creationId xmlns:a16="http://schemas.microsoft.com/office/drawing/2014/main" id="{2194EA5F-0B58-4F6C-B53C-1CCFE4B32A8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9038588" name="Straight Connector 598323690">
            <a:extLst xmlns:a="http://schemas.openxmlformats.org/drawingml/2006/main">
              <a:ext uri="{FF2B5EF4-FFF2-40B4-BE49-F238E27FC236}">
                <a16:creationId xmlns:a16="http://schemas.microsoft.com/office/drawing/2014/main" id="{CA1B3A9A-F635-4486-868F-B117876CB95D}"/>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855031" name="Rectangle 1233632033">
            <a:extLst xmlns:a="http://schemas.openxmlformats.org/drawingml/2006/main">
              <a:ext uri="{FF2B5EF4-FFF2-40B4-BE49-F238E27FC236}">
                <a16:creationId xmlns:a16="http://schemas.microsoft.com/office/drawing/2014/main" id="{28599B59-90DB-489E-90CF-2363AF5F45C3}"/>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194418827" name="Rectangle 987778106">
            <a:extLst xmlns:a="http://schemas.openxmlformats.org/drawingml/2006/main">
              <a:ext uri="{FF2B5EF4-FFF2-40B4-BE49-F238E27FC236}">
                <a16:creationId xmlns:a16="http://schemas.microsoft.com/office/drawing/2014/main" id="{71F56553-5F6A-45E6-9D31-B49AA4415BAE}"/>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090253425" name="Rectangle 1454394643">
            <a:extLst xmlns:a="http://schemas.openxmlformats.org/drawingml/2006/main">
              <a:ext uri="{FF2B5EF4-FFF2-40B4-BE49-F238E27FC236}">
                <a16:creationId xmlns:a16="http://schemas.microsoft.com/office/drawing/2014/main" id="{2D455A78-BE1F-45CC-96E0-613300C7FBD1}"/>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431292814" name="Oval 1043049251">
            <a:extLst xmlns:a="http://schemas.openxmlformats.org/drawingml/2006/main">
              <a:ext uri="{FF2B5EF4-FFF2-40B4-BE49-F238E27FC236}">
                <a16:creationId xmlns:a16="http://schemas.microsoft.com/office/drawing/2014/main" id="{39183507-E909-43FF-8343-5D9102A94E96}"/>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8352534" name="Oval 103022139">
            <a:extLst xmlns:a="http://schemas.openxmlformats.org/drawingml/2006/main">
              <a:ext uri="{FF2B5EF4-FFF2-40B4-BE49-F238E27FC236}">
                <a16:creationId xmlns:a16="http://schemas.microsoft.com/office/drawing/2014/main" id="{91AB9333-3DD5-4EEC-B129-8A1CB8955130}"/>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721499" name="Rectangle 1601714725">
            <a:extLst xmlns:a="http://schemas.openxmlformats.org/drawingml/2006/main">
              <a:ext uri="{FF2B5EF4-FFF2-40B4-BE49-F238E27FC236}">
                <a16:creationId xmlns:a16="http://schemas.microsoft.com/office/drawing/2014/main" id="{B6831C3E-94E1-4A05-BC6A-EC6124C546ED}"/>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538463542" name="Rectangle 1242132362">
            <a:extLst xmlns:a="http://schemas.openxmlformats.org/drawingml/2006/main">
              <a:ext uri="{FF2B5EF4-FFF2-40B4-BE49-F238E27FC236}">
                <a16:creationId xmlns:a16="http://schemas.microsoft.com/office/drawing/2014/main" id="{3981DDA1-3562-4787-8019-F8C1DFA40F29}"/>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822055899" name="Rectangle 2132047703">
            <a:extLst xmlns:a="http://schemas.openxmlformats.org/drawingml/2006/main">
              <a:ext uri="{FF2B5EF4-FFF2-40B4-BE49-F238E27FC236}">
                <a16:creationId xmlns:a16="http://schemas.microsoft.com/office/drawing/2014/main" id="{176A21CF-216B-4EE2-9C02-13B510918CD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91121409" name="Rectangle 1495975732">
            <a:extLst xmlns:a="http://schemas.openxmlformats.org/drawingml/2006/main">
              <a:ext uri="{FF2B5EF4-FFF2-40B4-BE49-F238E27FC236}">
                <a16:creationId xmlns:a16="http://schemas.microsoft.com/office/drawing/2014/main" id="{3298DEE6-B5C0-468E-B910-655A9094977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15</a:t>
            </a:r>
          </a:p>
        </p:txBody>
      </p:sp>
      <p:pic>
        <p:nvPicPr>
          <p:cNvPr id="2114031369"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cd47528f138c45c8"/>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14031370"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40229cbdce3645d3">
            <a:extLst>
              <a:ext uri="{96DAC541-7B7A-43D3-8B79-37D633B846F1}">
                <asvg:svgBlip xmlns:asvg="http://schemas.microsoft.com/office/drawing/2016/SVG/main" r:embed="R9ea1076b92ae418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0567688"/>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412873" name="Rectangle 549712311">
            <a:extLst xmlns:a="http://schemas.openxmlformats.org/drawingml/2006/main">
              <a:ext uri="{FF2B5EF4-FFF2-40B4-BE49-F238E27FC236}">
                <a16:creationId xmlns:a16="http://schemas.microsoft.com/office/drawing/2014/main" id="{53403CB1-4635-4B5B-9952-CA6C457224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393204609" name="Rectangle 504424573">
            <a:extLst xmlns:a="http://schemas.openxmlformats.org/drawingml/2006/main">
              <a:ext uri="{FF2B5EF4-FFF2-40B4-BE49-F238E27FC236}">
                <a16:creationId xmlns:a16="http://schemas.microsoft.com/office/drawing/2014/main" id="{7781B7FF-20C2-4F51-8362-F350B6882B5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995856468" name="Rectangle: Rounded Corners 8473207">
            <a:extLst xmlns:a="http://schemas.openxmlformats.org/drawingml/2006/main">
              <a:ext uri="{FF2B5EF4-FFF2-40B4-BE49-F238E27FC236}">
                <a16:creationId xmlns:a16="http://schemas.microsoft.com/office/drawing/2014/main" id="{053F3E0D-DCA7-4DBC-9BED-298FBFD89EEA}"/>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92200" name="Oval 1713827263">
            <a:extLst xmlns:a="http://schemas.openxmlformats.org/drawingml/2006/main">
              <a:ext uri="{FF2B5EF4-FFF2-40B4-BE49-F238E27FC236}">
                <a16:creationId xmlns:a16="http://schemas.microsoft.com/office/drawing/2014/main" id="{91771BBD-795E-4FCD-AD99-07A1249B5A33}"/>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217616" name="Oval 324013536">
            <a:extLst xmlns:a="http://schemas.openxmlformats.org/drawingml/2006/main">
              <a:ext uri="{FF2B5EF4-FFF2-40B4-BE49-F238E27FC236}">
                <a16:creationId xmlns:a16="http://schemas.microsoft.com/office/drawing/2014/main" id="{4310B974-FB1C-4B66-B12C-8C42F11C0426}"/>
              </a:ext>
            </a:extLst>
          </p:cNvPr>
          <p:cNvSpPr>
            <a:spLocks xmlns:a="http://schemas.openxmlformats.org/drawingml/2006/main" noGrp="1"/>
          </p:cNvSpPr>
          <p:nvPr/>
        </p:nvSpPr>
        <p:spPr>
          <a:xfrm xmlns:a="http://schemas.openxmlformats.org/drawingml/2006/main">
            <a:off x="1962149" y="3414712"/>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6320033" name="Oval 1149235491">
            <a:extLst xmlns:a="http://schemas.openxmlformats.org/drawingml/2006/main">
              <a:ext uri="{FF2B5EF4-FFF2-40B4-BE49-F238E27FC236}">
                <a16:creationId xmlns:a16="http://schemas.microsoft.com/office/drawing/2014/main" id="{692CA368-41D7-454C-BA98-1D87FF84830D}"/>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6056936" name="Oval 1750953689">
            <a:extLst xmlns:a="http://schemas.openxmlformats.org/drawingml/2006/main">
              <a:ext uri="{FF2B5EF4-FFF2-40B4-BE49-F238E27FC236}">
                <a16:creationId xmlns:a16="http://schemas.microsoft.com/office/drawing/2014/main" id="{A29FC6D9-79D2-497F-9BD7-DE23F74BF43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3821574" name="Oval 1513393046">
            <a:extLst xmlns:a="http://schemas.openxmlformats.org/drawingml/2006/main">
              <a:ext uri="{FF2B5EF4-FFF2-40B4-BE49-F238E27FC236}">
                <a16:creationId xmlns:a16="http://schemas.microsoft.com/office/drawing/2014/main" id="{18DA2B70-F93E-489D-9B34-871FFAD64843}"/>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553871" name="Oval 496081326">
            <a:extLst xmlns:a="http://schemas.openxmlformats.org/drawingml/2006/main">
              <a:ext uri="{FF2B5EF4-FFF2-40B4-BE49-F238E27FC236}">
                <a16:creationId xmlns:a16="http://schemas.microsoft.com/office/drawing/2014/main" id="{D43046FB-E9E2-4882-89AD-451A61DBA2A7}"/>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36578" name="Oval 953579843">
            <a:extLst xmlns:a="http://schemas.openxmlformats.org/drawingml/2006/main">
              <a:ext uri="{FF2B5EF4-FFF2-40B4-BE49-F238E27FC236}">
                <a16:creationId xmlns:a16="http://schemas.microsoft.com/office/drawing/2014/main" id="{12C87E17-B369-4B79-9416-EDC260356774}"/>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9709858" name="Oval 268581152">
            <a:extLst xmlns:a="http://schemas.openxmlformats.org/drawingml/2006/main">
              <a:ext uri="{FF2B5EF4-FFF2-40B4-BE49-F238E27FC236}">
                <a16:creationId xmlns:a16="http://schemas.microsoft.com/office/drawing/2014/main" id="{A8FFCC57-E394-4B41-9813-9750F4753896}"/>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929658" name="Oval 1782461718">
            <a:extLst xmlns:a="http://schemas.openxmlformats.org/drawingml/2006/main">
              <a:ext uri="{FF2B5EF4-FFF2-40B4-BE49-F238E27FC236}">
                <a16:creationId xmlns:a16="http://schemas.microsoft.com/office/drawing/2014/main" id="{FE7E205A-ED0A-435B-B8C7-F1006CA821BE}"/>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8824702" name="Oval 1638488983">
            <a:extLst xmlns:a="http://schemas.openxmlformats.org/drawingml/2006/main">
              <a:ext uri="{FF2B5EF4-FFF2-40B4-BE49-F238E27FC236}">
                <a16:creationId xmlns:a16="http://schemas.microsoft.com/office/drawing/2014/main" id="{7612550E-1268-4C4C-8D62-C751F557D75E}"/>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353273" name="Oval 1018913497">
            <a:extLst xmlns:a="http://schemas.openxmlformats.org/drawingml/2006/main">
              <a:ext uri="{FF2B5EF4-FFF2-40B4-BE49-F238E27FC236}">
                <a16:creationId xmlns:a16="http://schemas.microsoft.com/office/drawing/2014/main" id="{1BE6650B-60E5-4AC7-8A99-1782BB06E4F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714975" name="Oval 1292287629">
            <a:extLst xmlns:a="http://schemas.openxmlformats.org/drawingml/2006/main">
              <a:ext uri="{FF2B5EF4-FFF2-40B4-BE49-F238E27FC236}">
                <a16:creationId xmlns:a16="http://schemas.microsoft.com/office/drawing/2014/main" id="{9E86CC11-93BD-4F75-B8C0-049BCA84755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342218" name="Oval 1410545746">
            <a:extLst xmlns:a="http://schemas.openxmlformats.org/drawingml/2006/main">
              <a:ext uri="{FF2B5EF4-FFF2-40B4-BE49-F238E27FC236}">
                <a16:creationId xmlns:a16="http://schemas.microsoft.com/office/drawing/2014/main" id="{1F88C9C7-E010-46BA-9D0C-67823B82EBE1}"/>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413175" name="Oval 1923839338">
            <a:extLst xmlns:a="http://schemas.openxmlformats.org/drawingml/2006/main">
              <a:ext uri="{FF2B5EF4-FFF2-40B4-BE49-F238E27FC236}">
                <a16:creationId xmlns:a16="http://schemas.microsoft.com/office/drawing/2014/main" id="{732F1CBE-0DA9-4EE0-B19A-B322294FC037}"/>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28613" name="Oval 452248781">
            <a:extLst xmlns:a="http://schemas.openxmlformats.org/drawingml/2006/main">
              <a:ext uri="{FF2B5EF4-FFF2-40B4-BE49-F238E27FC236}">
                <a16:creationId xmlns:a16="http://schemas.microsoft.com/office/drawing/2014/main" id="{D064F571-570F-4C59-AF10-A917D61FE790}"/>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7149267" name="Rectangle 2036757279">
            <a:extLst xmlns:a="http://schemas.openxmlformats.org/drawingml/2006/main">
              <a:ext uri="{FF2B5EF4-FFF2-40B4-BE49-F238E27FC236}">
                <a16:creationId xmlns:a16="http://schemas.microsoft.com/office/drawing/2014/main" id="{BA55B38F-0CCF-4AE5-B2F4-A281180573E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835626321" name="Rectangle 899691756">
            <a:extLst xmlns:a="http://schemas.openxmlformats.org/drawingml/2006/main">
              <a:ext uri="{FF2B5EF4-FFF2-40B4-BE49-F238E27FC236}">
                <a16:creationId xmlns:a16="http://schemas.microsoft.com/office/drawing/2014/main" id="{32B91740-85B7-4738-871C-1423ACD30579}"/>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448984847" name="Rectangle 1393267236">
            <a:extLst xmlns:a="http://schemas.openxmlformats.org/drawingml/2006/main">
              <a:ext uri="{FF2B5EF4-FFF2-40B4-BE49-F238E27FC236}">
                <a16:creationId xmlns:a16="http://schemas.microsoft.com/office/drawing/2014/main" id="{AA8A8823-85D6-4CF9-949E-148D68C58D30}"/>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81417296" name="Rectangle 1802476533">
            <a:extLst xmlns:a="http://schemas.openxmlformats.org/drawingml/2006/main">
              <a:ext uri="{FF2B5EF4-FFF2-40B4-BE49-F238E27FC236}">
                <a16:creationId xmlns:a16="http://schemas.microsoft.com/office/drawing/2014/main" id="{4D31064B-57DD-45EA-B936-D0C7E7875E6F}"/>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784275966" name="Rectangle 1736954645">
            <a:extLst xmlns:a="http://schemas.openxmlformats.org/drawingml/2006/main">
              <a:ext uri="{FF2B5EF4-FFF2-40B4-BE49-F238E27FC236}">
                <a16:creationId xmlns:a16="http://schemas.microsoft.com/office/drawing/2014/main" id="{BC2B0333-C216-43D6-9D17-8AE9EA4673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16</a:t>
            </a:r>
          </a:p>
        </p:txBody>
      </p:sp>
      <p:cxnSp>
        <p:nvCxnSpPr>
          <p:cNvPr id="2093682360" name="Straight Arrow Connector 2036758667"/>
          <p:cNvCxnSpPr>
            <a:stCxn xmlns:a="http://schemas.openxmlformats.org/drawingml/2006/main" id="508692200" idx="6"/>
            <a:endCxn xmlns:a="http://schemas.openxmlformats.org/drawingml/2006/main" id="816056936"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1" name="Straight Arrow Connector 2036758668"/>
          <p:cNvCxnSpPr>
            <a:stCxn xmlns:a="http://schemas.openxmlformats.org/drawingml/2006/main" id="508692200" idx="6"/>
            <a:endCxn xmlns:a="http://schemas.openxmlformats.org/drawingml/2006/main" id="563821574"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2" name="Straight Arrow Connector 2036758669"/>
          <p:cNvCxnSpPr>
            <a:stCxn xmlns:a="http://schemas.openxmlformats.org/drawingml/2006/main" id="508692200" idx="6"/>
            <a:endCxn xmlns:a="http://schemas.openxmlformats.org/drawingml/2006/main" id="337553871"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3" name="Straight Arrow Connector 2036758670"/>
          <p:cNvCxnSpPr>
            <a:stCxn xmlns:a="http://schemas.openxmlformats.org/drawingml/2006/main" id="508692200" idx="6"/>
            <a:endCxn xmlns:a="http://schemas.openxmlformats.org/drawingml/2006/main" id="546336578"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4" name="Straight Arrow Connector 2036758671"/>
          <p:cNvCxnSpPr>
            <a:stCxn xmlns:a="http://schemas.openxmlformats.org/drawingml/2006/main" id="508692200" idx="6"/>
            <a:endCxn xmlns:a="http://schemas.openxmlformats.org/drawingml/2006/main" id="1929709858"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5" name="Straight Arrow Connector 2036758672"/>
          <p:cNvCxnSpPr>
            <a:stCxn xmlns:a="http://schemas.openxmlformats.org/drawingml/2006/main" id="2032217616" idx="6"/>
            <a:endCxn xmlns:a="http://schemas.openxmlformats.org/drawingml/2006/main" id="816056936"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6" name="Straight Arrow Connector 2036758673"/>
          <p:cNvCxnSpPr>
            <a:stCxn xmlns:a="http://schemas.openxmlformats.org/drawingml/2006/main" id="2032217616" idx="6"/>
            <a:endCxn xmlns:a="http://schemas.openxmlformats.org/drawingml/2006/main" id="563821574"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7" name="Straight Arrow Connector 2036758674"/>
          <p:cNvCxnSpPr>
            <a:stCxn xmlns:a="http://schemas.openxmlformats.org/drawingml/2006/main" id="2032217616" idx="6"/>
            <a:endCxn xmlns:a="http://schemas.openxmlformats.org/drawingml/2006/main" id="337553871" idx="2"/>
          </p:cNvCxnSpPr>
          <p:nvPr/>
        </p:nvCxnSpPr>
        <p:spPr>
          <a:xfrm xmlns:a="http://schemas.openxmlformats.org/drawingml/2006/main" rot="0" flipH="0" flipV="0">
            <a:off x="2419349" y="3643312"/>
            <a:ext cx="1924049" cy="238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8" name="Straight Arrow Connector 2036758675"/>
          <p:cNvCxnSpPr>
            <a:stCxn xmlns:a="http://schemas.openxmlformats.org/drawingml/2006/main" id="2032217616" idx="6"/>
            <a:endCxn xmlns:a="http://schemas.openxmlformats.org/drawingml/2006/main" id="546336578" idx="2"/>
          </p:cNvCxnSpPr>
          <p:nvPr/>
        </p:nvCxnSpPr>
        <p:spPr>
          <a:xfrm xmlns:a="http://schemas.openxmlformats.org/drawingml/2006/main" rot="0" flipH="0" flipV="0">
            <a:off x="2419349" y="3643312"/>
            <a:ext cx="1924049" cy="6429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69" name="Straight Arrow Connector 2036758676"/>
          <p:cNvCxnSpPr>
            <a:stCxn xmlns:a="http://schemas.openxmlformats.org/drawingml/2006/main" id="2032217616" idx="6"/>
            <a:endCxn xmlns:a="http://schemas.openxmlformats.org/drawingml/2006/main" id="1929709858"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0" name="Straight Arrow Connector 2036758677"/>
          <p:cNvCxnSpPr>
            <a:stCxn xmlns:a="http://schemas.openxmlformats.org/drawingml/2006/main" id="726320033" idx="6"/>
            <a:endCxn xmlns:a="http://schemas.openxmlformats.org/drawingml/2006/main" id="816056936"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1" name="Straight Arrow Connector 2036758678"/>
          <p:cNvCxnSpPr>
            <a:stCxn xmlns:a="http://schemas.openxmlformats.org/drawingml/2006/main" id="726320033" idx="6"/>
            <a:endCxn xmlns:a="http://schemas.openxmlformats.org/drawingml/2006/main" id="563821574"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2"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3" name="Straight Arrow Connector 2036758680"/>
          <p:cNvCxnSpPr>
            <a:stCxn xmlns:a="http://schemas.openxmlformats.org/drawingml/2006/main" id="726320033" idx="6"/>
            <a:endCxn xmlns:a="http://schemas.openxmlformats.org/drawingml/2006/main" id="546336578"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4" name="Straight Arrow Connector 2036758681"/>
          <p:cNvCxnSpPr>
            <a:stCxn xmlns:a="http://schemas.openxmlformats.org/drawingml/2006/main" id="726320033" idx="6"/>
            <a:endCxn xmlns:a="http://schemas.openxmlformats.org/drawingml/2006/main" id="1929709858"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5" name="Straight Arrow Connector 2036758682"/>
          <p:cNvCxnSpPr>
            <a:stCxn xmlns:a="http://schemas.openxmlformats.org/drawingml/2006/main" id="816056936" idx="6"/>
            <a:endCxn xmlns:a="http://schemas.openxmlformats.org/drawingml/2006/main" id="1363929658"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6" name="Straight Arrow Connector 2036758683"/>
          <p:cNvCxnSpPr>
            <a:stCxn xmlns:a="http://schemas.openxmlformats.org/drawingml/2006/main" id="816056936" idx="6"/>
            <a:endCxn xmlns:a="http://schemas.openxmlformats.org/drawingml/2006/main" id="1788824702"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7" name="Straight Arrow Connector 2036758684"/>
          <p:cNvCxnSpPr>
            <a:stCxn xmlns:a="http://schemas.openxmlformats.org/drawingml/2006/main" id="816056936" idx="6"/>
            <a:endCxn xmlns:a="http://schemas.openxmlformats.org/drawingml/2006/main" id="200935327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8" name="Straight Arrow Connector 2036758685"/>
          <p:cNvCxnSpPr>
            <a:stCxn xmlns:a="http://schemas.openxmlformats.org/drawingml/2006/main" id="816056936" idx="6"/>
            <a:endCxn xmlns:a="http://schemas.openxmlformats.org/drawingml/2006/main" id="34171497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79" name="Straight Arrow Connector 2036758686"/>
          <p:cNvCxnSpPr>
            <a:stCxn xmlns:a="http://schemas.openxmlformats.org/drawingml/2006/main" id="816056936" idx="6"/>
            <a:endCxn xmlns:a="http://schemas.openxmlformats.org/drawingml/2006/main" id="1978342218"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0" name="Straight Arrow Connector 2036758687"/>
          <p:cNvCxnSpPr>
            <a:stCxn xmlns:a="http://schemas.openxmlformats.org/drawingml/2006/main" id="563821574" idx="6"/>
            <a:endCxn xmlns:a="http://schemas.openxmlformats.org/drawingml/2006/main" id="1363929658"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1" name="Straight Arrow Connector 2036758688"/>
          <p:cNvCxnSpPr>
            <a:stCxn xmlns:a="http://schemas.openxmlformats.org/drawingml/2006/main" id="563821574" idx="6"/>
            <a:endCxn xmlns:a="http://schemas.openxmlformats.org/drawingml/2006/main" id="1788824702"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2" name="Straight Arrow Connector 2036758689"/>
          <p:cNvCxnSpPr>
            <a:stCxn xmlns:a="http://schemas.openxmlformats.org/drawingml/2006/main" id="563821574" idx="6"/>
            <a:endCxn xmlns:a="http://schemas.openxmlformats.org/drawingml/2006/main" id="200935327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3" name="Straight Arrow Connector 2036758690"/>
          <p:cNvCxnSpPr>
            <a:stCxn xmlns:a="http://schemas.openxmlformats.org/drawingml/2006/main" id="563821574" idx="6"/>
            <a:endCxn xmlns:a="http://schemas.openxmlformats.org/drawingml/2006/main" id="34171497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4" name="Straight Arrow Connector 2036758691"/>
          <p:cNvCxnSpPr>
            <a:stCxn xmlns:a="http://schemas.openxmlformats.org/drawingml/2006/main" id="563821574" idx="6"/>
            <a:endCxn xmlns:a="http://schemas.openxmlformats.org/drawingml/2006/main" id="1978342218"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5" name="Straight Arrow Connector 2036758692"/>
          <p:cNvCxnSpPr>
            <a:stCxn xmlns:a="http://schemas.openxmlformats.org/drawingml/2006/main" id="337553871" idx="6"/>
            <a:endCxn xmlns:a="http://schemas.openxmlformats.org/drawingml/2006/main" id="1363929658"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6" name="Straight Arrow Connector 2036758693"/>
          <p:cNvCxnSpPr>
            <a:stCxn xmlns:a="http://schemas.openxmlformats.org/drawingml/2006/main" id="337553871" idx="6"/>
            <a:endCxn xmlns:a="http://schemas.openxmlformats.org/drawingml/2006/main" id="1788824702"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7" name="Straight Arrow Connector 2036758694"/>
          <p:cNvCxnSpPr>
            <a:stCxn xmlns:a="http://schemas.openxmlformats.org/drawingml/2006/main" id="337553871" idx="6"/>
            <a:endCxn xmlns:a="http://schemas.openxmlformats.org/drawingml/2006/main" id="200935327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8" name="Straight Arrow Connector 2036758695"/>
          <p:cNvCxnSpPr>
            <a:stCxn xmlns:a="http://schemas.openxmlformats.org/drawingml/2006/main" id="337553871" idx="6"/>
            <a:endCxn xmlns:a="http://schemas.openxmlformats.org/drawingml/2006/main" id="34171497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89" name="Straight Arrow Connector 2036758696"/>
          <p:cNvCxnSpPr>
            <a:stCxn xmlns:a="http://schemas.openxmlformats.org/drawingml/2006/main" id="337553871" idx="6"/>
            <a:endCxn xmlns:a="http://schemas.openxmlformats.org/drawingml/2006/main" id="1978342218"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0" name="Straight Arrow Connector 2036758697"/>
          <p:cNvCxnSpPr>
            <a:stCxn xmlns:a="http://schemas.openxmlformats.org/drawingml/2006/main" id="546336578" idx="6"/>
            <a:endCxn xmlns:a="http://schemas.openxmlformats.org/drawingml/2006/main" id="1363929658"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1" name="Straight Arrow Connector 2036758698"/>
          <p:cNvCxnSpPr>
            <a:stCxn xmlns:a="http://schemas.openxmlformats.org/drawingml/2006/main" id="546336578" idx="6"/>
            <a:endCxn xmlns:a="http://schemas.openxmlformats.org/drawingml/2006/main" id="1788824702"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2" name="Straight Arrow Connector 2036758699"/>
          <p:cNvCxnSpPr>
            <a:stCxn xmlns:a="http://schemas.openxmlformats.org/drawingml/2006/main" id="546336578" idx="6"/>
            <a:endCxn xmlns:a="http://schemas.openxmlformats.org/drawingml/2006/main" id="200935327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3" name="Straight Arrow Connector 2036758700"/>
          <p:cNvCxnSpPr>
            <a:stCxn xmlns:a="http://schemas.openxmlformats.org/drawingml/2006/main" id="546336578" idx="6"/>
            <a:endCxn xmlns:a="http://schemas.openxmlformats.org/drawingml/2006/main" id="34171497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4" name="Straight Arrow Connector 2036758701"/>
          <p:cNvCxnSpPr>
            <a:stCxn xmlns:a="http://schemas.openxmlformats.org/drawingml/2006/main" id="546336578" idx="6"/>
            <a:endCxn xmlns:a="http://schemas.openxmlformats.org/drawingml/2006/main" id="1978342218"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5" name="Straight Arrow Connector 2036758702"/>
          <p:cNvCxnSpPr>
            <a:stCxn xmlns:a="http://schemas.openxmlformats.org/drawingml/2006/main" id="1929709858" idx="6"/>
            <a:endCxn xmlns:a="http://schemas.openxmlformats.org/drawingml/2006/main" id="1363929658"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6" name="Straight Arrow Connector 2036758703"/>
          <p:cNvCxnSpPr>
            <a:stCxn xmlns:a="http://schemas.openxmlformats.org/drawingml/2006/main" id="1929709858" idx="6"/>
            <a:endCxn xmlns:a="http://schemas.openxmlformats.org/drawingml/2006/main" id="1788824702"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7" name="Straight Arrow Connector 2036758704"/>
          <p:cNvCxnSpPr>
            <a:stCxn xmlns:a="http://schemas.openxmlformats.org/drawingml/2006/main" id="1929709858" idx="6"/>
            <a:endCxn xmlns:a="http://schemas.openxmlformats.org/drawingml/2006/main" id="200935327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8" name="Straight Arrow Connector 2036758705"/>
          <p:cNvCxnSpPr>
            <a:stCxn xmlns:a="http://schemas.openxmlformats.org/drawingml/2006/main" id="1929709858" idx="6"/>
            <a:endCxn xmlns:a="http://schemas.openxmlformats.org/drawingml/2006/main" id="34171497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399" name="Straight Arrow Connector 2036758706"/>
          <p:cNvCxnSpPr>
            <a:stCxn xmlns:a="http://schemas.openxmlformats.org/drawingml/2006/main" id="1929709858" idx="6"/>
            <a:endCxn xmlns:a="http://schemas.openxmlformats.org/drawingml/2006/main" id="1978342218"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0" name="Straight Arrow Connector 2036758707"/>
          <p:cNvCxnSpPr>
            <a:stCxn xmlns:a="http://schemas.openxmlformats.org/drawingml/2006/main" id="1363929658" idx="6"/>
            <a:endCxn xmlns:a="http://schemas.openxmlformats.org/drawingml/2006/main" id="914413175"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1" name="Straight Arrow Connector 2036758708"/>
          <p:cNvCxnSpPr>
            <a:stCxn xmlns:a="http://schemas.openxmlformats.org/drawingml/2006/main" id="1363929658" idx="6"/>
            <a:endCxn xmlns:a="http://schemas.openxmlformats.org/drawingml/2006/main" id="1378228613"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2" name="Straight Arrow Connector 2036758709"/>
          <p:cNvCxnSpPr>
            <a:stCxn xmlns:a="http://schemas.openxmlformats.org/drawingml/2006/main" id="1788824702" idx="6"/>
            <a:endCxn xmlns:a="http://schemas.openxmlformats.org/drawingml/2006/main" id="914413175"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3" name="Straight Arrow Connector 2036758710"/>
          <p:cNvCxnSpPr>
            <a:stCxn xmlns:a="http://schemas.openxmlformats.org/drawingml/2006/main" id="1788824702" idx="6"/>
            <a:endCxn xmlns:a="http://schemas.openxmlformats.org/drawingml/2006/main" id="1378228613"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4" name="Straight Arrow Connector 2036758711"/>
          <p:cNvCxnSpPr>
            <a:stCxn xmlns:a="http://schemas.openxmlformats.org/drawingml/2006/main" id="2009353273" idx="6"/>
            <a:endCxn xmlns:a="http://schemas.openxmlformats.org/drawingml/2006/main" id="914413175"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5" name="Straight Arrow Connector 2036758712"/>
          <p:cNvCxnSpPr>
            <a:stCxn xmlns:a="http://schemas.openxmlformats.org/drawingml/2006/main" id="2009353273" idx="6"/>
            <a:endCxn xmlns:a="http://schemas.openxmlformats.org/drawingml/2006/main" id="1378228613"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6" name="Straight Arrow Connector 2036758713"/>
          <p:cNvCxnSpPr>
            <a:stCxn xmlns:a="http://schemas.openxmlformats.org/drawingml/2006/main" id="341714975" idx="6"/>
            <a:endCxn xmlns:a="http://schemas.openxmlformats.org/drawingml/2006/main" id="914413175"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7" name="Straight Arrow Connector 2036758714"/>
          <p:cNvCxnSpPr>
            <a:stCxn xmlns:a="http://schemas.openxmlformats.org/drawingml/2006/main" id="341714975" idx="6"/>
            <a:endCxn xmlns:a="http://schemas.openxmlformats.org/drawingml/2006/main" id="1378228613"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8" name="Straight Arrow Connector 2036758715"/>
          <p:cNvCxnSpPr>
            <a:stCxn xmlns:a="http://schemas.openxmlformats.org/drawingml/2006/main" id="1978342218" idx="6"/>
            <a:endCxn xmlns:a="http://schemas.openxmlformats.org/drawingml/2006/main" id="914413175"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93682409" name="Straight Arrow Connector 2036758716"/>
          <p:cNvCxnSpPr>
            <a:stCxn xmlns:a="http://schemas.openxmlformats.org/drawingml/2006/main" id="1978342218" idx="6"/>
            <a:endCxn xmlns:a="http://schemas.openxmlformats.org/drawingml/2006/main" id="1378228613"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534563264"/>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6265491" name="">
            <a:extLst xmlns:a="http://schemas.openxmlformats.org/drawingml/2006/main">
              <a:ext uri="{FF2B5EF4-FFF2-40B4-BE49-F238E27FC236}">
                <a16:creationId xmlns:a16="http://schemas.microsoft.com/office/drawing/2014/main" id="{0E33B495-C4C1-494B-BE77-C6E5D5C671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48100061" name="">
            <a:extLst xmlns:a="http://schemas.openxmlformats.org/drawingml/2006/main">
              <a:ext uri="{FF2B5EF4-FFF2-40B4-BE49-F238E27FC236}">
                <a16:creationId xmlns:a16="http://schemas.microsoft.com/office/drawing/2014/main" id="{475FF3DB-893F-408D-B537-3B6F8A79368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653653129" name="">
            <a:extLst xmlns:a="http://schemas.openxmlformats.org/drawingml/2006/main">
              <a:ext uri="{FF2B5EF4-FFF2-40B4-BE49-F238E27FC236}">
                <a16:creationId xmlns:a16="http://schemas.microsoft.com/office/drawing/2014/main" id="{827615E0-C1C6-4621-B092-71D564D511D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639306344" name="">
            <a:extLst xmlns:a="http://schemas.openxmlformats.org/drawingml/2006/main">
              <a:ext uri="{FF2B5EF4-FFF2-40B4-BE49-F238E27FC236}">
                <a16:creationId xmlns:a16="http://schemas.microsoft.com/office/drawing/2014/main" id="{FD419622-4CB2-4114-B24F-2A8DA10A188E}"/>
              </a:ext>
            </a:extLst>
          </p:cNvPr>
          <p:cNvSpPr>
            <a:spLocks xmlns:a="http://schemas.openxmlformats.org/drawingml/2006/main" noGrp="1"/>
          </p:cNvSpPr>
          <p:nvPr/>
        </p:nvSpPr>
        <p:spPr>
          <a:xfrm xmlns:a="http://schemas.openxmlformats.org/drawingml/2006/main">
            <a:off x="2543175"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103036685" name="">
            <a:extLst xmlns:a="http://schemas.openxmlformats.org/drawingml/2006/main">
              <a:ext uri="{FF2B5EF4-FFF2-40B4-BE49-F238E27FC236}">
                <a16:creationId xmlns:a16="http://schemas.microsoft.com/office/drawing/2014/main" id="{C4A088D6-4889-4E40-B4BB-F4C72AE44D4F}"/>
              </a:ext>
            </a:extLst>
          </p:cNvPr>
          <p:cNvSpPr>
            <a:spLocks xmlns:a="http://schemas.openxmlformats.org/drawingml/2006/main" noGrp="1"/>
          </p:cNvSpPr>
          <p:nvPr/>
        </p:nvSpPr>
        <p:spPr>
          <a:xfrm xmlns:a="http://schemas.openxmlformats.org/drawingml/2006/main">
            <a:off x="4972050"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336227438" name="">
            <a:extLst xmlns:a="http://schemas.openxmlformats.org/drawingml/2006/main">
              <a:ext uri="{FF2B5EF4-FFF2-40B4-BE49-F238E27FC236}">
                <a16:creationId xmlns:a16="http://schemas.microsoft.com/office/drawing/2014/main" id="{09BE5571-A5F4-49C9-9439-748A5F4147BD}"/>
              </a:ext>
            </a:extLst>
          </p:cNvPr>
          <p:cNvSpPr>
            <a:spLocks xmlns:a="http://schemas.openxmlformats.org/drawingml/2006/main" noGrp="1"/>
          </p:cNvSpPr>
          <p:nvPr/>
        </p:nvSpPr>
        <p:spPr>
          <a:xfrm xmlns:a="http://schemas.openxmlformats.org/drawingml/2006/main">
            <a:off x="7258050"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w₃</a:t>
            </a:r>
          </a:p>
        </p:txBody>
      </p:sp>
      <p:sp>
        <p:nvSpPr>
          <p:cNvPr id="525211358" name="">
            <a:extLst xmlns:a="http://schemas.openxmlformats.org/drawingml/2006/main">
              <a:ext uri="{FF2B5EF4-FFF2-40B4-BE49-F238E27FC236}">
                <a16:creationId xmlns:a16="http://schemas.microsoft.com/office/drawing/2014/main" id="{881044C8-E51A-416B-96E3-89BEBAAFD966}"/>
              </a:ext>
            </a:extLst>
          </p:cNvPr>
          <p:cNvSpPr>
            <a:spLocks xmlns:a="http://schemas.openxmlformats.org/drawingml/2006/main" noGrp="1"/>
          </p:cNvSpPr>
          <p:nvPr/>
        </p:nvSpPr>
        <p:spPr>
          <a:xfrm xmlns:a="http://schemas.openxmlformats.org/drawingml/2006/main">
            <a:off x="1400175" y="2876550"/>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066169886" name="">
            <a:extLst xmlns:a="http://schemas.openxmlformats.org/drawingml/2006/main">
              <a:ext uri="{FF2B5EF4-FFF2-40B4-BE49-F238E27FC236}">
                <a16:creationId xmlns:a16="http://schemas.microsoft.com/office/drawing/2014/main" id="{7AC63CD8-34F8-41F1-8379-FC241ADF8787}"/>
              </a:ext>
            </a:extLst>
          </p:cNvPr>
          <p:cNvSpPr>
            <a:spLocks xmlns:a="http://schemas.openxmlformats.org/drawingml/2006/main" noGrp="1"/>
          </p:cNvSpPr>
          <p:nvPr/>
        </p:nvSpPr>
        <p:spPr>
          <a:xfrm xmlns:a="http://schemas.openxmlformats.org/drawingml/2006/main">
            <a:off x="3829050" y="2876550"/>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80327209" name="">
            <a:extLst xmlns:a="http://schemas.openxmlformats.org/drawingml/2006/main">
              <a:ext uri="{FF2B5EF4-FFF2-40B4-BE49-F238E27FC236}">
                <a16:creationId xmlns:a16="http://schemas.microsoft.com/office/drawing/2014/main" id="{A421D78E-83AE-4829-A6D4-5851E35ADDC6}"/>
              </a:ext>
            </a:extLst>
          </p:cNvPr>
          <p:cNvSpPr>
            <a:spLocks xmlns:a="http://schemas.openxmlformats.org/drawingml/2006/main" noGrp="1"/>
          </p:cNvSpPr>
          <p:nvPr/>
        </p:nvSpPr>
        <p:spPr>
          <a:xfrm xmlns:a="http://schemas.openxmlformats.org/drawingml/2006/main">
            <a:off x="6115050" y="2876550"/>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180068612" name="">
            <a:extLst xmlns:a="http://schemas.openxmlformats.org/drawingml/2006/main">
              <a:ext uri="{FF2B5EF4-FFF2-40B4-BE49-F238E27FC236}">
                <a16:creationId xmlns:a16="http://schemas.microsoft.com/office/drawing/2014/main" id="{4E5CAC3D-C0EA-4804-89F1-56A568CAAF76}"/>
              </a:ext>
            </a:extLst>
          </p:cNvPr>
          <p:cNvSpPr>
            <a:spLocks xmlns:a="http://schemas.openxmlformats.org/drawingml/2006/main" noGrp="1"/>
          </p:cNvSpPr>
          <p:nvPr/>
        </p:nvSpPr>
        <p:spPr>
          <a:xfrm xmlns:a="http://schemas.openxmlformats.org/drawingml/2006/main">
            <a:off x="9115425"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161359946" name="">
            <a:extLst xmlns:a="http://schemas.openxmlformats.org/drawingml/2006/main">
              <a:ext uri="{FF2B5EF4-FFF2-40B4-BE49-F238E27FC236}">
                <a16:creationId xmlns:a16="http://schemas.microsoft.com/office/drawing/2014/main" id="{6455116A-3C4F-4E3C-9DE7-B496B90623E4}"/>
              </a:ext>
            </a:extLst>
          </p:cNvPr>
          <p:cNvSpPr>
            <a:spLocks xmlns:a="http://schemas.openxmlformats.org/drawingml/2006/main" noGrp="1"/>
          </p:cNvSpPr>
          <p:nvPr/>
        </p:nvSpPr>
        <p:spPr>
          <a:xfrm xmlns:a="http://schemas.openxmlformats.org/drawingml/2006/main">
            <a:off x="1143000"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110198326" name="">
            <a:extLst xmlns:a="http://schemas.openxmlformats.org/drawingml/2006/main">
              <a:ext uri="{FF2B5EF4-FFF2-40B4-BE49-F238E27FC236}">
                <a16:creationId xmlns:a16="http://schemas.microsoft.com/office/drawing/2014/main" id="{89DDAB1C-173E-4B3F-982F-80887397F144}"/>
              </a:ext>
            </a:extLst>
          </p:cNvPr>
          <p:cNvSpPr>
            <a:spLocks xmlns:a="http://schemas.openxmlformats.org/drawingml/2006/main" noGrp="1"/>
          </p:cNvSpPr>
          <p:nvPr/>
        </p:nvSpPr>
        <p:spPr>
          <a:xfrm xmlns:a="http://schemas.openxmlformats.org/drawingml/2006/main">
            <a:off x="3571875"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884278619" name="">
            <a:extLst xmlns:a="http://schemas.openxmlformats.org/drawingml/2006/main">
              <a:ext uri="{FF2B5EF4-FFF2-40B4-BE49-F238E27FC236}">
                <a16:creationId xmlns:a16="http://schemas.microsoft.com/office/drawing/2014/main" id="{E1E42062-EC7B-4101-AE99-5417B67F96B5}"/>
              </a:ext>
            </a:extLst>
          </p:cNvPr>
          <p:cNvSpPr>
            <a:spLocks xmlns:a="http://schemas.openxmlformats.org/drawingml/2006/main" noGrp="1"/>
          </p:cNvSpPr>
          <p:nvPr/>
        </p:nvSpPr>
        <p:spPr>
          <a:xfrm xmlns:a="http://schemas.openxmlformats.org/drawingml/2006/main">
            <a:off x="5857875"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695705050" name="">
            <a:extLst xmlns:a="http://schemas.openxmlformats.org/drawingml/2006/main">
              <a:ext uri="{FF2B5EF4-FFF2-40B4-BE49-F238E27FC236}">
                <a16:creationId xmlns:a16="http://schemas.microsoft.com/office/drawing/2014/main" id="{0C2F7C4B-1646-47B4-A25F-90BDC046A297}"/>
              </a:ext>
            </a:extLst>
          </p:cNvPr>
          <p:cNvSpPr>
            <a:spLocks xmlns:a="http://schemas.openxmlformats.org/drawingml/2006/main" noGrp="1"/>
          </p:cNvSpPr>
          <p:nvPr/>
        </p:nvSpPr>
        <p:spPr>
          <a:xfrm xmlns:a="http://schemas.openxmlformats.org/drawingml/2006/main">
            <a:off x="8858250"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99700794" name="">
            <a:extLst xmlns:a="http://schemas.openxmlformats.org/drawingml/2006/main">
              <a:ext uri="{FF2B5EF4-FFF2-40B4-BE49-F238E27FC236}">
                <a16:creationId xmlns:a16="http://schemas.microsoft.com/office/drawing/2014/main" id="{C2FA34F2-F415-4470-AC7F-794BA735FA4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672084885" name="">
            <a:extLst xmlns:a="http://schemas.openxmlformats.org/drawingml/2006/main">
              <a:ext uri="{FF2B5EF4-FFF2-40B4-BE49-F238E27FC236}">
                <a16:creationId xmlns:a16="http://schemas.microsoft.com/office/drawing/2014/main" id="{96DB2436-58B3-4009-A44B-2D0CD00C387A}"/>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φ(w₁x + b₁)     h₂ = φ(w₂h₁ + b₂)     ŷ = w₃h₂ + b₃</a:t>
            </a:r>
          </a:p>
        </p:txBody>
      </p:sp>
      <p:sp>
        <p:nvSpPr>
          <p:cNvPr id="2110198327" name="">
            <a:extLst xmlns:a="http://schemas.openxmlformats.org/drawingml/2006/main">
              <a:ext uri="{FF2B5EF4-FFF2-40B4-BE49-F238E27FC236}">
                <a16:creationId xmlns:a16="http://schemas.microsoft.com/office/drawing/2014/main" id="{22E63B23-09BF-4DBF-948A-005A09F487E9}"/>
              </a:ext>
            </a:extLst>
          </p:cNvPr>
          <p:cNvSpPr>
            <a:spLocks xmlns:a="http://schemas.openxmlformats.org/drawingml/2006/main" noGrp="1"/>
          </p:cNvSpPr>
          <p:nvPr/>
        </p:nvSpPr>
        <p:spPr>
          <a:xfrm xmlns:a="http://schemas.openxmlformats.org/drawingml/2006/main">
            <a:off x="3981450" y="3638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2563EB"/>
                </a:solidFill>
              </a:defRPr>
            </a:pPr>
            <a:r>
              <a:rPr sz="1200" b="1">
                <a:solidFill>
                  <a:srgbClr val="2563EB"/>
                </a:solidFill>
              </a:rPr>
              <a:t>+ b₁</a:t>
            </a:r>
          </a:p>
        </p:txBody>
      </p:sp>
      <p:sp>
        <p:nvSpPr>
          <p:cNvPr id="2110198328" name="">
            <a:extLst xmlns:a="http://schemas.openxmlformats.org/drawingml/2006/main">
              <a:ext uri="{FF2B5EF4-FFF2-40B4-BE49-F238E27FC236}">
                <a16:creationId xmlns:a16="http://schemas.microsoft.com/office/drawing/2014/main" id="{BA342DBB-B83D-4F2F-9878-5B012E0A5E5B}"/>
              </a:ext>
            </a:extLst>
          </p:cNvPr>
          <p:cNvSpPr>
            <a:spLocks xmlns:a="http://schemas.openxmlformats.org/drawingml/2006/main" noGrp="1"/>
          </p:cNvSpPr>
          <p:nvPr/>
        </p:nvSpPr>
        <p:spPr>
          <a:xfrm xmlns:a="http://schemas.openxmlformats.org/drawingml/2006/main">
            <a:off x="6267450" y="3638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7C3AED"/>
                </a:solidFill>
              </a:defRPr>
            </a:pPr>
            <a:r>
              <a:rPr sz="1200" b="1">
                <a:solidFill>
                  <a:srgbClr val="7C3AED"/>
                </a:solidFill>
              </a:rPr>
              <a:t>+ b₂</a:t>
            </a:r>
          </a:p>
        </p:txBody>
      </p:sp>
      <p:sp>
        <p:nvSpPr>
          <p:cNvPr id="2110198329" name="">
            <a:extLst xmlns:a="http://schemas.openxmlformats.org/drawingml/2006/main">
              <a:ext uri="{FF2B5EF4-FFF2-40B4-BE49-F238E27FC236}">
                <a16:creationId xmlns:a16="http://schemas.microsoft.com/office/drawing/2014/main" id="{3DF0F9D8-8493-4AC3-AAB2-52D8C7EE0E15}"/>
              </a:ext>
            </a:extLst>
          </p:cNvPr>
          <p:cNvSpPr>
            <a:spLocks xmlns:a="http://schemas.openxmlformats.org/drawingml/2006/main" noGrp="1"/>
          </p:cNvSpPr>
          <p:nvPr/>
        </p:nvSpPr>
        <p:spPr>
          <a:xfrm xmlns:a="http://schemas.openxmlformats.org/drawingml/2006/main">
            <a:off x="9267825" y="36385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0B981"/>
                </a:solidFill>
              </a:defRPr>
            </a:pPr>
            <a:r>
              <a:rPr sz="1200" b="1">
                <a:solidFill>
                  <a:srgbClr val="10B981"/>
                </a:solidFill>
              </a:rPr>
              <a:t>+ b₃</a:t>
            </a:r>
          </a:p>
        </p:txBody>
      </p:sp>
    </p:spTree>
    <p:extLst>
      <p:ext uri="{BB962C8B-B14F-4D97-AF65-F5344CB8AC3E}">
        <p14:creationId xmlns:p14="http://schemas.microsoft.com/office/powerpoint/2010/main" val="62815029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4236110" name="">
            <a:extLst xmlns:a="http://schemas.openxmlformats.org/drawingml/2006/main">
              <a:ext uri="{FF2B5EF4-FFF2-40B4-BE49-F238E27FC236}">
                <a16:creationId xmlns:a16="http://schemas.microsoft.com/office/drawing/2014/main" id="{D33E252C-977E-40E9-85E0-4DFADF08E4A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Parameters</a:t>
            </a:r>
          </a:p>
        </p:txBody>
      </p:sp>
      <p:sp>
        <p:nvSpPr>
          <p:cNvPr id="183411418" name="">
            <a:extLst xmlns:a="http://schemas.openxmlformats.org/drawingml/2006/main">
              <a:ext uri="{FF2B5EF4-FFF2-40B4-BE49-F238E27FC236}">
                <a16:creationId xmlns:a16="http://schemas.microsoft.com/office/drawing/2014/main" id="{A5F34060-21A9-4662-AA70-0B43F32714E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Weights and biases shape each layer</a:t>
            </a:r>
          </a:p>
        </p:txBody>
      </p:sp>
      <p:sp>
        <p:nvSpPr>
          <p:cNvPr id="1036143702" name="">
            <a:extLst xmlns:a="http://schemas.openxmlformats.org/drawingml/2006/main">
              <a:ext uri="{FF2B5EF4-FFF2-40B4-BE49-F238E27FC236}">
                <a16:creationId xmlns:a16="http://schemas.microsoft.com/office/drawing/2014/main" id="{42C2B09D-3760-405B-B15E-FC997C1A9E6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433360763" name="">
            <a:extLst xmlns:a="http://schemas.openxmlformats.org/drawingml/2006/main">
              <a:ext uri="{FF2B5EF4-FFF2-40B4-BE49-F238E27FC236}">
                <a16:creationId xmlns:a16="http://schemas.microsoft.com/office/drawing/2014/main" id="{718BFF9C-DAF1-4776-AA28-14078CD8030E}"/>
              </a:ext>
            </a:extLst>
          </p:cNvPr>
          <p:cNvSpPr>
            <a:spLocks xmlns:a="http://schemas.openxmlformats.org/drawingml/2006/main" noGrp="1"/>
          </p:cNvSpPr>
          <p:nvPr/>
        </p:nvSpPr>
        <p:spPr>
          <a:xfrm xmlns:a="http://schemas.openxmlformats.org/drawingml/2006/main">
            <a:off x="2190750" y="3190875"/>
            <a:ext cx="1381125" cy="4953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x</a:t>
            </a:r>
          </a:p>
        </p:txBody>
      </p:sp>
      <p:sp>
        <p:nvSpPr>
          <p:cNvPr id="538512236" name="">
            <a:extLst xmlns:a="http://schemas.openxmlformats.org/drawingml/2006/main">
              <a:ext uri="{FF2B5EF4-FFF2-40B4-BE49-F238E27FC236}">
                <a16:creationId xmlns:a16="http://schemas.microsoft.com/office/drawing/2014/main" id="{5C9C8409-E8BA-4E20-8CC7-5BBD0FBC7491}"/>
              </a:ext>
            </a:extLst>
          </p:cNvPr>
          <p:cNvSpPr>
            <a:spLocks xmlns:a="http://schemas.openxmlformats.org/drawingml/2006/main" noGrp="1"/>
          </p:cNvSpPr>
          <p:nvPr/>
        </p:nvSpPr>
        <p:spPr>
          <a:xfrm xmlns:a="http://schemas.openxmlformats.org/drawingml/2006/main">
            <a:off x="4429125" y="2714625"/>
            <a:ext cx="2857500" cy="1476375"/>
          </a:xfrm>
          <a:prstGeom xmlns:a="http://schemas.openxmlformats.org/drawingml/2006/main" prst="roundRect">
            <a:avLst>
              <a:gd name="adj" fmla="val 774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2563EB"/>
                </a:solidFill>
              </a:defRPr>
            </a:pPr>
            <a:r>
              <a:rPr sz="2550" b="1">
                <a:solidFill>
                  <a:srgbClr val="2563EB"/>
                </a:solidFill>
              </a:rPr>
              <a:t>perceptron
z = wx + b</a:t>
            </a:r>
          </a:p>
        </p:txBody>
      </p:sp>
      <p:sp>
        <p:nvSpPr>
          <p:cNvPr id="811981304" name="">
            <a:extLst xmlns:a="http://schemas.openxmlformats.org/drawingml/2006/main">
              <a:ext uri="{FF2B5EF4-FFF2-40B4-BE49-F238E27FC236}">
                <a16:creationId xmlns:a16="http://schemas.microsoft.com/office/drawing/2014/main" id="{064A67AB-C0C2-41A8-BB2B-E5E98C16734C}"/>
              </a:ext>
            </a:extLst>
          </p:cNvPr>
          <p:cNvSpPr>
            <a:spLocks xmlns:a="http://schemas.openxmlformats.org/drawingml/2006/main" noGrp="1"/>
          </p:cNvSpPr>
          <p:nvPr/>
        </p:nvSpPr>
        <p:spPr>
          <a:xfrm xmlns:a="http://schemas.openxmlformats.org/drawingml/2006/main">
            <a:off x="7715250" y="3190875"/>
            <a:ext cx="1381125" cy="4953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z</a:t>
            </a:r>
          </a:p>
        </p:txBody>
      </p:sp>
      <p:sp>
        <p:nvSpPr>
          <p:cNvPr id="1987522706" name="">
            <a:extLst xmlns:a="http://schemas.openxmlformats.org/drawingml/2006/main">
              <a:ext uri="{FF2B5EF4-FFF2-40B4-BE49-F238E27FC236}">
                <a16:creationId xmlns:a16="http://schemas.microsoft.com/office/drawing/2014/main" id="{19C25B7F-0DD2-4D7F-B712-E2ABDD361E6C}"/>
              </a:ext>
            </a:extLst>
          </p:cNvPr>
          <p:cNvSpPr>
            <a:spLocks xmlns:a="http://schemas.openxmlformats.org/drawingml/2006/main" noGrp="1"/>
          </p:cNvSpPr>
          <p:nvPr/>
        </p:nvSpPr>
        <p:spPr>
          <a:xfrm xmlns:a="http://schemas.openxmlformats.org/drawingml/2006/main">
            <a:off x="4333875" y="4524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weight w</a:t>
            </a:r>
          </a:p>
        </p:txBody>
      </p:sp>
      <p:sp>
        <p:nvSpPr>
          <p:cNvPr id="366563525" name="">
            <a:extLst xmlns:a="http://schemas.openxmlformats.org/drawingml/2006/main">
              <a:ext uri="{FF2B5EF4-FFF2-40B4-BE49-F238E27FC236}">
                <a16:creationId xmlns:a16="http://schemas.microsoft.com/office/drawing/2014/main" id="{BE237D3D-31B4-409C-8B56-C260CCDFC353}"/>
              </a:ext>
            </a:extLst>
          </p:cNvPr>
          <p:cNvSpPr>
            <a:spLocks xmlns:a="http://schemas.openxmlformats.org/drawingml/2006/main" noGrp="1"/>
          </p:cNvSpPr>
          <p:nvPr/>
        </p:nvSpPr>
        <p:spPr>
          <a:xfrm xmlns:a="http://schemas.openxmlformats.org/drawingml/2006/main">
            <a:off x="5953125" y="4524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bias b</a:t>
            </a:r>
          </a:p>
        </p:txBody>
      </p:sp>
      <p:sp>
        <p:nvSpPr>
          <p:cNvPr id="2109417280" name="">
            <a:extLst xmlns:a="http://schemas.openxmlformats.org/drawingml/2006/main">
              <a:ext uri="{FF2B5EF4-FFF2-40B4-BE49-F238E27FC236}">
                <a16:creationId xmlns:a16="http://schemas.microsoft.com/office/drawing/2014/main" id="{F0AD317E-1D55-4F6F-B2F5-2EB24C98CA12}"/>
              </a:ext>
            </a:extLst>
          </p:cNvPr>
          <p:cNvSpPr>
            <a:spLocks xmlns:a="http://schemas.openxmlformats.org/drawingml/2006/main" noGrp="1"/>
          </p:cNvSpPr>
          <p:nvPr/>
        </p:nvSpPr>
        <p:spPr>
          <a:xfrm xmlns:a="http://schemas.openxmlformats.org/drawingml/2006/main">
            <a:off x="5000625" y="4019550"/>
            <a:ext cx="285750" cy="838200"/>
          </a:xfrm>
          <a:prstGeom xmlns:a="http://schemas.openxmlformats.org/drawingml/2006/main" prst="line">
            <a:avLst/>
          </a:prstGeom>
          <a:noFill xmlns:a="http://schemas.openxmlformats.org/drawingml/2006/main"/>
          <a:ln xmlns:a="http://schemas.openxmlformats.org/drawingml/2006/main" w="28575">
            <a:solidFill>
              <a:srgbClr val="F97316"/>
            </a:solidFill>
            <a:prstDash val="solid"/>
          </a:ln>
        </p:spPr>
      </p:sp>
      <p:sp>
        <p:nvSpPr>
          <p:cNvPr id="988745072" name="">
            <a:extLst xmlns:a="http://schemas.openxmlformats.org/drawingml/2006/main">
              <a:ext uri="{FF2B5EF4-FFF2-40B4-BE49-F238E27FC236}">
                <a16:creationId xmlns:a16="http://schemas.microsoft.com/office/drawing/2014/main" id="{09847235-93BF-4F66-8085-A4735204256D}"/>
              </a:ext>
            </a:extLst>
          </p:cNvPr>
          <p:cNvSpPr>
            <a:spLocks xmlns:a="http://schemas.openxmlformats.org/drawingml/2006/main" noGrp="1"/>
          </p:cNvSpPr>
          <p:nvPr/>
        </p:nvSpPr>
        <p:spPr>
          <a:xfrm xmlns:a="http://schemas.openxmlformats.org/drawingml/2006/main">
            <a:off x="6477000" y="4019550"/>
            <a:ext cx="114300" cy="83820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474210711" name="">
            <a:extLst xmlns:a="http://schemas.openxmlformats.org/drawingml/2006/main">
              <a:ext uri="{FF2B5EF4-FFF2-40B4-BE49-F238E27FC236}">
                <a16:creationId xmlns:a16="http://schemas.microsoft.com/office/drawing/2014/main" id="{79855534-5BA6-4872-9DE0-8DBE6ABE613F}"/>
              </a:ext>
            </a:extLst>
          </p:cNvPr>
          <p:cNvSpPr>
            <a:spLocks xmlns:a="http://schemas.openxmlformats.org/drawingml/2006/main" noGrp="1"/>
          </p:cNvSpPr>
          <p:nvPr/>
        </p:nvSpPr>
        <p:spPr>
          <a:xfrm xmlns:a="http://schemas.openxmlformats.org/drawingml/2006/main">
            <a:off x="1762125" y="528637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w scales the incoming signal</a:t>
            </a:r>
          </a:p>
        </p:txBody>
      </p:sp>
      <p:sp>
        <p:nvSpPr>
          <p:cNvPr id="574521834" name="">
            <a:extLst xmlns:a="http://schemas.openxmlformats.org/drawingml/2006/main">
              <a:ext uri="{FF2B5EF4-FFF2-40B4-BE49-F238E27FC236}">
                <a16:creationId xmlns:a16="http://schemas.microsoft.com/office/drawing/2014/main" id="{1A1D5195-9F55-4F99-9BC2-04F4CC6E93D5}"/>
              </a:ext>
            </a:extLst>
          </p:cNvPr>
          <p:cNvSpPr>
            <a:spLocks xmlns:a="http://schemas.openxmlformats.org/drawingml/2006/main" noGrp="1"/>
          </p:cNvSpPr>
          <p:nvPr/>
        </p:nvSpPr>
        <p:spPr>
          <a:xfrm xmlns:a="http://schemas.openxmlformats.org/drawingml/2006/main">
            <a:off x="6715125" y="528637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each perceptron
has its own bias</a:t>
            </a:r>
          </a:p>
        </p:txBody>
      </p:sp>
    </p:spTree>
    <p:extLst>
      <p:ext uri="{BB962C8B-B14F-4D97-AF65-F5344CB8AC3E}">
        <p14:creationId xmlns:p14="http://schemas.microsoft.com/office/powerpoint/2010/main" val="3344130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1117082" name="">
            <a:extLst xmlns:a="http://schemas.openxmlformats.org/drawingml/2006/main">
              <a:ext uri="{FF2B5EF4-FFF2-40B4-BE49-F238E27FC236}">
                <a16:creationId xmlns:a16="http://schemas.microsoft.com/office/drawing/2014/main" id="{775860D0-AEFE-4A74-8848-C458AC8CA95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79279394" name="">
            <a:extLst xmlns:a="http://schemas.openxmlformats.org/drawingml/2006/main">
              <a:ext uri="{FF2B5EF4-FFF2-40B4-BE49-F238E27FC236}">
                <a16:creationId xmlns:a16="http://schemas.microsoft.com/office/drawing/2014/main" id="{7F6F971A-1B46-46B5-A384-4BFCB07E20C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930022535" name="">
            <a:extLst xmlns:a="http://schemas.openxmlformats.org/drawingml/2006/main">
              <a:ext uri="{FF2B5EF4-FFF2-40B4-BE49-F238E27FC236}">
                <a16:creationId xmlns:a16="http://schemas.microsoft.com/office/drawing/2014/main" id="{AD0115C7-F2E5-48AC-93C0-641C4EB732E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912432678" name="">
            <a:extLst xmlns:a="http://schemas.openxmlformats.org/drawingml/2006/main">
              <a:ext uri="{FF2B5EF4-FFF2-40B4-BE49-F238E27FC236}">
                <a16:creationId xmlns:a16="http://schemas.microsoft.com/office/drawing/2014/main" id="{84715F4A-79A5-4D62-9960-1595BFDE8F09}"/>
              </a:ext>
            </a:extLst>
          </p:cNvPr>
          <p:cNvSpPr>
            <a:spLocks xmlns:a="http://schemas.openxmlformats.org/drawingml/2006/main" noGrp="1"/>
          </p:cNvSpPr>
          <p:nvPr/>
        </p:nvSpPr>
        <p:spPr>
          <a:xfrm xmlns:a="http://schemas.openxmlformats.org/drawingml/2006/main">
            <a:off x="1571625" y="2047875"/>
            <a:ext cx="319087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Linear layers only</a:t>
            </a:r>
          </a:p>
        </p:txBody>
      </p:sp>
      <p:sp>
        <p:nvSpPr>
          <p:cNvPr id="1988114098" name="">
            <a:extLst xmlns:a="http://schemas.openxmlformats.org/drawingml/2006/main">
              <a:ext uri="{FF2B5EF4-FFF2-40B4-BE49-F238E27FC236}">
                <a16:creationId xmlns:a16="http://schemas.microsoft.com/office/drawing/2014/main" id="{195F512F-29CF-4FDF-8B14-2D7BE0143E31}"/>
              </a:ext>
            </a:extLst>
          </p:cNvPr>
          <p:cNvSpPr>
            <a:spLocks xmlns:a="http://schemas.openxmlformats.org/drawingml/2006/main" noGrp="1"/>
          </p:cNvSpPr>
          <p:nvPr/>
        </p:nvSpPr>
        <p:spPr>
          <a:xfrm xmlns:a="http://schemas.openxmlformats.org/drawingml/2006/main">
            <a:off x="1143000" y="2952750"/>
            <a:ext cx="4048125" cy="704850"/>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EF4444"/>
                </a:solidFill>
              </a:defRPr>
            </a:pPr>
            <a:r>
              <a:rPr sz="1600" b="1">
                <a:solidFill>
                  <a:srgbClr val="EF4444"/>
                </a:solidFill>
              </a:rPr>
              <a:t>w₃(w₂(w₁x + b₁) + b₂) + b₃</a:t>
            </a:r>
          </a:p>
        </p:txBody>
      </p:sp>
      <p:sp>
        <p:nvSpPr>
          <p:cNvPr id="281524223" name="">
            <a:extLst xmlns:a="http://schemas.openxmlformats.org/drawingml/2006/main">
              <a:ext uri="{FF2B5EF4-FFF2-40B4-BE49-F238E27FC236}">
                <a16:creationId xmlns:a16="http://schemas.microsoft.com/office/drawing/2014/main" id="{B22CD592-FAA8-41D0-832B-E4FB1D4F728F}"/>
              </a:ext>
            </a:extLst>
          </p:cNvPr>
          <p:cNvSpPr>
            <a:spLocks xmlns:a="http://schemas.openxmlformats.org/drawingml/2006/main" noGrp="1"/>
          </p:cNvSpPr>
          <p:nvPr/>
        </p:nvSpPr>
        <p:spPr>
          <a:xfrm xmlns:a="http://schemas.openxmlformats.org/drawingml/2006/main">
            <a:off x="1381125" y="3952875"/>
            <a:ext cx="3571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still one linear function</a:t>
            </a:r>
          </a:p>
        </p:txBody>
      </p:sp>
      <p:sp>
        <p:nvSpPr>
          <p:cNvPr id="1169986084" name="">
            <a:extLst xmlns:a="http://schemas.openxmlformats.org/drawingml/2006/main">
              <a:ext uri="{FF2B5EF4-FFF2-40B4-BE49-F238E27FC236}">
                <a16:creationId xmlns:a16="http://schemas.microsoft.com/office/drawing/2014/main" id="{CF204BAE-B221-4A92-A383-E41BA5A8A5B3}"/>
              </a:ext>
            </a:extLst>
          </p:cNvPr>
          <p:cNvSpPr>
            <a:spLocks xmlns:a="http://schemas.openxmlformats.org/drawingml/2006/main" noGrp="1"/>
          </p:cNvSpPr>
          <p:nvPr/>
        </p:nvSpPr>
        <p:spPr>
          <a:xfrm xmlns:a="http://schemas.openxmlformats.org/drawingml/2006/main">
            <a:off x="5429250" y="3181350"/>
            <a:ext cx="1143000" cy="4572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φ</a:t>
            </a:r>
          </a:p>
        </p:txBody>
      </p:sp>
      <p:sp>
        <p:nvSpPr>
          <p:cNvPr id="123562014" name="">
            <a:extLst xmlns:a="http://schemas.openxmlformats.org/drawingml/2006/main">
              <a:ext uri="{FF2B5EF4-FFF2-40B4-BE49-F238E27FC236}">
                <a16:creationId xmlns:a16="http://schemas.microsoft.com/office/drawing/2014/main" id="{9FB5017D-9DFE-447D-AB84-6C3D8CCA3956}"/>
              </a:ext>
            </a:extLst>
          </p:cNvPr>
          <p:cNvSpPr>
            <a:spLocks xmlns:a="http://schemas.openxmlformats.org/drawingml/2006/main" noGrp="1"/>
          </p:cNvSpPr>
          <p:nvPr/>
        </p:nvSpPr>
        <p:spPr>
          <a:xfrm xmlns:a="http://schemas.openxmlformats.org/drawingml/2006/main">
            <a:off x="6953250" y="2047875"/>
            <a:ext cx="3476625" cy="619125"/>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Activation between layers</a:t>
            </a:r>
          </a:p>
        </p:txBody>
      </p:sp>
      <p:sp>
        <p:nvSpPr>
          <p:cNvPr id="802271965" name="">
            <a:extLst xmlns:a="http://schemas.openxmlformats.org/drawingml/2006/main">
              <a:ext uri="{FF2B5EF4-FFF2-40B4-BE49-F238E27FC236}">
                <a16:creationId xmlns:a16="http://schemas.microsoft.com/office/drawing/2014/main" id="{8CB9C212-E152-43C8-A0AD-BB906139D333}"/>
              </a:ext>
            </a:extLst>
          </p:cNvPr>
          <p:cNvSpPr>
            <a:spLocks xmlns:a="http://schemas.openxmlformats.org/drawingml/2006/main" noGrp="1"/>
          </p:cNvSpPr>
          <p:nvPr/>
        </p:nvSpPr>
        <p:spPr>
          <a:xfrm xmlns:a="http://schemas.openxmlformats.org/drawingml/2006/main">
            <a:off x="7524750" y="2952750"/>
            <a:ext cx="2333625" cy="704850"/>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h = φ(wx + b)</a:t>
            </a:r>
          </a:p>
        </p:txBody>
      </p:sp>
      <p:sp>
        <p:nvSpPr>
          <p:cNvPr id="212477873" name="">
            <a:extLst xmlns:a="http://schemas.openxmlformats.org/drawingml/2006/main">
              <a:ext uri="{FF2B5EF4-FFF2-40B4-BE49-F238E27FC236}">
                <a16:creationId xmlns:a16="http://schemas.microsoft.com/office/drawing/2014/main" id="{07013511-E275-4F36-B3D4-19A87AEF54C1}"/>
              </a:ext>
            </a:extLst>
          </p:cNvPr>
          <p:cNvSpPr>
            <a:spLocks xmlns:a="http://schemas.openxmlformats.org/drawingml/2006/main" noGrp="1"/>
          </p:cNvSpPr>
          <p:nvPr/>
        </p:nvSpPr>
        <p:spPr>
          <a:xfrm xmlns:a="http://schemas.openxmlformats.org/drawingml/2006/main">
            <a:off x="7048500" y="3905250"/>
            <a:ext cx="3286125"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bends the mapping</a:t>
            </a:r>
          </a:p>
          <a:p xmlns:a="http://schemas.openxmlformats.org/drawingml/2006/main">
            <a:pPr algn="ctr">
              <a:buNone/>
              <a:defRPr sz="1750" b="1">
                <a:solidFill>
                  <a:srgbClr val="10B981"/>
                </a:solidFill>
              </a:defRPr>
            </a:pPr>
            <a:r>
              <a:rPr sz="1750" b="1">
                <a:solidFill>
                  <a:srgbClr val="10B981"/>
                </a:solidFill>
              </a:rPr>
              <a:t>and enables nonlinear patterns</a:t>
            </a:r>
          </a:p>
        </p:txBody>
      </p:sp>
      <p:sp>
        <p:nvSpPr>
          <p:cNvPr id="1954385946" name="">
            <a:extLst xmlns:a="http://schemas.openxmlformats.org/drawingml/2006/main">
              <a:ext uri="{FF2B5EF4-FFF2-40B4-BE49-F238E27FC236}">
                <a16:creationId xmlns:a16="http://schemas.microsoft.com/office/drawing/2014/main" id="{4F443498-AB50-4788-8EE0-4C06924A8269}"/>
              </a:ext>
            </a:extLst>
          </p:cNvPr>
          <p:cNvSpPr>
            <a:spLocks xmlns:a="http://schemas.openxmlformats.org/drawingml/2006/main" noGrp="1"/>
          </p:cNvSpPr>
          <p:nvPr/>
        </p:nvSpPr>
        <p:spPr>
          <a:xfrm xmlns:a="http://schemas.openxmlformats.org/drawingml/2006/main">
            <a:off x="1619250" y="5191125"/>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Without an activation function, stacking layers adds no nonlinear expressiveness.</a:t>
            </a:r>
          </a:p>
        </p:txBody>
      </p:sp>
    </p:spTree>
    <p:extLst>
      <p:ext uri="{BB962C8B-B14F-4D97-AF65-F5344CB8AC3E}">
        <p14:creationId xmlns:p14="http://schemas.microsoft.com/office/powerpoint/2010/main" val="81423361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8950615" name="">
            <a:extLst xmlns:a="http://schemas.openxmlformats.org/drawingml/2006/main">
              <a:ext uri="{FF2B5EF4-FFF2-40B4-BE49-F238E27FC236}">
                <a16:creationId xmlns:a16="http://schemas.microsoft.com/office/drawing/2014/main" id="{47507164-537D-4CBB-9131-5D49328E046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377247213" name="">
            <a:extLst xmlns:a="http://schemas.openxmlformats.org/drawingml/2006/main">
              <a:ext uri="{FF2B5EF4-FFF2-40B4-BE49-F238E27FC236}">
                <a16:creationId xmlns:a16="http://schemas.microsoft.com/office/drawing/2014/main" id="{D3A8CB96-A90C-4658-81C8-B18BDAD0408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709311777" name="">
            <a:extLst xmlns:a="http://schemas.openxmlformats.org/drawingml/2006/main">
              <a:ext uri="{FF2B5EF4-FFF2-40B4-BE49-F238E27FC236}">
                <a16:creationId xmlns:a16="http://schemas.microsoft.com/office/drawing/2014/main" id="{C9384588-92C2-4641-88E8-95E787CC2A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2025880530" name="">
            <a:extLst xmlns:a="http://schemas.openxmlformats.org/drawingml/2006/main">
              <a:ext uri="{FF2B5EF4-FFF2-40B4-BE49-F238E27FC236}">
                <a16:creationId xmlns:a16="http://schemas.microsoft.com/office/drawing/2014/main" id="{815FA3F9-18E4-46C2-8C41-E6545B4BFD12}"/>
              </a:ext>
            </a:extLst>
          </p:cNvPr>
          <p:cNvSpPr>
            <a:spLocks xmlns:a="http://schemas.openxmlformats.org/drawingml/2006/main" noGrp="1"/>
          </p:cNvSpPr>
          <p:nvPr/>
        </p:nvSpPr>
        <p:spPr>
          <a:xfrm xmlns:a="http://schemas.openxmlformats.org/drawingml/2006/main">
            <a:off x="14287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053063375" name="">
            <a:extLst xmlns:a="http://schemas.openxmlformats.org/drawingml/2006/main">
              <a:ext uri="{FF2B5EF4-FFF2-40B4-BE49-F238E27FC236}">
                <a16:creationId xmlns:a16="http://schemas.microsoft.com/office/drawing/2014/main" id="{3E125EB9-7FDC-45D5-B864-03E235314B26}"/>
              </a:ext>
            </a:extLst>
          </p:cNvPr>
          <p:cNvSpPr>
            <a:spLocks xmlns:a="http://schemas.openxmlformats.org/drawingml/2006/main" noGrp="1"/>
          </p:cNvSpPr>
          <p:nvPr/>
        </p:nvSpPr>
        <p:spPr>
          <a:xfrm xmlns:a="http://schemas.openxmlformats.org/drawingml/2006/main">
            <a:off x="13335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234017124" name="">
            <a:extLst xmlns:a="http://schemas.openxmlformats.org/drawingml/2006/main">
              <a:ext uri="{FF2B5EF4-FFF2-40B4-BE49-F238E27FC236}">
                <a16:creationId xmlns:a16="http://schemas.microsoft.com/office/drawing/2014/main" id="{361EEA3D-26F3-40B7-AD9E-8D7F1A46D3BC}"/>
              </a:ext>
            </a:extLst>
          </p:cNvPr>
          <p:cNvSpPr>
            <a:spLocks xmlns:a="http://schemas.openxmlformats.org/drawingml/2006/main" noGrp="1"/>
          </p:cNvSpPr>
          <p:nvPr/>
        </p:nvSpPr>
        <p:spPr>
          <a:xfrm xmlns:a="http://schemas.openxmlformats.org/drawingml/2006/main">
            <a:off x="7181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700664722" name="">
            <a:extLst xmlns:a="http://schemas.openxmlformats.org/drawingml/2006/main">
              <a:ext uri="{FF2B5EF4-FFF2-40B4-BE49-F238E27FC236}">
                <a16:creationId xmlns:a16="http://schemas.microsoft.com/office/drawing/2014/main" id="{769BBCA3-9FDA-41B1-B57C-736DA18B1760}"/>
              </a:ext>
            </a:extLst>
          </p:cNvPr>
          <p:cNvSpPr>
            <a:spLocks xmlns:a="http://schemas.openxmlformats.org/drawingml/2006/main" noGrp="1"/>
          </p:cNvSpPr>
          <p:nvPr/>
        </p:nvSpPr>
        <p:spPr>
          <a:xfrm xmlns:a="http://schemas.openxmlformats.org/drawingml/2006/main">
            <a:off x="75428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87245056" name="">
            <a:extLst xmlns:a="http://schemas.openxmlformats.org/drawingml/2006/main">
              <a:ext uri="{FF2B5EF4-FFF2-40B4-BE49-F238E27FC236}">
                <a16:creationId xmlns:a16="http://schemas.microsoft.com/office/drawing/2014/main" id="{C3317749-D6B9-472E-9741-AC7557627DA6}"/>
              </a:ext>
            </a:extLst>
          </p:cNvPr>
          <p:cNvSpPr>
            <a:spLocks xmlns:a="http://schemas.openxmlformats.org/drawingml/2006/main" noGrp="1"/>
          </p:cNvSpPr>
          <p:nvPr/>
        </p:nvSpPr>
        <p:spPr>
          <a:xfrm xmlns:a="http://schemas.openxmlformats.org/drawingml/2006/main">
            <a:off x="79037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21488898" name="">
            <a:extLst xmlns:a="http://schemas.openxmlformats.org/drawingml/2006/main">
              <a:ext uri="{FF2B5EF4-FFF2-40B4-BE49-F238E27FC236}">
                <a16:creationId xmlns:a16="http://schemas.microsoft.com/office/drawing/2014/main" id="{C311F74D-4E6C-49CB-ABB4-21A56D6DB8BC}"/>
              </a:ext>
            </a:extLst>
          </p:cNvPr>
          <p:cNvSpPr>
            <a:spLocks xmlns:a="http://schemas.openxmlformats.org/drawingml/2006/main" noGrp="1"/>
          </p:cNvSpPr>
          <p:nvPr/>
        </p:nvSpPr>
        <p:spPr>
          <a:xfrm xmlns:a="http://schemas.openxmlformats.org/drawingml/2006/main">
            <a:off x="82646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54061985" name="">
            <a:extLst xmlns:a="http://schemas.openxmlformats.org/drawingml/2006/main">
              <a:ext uri="{FF2B5EF4-FFF2-40B4-BE49-F238E27FC236}">
                <a16:creationId xmlns:a16="http://schemas.microsoft.com/office/drawing/2014/main" id="{B714F06A-93AC-47CD-8963-F6AB5EBF9659}"/>
              </a:ext>
            </a:extLst>
          </p:cNvPr>
          <p:cNvSpPr>
            <a:spLocks xmlns:a="http://schemas.openxmlformats.org/drawingml/2006/main" noGrp="1"/>
          </p:cNvSpPr>
          <p:nvPr/>
        </p:nvSpPr>
        <p:spPr>
          <a:xfrm xmlns:a="http://schemas.openxmlformats.org/drawingml/2006/main">
            <a:off x="86256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83999102" name="">
            <a:extLst xmlns:a="http://schemas.openxmlformats.org/drawingml/2006/main">
              <a:ext uri="{FF2B5EF4-FFF2-40B4-BE49-F238E27FC236}">
                <a16:creationId xmlns:a16="http://schemas.microsoft.com/office/drawing/2014/main" id="{D1CF6339-FCDD-415A-970F-18274C53C20F}"/>
              </a:ext>
            </a:extLst>
          </p:cNvPr>
          <p:cNvSpPr>
            <a:spLocks xmlns:a="http://schemas.openxmlformats.org/drawingml/2006/main" noGrp="1"/>
          </p:cNvSpPr>
          <p:nvPr/>
        </p:nvSpPr>
        <p:spPr>
          <a:xfrm xmlns:a="http://schemas.openxmlformats.org/drawingml/2006/main">
            <a:off x="89865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5913529" name="">
            <a:extLst xmlns:a="http://schemas.openxmlformats.org/drawingml/2006/main">
              <a:ext uri="{FF2B5EF4-FFF2-40B4-BE49-F238E27FC236}">
                <a16:creationId xmlns:a16="http://schemas.microsoft.com/office/drawing/2014/main" id="{DF70B31B-9FB8-465A-8EF6-DE27D4D8CD40}"/>
              </a:ext>
            </a:extLst>
          </p:cNvPr>
          <p:cNvSpPr>
            <a:spLocks xmlns:a="http://schemas.openxmlformats.org/drawingml/2006/main" noGrp="1"/>
          </p:cNvSpPr>
          <p:nvPr/>
        </p:nvSpPr>
        <p:spPr>
          <a:xfrm xmlns:a="http://schemas.openxmlformats.org/drawingml/2006/main">
            <a:off x="93475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89240354" name="">
            <a:extLst xmlns:a="http://schemas.openxmlformats.org/drawingml/2006/main">
              <a:ext uri="{FF2B5EF4-FFF2-40B4-BE49-F238E27FC236}">
                <a16:creationId xmlns:a16="http://schemas.microsoft.com/office/drawing/2014/main" id="{453E8929-0834-452F-B7D7-1B0CD1510377}"/>
              </a:ext>
            </a:extLst>
          </p:cNvPr>
          <p:cNvSpPr>
            <a:spLocks xmlns:a="http://schemas.openxmlformats.org/drawingml/2006/main" noGrp="1"/>
          </p:cNvSpPr>
          <p:nvPr/>
        </p:nvSpPr>
        <p:spPr>
          <a:xfrm xmlns:a="http://schemas.openxmlformats.org/drawingml/2006/main">
            <a:off x="97084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81816265" name="">
            <a:extLst xmlns:a="http://schemas.openxmlformats.org/drawingml/2006/main">
              <a:ext uri="{FF2B5EF4-FFF2-40B4-BE49-F238E27FC236}">
                <a16:creationId xmlns:a16="http://schemas.microsoft.com/office/drawing/2014/main" id="{4B1E7D3C-0735-4875-8D38-827529E6F66F}"/>
              </a:ext>
            </a:extLst>
          </p:cNvPr>
          <p:cNvSpPr>
            <a:spLocks xmlns:a="http://schemas.openxmlformats.org/drawingml/2006/main" noGrp="1"/>
          </p:cNvSpPr>
          <p:nvPr/>
        </p:nvSpPr>
        <p:spPr>
          <a:xfrm xmlns:a="http://schemas.openxmlformats.org/drawingml/2006/main">
            <a:off x="100694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90457827" name="">
            <a:extLst xmlns:a="http://schemas.openxmlformats.org/drawingml/2006/main">
              <a:ext uri="{FF2B5EF4-FFF2-40B4-BE49-F238E27FC236}">
                <a16:creationId xmlns:a16="http://schemas.microsoft.com/office/drawing/2014/main" id="{EC8AC056-FA96-4F4A-8B2E-DC271F22562C}"/>
              </a:ext>
            </a:extLst>
          </p:cNvPr>
          <p:cNvSpPr>
            <a:spLocks xmlns:a="http://schemas.openxmlformats.org/drawingml/2006/main" noGrp="1"/>
          </p:cNvSpPr>
          <p:nvPr/>
        </p:nvSpPr>
        <p:spPr>
          <a:xfrm xmlns:a="http://schemas.openxmlformats.org/drawingml/2006/main">
            <a:off x="104303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42441501" name="">
            <a:extLst xmlns:a="http://schemas.openxmlformats.org/drawingml/2006/main">
              <a:ext uri="{FF2B5EF4-FFF2-40B4-BE49-F238E27FC236}">
                <a16:creationId xmlns:a16="http://schemas.microsoft.com/office/drawing/2014/main" id="{A5240D96-0AA6-47E3-8076-AB4FD5354BDA}"/>
              </a:ext>
            </a:extLst>
          </p:cNvPr>
          <p:cNvSpPr>
            <a:spLocks xmlns:a="http://schemas.openxmlformats.org/drawingml/2006/main" noGrp="1"/>
          </p:cNvSpPr>
          <p:nvPr/>
        </p:nvSpPr>
        <p:spPr>
          <a:xfrm xmlns:a="http://schemas.openxmlformats.org/drawingml/2006/main">
            <a:off x="107913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58425194" name="">
            <a:extLst xmlns:a="http://schemas.openxmlformats.org/drawingml/2006/main">
              <a:ext uri="{FF2B5EF4-FFF2-40B4-BE49-F238E27FC236}">
                <a16:creationId xmlns:a16="http://schemas.microsoft.com/office/drawing/2014/main" id="{8722C34B-6EDE-4E1B-AB0C-3D97B1B20DC2}"/>
              </a:ext>
            </a:extLst>
          </p:cNvPr>
          <p:cNvSpPr>
            <a:spLocks xmlns:a="http://schemas.openxmlformats.org/drawingml/2006/main" noGrp="1"/>
          </p:cNvSpPr>
          <p:nvPr/>
        </p:nvSpPr>
        <p:spPr>
          <a:xfrm xmlns:a="http://schemas.openxmlformats.org/drawingml/2006/main">
            <a:off x="111522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50478376" name="">
            <a:extLst xmlns:a="http://schemas.openxmlformats.org/drawingml/2006/main">
              <a:ext uri="{FF2B5EF4-FFF2-40B4-BE49-F238E27FC236}">
                <a16:creationId xmlns:a16="http://schemas.microsoft.com/office/drawing/2014/main" id="{A7672928-7D2D-4C85-B869-806FE33F0CDC}"/>
              </a:ext>
            </a:extLst>
          </p:cNvPr>
          <p:cNvSpPr>
            <a:spLocks xmlns:a="http://schemas.openxmlformats.org/drawingml/2006/main" noGrp="1"/>
          </p:cNvSpPr>
          <p:nvPr/>
        </p:nvSpPr>
        <p:spPr>
          <a:xfrm xmlns:a="http://schemas.openxmlformats.org/drawingml/2006/main">
            <a:off x="115132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56129617" name="">
            <a:extLst xmlns:a="http://schemas.openxmlformats.org/drawingml/2006/main">
              <a:ext uri="{FF2B5EF4-FFF2-40B4-BE49-F238E27FC236}">
                <a16:creationId xmlns:a16="http://schemas.microsoft.com/office/drawing/2014/main" id="{68722F1F-525B-4BC5-B3D9-59E78E118F5D}"/>
              </a:ext>
            </a:extLst>
          </p:cNvPr>
          <p:cNvSpPr>
            <a:spLocks xmlns:a="http://schemas.openxmlformats.org/drawingml/2006/main" noGrp="1"/>
          </p:cNvSpPr>
          <p:nvPr/>
        </p:nvSpPr>
        <p:spPr>
          <a:xfrm xmlns:a="http://schemas.openxmlformats.org/drawingml/2006/main">
            <a:off x="118741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606599119" name="">
            <a:extLst xmlns:a="http://schemas.openxmlformats.org/drawingml/2006/main">
              <a:ext uri="{FF2B5EF4-FFF2-40B4-BE49-F238E27FC236}">
                <a16:creationId xmlns:a16="http://schemas.microsoft.com/office/drawing/2014/main" id="{53FD790C-ABD7-4A8A-B43A-A59F57FEF875}"/>
              </a:ext>
            </a:extLst>
          </p:cNvPr>
          <p:cNvSpPr>
            <a:spLocks xmlns:a="http://schemas.openxmlformats.org/drawingml/2006/main" noGrp="1"/>
          </p:cNvSpPr>
          <p:nvPr/>
        </p:nvSpPr>
        <p:spPr>
          <a:xfrm xmlns:a="http://schemas.openxmlformats.org/drawingml/2006/main">
            <a:off x="122351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502352824" name="">
            <a:extLst xmlns:a="http://schemas.openxmlformats.org/drawingml/2006/main">
              <a:ext uri="{FF2B5EF4-FFF2-40B4-BE49-F238E27FC236}">
                <a16:creationId xmlns:a16="http://schemas.microsoft.com/office/drawing/2014/main" id="{2B22D381-E69E-41DA-8BD6-D31A3F44AE0A}"/>
              </a:ext>
            </a:extLst>
          </p:cNvPr>
          <p:cNvSpPr>
            <a:spLocks xmlns:a="http://schemas.openxmlformats.org/drawingml/2006/main" noGrp="1"/>
          </p:cNvSpPr>
          <p:nvPr/>
        </p:nvSpPr>
        <p:spPr>
          <a:xfrm xmlns:a="http://schemas.openxmlformats.org/drawingml/2006/main">
            <a:off x="125960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28105164" name="">
            <a:extLst xmlns:a="http://schemas.openxmlformats.org/drawingml/2006/main">
              <a:ext uri="{FF2B5EF4-FFF2-40B4-BE49-F238E27FC236}">
                <a16:creationId xmlns:a16="http://schemas.microsoft.com/office/drawing/2014/main" id="{CCA9714E-1269-473E-86E8-62A549278700}"/>
              </a:ext>
            </a:extLst>
          </p:cNvPr>
          <p:cNvSpPr>
            <a:spLocks xmlns:a="http://schemas.openxmlformats.org/drawingml/2006/main" noGrp="1"/>
          </p:cNvSpPr>
          <p:nvPr/>
        </p:nvSpPr>
        <p:spPr>
          <a:xfrm xmlns:a="http://schemas.openxmlformats.org/drawingml/2006/main">
            <a:off x="129570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06720469" name="">
            <a:extLst xmlns:a="http://schemas.openxmlformats.org/drawingml/2006/main">
              <a:ext uri="{FF2B5EF4-FFF2-40B4-BE49-F238E27FC236}">
                <a16:creationId xmlns:a16="http://schemas.microsoft.com/office/drawing/2014/main" id="{1DC8BA06-0CC3-4560-AE9B-186DD2BEA0E0}"/>
              </a:ext>
            </a:extLst>
          </p:cNvPr>
          <p:cNvSpPr>
            <a:spLocks xmlns:a="http://schemas.openxmlformats.org/drawingml/2006/main" noGrp="1"/>
          </p:cNvSpPr>
          <p:nvPr/>
        </p:nvSpPr>
        <p:spPr>
          <a:xfrm xmlns:a="http://schemas.openxmlformats.org/drawingml/2006/main">
            <a:off x="133179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64340064" name="">
            <a:extLst xmlns:a="http://schemas.openxmlformats.org/drawingml/2006/main">
              <a:ext uri="{FF2B5EF4-FFF2-40B4-BE49-F238E27FC236}">
                <a16:creationId xmlns:a16="http://schemas.microsoft.com/office/drawing/2014/main" id="{C61D90B5-0490-4D57-9094-ABCAEB136C00}"/>
              </a:ext>
            </a:extLst>
          </p:cNvPr>
          <p:cNvSpPr>
            <a:spLocks xmlns:a="http://schemas.openxmlformats.org/drawingml/2006/main" noGrp="1"/>
          </p:cNvSpPr>
          <p:nvPr/>
        </p:nvSpPr>
        <p:spPr>
          <a:xfrm xmlns:a="http://schemas.openxmlformats.org/drawingml/2006/main">
            <a:off x="136789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97824824" name="">
            <a:extLst xmlns:a="http://schemas.openxmlformats.org/drawingml/2006/main">
              <a:ext uri="{FF2B5EF4-FFF2-40B4-BE49-F238E27FC236}">
                <a16:creationId xmlns:a16="http://schemas.microsoft.com/office/drawing/2014/main" id="{8C2E454A-4CE9-404B-82B1-062D51CA07C8}"/>
              </a:ext>
            </a:extLst>
          </p:cNvPr>
          <p:cNvSpPr>
            <a:spLocks xmlns:a="http://schemas.openxmlformats.org/drawingml/2006/main" noGrp="1"/>
          </p:cNvSpPr>
          <p:nvPr/>
        </p:nvSpPr>
        <p:spPr>
          <a:xfrm xmlns:a="http://schemas.openxmlformats.org/drawingml/2006/main">
            <a:off x="14039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16410865" name="">
            <a:extLst xmlns:a="http://schemas.openxmlformats.org/drawingml/2006/main">
              <a:ext uri="{FF2B5EF4-FFF2-40B4-BE49-F238E27FC236}">
                <a16:creationId xmlns:a16="http://schemas.microsoft.com/office/drawing/2014/main" id="{B363789B-488B-48D3-A072-12498E21D3E6}"/>
              </a:ext>
            </a:extLst>
          </p:cNvPr>
          <p:cNvSpPr>
            <a:spLocks xmlns:a="http://schemas.openxmlformats.org/drawingml/2006/main" noGrp="1"/>
          </p:cNvSpPr>
          <p:nvPr/>
        </p:nvSpPr>
        <p:spPr>
          <a:xfrm xmlns:a="http://schemas.openxmlformats.org/drawingml/2006/main">
            <a:off x="1440080" y="330547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5333087" name="">
            <a:extLst xmlns:a="http://schemas.openxmlformats.org/drawingml/2006/main">
              <a:ext uri="{FF2B5EF4-FFF2-40B4-BE49-F238E27FC236}">
                <a16:creationId xmlns:a16="http://schemas.microsoft.com/office/drawing/2014/main" id="{AFC04F60-EE12-496D-840A-8E9B41D2CBA1}"/>
              </a:ext>
            </a:extLst>
          </p:cNvPr>
          <p:cNvSpPr>
            <a:spLocks xmlns:a="http://schemas.openxmlformats.org/drawingml/2006/main" noGrp="1"/>
          </p:cNvSpPr>
          <p:nvPr/>
        </p:nvSpPr>
        <p:spPr>
          <a:xfrm xmlns:a="http://schemas.openxmlformats.org/drawingml/2006/main">
            <a:off x="1476174" y="325434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04576368" name="">
            <a:extLst xmlns:a="http://schemas.openxmlformats.org/drawingml/2006/main">
              <a:ext uri="{FF2B5EF4-FFF2-40B4-BE49-F238E27FC236}">
                <a16:creationId xmlns:a16="http://schemas.microsoft.com/office/drawing/2014/main" id="{03552B7D-3C4D-4D63-822C-8D181DFF5315}"/>
              </a:ext>
            </a:extLst>
          </p:cNvPr>
          <p:cNvSpPr>
            <a:spLocks xmlns:a="http://schemas.openxmlformats.org/drawingml/2006/main" noGrp="1"/>
          </p:cNvSpPr>
          <p:nvPr/>
        </p:nvSpPr>
        <p:spPr>
          <a:xfrm xmlns:a="http://schemas.openxmlformats.org/drawingml/2006/main">
            <a:off x="1512269" y="320320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20909462" name="">
            <a:extLst xmlns:a="http://schemas.openxmlformats.org/drawingml/2006/main">
              <a:ext uri="{FF2B5EF4-FFF2-40B4-BE49-F238E27FC236}">
                <a16:creationId xmlns:a16="http://schemas.microsoft.com/office/drawing/2014/main" id="{D9DD4E1A-EB1E-4D3D-996C-F22B67C62A2B}"/>
              </a:ext>
            </a:extLst>
          </p:cNvPr>
          <p:cNvSpPr>
            <a:spLocks xmlns:a="http://schemas.openxmlformats.org/drawingml/2006/main" noGrp="1"/>
          </p:cNvSpPr>
          <p:nvPr/>
        </p:nvSpPr>
        <p:spPr>
          <a:xfrm xmlns:a="http://schemas.openxmlformats.org/drawingml/2006/main">
            <a:off x="1548364" y="315207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77368002" name="">
            <a:extLst xmlns:a="http://schemas.openxmlformats.org/drawingml/2006/main">
              <a:ext uri="{FF2B5EF4-FFF2-40B4-BE49-F238E27FC236}">
                <a16:creationId xmlns:a16="http://schemas.microsoft.com/office/drawing/2014/main" id="{5C4050F2-0B0F-4643-8E79-7818E940BFC1}"/>
              </a:ext>
            </a:extLst>
          </p:cNvPr>
          <p:cNvSpPr>
            <a:spLocks xmlns:a="http://schemas.openxmlformats.org/drawingml/2006/main" noGrp="1"/>
          </p:cNvSpPr>
          <p:nvPr/>
        </p:nvSpPr>
        <p:spPr>
          <a:xfrm xmlns:a="http://schemas.openxmlformats.org/drawingml/2006/main">
            <a:off x="1584459" y="310093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67115801" name="">
            <a:extLst xmlns:a="http://schemas.openxmlformats.org/drawingml/2006/main">
              <a:ext uri="{FF2B5EF4-FFF2-40B4-BE49-F238E27FC236}">
                <a16:creationId xmlns:a16="http://schemas.microsoft.com/office/drawing/2014/main" id="{1963AF0E-A2DF-4656-8C63-4B7152FA6ED1}"/>
              </a:ext>
            </a:extLst>
          </p:cNvPr>
          <p:cNvSpPr>
            <a:spLocks xmlns:a="http://schemas.openxmlformats.org/drawingml/2006/main" noGrp="1"/>
          </p:cNvSpPr>
          <p:nvPr/>
        </p:nvSpPr>
        <p:spPr>
          <a:xfrm xmlns:a="http://schemas.openxmlformats.org/drawingml/2006/main">
            <a:off x="1620553" y="304980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59569478" name="">
            <a:extLst xmlns:a="http://schemas.openxmlformats.org/drawingml/2006/main">
              <a:ext uri="{FF2B5EF4-FFF2-40B4-BE49-F238E27FC236}">
                <a16:creationId xmlns:a16="http://schemas.microsoft.com/office/drawing/2014/main" id="{F5694471-84A0-41AA-9CD8-2183784F0C97}"/>
              </a:ext>
            </a:extLst>
          </p:cNvPr>
          <p:cNvSpPr>
            <a:spLocks xmlns:a="http://schemas.openxmlformats.org/drawingml/2006/main" noGrp="1"/>
          </p:cNvSpPr>
          <p:nvPr/>
        </p:nvSpPr>
        <p:spPr>
          <a:xfrm xmlns:a="http://schemas.openxmlformats.org/drawingml/2006/main">
            <a:off x="1656648" y="299867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75214286" name="">
            <a:extLst xmlns:a="http://schemas.openxmlformats.org/drawingml/2006/main">
              <a:ext uri="{FF2B5EF4-FFF2-40B4-BE49-F238E27FC236}">
                <a16:creationId xmlns:a16="http://schemas.microsoft.com/office/drawing/2014/main" id="{A553177F-AFDB-481C-97DA-6275557943DA}"/>
              </a:ext>
            </a:extLst>
          </p:cNvPr>
          <p:cNvSpPr>
            <a:spLocks xmlns:a="http://schemas.openxmlformats.org/drawingml/2006/main" noGrp="1"/>
          </p:cNvSpPr>
          <p:nvPr/>
        </p:nvSpPr>
        <p:spPr>
          <a:xfrm xmlns:a="http://schemas.openxmlformats.org/drawingml/2006/main">
            <a:off x="1692743" y="294753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872907103" name="">
            <a:extLst xmlns:a="http://schemas.openxmlformats.org/drawingml/2006/main">
              <a:ext uri="{FF2B5EF4-FFF2-40B4-BE49-F238E27FC236}">
                <a16:creationId xmlns:a16="http://schemas.microsoft.com/office/drawing/2014/main" id="{A1A5545F-1DE3-4269-9CFF-B4230932D0A1}"/>
              </a:ext>
            </a:extLst>
          </p:cNvPr>
          <p:cNvSpPr>
            <a:spLocks xmlns:a="http://schemas.openxmlformats.org/drawingml/2006/main" noGrp="1"/>
          </p:cNvSpPr>
          <p:nvPr/>
        </p:nvSpPr>
        <p:spPr>
          <a:xfrm xmlns:a="http://schemas.openxmlformats.org/drawingml/2006/main">
            <a:off x="1728838" y="289640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3314810" name="">
            <a:extLst xmlns:a="http://schemas.openxmlformats.org/drawingml/2006/main">
              <a:ext uri="{FF2B5EF4-FFF2-40B4-BE49-F238E27FC236}">
                <a16:creationId xmlns:a16="http://schemas.microsoft.com/office/drawing/2014/main" id="{16F8BE62-F79F-48B0-95DE-F9CF84680134}"/>
              </a:ext>
            </a:extLst>
          </p:cNvPr>
          <p:cNvSpPr>
            <a:spLocks xmlns:a="http://schemas.openxmlformats.org/drawingml/2006/main" noGrp="1"/>
          </p:cNvSpPr>
          <p:nvPr/>
        </p:nvSpPr>
        <p:spPr>
          <a:xfrm xmlns:a="http://schemas.openxmlformats.org/drawingml/2006/main">
            <a:off x="1764932" y="284526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790068441" name="">
            <a:extLst xmlns:a="http://schemas.openxmlformats.org/drawingml/2006/main">
              <a:ext uri="{FF2B5EF4-FFF2-40B4-BE49-F238E27FC236}">
                <a16:creationId xmlns:a16="http://schemas.microsoft.com/office/drawing/2014/main" id="{F82B4077-9587-420E-939C-7989598DBCA4}"/>
              </a:ext>
            </a:extLst>
          </p:cNvPr>
          <p:cNvSpPr>
            <a:spLocks xmlns:a="http://schemas.openxmlformats.org/drawingml/2006/main" noGrp="1"/>
          </p:cNvSpPr>
          <p:nvPr/>
        </p:nvSpPr>
        <p:spPr>
          <a:xfrm xmlns:a="http://schemas.openxmlformats.org/drawingml/2006/main">
            <a:off x="1801027" y="279413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83407666" name="">
            <a:extLst xmlns:a="http://schemas.openxmlformats.org/drawingml/2006/main">
              <a:ext uri="{FF2B5EF4-FFF2-40B4-BE49-F238E27FC236}">
                <a16:creationId xmlns:a16="http://schemas.microsoft.com/office/drawing/2014/main" id="{BA498029-64F9-4798-8AB7-8B042F4A22E1}"/>
              </a:ext>
            </a:extLst>
          </p:cNvPr>
          <p:cNvSpPr>
            <a:spLocks xmlns:a="http://schemas.openxmlformats.org/drawingml/2006/main" noGrp="1"/>
          </p:cNvSpPr>
          <p:nvPr/>
        </p:nvSpPr>
        <p:spPr>
          <a:xfrm xmlns:a="http://schemas.openxmlformats.org/drawingml/2006/main">
            <a:off x="1837122" y="274299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82216504" name="">
            <a:extLst xmlns:a="http://schemas.openxmlformats.org/drawingml/2006/main">
              <a:ext uri="{FF2B5EF4-FFF2-40B4-BE49-F238E27FC236}">
                <a16:creationId xmlns:a16="http://schemas.microsoft.com/office/drawing/2014/main" id="{FD87CA47-6BBF-46B3-BEF1-EBC4CD40C5A5}"/>
              </a:ext>
            </a:extLst>
          </p:cNvPr>
          <p:cNvSpPr>
            <a:spLocks xmlns:a="http://schemas.openxmlformats.org/drawingml/2006/main" noGrp="1"/>
          </p:cNvSpPr>
          <p:nvPr/>
        </p:nvSpPr>
        <p:spPr>
          <a:xfrm xmlns:a="http://schemas.openxmlformats.org/drawingml/2006/main">
            <a:off x="1873217" y="269186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20090161" name="">
            <a:extLst xmlns:a="http://schemas.openxmlformats.org/drawingml/2006/main">
              <a:ext uri="{FF2B5EF4-FFF2-40B4-BE49-F238E27FC236}">
                <a16:creationId xmlns:a16="http://schemas.microsoft.com/office/drawing/2014/main" id="{560DE84B-01B1-4908-97BB-BF3B8442D19D}"/>
              </a:ext>
            </a:extLst>
          </p:cNvPr>
          <p:cNvSpPr>
            <a:spLocks xmlns:a="http://schemas.openxmlformats.org/drawingml/2006/main" noGrp="1"/>
          </p:cNvSpPr>
          <p:nvPr/>
        </p:nvSpPr>
        <p:spPr>
          <a:xfrm xmlns:a="http://schemas.openxmlformats.org/drawingml/2006/main">
            <a:off x="1909311" y="264073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08992122" name="">
            <a:extLst xmlns:a="http://schemas.openxmlformats.org/drawingml/2006/main">
              <a:ext uri="{FF2B5EF4-FFF2-40B4-BE49-F238E27FC236}">
                <a16:creationId xmlns:a16="http://schemas.microsoft.com/office/drawing/2014/main" id="{F7696DF8-3D75-4ED2-BDD2-6465FD73465B}"/>
              </a:ext>
            </a:extLst>
          </p:cNvPr>
          <p:cNvSpPr>
            <a:spLocks xmlns:a="http://schemas.openxmlformats.org/drawingml/2006/main" noGrp="1"/>
          </p:cNvSpPr>
          <p:nvPr/>
        </p:nvSpPr>
        <p:spPr>
          <a:xfrm xmlns:a="http://schemas.openxmlformats.org/drawingml/2006/main">
            <a:off x="1945406" y="258959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78845504" name="">
            <a:extLst xmlns:a="http://schemas.openxmlformats.org/drawingml/2006/main">
              <a:ext uri="{FF2B5EF4-FFF2-40B4-BE49-F238E27FC236}">
                <a16:creationId xmlns:a16="http://schemas.microsoft.com/office/drawing/2014/main" id="{6B28616F-3626-4CB9-AF6B-EF5A33F2340D}"/>
              </a:ext>
            </a:extLst>
          </p:cNvPr>
          <p:cNvSpPr>
            <a:spLocks xmlns:a="http://schemas.openxmlformats.org/drawingml/2006/main" noGrp="1"/>
          </p:cNvSpPr>
          <p:nvPr/>
        </p:nvSpPr>
        <p:spPr>
          <a:xfrm xmlns:a="http://schemas.openxmlformats.org/drawingml/2006/main">
            <a:off x="1981501" y="2538463"/>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19704153" name="">
            <a:extLst xmlns:a="http://schemas.openxmlformats.org/drawingml/2006/main">
              <a:ext uri="{FF2B5EF4-FFF2-40B4-BE49-F238E27FC236}">
                <a16:creationId xmlns:a16="http://schemas.microsoft.com/office/drawing/2014/main" id="{165B60C5-464E-42E0-A751-490A558F7DEA}"/>
              </a:ext>
            </a:extLst>
          </p:cNvPr>
          <p:cNvSpPr>
            <a:spLocks xmlns:a="http://schemas.openxmlformats.org/drawingml/2006/main" noGrp="1"/>
          </p:cNvSpPr>
          <p:nvPr/>
        </p:nvSpPr>
        <p:spPr>
          <a:xfrm xmlns:a="http://schemas.openxmlformats.org/drawingml/2006/main">
            <a:off x="2017596" y="248732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28655764" name="">
            <a:extLst xmlns:a="http://schemas.openxmlformats.org/drawingml/2006/main">
              <a:ext uri="{FF2B5EF4-FFF2-40B4-BE49-F238E27FC236}">
                <a16:creationId xmlns:a16="http://schemas.microsoft.com/office/drawing/2014/main" id="{99BCAAC7-38B9-43C6-A127-490F502AB756}"/>
              </a:ext>
            </a:extLst>
          </p:cNvPr>
          <p:cNvSpPr>
            <a:spLocks xmlns:a="http://schemas.openxmlformats.org/drawingml/2006/main" noGrp="1"/>
          </p:cNvSpPr>
          <p:nvPr/>
        </p:nvSpPr>
        <p:spPr>
          <a:xfrm xmlns:a="http://schemas.openxmlformats.org/drawingml/2006/main">
            <a:off x="2053690" y="243619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1124457" name="">
            <a:extLst xmlns:a="http://schemas.openxmlformats.org/drawingml/2006/main">
              <a:ext uri="{FF2B5EF4-FFF2-40B4-BE49-F238E27FC236}">
                <a16:creationId xmlns:a16="http://schemas.microsoft.com/office/drawing/2014/main" id="{ED95CB2E-3D80-4500-AEB2-AAA43F86CCE6}"/>
              </a:ext>
            </a:extLst>
          </p:cNvPr>
          <p:cNvSpPr>
            <a:spLocks xmlns:a="http://schemas.openxmlformats.org/drawingml/2006/main" noGrp="1"/>
          </p:cNvSpPr>
          <p:nvPr/>
        </p:nvSpPr>
        <p:spPr>
          <a:xfrm xmlns:a="http://schemas.openxmlformats.org/drawingml/2006/main">
            <a:off x="2089785" y="238506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53763463" name="">
            <a:extLst xmlns:a="http://schemas.openxmlformats.org/drawingml/2006/main">
              <a:ext uri="{FF2B5EF4-FFF2-40B4-BE49-F238E27FC236}">
                <a16:creationId xmlns:a16="http://schemas.microsoft.com/office/drawing/2014/main" id="{9022F18F-F88E-4C62-A329-FF6F10C8FA13}"/>
              </a:ext>
            </a:extLst>
          </p:cNvPr>
          <p:cNvSpPr>
            <a:spLocks xmlns:a="http://schemas.openxmlformats.org/drawingml/2006/main" noGrp="1"/>
          </p:cNvSpPr>
          <p:nvPr/>
        </p:nvSpPr>
        <p:spPr>
          <a:xfrm xmlns:a="http://schemas.openxmlformats.org/drawingml/2006/main">
            <a:off x="11906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ReLU</a:t>
            </a:r>
          </a:p>
        </p:txBody>
      </p:sp>
      <p:sp>
        <p:nvSpPr>
          <p:cNvPr id="840080950" name="">
            <a:extLst xmlns:a="http://schemas.openxmlformats.org/drawingml/2006/main">
              <a:ext uri="{FF2B5EF4-FFF2-40B4-BE49-F238E27FC236}">
                <a16:creationId xmlns:a16="http://schemas.microsoft.com/office/drawing/2014/main" id="{D722BBFB-B242-419D-8F0F-23A50D43F396}"/>
              </a:ext>
            </a:extLst>
          </p:cNvPr>
          <p:cNvSpPr>
            <a:spLocks xmlns:a="http://schemas.openxmlformats.org/drawingml/2006/main" noGrp="1"/>
          </p:cNvSpPr>
          <p:nvPr/>
        </p:nvSpPr>
        <p:spPr>
          <a:xfrm xmlns:a="http://schemas.openxmlformats.org/drawingml/2006/main">
            <a:off x="40005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872013131" name="">
            <a:extLst xmlns:a="http://schemas.openxmlformats.org/drawingml/2006/main">
              <a:ext uri="{FF2B5EF4-FFF2-40B4-BE49-F238E27FC236}">
                <a16:creationId xmlns:a16="http://schemas.microsoft.com/office/drawing/2014/main" id="{BFCCC1CB-0C83-4B06-AF22-AF16BAB4E16D}"/>
              </a:ext>
            </a:extLst>
          </p:cNvPr>
          <p:cNvSpPr>
            <a:spLocks xmlns:a="http://schemas.openxmlformats.org/drawingml/2006/main" noGrp="1"/>
          </p:cNvSpPr>
          <p:nvPr/>
        </p:nvSpPr>
        <p:spPr>
          <a:xfrm xmlns:a="http://schemas.openxmlformats.org/drawingml/2006/main">
            <a:off x="39052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64811328" name="">
            <a:extLst xmlns:a="http://schemas.openxmlformats.org/drawingml/2006/main">
              <a:ext uri="{FF2B5EF4-FFF2-40B4-BE49-F238E27FC236}">
                <a16:creationId xmlns:a16="http://schemas.microsoft.com/office/drawing/2014/main" id="{0C509FA9-CD3E-4EE4-B9AE-C5B8411F6B2E}"/>
              </a:ext>
            </a:extLst>
          </p:cNvPr>
          <p:cNvSpPr>
            <a:spLocks xmlns:a="http://schemas.openxmlformats.org/drawingml/2006/main" noGrp="1"/>
          </p:cNvSpPr>
          <p:nvPr/>
        </p:nvSpPr>
        <p:spPr>
          <a:xfrm xmlns:a="http://schemas.openxmlformats.org/drawingml/2006/main">
            <a:off x="3289935" y="33412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425199095" name="">
            <a:extLst xmlns:a="http://schemas.openxmlformats.org/drawingml/2006/main">
              <a:ext uri="{FF2B5EF4-FFF2-40B4-BE49-F238E27FC236}">
                <a16:creationId xmlns:a16="http://schemas.microsoft.com/office/drawing/2014/main" id="{B0BE2EBA-4627-45E0-AB21-BD84778F27BC}"/>
              </a:ext>
            </a:extLst>
          </p:cNvPr>
          <p:cNvSpPr>
            <a:spLocks xmlns:a="http://schemas.openxmlformats.org/drawingml/2006/main" noGrp="1"/>
          </p:cNvSpPr>
          <p:nvPr/>
        </p:nvSpPr>
        <p:spPr>
          <a:xfrm xmlns:a="http://schemas.openxmlformats.org/drawingml/2006/main">
            <a:off x="3326030" y="333876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05052234" name="">
            <a:extLst xmlns:a="http://schemas.openxmlformats.org/drawingml/2006/main">
              <a:ext uri="{FF2B5EF4-FFF2-40B4-BE49-F238E27FC236}">
                <a16:creationId xmlns:a16="http://schemas.microsoft.com/office/drawing/2014/main" id="{957E062F-FA5A-4B50-890B-4D7D6DC8EDCF}"/>
              </a:ext>
            </a:extLst>
          </p:cNvPr>
          <p:cNvSpPr>
            <a:spLocks xmlns:a="http://schemas.openxmlformats.org/drawingml/2006/main" noGrp="1"/>
          </p:cNvSpPr>
          <p:nvPr/>
        </p:nvSpPr>
        <p:spPr>
          <a:xfrm xmlns:a="http://schemas.openxmlformats.org/drawingml/2006/main">
            <a:off x="3362124" y="333591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74290509" name="">
            <a:extLst xmlns:a="http://schemas.openxmlformats.org/drawingml/2006/main">
              <a:ext uri="{FF2B5EF4-FFF2-40B4-BE49-F238E27FC236}">
                <a16:creationId xmlns:a16="http://schemas.microsoft.com/office/drawing/2014/main" id="{211C9E78-F1C6-457D-8720-1C2A6CFBFFCA}"/>
              </a:ext>
            </a:extLst>
          </p:cNvPr>
          <p:cNvSpPr>
            <a:spLocks xmlns:a="http://schemas.openxmlformats.org/drawingml/2006/main" noGrp="1"/>
          </p:cNvSpPr>
          <p:nvPr/>
        </p:nvSpPr>
        <p:spPr>
          <a:xfrm xmlns:a="http://schemas.openxmlformats.org/drawingml/2006/main">
            <a:off x="3398219" y="33326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78984147" name="">
            <a:extLst xmlns:a="http://schemas.openxmlformats.org/drawingml/2006/main">
              <a:ext uri="{FF2B5EF4-FFF2-40B4-BE49-F238E27FC236}">
                <a16:creationId xmlns:a16="http://schemas.microsoft.com/office/drawing/2014/main" id="{D22926D8-91FB-41D0-BC44-9527770620E2}"/>
              </a:ext>
            </a:extLst>
          </p:cNvPr>
          <p:cNvSpPr>
            <a:spLocks xmlns:a="http://schemas.openxmlformats.org/drawingml/2006/main" noGrp="1"/>
          </p:cNvSpPr>
          <p:nvPr/>
        </p:nvSpPr>
        <p:spPr>
          <a:xfrm xmlns:a="http://schemas.openxmlformats.org/drawingml/2006/main">
            <a:off x="3434314" y="332888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06341970" name="">
            <a:extLst xmlns:a="http://schemas.openxmlformats.org/drawingml/2006/main">
              <a:ext uri="{FF2B5EF4-FFF2-40B4-BE49-F238E27FC236}">
                <a16:creationId xmlns:a16="http://schemas.microsoft.com/office/drawing/2014/main" id="{DF54D066-692D-4ADF-AA2C-D08E08668635}"/>
              </a:ext>
            </a:extLst>
          </p:cNvPr>
          <p:cNvSpPr>
            <a:spLocks xmlns:a="http://schemas.openxmlformats.org/drawingml/2006/main" noGrp="1"/>
          </p:cNvSpPr>
          <p:nvPr/>
        </p:nvSpPr>
        <p:spPr>
          <a:xfrm xmlns:a="http://schemas.openxmlformats.org/drawingml/2006/main">
            <a:off x="3470409" y="332461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410595959" name="">
            <a:extLst xmlns:a="http://schemas.openxmlformats.org/drawingml/2006/main">
              <a:ext uri="{FF2B5EF4-FFF2-40B4-BE49-F238E27FC236}">
                <a16:creationId xmlns:a16="http://schemas.microsoft.com/office/drawing/2014/main" id="{63877E92-AD07-40A9-8B90-61736E7BAD98}"/>
              </a:ext>
            </a:extLst>
          </p:cNvPr>
          <p:cNvSpPr>
            <a:spLocks xmlns:a="http://schemas.openxmlformats.org/drawingml/2006/main" noGrp="1"/>
          </p:cNvSpPr>
          <p:nvPr/>
        </p:nvSpPr>
        <p:spPr>
          <a:xfrm xmlns:a="http://schemas.openxmlformats.org/drawingml/2006/main">
            <a:off x="3506503" y="331976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76299437" name="">
            <a:extLst xmlns:a="http://schemas.openxmlformats.org/drawingml/2006/main">
              <a:ext uri="{FF2B5EF4-FFF2-40B4-BE49-F238E27FC236}">
                <a16:creationId xmlns:a16="http://schemas.microsoft.com/office/drawing/2014/main" id="{F66CF11B-BCB3-4A08-9F3A-231D844FB00D}"/>
              </a:ext>
            </a:extLst>
          </p:cNvPr>
          <p:cNvSpPr>
            <a:spLocks xmlns:a="http://schemas.openxmlformats.org/drawingml/2006/main" noGrp="1"/>
          </p:cNvSpPr>
          <p:nvPr/>
        </p:nvSpPr>
        <p:spPr>
          <a:xfrm xmlns:a="http://schemas.openxmlformats.org/drawingml/2006/main">
            <a:off x="3542598" y="331428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20137843" name="">
            <a:extLst xmlns:a="http://schemas.openxmlformats.org/drawingml/2006/main">
              <a:ext uri="{FF2B5EF4-FFF2-40B4-BE49-F238E27FC236}">
                <a16:creationId xmlns:a16="http://schemas.microsoft.com/office/drawing/2014/main" id="{6EA65304-AA1D-4F1E-A30D-B241C43A7995}"/>
              </a:ext>
            </a:extLst>
          </p:cNvPr>
          <p:cNvSpPr>
            <a:spLocks xmlns:a="http://schemas.openxmlformats.org/drawingml/2006/main" noGrp="1"/>
          </p:cNvSpPr>
          <p:nvPr/>
        </p:nvSpPr>
        <p:spPr>
          <a:xfrm xmlns:a="http://schemas.openxmlformats.org/drawingml/2006/main">
            <a:off x="3578693" y="330812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114789534" name="">
            <a:extLst xmlns:a="http://schemas.openxmlformats.org/drawingml/2006/main">
              <a:ext uri="{FF2B5EF4-FFF2-40B4-BE49-F238E27FC236}">
                <a16:creationId xmlns:a16="http://schemas.microsoft.com/office/drawing/2014/main" id="{A5C4A3BF-91D1-479F-9805-3EAA4A6FC742}"/>
              </a:ext>
            </a:extLst>
          </p:cNvPr>
          <p:cNvSpPr>
            <a:spLocks xmlns:a="http://schemas.openxmlformats.org/drawingml/2006/main" noGrp="1"/>
          </p:cNvSpPr>
          <p:nvPr/>
        </p:nvSpPr>
        <p:spPr>
          <a:xfrm xmlns:a="http://schemas.openxmlformats.org/drawingml/2006/main">
            <a:off x="3614788" y="330125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053974614" name="">
            <a:extLst xmlns:a="http://schemas.openxmlformats.org/drawingml/2006/main">
              <a:ext uri="{FF2B5EF4-FFF2-40B4-BE49-F238E27FC236}">
                <a16:creationId xmlns:a16="http://schemas.microsoft.com/office/drawing/2014/main" id="{661D2CC7-4EC3-4BE6-B690-58C0DF4D876E}"/>
              </a:ext>
            </a:extLst>
          </p:cNvPr>
          <p:cNvSpPr>
            <a:spLocks xmlns:a="http://schemas.openxmlformats.org/drawingml/2006/main" noGrp="1"/>
          </p:cNvSpPr>
          <p:nvPr/>
        </p:nvSpPr>
        <p:spPr>
          <a:xfrm xmlns:a="http://schemas.openxmlformats.org/drawingml/2006/main">
            <a:off x="3650882" y="32936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44438651" name="">
            <a:extLst xmlns:a="http://schemas.openxmlformats.org/drawingml/2006/main">
              <a:ext uri="{FF2B5EF4-FFF2-40B4-BE49-F238E27FC236}">
                <a16:creationId xmlns:a16="http://schemas.microsoft.com/office/drawing/2014/main" id="{75A09D6F-C00A-4DF6-ADAC-880D7DF81C49}"/>
              </a:ext>
            </a:extLst>
          </p:cNvPr>
          <p:cNvSpPr>
            <a:spLocks xmlns:a="http://schemas.openxmlformats.org/drawingml/2006/main" noGrp="1"/>
          </p:cNvSpPr>
          <p:nvPr/>
        </p:nvSpPr>
        <p:spPr>
          <a:xfrm xmlns:a="http://schemas.openxmlformats.org/drawingml/2006/main">
            <a:off x="3686976" y="3285223"/>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51569977" name="">
            <a:extLst xmlns:a="http://schemas.openxmlformats.org/drawingml/2006/main">
              <a:ext uri="{FF2B5EF4-FFF2-40B4-BE49-F238E27FC236}">
                <a16:creationId xmlns:a16="http://schemas.microsoft.com/office/drawing/2014/main" id="{3FC1A50A-0CFC-4E23-97A8-12308113F7B5}"/>
              </a:ext>
            </a:extLst>
          </p:cNvPr>
          <p:cNvSpPr>
            <a:spLocks xmlns:a="http://schemas.openxmlformats.org/drawingml/2006/main" noGrp="1"/>
          </p:cNvSpPr>
          <p:nvPr/>
        </p:nvSpPr>
        <p:spPr>
          <a:xfrm xmlns:a="http://schemas.openxmlformats.org/drawingml/2006/main">
            <a:off x="3723072" y="32760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61478552" name="">
            <a:extLst xmlns:a="http://schemas.openxmlformats.org/drawingml/2006/main">
              <a:ext uri="{FF2B5EF4-FFF2-40B4-BE49-F238E27FC236}">
                <a16:creationId xmlns:a16="http://schemas.microsoft.com/office/drawing/2014/main" id="{5412A014-9328-4125-BA55-CC7481736F4F}"/>
              </a:ext>
            </a:extLst>
          </p:cNvPr>
          <p:cNvSpPr>
            <a:spLocks xmlns:a="http://schemas.openxmlformats.org/drawingml/2006/main" noGrp="1"/>
          </p:cNvSpPr>
          <p:nvPr/>
        </p:nvSpPr>
        <p:spPr>
          <a:xfrm xmlns:a="http://schemas.openxmlformats.org/drawingml/2006/main">
            <a:off x="3759166" y="32661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14674487" name="">
            <a:extLst xmlns:a="http://schemas.openxmlformats.org/drawingml/2006/main">
              <a:ext uri="{FF2B5EF4-FFF2-40B4-BE49-F238E27FC236}">
                <a16:creationId xmlns:a16="http://schemas.microsoft.com/office/drawing/2014/main" id="{A64B6503-46E3-4DE2-8380-AFAF1DBAB1AD}"/>
              </a:ext>
            </a:extLst>
          </p:cNvPr>
          <p:cNvSpPr>
            <a:spLocks xmlns:a="http://schemas.openxmlformats.org/drawingml/2006/main" noGrp="1"/>
          </p:cNvSpPr>
          <p:nvPr/>
        </p:nvSpPr>
        <p:spPr>
          <a:xfrm xmlns:a="http://schemas.openxmlformats.org/drawingml/2006/main">
            <a:off x="3795261" y="325547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32700339" name="">
            <a:extLst xmlns:a="http://schemas.openxmlformats.org/drawingml/2006/main">
              <a:ext uri="{FF2B5EF4-FFF2-40B4-BE49-F238E27FC236}">
                <a16:creationId xmlns:a16="http://schemas.microsoft.com/office/drawing/2014/main" id="{9002F41E-692C-45A6-A1CB-603EEE52830F}"/>
              </a:ext>
            </a:extLst>
          </p:cNvPr>
          <p:cNvSpPr>
            <a:spLocks xmlns:a="http://schemas.openxmlformats.org/drawingml/2006/main" noGrp="1"/>
          </p:cNvSpPr>
          <p:nvPr/>
        </p:nvSpPr>
        <p:spPr>
          <a:xfrm xmlns:a="http://schemas.openxmlformats.org/drawingml/2006/main">
            <a:off x="3831356" y="3244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93746230" name="">
            <a:extLst xmlns:a="http://schemas.openxmlformats.org/drawingml/2006/main">
              <a:ext uri="{FF2B5EF4-FFF2-40B4-BE49-F238E27FC236}">
                <a16:creationId xmlns:a16="http://schemas.microsoft.com/office/drawing/2014/main" id="{363C10F8-CB08-470C-B8FD-024367E2CAE6}"/>
              </a:ext>
            </a:extLst>
          </p:cNvPr>
          <p:cNvSpPr>
            <a:spLocks xmlns:a="http://schemas.openxmlformats.org/drawingml/2006/main" noGrp="1"/>
          </p:cNvSpPr>
          <p:nvPr/>
        </p:nvSpPr>
        <p:spPr>
          <a:xfrm xmlns:a="http://schemas.openxmlformats.org/drawingml/2006/main">
            <a:off x="3867451" y="32323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405671781" name="">
            <a:extLst xmlns:a="http://schemas.openxmlformats.org/drawingml/2006/main">
              <a:ext uri="{FF2B5EF4-FFF2-40B4-BE49-F238E27FC236}">
                <a16:creationId xmlns:a16="http://schemas.microsoft.com/office/drawing/2014/main" id="{34D26F22-C75C-466B-85EF-9C6528CB81D2}"/>
              </a:ext>
            </a:extLst>
          </p:cNvPr>
          <p:cNvSpPr>
            <a:spLocks xmlns:a="http://schemas.openxmlformats.org/drawingml/2006/main" noGrp="1"/>
          </p:cNvSpPr>
          <p:nvPr/>
        </p:nvSpPr>
        <p:spPr>
          <a:xfrm xmlns:a="http://schemas.openxmlformats.org/drawingml/2006/main">
            <a:off x="3903546" y="32200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396292131" name="">
            <a:extLst xmlns:a="http://schemas.openxmlformats.org/drawingml/2006/main">
              <a:ext uri="{FF2B5EF4-FFF2-40B4-BE49-F238E27FC236}">
                <a16:creationId xmlns:a16="http://schemas.microsoft.com/office/drawing/2014/main" id="{53CD0F9B-DEE9-4A32-9DFB-025155EFEB2F}"/>
              </a:ext>
            </a:extLst>
          </p:cNvPr>
          <p:cNvSpPr>
            <a:spLocks xmlns:a="http://schemas.openxmlformats.org/drawingml/2006/main" noGrp="1"/>
          </p:cNvSpPr>
          <p:nvPr/>
        </p:nvSpPr>
        <p:spPr>
          <a:xfrm xmlns:a="http://schemas.openxmlformats.org/drawingml/2006/main">
            <a:off x="3939639" y="32074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277605905" name="">
            <a:extLst xmlns:a="http://schemas.openxmlformats.org/drawingml/2006/main">
              <a:ext uri="{FF2B5EF4-FFF2-40B4-BE49-F238E27FC236}">
                <a16:creationId xmlns:a16="http://schemas.microsoft.com/office/drawing/2014/main" id="{BEB22566-27D6-4FCF-AD8E-1071990B1EBA}"/>
              </a:ext>
            </a:extLst>
          </p:cNvPr>
          <p:cNvSpPr>
            <a:spLocks xmlns:a="http://schemas.openxmlformats.org/drawingml/2006/main" noGrp="1"/>
          </p:cNvSpPr>
          <p:nvPr/>
        </p:nvSpPr>
        <p:spPr>
          <a:xfrm xmlns:a="http://schemas.openxmlformats.org/drawingml/2006/main">
            <a:off x="3975735" y="31946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33084678" name="">
            <a:extLst xmlns:a="http://schemas.openxmlformats.org/drawingml/2006/main">
              <a:ext uri="{FF2B5EF4-FFF2-40B4-BE49-F238E27FC236}">
                <a16:creationId xmlns:a16="http://schemas.microsoft.com/office/drawing/2014/main" id="{91DB7DCD-A26C-4C1B-A615-C38A721F180F}"/>
              </a:ext>
            </a:extLst>
          </p:cNvPr>
          <p:cNvSpPr>
            <a:spLocks xmlns:a="http://schemas.openxmlformats.org/drawingml/2006/main" noGrp="1"/>
          </p:cNvSpPr>
          <p:nvPr/>
        </p:nvSpPr>
        <p:spPr>
          <a:xfrm xmlns:a="http://schemas.openxmlformats.org/drawingml/2006/main">
            <a:off x="4011829" y="318192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42133995" name="">
            <a:extLst xmlns:a="http://schemas.openxmlformats.org/drawingml/2006/main">
              <a:ext uri="{FF2B5EF4-FFF2-40B4-BE49-F238E27FC236}">
                <a16:creationId xmlns:a16="http://schemas.microsoft.com/office/drawing/2014/main" id="{EECF4FAE-F6CD-4CB6-886A-8EBE342E882B}"/>
              </a:ext>
            </a:extLst>
          </p:cNvPr>
          <p:cNvSpPr>
            <a:spLocks xmlns:a="http://schemas.openxmlformats.org/drawingml/2006/main" noGrp="1"/>
          </p:cNvSpPr>
          <p:nvPr/>
        </p:nvSpPr>
        <p:spPr>
          <a:xfrm xmlns:a="http://schemas.openxmlformats.org/drawingml/2006/main">
            <a:off x="4047924" y="316932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89960980" name="">
            <a:extLst xmlns:a="http://schemas.openxmlformats.org/drawingml/2006/main">
              <a:ext uri="{FF2B5EF4-FFF2-40B4-BE49-F238E27FC236}">
                <a16:creationId xmlns:a16="http://schemas.microsoft.com/office/drawing/2014/main" id="{54F7601A-2C98-4198-ABBD-41C079B5A9AB}"/>
              </a:ext>
            </a:extLst>
          </p:cNvPr>
          <p:cNvSpPr>
            <a:spLocks xmlns:a="http://schemas.openxmlformats.org/drawingml/2006/main" noGrp="1"/>
          </p:cNvSpPr>
          <p:nvPr/>
        </p:nvSpPr>
        <p:spPr>
          <a:xfrm xmlns:a="http://schemas.openxmlformats.org/drawingml/2006/main">
            <a:off x="4084019" y="31570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819975295" name="">
            <a:extLst xmlns:a="http://schemas.openxmlformats.org/drawingml/2006/main">
              <a:ext uri="{FF2B5EF4-FFF2-40B4-BE49-F238E27FC236}">
                <a16:creationId xmlns:a16="http://schemas.microsoft.com/office/drawing/2014/main" id="{E1C0C6CF-F57D-421A-90A6-BDA090738764}"/>
              </a:ext>
            </a:extLst>
          </p:cNvPr>
          <p:cNvSpPr>
            <a:spLocks xmlns:a="http://schemas.openxmlformats.org/drawingml/2006/main" noGrp="1"/>
          </p:cNvSpPr>
          <p:nvPr/>
        </p:nvSpPr>
        <p:spPr>
          <a:xfrm xmlns:a="http://schemas.openxmlformats.org/drawingml/2006/main">
            <a:off x="4120114" y="3145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466494075" name="">
            <a:extLst xmlns:a="http://schemas.openxmlformats.org/drawingml/2006/main">
              <a:ext uri="{FF2B5EF4-FFF2-40B4-BE49-F238E27FC236}">
                <a16:creationId xmlns:a16="http://schemas.microsoft.com/office/drawing/2014/main" id="{6323836A-DB0C-4955-BF8F-6FC44580AE75}"/>
              </a:ext>
            </a:extLst>
          </p:cNvPr>
          <p:cNvSpPr>
            <a:spLocks xmlns:a="http://schemas.openxmlformats.org/drawingml/2006/main" noGrp="1"/>
          </p:cNvSpPr>
          <p:nvPr/>
        </p:nvSpPr>
        <p:spPr>
          <a:xfrm xmlns:a="http://schemas.openxmlformats.org/drawingml/2006/main">
            <a:off x="4156209" y="313389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93747432" name="">
            <a:extLst xmlns:a="http://schemas.openxmlformats.org/drawingml/2006/main">
              <a:ext uri="{FF2B5EF4-FFF2-40B4-BE49-F238E27FC236}">
                <a16:creationId xmlns:a16="http://schemas.microsoft.com/office/drawing/2014/main" id="{E81DA758-556E-450C-BC5E-334512C1C36F}"/>
              </a:ext>
            </a:extLst>
          </p:cNvPr>
          <p:cNvSpPr>
            <a:spLocks xmlns:a="http://schemas.openxmlformats.org/drawingml/2006/main" noGrp="1"/>
          </p:cNvSpPr>
          <p:nvPr/>
        </p:nvSpPr>
        <p:spPr>
          <a:xfrm xmlns:a="http://schemas.openxmlformats.org/drawingml/2006/main">
            <a:off x="4192303" y="31232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555235436" name="">
            <a:extLst xmlns:a="http://schemas.openxmlformats.org/drawingml/2006/main">
              <a:ext uri="{FF2B5EF4-FFF2-40B4-BE49-F238E27FC236}">
                <a16:creationId xmlns:a16="http://schemas.microsoft.com/office/drawing/2014/main" id="{A057F7EE-F9F1-43EC-9A01-EE1CAB9E298E}"/>
              </a:ext>
            </a:extLst>
          </p:cNvPr>
          <p:cNvSpPr>
            <a:spLocks xmlns:a="http://schemas.openxmlformats.org/drawingml/2006/main" noGrp="1"/>
          </p:cNvSpPr>
          <p:nvPr/>
        </p:nvSpPr>
        <p:spPr>
          <a:xfrm xmlns:a="http://schemas.openxmlformats.org/drawingml/2006/main">
            <a:off x="4228398" y="31133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957126772" name="">
            <a:extLst xmlns:a="http://schemas.openxmlformats.org/drawingml/2006/main">
              <a:ext uri="{FF2B5EF4-FFF2-40B4-BE49-F238E27FC236}">
                <a16:creationId xmlns:a16="http://schemas.microsoft.com/office/drawing/2014/main" id="{E71F5C05-28F5-45F7-817B-BD1634E1D15E}"/>
              </a:ext>
            </a:extLst>
          </p:cNvPr>
          <p:cNvSpPr>
            <a:spLocks xmlns:a="http://schemas.openxmlformats.org/drawingml/2006/main" noGrp="1"/>
          </p:cNvSpPr>
          <p:nvPr/>
        </p:nvSpPr>
        <p:spPr>
          <a:xfrm xmlns:a="http://schemas.openxmlformats.org/drawingml/2006/main">
            <a:off x="4264493" y="310414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20781012" name="">
            <a:extLst xmlns:a="http://schemas.openxmlformats.org/drawingml/2006/main">
              <a:ext uri="{FF2B5EF4-FFF2-40B4-BE49-F238E27FC236}">
                <a16:creationId xmlns:a16="http://schemas.microsoft.com/office/drawing/2014/main" id="{CDCFE4EE-096B-446F-971D-6351E51C6282}"/>
              </a:ext>
            </a:extLst>
          </p:cNvPr>
          <p:cNvSpPr>
            <a:spLocks xmlns:a="http://schemas.openxmlformats.org/drawingml/2006/main" noGrp="1"/>
          </p:cNvSpPr>
          <p:nvPr/>
        </p:nvSpPr>
        <p:spPr>
          <a:xfrm xmlns:a="http://schemas.openxmlformats.org/drawingml/2006/main">
            <a:off x="4300588" y="30957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92014418" name="">
            <a:extLst xmlns:a="http://schemas.openxmlformats.org/drawingml/2006/main">
              <a:ext uri="{FF2B5EF4-FFF2-40B4-BE49-F238E27FC236}">
                <a16:creationId xmlns:a16="http://schemas.microsoft.com/office/drawing/2014/main" id="{DA99539D-F29A-4BDB-9E7B-FABF0B118EBD}"/>
              </a:ext>
            </a:extLst>
          </p:cNvPr>
          <p:cNvSpPr>
            <a:spLocks xmlns:a="http://schemas.openxmlformats.org/drawingml/2006/main" noGrp="1"/>
          </p:cNvSpPr>
          <p:nvPr/>
        </p:nvSpPr>
        <p:spPr>
          <a:xfrm xmlns:a="http://schemas.openxmlformats.org/drawingml/2006/main">
            <a:off x="4336682" y="308812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943879046" name="">
            <a:extLst xmlns:a="http://schemas.openxmlformats.org/drawingml/2006/main">
              <a:ext uri="{FF2B5EF4-FFF2-40B4-BE49-F238E27FC236}">
                <a16:creationId xmlns:a16="http://schemas.microsoft.com/office/drawing/2014/main" id="{2B6E23EB-C8E2-487E-8A16-443E09819C1A}"/>
              </a:ext>
            </a:extLst>
          </p:cNvPr>
          <p:cNvSpPr>
            <a:spLocks xmlns:a="http://schemas.openxmlformats.org/drawingml/2006/main" noGrp="1"/>
          </p:cNvSpPr>
          <p:nvPr/>
        </p:nvSpPr>
        <p:spPr>
          <a:xfrm xmlns:a="http://schemas.openxmlformats.org/drawingml/2006/main">
            <a:off x="4372777" y="308124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2031389344" name="">
            <a:extLst xmlns:a="http://schemas.openxmlformats.org/drawingml/2006/main">
              <a:ext uri="{FF2B5EF4-FFF2-40B4-BE49-F238E27FC236}">
                <a16:creationId xmlns:a16="http://schemas.microsoft.com/office/drawing/2014/main" id="{823A7114-2F3E-4127-B474-C1860ABB4F82}"/>
              </a:ext>
            </a:extLst>
          </p:cNvPr>
          <p:cNvSpPr>
            <a:spLocks xmlns:a="http://schemas.openxmlformats.org/drawingml/2006/main" noGrp="1"/>
          </p:cNvSpPr>
          <p:nvPr/>
        </p:nvSpPr>
        <p:spPr>
          <a:xfrm xmlns:a="http://schemas.openxmlformats.org/drawingml/2006/main">
            <a:off x="4408872" y="307508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648759353" name="">
            <a:extLst xmlns:a="http://schemas.openxmlformats.org/drawingml/2006/main">
              <a:ext uri="{FF2B5EF4-FFF2-40B4-BE49-F238E27FC236}">
                <a16:creationId xmlns:a16="http://schemas.microsoft.com/office/drawing/2014/main" id="{3C1C7669-2A55-4F27-ABB2-1AC97F10AFDC}"/>
              </a:ext>
            </a:extLst>
          </p:cNvPr>
          <p:cNvSpPr>
            <a:spLocks xmlns:a="http://schemas.openxmlformats.org/drawingml/2006/main" noGrp="1"/>
          </p:cNvSpPr>
          <p:nvPr/>
        </p:nvSpPr>
        <p:spPr>
          <a:xfrm xmlns:a="http://schemas.openxmlformats.org/drawingml/2006/main">
            <a:off x="4444967" y="306961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712922071" name="">
            <a:extLst xmlns:a="http://schemas.openxmlformats.org/drawingml/2006/main">
              <a:ext uri="{FF2B5EF4-FFF2-40B4-BE49-F238E27FC236}">
                <a16:creationId xmlns:a16="http://schemas.microsoft.com/office/drawing/2014/main" id="{2E9D366B-200E-42B5-B2C8-83CBCC0BFD84}"/>
              </a:ext>
            </a:extLst>
          </p:cNvPr>
          <p:cNvSpPr>
            <a:spLocks xmlns:a="http://schemas.openxmlformats.org/drawingml/2006/main" noGrp="1"/>
          </p:cNvSpPr>
          <p:nvPr/>
        </p:nvSpPr>
        <p:spPr>
          <a:xfrm xmlns:a="http://schemas.openxmlformats.org/drawingml/2006/main">
            <a:off x="4481061" y="306475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37166468" name="">
            <a:extLst xmlns:a="http://schemas.openxmlformats.org/drawingml/2006/main">
              <a:ext uri="{FF2B5EF4-FFF2-40B4-BE49-F238E27FC236}">
                <a16:creationId xmlns:a16="http://schemas.microsoft.com/office/drawing/2014/main" id="{83D4771A-7A29-4535-948C-E1890530667E}"/>
              </a:ext>
            </a:extLst>
          </p:cNvPr>
          <p:cNvSpPr>
            <a:spLocks xmlns:a="http://schemas.openxmlformats.org/drawingml/2006/main" noGrp="1"/>
          </p:cNvSpPr>
          <p:nvPr/>
        </p:nvSpPr>
        <p:spPr>
          <a:xfrm xmlns:a="http://schemas.openxmlformats.org/drawingml/2006/main">
            <a:off x="4517156" y="30604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87950486" name="">
            <a:extLst xmlns:a="http://schemas.openxmlformats.org/drawingml/2006/main">
              <a:ext uri="{FF2B5EF4-FFF2-40B4-BE49-F238E27FC236}">
                <a16:creationId xmlns:a16="http://schemas.microsoft.com/office/drawing/2014/main" id="{F14FFAB9-79FB-4429-A129-1FBD9C27B3CD}"/>
              </a:ext>
            </a:extLst>
          </p:cNvPr>
          <p:cNvSpPr>
            <a:spLocks xmlns:a="http://schemas.openxmlformats.org/drawingml/2006/main" noGrp="1"/>
          </p:cNvSpPr>
          <p:nvPr/>
        </p:nvSpPr>
        <p:spPr>
          <a:xfrm xmlns:a="http://schemas.openxmlformats.org/drawingml/2006/main">
            <a:off x="4553251" y="30567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78297708" name="">
            <a:extLst xmlns:a="http://schemas.openxmlformats.org/drawingml/2006/main">
              <a:ext uri="{FF2B5EF4-FFF2-40B4-BE49-F238E27FC236}">
                <a16:creationId xmlns:a16="http://schemas.microsoft.com/office/drawing/2014/main" id="{D3D17152-97E1-4B2D-A4C2-493F4EDF1C76}"/>
              </a:ext>
            </a:extLst>
          </p:cNvPr>
          <p:cNvSpPr>
            <a:spLocks xmlns:a="http://schemas.openxmlformats.org/drawingml/2006/main" noGrp="1"/>
          </p:cNvSpPr>
          <p:nvPr/>
        </p:nvSpPr>
        <p:spPr>
          <a:xfrm xmlns:a="http://schemas.openxmlformats.org/drawingml/2006/main">
            <a:off x="4589346" y="305345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1256154083" name="">
            <a:extLst xmlns:a="http://schemas.openxmlformats.org/drawingml/2006/main">
              <a:ext uri="{FF2B5EF4-FFF2-40B4-BE49-F238E27FC236}">
                <a16:creationId xmlns:a16="http://schemas.microsoft.com/office/drawing/2014/main" id="{B3FEB3B2-1C62-40FA-80D7-7AC0D8662515}"/>
              </a:ext>
            </a:extLst>
          </p:cNvPr>
          <p:cNvSpPr>
            <a:spLocks xmlns:a="http://schemas.openxmlformats.org/drawingml/2006/main" noGrp="1"/>
          </p:cNvSpPr>
          <p:nvPr/>
        </p:nvSpPr>
        <p:spPr>
          <a:xfrm xmlns:a="http://schemas.openxmlformats.org/drawingml/2006/main">
            <a:off x="4625440" y="305060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339654222" name="">
            <a:extLst xmlns:a="http://schemas.openxmlformats.org/drawingml/2006/main">
              <a:ext uri="{FF2B5EF4-FFF2-40B4-BE49-F238E27FC236}">
                <a16:creationId xmlns:a16="http://schemas.microsoft.com/office/drawing/2014/main" id="{6D073A64-0CE5-4EEB-9CF4-32671113D42A}"/>
              </a:ext>
            </a:extLst>
          </p:cNvPr>
          <p:cNvSpPr>
            <a:spLocks xmlns:a="http://schemas.openxmlformats.org/drawingml/2006/main" noGrp="1"/>
          </p:cNvSpPr>
          <p:nvPr/>
        </p:nvSpPr>
        <p:spPr>
          <a:xfrm xmlns:a="http://schemas.openxmlformats.org/drawingml/2006/main">
            <a:off x="4661535" y="30481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48461522" name="">
            <a:extLst xmlns:a="http://schemas.openxmlformats.org/drawingml/2006/main">
              <a:ext uri="{FF2B5EF4-FFF2-40B4-BE49-F238E27FC236}">
                <a16:creationId xmlns:a16="http://schemas.microsoft.com/office/drawing/2014/main" id="{6371AAB7-089D-4D34-824F-AB32AE0D5059}"/>
              </a:ext>
            </a:extLst>
          </p:cNvPr>
          <p:cNvSpPr>
            <a:spLocks xmlns:a="http://schemas.openxmlformats.org/drawingml/2006/main" noGrp="1"/>
          </p:cNvSpPr>
          <p:nvPr/>
        </p:nvSpPr>
        <p:spPr>
          <a:xfrm xmlns:a="http://schemas.openxmlformats.org/drawingml/2006/main">
            <a:off x="37623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Sigmoid</a:t>
            </a:r>
          </a:p>
        </p:txBody>
      </p:sp>
      <p:sp>
        <p:nvSpPr>
          <p:cNvPr id="1985408466" name="">
            <a:extLst xmlns:a="http://schemas.openxmlformats.org/drawingml/2006/main">
              <a:ext uri="{FF2B5EF4-FFF2-40B4-BE49-F238E27FC236}">
                <a16:creationId xmlns:a16="http://schemas.microsoft.com/office/drawing/2014/main" id="{318D7229-BCFD-4DBE-8BB9-1E0B68562EBD}"/>
              </a:ext>
            </a:extLst>
          </p:cNvPr>
          <p:cNvSpPr>
            <a:spLocks xmlns:a="http://schemas.openxmlformats.org/drawingml/2006/main" noGrp="1"/>
          </p:cNvSpPr>
          <p:nvPr/>
        </p:nvSpPr>
        <p:spPr>
          <a:xfrm xmlns:a="http://schemas.openxmlformats.org/drawingml/2006/main">
            <a:off x="65722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39580248" name="">
            <a:extLst xmlns:a="http://schemas.openxmlformats.org/drawingml/2006/main">
              <a:ext uri="{FF2B5EF4-FFF2-40B4-BE49-F238E27FC236}">
                <a16:creationId xmlns:a16="http://schemas.microsoft.com/office/drawing/2014/main" id="{C1C95805-103E-4D21-A4AC-DDCF27522CBE}"/>
              </a:ext>
            </a:extLst>
          </p:cNvPr>
          <p:cNvSpPr>
            <a:spLocks xmlns:a="http://schemas.openxmlformats.org/drawingml/2006/main" noGrp="1"/>
          </p:cNvSpPr>
          <p:nvPr/>
        </p:nvSpPr>
        <p:spPr>
          <a:xfrm xmlns:a="http://schemas.openxmlformats.org/drawingml/2006/main">
            <a:off x="64770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062413368" name="">
            <a:extLst xmlns:a="http://schemas.openxmlformats.org/drawingml/2006/main">
              <a:ext uri="{FF2B5EF4-FFF2-40B4-BE49-F238E27FC236}">
                <a16:creationId xmlns:a16="http://schemas.microsoft.com/office/drawing/2014/main" id="{24BB4F59-C9E1-4613-9392-71D8F11D3197}"/>
              </a:ext>
            </a:extLst>
          </p:cNvPr>
          <p:cNvSpPr>
            <a:spLocks xmlns:a="http://schemas.openxmlformats.org/drawingml/2006/main" noGrp="1"/>
          </p:cNvSpPr>
          <p:nvPr/>
        </p:nvSpPr>
        <p:spPr>
          <a:xfrm xmlns:a="http://schemas.openxmlformats.org/drawingml/2006/main">
            <a:off x="5861685" y="367885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06371702" name="">
            <a:extLst xmlns:a="http://schemas.openxmlformats.org/drawingml/2006/main">
              <a:ext uri="{FF2B5EF4-FFF2-40B4-BE49-F238E27FC236}">
                <a16:creationId xmlns:a16="http://schemas.microsoft.com/office/drawing/2014/main" id="{113A9AC0-8277-476B-AD19-59FA99DF9127}"/>
              </a:ext>
            </a:extLst>
          </p:cNvPr>
          <p:cNvSpPr>
            <a:spLocks xmlns:a="http://schemas.openxmlformats.org/drawingml/2006/main" noGrp="1"/>
          </p:cNvSpPr>
          <p:nvPr/>
        </p:nvSpPr>
        <p:spPr>
          <a:xfrm xmlns:a="http://schemas.openxmlformats.org/drawingml/2006/main">
            <a:off x="5897780" y="36782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100001633" name="">
            <a:extLst xmlns:a="http://schemas.openxmlformats.org/drawingml/2006/main">
              <a:ext uri="{FF2B5EF4-FFF2-40B4-BE49-F238E27FC236}">
                <a16:creationId xmlns:a16="http://schemas.microsoft.com/office/drawing/2014/main" id="{EB883A49-4398-44AB-8B5F-394AB3ECBD98}"/>
              </a:ext>
            </a:extLst>
          </p:cNvPr>
          <p:cNvSpPr>
            <a:spLocks xmlns:a="http://schemas.openxmlformats.org/drawingml/2006/main" noGrp="1"/>
          </p:cNvSpPr>
          <p:nvPr/>
        </p:nvSpPr>
        <p:spPr>
          <a:xfrm xmlns:a="http://schemas.openxmlformats.org/drawingml/2006/main">
            <a:off x="5933874" y="36774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488455243" name="">
            <a:extLst xmlns:a="http://schemas.openxmlformats.org/drawingml/2006/main">
              <a:ext uri="{FF2B5EF4-FFF2-40B4-BE49-F238E27FC236}">
                <a16:creationId xmlns:a16="http://schemas.microsoft.com/office/drawing/2014/main" id="{9BEC9927-7194-46F1-8023-F0D7D9D3833F}"/>
              </a:ext>
            </a:extLst>
          </p:cNvPr>
          <p:cNvSpPr>
            <a:spLocks xmlns:a="http://schemas.openxmlformats.org/drawingml/2006/main" noGrp="1"/>
          </p:cNvSpPr>
          <p:nvPr/>
        </p:nvSpPr>
        <p:spPr>
          <a:xfrm xmlns:a="http://schemas.openxmlformats.org/drawingml/2006/main">
            <a:off x="5969969" y="36763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85054954" name="">
            <a:extLst xmlns:a="http://schemas.openxmlformats.org/drawingml/2006/main">
              <a:ext uri="{FF2B5EF4-FFF2-40B4-BE49-F238E27FC236}">
                <a16:creationId xmlns:a16="http://schemas.microsoft.com/office/drawing/2014/main" id="{8EF32289-330F-40F4-8BBF-9D28ADF13CA9}"/>
              </a:ext>
            </a:extLst>
          </p:cNvPr>
          <p:cNvSpPr>
            <a:spLocks xmlns:a="http://schemas.openxmlformats.org/drawingml/2006/main" noGrp="1"/>
          </p:cNvSpPr>
          <p:nvPr/>
        </p:nvSpPr>
        <p:spPr>
          <a:xfrm xmlns:a="http://schemas.openxmlformats.org/drawingml/2006/main">
            <a:off x="6006064" y="367483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6217635" name="">
            <a:extLst xmlns:a="http://schemas.openxmlformats.org/drawingml/2006/main">
              <a:ext uri="{FF2B5EF4-FFF2-40B4-BE49-F238E27FC236}">
                <a16:creationId xmlns:a16="http://schemas.microsoft.com/office/drawing/2014/main" id="{35F0BC16-4DD5-45CC-A3FA-F4B517F9730A}"/>
              </a:ext>
            </a:extLst>
          </p:cNvPr>
          <p:cNvSpPr>
            <a:spLocks xmlns:a="http://schemas.openxmlformats.org/drawingml/2006/main" noGrp="1"/>
          </p:cNvSpPr>
          <p:nvPr/>
        </p:nvSpPr>
        <p:spPr>
          <a:xfrm xmlns:a="http://schemas.openxmlformats.org/drawingml/2006/main">
            <a:off x="6042159" y="36727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38767624" name="">
            <a:extLst xmlns:a="http://schemas.openxmlformats.org/drawingml/2006/main">
              <a:ext uri="{FF2B5EF4-FFF2-40B4-BE49-F238E27FC236}">
                <a16:creationId xmlns:a16="http://schemas.microsoft.com/office/drawing/2014/main" id="{EA6E3C93-5C15-4C0E-AEAF-511532BC15A0}"/>
              </a:ext>
            </a:extLst>
          </p:cNvPr>
          <p:cNvSpPr>
            <a:spLocks xmlns:a="http://schemas.openxmlformats.org/drawingml/2006/main" noGrp="1"/>
          </p:cNvSpPr>
          <p:nvPr/>
        </p:nvSpPr>
        <p:spPr>
          <a:xfrm xmlns:a="http://schemas.openxmlformats.org/drawingml/2006/main">
            <a:off x="6078253" y="36699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75291789" name="">
            <a:extLst xmlns:a="http://schemas.openxmlformats.org/drawingml/2006/main">
              <a:ext uri="{FF2B5EF4-FFF2-40B4-BE49-F238E27FC236}">
                <a16:creationId xmlns:a16="http://schemas.microsoft.com/office/drawing/2014/main" id="{6369FAA5-CF8F-4E06-8752-9999A782A3A7}"/>
              </a:ext>
            </a:extLst>
          </p:cNvPr>
          <p:cNvSpPr>
            <a:spLocks xmlns:a="http://schemas.openxmlformats.org/drawingml/2006/main" noGrp="1"/>
          </p:cNvSpPr>
          <p:nvPr/>
        </p:nvSpPr>
        <p:spPr>
          <a:xfrm xmlns:a="http://schemas.openxmlformats.org/drawingml/2006/main">
            <a:off x="6114348" y="366614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86133246" name="">
            <a:extLst xmlns:a="http://schemas.openxmlformats.org/drawingml/2006/main">
              <a:ext uri="{FF2B5EF4-FFF2-40B4-BE49-F238E27FC236}">
                <a16:creationId xmlns:a16="http://schemas.microsoft.com/office/drawing/2014/main" id="{99DDD278-2234-48CF-B480-D842E7DAC7A8}"/>
              </a:ext>
            </a:extLst>
          </p:cNvPr>
          <p:cNvSpPr>
            <a:spLocks xmlns:a="http://schemas.openxmlformats.org/drawingml/2006/main" noGrp="1"/>
          </p:cNvSpPr>
          <p:nvPr/>
        </p:nvSpPr>
        <p:spPr>
          <a:xfrm xmlns:a="http://schemas.openxmlformats.org/drawingml/2006/main">
            <a:off x="6150443" y="36609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37369314" name="">
            <a:extLst xmlns:a="http://schemas.openxmlformats.org/drawingml/2006/main">
              <a:ext uri="{FF2B5EF4-FFF2-40B4-BE49-F238E27FC236}">
                <a16:creationId xmlns:a16="http://schemas.microsoft.com/office/drawing/2014/main" id="{A63B07CE-1D38-4C9B-AB2C-49562E1E5D77}"/>
              </a:ext>
            </a:extLst>
          </p:cNvPr>
          <p:cNvSpPr>
            <a:spLocks xmlns:a="http://schemas.openxmlformats.org/drawingml/2006/main" noGrp="1"/>
          </p:cNvSpPr>
          <p:nvPr/>
        </p:nvSpPr>
        <p:spPr>
          <a:xfrm xmlns:a="http://schemas.openxmlformats.org/drawingml/2006/main">
            <a:off x="6186538" y="36540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28383091" name="">
            <a:extLst xmlns:a="http://schemas.openxmlformats.org/drawingml/2006/main">
              <a:ext uri="{FF2B5EF4-FFF2-40B4-BE49-F238E27FC236}">
                <a16:creationId xmlns:a16="http://schemas.microsoft.com/office/drawing/2014/main" id="{2867206B-7817-46BF-954F-C66E0C3C9F18}"/>
              </a:ext>
            </a:extLst>
          </p:cNvPr>
          <p:cNvSpPr>
            <a:spLocks xmlns:a="http://schemas.openxmlformats.org/drawingml/2006/main" noGrp="1"/>
          </p:cNvSpPr>
          <p:nvPr/>
        </p:nvSpPr>
        <p:spPr>
          <a:xfrm xmlns:a="http://schemas.openxmlformats.org/drawingml/2006/main">
            <a:off x="6222631" y="364477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44069884" name="">
            <a:extLst xmlns:a="http://schemas.openxmlformats.org/drawingml/2006/main">
              <a:ext uri="{FF2B5EF4-FFF2-40B4-BE49-F238E27FC236}">
                <a16:creationId xmlns:a16="http://schemas.microsoft.com/office/drawing/2014/main" id="{756F3522-BEAE-4AED-8D21-7D20D008C919}"/>
              </a:ext>
            </a:extLst>
          </p:cNvPr>
          <p:cNvSpPr>
            <a:spLocks xmlns:a="http://schemas.openxmlformats.org/drawingml/2006/main" noGrp="1"/>
          </p:cNvSpPr>
          <p:nvPr/>
        </p:nvSpPr>
        <p:spPr>
          <a:xfrm xmlns:a="http://schemas.openxmlformats.org/drawingml/2006/main">
            <a:off x="6258727" y="363250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83540279" name="">
            <a:extLst xmlns:a="http://schemas.openxmlformats.org/drawingml/2006/main">
              <a:ext uri="{FF2B5EF4-FFF2-40B4-BE49-F238E27FC236}">
                <a16:creationId xmlns:a16="http://schemas.microsoft.com/office/drawing/2014/main" id="{D6BDBD3F-F6E8-4440-B66B-2832013D7E56}"/>
              </a:ext>
            </a:extLst>
          </p:cNvPr>
          <p:cNvSpPr>
            <a:spLocks xmlns:a="http://schemas.openxmlformats.org/drawingml/2006/main" noGrp="1"/>
          </p:cNvSpPr>
          <p:nvPr/>
        </p:nvSpPr>
        <p:spPr>
          <a:xfrm xmlns:a="http://schemas.openxmlformats.org/drawingml/2006/main">
            <a:off x="6294822" y="361646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883798050" name="">
            <a:extLst xmlns:a="http://schemas.openxmlformats.org/drawingml/2006/main">
              <a:ext uri="{FF2B5EF4-FFF2-40B4-BE49-F238E27FC236}">
                <a16:creationId xmlns:a16="http://schemas.microsoft.com/office/drawing/2014/main" id="{58526F8E-192F-4743-A214-EB66528D228D}"/>
              </a:ext>
            </a:extLst>
          </p:cNvPr>
          <p:cNvSpPr>
            <a:spLocks xmlns:a="http://schemas.openxmlformats.org/drawingml/2006/main" noGrp="1"/>
          </p:cNvSpPr>
          <p:nvPr/>
        </p:nvSpPr>
        <p:spPr>
          <a:xfrm xmlns:a="http://schemas.openxmlformats.org/drawingml/2006/main">
            <a:off x="6330917" y="359580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544829943" name="">
            <a:extLst xmlns:a="http://schemas.openxmlformats.org/drawingml/2006/main">
              <a:ext uri="{FF2B5EF4-FFF2-40B4-BE49-F238E27FC236}">
                <a16:creationId xmlns:a16="http://schemas.microsoft.com/office/drawing/2014/main" id="{D61F2B8E-D56D-4E58-B8B6-D59E31B252F5}"/>
              </a:ext>
            </a:extLst>
          </p:cNvPr>
          <p:cNvSpPr>
            <a:spLocks xmlns:a="http://schemas.openxmlformats.org/drawingml/2006/main" noGrp="1"/>
          </p:cNvSpPr>
          <p:nvPr/>
        </p:nvSpPr>
        <p:spPr>
          <a:xfrm xmlns:a="http://schemas.openxmlformats.org/drawingml/2006/main">
            <a:off x="6367011" y="356973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81191966" name="">
            <a:extLst xmlns:a="http://schemas.openxmlformats.org/drawingml/2006/main">
              <a:ext uri="{FF2B5EF4-FFF2-40B4-BE49-F238E27FC236}">
                <a16:creationId xmlns:a16="http://schemas.microsoft.com/office/drawing/2014/main" id="{159D00F9-19FD-4AB8-9C91-7548666AAA65}"/>
              </a:ext>
            </a:extLst>
          </p:cNvPr>
          <p:cNvSpPr>
            <a:spLocks xmlns:a="http://schemas.openxmlformats.org/drawingml/2006/main" noGrp="1"/>
          </p:cNvSpPr>
          <p:nvPr/>
        </p:nvSpPr>
        <p:spPr>
          <a:xfrm xmlns:a="http://schemas.openxmlformats.org/drawingml/2006/main">
            <a:off x="6403106" y="353768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740632164" name="">
            <a:extLst xmlns:a="http://schemas.openxmlformats.org/drawingml/2006/main">
              <a:ext uri="{FF2B5EF4-FFF2-40B4-BE49-F238E27FC236}">
                <a16:creationId xmlns:a16="http://schemas.microsoft.com/office/drawing/2014/main" id="{306BB65E-F1CF-49C2-8500-97E486248575}"/>
              </a:ext>
            </a:extLst>
          </p:cNvPr>
          <p:cNvSpPr>
            <a:spLocks xmlns:a="http://schemas.openxmlformats.org/drawingml/2006/main" noGrp="1"/>
          </p:cNvSpPr>
          <p:nvPr/>
        </p:nvSpPr>
        <p:spPr>
          <a:xfrm xmlns:a="http://schemas.openxmlformats.org/drawingml/2006/main">
            <a:off x="6439201" y="34994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45351635" name="">
            <a:extLst xmlns:a="http://schemas.openxmlformats.org/drawingml/2006/main">
              <a:ext uri="{FF2B5EF4-FFF2-40B4-BE49-F238E27FC236}">
                <a16:creationId xmlns:a16="http://schemas.microsoft.com/office/drawing/2014/main" id="{99DD3FBA-80C1-44DC-9C86-4CD2B25BDBF1}"/>
              </a:ext>
            </a:extLst>
          </p:cNvPr>
          <p:cNvSpPr>
            <a:spLocks xmlns:a="http://schemas.openxmlformats.org/drawingml/2006/main" noGrp="1"/>
          </p:cNvSpPr>
          <p:nvPr/>
        </p:nvSpPr>
        <p:spPr>
          <a:xfrm xmlns:a="http://schemas.openxmlformats.org/drawingml/2006/main">
            <a:off x="6475296" y="345560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60843420" name="">
            <a:extLst xmlns:a="http://schemas.openxmlformats.org/drawingml/2006/main">
              <a:ext uri="{FF2B5EF4-FFF2-40B4-BE49-F238E27FC236}">
                <a16:creationId xmlns:a16="http://schemas.microsoft.com/office/drawing/2014/main" id="{2598D9F6-2A9F-4592-B0BD-8AF145313D9F}"/>
              </a:ext>
            </a:extLst>
          </p:cNvPr>
          <p:cNvSpPr>
            <a:spLocks xmlns:a="http://schemas.openxmlformats.org/drawingml/2006/main" noGrp="1"/>
          </p:cNvSpPr>
          <p:nvPr/>
        </p:nvSpPr>
        <p:spPr>
          <a:xfrm xmlns:a="http://schemas.openxmlformats.org/drawingml/2006/main">
            <a:off x="6511390" y="340732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02305887" name="">
            <a:extLst xmlns:a="http://schemas.openxmlformats.org/drawingml/2006/main">
              <a:ext uri="{FF2B5EF4-FFF2-40B4-BE49-F238E27FC236}">
                <a16:creationId xmlns:a16="http://schemas.microsoft.com/office/drawing/2014/main" id="{27568F23-FC9F-45D1-A6DA-A8E7DEA20151}"/>
              </a:ext>
            </a:extLst>
          </p:cNvPr>
          <p:cNvSpPr>
            <a:spLocks xmlns:a="http://schemas.openxmlformats.org/drawingml/2006/main" noGrp="1"/>
          </p:cNvSpPr>
          <p:nvPr/>
        </p:nvSpPr>
        <p:spPr>
          <a:xfrm xmlns:a="http://schemas.openxmlformats.org/drawingml/2006/main">
            <a:off x="6547485" y="3356610"/>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64107337" name="">
            <a:extLst xmlns:a="http://schemas.openxmlformats.org/drawingml/2006/main">
              <a:ext uri="{FF2B5EF4-FFF2-40B4-BE49-F238E27FC236}">
                <a16:creationId xmlns:a16="http://schemas.microsoft.com/office/drawing/2014/main" id="{43932501-600C-4E04-9D7C-EB253300862E}"/>
              </a:ext>
            </a:extLst>
          </p:cNvPr>
          <p:cNvSpPr>
            <a:spLocks xmlns:a="http://schemas.openxmlformats.org/drawingml/2006/main" noGrp="1"/>
          </p:cNvSpPr>
          <p:nvPr/>
        </p:nvSpPr>
        <p:spPr>
          <a:xfrm xmlns:a="http://schemas.openxmlformats.org/drawingml/2006/main">
            <a:off x="6583580" y="330589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89543843" name="">
            <a:extLst xmlns:a="http://schemas.openxmlformats.org/drawingml/2006/main">
              <a:ext uri="{FF2B5EF4-FFF2-40B4-BE49-F238E27FC236}">
                <a16:creationId xmlns:a16="http://schemas.microsoft.com/office/drawing/2014/main" id="{A2AF38AB-C328-4408-8CD5-A20BEA062C6F}"/>
              </a:ext>
            </a:extLst>
          </p:cNvPr>
          <p:cNvSpPr>
            <a:spLocks xmlns:a="http://schemas.openxmlformats.org/drawingml/2006/main" noGrp="1"/>
          </p:cNvSpPr>
          <p:nvPr/>
        </p:nvSpPr>
        <p:spPr>
          <a:xfrm xmlns:a="http://schemas.openxmlformats.org/drawingml/2006/main">
            <a:off x="6619674" y="325761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17889725" name="">
            <a:extLst xmlns:a="http://schemas.openxmlformats.org/drawingml/2006/main">
              <a:ext uri="{FF2B5EF4-FFF2-40B4-BE49-F238E27FC236}">
                <a16:creationId xmlns:a16="http://schemas.microsoft.com/office/drawing/2014/main" id="{D3A9AB91-DE5E-4AAE-B7BD-FF44A98B560A}"/>
              </a:ext>
            </a:extLst>
          </p:cNvPr>
          <p:cNvSpPr>
            <a:spLocks xmlns:a="http://schemas.openxmlformats.org/drawingml/2006/main" noGrp="1"/>
          </p:cNvSpPr>
          <p:nvPr/>
        </p:nvSpPr>
        <p:spPr>
          <a:xfrm xmlns:a="http://schemas.openxmlformats.org/drawingml/2006/main">
            <a:off x="6655769" y="32137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32938298" name="">
            <a:extLst xmlns:a="http://schemas.openxmlformats.org/drawingml/2006/main">
              <a:ext uri="{FF2B5EF4-FFF2-40B4-BE49-F238E27FC236}">
                <a16:creationId xmlns:a16="http://schemas.microsoft.com/office/drawing/2014/main" id="{918F6EA9-D869-47E2-8483-459E69A86CF2}"/>
              </a:ext>
            </a:extLst>
          </p:cNvPr>
          <p:cNvSpPr>
            <a:spLocks xmlns:a="http://schemas.openxmlformats.org/drawingml/2006/main" noGrp="1"/>
          </p:cNvSpPr>
          <p:nvPr/>
        </p:nvSpPr>
        <p:spPr>
          <a:xfrm xmlns:a="http://schemas.openxmlformats.org/drawingml/2006/main">
            <a:off x="6691864" y="317553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84104423" name="">
            <a:extLst xmlns:a="http://schemas.openxmlformats.org/drawingml/2006/main">
              <a:ext uri="{FF2B5EF4-FFF2-40B4-BE49-F238E27FC236}">
                <a16:creationId xmlns:a16="http://schemas.microsoft.com/office/drawing/2014/main" id="{1110A6CE-012B-47C6-8346-7A01A5799963}"/>
              </a:ext>
            </a:extLst>
          </p:cNvPr>
          <p:cNvSpPr>
            <a:spLocks xmlns:a="http://schemas.openxmlformats.org/drawingml/2006/main" noGrp="1"/>
          </p:cNvSpPr>
          <p:nvPr/>
        </p:nvSpPr>
        <p:spPr>
          <a:xfrm xmlns:a="http://schemas.openxmlformats.org/drawingml/2006/main">
            <a:off x="6727959" y="314348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325768366" name="">
            <a:extLst xmlns:a="http://schemas.openxmlformats.org/drawingml/2006/main">
              <a:ext uri="{FF2B5EF4-FFF2-40B4-BE49-F238E27FC236}">
                <a16:creationId xmlns:a16="http://schemas.microsoft.com/office/drawing/2014/main" id="{9918C15E-8344-4364-81D2-AB4A29642D16}"/>
              </a:ext>
            </a:extLst>
          </p:cNvPr>
          <p:cNvSpPr>
            <a:spLocks xmlns:a="http://schemas.openxmlformats.org/drawingml/2006/main" noGrp="1"/>
          </p:cNvSpPr>
          <p:nvPr/>
        </p:nvSpPr>
        <p:spPr>
          <a:xfrm xmlns:a="http://schemas.openxmlformats.org/drawingml/2006/main">
            <a:off x="6764053" y="311741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498050587" name="">
            <a:extLst xmlns:a="http://schemas.openxmlformats.org/drawingml/2006/main">
              <a:ext uri="{FF2B5EF4-FFF2-40B4-BE49-F238E27FC236}">
                <a16:creationId xmlns:a16="http://schemas.microsoft.com/office/drawing/2014/main" id="{D342757F-019B-4237-BC6D-FB3993D4D014}"/>
              </a:ext>
            </a:extLst>
          </p:cNvPr>
          <p:cNvSpPr>
            <a:spLocks xmlns:a="http://schemas.openxmlformats.org/drawingml/2006/main" noGrp="1"/>
          </p:cNvSpPr>
          <p:nvPr/>
        </p:nvSpPr>
        <p:spPr>
          <a:xfrm xmlns:a="http://schemas.openxmlformats.org/drawingml/2006/main">
            <a:off x="6800148" y="309675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99388170" name="">
            <a:extLst xmlns:a="http://schemas.openxmlformats.org/drawingml/2006/main">
              <a:ext uri="{FF2B5EF4-FFF2-40B4-BE49-F238E27FC236}">
                <a16:creationId xmlns:a16="http://schemas.microsoft.com/office/drawing/2014/main" id="{E826D6F2-D421-4C71-8AB8-5A7B25F5AA89}"/>
              </a:ext>
            </a:extLst>
          </p:cNvPr>
          <p:cNvSpPr>
            <a:spLocks xmlns:a="http://schemas.openxmlformats.org/drawingml/2006/main" noGrp="1"/>
          </p:cNvSpPr>
          <p:nvPr/>
        </p:nvSpPr>
        <p:spPr>
          <a:xfrm xmlns:a="http://schemas.openxmlformats.org/drawingml/2006/main">
            <a:off x="6836243" y="308071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74146964" name="">
            <a:extLst xmlns:a="http://schemas.openxmlformats.org/drawingml/2006/main">
              <a:ext uri="{FF2B5EF4-FFF2-40B4-BE49-F238E27FC236}">
                <a16:creationId xmlns:a16="http://schemas.microsoft.com/office/drawing/2014/main" id="{F7BCF674-AB85-4FED-9089-8A94BCE4763C}"/>
              </a:ext>
            </a:extLst>
          </p:cNvPr>
          <p:cNvSpPr>
            <a:spLocks xmlns:a="http://schemas.openxmlformats.org/drawingml/2006/main" noGrp="1"/>
          </p:cNvSpPr>
          <p:nvPr/>
        </p:nvSpPr>
        <p:spPr>
          <a:xfrm xmlns:a="http://schemas.openxmlformats.org/drawingml/2006/main">
            <a:off x="6872337" y="306844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43150742" name="">
            <a:extLst xmlns:a="http://schemas.openxmlformats.org/drawingml/2006/main">
              <a:ext uri="{FF2B5EF4-FFF2-40B4-BE49-F238E27FC236}">
                <a16:creationId xmlns:a16="http://schemas.microsoft.com/office/drawing/2014/main" id="{2E642392-E412-47B9-A1C4-94C1B4AD0CA0}"/>
              </a:ext>
            </a:extLst>
          </p:cNvPr>
          <p:cNvSpPr>
            <a:spLocks xmlns:a="http://schemas.openxmlformats.org/drawingml/2006/main" noGrp="1"/>
          </p:cNvSpPr>
          <p:nvPr/>
        </p:nvSpPr>
        <p:spPr>
          <a:xfrm xmlns:a="http://schemas.openxmlformats.org/drawingml/2006/main">
            <a:off x="6908432" y="30591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46451683" name="">
            <a:extLst xmlns:a="http://schemas.openxmlformats.org/drawingml/2006/main">
              <a:ext uri="{FF2B5EF4-FFF2-40B4-BE49-F238E27FC236}">
                <a16:creationId xmlns:a16="http://schemas.microsoft.com/office/drawing/2014/main" id="{3785CF2A-617A-4A06-B41F-2E516F0DAD9F}"/>
              </a:ext>
            </a:extLst>
          </p:cNvPr>
          <p:cNvSpPr>
            <a:spLocks xmlns:a="http://schemas.openxmlformats.org/drawingml/2006/main" noGrp="1"/>
          </p:cNvSpPr>
          <p:nvPr/>
        </p:nvSpPr>
        <p:spPr>
          <a:xfrm xmlns:a="http://schemas.openxmlformats.org/drawingml/2006/main">
            <a:off x="6944527" y="30522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85636376" name="">
            <a:extLst xmlns:a="http://schemas.openxmlformats.org/drawingml/2006/main">
              <a:ext uri="{FF2B5EF4-FFF2-40B4-BE49-F238E27FC236}">
                <a16:creationId xmlns:a16="http://schemas.microsoft.com/office/drawing/2014/main" id="{A7B433A3-82E1-4EC9-BED5-285DAB335F72}"/>
              </a:ext>
            </a:extLst>
          </p:cNvPr>
          <p:cNvSpPr>
            <a:spLocks xmlns:a="http://schemas.openxmlformats.org/drawingml/2006/main" noGrp="1"/>
          </p:cNvSpPr>
          <p:nvPr/>
        </p:nvSpPr>
        <p:spPr>
          <a:xfrm xmlns:a="http://schemas.openxmlformats.org/drawingml/2006/main">
            <a:off x="6980622" y="304707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647968704" name="">
            <a:extLst xmlns:a="http://schemas.openxmlformats.org/drawingml/2006/main">
              <a:ext uri="{FF2B5EF4-FFF2-40B4-BE49-F238E27FC236}">
                <a16:creationId xmlns:a16="http://schemas.microsoft.com/office/drawing/2014/main" id="{481D809A-A6CE-44DF-8E2C-BD281F78310A}"/>
              </a:ext>
            </a:extLst>
          </p:cNvPr>
          <p:cNvSpPr>
            <a:spLocks xmlns:a="http://schemas.openxmlformats.org/drawingml/2006/main" noGrp="1"/>
          </p:cNvSpPr>
          <p:nvPr/>
        </p:nvSpPr>
        <p:spPr>
          <a:xfrm xmlns:a="http://schemas.openxmlformats.org/drawingml/2006/main">
            <a:off x="7016717" y="30432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049091965" name="">
            <a:extLst xmlns:a="http://schemas.openxmlformats.org/drawingml/2006/main">
              <a:ext uri="{FF2B5EF4-FFF2-40B4-BE49-F238E27FC236}">
                <a16:creationId xmlns:a16="http://schemas.microsoft.com/office/drawing/2014/main" id="{13D65443-610E-45F0-9ECC-674BB52AAA77}"/>
              </a:ext>
            </a:extLst>
          </p:cNvPr>
          <p:cNvSpPr>
            <a:spLocks xmlns:a="http://schemas.openxmlformats.org/drawingml/2006/main" noGrp="1"/>
          </p:cNvSpPr>
          <p:nvPr/>
        </p:nvSpPr>
        <p:spPr>
          <a:xfrm xmlns:a="http://schemas.openxmlformats.org/drawingml/2006/main">
            <a:off x="7052811" y="30404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69724581" name="">
            <a:extLst xmlns:a="http://schemas.openxmlformats.org/drawingml/2006/main">
              <a:ext uri="{FF2B5EF4-FFF2-40B4-BE49-F238E27FC236}">
                <a16:creationId xmlns:a16="http://schemas.microsoft.com/office/drawing/2014/main" id="{F30432EB-FBF0-469D-A210-220DEC1FF962}"/>
              </a:ext>
            </a:extLst>
          </p:cNvPr>
          <p:cNvSpPr>
            <a:spLocks xmlns:a="http://schemas.openxmlformats.org/drawingml/2006/main" noGrp="1"/>
          </p:cNvSpPr>
          <p:nvPr/>
        </p:nvSpPr>
        <p:spPr>
          <a:xfrm xmlns:a="http://schemas.openxmlformats.org/drawingml/2006/main">
            <a:off x="7088906" y="303838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285973030" name="">
            <a:extLst xmlns:a="http://schemas.openxmlformats.org/drawingml/2006/main">
              <a:ext uri="{FF2B5EF4-FFF2-40B4-BE49-F238E27FC236}">
                <a16:creationId xmlns:a16="http://schemas.microsoft.com/office/drawing/2014/main" id="{3F32C01D-D9B3-4257-8059-1A4FDB75963A}"/>
              </a:ext>
            </a:extLst>
          </p:cNvPr>
          <p:cNvSpPr>
            <a:spLocks xmlns:a="http://schemas.openxmlformats.org/drawingml/2006/main" noGrp="1"/>
          </p:cNvSpPr>
          <p:nvPr/>
        </p:nvSpPr>
        <p:spPr>
          <a:xfrm xmlns:a="http://schemas.openxmlformats.org/drawingml/2006/main">
            <a:off x="7125000" y="30368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655807784" name="">
            <a:extLst xmlns:a="http://schemas.openxmlformats.org/drawingml/2006/main">
              <a:ext uri="{FF2B5EF4-FFF2-40B4-BE49-F238E27FC236}">
                <a16:creationId xmlns:a16="http://schemas.microsoft.com/office/drawing/2014/main" id="{60C0A9D9-68F0-4CD6-A721-EFA1DA2B277D}"/>
              </a:ext>
            </a:extLst>
          </p:cNvPr>
          <p:cNvSpPr>
            <a:spLocks xmlns:a="http://schemas.openxmlformats.org/drawingml/2006/main" noGrp="1"/>
          </p:cNvSpPr>
          <p:nvPr/>
        </p:nvSpPr>
        <p:spPr>
          <a:xfrm xmlns:a="http://schemas.openxmlformats.org/drawingml/2006/main">
            <a:off x="7161096" y="30357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775062714" name="">
            <a:extLst xmlns:a="http://schemas.openxmlformats.org/drawingml/2006/main">
              <a:ext uri="{FF2B5EF4-FFF2-40B4-BE49-F238E27FC236}">
                <a16:creationId xmlns:a16="http://schemas.microsoft.com/office/drawing/2014/main" id="{F4B126AB-713F-443E-863D-6337FD4C8467}"/>
              </a:ext>
            </a:extLst>
          </p:cNvPr>
          <p:cNvSpPr>
            <a:spLocks xmlns:a="http://schemas.openxmlformats.org/drawingml/2006/main" noGrp="1"/>
          </p:cNvSpPr>
          <p:nvPr/>
        </p:nvSpPr>
        <p:spPr>
          <a:xfrm xmlns:a="http://schemas.openxmlformats.org/drawingml/2006/main">
            <a:off x="7197190" y="30349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74687577" name="">
            <a:extLst xmlns:a="http://schemas.openxmlformats.org/drawingml/2006/main">
              <a:ext uri="{FF2B5EF4-FFF2-40B4-BE49-F238E27FC236}">
                <a16:creationId xmlns:a16="http://schemas.microsoft.com/office/drawing/2014/main" id="{69752E1E-69E6-4834-AA37-B156028949C8}"/>
              </a:ext>
            </a:extLst>
          </p:cNvPr>
          <p:cNvSpPr>
            <a:spLocks xmlns:a="http://schemas.openxmlformats.org/drawingml/2006/main" noGrp="1"/>
          </p:cNvSpPr>
          <p:nvPr/>
        </p:nvSpPr>
        <p:spPr>
          <a:xfrm xmlns:a="http://schemas.openxmlformats.org/drawingml/2006/main">
            <a:off x="7233285" y="303436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54699723" name="">
            <a:extLst xmlns:a="http://schemas.openxmlformats.org/drawingml/2006/main">
              <a:ext uri="{FF2B5EF4-FFF2-40B4-BE49-F238E27FC236}">
                <a16:creationId xmlns:a16="http://schemas.microsoft.com/office/drawing/2014/main" id="{6D2864BE-DB2A-4AEB-AE01-8FF79F2274BA}"/>
              </a:ext>
            </a:extLst>
          </p:cNvPr>
          <p:cNvSpPr>
            <a:spLocks xmlns:a="http://schemas.openxmlformats.org/drawingml/2006/main" noGrp="1"/>
          </p:cNvSpPr>
          <p:nvPr/>
        </p:nvSpPr>
        <p:spPr>
          <a:xfrm xmlns:a="http://schemas.openxmlformats.org/drawingml/2006/main">
            <a:off x="633412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tanh</a:t>
            </a:r>
          </a:p>
        </p:txBody>
      </p:sp>
      <p:sp>
        <p:nvSpPr>
          <p:cNvPr id="1037972084" name="">
            <a:extLst xmlns:a="http://schemas.openxmlformats.org/drawingml/2006/main">
              <a:ext uri="{FF2B5EF4-FFF2-40B4-BE49-F238E27FC236}">
                <a16:creationId xmlns:a16="http://schemas.microsoft.com/office/drawing/2014/main" id="{2231846B-F9CC-4716-808F-80B43C2BA7EF}"/>
              </a:ext>
            </a:extLst>
          </p:cNvPr>
          <p:cNvSpPr>
            <a:spLocks xmlns:a="http://schemas.openxmlformats.org/drawingml/2006/main" noGrp="1"/>
          </p:cNvSpPr>
          <p:nvPr/>
        </p:nvSpPr>
        <p:spPr>
          <a:xfrm xmlns:a="http://schemas.openxmlformats.org/drawingml/2006/main">
            <a:off x="91440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161193822" name="">
            <a:extLst xmlns:a="http://schemas.openxmlformats.org/drawingml/2006/main">
              <a:ext uri="{FF2B5EF4-FFF2-40B4-BE49-F238E27FC236}">
                <a16:creationId xmlns:a16="http://schemas.microsoft.com/office/drawing/2014/main" id="{5F9866AF-C0FD-42C7-9B25-136A64AC4146}"/>
              </a:ext>
            </a:extLst>
          </p:cNvPr>
          <p:cNvSpPr>
            <a:spLocks xmlns:a="http://schemas.openxmlformats.org/drawingml/2006/main" noGrp="1"/>
          </p:cNvSpPr>
          <p:nvPr/>
        </p:nvSpPr>
        <p:spPr>
          <a:xfrm xmlns:a="http://schemas.openxmlformats.org/drawingml/2006/main">
            <a:off x="90487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18653573" name="">
            <a:extLst xmlns:a="http://schemas.openxmlformats.org/drawingml/2006/main">
              <a:ext uri="{FF2B5EF4-FFF2-40B4-BE49-F238E27FC236}">
                <a16:creationId xmlns:a16="http://schemas.microsoft.com/office/drawing/2014/main" id="{DC045A17-7BCE-44A0-BF65-4DE84534C6D3}"/>
              </a:ext>
            </a:extLst>
          </p:cNvPr>
          <p:cNvSpPr>
            <a:spLocks xmlns:a="http://schemas.openxmlformats.org/drawingml/2006/main" noGrp="1"/>
          </p:cNvSpPr>
          <p:nvPr/>
        </p:nvSpPr>
        <p:spPr>
          <a:xfrm xmlns:a="http://schemas.openxmlformats.org/drawingml/2006/main">
            <a:off x="8433435" y="335778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56832226" name="">
            <a:extLst xmlns:a="http://schemas.openxmlformats.org/drawingml/2006/main">
              <a:ext uri="{FF2B5EF4-FFF2-40B4-BE49-F238E27FC236}">
                <a16:creationId xmlns:a16="http://schemas.microsoft.com/office/drawing/2014/main" id="{541EB911-F372-45D5-A895-E8E933F1ED9A}"/>
              </a:ext>
            </a:extLst>
          </p:cNvPr>
          <p:cNvSpPr>
            <a:spLocks xmlns:a="http://schemas.openxmlformats.org/drawingml/2006/main" noGrp="1"/>
          </p:cNvSpPr>
          <p:nvPr/>
        </p:nvSpPr>
        <p:spPr>
          <a:xfrm xmlns:a="http://schemas.openxmlformats.org/drawingml/2006/main">
            <a:off x="8469530" y="33585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64260771" name="">
            <a:extLst xmlns:a="http://schemas.openxmlformats.org/drawingml/2006/main">
              <a:ext uri="{FF2B5EF4-FFF2-40B4-BE49-F238E27FC236}">
                <a16:creationId xmlns:a16="http://schemas.microsoft.com/office/drawing/2014/main" id="{F737AE13-D845-4A36-90F9-A8FAE8580684}"/>
              </a:ext>
            </a:extLst>
          </p:cNvPr>
          <p:cNvSpPr>
            <a:spLocks xmlns:a="http://schemas.openxmlformats.org/drawingml/2006/main" noGrp="1"/>
          </p:cNvSpPr>
          <p:nvPr/>
        </p:nvSpPr>
        <p:spPr>
          <a:xfrm xmlns:a="http://schemas.openxmlformats.org/drawingml/2006/main">
            <a:off x="8505624" y="335961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822361547" name="">
            <a:extLst xmlns:a="http://schemas.openxmlformats.org/drawingml/2006/main">
              <a:ext uri="{FF2B5EF4-FFF2-40B4-BE49-F238E27FC236}">
                <a16:creationId xmlns:a16="http://schemas.microsoft.com/office/drawing/2014/main" id="{CA2C4CDD-970D-46AA-BC5A-E5B1F6269D9D}"/>
              </a:ext>
            </a:extLst>
          </p:cNvPr>
          <p:cNvSpPr>
            <a:spLocks xmlns:a="http://schemas.openxmlformats.org/drawingml/2006/main" noGrp="1"/>
          </p:cNvSpPr>
          <p:nvPr/>
        </p:nvSpPr>
        <p:spPr>
          <a:xfrm xmlns:a="http://schemas.openxmlformats.org/drawingml/2006/main">
            <a:off x="8541719" y="336118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32373116" name="">
            <a:extLst xmlns:a="http://schemas.openxmlformats.org/drawingml/2006/main">
              <a:ext uri="{FF2B5EF4-FFF2-40B4-BE49-F238E27FC236}">
                <a16:creationId xmlns:a16="http://schemas.microsoft.com/office/drawing/2014/main" id="{F4A4CC13-D90B-4441-BD04-59CF0A649D65}"/>
              </a:ext>
            </a:extLst>
          </p:cNvPr>
          <p:cNvSpPr>
            <a:spLocks xmlns:a="http://schemas.openxmlformats.org/drawingml/2006/main" noGrp="1"/>
          </p:cNvSpPr>
          <p:nvPr/>
        </p:nvSpPr>
        <p:spPr>
          <a:xfrm xmlns:a="http://schemas.openxmlformats.org/drawingml/2006/main">
            <a:off x="8577814" y="33633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15271909" name="">
            <a:extLst xmlns:a="http://schemas.openxmlformats.org/drawingml/2006/main">
              <a:ext uri="{FF2B5EF4-FFF2-40B4-BE49-F238E27FC236}">
                <a16:creationId xmlns:a16="http://schemas.microsoft.com/office/drawing/2014/main" id="{EDCC1F87-FA7F-4384-A65E-880AC2897FFA}"/>
              </a:ext>
            </a:extLst>
          </p:cNvPr>
          <p:cNvSpPr>
            <a:spLocks xmlns:a="http://schemas.openxmlformats.org/drawingml/2006/main" noGrp="1"/>
          </p:cNvSpPr>
          <p:nvPr/>
        </p:nvSpPr>
        <p:spPr>
          <a:xfrm xmlns:a="http://schemas.openxmlformats.org/drawingml/2006/main">
            <a:off x="8613909" y="33662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95385963" name="">
            <a:extLst xmlns:a="http://schemas.openxmlformats.org/drawingml/2006/main">
              <a:ext uri="{FF2B5EF4-FFF2-40B4-BE49-F238E27FC236}">
                <a16:creationId xmlns:a16="http://schemas.microsoft.com/office/drawing/2014/main" id="{A889CA62-1A8C-4AA3-99E3-F7869A7D7190}"/>
              </a:ext>
            </a:extLst>
          </p:cNvPr>
          <p:cNvSpPr>
            <a:spLocks xmlns:a="http://schemas.openxmlformats.org/drawingml/2006/main" noGrp="1"/>
          </p:cNvSpPr>
          <p:nvPr/>
        </p:nvSpPr>
        <p:spPr>
          <a:xfrm xmlns:a="http://schemas.openxmlformats.org/drawingml/2006/main">
            <a:off x="8650003" y="336989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21363652" name="">
            <a:extLst xmlns:a="http://schemas.openxmlformats.org/drawingml/2006/main">
              <a:ext uri="{FF2B5EF4-FFF2-40B4-BE49-F238E27FC236}">
                <a16:creationId xmlns:a16="http://schemas.microsoft.com/office/drawing/2014/main" id="{E9A2014D-CC42-4214-8818-B171675EE7C8}"/>
              </a:ext>
            </a:extLst>
          </p:cNvPr>
          <p:cNvSpPr>
            <a:spLocks xmlns:a="http://schemas.openxmlformats.org/drawingml/2006/main" noGrp="1"/>
          </p:cNvSpPr>
          <p:nvPr/>
        </p:nvSpPr>
        <p:spPr>
          <a:xfrm xmlns:a="http://schemas.openxmlformats.org/drawingml/2006/main">
            <a:off x="8686098" y="337444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88736581" name="">
            <a:extLst xmlns:a="http://schemas.openxmlformats.org/drawingml/2006/main">
              <a:ext uri="{FF2B5EF4-FFF2-40B4-BE49-F238E27FC236}">
                <a16:creationId xmlns:a16="http://schemas.microsoft.com/office/drawing/2014/main" id="{FD41638F-F15C-4FB3-AFF3-A9F0404B46D0}"/>
              </a:ext>
            </a:extLst>
          </p:cNvPr>
          <p:cNvSpPr>
            <a:spLocks xmlns:a="http://schemas.openxmlformats.org/drawingml/2006/main" noGrp="1"/>
          </p:cNvSpPr>
          <p:nvPr/>
        </p:nvSpPr>
        <p:spPr>
          <a:xfrm xmlns:a="http://schemas.openxmlformats.org/drawingml/2006/main">
            <a:off x="8722193" y="33798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445474" name="">
            <a:extLst xmlns:a="http://schemas.openxmlformats.org/drawingml/2006/main">
              <a:ext uri="{FF2B5EF4-FFF2-40B4-BE49-F238E27FC236}">
                <a16:creationId xmlns:a16="http://schemas.microsoft.com/office/drawing/2014/main" id="{78AE6740-55B9-40E2-A344-5B6791FFB380}"/>
              </a:ext>
            </a:extLst>
          </p:cNvPr>
          <p:cNvSpPr>
            <a:spLocks xmlns:a="http://schemas.openxmlformats.org/drawingml/2006/main" noGrp="1"/>
          </p:cNvSpPr>
          <p:nvPr/>
        </p:nvSpPr>
        <p:spPr>
          <a:xfrm xmlns:a="http://schemas.openxmlformats.org/drawingml/2006/main">
            <a:off x="8758288" y="33859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86663519" name="">
            <a:extLst xmlns:a="http://schemas.openxmlformats.org/drawingml/2006/main">
              <a:ext uri="{FF2B5EF4-FFF2-40B4-BE49-F238E27FC236}">
                <a16:creationId xmlns:a16="http://schemas.microsoft.com/office/drawing/2014/main" id="{B30CC8EC-10B4-4BCC-B313-7CE8714E05E6}"/>
              </a:ext>
            </a:extLst>
          </p:cNvPr>
          <p:cNvSpPr>
            <a:spLocks xmlns:a="http://schemas.openxmlformats.org/drawingml/2006/main" noGrp="1"/>
          </p:cNvSpPr>
          <p:nvPr/>
        </p:nvSpPr>
        <p:spPr>
          <a:xfrm xmlns:a="http://schemas.openxmlformats.org/drawingml/2006/main">
            <a:off x="8794382" y="339242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43919612" name="">
            <a:extLst xmlns:a="http://schemas.openxmlformats.org/drawingml/2006/main">
              <a:ext uri="{FF2B5EF4-FFF2-40B4-BE49-F238E27FC236}">
                <a16:creationId xmlns:a16="http://schemas.microsoft.com/office/drawing/2014/main" id="{3CBB9C2A-2116-4595-8807-DF6760A688EB}"/>
              </a:ext>
            </a:extLst>
          </p:cNvPr>
          <p:cNvSpPr>
            <a:spLocks xmlns:a="http://schemas.openxmlformats.org/drawingml/2006/main" noGrp="1"/>
          </p:cNvSpPr>
          <p:nvPr/>
        </p:nvSpPr>
        <p:spPr>
          <a:xfrm xmlns:a="http://schemas.openxmlformats.org/drawingml/2006/main">
            <a:off x="8830477" y="339892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689530481" name="">
            <a:extLst xmlns:a="http://schemas.openxmlformats.org/drawingml/2006/main">
              <a:ext uri="{FF2B5EF4-FFF2-40B4-BE49-F238E27FC236}">
                <a16:creationId xmlns:a16="http://schemas.microsoft.com/office/drawing/2014/main" id="{BB40EE26-2FC5-4DA6-A294-BB2944985084}"/>
              </a:ext>
            </a:extLst>
          </p:cNvPr>
          <p:cNvSpPr>
            <a:spLocks xmlns:a="http://schemas.openxmlformats.org/drawingml/2006/main" noGrp="1"/>
          </p:cNvSpPr>
          <p:nvPr/>
        </p:nvSpPr>
        <p:spPr>
          <a:xfrm xmlns:a="http://schemas.openxmlformats.org/drawingml/2006/main">
            <a:off x="8866572" y="340482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064708390" name="">
            <a:extLst xmlns:a="http://schemas.openxmlformats.org/drawingml/2006/main">
              <a:ext uri="{FF2B5EF4-FFF2-40B4-BE49-F238E27FC236}">
                <a16:creationId xmlns:a16="http://schemas.microsoft.com/office/drawing/2014/main" id="{D2FD20CA-0D40-4A06-81D3-180DAF291297}"/>
              </a:ext>
            </a:extLst>
          </p:cNvPr>
          <p:cNvSpPr>
            <a:spLocks xmlns:a="http://schemas.openxmlformats.org/drawingml/2006/main" noGrp="1"/>
          </p:cNvSpPr>
          <p:nvPr/>
        </p:nvSpPr>
        <p:spPr>
          <a:xfrm xmlns:a="http://schemas.openxmlformats.org/drawingml/2006/main">
            <a:off x="8902667" y="340934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12890013" name="">
            <a:extLst xmlns:a="http://schemas.openxmlformats.org/drawingml/2006/main">
              <a:ext uri="{FF2B5EF4-FFF2-40B4-BE49-F238E27FC236}">
                <a16:creationId xmlns:a16="http://schemas.microsoft.com/office/drawing/2014/main" id="{61D04AAF-863A-446D-B412-194E43172954}"/>
              </a:ext>
            </a:extLst>
          </p:cNvPr>
          <p:cNvSpPr>
            <a:spLocks xmlns:a="http://schemas.openxmlformats.org/drawingml/2006/main" noGrp="1"/>
          </p:cNvSpPr>
          <p:nvPr/>
        </p:nvSpPr>
        <p:spPr>
          <a:xfrm xmlns:a="http://schemas.openxmlformats.org/drawingml/2006/main">
            <a:off x="8938761" y="341158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98169077" name="">
            <a:extLst xmlns:a="http://schemas.openxmlformats.org/drawingml/2006/main">
              <a:ext uri="{FF2B5EF4-FFF2-40B4-BE49-F238E27FC236}">
                <a16:creationId xmlns:a16="http://schemas.microsoft.com/office/drawing/2014/main" id="{682CC9D4-E999-4526-853C-7C686FAF4E52}"/>
              </a:ext>
            </a:extLst>
          </p:cNvPr>
          <p:cNvSpPr>
            <a:spLocks xmlns:a="http://schemas.openxmlformats.org/drawingml/2006/main" noGrp="1"/>
          </p:cNvSpPr>
          <p:nvPr/>
        </p:nvSpPr>
        <p:spPr>
          <a:xfrm xmlns:a="http://schemas.openxmlformats.org/drawingml/2006/main">
            <a:off x="8974856" y="341058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012348429" name="">
            <a:extLst xmlns:a="http://schemas.openxmlformats.org/drawingml/2006/main">
              <a:ext uri="{FF2B5EF4-FFF2-40B4-BE49-F238E27FC236}">
                <a16:creationId xmlns:a16="http://schemas.microsoft.com/office/drawing/2014/main" id="{51839A45-9392-4AF6-81A3-7E5E6D8FDABA}"/>
              </a:ext>
            </a:extLst>
          </p:cNvPr>
          <p:cNvSpPr>
            <a:spLocks xmlns:a="http://schemas.openxmlformats.org/drawingml/2006/main" noGrp="1"/>
          </p:cNvSpPr>
          <p:nvPr/>
        </p:nvSpPr>
        <p:spPr>
          <a:xfrm xmlns:a="http://schemas.openxmlformats.org/drawingml/2006/main">
            <a:off x="9010951" y="340537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73394160" name="">
            <a:extLst xmlns:a="http://schemas.openxmlformats.org/drawingml/2006/main">
              <a:ext uri="{FF2B5EF4-FFF2-40B4-BE49-F238E27FC236}">
                <a16:creationId xmlns:a16="http://schemas.microsoft.com/office/drawing/2014/main" id="{2E11E66A-C451-43D8-9E7F-4C6812D0D1AA}"/>
              </a:ext>
            </a:extLst>
          </p:cNvPr>
          <p:cNvSpPr>
            <a:spLocks xmlns:a="http://schemas.openxmlformats.org/drawingml/2006/main" noGrp="1"/>
          </p:cNvSpPr>
          <p:nvPr/>
        </p:nvSpPr>
        <p:spPr>
          <a:xfrm xmlns:a="http://schemas.openxmlformats.org/drawingml/2006/main">
            <a:off x="9047046" y="339507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899033700" name="">
            <a:extLst xmlns:a="http://schemas.openxmlformats.org/drawingml/2006/main">
              <a:ext uri="{FF2B5EF4-FFF2-40B4-BE49-F238E27FC236}">
                <a16:creationId xmlns:a16="http://schemas.microsoft.com/office/drawing/2014/main" id="{07B84C15-C2DD-497A-87F0-AAFFA46B620C}"/>
              </a:ext>
            </a:extLst>
          </p:cNvPr>
          <p:cNvSpPr>
            <a:spLocks xmlns:a="http://schemas.openxmlformats.org/drawingml/2006/main" noGrp="1"/>
          </p:cNvSpPr>
          <p:nvPr/>
        </p:nvSpPr>
        <p:spPr>
          <a:xfrm xmlns:a="http://schemas.openxmlformats.org/drawingml/2006/main">
            <a:off x="9083140" y="337897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87666144" name="">
            <a:extLst xmlns:a="http://schemas.openxmlformats.org/drawingml/2006/main">
              <a:ext uri="{FF2B5EF4-FFF2-40B4-BE49-F238E27FC236}">
                <a16:creationId xmlns:a16="http://schemas.microsoft.com/office/drawing/2014/main" id="{3DA22C76-B554-43EB-9A92-B3B3A9BD56B0}"/>
              </a:ext>
            </a:extLst>
          </p:cNvPr>
          <p:cNvSpPr>
            <a:spLocks xmlns:a="http://schemas.openxmlformats.org/drawingml/2006/main" noGrp="1"/>
          </p:cNvSpPr>
          <p:nvPr/>
        </p:nvSpPr>
        <p:spPr>
          <a:xfrm xmlns:a="http://schemas.openxmlformats.org/drawingml/2006/main">
            <a:off x="9119235" y="33566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5887595" name="">
            <a:extLst xmlns:a="http://schemas.openxmlformats.org/drawingml/2006/main">
              <a:ext uri="{FF2B5EF4-FFF2-40B4-BE49-F238E27FC236}">
                <a16:creationId xmlns:a16="http://schemas.microsoft.com/office/drawing/2014/main" id="{0C2C800B-A848-4D4A-8596-340C818351BD}"/>
              </a:ext>
            </a:extLst>
          </p:cNvPr>
          <p:cNvSpPr>
            <a:spLocks xmlns:a="http://schemas.openxmlformats.org/drawingml/2006/main" noGrp="1"/>
          </p:cNvSpPr>
          <p:nvPr/>
        </p:nvSpPr>
        <p:spPr>
          <a:xfrm xmlns:a="http://schemas.openxmlformats.org/drawingml/2006/main">
            <a:off x="9155330" y="33278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867180673" name="">
            <a:extLst xmlns:a="http://schemas.openxmlformats.org/drawingml/2006/main">
              <a:ext uri="{FF2B5EF4-FFF2-40B4-BE49-F238E27FC236}">
                <a16:creationId xmlns:a16="http://schemas.microsoft.com/office/drawing/2014/main" id="{595B9B47-5289-48C4-966D-021B7C538830}"/>
              </a:ext>
            </a:extLst>
          </p:cNvPr>
          <p:cNvSpPr>
            <a:spLocks xmlns:a="http://schemas.openxmlformats.org/drawingml/2006/main" noGrp="1"/>
          </p:cNvSpPr>
          <p:nvPr/>
        </p:nvSpPr>
        <p:spPr>
          <a:xfrm xmlns:a="http://schemas.openxmlformats.org/drawingml/2006/main">
            <a:off x="9191424" y="329280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73799175" name="">
            <a:extLst xmlns:a="http://schemas.openxmlformats.org/drawingml/2006/main">
              <a:ext uri="{FF2B5EF4-FFF2-40B4-BE49-F238E27FC236}">
                <a16:creationId xmlns:a16="http://schemas.microsoft.com/office/drawing/2014/main" id="{0F2E7169-BCA9-4997-9877-461CA48B38D8}"/>
              </a:ext>
            </a:extLst>
          </p:cNvPr>
          <p:cNvSpPr>
            <a:spLocks xmlns:a="http://schemas.openxmlformats.org/drawingml/2006/main" noGrp="1"/>
          </p:cNvSpPr>
          <p:nvPr/>
        </p:nvSpPr>
        <p:spPr>
          <a:xfrm xmlns:a="http://schemas.openxmlformats.org/drawingml/2006/main">
            <a:off x="9227519" y="325197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95475600" name="">
            <a:extLst xmlns:a="http://schemas.openxmlformats.org/drawingml/2006/main">
              <a:ext uri="{FF2B5EF4-FFF2-40B4-BE49-F238E27FC236}">
                <a16:creationId xmlns:a16="http://schemas.microsoft.com/office/drawing/2014/main" id="{28148592-532F-4DC3-BF1C-F578BF0F1654}"/>
              </a:ext>
            </a:extLst>
          </p:cNvPr>
          <p:cNvSpPr>
            <a:spLocks xmlns:a="http://schemas.openxmlformats.org/drawingml/2006/main" noGrp="1"/>
          </p:cNvSpPr>
          <p:nvPr/>
        </p:nvSpPr>
        <p:spPr>
          <a:xfrm xmlns:a="http://schemas.openxmlformats.org/drawingml/2006/main">
            <a:off x="9263614" y="32060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479270636" name="">
            <a:extLst xmlns:a="http://schemas.openxmlformats.org/drawingml/2006/main">
              <a:ext uri="{FF2B5EF4-FFF2-40B4-BE49-F238E27FC236}">
                <a16:creationId xmlns:a16="http://schemas.microsoft.com/office/drawing/2014/main" id="{48E32D6E-F1F1-47F4-BA93-AAFBFD5628F6}"/>
              </a:ext>
            </a:extLst>
          </p:cNvPr>
          <p:cNvSpPr>
            <a:spLocks xmlns:a="http://schemas.openxmlformats.org/drawingml/2006/main" noGrp="1"/>
          </p:cNvSpPr>
          <p:nvPr/>
        </p:nvSpPr>
        <p:spPr>
          <a:xfrm xmlns:a="http://schemas.openxmlformats.org/drawingml/2006/main">
            <a:off x="9299709" y="315591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06997935" name="">
            <a:extLst xmlns:a="http://schemas.openxmlformats.org/drawingml/2006/main">
              <a:ext uri="{FF2B5EF4-FFF2-40B4-BE49-F238E27FC236}">
                <a16:creationId xmlns:a16="http://schemas.microsoft.com/office/drawing/2014/main" id="{5572175E-DD24-472E-86C3-E5502204D226}"/>
              </a:ext>
            </a:extLst>
          </p:cNvPr>
          <p:cNvSpPr>
            <a:spLocks xmlns:a="http://schemas.openxmlformats.org/drawingml/2006/main" noGrp="1"/>
          </p:cNvSpPr>
          <p:nvPr/>
        </p:nvSpPr>
        <p:spPr>
          <a:xfrm xmlns:a="http://schemas.openxmlformats.org/drawingml/2006/main">
            <a:off x="9335803" y="310253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75135873" name="">
            <a:extLst xmlns:a="http://schemas.openxmlformats.org/drawingml/2006/main">
              <a:ext uri="{FF2B5EF4-FFF2-40B4-BE49-F238E27FC236}">
                <a16:creationId xmlns:a16="http://schemas.microsoft.com/office/drawing/2014/main" id="{1259A22A-F75A-4F54-A658-FDD5A4ED0059}"/>
              </a:ext>
            </a:extLst>
          </p:cNvPr>
          <p:cNvSpPr>
            <a:spLocks xmlns:a="http://schemas.openxmlformats.org/drawingml/2006/main" noGrp="1"/>
          </p:cNvSpPr>
          <p:nvPr/>
        </p:nvSpPr>
        <p:spPr>
          <a:xfrm xmlns:a="http://schemas.openxmlformats.org/drawingml/2006/main">
            <a:off x="9371897" y="304688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91242346" name="">
            <a:extLst xmlns:a="http://schemas.openxmlformats.org/drawingml/2006/main">
              <a:ext uri="{FF2B5EF4-FFF2-40B4-BE49-F238E27FC236}">
                <a16:creationId xmlns:a16="http://schemas.microsoft.com/office/drawing/2014/main" id="{0C0A0750-A39B-4490-B005-C7CF15B507AA}"/>
              </a:ext>
            </a:extLst>
          </p:cNvPr>
          <p:cNvSpPr>
            <a:spLocks xmlns:a="http://schemas.openxmlformats.org/drawingml/2006/main" noGrp="1"/>
          </p:cNvSpPr>
          <p:nvPr/>
        </p:nvSpPr>
        <p:spPr>
          <a:xfrm xmlns:a="http://schemas.openxmlformats.org/drawingml/2006/main">
            <a:off x="9407993" y="298985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388633971" name="">
            <a:extLst xmlns:a="http://schemas.openxmlformats.org/drawingml/2006/main">
              <a:ext uri="{FF2B5EF4-FFF2-40B4-BE49-F238E27FC236}">
                <a16:creationId xmlns:a16="http://schemas.microsoft.com/office/drawing/2014/main" id="{DB771D9A-5EF9-4D88-99D8-5A92176D5F67}"/>
              </a:ext>
            </a:extLst>
          </p:cNvPr>
          <p:cNvSpPr>
            <a:spLocks xmlns:a="http://schemas.openxmlformats.org/drawingml/2006/main" noGrp="1"/>
          </p:cNvSpPr>
          <p:nvPr/>
        </p:nvSpPr>
        <p:spPr>
          <a:xfrm xmlns:a="http://schemas.openxmlformats.org/drawingml/2006/main">
            <a:off x="9444088" y="293221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21892147" name="">
            <a:extLst xmlns:a="http://schemas.openxmlformats.org/drawingml/2006/main">
              <a:ext uri="{FF2B5EF4-FFF2-40B4-BE49-F238E27FC236}">
                <a16:creationId xmlns:a16="http://schemas.microsoft.com/office/drawing/2014/main" id="{028CAC36-6B41-46E1-872F-E0B1F3454004}"/>
              </a:ext>
            </a:extLst>
          </p:cNvPr>
          <p:cNvSpPr>
            <a:spLocks xmlns:a="http://schemas.openxmlformats.org/drawingml/2006/main" noGrp="1"/>
          </p:cNvSpPr>
          <p:nvPr/>
        </p:nvSpPr>
        <p:spPr>
          <a:xfrm xmlns:a="http://schemas.openxmlformats.org/drawingml/2006/main">
            <a:off x="9480182" y="287456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01083911" name="">
            <a:extLst xmlns:a="http://schemas.openxmlformats.org/drawingml/2006/main">
              <a:ext uri="{FF2B5EF4-FFF2-40B4-BE49-F238E27FC236}">
                <a16:creationId xmlns:a16="http://schemas.microsoft.com/office/drawing/2014/main" id="{FEBDBCDC-4C8D-4D8F-9C40-8901D1EE5096}"/>
              </a:ext>
            </a:extLst>
          </p:cNvPr>
          <p:cNvSpPr>
            <a:spLocks xmlns:a="http://schemas.openxmlformats.org/drawingml/2006/main" noGrp="1"/>
          </p:cNvSpPr>
          <p:nvPr/>
        </p:nvSpPr>
        <p:spPr>
          <a:xfrm xmlns:a="http://schemas.openxmlformats.org/drawingml/2006/main">
            <a:off x="9516277" y="281734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65182998" name="">
            <a:extLst xmlns:a="http://schemas.openxmlformats.org/drawingml/2006/main">
              <a:ext uri="{FF2B5EF4-FFF2-40B4-BE49-F238E27FC236}">
                <a16:creationId xmlns:a16="http://schemas.microsoft.com/office/drawing/2014/main" id="{5332ADCA-80A8-44F8-8079-3B5BEB1EB0D8}"/>
              </a:ext>
            </a:extLst>
          </p:cNvPr>
          <p:cNvSpPr>
            <a:spLocks xmlns:a="http://schemas.openxmlformats.org/drawingml/2006/main" noGrp="1"/>
          </p:cNvSpPr>
          <p:nvPr/>
        </p:nvSpPr>
        <p:spPr>
          <a:xfrm xmlns:a="http://schemas.openxmlformats.org/drawingml/2006/main">
            <a:off x="9552372" y="27608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20624835" name="">
            <a:extLst xmlns:a="http://schemas.openxmlformats.org/drawingml/2006/main">
              <a:ext uri="{FF2B5EF4-FFF2-40B4-BE49-F238E27FC236}">
                <a16:creationId xmlns:a16="http://schemas.microsoft.com/office/drawing/2014/main" id="{43406E1D-A6BD-4D31-92D1-6F70298205B1}"/>
              </a:ext>
            </a:extLst>
          </p:cNvPr>
          <p:cNvSpPr>
            <a:spLocks xmlns:a="http://schemas.openxmlformats.org/drawingml/2006/main" noGrp="1"/>
          </p:cNvSpPr>
          <p:nvPr/>
        </p:nvSpPr>
        <p:spPr>
          <a:xfrm xmlns:a="http://schemas.openxmlformats.org/drawingml/2006/main">
            <a:off x="9588467" y="27051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100493198" name="">
            <a:extLst xmlns:a="http://schemas.openxmlformats.org/drawingml/2006/main">
              <a:ext uri="{FF2B5EF4-FFF2-40B4-BE49-F238E27FC236}">
                <a16:creationId xmlns:a16="http://schemas.microsoft.com/office/drawing/2014/main" id="{D0933592-4101-4C3D-A6F9-F6D04871272C}"/>
              </a:ext>
            </a:extLst>
          </p:cNvPr>
          <p:cNvSpPr>
            <a:spLocks xmlns:a="http://schemas.openxmlformats.org/drawingml/2006/main" noGrp="1"/>
          </p:cNvSpPr>
          <p:nvPr/>
        </p:nvSpPr>
        <p:spPr>
          <a:xfrm xmlns:a="http://schemas.openxmlformats.org/drawingml/2006/main">
            <a:off x="9624560" y="26503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976454167" name="">
            <a:extLst xmlns:a="http://schemas.openxmlformats.org/drawingml/2006/main">
              <a:ext uri="{FF2B5EF4-FFF2-40B4-BE49-F238E27FC236}">
                <a16:creationId xmlns:a16="http://schemas.microsoft.com/office/drawing/2014/main" id="{D8A8D3E3-3F8B-4AF2-8988-D2CD0A2FFCFF}"/>
              </a:ext>
            </a:extLst>
          </p:cNvPr>
          <p:cNvSpPr>
            <a:spLocks xmlns:a="http://schemas.openxmlformats.org/drawingml/2006/main" noGrp="1"/>
          </p:cNvSpPr>
          <p:nvPr/>
        </p:nvSpPr>
        <p:spPr>
          <a:xfrm xmlns:a="http://schemas.openxmlformats.org/drawingml/2006/main">
            <a:off x="9660656" y="259632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074252115" name="">
            <a:extLst xmlns:a="http://schemas.openxmlformats.org/drawingml/2006/main">
              <a:ext uri="{FF2B5EF4-FFF2-40B4-BE49-F238E27FC236}">
                <a16:creationId xmlns:a16="http://schemas.microsoft.com/office/drawing/2014/main" id="{5F176684-D2D0-45DE-B82D-9AD4CDAB4C4D}"/>
              </a:ext>
            </a:extLst>
          </p:cNvPr>
          <p:cNvSpPr>
            <a:spLocks xmlns:a="http://schemas.openxmlformats.org/drawingml/2006/main" noGrp="1"/>
          </p:cNvSpPr>
          <p:nvPr/>
        </p:nvSpPr>
        <p:spPr>
          <a:xfrm xmlns:a="http://schemas.openxmlformats.org/drawingml/2006/main">
            <a:off x="9696751" y="254303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709342476" name="">
            <a:extLst xmlns:a="http://schemas.openxmlformats.org/drawingml/2006/main">
              <a:ext uri="{FF2B5EF4-FFF2-40B4-BE49-F238E27FC236}">
                <a16:creationId xmlns:a16="http://schemas.microsoft.com/office/drawing/2014/main" id="{E94EF76B-1D42-4FAB-B0B6-D17B1EE7E46D}"/>
              </a:ext>
            </a:extLst>
          </p:cNvPr>
          <p:cNvSpPr>
            <a:spLocks xmlns:a="http://schemas.openxmlformats.org/drawingml/2006/main" noGrp="1"/>
          </p:cNvSpPr>
          <p:nvPr/>
        </p:nvSpPr>
        <p:spPr>
          <a:xfrm xmlns:a="http://schemas.openxmlformats.org/drawingml/2006/main">
            <a:off x="9732846" y="24903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218565550" name="">
            <a:extLst xmlns:a="http://schemas.openxmlformats.org/drawingml/2006/main">
              <a:ext uri="{FF2B5EF4-FFF2-40B4-BE49-F238E27FC236}">
                <a16:creationId xmlns:a16="http://schemas.microsoft.com/office/drawing/2014/main" id="{1C5C47B0-6342-49D9-ACE3-1EC1FDB9D45A}"/>
              </a:ext>
            </a:extLst>
          </p:cNvPr>
          <p:cNvSpPr>
            <a:spLocks xmlns:a="http://schemas.openxmlformats.org/drawingml/2006/main" noGrp="1"/>
          </p:cNvSpPr>
          <p:nvPr/>
        </p:nvSpPr>
        <p:spPr>
          <a:xfrm xmlns:a="http://schemas.openxmlformats.org/drawingml/2006/main">
            <a:off x="9768940" y="24381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518704932" name="">
            <a:extLst xmlns:a="http://schemas.openxmlformats.org/drawingml/2006/main">
              <a:ext uri="{FF2B5EF4-FFF2-40B4-BE49-F238E27FC236}">
                <a16:creationId xmlns:a16="http://schemas.microsoft.com/office/drawing/2014/main" id="{7D2BB1DE-6BA4-4913-82F4-DD2ECEB98A9E}"/>
              </a:ext>
            </a:extLst>
          </p:cNvPr>
          <p:cNvSpPr>
            <a:spLocks xmlns:a="http://schemas.openxmlformats.org/drawingml/2006/main" noGrp="1"/>
          </p:cNvSpPr>
          <p:nvPr/>
        </p:nvSpPr>
        <p:spPr>
          <a:xfrm xmlns:a="http://schemas.openxmlformats.org/drawingml/2006/main">
            <a:off x="9805035" y="23862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56120888" name="">
            <a:extLst xmlns:a="http://schemas.openxmlformats.org/drawingml/2006/main">
              <a:ext uri="{FF2B5EF4-FFF2-40B4-BE49-F238E27FC236}">
                <a16:creationId xmlns:a16="http://schemas.microsoft.com/office/drawing/2014/main" id="{49823E28-B506-4421-9FB0-FF0DF456FA46}"/>
              </a:ext>
            </a:extLst>
          </p:cNvPr>
          <p:cNvSpPr>
            <a:spLocks xmlns:a="http://schemas.openxmlformats.org/drawingml/2006/main" noGrp="1"/>
          </p:cNvSpPr>
          <p:nvPr/>
        </p:nvSpPr>
        <p:spPr>
          <a:xfrm xmlns:a="http://schemas.openxmlformats.org/drawingml/2006/main">
            <a:off x="8905875" y="3790949"/>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GELU</a:t>
            </a:r>
          </a:p>
        </p:txBody>
      </p:sp>
      <p:sp>
        <p:nvSpPr>
          <p:cNvPr id="681134729" name="">
            <a:extLst xmlns:a="http://schemas.openxmlformats.org/drawingml/2006/main">
              <a:ext uri="{FF2B5EF4-FFF2-40B4-BE49-F238E27FC236}">
                <a16:creationId xmlns:a16="http://schemas.microsoft.com/office/drawing/2014/main" id="{2EE5E7B5-B8AE-44D5-9CF7-8BBBC0C04ADC}"/>
              </a:ext>
            </a:extLst>
          </p:cNvPr>
          <p:cNvSpPr>
            <a:spLocks xmlns:a="http://schemas.openxmlformats.org/drawingml/2006/main" noGrp="1"/>
          </p:cNvSpPr>
          <p:nvPr/>
        </p:nvSpPr>
        <p:spPr>
          <a:xfrm xmlns:a="http://schemas.openxmlformats.org/drawingml/2006/main">
            <a:off x="11906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ReLU: simple gating</a:t>
            </a:r>
          </a:p>
        </p:txBody>
      </p:sp>
      <p:sp>
        <p:nvSpPr>
          <p:cNvPr id="2054202209" name="">
            <a:extLst xmlns:a="http://schemas.openxmlformats.org/drawingml/2006/main">
              <a:ext uri="{FF2B5EF4-FFF2-40B4-BE49-F238E27FC236}">
                <a16:creationId xmlns:a16="http://schemas.microsoft.com/office/drawing/2014/main" id="{193DF259-315A-4027-8A8B-529F25B4AF93}"/>
              </a:ext>
            </a:extLst>
          </p:cNvPr>
          <p:cNvSpPr>
            <a:spLocks xmlns:a="http://schemas.openxmlformats.org/drawingml/2006/main" noGrp="1"/>
          </p:cNvSpPr>
          <p:nvPr/>
        </p:nvSpPr>
        <p:spPr>
          <a:xfrm xmlns:a="http://schemas.openxmlformats.org/drawingml/2006/main">
            <a:off x="37623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Sigmoid: 0 to 1</a:t>
            </a:r>
          </a:p>
        </p:txBody>
      </p:sp>
      <p:sp>
        <p:nvSpPr>
          <p:cNvPr id="1843681891" name="">
            <a:extLst xmlns:a="http://schemas.openxmlformats.org/drawingml/2006/main">
              <a:ext uri="{FF2B5EF4-FFF2-40B4-BE49-F238E27FC236}">
                <a16:creationId xmlns:a16="http://schemas.microsoft.com/office/drawing/2014/main" id="{F435219D-48EF-45CC-8F9F-D931B3E5FB8E}"/>
              </a:ext>
            </a:extLst>
          </p:cNvPr>
          <p:cNvSpPr>
            <a:spLocks xmlns:a="http://schemas.openxmlformats.org/drawingml/2006/main" noGrp="1"/>
          </p:cNvSpPr>
          <p:nvPr/>
        </p:nvSpPr>
        <p:spPr>
          <a:xfrm xmlns:a="http://schemas.openxmlformats.org/drawingml/2006/main">
            <a:off x="63341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tanh: −1 to 1</a:t>
            </a:r>
          </a:p>
        </p:txBody>
      </p:sp>
      <p:sp>
        <p:nvSpPr>
          <p:cNvPr id="1865744742" name="">
            <a:extLst xmlns:a="http://schemas.openxmlformats.org/drawingml/2006/main">
              <a:ext uri="{FF2B5EF4-FFF2-40B4-BE49-F238E27FC236}">
                <a16:creationId xmlns:a16="http://schemas.microsoft.com/office/drawing/2014/main" id="{88033393-A544-4580-AB6E-C88FEBACB916}"/>
              </a:ext>
            </a:extLst>
          </p:cNvPr>
          <p:cNvSpPr>
            <a:spLocks xmlns:a="http://schemas.openxmlformats.org/drawingml/2006/main" noGrp="1"/>
          </p:cNvSpPr>
          <p:nvPr/>
        </p:nvSpPr>
        <p:spPr>
          <a:xfrm xmlns:a="http://schemas.openxmlformats.org/drawingml/2006/main">
            <a:off x="89058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GELU: smooth gating</a:t>
            </a:r>
          </a:p>
        </p:txBody>
      </p:sp>
      <p:sp>
        <p:nvSpPr>
          <p:cNvPr id="2018250812" name="">
            <a:extLst xmlns:a="http://schemas.openxmlformats.org/drawingml/2006/main">
              <a:ext uri="{FF2B5EF4-FFF2-40B4-BE49-F238E27FC236}">
                <a16:creationId xmlns:a16="http://schemas.microsoft.com/office/drawing/2014/main" id="{AC09590A-997B-4123-AF17-3605B9AF779A}"/>
              </a:ext>
            </a:extLst>
          </p:cNvPr>
          <p:cNvSpPr>
            <a:spLocks xmlns:a="http://schemas.openxmlformats.org/drawingml/2006/main" noGrp="1"/>
          </p:cNvSpPr>
          <p:nvPr/>
        </p:nvSpPr>
        <p:spPr>
          <a:xfrm xmlns:a="http://schemas.openxmlformats.org/drawingml/2006/main">
            <a:off x="1476375" y="5191125"/>
            <a:ext cx="923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Modern Transformer blocks commonly use GELU-like activations in their feed-forward layers.</a:t>
            </a:r>
          </a:p>
        </p:txBody>
      </p:sp>
    </p:spTree>
    <p:extLst>
      <p:ext uri="{BB962C8B-B14F-4D97-AF65-F5344CB8AC3E}">
        <p14:creationId xmlns:p14="http://schemas.microsoft.com/office/powerpoint/2010/main" val="1126074304"/>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0742053" name="Rectangle 1153616344">
            <a:extLst xmlns:a="http://schemas.openxmlformats.org/drawingml/2006/main">
              <a:ext uri="{FF2B5EF4-FFF2-40B4-BE49-F238E27FC236}">
                <a16:creationId xmlns:a16="http://schemas.microsoft.com/office/drawing/2014/main" id="{A6FD32A9-6D71-4008-BE42-FFD41F46FBD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866895181" name="Rectangle 900783331">
            <a:extLst xmlns:a="http://schemas.openxmlformats.org/drawingml/2006/main">
              <a:ext uri="{FF2B5EF4-FFF2-40B4-BE49-F238E27FC236}">
                <a16:creationId xmlns:a16="http://schemas.microsoft.com/office/drawing/2014/main" id="{C9FEDA99-EE03-4D3C-B5B3-A2CCCBBBBE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024309607" name="Rectangle: Rounded Corners 1696408858">
            <a:extLst xmlns:a="http://schemas.openxmlformats.org/drawingml/2006/main">
              <a:ext uri="{FF2B5EF4-FFF2-40B4-BE49-F238E27FC236}">
                <a16:creationId xmlns:a16="http://schemas.microsoft.com/office/drawing/2014/main" id="{26C325FB-12FC-4CF5-82DD-25A1D8E602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1600786" name="Rectangle: Rounded Corners 1953172434">
            <a:extLst xmlns:a="http://schemas.openxmlformats.org/drawingml/2006/main">
              <a:ext uri="{FF2B5EF4-FFF2-40B4-BE49-F238E27FC236}">
                <a16:creationId xmlns:a16="http://schemas.microsoft.com/office/drawing/2014/main" id="{5766BACE-39DD-4FA6-B774-0EB5699272D2}"/>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852120207" name="Arrow: Right 1189177997">
            <a:extLst xmlns:a="http://schemas.openxmlformats.org/drawingml/2006/main">
              <a:ext uri="{FF2B5EF4-FFF2-40B4-BE49-F238E27FC236}">
                <a16:creationId xmlns:a16="http://schemas.microsoft.com/office/drawing/2014/main" id="{2E3BF4E9-1D5C-471E-BCF7-0FBBC2CED4A9}"/>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1637611" name="Rectangle: Rounded Corners 1336248175">
            <a:extLst xmlns:a="http://schemas.openxmlformats.org/drawingml/2006/main">
              <a:ext uri="{FF2B5EF4-FFF2-40B4-BE49-F238E27FC236}">
                <a16:creationId xmlns:a16="http://schemas.microsoft.com/office/drawing/2014/main" id="{C9D5BC65-6DE5-427A-954E-3FF19109F3F9}"/>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2098552001" name="Arrow: Right 191949401">
            <a:extLst xmlns:a="http://schemas.openxmlformats.org/drawingml/2006/main">
              <a:ext uri="{FF2B5EF4-FFF2-40B4-BE49-F238E27FC236}">
                <a16:creationId xmlns:a16="http://schemas.microsoft.com/office/drawing/2014/main" id="{0730B9E1-A476-4CC2-82A4-B81C523ECA03}"/>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0879616" name="Rectangle: Rounded Corners 698425088">
            <a:extLst xmlns:a="http://schemas.openxmlformats.org/drawingml/2006/main">
              <a:ext uri="{FF2B5EF4-FFF2-40B4-BE49-F238E27FC236}">
                <a16:creationId xmlns:a16="http://schemas.microsoft.com/office/drawing/2014/main" id="{717FB8D6-04B2-478C-BD3C-CC3D10FC79F6}"/>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644515903" name="Arrow: Right 1313016723">
            <a:extLst xmlns:a="http://schemas.openxmlformats.org/drawingml/2006/main">
              <a:ext uri="{FF2B5EF4-FFF2-40B4-BE49-F238E27FC236}">
                <a16:creationId xmlns:a16="http://schemas.microsoft.com/office/drawing/2014/main" id="{4CBCB2DD-587C-4FEA-828F-E56F304843A6}"/>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3592112" name="Rectangle: Rounded Corners 146802490">
            <a:extLst xmlns:a="http://schemas.openxmlformats.org/drawingml/2006/main">
              <a:ext uri="{FF2B5EF4-FFF2-40B4-BE49-F238E27FC236}">
                <a16:creationId xmlns:a16="http://schemas.microsoft.com/office/drawing/2014/main" id="{84BC683A-F260-47BD-ADF6-E05CC801C4AA}"/>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754462284" name="Rectangle 1675037776">
            <a:extLst xmlns:a="http://schemas.openxmlformats.org/drawingml/2006/main">
              <a:ext uri="{FF2B5EF4-FFF2-40B4-BE49-F238E27FC236}">
                <a16:creationId xmlns:a16="http://schemas.microsoft.com/office/drawing/2014/main" id="{5641B2B8-037A-43C8-A9E8-70939301A3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21</a:t>
            </a:r>
          </a:p>
        </p:txBody>
      </p:sp>
      <p:sp>
        <p:nvSpPr>
          <p:cNvPr id="820572934" name="Rectangle 1953172435">
            <a:extLst xmlns:a="http://schemas.openxmlformats.org/drawingml/2006/main">
              <a:ext uri="{FF2B5EF4-FFF2-40B4-BE49-F238E27FC236}">
                <a16:creationId xmlns:a16="http://schemas.microsoft.com/office/drawing/2014/main" id="{90C40F22-CCA3-470E-8681-9F789C08B07D}"/>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641339121" name="Rectangle 1953172436">
            <a:extLst xmlns:a="http://schemas.openxmlformats.org/drawingml/2006/main">
              <a:ext uri="{FF2B5EF4-FFF2-40B4-BE49-F238E27FC236}">
                <a16:creationId xmlns:a16="http://schemas.microsoft.com/office/drawing/2014/main" id="{80416172-2931-4E21-B937-82017A13AEE8}"/>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445180535" name="Rectangle 1953172437">
            <a:extLst xmlns:a="http://schemas.openxmlformats.org/drawingml/2006/main">
              <a:ext uri="{FF2B5EF4-FFF2-40B4-BE49-F238E27FC236}">
                <a16:creationId xmlns:a16="http://schemas.microsoft.com/office/drawing/2014/main" id="{E7585139-62EA-4FE5-814A-7522E805AC6B}"/>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684074444" name="Rectangle 1953172438">
            <a:extLst xmlns:a="http://schemas.openxmlformats.org/drawingml/2006/main">
              <a:ext uri="{FF2B5EF4-FFF2-40B4-BE49-F238E27FC236}">
                <a16:creationId xmlns:a16="http://schemas.microsoft.com/office/drawing/2014/main" id="{7A0BC07B-BC0F-4900-9DFD-9A52CEE2257D}"/>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760784429" name="Rectangle 1953172439">
            <a:extLst xmlns:a="http://schemas.openxmlformats.org/drawingml/2006/main">
              <a:ext uri="{FF2B5EF4-FFF2-40B4-BE49-F238E27FC236}">
                <a16:creationId xmlns:a16="http://schemas.microsoft.com/office/drawing/2014/main" id="{EDDAC85F-394C-48B7-904E-3EBC383AEABB}"/>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775910443" name="Rectangle 1953172440">
            <a:extLst xmlns:a="http://schemas.openxmlformats.org/drawingml/2006/main">
              <a:ext uri="{FF2B5EF4-FFF2-40B4-BE49-F238E27FC236}">
                <a16:creationId xmlns:a16="http://schemas.microsoft.com/office/drawing/2014/main" id="{C797EB29-56FF-4553-8ADD-20567812953C}"/>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2030513684"/>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5638034" name="Rectangle 1153616344">
            <a:extLst xmlns:a="http://schemas.openxmlformats.org/drawingml/2006/main">
              <a:ext uri="{FF2B5EF4-FFF2-40B4-BE49-F238E27FC236}">
                <a16:creationId xmlns:a16="http://schemas.microsoft.com/office/drawing/2014/main" id="{B125CA7D-E751-4EBE-9827-AE7A5F848DE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528691233" name="Rectangle 900783331">
            <a:extLst xmlns:a="http://schemas.openxmlformats.org/drawingml/2006/main">
              <a:ext uri="{FF2B5EF4-FFF2-40B4-BE49-F238E27FC236}">
                <a16:creationId xmlns:a16="http://schemas.microsoft.com/office/drawing/2014/main" id="{14296C1C-DB96-4254-8D67-73357C8119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892103110" name="Rectangle: Rounded Corners 1696408858">
            <a:extLst xmlns:a="http://schemas.openxmlformats.org/drawingml/2006/main">
              <a:ext uri="{FF2B5EF4-FFF2-40B4-BE49-F238E27FC236}">
                <a16:creationId xmlns:a16="http://schemas.microsoft.com/office/drawing/2014/main" id="{40D17122-6D5E-4115-A536-9E84AAFDB7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009894" name="Rectangle: Rounded Corners 1953172434">
            <a:extLst xmlns:a="http://schemas.openxmlformats.org/drawingml/2006/main">
              <a:ext uri="{FF2B5EF4-FFF2-40B4-BE49-F238E27FC236}">
                <a16:creationId xmlns:a16="http://schemas.microsoft.com/office/drawing/2014/main" id="{8050662B-887D-4A00-9BCF-3BC84D6685B9}"/>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271620460" name="Arrow: Right 1189177997">
            <a:extLst xmlns:a="http://schemas.openxmlformats.org/drawingml/2006/main">
              <a:ext uri="{FF2B5EF4-FFF2-40B4-BE49-F238E27FC236}">
                <a16:creationId xmlns:a16="http://schemas.microsoft.com/office/drawing/2014/main" id="{1092D8A9-999A-4A91-868C-B5AFDE8E2305}"/>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644758" name="Rectangle: Rounded Corners 1336248175">
            <a:extLst xmlns:a="http://schemas.openxmlformats.org/drawingml/2006/main">
              <a:ext uri="{FF2B5EF4-FFF2-40B4-BE49-F238E27FC236}">
                <a16:creationId xmlns:a16="http://schemas.microsoft.com/office/drawing/2014/main" id="{D64F9FE2-AA53-43E3-9913-BAB6D39B9F11}"/>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726255511" name="Arrow: Right 191949401">
            <a:extLst xmlns:a="http://schemas.openxmlformats.org/drawingml/2006/main">
              <a:ext uri="{FF2B5EF4-FFF2-40B4-BE49-F238E27FC236}">
                <a16:creationId xmlns:a16="http://schemas.microsoft.com/office/drawing/2014/main" id="{5383CF30-0734-4A51-9EFB-230BA03EF304}"/>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066396" name="Rectangle: Rounded Corners 698425088">
            <a:extLst xmlns:a="http://schemas.openxmlformats.org/drawingml/2006/main">
              <a:ext uri="{FF2B5EF4-FFF2-40B4-BE49-F238E27FC236}">
                <a16:creationId xmlns:a16="http://schemas.microsoft.com/office/drawing/2014/main" id="{7B84AC8E-348F-4DD5-B620-975AF10C012F}"/>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424974301" name="Arrow: Right 1313016723">
            <a:extLst xmlns:a="http://schemas.openxmlformats.org/drawingml/2006/main">
              <a:ext uri="{FF2B5EF4-FFF2-40B4-BE49-F238E27FC236}">
                <a16:creationId xmlns:a16="http://schemas.microsoft.com/office/drawing/2014/main" id="{C9351B7F-FBDE-4003-B697-40B8C754AC39}"/>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6518052" name="Rectangle: Rounded Corners 146802490">
            <a:extLst xmlns:a="http://schemas.openxmlformats.org/drawingml/2006/main">
              <a:ext uri="{FF2B5EF4-FFF2-40B4-BE49-F238E27FC236}">
                <a16:creationId xmlns:a16="http://schemas.microsoft.com/office/drawing/2014/main" id="{53710B05-09C5-4065-BACA-D51584CE7162}"/>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1159942116" name="Arrow: Right 2030273733">
            <a:extLst xmlns:a="http://schemas.openxmlformats.org/drawingml/2006/main">
              <a:ext uri="{FF2B5EF4-FFF2-40B4-BE49-F238E27FC236}">
                <a16:creationId xmlns:a16="http://schemas.microsoft.com/office/drawing/2014/main" id="{CC9C0092-591C-4ED0-92A9-DE5B4B33BD9D}"/>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489754" name="Rectangle: Rounded Corners 1270986399">
            <a:extLst xmlns:a="http://schemas.openxmlformats.org/drawingml/2006/main">
              <a:ext uri="{FF2B5EF4-FFF2-40B4-BE49-F238E27FC236}">
                <a16:creationId xmlns:a16="http://schemas.microsoft.com/office/drawing/2014/main" id="{E4F39BED-4D35-47FB-ADF7-C5CE68127C7D}"/>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92147721" name="Rectangle 1675037776">
            <a:extLst xmlns:a="http://schemas.openxmlformats.org/drawingml/2006/main">
              <a:ext uri="{FF2B5EF4-FFF2-40B4-BE49-F238E27FC236}">
                <a16:creationId xmlns:a16="http://schemas.microsoft.com/office/drawing/2014/main" id="{ABCE7D6A-43BA-4D1E-8721-6B278A4BEDC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22</a:t>
            </a:r>
          </a:p>
        </p:txBody>
      </p:sp>
      <p:pic>
        <p:nvPicPr>
          <p:cNvPr id="1726255526"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fee63e7d2495476f">
            <a:extLst>
              <a:ext uri="{96DAC541-7B7A-43D3-8B79-37D633B846F1}">
                <asvg:svgBlip xmlns:asvg="http://schemas.microsoft.com/office/drawing/2016/SVG/main" r:embed="Ra63af2f98fe9428c"/>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83507837"/>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4756661" name="Rectangle 1140395191">
            <a:extLst xmlns:a="http://schemas.openxmlformats.org/drawingml/2006/main">
              <a:ext uri="{FF2B5EF4-FFF2-40B4-BE49-F238E27FC236}">
                <a16:creationId xmlns:a16="http://schemas.microsoft.com/office/drawing/2014/main" id="{18FA7DE2-EAA7-4F72-BB0C-16778617A9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744016881" name="Rectangle 12279108">
            <a:extLst xmlns:a="http://schemas.openxmlformats.org/drawingml/2006/main">
              <a:ext uri="{FF2B5EF4-FFF2-40B4-BE49-F238E27FC236}">
                <a16:creationId xmlns:a16="http://schemas.microsoft.com/office/drawing/2014/main" id="{F749C301-23D3-43A4-9453-1D70A143BC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080167479" name="Rectangle: Rounded Corners 647673023">
            <a:extLst xmlns:a="http://schemas.openxmlformats.org/drawingml/2006/main">
              <a:ext uri="{FF2B5EF4-FFF2-40B4-BE49-F238E27FC236}">
                <a16:creationId xmlns:a16="http://schemas.microsoft.com/office/drawing/2014/main" id="{A4626D0A-1DAC-4E82-9863-BFDE9E7C9F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5777806" name="Rectangle: Rounded Corners 1145830069">
            <a:extLst xmlns:a="http://schemas.openxmlformats.org/drawingml/2006/main">
              <a:ext uri="{FF2B5EF4-FFF2-40B4-BE49-F238E27FC236}">
                <a16:creationId xmlns:a16="http://schemas.microsoft.com/office/drawing/2014/main" id="{CB88823C-2AE6-4E49-902D-955328E8CFB5}"/>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8803083" name="Rectangle: Rounded Corners 452150447">
            <a:extLst xmlns:a="http://schemas.openxmlformats.org/drawingml/2006/main">
              <a:ext uri="{FF2B5EF4-FFF2-40B4-BE49-F238E27FC236}">
                <a16:creationId xmlns:a16="http://schemas.microsoft.com/office/drawing/2014/main" id="{5BEA6840-D9AF-421D-98FD-B9A0473E0D20}"/>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445071" name="Rectangle: Rounded Corners 659401501">
            <a:extLst xmlns:a="http://schemas.openxmlformats.org/drawingml/2006/main">
              <a:ext uri="{FF2B5EF4-FFF2-40B4-BE49-F238E27FC236}">
                <a16:creationId xmlns:a16="http://schemas.microsoft.com/office/drawing/2014/main" id="{6966C8BA-5E0F-472B-8F0C-8DB6D0017161}"/>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576421" name="Rectangle: Rounded Corners 945312809">
            <a:extLst xmlns:a="http://schemas.openxmlformats.org/drawingml/2006/main">
              <a:ext uri="{FF2B5EF4-FFF2-40B4-BE49-F238E27FC236}">
                <a16:creationId xmlns:a16="http://schemas.microsoft.com/office/drawing/2014/main" id="{239AE372-7665-4FB5-99E7-34D85605C6B7}"/>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8399871" name="Rectangle: Rounded Corners 825399562">
            <a:extLst xmlns:a="http://schemas.openxmlformats.org/drawingml/2006/main">
              <a:ext uri="{FF2B5EF4-FFF2-40B4-BE49-F238E27FC236}">
                <a16:creationId xmlns:a16="http://schemas.microsoft.com/office/drawing/2014/main" id="{D8129383-887B-454D-AB6D-9C0CEA47F90E}"/>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548857" name="Rectangle: Rounded Corners 940932630">
            <a:extLst xmlns:a="http://schemas.openxmlformats.org/drawingml/2006/main">
              <a:ext uri="{FF2B5EF4-FFF2-40B4-BE49-F238E27FC236}">
                <a16:creationId xmlns:a16="http://schemas.microsoft.com/office/drawing/2014/main" id="{DC2E4D60-439F-47A2-AB81-5EB2228B2600}"/>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757777" name="Rectangle: Rounded Corners 92492071">
            <a:extLst xmlns:a="http://schemas.openxmlformats.org/drawingml/2006/main">
              <a:ext uri="{FF2B5EF4-FFF2-40B4-BE49-F238E27FC236}">
                <a16:creationId xmlns:a16="http://schemas.microsoft.com/office/drawing/2014/main" id="{2B564E2F-02A9-4957-9792-7670A4CE5DC1}"/>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324288" name="Rectangle: Rounded Corners 1671063484">
            <a:extLst xmlns:a="http://schemas.openxmlformats.org/drawingml/2006/main">
              <a:ext uri="{FF2B5EF4-FFF2-40B4-BE49-F238E27FC236}">
                <a16:creationId xmlns:a16="http://schemas.microsoft.com/office/drawing/2014/main" id="{1281F034-D4A6-4E97-9175-C3D8D281765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89145" name="Rectangle: Rounded Corners 1403415364">
            <a:extLst xmlns:a="http://schemas.openxmlformats.org/drawingml/2006/main">
              <a:ext uri="{FF2B5EF4-FFF2-40B4-BE49-F238E27FC236}">
                <a16:creationId xmlns:a16="http://schemas.microsoft.com/office/drawing/2014/main" id="{A20A4DA1-DF67-4683-A59C-35B3785AF290}"/>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455667" name="Rectangle: Rounded Corners 920162864">
            <a:extLst xmlns:a="http://schemas.openxmlformats.org/drawingml/2006/main">
              <a:ext uri="{FF2B5EF4-FFF2-40B4-BE49-F238E27FC236}">
                <a16:creationId xmlns:a16="http://schemas.microsoft.com/office/drawing/2014/main" id="{7F01EFD7-0A7D-4B72-ACA3-877E53E99A38}"/>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84672" name="Rectangle: Rounded Corners 1273965732">
            <a:extLst xmlns:a="http://schemas.openxmlformats.org/drawingml/2006/main">
              <a:ext uri="{FF2B5EF4-FFF2-40B4-BE49-F238E27FC236}">
                <a16:creationId xmlns:a16="http://schemas.microsoft.com/office/drawing/2014/main" id="{68053147-FBC8-42A2-9AAD-068BE1D9B963}"/>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558979" name="Rectangle: Rounded Corners 997345786">
            <a:extLst xmlns:a="http://schemas.openxmlformats.org/drawingml/2006/main">
              <a:ext uri="{FF2B5EF4-FFF2-40B4-BE49-F238E27FC236}">
                <a16:creationId xmlns:a16="http://schemas.microsoft.com/office/drawing/2014/main" id="{9CE56A7A-E6E8-4525-9E05-D8B94E094BD3}"/>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9164527" name="Rectangle 1860215715">
            <a:extLst xmlns:a="http://schemas.openxmlformats.org/drawingml/2006/main">
              <a:ext uri="{FF2B5EF4-FFF2-40B4-BE49-F238E27FC236}">
                <a16:creationId xmlns:a16="http://schemas.microsoft.com/office/drawing/2014/main" id="{273BD868-DA56-49CA-8505-4FCA87A19161}"/>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557337649" name="Rectangle 1776231637">
            <a:extLst xmlns:a="http://schemas.openxmlformats.org/drawingml/2006/main">
              <a:ext uri="{FF2B5EF4-FFF2-40B4-BE49-F238E27FC236}">
                <a16:creationId xmlns:a16="http://schemas.microsoft.com/office/drawing/2014/main" id="{056A3004-3B58-4F81-B5F0-90E8FD6C6353}"/>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558585433" name="Rectangle: Rounded Corners 1407817769">
            <a:extLst xmlns:a="http://schemas.openxmlformats.org/drawingml/2006/main">
              <a:ext uri="{FF2B5EF4-FFF2-40B4-BE49-F238E27FC236}">
                <a16:creationId xmlns:a16="http://schemas.microsoft.com/office/drawing/2014/main" id="{123BDD7A-DECC-4E9E-AFEC-994A62ADD610}"/>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4055522" name="Rectangle: Rounded Corners 26647180">
            <a:extLst xmlns:a="http://schemas.openxmlformats.org/drawingml/2006/main">
              <a:ext uri="{FF2B5EF4-FFF2-40B4-BE49-F238E27FC236}">
                <a16:creationId xmlns:a16="http://schemas.microsoft.com/office/drawing/2014/main" id="{D0E51C1B-9012-4C20-BDB8-D0C337E333C0}"/>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0699" name="Rectangle: Rounded Corners 791552306">
            <a:extLst xmlns:a="http://schemas.openxmlformats.org/drawingml/2006/main">
              <a:ext uri="{FF2B5EF4-FFF2-40B4-BE49-F238E27FC236}">
                <a16:creationId xmlns:a16="http://schemas.microsoft.com/office/drawing/2014/main" id="{2B337244-0674-4E5E-99DA-7E1CFF0731B9}"/>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461193" name="Rectangle: Rounded Corners 2084589955">
            <a:extLst xmlns:a="http://schemas.openxmlformats.org/drawingml/2006/main">
              <a:ext uri="{FF2B5EF4-FFF2-40B4-BE49-F238E27FC236}">
                <a16:creationId xmlns:a16="http://schemas.microsoft.com/office/drawing/2014/main" id="{A0547D65-1183-40B4-B194-61C9DB66DE7E}"/>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21686" name="Rectangle: Rounded Corners 1776304203">
            <a:extLst xmlns:a="http://schemas.openxmlformats.org/drawingml/2006/main">
              <a:ext uri="{FF2B5EF4-FFF2-40B4-BE49-F238E27FC236}">
                <a16:creationId xmlns:a16="http://schemas.microsoft.com/office/drawing/2014/main" id="{FD4ED2C9-B7D3-4D17-BBB8-5D7665564DEB}"/>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469245" name="Rectangle: Rounded Corners 1376179567">
            <a:extLst xmlns:a="http://schemas.openxmlformats.org/drawingml/2006/main">
              <a:ext uri="{FF2B5EF4-FFF2-40B4-BE49-F238E27FC236}">
                <a16:creationId xmlns:a16="http://schemas.microsoft.com/office/drawing/2014/main" id="{6CC0EDE7-EE91-415C-AF1A-4BB6C65C51EA}"/>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1196" name="Rectangle: Rounded Corners 1139234868">
            <a:extLst xmlns:a="http://schemas.openxmlformats.org/drawingml/2006/main">
              <a:ext uri="{FF2B5EF4-FFF2-40B4-BE49-F238E27FC236}">
                <a16:creationId xmlns:a16="http://schemas.microsoft.com/office/drawing/2014/main" id="{15BFEEC7-A4AF-484C-87BF-DEF3653328FC}"/>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653072" name="Rectangle: Rounded Corners 241367545">
            <a:extLst xmlns:a="http://schemas.openxmlformats.org/drawingml/2006/main">
              <a:ext uri="{FF2B5EF4-FFF2-40B4-BE49-F238E27FC236}">
                <a16:creationId xmlns:a16="http://schemas.microsoft.com/office/drawing/2014/main" id="{3BC773FA-45B8-4521-9794-7708C6FA95A6}"/>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5706946" name="Rectangle: Rounded Corners 88548039">
            <a:extLst xmlns:a="http://schemas.openxmlformats.org/drawingml/2006/main">
              <a:ext uri="{FF2B5EF4-FFF2-40B4-BE49-F238E27FC236}">
                <a16:creationId xmlns:a16="http://schemas.microsoft.com/office/drawing/2014/main" id="{E3C0F9F3-A54F-4034-AFE1-1B7B8DDC1396}"/>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16818" name="Rectangle: Rounded Corners 895708785">
            <a:extLst xmlns:a="http://schemas.openxmlformats.org/drawingml/2006/main">
              <a:ext uri="{FF2B5EF4-FFF2-40B4-BE49-F238E27FC236}">
                <a16:creationId xmlns:a16="http://schemas.microsoft.com/office/drawing/2014/main" id="{241EEA69-57E5-4BD4-BAE2-E13AD46894C1}"/>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2055701" name="Rectangle: Rounded Corners 1880226907">
            <a:extLst xmlns:a="http://schemas.openxmlformats.org/drawingml/2006/main">
              <a:ext uri="{FF2B5EF4-FFF2-40B4-BE49-F238E27FC236}">
                <a16:creationId xmlns:a16="http://schemas.microsoft.com/office/drawing/2014/main" id="{160FB38B-A53B-4C56-9EF5-79F4A3CC2D76}"/>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2585133" name="Rectangle: Rounded Corners 2137418369">
            <a:extLst xmlns:a="http://schemas.openxmlformats.org/drawingml/2006/main">
              <a:ext uri="{FF2B5EF4-FFF2-40B4-BE49-F238E27FC236}">
                <a16:creationId xmlns:a16="http://schemas.microsoft.com/office/drawing/2014/main" id="{2F08463B-4BC5-48CB-8B38-79643F4D44A7}"/>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806419" name="Rectangle: Rounded Corners 541053204">
            <a:extLst xmlns:a="http://schemas.openxmlformats.org/drawingml/2006/main">
              <a:ext uri="{FF2B5EF4-FFF2-40B4-BE49-F238E27FC236}">
                <a16:creationId xmlns:a16="http://schemas.microsoft.com/office/drawing/2014/main" id="{60A40222-A076-435C-918B-40084457225E}"/>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8047483" name="Rectangle: Rounded Corners 939440643">
            <a:extLst xmlns:a="http://schemas.openxmlformats.org/drawingml/2006/main">
              <a:ext uri="{FF2B5EF4-FFF2-40B4-BE49-F238E27FC236}">
                <a16:creationId xmlns:a16="http://schemas.microsoft.com/office/drawing/2014/main" id="{5551F5DF-BBD2-4FF8-8020-A5DC0AE6FBE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71543" name="Rectangle: Rounded Corners 1522633995">
            <a:extLst xmlns:a="http://schemas.openxmlformats.org/drawingml/2006/main">
              <a:ext uri="{FF2B5EF4-FFF2-40B4-BE49-F238E27FC236}">
                <a16:creationId xmlns:a16="http://schemas.microsoft.com/office/drawing/2014/main" id="{0D094077-9A83-43A5-B0B1-B4A0089975A9}"/>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1099833" name="Rectangle 541274212">
            <a:extLst xmlns:a="http://schemas.openxmlformats.org/drawingml/2006/main">
              <a:ext uri="{FF2B5EF4-FFF2-40B4-BE49-F238E27FC236}">
                <a16:creationId xmlns:a16="http://schemas.microsoft.com/office/drawing/2014/main" id="{0CBDD4FF-5CAD-4312-8CAD-B6F54B7F946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256153569" name="Rectangle 1965353895">
            <a:extLst xmlns:a="http://schemas.openxmlformats.org/drawingml/2006/main">
              <a:ext uri="{FF2B5EF4-FFF2-40B4-BE49-F238E27FC236}">
                <a16:creationId xmlns:a16="http://schemas.microsoft.com/office/drawing/2014/main" id="{360189E6-390E-44DC-9397-C226A88BB144}"/>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065608823" name="Rectangle: Rounded Corners 1259444808">
            <a:extLst xmlns:a="http://schemas.openxmlformats.org/drawingml/2006/main">
              <a:ext uri="{FF2B5EF4-FFF2-40B4-BE49-F238E27FC236}">
                <a16:creationId xmlns:a16="http://schemas.microsoft.com/office/drawing/2014/main" id="{7345A971-C373-4213-833D-CA317884EC4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410164" name="Rectangle: Rounded Corners 2072463858">
            <a:extLst xmlns:a="http://schemas.openxmlformats.org/drawingml/2006/main">
              <a:ext uri="{FF2B5EF4-FFF2-40B4-BE49-F238E27FC236}">
                <a16:creationId xmlns:a16="http://schemas.microsoft.com/office/drawing/2014/main" id="{ADA03285-6EF7-4BE9-8791-F7649E39A204}"/>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747201" name="Rectangle: Rounded Corners 1445922739">
            <a:extLst xmlns:a="http://schemas.openxmlformats.org/drawingml/2006/main">
              <a:ext uri="{FF2B5EF4-FFF2-40B4-BE49-F238E27FC236}">
                <a16:creationId xmlns:a16="http://schemas.microsoft.com/office/drawing/2014/main" id="{F86B0666-265D-43A5-B5A5-41C9619DE61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8722804" name="Rectangle: Rounded Corners 643271562">
            <a:extLst xmlns:a="http://schemas.openxmlformats.org/drawingml/2006/main">
              <a:ext uri="{FF2B5EF4-FFF2-40B4-BE49-F238E27FC236}">
                <a16:creationId xmlns:a16="http://schemas.microsoft.com/office/drawing/2014/main" id="{5B5D681B-5AA6-43E1-B10D-7FE03B706C5A}"/>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054529" name="Rectangle: Rounded Corners 1549215512">
            <a:extLst xmlns:a="http://schemas.openxmlformats.org/drawingml/2006/main">
              <a:ext uri="{FF2B5EF4-FFF2-40B4-BE49-F238E27FC236}">
                <a16:creationId xmlns:a16="http://schemas.microsoft.com/office/drawing/2014/main" id="{262ACD93-276D-4BE6-8125-AA9E7CCAE2DB}"/>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6239425" name="Rectangle: Rounded Corners 644461917">
            <a:extLst xmlns:a="http://schemas.openxmlformats.org/drawingml/2006/main">
              <a:ext uri="{FF2B5EF4-FFF2-40B4-BE49-F238E27FC236}">
                <a16:creationId xmlns:a16="http://schemas.microsoft.com/office/drawing/2014/main" id="{14C04B88-7B6E-4896-B7BA-C9712EEEE160}"/>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6586462" name="Rectangle: Rounded Corners 34278904">
            <a:extLst xmlns:a="http://schemas.openxmlformats.org/drawingml/2006/main">
              <a:ext uri="{FF2B5EF4-FFF2-40B4-BE49-F238E27FC236}">
                <a16:creationId xmlns:a16="http://schemas.microsoft.com/office/drawing/2014/main" id="{E86E6426-9F92-4C03-8C1B-03E7FAD0393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808206" name="Rectangle: Rounded Corners 169519880">
            <a:extLst xmlns:a="http://schemas.openxmlformats.org/drawingml/2006/main">
              <a:ext uri="{FF2B5EF4-FFF2-40B4-BE49-F238E27FC236}">
                <a16:creationId xmlns:a16="http://schemas.microsoft.com/office/drawing/2014/main" id="{31500D04-563D-4D58-8739-FE170D513881}"/>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345419" name="Rectangle: Rounded Corners 327524537">
            <a:extLst xmlns:a="http://schemas.openxmlformats.org/drawingml/2006/main">
              <a:ext uri="{FF2B5EF4-FFF2-40B4-BE49-F238E27FC236}">
                <a16:creationId xmlns:a16="http://schemas.microsoft.com/office/drawing/2014/main" id="{D59C85BD-39CB-4C1A-9EBD-D420C91B3080}"/>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922589" name="Rectangle: Rounded Corners 625063415">
            <a:extLst xmlns:a="http://schemas.openxmlformats.org/drawingml/2006/main">
              <a:ext uri="{FF2B5EF4-FFF2-40B4-BE49-F238E27FC236}">
                <a16:creationId xmlns:a16="http://schemas.microsoft.com/office/drawing/2014/main" id="{8EDC2E3A-CDED-4CC2-9468-84BECF0B52BA}"/>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3977981" name="Rectangle: Rounded Corners 187962697">
            <a:extLst xmlns:a="http://schemas.openxmlformats.org/drawingml/2006/main">
              <a:ext uri="{FF2B5EF4-FFF2-40B4-BE49-F238E27FC236}">
                <a16:creationId xmlns:a16="http://schemas.microsoft.com/office/drawing/2014/main" id="{2956F055-C0E1-49B2-B2B9-BC16751DBC8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8437562" name="Rectangle: Rounded Corners 617106715">
            <a:extLst xmlns:a="http://schemas.openxmlformats.org/drawingml/2006/main">
              <a:ext uri="{FF2B5EF4-FFF2-40B4-BE49-F238E27FC236}">
                <a16:creationId xmlns:a16="http://schemas.microsoft.com/office/drawing/2014/main" id="{05516CB6-E0D7-4078-82CD-7631CC5D01A3}"/>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9569427" name="Rectangle: Rounded Corners 1217876155">
            <a:extLst xmlns:a="http://schemas.openxmlformats.org/drawingml/2006/main">
              <a:ext uri="{FF2B5EF4-FFF2-40B4-BE49-F238E27FC236}">
                <a16:creationId xmlns:a16="http://schemas.microsoft.com/office/drawing/2014/main" id="{6C5166B6-A8FB-4E16-8D76-2442E0851552}"/>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6912535" name="Rectangle: Rounded Corners 973209118">
            <a:extLst xmlns:a="http://schemas.openxmlformats.org/drawingml/2006/main">
              <a:ext uri="{FF2B5EF4-FFF2-40B4-BE49-F238E27FC236}">
                <a16:creationId xmlns:a16="http://schemas.microsoft.com/office/drawing/2014/main" id="{D0B16563-0A55-4A0B-906D-C14D2D47FC78}"/>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074874" name="Rectangle: Rounded Corners 292029273">
            <a:extLst xmlns:a="http://schemas.openxmlformats.org/drawingml/2006/main">
              <a:ext uri="{FF2B5EF4-FFF2-40B4-BE49-F238E27FC236}">
                <a16:creationId xmlns:a16="http://schemas.microsoft.com/office/drawing/2014/main" id="{6FDAED13-5DFB-4CD2-A64E-8C953E328670}"/>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1555663" name="Rectangle: Rounded Corners 1630725395">
            <a:extLst xmlns:a="http://schemas.openxmlformats.org/drawingml/2006/main">
              <a:ext uri="{FF2B5EF4-FFF2-40B4-BE49-F238E27FC236}">
                <a16:creationId xmlns:a16="http://schemas.microsoft.com/office/drawing/2014/main" id="{65099AC6-2783-47F5-809F-1EA60855ED3C}"/>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63217" name="Rectangle: Rounded Corners 1409978096">
            <a:extLst xmlns:a="http://schemas.openxmlformats.org/drawingml/2006/main">
              <a:ext uri="{FF2B5EF4-FFF2-40B4-BE49-F238E27FC236}">
                <a16:creationId xmlns:a16="http://schemas.microsoft.com/office/drawing/2014/main" id="{9C7A1F82-9D38-4D6E-B4B9-A3614A6B35BB}"/>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485296" name="Rectangle: Rounded Corners 784116432">
            <a:extLst xmlns:a="http://schemas.openxmlformats.org/drawingml/2006/main">
              <a:ext uri="{FF2B5EF4-FFF2-40B4-BE49-F238E27FC236}">
                <a16:creationId xmlns:a16="http://schemas.microsoft.com/office/drawing/2014/main" id="{056FCABD-0211-4D11-B883-1B9CEA7D763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4414937" name="Rectangle: Rounded Corners 520917594">
            <a:extLst xmlns:a="http://schemas.openxmlformats.org/drawingml/2006/main">
              <a:ext uri="{FF2B5EF4-FFF2-40B4-BE49-F238E27FC236}">
                <a16:creationId xmlns:a16="http://schemas.microsoft.com/office/drawing/2014/main" id="{3DC42BC9-FBE5-4B86-AED2-7B34C8B11E93}"/>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97153" name="Rectangle: Rounded Corners 1352837898">
            <a:extLst xmlns:a="http://schemas.openxmlformats.org/drawingml/2006/main">
              <a:ext uri="{FF2B5EF4-FFF2-40B4-BE49-F238E27FC236}">
                <a16:creationId xmlns:a16="http://schemas.microsoft.com/office/drawing/2014/main" id="{0A53F245-2FF6-448E-B985-3A344E079FEC}"/>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230" name="Rectangle 511812881">
            <a:extLst xmlns:a="http://schemas.openxmlformats.org/drawingml/2006/main">
              <a:ext uri="{FF2B5EF4-FFF2-40B4-BE49-F238E27FC236}">
                <a16:creationId xmlns:a16="http://schemas.microsoft.com/office/drawing/2014/main" id="{FB455D9A-DF8E-426B-B927-1CE445437F8E}"/>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50518815" name="Rectangle 16501534">
            <a:extLst xmlns:a="http://schemas.openxmlformats.org/drawingml/2006/main">
              <a:ext uri="{FF2B5EF4-FFF2-40B4-BE49-F238E27FC236}">
                <a16:creationId xmlns:a16="http://schemas.microsoft.com/office/drawing/2014/main" id="{FF732387-F9D1-42D9-A717-1B8A95D42B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23</a:t>
            </a:r>
          </a:p>
        </p:txBody>
      </p:sp>
    </p:spTree>
    <p:extLst>
      <p:ext uri="{BB962C8B-B14F-4D97-AF65-F5344CB8AC3E}">
        <p14:creationId xmlns:p14="http://schemas.microsoft.com/office/powerpoint/2010/main" val="604884659"/>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6860853" name="Rectangle 935271156">
            <a:extLst xmlns:a="http://schemas.openxmlformats.org/drawingml/2006/main">
              <a:ext uri="{FF2B5EF4-FFF2-40B4-BE49-F238E27FC236}">
                <a16:creationId xmlns:a16="http://schemas.microsoft.com/office/drawing/2014/main" id="{E4562E18-B336-4FBF-A4E7-EE8E3DE30E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1620992485" name="Rectangle 251777344">
            <a:extLst xmlns:a="http://schemas.openxmlformats.org/drawingml/2006/main">
              <a:ext uri="{FF2B5EF4-FFF2-40B4-BE49-F238E27FC236}">
                <a16:creationId xmlns:a16="http://schemas.microsoft.com/office/drawing/2014/main" id="{767E3F7F-DD4E-4B55-94F6-B2796B80CA9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372475461" name="Rectangle: Rounded Corners 1456392341">
            <a:extLst xmlns:a="http://schemas.openxmlformats.org/drawingml/2006/main">
              <a:ext uri="{FF2B5EF4-FFF2-40B4-BE49-F238E27FC236}">
                <a16:creationId xmlns:a16="http://schemas.microsoft.com/office/drawing/2014/main" id="{5E4CA244-11C1-4E19-BFC3-CB101151148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448961" name="Rectangle 1495975732">
            <a:extLst xmlns:a="http://schemas.openxmlformats.org/drawingml/2006/main">
              <a:ext uri="{FF2B5EF4-FFF2-40B4-BE49-F238E27FC236}">
                <a16:creationId xmlns:a16="http://schemas.microsoft.com/office/drawing/2014/main" id="{A6113800-00CD-4E99-A2DB-073C16A2A2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24</a:t>
            </a:r>
          </a:p>
        </p:txBody>
      </p:sp>
      <p:pic>
        <p:nvPicPr>
          <p:cNvPr id="1768448967"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a1344f868ce942f9"/>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107884358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7809337" name="Rectangle 2057689870">
            <a:extLst xmlns:a="http://schemas.openxmlformats.org/drawingml/2006/main">
              <a:ext uri="{FF2B5EF4-FFF2-40B4-BE49-F238E27FC236}">
                <a16:creationId xmlns:a16="http://schemas.microsoft.com/office/drawing/2014/main" id="{E8E35BCD-A292-48C9-9707-9D8BB8FF1BD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47546141" name="Rectangle 2050535816">
            <a:extLst xmlns:a="http://schemas.openxmlformats.org/drawingml/2006/main">
              <a:ext uri="{FF2B5EF4-FFF2-40B4-BE49-F238E27FC236}">
                <a16:creationId xmlns:a16="http://schemas.microsoft.com/office/drawing/2014/main" id="{E6B6E9D2-2412-4219-8CB8-6ED1B9D79A4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539449479" name="Rectangle: Rounded Corners 719342456">
            <a:extLst xmlns:a="http://schemas.openxmlformats.org/drawingml/2006/main">
              <a:ext uri="{FF2B5EF4-FFF2-40B4-BE49-F238E27FC236}">
                <a16:creationId xmlns:a16="http://schemas.microsoft.com/office/drawing/2014/main" id="{BCB68335-EAF9-4260-92B4-E8C1C6FD09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0643250" name="Rectangle: Rounded Corners 167806762">
            <a:extLst xmlns:a="http://schemas.openxmlformats.org/drawingml/2006/main">
              <a:ext uri="{FF2B5EF4-FFF2-40B4-BE49-F238E27FC236}">
                <a16:creationId xmlns:a16="http://schemas.microsoft.com/office/drawing/2014/main" id="{0C40DE0A-318D-4FE1-B880-6782EBE7B151}"/>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08789751" name="Rectangle: Rounded Corners 1568972460">
            <a:extLst xmlns:a="http://schemas.openxmlformats.org/drawingml/2006/main">
              <a:ext uri="{FF2B5EF4-FFF2-40B4-BE49-F238E27FC236}">
                <a16:creationId xmlns:a16="http://schemas.microsoft.com/office/drawing/2014/main" id="{53118183-D16F-4BEB-8418-7F369EF0A9FA}"/>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453870273" name="Rectangle: Rounded Corners 1178997927">
            <a:extLst xmlns:a="http://schemas.openxmlformats.org/drawingml/2006/main">
              <a:ext uri="{FF2B5EF4-FFF2-40B4-BE49-F238E27FC236}">
                <a16:creationId xmlns:a16="http://schemas.microsoft.com/office/drawing/2014/main" id="{96B3B5CF-3CD4-4D49-8CED-4ECC9D749FF6}"/>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332726649" name="Rectangle: Rounded Corners 720728368">
            <a:extLst xmlns:a="http://schemas.openxmlformats.org/drawingml/2006/main">
              <a:ext uri="{FF2B5EF4-FFF2-40B4-BE49-F238E27FC236}">
                <a16:creationId xmlns:a16="http://schemas.microsoft.com/office/drawing/2014/main" id="{9CA09D01-BC89-43F4-B12A-B0B110DF492A}"/>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839255238" name="Rectangle: Rounded Corners 1681988418">
            <a:extLst xmlns:a="http://schemas.openxmlformats.org/drawingml/2006/main">
              <a:ext uri="{FF2B5EF4-FFF2-40B4-BE49-F238E27FC236}">
                <a16:creationId xmlns:a16="http://schemas.microsoft.com/office/drawing/2014/main" id="{3A04E845-1372-4532-A601-E6CD25A3074F}"/>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113999319" name="Arrow: Right 120451244">
            <a:extLst xmlns:a="http://schemas.openxmlformats.org/drawingml/2006/main">
              <a:ext uri="{FF2B5EF4-FFF2-40B4-BE49-F238E27FC236}">
                <a16:creationId xmlns:a16="http://schemas.microsoft.com/office/drawing/2014/main" id="{72BC6310-1D51-4824-8BEE-7DDE202EF03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7256281" name="Arrow: Right 785835781">
            <a:extLst xmlns:a="http://schemas.openxmlformats.org/drawingml/2006/main">
              <a:ext uri="{FF2B5EF4-FFF2-40B4-BE49-F238E27FC236}">
                <a16:creationId xmlns:a16="http://schemas.microsoft.com/office/drawing/2014/main" id="{829259B9-0D61-44D1-9EB8-5DADAF8DAF5C}"/>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816525" name="Arrow: Right 89529180">
            <a:extLst xmlns:a="http://schemas.openxmlformats.org/drawingml/2006/main">
              <a:ext uri="{FF2B5EF4-FFF2-40B4-BE49-F238E27FC236}">
                <a16:creationId xmlns:a16="http://schemas.microsoft.com/office/drawing/2014/main" id="{D6E980B8-7744-45C2-B67F-2455D5E025C1}"/>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474109" name="Arrow: Right 331720123">
            <a:extLst xmlns:a="http://schemas.openxmlformats.org/drawingml/2006/main">
              <a:ext uri="{FF2B5EF4-FFF2-40B4-BE49-F238E27FC236}">
                <a16:creationId xmlns:a16="http://schemas.microsoft.com/office/drawing/2014/main" id="{11F10AFC-1020-46F0-9B7B-2E77000A118C}"/>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4030311" name="Arrow: Left 639340520">
            <a:extLst xmlns:a="http://schemas.openxmlformats.org/drawingml/2006/main">
              <a:ext uri="{FF2B5EF4-FFF2-40B4-BE49-F238E27FC236}">
                <a16:creationId xmlns:a16="http://schemas.microsoft.com/office/drawing/2014/main" id="{08133480-1D82-44ED-8B08-ECB7D8E407DA}"/>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951349" name="Arrow: Left 357252725">
            <a:extLst xmlns:a="http://schemas.openxmlformats.org/drawingml/2006/main">
              <a:ext uri="{FF2B5EF4-FFF2-40B4-BE49-F238E27FC236}">
                <a16:creationId xmlns:a16="http://schemas.microsoft.com/office/drawing/2014/main" id="{306EAB3C-2334-4717-BAB8-5784C0F7643D}"/>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4353820" name="Arrow: Left 785836935">
            <a:extLst xmlns:a="http://schemas.openxmlformats.org/drawingml/2006/main">
              <a:ext uri="{FF2B5EF4-FFF2-40B4-BE49-F238E27FC236}">
                <a16:creationId xmlns:a16="http://schemas.microsoft.com/office/drawing/2014/main" id="{687D475F-2F46-4EDE-8654-35598723F1E8}"/>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77404" name="Arrow: Left 915421947">
            <a:extLst xmlns:a="http://schemas.openxmlformats.org/drawingml/2006/main">
              <a:ext uri="{FF2B5EF4-FFF2-40B4-BE49-F238E27FC236}">
                <a16:creationId xmlns:a16="http://schemas.microsoft.com/office/drawing/2014/main" id="{B4133A58-EE0F-4317-85C9-70B76F9788FE}"/>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950713" name="Rectangle 1920294034">
            <a:extLst xmlns:a="http://schemas.openxmlformats.org/drawingml/2006/main">
              <a:ext uri="{FF2B5EF4-FFF2-40B4-BE49-F238E27FC236}">
                <a16:creationId xmlns:a16="http://schemas.microsoft.com/office/drawing/2014/main" id="{B8C97DA1-427E-4A32-8503-9D0DBD318805}"/>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634492263" name="Rectangle 14864956">
            <a:extLst xmlns:a="http://schemas.openxmlformats.org/drawingml/2006/main">
              <a:ext uri="{FF2B5EF4-FFF2-40B4-BE49-F238E27FC236}">
                <a16:creationId xmlns:a16="http://schemas.microsoft.com/office/drawing/2014/main" id="{B4D1E83F-18D4-4409-9CDC-60EC066B3E20}"/>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56735101" name="Rectangle 977617615">
            <a:extLst xmlns:a="http://schemas.openxmlformats.org/drawingml/2006/main">
              <a:ext uri="{FF2B5EF4-FFF2-40B4-BE49-F238E27FC236}">
                <a16:creationId xmlns:a16="http://schemas.microsoft.com/office/drawing/2014/main" id="{F5D1EF21-D649-41F4-BC23-E145BBE435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25</a:t>
            </a:r>
          </a:p>
        </p:txBody>
      </p:sp>
    </p:spTree>
    <p:extLst>
      <p:ext uri="{BB962C8B-B14F-4D97-AF65-F5344CB8AC3E}">
        <p14:creationId xmlns:p14="http://schemas.microsoft.com/office/powerpoint/2010/main" val="923211686"/>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8389567" name="Rectangle 757161452">
            <a:extLst xmlns:a="http://schemas.openxmlformats.org/drawingml/2006/main">
              <a:ext uri="{FF2B5EF4-FFF2-40B4-BE49-F238E27FC236}">
                <a16:creationId xmlns:a16="http://schemas.microsoft.com/office/drawing/2014/main" id="{E433D62F-A432-48B4-988E-6142FC80C9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599016452" name="Rectangle 1485490077">
            <a:extLst xmlns:a="http://schemas.openxmlformats.org/drawingml/2006/main">
              <a:ext uri="{FF2B5EF4-FFF2-40B4-BE49-F238E27FC236}">
                <a16:creationId xmlns:a16="http://schemas.microsoft.com/office/drawing/2014/main" id="{1390C79C-AFFB-4804-AA3D-826892942F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162601395" name="Rectangle: Rounded Corners 1281445229">
            <a:extLst xmlns:a="http://schemas.openxmlformats.org/drawingml/2006/main">
              <a:ext uri="{FF2B5EF4-FFF2-40B4-BE49-F238E27FC236}">
                <a16:creationId xmlns:a16="http://schemas.microsoft.com/office/drawing/2014/main" id="{556533C3-3BC5-4897-B347-2C99880A7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0059169" name="Oval 1725871866">
            <a:extLst xmlns:a="http://schemas.openxmlformats.org/drawingml/2006/main">
              <a:ext uri="{FF2B5EF4-FFF2-40B4-BE49-F238E27FC236}">
                <a16:creationId xmlns:a16="http://schemas.microsoft.com/office/drawing/2014/main" id="{D26EF2F1-B794-4C4A-ACED-093D9D10EF9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27573055" name="Oval 1328597483">
            <a:extLst xmlns:a="http://schemas.openxmlformats.org/drawingml/2006/main">
              <a:ext uri="{FF2B5EF4-FFF2-40B4-BE49-F238E27FC236}">
                <a16:creationId xmlns:a16="http://schemas.microsoft.com/office/drawing/2014/main" id="{55CE89F7-F917-4AE0-9CB7-4C166E854556}"/>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788801571" name="Oval 1819707772">
            <a:extLst xmlns:a="http://schemas.openxmlformats.org/drawingml/2006/main">
              <a:ext uri="{FF2B5EF4-FFF2-40B4-BE49-F238E27FC236}">
                <a16:creationId xmlns:a16="http://schemas.microsoft.com/office/drawing/2014/main" id="{15642839-C923-4033-A8E4-74E394A321BE}"/>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10330174" name="Oval 1950704622">
            <a:extLst xmlns:a="http://schemas.openxmlformats.org/drawingml/2006/main">
              <a:ext uri="{FF2B5EF4-FFF2-40B4-BE49-F238E27FC236}">
                <a16:creationId xmlns:a16="http://schemas.microsoft.com/office/drawing/2014/main" id="{377D831D-7F2C-4D7B-B1EA-ECE2BE6669F3}"/>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114601227" name="Arrow: Right 631911999">
            <a:extLst xmlns:a="http://schemas.openxmlformats.org/drawingml/2006/main">
              <a:ext uri="{FF2B5EF4-FFF2-40B4-BE49-F238E27FC236}">
                <a16:creationId xmlns:a16="http://schemas.microsoft.com/office/drawing/2014/main" id="{468F88C0-1105-4DC6-8E6A-6768CD8A99A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469868" name="Arrow: Left 341998999">
            <a:extLst xmlns:a="http://schemas.openxmlformats.org/drawingml/2006/main">
              <a:ext uri="{FF2B5EF4-FFF2-40B4-BE49-F238E27FC236}">
                <a16:creationId xmlns:a16="http://schemas.microsoft.com/office/drawing/2014/main" id="{0D6BFDD9-1401-4F12-A0F3-D9CF468E7BA1}"/>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9360292" name="Arrow: Right 254648643">
            <a:extLst xmlns:a="http://schemas.openxmlformats.org/drawingml/2006/main">
              <a:ext uri="{FF2B5EF4-FFF2-40B4-BE49-F238E27FC236}">
                <a16:creationId xmlns:a16="http://schemas.microsoft.com/office/drawing/2014/main" id="{998DC798-F463-422C-85E9-1A10FFF0B2F8}"/>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9519877" name="Arrow: Left 1015649989">
            <a:extLst xmlns:a="http://schemas.openxmlformats.org/drawingml/2006/main">
              <a:ext uri="{FF2B5EF4-FFF2-40B4-BE49-F238E27FC236}">
                <a16:creationId xmlns:a16="http://schemas.microsoft.com/office/drawing/2014/main" id="{2CFE5B9D-7DED-4381-8D78-14756E57DBEC}"/>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9705655" name="Rectangle 1286149260">
            <a:extLst xmlns:a="http://schemas.openxmlformats.org/drawingml/2006/main">
              <a:ext uri="{FF2B5EF4-FFF2-40B4-BE49-F238E27FC236}">
                <a16:creationId xmlns:a16="http://schemas.microsoft.com/office/drawing/2014/main" id="{555EB0F6-D85F-44F8-9DF2-509241E5CAE8}"/>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447344720" name="Rectangle 598068433">
            <a:extLst xmlns:a="http://schemas.openxmlformats.org/drawingml/2006/main">
              <a:ext uri="{FF2B5EF4-FFF2-40B4-BE49-F238E27FC236}">
                <a16:creationId xmlns:a16="http://schemas.microsoft.com/office/drawing/2014/main" id="{9613A0D8-B922-4698-8156-6B97C49C7B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26</a:t>
            </a:r>
          </a:p>
        </p:txBody>
      </p:sp>
    </p:spTree>
    <p:extLst>
      <p:ext uri="{BB962C8B-B14F-4D97-AF65-F5344CB8AC3E}">
        <p14:creationId xmlns:p14="http://schemas.microsoft.com/office/powerpoint/2010/main" val="1315564145"/>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0820004" name="Rectangle 596912551">
            <a:extLst xmlns:a="http://schemas.openxmlformats.org/drawingml/2006/main">
              <a:ext uri="{FF2B5EF4-FFF2-40B4-BE49-F238E27FC236}">
                <a16:creationId xmlns:a16="http://schemas.microsoft.com/office/drawing/2014/main" id="{9C2F5A25-6D01-45C2-9310-4F95D18E25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354383247" name="Rectangle 290873250">
            <a:extLst xmlns:a="http://schemas.openxmlformats.org/drawingml/2006/main">
              <a:ext uri="{FF2B5EF4-FFF2-40B4-BE49-F238E27FC236}">
                <a16:creationId xmlns:a16="http://schemas.microsoft.com/office/drawing/2014/main" id="{BB0260AC-118D-4C37-9F79-AC4D823177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243397784" name="Rectangle: Rounded Corners 81270832">
            <a:extLst xmlns:a="http://schemas.openxmlformats.org/drawingml/2006/main">
              <a:ext uri="{FF2B5EF4-FFF2-40B4-BE49-F238E27FC236}">
                <a16:creationId xmlns:a16="http://schemas.microsoft.com/office/drawing/2014/main" id="{128A9257-FDB3-4293-9668-B21B600669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8752650" name="Rectangle: Rounded Corners 1587413913">
            <a:extLst xmlns:a="http://schemas.openxmlformats.org/drawingml/2006/main">
              <a:ext uri="{FF2B5EF4-FFF2-40B4-BE49-F238E27FC236}">
                <a16:creationId xmlns:a16="http://schemas.microsoft.com/office/drawing/2014/main" id="{ADA58D79-DC79-4455-9641-BA674046C8A2}"/>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632489061" name="Rectangle: Rounded Corners 493815563">
            <a:extLst xmlns:a="http://schemas.openxmlformats.org/drawingml/2006/main">
              <a:ext uri="{FF2B5EF4-FFF2-40B4-BE49-F238E27FC236}">
                <a16:creationId xmlns:a16="http://schemas.microsoft.com/office/drawing/2014/main" id="{CEB4D39A-2016-44CE-AAE0-6B4232740A39}"/>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29156944" name="Rectangle: Rounded Corners 770580154">
            <a:extLst xmlns:a="http://schemas.openxmlformats.org/drawingml/2006/main">
              <a:ext uri="{FF2B5EF4-FFF2-40B4-BE49-F238E27FC236}">
                <a16:creationId xmlns:a16="http://schemas.microsoft.com/office/drawing/2014/main" id="{9A99E05E-33E1-4BE8-8533-21078A065EF4}"/>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529315665" name="Arrow: Right 719400496">
            <a:extLst xmlns:a="http://schemas.openxmlformats.org/drawingml/2006/main">
              <a:ext uri="{FF2B5EF4-FFF2-40B4-BE49-F238E27FC236}">
                <a16:creationId xmlns:a16="http://schemas.microsoft.com/office/drawing/2014/main" id="{30AB1093-DAD3-4061-86A8-1BE4298178BA}"/>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27135" name="Rectangle: Rounded Corners 1479447591">
            <a:extLst xmlns:a="http://schemas.openxmlformats.org/drawingml/2006/main">
              <a:ext uri="{FF2B5EF4-FFF2-40B4-BE49-F238E27FC236}">
                <a16:creationId xmlns:a16="http://schemas.microsoft.com/office/drawing/2014/main" id="{86F5383A-6924-42E4-863C-296E0701077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9900061" name="Rectangle: Rounded Corners 2028005840">
            <a:extLst xmlns:a="http://schemas.openxmlformats.org/drawingml/2006/main">
              <a:ext uri="{FF2B5EF4-FFF2-40B4-BE49-F238E27FC236}">
                <a16:creationId xmlns:a16="http://schemas.microsoft.com/office/drawing/2014/main" id="{90343042-F8A4-429B-8D6F-9C5F7F400AC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9409291" name="Rectangle: Rounded Corners 1882830141">
            <a:extLst xmlns:a="http://schemas.openxmlformats.org/drawingml/2006/main">
              <a:ext uri="{FF2B5EF4-FFF2-40B4-BE49-F238E27FC236}">
                <a16:creationId xmlns:a16="http://schemas.microsoft.com/office/drawing/2014/main" id="{B27CCD6E-DD5D-4B7E-B585-0FD78A8A8564}"/>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2059258319" name="Rectangle: Rounded Corners 60243026">
            <a:extLst xmlns:a="http://schemas.openxmlformats.org/drawingml/2006/main">
              <a:ext uri="{FF2B5EF4-FFF2-40B4-BE49-F238E27FC236}">
                <a16:creationId xmlns:a16="http://schemas.microsoft.com/office/drawing/2014/main" id="{E6710064-2724-4E59-B42A-880FC5B8CA1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99220728" name="Rectangle: Rounded Corners 1134928050">
            <a:extLst xmlns:a="http://schemas.openxmlformats.org/drawingml/2006/main">
              <a:ext uri="{FF2B5EF4-FFF2-40B4-BE49-F238E27FC236}">
                <a16:creationId xmlns:a16="http://schemas.microsoft.com/office/drawing/2014/main" id="{ECED658D-C999-4B4F-809C-653D973255F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295016201" name="Rectangle 1354337603">
            <a:extLst xmlns:a="http://schemas.openxmlformats.org/drawingml/2006/main">
              <a:ext uri="{FF2B5EF4-FFF2-40B4-BE49-F238E27FC236}">
                <a16:creationId xmlns:a16="http://schemas.microsoft.com/office/drawing/2014/main" id="{73B80783-A8C6-4814-9CDC-323B9B896AB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2102921759" name="Rectangle 564634627">
            <a:extLst xmlns:a="http://schemas.openxmlformats.org/drawingml/2006/main">
              <a:ext uri="{FF2B5EF4-FFF2-40B4-BE49-F238E27FC236}">
                <a16:creationId xmlns:a16="http://schemas.microsoft.com/office/drawing/2014/main" id="{E19DDC04-4136-46A5-AD64-BAFE02E84DA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27</a:t>
            </a:r>
          </a:p>
        </p:txBody>
      </p:sp>
    </p:spTree>
    <p:extLst>
      <p:ext uri="{BB962C8B-B14F-4D97-AF65-F5344CB8AC3E}">
        <p14:creationId xmlns:p14="http://schemas.microsoft.com/office/powerpoint/2010/main" val="1284402539"/>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5106147" name="Rectangle 804913496">
            <a:extLst xmlns:a="http://schemas.openxmlformats.org/drawingml/2006/main">
              <a:ext uri="{FF2B5EF4-FFF2-40B4-BE49-F238E27FC236}">
                <a16:creationId xmlns:a16="http://schemas.microsoft.com/office/drawing/2014/main" id="{9C55A924-AFFD-4723-8B4D-2DDA025D22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654122655" name="Rectangle 977578111">
            <a:extLst xmlns:a="http://schemas.openxmlformats.org/drawingml/2006/main">
              <a:ext uri="{FF2B5EF4-FFF2-40B4-BE49-F238E27FC236}">
                <a16:creationId xmlns:a16="http://schemas.microsoft.com/office/drawing/2014/main" id="{7EB94219-7A9C-4AC4-94C0-265939726CD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588853816" name="Rectangle: Rounded Corners 1169649151">
            <a:extLst xmlns:a="http://schemas.openxmlformats.org/drawingml/2006/main">
              <a:ext uri="{FF2B5EF4-FFF2-40B4-BE49-F238E27FC236}">
                <a16:creationId xmlns:a16="http://schemas.microsoft.com/office/drawing/2014/main" id="{CC2211C9-FEE0-4B40-8382-79D0225E5A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850233" name="Straight Connector 2011469827">
            <a:extLst xmlns:a="http://schemas.openxmlformats.org/drawingml/2006/main">
              <a:ext uri="{FF2B5EF4-FFF2-40B4-BE49-F238E27FC236}">
                <a16:creationId xmlns:a16="http://schemas.microsoft.com/office/drawing/2014/main" id="{94F2EB52-6E6B-4E46-B17F-ECB9F596664D}"/>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9035180" name="Straight Connector 181034433">
            <a:extLst xmlns:a="http://schemas.openxmlformats.org/drawingml/2006/main">
              <a:ext uri="{FF2B5EF4-FFF2-40B4-BE49-F238E27FC236}">
                <a16:creationId xmlns:a16="http://schemas.microsoft.com/office/drawing/2014/main" id="{50B1683B-B686-43C5-878A-2D00DDE7D077}"/>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814679" name="Oval 1553006746">
            <a:extLst xmlns:a="http://schemas.openxmlformats.org/drawingml/2006/main">
              <a:ext uri="{FF2B5EF4-FFF2-40B4-BE49-F238E27FC236}">
                <a16:creationId xmlns:a16="http://schemas.microsoft.com/office/drawing/2014/main" id="{85E8D84F-52F9-49B7-B72B-0797523D0959}"/>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4089610" name="Rectangle 1709600281">
            <a:extLst xmlns:a="http://schemas.openxmlformats.org/drawingml/2006/main">
              <a:ext uri="{FF2B5EF4-FFF2-40B4-BE49-F238E27FC236}">
                <a16:creationId xmlns:a16="http://schemas.microsoft.com/office/drawing/2014/main" id="{22369CB5-82B6-46B5-812C-58671BF5DF35}"/>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307048459" name="Oval 21898783">
            <a:extLst xmlns:a="http://schemas.openxmlformats.org/drawingml/2006/main">
              <a:ext uri="{FF2B5EF4-FFF2-40B4-BE49-F238E27FC236}">
                <a16:creationId xmlns:a16="http://schemas.microsoft.com/office/drawing/2014/main" id="{DAD3C062-A093-45FB-A896-9970F6BB296E}"/>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172995" name="Rectangle 948343370">
            <a:extLst xmlns:a="http://schemas.openxmlformats.org/drawingml/2006/main">
              <a:ext uri="{FF2B5EF4-FFF2-40B4-BE49-F238E27FC236}">
                <a16:creationId xmlns:a16="http://schemas.microsoft.com/office/drawing/2014/main" id="{9B027C81-C6E8-4B78-A45A-DC0D394E08C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819687417" name="Oval 2041526387">
            <a:extLst xmlns:a="http://schemas.openxmlformats.org/drawingml/2006/main">
              <a:ext uri="{FF2B5EF4-FFF2-40B4-BE49-F238E27FC236}">
                <a16:creationId xmlns:a16="http://schemas.microsoft.com/office/drawing/2014/main" id="{EBD5169F-E87D-446B-8781-E592A1632B2F}"/>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506681" name="Rectangle 1876813262">
            <a:extLst xmlns:a="http://schemas.openxmlformats.org/drawingml/2006/main">
              <a:ext uri="{FF2B5EF4-FFF2-40B4-BE49-F238E27FC236}">
                <a16:creationId xmlns:a16="http://schemas.microsoft.com/office/drawing/2014/main" id="{45F8D8C1-81F7-4639-8B71-D74F99B8805D}"/>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986375634" name="Oval 1942427474">
            <a:extLst xmlns:a="http://schemas.openxmlformats.org/drawingml/2006/main">
              <a:ext uri="{FF2B5EF4-FFF2-40B4-BE49-F238E27FC236}">
                <a16:creationId xmlns:a16="http://schemas.microsoft.com/office/drawing/2014/main" id="{A65DEB83-C650-4584-AAF6-63C26C0A0E6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564652" name="Rectangle 888296365">
            <a:extLst xmlns:a="http://schemas.openxmlformats.org/drawingml/2006/main">
              <a:ext uri="{FF2B5EF4-FFF2-40B4-BE49-F238E27FC236}">
                <a16:creationId xmlns:a16="http://schemas.microsoft.com/office/drawing/2014/main" id="{B39ABF85-CF99-47B5-B569-BE3EEC8FBACA}"/>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79890505" name="Oval 358440105">
            <a:extLst xmlns:a="http://schemas.openxmlformats.org/drawingml/2006/main">
              <a:ext uri="{FF2B5EF4-FFF2-40B4-BE49-F238E27FC236}">
                <a16:creationId xmlns:a16="http://schemas.microsoft.com/office/drawing/2014/main" id="{136AFCBC-B641-4D67-BF09-7CD428D58C5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1644121" name="Rectangle 1076600515">
            <a:extLst xmlns:a="http://schemas.openxmlformats.org/drawingml/2006/main">
              <a:ext uri="{FF2B5EF4-FFF2-40B4-BE49-F238E27FC236}">
                <a16:creationId xmlns:a16="http://schemas.microsoft.com/office/drawing/2014/main" id="{E16C8320-772B-4D30-9F17-2595DAE9CCBA}"/>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43346822" name="Oval 1935212152">
            <a:extLst xmlns:a="http://schemas.openxmlformats.org/drawingml/2006/main">
              <a:ext uri="{FF2B5EF4-FFF2-40B4-BE49-F238E27FC236}">
                <a16:creationId xmlns:a16="http://schemas.microsoft.com/office/drawing/2014/main" id="{C80E3431-BE68-4FB9-882D-BA770818F3EE}"/>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5344470" name="Rectangle 40298214">
            <a:extLst xmlns:a="http://schemas.openxmlformats.org/drawingml/2006/main">
              <a:ext uri="{FF2B5EF4-FFF2-40B4-BE49-F238E27FC236}">
                <a16:creationId xmlns:a16="http://schemas.microsoft.com/office/drawing/2014/main" id="{CF072781-1939-4E59-90DE-CCDFFDCF473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231580951" name="Oval 1096938976">
            <a:extLst xmlns:a="http://schemas.openxmlformats.org/drawingml/2006/main">
              <a:ext uri="{FF2B5EF4-FFF2-40B4-BE49-F238E27FC236}">
                <a16:creationId xmlns:a16="http://schemas.microsoft.com/office/drawing/2014/main" id="{64791B72-D984-4BB9-A427-0B3F193789D3}"/>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9804" name="Rectangle 251020529">
            <a:extLst xmlns:a="http://schemas.openxmlformats.org/drawingml/2006/main">
              <a:ext uri="{FF2B5EF4-FFF2-40B4-BE49-F238E27FC236}">
                <a16:creationId xmlns:a16="http://schemas.microsoft.com/office/drawing/2014/main" id="{C899B419-6723-4EB6-B960-6337666D040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30830500" name="Rectangle 1844580113">
            <a:extLst xmlns:a="http://schemas.openxmlformats.org/drawingml/2006/main">
              <a:ext uri="{FF2B5EF4-FFF2-40B4-BE49-F238E27FC236}">
                <a16:creationId xmlns:a16="http://schemas.microsoft.com/office/drawing/2014/main" id="{71F2D9B0-5EF0-48BE-97F3-767F17DAF1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28</a:t>
            </a:r>
          </a:p>
        </p:txBody>
      </p:sp>
    </p:spTree>
    <p:extLst>
      <p:ext uri="{BB962C8B-B14F-4D97-AF65-F5344CB8AC3E}">
        <p14:creationId xmlns:p14="http://schemas.microsoft.com/office/powerpoint/2010/main" val="392824618"/>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1746991" name="Rectangle 316490786">
            <a:extLst xmlns:a="http://schemas.openxmlformats.org/drawingml/2006/main">
              <a:ext uri="{FF2B5EF4-FFF2-40B4-BE49-F238E27FC236}">
                <a16:creationId xmlns:a16="http://schemas.microsoft.com/office/drawing/2014/main" id="{BA8CEBBF-9688-4960-8BB5-167B2CB217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602956992" name="Rectangle 1088829960">
            <a:extLst xmlns:a="http://schemas.openxmlformats.org/drawingml/2006/main">
              <a:ext uri="{FF2B5EF4-FFF2-40B4-BE49-F238E27FC236}">
                <a16:creationId xmlns:a16="http://schemas.microsoft.com/office/drawing/2014/main" id="{9868BEBF-BD6E-4120-81BB-C6DDB730AF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91260353" name="Rectangle: Rounded Corners 1185614033">
            <a:extLst xmlns:a="http://schemas.openxmlformats.org/drawingml/2006/main">
              <a:ext uri="{FF2B5EF4-FFF2-40B4-BE49-F238E27FC236}">
                <a16:creationId xmlns:a16="http://schemas.microsoft.com/office/drawing/2014/main" id="{074E2F65-2DA4-44D6-96AC-4302D6353A0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144586" name="Rectangle: Rounded Corners 1637263549">
            <a:extLst xmlns:a="http://schemas.openxmlformats.org/drawingml/2006/main">
              <a:ext uri="{FF2B5EF4-FFF2-40B4-BE49-F238E27FC236}">
                <a16:creationId xmlns:a16="http://schemas.microsoft.com/office/drawing/2014/main" id="{F781C24F-832C-4A92-AB23-4C8FA44D164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072532404" name="Arrow: Right 483904790">
            <a:extLst xmlns:a="http://schemas.openxmlformats.org/drawingml/2006/main">
              <a:ext uri="{FF2B5EF4-FFF2-40B4-BE49-F238E27FC236}">
                <a16:creationId xmlns:a16="http://schemas.microsoft.com/office/drawing/2014/main" id="{CFFB02A8-2C30-4019-8F9D-8CE1426E998E}"/>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38215867" name="Rectangle: Rounded Corners 112366508">
            <a:extLst xmlns:a="http://schemas.openxmlformats.org/drawingml/2006/main">
              <a:ext uri="{FF2B5EF4-FFF2-40B4-BE49-F238E27FC236}">
                <a16:creationId xmlns:a16="http://schemas.microsoft.com/office/drawing/2014/main" id="{E486B386-2CD3-42ED-B607-1116FEA086B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2138410716" name="Rectangle: Rounded Corners 1684869887">
            <a:extLst xmlns:a="http://schemas.openxmlformats.org/drawingml/2006/main">
              <a:ext uri="{FF2B5EF4-FFF2-40B4-BE49-F238E27FC236}">
                <a16:creationId xmlns:a16="http://schemas.microsoft.com/office/drawing/2014/main" id="{BB7BD543-A66E-4AC8-88E0-115176E477C6}"/>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906519047" name="Arrow: Right 582027638">
            <a:extLst xmlns:a="http://schemas.openxmlformats.org/drawingml/2006/main">
              <a:ext uri="{FF2B5EF4-FFF2-40B4-BE49-F238E27FC236}">
                <a16:creationId xmlns:a16="http://schemas.microsoft.com/office/drawing/2014/main" id="{5CE4F09E-40CC-4BF3-8738-820F993FAE0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96700628" name="Rectangle: Rounded Corners 415203980">
            <a:extLst xmlns:a="http://schemas.openxmlformats.org/drawingml/2006/main">
              <a:ext uri="{FF2B5EF4-FFF2-40B4-BE49-F238E27FC236}">
                <a16:creationId xmlns:a16="http://schemas.microsoft.com/office/drawing/2014/main" id="{006BDBEE-E71D-488C-B9C7-ED52E2949E12}"/>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509596718" name="Rectangle 1659565154">
            <a:extLst xmlns:a="http://schemas.openxmlformats.org/drawingml/2006/main">
              <a:ext uri="{FF2B5EF4-FFF2-40B4-BE49-F238E27FC236}">
                <a16:creationId xmlns:a16="http://schemas.microsoft.com/office/drawing/2014/main" id="{CF8D5D92-46F1-40A6-BC25-D27090C232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29</a:t>
            </a:r>
          </a:p>
        </p:txBody>
      </p:sp>
    </p:spTree>
    <p:extLst>
      <p:ext uri="{BB962C8B-B14F-4D97-AF65-F5344CB8AC3E}">
        <p14:creationId xmlns:p14="http://schemas.microsoft.com/office/powerpoint/2010/main" val="845408210"/>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92825076" name="Rectangle 1412031494">
            <a:extLst xmlns:a="http://schemas.openxmlformats.org/drawingml/2006/main">
              <a:ext uri="{FF2B5EF4-FFF2-40B4-BE49-F238E27FC236}">
                <a16:creationId xmlns:a16="http://schemas.microsoft.com/office/drawing/2014/main" id="{F069B723-EFFA-41B7-A8AF-E46B23B0DC6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2127280509" name="Rectangle 795213251">
            <a:extLst xmlns:a="http://schemas.openxmlformats.org/drawingml/2006/main">
              <a:ext uri="{FF2B5EF4-FFF2-40B4-BE49-F238E27FC236}">
                <a16:creationId xmlns:a16="http://schemas.microsoft.com/office/drawing/2014/main" id="{6FA752EA-A4C0-44EA-93A5-282F75BC14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292291833" name="Rectangle: Rounded Corners 39970162">
            <a:extLst xmlns:a="http://schemas.openxmlformats.org/drawingml/2006/main">
              <a:ext uri="{FF2B5EF4-FFF2-40B4-BE49-F238E27FC236}">
                <a16:creationId xmlns:a16="http://schemas.microsoft.com/office/drawing/2014/main" id="{2CBEB310-FF0F-40C0-B399-1D59167D82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068535" name="Rectangle: Rounded Corners 1580614387">
            <a:extLst xmlns:a="http://schemas.openxmlformats.org/drawingml/2006/main">
              <a:ext uri="{FF2B5EF4-FFF2-40B4-BE49-F238E27FC236}">
                <a16:creationId xmlns:a16="http://schemas.microsoft.com/office/drawing/2014/main" id="{555A04AD-7327-4996-813D-95BD358AD59B}"/>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60620702" name="Oval 1990550395">
            <a:extLst xmlns:a="http://schemas.openxmlformats.org/drawingml/2006/main">
              <a:ext uri="{FF2B5EF4-FFF2-40B4-BE49-F238E27FC236}">
                <a16:creationId xmlns:a16="http://schemas.microsoft.com/office/drawing/2014/main" id="{4FEBCCAF-909D-46B2-AB10-E154C2EC115D}"/>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444045642" name="Straight Connector 2100406639">
            <a:extLst xmlns:a="http://schemas.openxmlformats.org/drawingml/2006/main">
              <a:ext uri="{FF2B5EF4-FFF2-40B4-BE49-F238E27FC236}">
                <a16:creationId xmlns:a16="http://schemas.microsoft.com/office/drawing/2014/main" id="{8271BC7C-6975-4F42-BB36-CE3D37D0C6A5}"/>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7716329" name="Arrow: Right 538775388">
            <a:extLst xmlns:a="http://schemas.openxmlformats.org/drawingml/2006/main">
              <a:ext uri="{FF2B5EF4-FFF2-40B4-BE49-F238E27FC236}">
                <a16:creationId xmlns:a16="http://schemas.microsoft.com/office/drawing/2014/main" id="{31FA03C8-CC1D-4F31-AFE8-AD7B0792C64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8074" name="Rectangle: Rounded Corners 1064614972">
            <a:extLst xmlns:a="http://schemas.openxmlformats.org/drawingml/2006/main">
              <a:ext uri="{FF2B5EF4-FFF2-40B4-BE49-F238E27FC236}">
                <a16:creationId xmlns:a16="http://schemas.microsoft.com/office/drawing/2014/main" id="{1ADE30E8-F840-4276-8438-D6994ECE73DB}"/>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02576206" name="Oval 1803721867">
            <a:extLst xmlns:a="http://schemas.openxmlformats.org/drawingml/2006/main">
              <a:ext uri="{FF2B5EF4-FFF2-40B4-BE49-F238E27FC236}">
                <a16:creationId xmlns:a16="http://schemas.microsoft.com/office/drawing/2014/main" id="{1BACCD78-644E-45EB-8E88-F2377C4EEDF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086942258" name="Straight Connector 583856608">
            <a:extLst xmlns:a="http://schemas.openxmlformats.org/drawingml/2006/main">
              <a:ext uri="{FF2B5EF4-FFF2-40B4-BE49-F238E27FC236}">
                <a16:creationId xmlns:a16="http://schemas.microsoft.com/office/drawing/2014/main" id="{71E8E58F-CED5-4883-8851-FCE3EE16C953}"/>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7517711" name="Arrow: Right 2139349875">
            <a:extLst xmlns:a="http://schemas.openxmlformats.org/drawingml/2006/main">
              <a:ext uri="{FF2B5EF4-FFF2-40B4-BE49-F238E27FC236}">
                <a16:creationId xmlns:a16="http://schemas.microsoft.com/office/drawing/2014/main" id="{FF40223B-F1FD-4FB4-8D37-CBAE9AFDD705}"/>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2038783" name="Rectangle: Rounded Corners 1635700100">
            <a:extLst xmlns:a="http://schemas.openxmlformats.org/drawingml/2006/main">
              <a:ext uri="{FF2B5EF4-FFF2-40B4-BE49-F238E27FC236}">
                <a16:creationId xmlns:a16="http://schemas.microsoft.com/office/drawing/2014/main" id="{DF09CD8C-25E2-449D-BAD6-304B3C711D24}"/>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658720545" name="Oval 841796169">
            <a:extLst xmlns:a="http://schemas.openxmlformats.org/drawingml/2006/main">
              <a:ext uri="{FF2B5EF4-FFF2-40B4-BE49-F238E27FC236}">
                <a16:creationId xmlns:a16="http://schemas.microsoft.com/office/drawing/2014/main" id="{B1DDD900-7E3B-4B1C-8D7D-3822CE1D716A}"/>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984761259" name="Straight Connector 925426090">
            <a:extLst xmlns:a="http://schemas.openxmlformats.org/drawingml/2006/main">
              <a:ext uri="{FF2B5EF4-FFF2-40B4-BE49-F238E27FC236}">
                <a16:creationId xmlns:a16="http://schemas.microsoft.com/office/drawing/2014/main" id="{F64358C1-7ED0-408A-B615-F49CD5B5A6C2}"/>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9694610" name="Arrow: Right 999883120">
            <a:extLst xmlns:a="http://schemas.openxmlformats.org/drawingml/2006/main">
              <a:ext uri="{FF2B5EF4-FFF2-40B4-BE49-F238E27FC236}">
                <a16:creationId xmlns:a16="http://schemas.microsoft.com/office/drawing/2014/main" id="{50ECDB22-D662-4891-B179-BE6D64DDC7F5}"/>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68326" name="Rectangle: Rounded Corners 1232593896">
            <a:extLst xmlns:a="http://schemas.openxmlformats.org/drawingml/2006/main">
              <a:ext uri="{FF2B5EF4-FFF2-40B4-BE49-F238E27FC236}">
                <a16:creationId xmlns:a16="http://schemas.microsoft.com/office/drawing/2014/main" id="{8E782C0E-AE05-4668-B898-1C70834B46E8}"/>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559139069" name="Oval 353672065">
            <a:extLst xmlns:a="http://schemas.openxmlformats.org/drawingml/2006/main">
              <a:ext uri="{FF2B5EF4-FFF2-40B4-BE49-F238E27FC236}">
                <a16:creationId xmlns:a16="http://schemas.microsoft.com/office/drawing/2014/main" id="{83E93B5C-DB2A-401A-8D4E-2FF83DD20202}"/>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709001334" name="Straight Connector 250778965">
            <a:extLst xmlns:a="http://schemas.openxmlformats.org/drawingml/2006/main">
              <a:ext uri="{FF2B5EF4-FFF2-40B4-BE49-F238E27FC236}">
                <a16:creationId xmlns:a16="http://schemas.microsoft.com/office/drawing/2014/main" id="{81AACF67-9F71-4F5B-B994-961D074429FB}"/>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3601438" name="Rectangle 558237288">
            <a:extLst xmlns:a="http://schemas.openxmlformats.org/drawingml/2006/main">
              <a:ext uri="{FF2B5EF4-FFF2-40B4-BE49-F238E27FC236}">
                <a16:creationId xmlns:a16="http://schemas.microsoft.com/office/drawing/2014/main" id="{A6B3F49A-F6B9-4CA5-92F7-DBEAF30810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30</a:t>
            </a:r>
          </a:p>
        </p:txBody>
      </p:sp>
    </p:spTree>
    <p:extLst>
      <p:ext uri="{BB962C8B-B14F-4D97-AF65-F5344CB8AC3E}">
        <p14:creationId xmlns:p14="http://schemas.microsoft.com/office/powerpoint/2010/main" val="1973154720"/>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4032264" name="Rectangle 1731358443">
            <a:extLst xmlns:a="http://schemas.openxmlformats.org/drawingml/2006/main">
              <a:ext uri="{FF2B5EF4-FFF2-40B4-BE49-F238E27FC236}">
                <a16:creationId xmlns:a16="http://schemas.microsoft.com/office/drawing/2014/main" id="{5C1FC373-EFCD-4DE9-B33F-AA886EFA30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4687167" name="Rectangle 1129691951">
            <a:extLst xmlns:a="http://schemas.openxmlformats.org/drawingml/2006/main">
              <a:ext uri="{FF2B5EF4-FFF2-40B4-BE49-F238E27FC236}">
                <a16:creationId xmlns:a16="http://schemas.microsoft.com/office/drawing/2014/main" id="{C50D0C76-64E8-4F34-8F35-34475CA2C77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8961172" name="Rectangle: Rounded Corners 153614357">
            <a:extLst xmlns:a="http://schemas.openxmlformats.org/drawingml/2006/main">
              <a:ext uri="{FF2B5EF4-FFF2-40B4-BE49-F238E27FC236}">
                <a16:creationId xmlns:a16="http://schemas.microsoft.com/office/drawing/2014/main" id="{FC0FA2D8-6AAE-4DC2-9C04-DB7B5E8DDE9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7312200" name="Rectangle: Rounded Corners 1660434667">
            <a:extLst xmlns:a="http://schemas.openxmlformats.org/drawingml/2006/main">
              <a:ext uri="{FF2B5EF4-FFF2-40B4-BE49-F238E27FC236}">
                <a16:creationId xmlns:a16="http://schemas.microsoft.com/office/drawing/2014/main" id="{62BB96D6-346F-429F-88EC-AC19C040B0EC}"/>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440284024" name="Rectangle: Rounded Corners 331123784">
            <a:extLst xmlns:a="http://schemas.openxmlformats.org/drawingml/2006/main">
              <a:ext uri="{FF2B5EF4-FFF2-40B4-BE49-F238E27FC236}">
                <a16:creationId xmlns:a16="http://schemas.microsoft.com/office/drawing/2014/main" id="{F74A874F-A77C-4258-A967-0F5A3B93E5DC}"/>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397929173" name="Rectangle: Rounded Corners 1408528115">
            <a:extLst xmlns:a="http://schemas.openxmlformats.org/drawingml/2006/main">
              <a:ext uri="{FF2B5EF4-FFF2-40B4-BE49-F238E27FC236}">
                <a16:creationId xmlns:a16="http://schemas.microsoft.com/office/drawing/2014/main" id="{CD93FDDE-5A06-4C96-9549-3FDEF65CA092}"/>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1163630012" name="Rectangle: Rounded Corners 929702956">
            <a:extLst xmlns:a="http://schemas.openxmlformats.org/drawingml/2006/main">
              <a:ext uri="{FF2B5EF4-FFF2-40B4-BE49-F238E27FC236}">
                <a16:creationId xmlns:a16="http://schemas.microsoft.com/office/drawing/2014/main" id="{1F9E1EC0-0320-477D-A824-5E819FB5594F}"/>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50219734" name="Rectangle: Rounded Corners 747840371">
            <a:extLst xmlns:a="http://schemas.openxmlformats.org/drawingml/2006/main">
              <a:ext uri="{FF2B5EF4-FFF2-40B4-BE49-F238E27FC236}">
                <a16:creationId xmlns:a16="http://schemas.microsoft.com/office/drawing/2014/main" id="{D57A70B8-9E88-4E35-BA1E-A8392AE77E1D}"/>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14069658" name="Rectangle: Rounded Corners 1625402858">
            <a:extLst xmlns:a="http://schemas.openxmlformats.org/drawingml/2006/main">
              <a:ext uri="{FF2B5EF4-FFF2-40B4-BE49-F238E27FC236}">
                <a16:creationId xmlns:a16="http://schemas.microsoft.com/office/drawing/2014/main" id="{42038DAD-752C-407D-8D87-AD1226A64F2A}"/>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648533058" name="Rectangle: Rounded Corners 1678137837">
            <a:extLst xmlns:a="http://schemas.openxmlformats.org/drawingml/2006/main">
              <a:ext uri="{FF2B5EF4-FFF2-40B4-BE49-F238E27FC236}">
                <a16:creationId xmlns:a16="http://schemas.microsoft.com/office/drawing/2014/main" id="{4F7FE363-43AD-4B8D-8068-C0EDD0BB20F6}"/>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2052080456" name="Straight Connector 1472942795">
            <a:extLst xmlns:a="http://schemas.openxmlformats.org/drawingml/2006/main">
              <a:ext uri="{FF2B5EF4-FFF2-40B4-BE49-F238E27FC236}">
                <a16:creationId xmlns:a16="http://schemas.microsoft.com/office/drawing/2014/main" id="{6D75228F-2A66-4D86-8F69-6AF0924C7242}"/>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860272" name="Oval 1613721530">
            <a:extLst xmlns:a="http://schemas.openxmlformats.org/drawingml/2006/main">
              <a:ext uri="{FF2B5EF4-FFF2-40B4-BE49-F238E27FC236}">
                <a16:creationId xmlns:a16="http://schemas.microsoft.com/office/drawing/2014/main" id="{9A427045-FBA4-485F-946E-5961FA6AC6AC}"/>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099640" name="Oval 1579085889">
            <a:extLst xmlns:a="http://schemas.openxmlformats.org/drawingml/2006/main">
              <a:ext uri="{FF2B5EF4-FFF2-40B4-BE49-F238E27FC236}">
                <a16:creationId xmlns:a16="http://schemas.microsoft.com/office/drawing/2014/main" id="{90551A5B-65A0-493A-AC00-B625DB17D9B4}"/>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2659552" name="Oval 2077149345">
            <a:extLst xmlns:a="http://schemas.openxmlformats.org/drawingml/2006/main">
              <a:ext uri="{FF2B5EF4-FFF2-40B4-BE49-F238E27FC236}">
                <a16:creationId xmlns:a16="http://schemas.microsoft.com/office/drawing/2014/main" id="{CFFED00E-E31D-4701-90E5-071F76A22777}"/>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274734" name="Oval 1872952085">
            <a:extLst xmlns:a="http://schemas.openxmlformats.org/drawingml/2006/main">
              <a:ext uri="{FF2B5EF4-FFF2-40B4-BE49-F238E27FC236}">
                <a16:creationId xmlns:a16="http://schemas.microsoft.com/office/drawing/2014/main" id="{3968714B-47A5-4556-8638-7D4CB7F626CD}"/>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171374" name="Oval 20816396">
            <a:extLst xmlns:a="http://schemas.openxmlformats.org/drawingml/2006/main">
              <a:ext uri="{FF2B5EF4-FFF2-40B4-BE49-F238E27FC236}">
                <a16:creationId xmlns:a16="http://schemas.microsoft.com/office/drawing/2014/main" id="{5BF280E0-56DD-4F5C-BAFE-AAD3A4DE5833}"/>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7771880" name="Oval 677953628">
            <a:extLst xmlns:a="http://schemas.openxmlformats.org/drawingml/2006/main">
              <a:ext uri="{FF2B5EF4-FFF2-40B4-BE49-F238E27FC236}">
                <a16:creationId xmlns:a16="http://schemas.microsoft.com/office/drawing/2014/main" id="{3B2664B7-2E8F-4768-8798-131BAD57C9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206567" name="Oval 1792512939">
            <a:extLst xmlns:a="http://schemas.openxmlformats.org/drawingml/2006/main">
              <a:ext uri="{FF2B5EF4-FFF2-40B4-BE49-F238E27FC236}">
                <a16:creationId xmlns:a16="http://schemas.microsoft.com/office/drawing/2014/main" id="{A1A81DC9-5AF0-4D05-8338-6E74FEEE3CB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269597" name="Rectangle 1915767503">
            <a:extLst xmlns:a="http://schemas.openxmlformats.org/drawingml/2006/main">
              <a:ext uri="{FF2B5EF4-FFF2-40B4-BE49-F238E27FC236}">
                <a16:creationId xmlns:a16="http://schemas.microsoft.com/office/drawing/2014/main" id="{9D9DE52E-807D-431E-86DB-72538F6191F5}"/>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203045560" name="Rectangle 523783432">
            <a:extLst xmlns:a="http://schemas.openxmlformats.org/drawingml/2006/main">
              <a:ext uri="{FF2B5EF4-FFF2-40B4-BE49-F238E27FC236}">
                <a16:creationId xmlns:a16="http://schemas.microsoft.com/office/drawing/2014/main" id="{9E72C8ED-F775-4AE7-944E-CEA2A7C44A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31</a:t>
            </a:r>
          </a:p>
        </p:txBody>
      </p:sp>
    </p:spTree>
    <p:extLst>
      <p:ext uri="{BB962C8B-B14F-4D97-AF65-F5344CB8AC3E}">
        <p14:creationId xmlns:p14="http://schemas.microsoft.com/office/powerpoint/2010/main" val="70347911"/>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3957628" name="Rectangle 935271156">
            <a:extLst xmlns:a="http://schemas.openxmlformats.org/drawingml/2006/main">
              <a:ext uri="{FF2B5EF4-FFF2-40B4-BE49-F238E27FC236}">
                <a16:creationId xmlns:a16="http://schemas.microsoft.com/office/drawing/2014/main" id="{9484F400-53FE-44DC-BC41-0B1980488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1192334178" name="Rectangle 251777344">
            <a:extLst xmlns:a="http://schemas.openxmlformats.org/drawingml/2006/main">
              <a:ext uri="{FF2B5EF4-FFF2-40B4-BE49-F238E27FC236}">
                <a16:creationId xmlns:a16="http://schemas.microsoft.com/office/drawing/2014/main" id="{B3CFDA41-C471-49BB-B3D7-CFF5B1EB0D6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11901044" name="Rectangle: Rounded Corners 1456392341">
            <a:extLst xmlns:a="http://schemas.openxmlformats.org/drawingml/2006/main">
              <a:ext uri="{FF2B5EF4-FFF2-40B4-BE49-F238E27FC236}">
                <a16:creationId xmlns:a16="http://schemas.microsoft.com/office/drawing/2014/main" id="{E54777FD-5799-48C4-BC1C-29E6F87F3EC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803351" name="Rectangle 2132047703">
            <a:extLst xmlns:a="http://schemas.openxmlformats.org/drawingml/2006/main">
              <a:ext uri="{FF2B5EF4-FFF2-40B4-BE49-F238E27FC236}">
                <a16:creationId xmlns:a16="http://schemas.microsoft.com/office/drawing/2014/main" id="{04B902E3-2008-4050-B426-741B193C46D3}"/>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334494799" name="Rectangle 1495975732">
            <a:extLst xmlns:a="http://schemas.openxmlformats.org/drawingml/2006/main">
              <a:ext uri="{FF2B5EF4-FFF2-40B4-BE49-F238E27FC236}">
                <a16:creationId xmlns:a16="http://schemas.microsoft.com/office/drawing/2014/main" id="{A601EC35-275B-4748-8BEC-061D2981D08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32</a:t>
            </a:r>
          </a:p>
        </p:txBody>
      </p:sp>
      <p:pic>
        <p:nvPicPr>
          <p:cNvPr id="1741803358"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00c1275f884b430a"/>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135903260"/>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558641" name="Rectangle 935271156">
            <a:extLst xmlns:a="http://schemas.openxmlformats.org/drawingml/2006/main">
              <a:ext uri="{FF2B5EF4-FFF2-40B4-BE49-F238E27FC236}">
                <a16:creationId xmlns:a16="http://schemas.microsoft.com/office/drawing/2014/main" id="{22FF0D4B-EBE2-46C2-893B-1519B8DB25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85673125" name="Rectangle 251777344">
            <a:extLst xmlns:a="http://schemas.openxmlformats.org/drawingml/2006/main">
              <a:ext uri="{FF2B5EF4-FFF2-40B4-BE49-F238E27FC236}">
                <a16:creationId xmlns:a16="http://schemas.microsoft.com/office/drawing/2014/main" id="{D8889568-AFE9-4E7D-9E9D-2C4B8C6C5BB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831750286" name="Rectangle: Rounded Corners 1456392341">
            <a:extLst xmlns:a="http://schemas.openxmlformats.org/drawingml/2006/main">
              <a:ext uri="{FF2B5EF4-FFF2-40B4-BE49-F238E27FC236}">
                <a16:creationId xmlns:a16="http://schemas.microsoft.com/office/drawing/2014/main" id="{39E307D8-585F-4ABA-8ED7-AAF77AC3B65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0897612" name="Rectangle 2132047703">
            <a:extLst xmlns:a="http://schemas.openxmlformats.org/drawingml/2006/main">
              <a:ext uri="{FF2B5EF4-FFF2-40B4-BE49-F238E27FC236}">
                <a16:creationId xmlns:a16="http://schemas.microsoft.com/office/drawing/2014/main" id="{1732E276-0B59-4502-B0AE-0DA89828AF5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707702040" name="Rectangle 1495975732">
            <a:extLst xmlns:a="http://schemas.openxmlformats.org/drawingml/2006/main">
              <a:ext uri="{FF2B5EF4-FFF2-40B4-BE49-F238E27FC236}">
                <a16:creationId xmlns:a16="http://schemas.microsoft.com/office/drawing/2014/main" id="{B52B982F-0EB4-445C-AD21-331AD3E76D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33</a:t>
            </a:r>
          </a:p>
        </p:txBody>
      </p:sp>
      <p:pic>
        <p:nvPicPr>
          <p:cNvPr id="2090897619"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e72c5599970f4f1e"/>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77621731"/>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3363559" name="Rectangle 828705700">
            <a:extLst xmlns:a="http://schemas.openxmlformats.org/drawingml/2006/main">
              <a:ext uri="{FF2B5EF4-FFF2-40B4-BE49-F238E27FC236}">
                <a16:creationId xmlns:a16="http://schemas.microsoft.com/office/drawing/2014/main" id="{5D4841F5-0CC9-412D-B07C-AF8D44EEF14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879104585" name="Rectangle 1834494691">
            <a:extLst xmlns:a="http://schemas.openxmlformats.org/drawingml/2006/main">
              <a:ext uri="{FF2B5EF4-FFF2-40B4-BE49-F238E27FC236}">
                <a16:creationId xmlns:a16="http://schemas.microsoft.com/office/drawing/2014/main" id="{DD7EC58E-8FE6-4E31-9750-33E18379E4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056945487" name="Rectangle: Rounded Corners 1119805207">
            <a:extLst xmlns:a="http://schemas.openxmlformats.org/drawingml/2006/main">
              <a:ext uri="{FF2B5EF4-FFF2-40B4-BE49-F238E27FC236}">
                <a16:creationId xmlns:a16="http://schemas.microsoft.com/office/drawing/2014/main" id="{D98C2A87-67DB-4711-9C27-11A789E03B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676247" name="Oval 378451326">
            <a:extLst xmlns:a="http://schemas.openxmlformats.org/drawingml/2006/main">
              <a:ext uri="{FF2B5EF4-FFF2-40B4-BE49-F238E27FC236}">
                <a16:creationId xmlns:a16="http://schemas.microsoft.com/office/drawing/2014/main" id="{5014CED1-805C-4F6C-AD4F-69A053F360AF}"/>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61412522" name="Oval 1710653340">
            <a:extLst xmlns:a="http://schemas.openxmlformats.org/drawingml/2006/main">
              <a:ext uri="{FF2B5EF4-FFF2-40B4-BE49-F238E27FC236}">
                <a16:creationId xmlns:a16="http://schemas.microsoft.com/office/drawing/2014/main" id="{1B3C482A-6E83-4ECE-AB9B-461230BD80FD}"/>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350467678" name="Oval 1215104595">
            <a:extLst xmlns:a="http://schemas.openxmlformats.org/drawingml/2006/main">
              <a:ext uri="{FF2B5EF4-FFF2-40B4-BE49-F238E27FC236}">
                <a16:creationId xmlns:a16="http://schemas.microsoft.com/office/drawing/2014/main" id="{8283E41D-E8F8-4FEC-98BC-006864857AC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244497068" name="Oval 1626294488">
            <a:extLst xmlns:a="http://schemas.openxmlformats.org/drawingml/2006/main">
              <a:ext uri="{FF2B5EF4-FFF2-40B4-BE49-F238E27FC236}">
                <a16:creationId xmlns:a16="http://schemas.microsoft.com/office/drawing/2014/main" id="{D7E19961-12AF-48A4-ADFA-8F833EB7F125}"/>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178856209" name="Oval 1273413100">
            <a:extLst xmlns:a="http://schemas.openxmlformats.org/drawingml/2006/main">
              <a:ext uri="{FF2B5EF4-FFF2-40B4-BE49-F238E27FC236}">
                <a16:creationId xmlns:a16="http://schemas.microsoft.com/office/drawing/2014/main" id="{0B5B8F32-8587-4B78-8EEF-B5BF27D966D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293880500" name="Straight Connector 1283471484">
            <a:extLst xmlns:a="http://schemas.openxmlformats.org/drawingml/2006/main">
              <a:ext uri="{FF2B5EF4-FFF2-40B4-BE49-F238E27FC236}">
                <a16:creationId xmlns:a16="http://schemas.microsoft.com/office/drawing/2014/main" id="{86B69C95-7025-43AE-B35A-5D042F60C5D8}"/>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496001" name="Straight Connector 366393265">
            <a:extLst xmlns:a="http://schemas.openxmlformats.org/drawingml/2006/main">
              <a:ext uri="{FF2B5EF4-FFF2-40B4-BE49-F238E27FC236}">
                <a16:creationId xmlns:a16="http://schemas.microsoft.com/office/drawing/2014/main" id="{C13F7453-188C-428B-ADE0-9808C4286800}"/>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4262365" name="Straight Connector 682316421">
            <a:extLst xmlns:a="http://schemas.openxmlformats.org/drawingml/2006/main">
              <a:ext uri="{FF2B5EF4-FFF2-40B4-BE49-F238E27FC236}">
                <a16:creationId xmlns:a16="http://schemas.microsoft.com/office/drawing/2014/main" id="{49FED04D-7D5E-424C-B842-ACD79EE68869}"/>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811581" name="Straight Connector 1432998768">
            <a:extLst xmlns:a="http://schemas.openxmlformats.org/drawingml/2006/main">
              <a:ext uri="{FF2B5EF4-FFF2-40B4-BE49-F238E27FC236}">
                <a16:creationId xmlns:a16="http://schemas.microsoft.com/office/drawing/2014/main" id="{772BD6F0-4294-4D1B-A11E-6CD14C16B40B}"/>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39182" name="Rectangle 2040235337">
            <a:extLst xmlns:a="http://schemas.openxmlformats.org/drawingml/2006/main">
              <a:ext uri="{FF2B5EF4-FFF2-40B4-BE49-F238E27FC236}">
                <a16:creationId xmlns:a16="http://schemas.microsoft.com/office/drawing/2014/main" id="{BB0F7B4B-2929-45A5-AEF6-25224DAAD88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121967220" name="Rectangle 1823092831">
            <a:extLst xmlns:a="http://schemas.openxmlformats.org/drawingml/2006/main">
              <a:ext uri="{FF2B5EF4-FFF2-40B4-BE49-F238E27FC236}">
                <a16:creationId xmlns:a16="http://schemas.microsoft.com/office/drawing/2014/main" id="{109D4C9B-7207-44F3-83ED-9C64E1608A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34</a:t>
            </a:r>
          </a:p>
        </p:txBody>
      </p:sp>
    </p:spTree>
    <p:extLst>
      <p:ext uri="{BB962C8B-B14F-4D97-AF65-F5344CB8AC3E}">
        <p14:creationId xmlns:p14="http://schemas.microsoft.com/office/powerpoint/2010/main" val="1288908145"/>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287185" name="Rectangle 2031595678">
            <a:extLst xmlns:a="http://schemas.openxmlformats.org/drawingml/2006/main">
              <a:ext uri="{FF2B5EF4-FFF2-40B4-BE49-F238E27FC236}">
                <a16:creationId xmlns:a16="http://schemas.microsoft.com/office/drawing/2014/main" id="{5F422834-B95B-4293-9FBB-A28F80988E8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180653385" name="Rectangle 1958034541">
            <a:extLst xmlns:a="http://schemas.openxmlformats.org/drawingml/2006/main">
              <a:ext uri="{FF2B5EF4-FFF2-40B4-BE49-F238E27FC236}">
                <a16:creationId xmlns:a16="http://schemas.microsoft.com/office/drawing/2014/main" id="{B0BCDBF0-2EE7-44E3-B8F1-C5B50D440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91456163" name="Rectangle: Rounded Corners 856291304">
            <a:extLst xmlns:a="http://schemas.openxmlformats.org/drawingml/2006/main">
              <a:ext uri="{FF2B5EF4-FFF2-40B4-BE49-F238E27FC236}">
                <a16:creationId xmlns:a16="http://schemas.microsoft.com/office/drawing/2014/main" id="{626A97FB-11D1-4BE7-A78E-87245EBD92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1556990" name="Oval 915562435">
            <a:extLst xmlns:a="http://schemas.openxmlformats.org/drawingml/2006/main">
              <a:ext uri="{FF2B5EF4-FFF2-40B4-BE49-F238E27FC236}">
                <a16:creationId xmlns:a16="http://schemas.microsoft.com/office/drawing/2014/main" id="{0CFFCC95-5F26-4328-8965-0BCDEC5EB363}"/>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817981631" name="Oval 2063706273">
            <a:extLst xmlns:a="http://schemas.openxmlformats.org/drawingml/2006/main">
              <a:ext uri="{FF2B5EF4-FFF2-40B4-BE49-F238E27FC236}">
                <a16:creationId xmlns:a16="http://schemas.microsoft.com/office/drawing/2014/main" id="{EC78BAFC-7035-49D3-BA33-7F21BF2737B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86773956" name="Oval 1843251255">
            <a:extLst xmlns:a="http://schemas.openxmlformats.org/drawingml/2006/main">
              <a:ext uri="{FF2B5EF4-FFF2-40B4-BE49-F238E27FC236}">
                <a16:creationId xmlns:a16="http://schemas.microsoft.com/office/drawing/2014/main" id="{E0FF217A-1DBF-455B-B7B2-BE0BD40098CC}"/>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29593997" name="Arrow: Right 1047507270">
            <a:extLst xmlns:a="http://schemas.openxmlformats.org/drawingml/2006/main">
              <a:ext uri="{FF2B5EF4-FFF2-40B4-BE49-F238E27FC236}">
                <a16:creationId xmlns:a16="http://schemas.microsoft.com/office/drawing/2014/main" id="{D4A31395-FE27-48FA-8350-E41920E4E769}"/>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800331200" name="Arrow: Right 416431706">
            <a:extLst xmlns:a="http://schemas.openxmlformats.org/drawingml/2006/main">
              <a:ext uri="{FF2B5EF4-FFF2-40B4-BE49-F238E27FC236}">
                <a16:creationId xmlns:a16="http://schemas.microsoft.com/office/drawing/2014/main" id="{AA1A2C02-55D7-46C0-BC3D-7430DCB3645E}"/>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99501886" name="Rectangle: Rounded Corners 685887359">
            <a:extLst xmlns:a="http://schemas.openxmlformats.org/drawingml/2006/main">
              <a:ext uri="{FF2B5EF4-FFF2-40B4-BE49-F238E27FC236}">
                <a16:creationId xmlns:a16="http://schemas.microsoft.com/office/drawing/2014/main" id="{F7FB01C8-6B31-4E61-AEDD-43FEAC261A17}"/>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212465838" name="Rectangle 1087270730">
            <a:extLst xmlns:a="http://schemas.openxmlformats.org/drawingml/2006/main">
              <a:ext uri="{FF2B5EF4-FFF2-40B4-BE49-F238E27FC236}">
                <a16:creationId xmlns:a16="http://schemas.microsoft.com/office/drawing/2014/main" id="{71861905-2BBC-4275-9E2D-AC4EAC11E9A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35</a:t>
            </a:r>
          </a:p>
        </p:txBody>
      </p:sp>
    </p:spTree>
    <p:extLst>
      <p:ext uri="{BB962C8B-B14F-4D97-AF65-F5344CB8AC3E}">
        <p14:creationId xmlns:p14="http://schemas.microsoft.com/office/powerpoint/2010/main" val="381677473"/>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3981408" name="Rectangle 274056230">
            <a:extLst xmlns:a="http://schemas.openxmlformats.org/drawingml/2006/main">
              <a:ext uri="{FF2B5EF4-FFF2-40B4-BE49-F238E27FC236}">
                <a16:creationId xmlns:a16="http://schemas.microsoft.com/office/drawing/2014/main" id="{9C4C3985-4CBE-4720-8D17-84A8E9A518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499762229" name="Rectangle 2069842662">
            <a:extLst xmlns:a="http://schemas.openxmlformats.org/drawingml/2006/main">
              <a:ext uri="{FF2B5EF4-FFF2-40B4-BE49-F238E27FC236}">
                <a16:creationId xmlns:a16="http://schemas.microsoft.com/office/drawing/2014/main" id="{4496D3F3-1D28-4427-993C-ADF0738131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1596404" name="Rectangle: Rounded Corners 1012080298">
            <a:extLst xmlns:a="http://schemas.openxmlformats.org/drawingml/2006/main">
              <a:ext uri="{FF2B5EF4-FFF2-40B4-BE49-F238E27FC236}">
                <a16:creationId xmlns:a16="http://schemas.microsoft.com/office/drawing/2014/main" id="{C1B1B1DC-03BF-4AEE-82CA-5FB1B74E0CA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314311" name="Rectangle: Rounded Corners 268010825">
            <a:extLst xmlns:a="http://schemas.openxmlformats.org/drawingml/2006/main">
              <a:ext uri="{FF2B5EF4-FFF2-40B4-BE49-F238E27FC236}">
                <a16:creationId xmlns:a16="http://schemas.microsoft.com/office/drawing/2014/main" id="{9613ADC1-A681-4A96-92A1-23F3F7F37A12}"/>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411859929" name="Rectangle 859411994">
            <a:extLst xmlns:a="http://schemas.openxmlformats.org/drawingml/2006/main">
              <a:ext uri="{FF2B5EF4-FFF2-40B4-BE49-F238E27FC236}">
                <a16:creationId xmlns:a16="http://schemas.microsoft.com/office/drawing/2014/main" id="{BE53BEEF-BA23-44CC-924B-202FBBDAFFF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664055096" name="Rectangle: Rounded Corners 462313761">
            <a:extLst xmlns:a="http://schemas.openxmlformats.org/drawingml/2006/main">
              <a:ext uri="{FF2B5EF4-FFF2-40B4-BE49-F238E27FC236}">
                <a16:creationId xmlns:a16="http://schemas.microsoft.com/office/drawing/2014/main" id="{E14EB60F-20F9-4586-A7B0-8DEB40F638F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05979506" name="Rectangle 256178726">
            <a:extLst xmlns:a="http://schemas.openxmlformats.org/drawingml/2006/main">
              <a:ext uri="{FF2B5EF4-FFF2-40B4-BE49-F238E27FC236}">
                <a16:creationId xmlns:a16="http://schemas.microsoft.com/office/drawing/2014/main" id="{8BE447D6-39F4-42E3-A335-257B094E0975}"/>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879629926" name="Rectangle: Rounded Corners 570514558">
            <a:extLst xmlns:a="http://schemas.openxmlformats.org/drawingml/2006/main">
              <a:ext uri="{FF2B5EF4-FFF2-40B4-BE49-F238E27FC236}">
                <a16:creationId xmlns:a16="http://schemas.microsoft.com/office/drawing/2014/main" id="{5CFB4824-71D0-4258-B388-F2F7186E49F6}"/>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7852665" name="Rectangle: Rounded Corners 1825339525">
            <a:extLst xmlns:a="http://schemas.openxmlformats.org/drawingml/2006/main">
              <a:ext uri="{FF2B5EF4-FFF2-40B4-BE49-F238E27FC236}">
                <a16:creationId xmlns:a16="http://schemas.microsoft.com/office/drawing/2014/main" id="{0E666727-52E3-4DD5-9A8A-FAE61E258D0A}"/>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239815" name="Rectangle: Rounded Corners 1330424870">
            <a:extLst xmlns:a="http://schemas.openxmlformats.org/drawingml/2006/main">
              <a:ext uri="{FF2B5EF4-FFF2-40B4-BE49-F238E27FC236}">
                <a16:creationId xmlns:a16="http://schemas.microsoft.com/office/drawing/2014/main" id="{B07110DF-93FE-457E-9559-788167440C24}"/>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180010" name="Rectangle: Rounded Corners 1894137061">
            <a:extLst xmlns:a="http://schemas.openxmlformats.org/drawingml/2006/main">
              <a:ext uri="{FF2B5EF4-FFF2-40B4-BE49-F238E27FC236}">
                <a16:creationId xmlns:a16="http://schemas.microsoft.com/office/drawing/2014/main" id="{B607EE3A-3A59-49A9-86E5-2AED6FB1C96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0145385" name="Rectangle: Rounded Corners 402898928">
            <a:extLst xmlns:a="http://schemas.openxmlformats.org/drawingml/2006/main">
              <a:ext uri="{FF2B5EF4-FFF2-40B4-BE49-F238E27FC236}">
                <a16:creationId xmlns:a16="http://schemas.microsoft.com/office/drawing/2014/main" id="{1BA6A184-021F-456A-BEB7-170CDB317BAB}"/>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440382" name="Rectangle 1777770755">
            <a:extLst xmlns:a="http://schemas.openxmlformats.org/drawingml/2006/main">
              <a:ext uri="{FF2B5EF4-FFF2-40B4-BE49-F238E27FC236}">
                <a16:creationId xmlns:a16="http://schemas.microsoft.com/office/drawing/2014/main" id="{AFB7559C-8A0F-483E-9D34-168FD67B65B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650686637" name="Rectangle 664374673">
            <a:extLst xmlns:a="http://schemas.openxmlformats.org/drawingml/2006/main">
              <a:ext uri="{FF2B5EF4-FFF2-40B4-BE49-F238E27FC236}">
                <a16:creationId xmlns:a16="http://schemas.microsoft.com/office/drawing/2014/main" id="{0A5B9AC1-312F-4B9E-948C-BC7AAA944FD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36</a:t>
            </a:r>
          </a:p>
        </p:txBody>
      </p:sp>
      <p:sp>
        <p:nvSpPr>
          <p:cNvPr id="683088922" name="qk-score-formula">
            <a:extLst xmlns:a="http://schemas.openxmlformats.org/drawingml/2006/main">
              <a:ext uri="{FF2B5EF4-FFF2-40B4-BE49-F238E27FC236}">
                <a16:creationId xmlns:a16="http://schemas.microsoft.com/office/drawing/2014/main" id="{0D6A38E3-6539-4A33-8CD0-58742A16979B}"/>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21224215" name="dot-product-explanation">
            <a:extLst xmlns:a="http://schemas.openxmlformats.org/drawingml/2006/main">
              <a:ext uri="{FF2B5EF4-FFF2-40B4-BE49-F238E27FC236}">
                <a16:creationId xmlns:a16="http://schemas.microsoft.com/office/drawing/2014/main" id="{472C6F66-A222-4230-99CA-76DF7B451D91}"/>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72026687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7271644" name="Rectangle 1701338696">
            <a:extLst xmlns:a="http://schemas.openxmlformats.org/drawingml/2006/main">
              <a:ext uri="{FF2B5EF4-FFF2-40B4-BE49-F238E27FC236}">
                <a16:creationId xmlns:a16="http://schemas.microsoft.com/office/drawing/2014/main" id="{EF7B3957-6982-46E5-8D33-D99F290289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963915188" name="Rectangle 1786653114">
            <a:extLst xmlns:a="http://schemas.openxmlformats.org/drawingml/2006/main">
              <a:ext uri="{FF2B5EF4-FFF2-40B4-BE49-F238E27FC236}">
                <a16:creationId xmlns:a16="http://schemas.microsoft.com/office/drawing/2014/main" id="{690E73EF-28EA-4050-8B9E-FA43BF48E00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621793864" name="Rectangle: Rounded Corners 464705818">
            <a:extLst xmlns:a="http://schemas.openxmlformats.org/drawingml/2006/main">
              <a:ext uri="{FF2B5EF4-FFF2-40B4-BE49-F238E27FC236}">
                <a16:creationId xmlns:a16="http://schemas.microsoft.com/office/drawing/2014/main" id="{DD43A5DC-7FB0-4B1D-B332-41C4CB91E1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78457" name="Rectangle: Rounded Corners 1141548239">
            <a:extLst xmlns:a="http://schemas.openxmlformats.org/drawingml/2006/main">
              <a:ext uri="{FF2B5EF4-FFF2-40B4-BE49-F238E27FC236}">
                <a16:creationId xmlns:a16="http://schemas.microsoft.com/office/drawing/2014/main" id="{E77A4378-8ECC-4E80-B57A-2DDF7DD8E13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40560" name="Rectangle: Rounded Corners 498832919">
            <a:extLst xmlns:a="http://schemas.openxmlformats.org/drawingml/2006/main">
              <a:ext uri="{FF2B5EF4-FFF2-40B4-BE49-F238E27FC236}">
                <a16:creationId xmlns:a16="http://schemas.microsoft.com/office/drawing/2014/main" id="{3AF6410C-CDC5-4140-8306-BA59F71EB942}"/>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0218195" name="Rectangle: Rounded Corners 1769908897">
            <a:extLst xmlns:a="http://schemas.openxmlformats.org/drawingml/2006/main">
              <a:ext uri="{FF2B5EF4-FFF2-40B4-BE49-F238E27FC236}">
                <a16:creationId xmlns:a16="http://schemas.microsoft.com/office/drawing/2014/main" id="{A947140F-320F-4CDD-9F55-D62BBF9D82C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2139208" name="Rectangle: Rounded Corners 1914348486">
            <a:extLst xmlns:a="http://schemas.openxmlformats.org/drawingml/2006/main">
              <a:ext uri="{FF2B5EF4-FFF2-40B4-BE49-F238E27FC236}">
                <a16:creationId xmlns:a16="http://schemas.microsoft.com/office/drawing/2014/main" id="{06D9B5C0-E78E-4AFF-8292-A2CB6C8F7EBF}"/>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986438" name="Rectangle: Rounded Corners 1678518739">
            <a:extLst xmlns:a="http://schemas.openxmlformats.org/drawingml/2006/main">
              <a:ext uri="{FF2B5EF4-FFF2-40B4-BE49-F238E27FC236}">
                <a16:creationId xmlns:a16="http://schemas.microsoft.com/office/drawing/2014/main" id="{75A47F92-32A7-453A-B6B3-0433490030BD}"/>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396905" name="Arrow: Right 2119966246">
            <a:extLst xmlns:a="http://schemas.openxmlformats.org/drawingml/2006/main">
              <a:ext uri="{FF2B5EF4-FFF2-40B4-BE49-F238E27FC236}">
                <a16:creationId xmlns:a16="http://schemas.microsoft.com/office/drawing/2014/main" id="{2FEDEF38-5DEC-40F5-B1E7-E6AA1C9035C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406021138" name="Rectangle: Rounded Corners 211572738">
            <a:extLst xmlns:a="http://schemas.openxmlformats.org/drawingml/2006/main">
              <a:ext uri="{FF2B5EF4-FFF2-40B4-BE49-F238E27FC236}">
                <a16:creationId xmlns:a16="http://schemas.microsoft.com/office/drawing/2014/main" id="{BA60F541-74A2-4D08-8A65-F25CD99B4D7E}"/>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24879" name="Rectangle: Rounded Corners 1030269239">
            <a:extLst xmlns:a="http://schemas.openxmlformats.org/drawingml/2006/main">
              <a:ext uri="{FF2B5EF4-FFF2-40B4-BE49-F238E27FC236}">
                <a16:creationId xmlns:a16="http://schemas.microsoft.com/office/drawing/2014/main" id="{013AB5B9-E9DD-422C-BDA1-C950E035C52C}"/>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665138" name="Rectangle: Rounded Corners 642494706">
            <a:extLst xmlns:a="http://schemas.openxmlformats.org/drawingml/2006/main">
              <a:ext uri="{FF2B5EF4-FFF2-40B4-BE49-F238E27FC236}">
                <a16:creationId xmlns:a16="http://schemas.microsoft.com/office/drawing/2014/main" id="{1224AC2A-9A03-455D-96BB-8D3868900F8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711554" name="Rectangle: Rounded Corners 1203968868">
            <a:extLst xmlns:a="http://schemas.openxmlformats.org/drawingml/2006/main">
              <a:ext uri="{FF2B5EF4-FFF2-40B4-BE49-F238E27FC236}">
                <a16:creationId xmlns:a16="http://schemas.microsoft.com/office/drawing/2014/main" id="{AC863458-EAB4-4B25-810E-A0BB1C199D34}"/>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8718779" name="Rectangle: Rounded Corners 666818066">
            <a:extLst xmlns:a="http://schemas.openxmlformats.org/drawingml/2006/main">
              <a:ext uri="{FF2B5EF4-FFF2-40B4-BE49-F238E27FC236}">
                <a16:creationId xmlns:a16="http://schemas.microsoft.com/office/drawing/2014/main" id="{4A438987-DA22-47D7-B3BB-E8D9444EA82B}"/>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328339" name="Rectangle 1940968764">
            <a:extLst xmlns:a="http://schemas.openxmlformats.org/drawingml/2006/main">
              <a:ext uri="{FF2B5EF4-FFF2-40B4-BE49-F238E27FC236}">
                <a16:creationId xmlns:a16="http://schemas.microsoft.com/office/drawing/2014/main" id="{73C3BB90-9A4C-4751-AB4F-8E39A7B5D1E9}"/>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628912480" name="Rectangle 1848061419">
            <a:extLst xmlns:a="http://schemas.openxmlformats.org/drawingml/2006/main">
              <a:ext uri="{FF2B5EF4-FFF2-40B4-BE49-F238E27FC236}">
                <a16:creationId xmlns:a16="http://schemas.microsoft.com/office/drawing/2014/main" id="{AB1B2E6E-1C32-4498-B959-FCB51D11758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0549284" name="Rectangle 2016234214">
            <a:extLst xmlns:a="http://schemas.openxmlformats.org/drawingml/2006/main">
              <a:ext uri="{FF2B5EF4-FFF2-40B4-BE49-F238E27FC236}">
                <a16:creationId xmlns:a16="http://schemas.microsoft.com/office/drawing/2014/main" id="{E57CDEE9-79DE-4303-870C-AF9D140624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37</a:t>
            </a:r>
          </a:p>
        </p:txBody>
      </p:sp>
      <p:sp>
        <p:nvSpPr>
          <p:cNvPr id="1267482478" name="scaled-dot-product-attention-formula">
            <a:extLst xmlns:a="http://schemas.openxmlformats.org/drawingml/2006/main">
              <a:ext uri="{FF2B5EF4-FFF2-40B4-BE49-F238E27FC236}">
                <a16:creationId xmlns:a16="http://schemas.microsoft.com/office/drawing/2014/main" id="{21199D4B-6333-456D-BC89-263477016C8B}"/>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85586296" name="scaling-explanation">
            <a:extLst xmlns:a="http://schemas.openxmlformats.org/drawingml/2006/main">
              <a:ext uri="{FF2B5EF4-FFF2-40B4-BE49-F238E27FC236}">
                <a16:creationId xmlns:a16="http://schemas.microsoft.com/office/drawing/2014/main" id="{A223592E-ACD8-43FC-A516-53A810BA6DF3}"/>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8652466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26981381" name="Rectangle 667720717">
            <a:extLst xmlns:a="http://schemas.openxmlformats.org/drawingml/2006/main">
              <a:ext uri="{FF2B5EF4-FFF2-40B4-BE49-F238E27FC236}">
                <a16:creationId xmlns:a16="http://schemas.microsoft.com/office/drawing/2014/main" id="{3786416E-551B-483B-B1F9-979AECFB25A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186920910" name="Rectangle 1521779778">
            <a:extLst xmlns:a="http://schemas.openxmlformats.org/drawingml/2006/main">
              <a:ext uri="{FF2B5EF4-FFF2-40B4-BE49-F238E27FC236}">
                <a16:creationId xmlns:a16="http://schemas.microsoft.com/office/drawing/2014/main" id="{494E0DD6-A690-41DF-97E3-4BBD3BE7F7E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429813437" name="Rectangle: Rounded Corners 832807897">
            <a:extLst xmlns:a="http://schemas.openxmlformats.org/drawingml/2006/main">
              <a:ext uri="{FF2B5EF4-FFF2-40B4-BE49-F238E27FC236}">
                <a16:creationId xmlns:a16="http://schemas.microsoft.com/office/drawing/2014/main" id="{6D6B7760-7F62-4356-B53B-F66C6CE40E5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892243" name="Rectangle: Rounded Corners 1099418884">
            <a:extLst xmlns:a="http://schemas.openxmlformats.org/drawingml/2006/main">
              <a:ext uri="{FF2B5EF4-FFF2-40B4-BE49-F238E27FC236}">
                <a16:creationId xmlns:a16="http://schemas.microsoft.com/office/drawing/2014/main" id="{E705A2F9-020F-4811-9451-0F2C77E94954}"/>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80468226" name="Rectangle 605842497">
            <a:extLst xmlns:a="http://schemas.openxmlformats.org/drawingml/2006/main">
              <a:ext uri="{FF2B5EF4-FFF2-40B4-BE49-F238E27FC236}">
                <a16:creationId xmlns:a16="http://schemas.microsoft.com/office/drawing/2014/main" id="{02410D6F-FD3D-4DA0-AA39-CD3AB965A3ED}"/>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335569751" name="Rectangle: Rounded Corners 1810780251">
            <a:extLst xmlns:a="http://schemas.openxmlformats.org/drawingml/2006/main">
              <a:ext uri="{FF2B5EF4-FFF2-40B4-BE49-F238E27FC236}">
                <a16:creationId xmlns:a16="http://schemas.microsoft.com/office/drawing/2014/main" id="{465EA28C-B356-4846-89A2-793CAA1E7D2A}"/>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21561075" name="Rectangle 1903860279">
            <a:extLst xmlns:a="http://schemas.openxmlformats.org/drawingml/2006/main">
              <a:ext uri="{FF2B5EF4-FFF2-40B4-BE49-F238E27FC236}">
                <a16:creationId xmlns:a16="http://schemas.microsoft.com/office/drawing/2014/main" id="{2C9AA3E8-E14E-4444-A8D8-BF573156BE0B}"/>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233980031" name="Rectangle: Rounded Corners 453837605">
            <a:extLst xmlns:a="http://schemas.openxmlformats.org/drawingml/2006/main">
              <a:ext uri="{FF2B5EF4-FFF2-40B4-BE49-F238E27FC236}">
                <a16:creationId xmlns:a16="http://schemas.microsoft.com/office/drawing/2014/main" id="{C67C27B2-73E2-4598-9B9C-6AAFF44F26CA}"/>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370495004" name="Rectangle 1961512127">
            <a:extLst xmlns:a="http://schemas.openxmlformats.org/drawingml/2006/main">
              <a:ext uri="{FF2B5EF4-FFF2-40B4-BE49-F238E27FC236}">
                <a16:creationId xmlns:a16="http://schemas.microsoft.com/office/drawing/2014/main" id="{B699A959-13CB-4E68-8B0A-580300DC9414}"/>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299754180" name="Rectangle: Rounded Corners 866508350">
            <a:extLst xmlns:a="http://schemas.openxmlformats.org/drawingml/2006/main">
              <a:ext uri="{FF2B5EF4-FFF2-40B4-BE49-F238E27FC236}">
                <a16:creationId xmlns:a16="http://schemas.microsoft.com/office/drawing/2014/main" id="{FB89BC8C-AB54-4F60-BC2B-64D4A2A49B5E}"/>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784910703" name="Rectangle 1031075147">
            <a:extLst xmlns:a="http://schemas.openxmlformats.org/drawingml/2006/main">
              <a:ext uri="{FF2B5EF4-FFF2-40B4-BE49-F238E27FC236}">
                <a16:creationId xmlns:a16="http://schemas.microsoft.com/office/drawing/2014/main" id="{05B06FF9-5B6E-4E7E-B30B-426851F5D3E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035048077" name="Arrow: Right 691035972">
            <a:extLst xmlns:a="http://schemas.openxmlformats.org/drawingml/2006/main">
              <a:ext uri="{FF2B5EF4-FFF2-40B4-BE49-F238E27FC236}">
                <a16:creationId xmlns:a16="http://schemas.microsoft.com/office/drawing/2014/main" id="{7E6D05D8-DA21-44E2-B8E8-8777AE9CBA04}"/>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2063767595" name="Rectangle: Rounded Corners 997542731">
            <a:extLst xmlns:a="http://schemas.openxmlformats.org/drawingml/2006/main">
              <a:ext uri="{FF2B5EF4-FFF2-40B4-BE49-F238E27FC236}">
                <a16:creationId xmlns:a16="http://schemas.microsoft.com/office/drawing/2014/main" id="{809669CB-E5E6-4F16-A3B8-E698147A6C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449334" name="Rectangle 1562003282">
            <a:extLst xmlns:a="http://schemas.openxmlformats.org/drawingml/2006/main">
              <a:ext uri="{FF2B5EF4-FFF2-40B4-BE49-F238E27FC236}">
                <a16:creationId xmlns:a16="http://schemas.microsoft.com/office/drawing/2014/main" id="{80F4FC84-0D23-4D40-9A47-14A86363485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38</a:t>
            </a:r>
          </a:p>
        </p:txBody>
      </p:sp>
    </p:spTree>
    <p:extLst>
      <p:ext uri="{BB962C8B-B14F-4D97-AF65-F5344CB8AC3E}">
        <p14:creationId xmlns:p14="http://schemas.microsoft.com/office/powerpoint/2010/main" val="192624518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319278" name="Rectangle 836461681">
            <a:extLst xmlns:a="http://schemas.openxmlformats.org/drawingml/2006/main">
              <a:ext uri="{FF2B5EF4-FFF2-40B4-BE49-F238E27FC236}">
                <a16:creationId xmlns:a16="http://schemas.microsoft.com/office/drawing/2014/main" id="{B14F1FF3-5620-4B02-8AF5-DB8CE0F9AC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42690409" name="Rectangle 1767099124">
            <a:extLst xmlns:a="http://schemas.openxmlformats.org/drawingml/2006/main">
              <a:ext uri="{FF2B5EF4-FFF2-40B4-BE49-F238E27FC236}">
                <a16:creationId xmlns:a16="http://schemas.microsoft.com/office/drawing/2014/main" id="{8AB904E5-D2F4-4302-A754-C3CFD93675E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20792447" name="Rectangle: Rounded Corners 658275056">
            <a:extLst xmlns:a="http://schemas.openxmlformats.org/drawingml/2006/main">
              <a:ext uri="{FF2B5EF4-FFF2-40B4-BE49-F238E27FC236}">
                <a16:creationId xmlns:a16="http://schemas.microsoft.com/office/drawing/2014/main" id="{913A7E7E-65E3-4AEF-91E3-0674F32A37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634312" name="Oval 1632534857">
            <a:extLst xmlns:a="http://schemas.openxmlformats.org/drawingml/2006/main">
              <a:ext uri="{FF2B5EF4-FFF2-40B4-BE49-F238E27FC236}">
                <a16:creationId xmlns:a16="http://schemas.microsoft.com/office/drawing/2014/main" id="{7F5ED09F-B6F3-45B8-82C4-F40C8B7041F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951550757" name="Oval 1413970628">
            <a:extLst xmlns:a="http://schemas.openxmlformats.org/drawingml/2006/main">
              <a:ext uri="{FF2B5EF4-FFF2-40B4-BE49-F238E27FC236}">
                <a16:creationId xmlns:a16="http://schemas.microsoft.com/office/drawing/2014/main" id="{C4439ED5-6988-4F39-AB39-EA9AFEA7246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8425841" name="Oval 1148745044">
            <a:extLst xmlns:a="http://schemas.openxmlformats.org/drawingml/2006/main">
              <a:ext uri="{FF2B5EF4-FFF2-40B4-BE49-F238E27FC236}">
                <a16:creationId xmlns:a16="http://schemas.microsoft.com/office/drawing/2014/main" id="{7F014C7E-ECB0-436A-A7F7-D1BDCB205640}"/>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21869190" name="Oval 1579502936">
            <a:extLst xmlns:a="http://schemas.openxmlformats.org/drawingml/2006/main">
              <a:ext uri="{FF2B5EF4-FFF2-40B4-BE49-F238E27FC236}">
                <a16:creationId xmlns:a16="http://schemas.microsoft.com/office/drawing/2014/main" id="{E7A3E411-67A9-4C6A-9023-B9888BC5FF45}"/>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8485819" name="Oval 638914901">
            <a:extLst xmlns:a="http://schemas.openxmlformats.org/drawingml/2006/main">
              <a:ext uri="{FF2B5EF4-FFF2-40B4-BE49-F238E27FC236}">
                <a16:creationId xmlns:a16="http://schemas.microsoft.com/office/drawing/2014/main" id="{94355417-306B-4664-B574-295E57E8A76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447391842" name="Oval 1524084679">
            <a:extLst xmlns:a="http://schemas.openxmlformats.org/drawingml/2006/main">
              <a:ext uri="{FF2B5EF4-FFF2-40B4-BE49-F238E27FC236}">
                <a16:creationId xmlns:a16="http://schemas.microsoft.com/office/drawing/2014/main" id="{CCC130D7-414F-40F3-99CC-384A989A9D23}"/>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09652794" name="Oval 1617060268">
            <a:extLst xmlns:a="http://schemas.openxmlformats.org/drawingml/2006/main">
              <a:ext uri="{FF2B5EF4-FFF2-40B4-BE49-F238E27FC236}">
                <a16:creationId xmlns:a16="http://schemas.microsoft.com/office/drawing/2014/main" id="{D08085A2-2D2E-4F2F-AA44-1542549FFF1B}"/>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380367449" name="Oval 1577893088">
            <a:extLst xmlns:a="http://schemas.openxmlformats.org/drawingml/2006/main">
              <a:ext uri="{FF2B5EF4-FFF2-40B4-BE49-F238E27FC236}">
                <a16:creationId xmlns:a16="http://schemas.microsoft.com/office/drawing/2014/main" id="{5224A8A5-504B-4384-BEB2-5D37F58813EA}"/>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4333878" name="Oval 1071333543">
            <a:extLst xmlns:a="http://schemas.openxmlformats.org/drawingml/2006/main">
              <a:ext uri="{FF2B5EF4-FFF2-40B4-BE49-F238E27FC236}">
                <a16:creationId xmlns:a16="http://schemas.microsoft.com/office/drawing/2014/main" id="{3FE333D1-24BE-4E91-8873-F8D4B87CA5E8}"/>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123519922" name="Oval 399974577">
            <a:extLst xmlns:a="http://schemas.openxmlformats.org/drawingml/2006/main">
              <a:ext uri="{FF2B5EF4-FFF2-40B4-BE49-F238E27FC236}">
                <a16:creationId xmlns:a16="http://schemas.microsoft.com/office/drawing/2014/main" id="{0F40820E-135C-4DF6-8876-C3898DA8F68D}"/>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604369864" name="Oval 1223483228">
            <a:extLst xmlns:a="http://schemas.openxmlformats.org/drawingml/2006/main">
              <a:ext uri="{FF2B5EF4-FFF2-40B4-BE49-F238E27FC236}">
                <a16:creationId xmlns:a16="http://schemas.microsoft.com/office/drawing/2014/main" id="{9BF78315-5BC4-440B-B939-E040E21DA785}"/>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626321299" name="Oval 494721319">
            <a:extLst xmlns:a="http://schemas.openxmlformats.org/drawingml/2006/main">
              <a:ext uri="{FF2B5EF4-FFF2-40B4-BE49-F238E27FC236}">
                <a16:creationId xmlns:a16="http://schemas.microsoft.com/office/drawing/2014/main" id="{01EA3AE6-ADAD-4C41-8A42-CAB5B828580F}"/>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708767740" name="Straight Connector 484203624">
            <a:extLst xmlns:a="http://schemas.openxmlformats.org/drawingml/2006/main">
              <a:ext uri="{FF2B5EF4-FFF2-40B4-BE49-F238E27FC236}">
                <a16:creationId xmlns:a16="http://schemas.microsoft.com/office/drawing/2014/main" id="{9B357195-F4B4-4D48-8474-1F088CB6C47A}"/>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5481385" name="Straight Connector 390803704">
            <a:extLst xmlns:a="http://schemas.openxmlformats.org/drawingml/2006/main">
              <a:ext uri="{FF2B5EF4-FFF2-40B4-BE49-F238E27FC236}">
                <a16:creationId xmlns:a16="http://schemas.microsoft.com/office/drawing/2014/main" id="{D70A1BD8-C4E9-47A8-B9BB-4B7D680E9CE6}"/>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1336451" name="Straight Connector 1483356268">
            <a:extLst xmlns:a="http://schemas.openxmlformats.org/drawingml/2006/main">
              <a:ext uri="{FF2B5EF4-FFF2-40B4-BE49-F238E27FC236}">
                <a16:creationId xmlns:a16="http://schemas.microsoft.com/office/drawing/2014/main" id="{8F427EDF-3DA9-4600-A35D-4B4DE8E92991}"/>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661722" name="Straight Connector 491113418">
            <a:extLst xmlns:a="http://schemas.openxmlformats.org/drawingml/2006/main">
              <a:ext uri="{FF2B5EF4-FFF2-40B4-BE49-F238E27FC236}">
                <a16:creationId xmlns:a16="http://schemas.microsoft.com/office/drawing/2014/main" id="{CED7C9E6-8A7D-4663-BEE8-51CF64F501BE}"/>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550258" name="Straight Connector 1895177637">
            <a:extLst xmlns:a="http://schemas.openxmlformats.org/drawingml/2006/main">
              <a:ext uri="{FF2B5EF4-FFF2-40B4-BE49-F238E27FC236}">
                <a16:creationId xmlns:a16="http://schemas.microsoft.com/office/drawing/2014/main" id="{1CAC6704-FE18-4F27-9AB4-C5447E16B077}"/>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0380309" name="Straight Connector 1498279708">
            <a:extLst xmlns:a="http://schemas.openxmlformats.org/drawingml/2006/main">
              <a:ext uri="{FF2B5EF4-FFF2-40B4-BE49-F238E27FC236}">
                <a16:creationId xmlns:a16="http://schemas.microsoft.com/office/drawing/2014/main" id="{F7B6011E-B462-4B8C-9114-D61B3D59DF63}"/>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1387221" name="Straight Connector 139583842">
            <a:extLst xmlns:a="http://schemas.openxmlformats.org/drawingml/2006/main">
              <a:ext uri="{FF2B5EF4-FFF2-40B4-BE49-F238E27FC236}">
                <a16:creationId xmlns:a16="http://schemas.microsoft.com/office/drawing/2014/main" id="{C8962106-404C-4B11-A5D0-149755003B01}"/>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154508" name="Straight Connector 810730709">
            <a:extLst xmlns:a="http://schemas.openxmlformats.org/drawingml/2006/main">
              <a:ext uri="{FF2B5EF4-FFF2-40B4-BE49-F238E27FC236}">
                <a16:creationId xmlns:a16="http://schemas.microsoft.com/office/drawing/2014/main" id="{366D0CEF-8891-4003-82FB-BB552385564F}"/>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968132" name="Straight Connector 521066155">
            <a:extLst xmlns:a="http://schemas.openxmlformats.org/drawingml/2006/main">
              <a:ext uri="{FF2B5EF4-FFF2-40B4-BE49-F238E27FC236}">
                <a16:creationId xmlns:a16="http://schemas.microsoft.com/office/drawing/2014/main" id="{82CD9135-F501-47F7-8D65-C6240CC5838C}"/>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759770" name="Straight Connector 316407275">
            <a:extLst xmlns:a="http://schemas.openxmlformats.org/drawingml/2006/main">
              <a:ext uri="{FF2B5EF4-FFF2-40B4-BE49-F238E27FC236}">
                <a16:creationId xmlns:a16="http://schemas.microsoft.com/office/drawing/2014/main" id="{120D0961-9F36-458F-A542-600DB1CB0F0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206695" name="Straight Connector 218150276">
            <a:extLst xmlns:a="http://schemas.openxmlformats.org/drawingml/2006/main">
              <a:ext uri="{FF2B5EF4-FFF2-40B4-BE49-F238E27FC236}">
                <a16:creationId xmlns:a16="http://schemas.microsoft.com/office/drawing/2014/main" id="{ACA3C054-8E29-49FA-A695-C5B7D3064DDA}"/>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111171" name="Straight Connector 499927860">
            <a:extLst xmlns:a="http://schemas.openxmlformats.org/drawingml/2006/main">
              <a:ext uri="{FF2B5EF4-FFF2-40B4-BE49-F238E27FC236}">
                <a16:creationId xmlns:a16="http://schemas.microsoft.com/office/drawing/2014/main" id="{3460C3E2-05E7-4256-8B8B-CD3599660D02}"/>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5080446" name="Straight Connector 1350622295">
            <a:extLst xmlns:a="http://schemas.openxmlformats.org/drawingml/2006/main">
              <a:ext uri="{FF2B5EF4-FFF2-40B4-BE49-F238E27FC236}">
                <a16:creationId xmlns:a16="http://schemas.microsoft.com/office/drawing/2014/main" id="{1506319D-323F-4D37-9F17-58C37444738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9100660" name="Straight Connector 45691064">
            <a:extLst xmlns:a="http://schemas.openxmlformats.org/drawingml/2006/main">
              <a:ext uri="{FF2B5EF4-FFF2-40B4-BE49-F238E27FC236}">
                <a16:creationId xmlns:a16="http://schemas.microsoft.com/office/drawing/2014/main" id="{A87F5C8A-C5BD-4AF8-9EF7-9DA1C9EB938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677154" name="Straight Connector 1145050028">
            <a:extLst xmlns:a="http://schemas.openxmlformats.org/drawingml/2006/main">
              <a:ext uri="{FF2B5EF4-FFF2-40B4-BE49-F238E27FC236}">
                <a16:creationId xmlns:a16="http://schemas.microsoft.com/office/drawing/2014/main" id="{556AD246-6CAC-4039-B57D-B7DB830F822B}"/>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844368" name="Straight Connector 969983034">
            <a:extLst xmlns:a="http://schemas.openxmlformats.org/drawingml/2006/main">
              <a:ext uri="{FF2B5EF4-FFF2-40B4-BE49-F238E27FC236}">
                <a16:creationId xmlns:a16="http://schemas.microsoft.com/office/drawing/2014/main" id="{79F134FD-ABFB-44E3-B779-1E144A4D60D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7414419" name="Straight Connector 452016390">
            <a:extLst xmlns:a="http://schemas.openxmlformats.org/drawingml/2006/main">
              <a:ext uri="{FF2B5EF4-FFF2-40B4-BE49-F238E27FC236}">
                <a16:creationId xmlns:a16="http://schemas.microsoft.com/office/drawing/2014/main" id="{79DCED2C-8206-4CD1-B0F1-CC3E7DC842CC}"/>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23455" name="Straight Connector 1200418004">
            <a:extLst xmlns:a="http://schemas.openxmlformats.org/drawingml/2006/main">
              <a:ext uri="{FF2B5EF4-FFF2-40B4-BE49-F238E27FC236}">
                <a16:creationId xmlns:a16="http://schemas.microsoft.com/office/drawing/2014/main" id="{C57850DE-2212-4134-A336-F78F1348D55D}"/>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1220787" name="Straight Connector 1516866411">
            <a:extLst xmlns:a="http://schemas.openxmlformats.org/drawingml/2006/main">
              <a:ext uri="{FF2B5EF4-FFF2-40B4-BE49-F238E27FC236}">
                <a16:creationId xmlns:a16="http://schemas.microsoft.com/office/drawing/2014/main" id="{B6630F40-A777-467A-BFAD-F98330CB478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660795" name="Straight Connector 251999135">
            <a:extLst xmlns:a="http://schemas.openxmlformats.org/drawingml/2006/main">
              <a:ext uri="{FF2B5EF4-FFF2-40B4-BE49-F238E27FC236}">
                <a16:creationId xmlns:a16="http://schemas.microsoft.com/office/drawing/2014/main" id="{E4FD779E-818A-44B8-8FD9-C44CF020E4F2}"/>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6742288" name="Straight Connector 86571184">
            <a:extLst xmlns:a="http://schemas.openxmlformats.org/drawingml/2006/main">
              <a:ext uri="{FF2B5EF4-FFF2-40B4-BE49-F238E27FC236}">
                <a16:creationId xmlns:a16="http://schemas.microsoft.com/office/drawing/2014/main" id="{1428D62C-0A93-4DD0-A8A1-C5E512C9607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0278034" name="Straight Connector 602661193">
            <a:extLst xmlns:a="http://schemas.openxmlformats.org/drawingml/2006/main">
              <a:ext uri="{FF2B5EF4-FFF2-40B4-BE49-F238E27FC236}">
                <a16:creationId xmlns:a16="http://schemas.microsoft.com/office/drawing/2014/main" id="{F87CB3B4-408E-4580-B466-0284FF1401A1}"/>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791707" name="Straight Connector 2078817605">
            <a:extLst xmlns:a="http://schemas.openxmlformats.org/drawingml/2006/main">
              <a:ext uri="{FF2B5EF4-FFF2-40B4-BE49-F238E27FC236}">
                <a16:creationId xmlns:a16="http://schemas.microsoft.com/office/drawing/2014/main" id="{4090E290-2D1D-40D6-A650-48ADF98438A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83010" name="Straight Connector 37467791">
            <a:extLst xmlns:a="http://schemas.openxmlformats.org/drawingml/2006/main">
              <a:ext uri="{FF2B5EF4-FFF2-40B4-BE49-F238E27FC236}">
                <a16:creationId xmlns:a16="http://schemas.microsoft.com/office/drawing/2014/main" id="{7B6F7459-D4F3-4DDF-A93B-9F562085B15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0328359" name="Rectangle 118172492">
            <a:extLst xmlns:a="http://schemas.openxmlformats.org/drawingml/2006/main">
              <a:ext uri="{FF2B5EF4-FFF2-40B4-BE49-F238E27FC236}">
                <a16:creationId xmlns:a16="http://schemas.microsoft.com/office/drawing/2014/main" id="{775BB2D9-F8E2-46DE-8E25-6E764A3826F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39</a:t>
            </a:r>
          </a:p>
        </p:txBody>
      </p:sp>
    </p:spTree>
    <p:extLst>
      <p:ext uri="{BB962C8B-B14F-4D97-AF65-F5344CB8AC3E}">
        <p14:creationId xmlns:p14="http://schemas.microsoft.com/office/powerpoint/2010/main" val="399579100"/>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8194051" name="Rectangle 1367258729">
            <a:extLst xmlns:a="http://schemas.openxmlformats.org/drawingml/2006/main">
              <a:ext uri="{FF2B5EF4-FFF2-40B4-BE49-F238E27FC236}">
                <a16:creationId xmlns:a16="http://schemas.microsoft.com/office/drawing/2014/main" id="{DD00C0FA-D030-449F-BDC6-D928C99A860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888254701" name="Rectangle 1284678877">
            <a:extLst xmlns:a="http://schemas.openxmlformats.org/drawingml/2006/main">
              <a:ext uri="{FF2B5EF4-FFF2-40B4-BE49-F238E27FC236}">
                <a16:creationId xmlns:a16="http://schemas.microsoft.com/office/drawing/2014/main" id="{A9A36ABE-A218-42F6-B539-2EEC0F89A84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905926325" name="Rectangle: Rounded Corners 800864107">
            <a:extLst xmlns:a="http://schemas.openxmlformats.org/drawingml/2006/main">
              <a:ext uri="{FF2B5EF4-FFF2-40B4-BE49-F238E27FC236}">
                <a16:creationId xmlns:a16="http://schemas.microsoft.com/office/drawing/2014/main" id="{69576EF5-D44E-4ED9-A7E5-AC63D63299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18088" name="Oval 233773315">
            <a:extLst xmlns:a="http://schemas.openxmlformats.org/drawingml/2006/main">
              <a:ext uri="{FF2B5EF4-FFF2-40B4-BE49-F238E27FC236}">
                <a16:creationId xmlns:a16="http://schemas.microsoft.com/office/drawing/2014/main" id="{D21C8958-6967-4398-AE30-693B6B28DAC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774114" name="Straight Connector 1564947674">
            <a:extLst xmlns:a="http://schemas.openxmlformats.org/drawingml/2006/main">
              <a:ext uri="{FF2B5EF4-FFF2-40B4-BE49-F238E27FC236}">
                <a16:creationId xmlns:a16="http://schemas.microsoft.com/office/drawing/2014/main" id="{A5BE7FF8-7704-431E-BBB2-3ED708E16F1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044106" name="Straight Connector 995560161">
            <a:extLst xmlns:a="http://schemas.openxmlformats.org/drawingml/2006/main">
              <a:ext uri="{FF2B5EF4-FFF2-40B4-BE49-F238E27FC236}">
                <a16:creationId xmlns:a16="http://schemas.microsoft.com/office/drawing/2014/main" id="{733FA914-407A-455B-8F5C-F4B04DF8F122}"/>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975652" name="Rectangle 1698038425">
            <a:extLst xmlns:a="http://schemas.openxmlformats.org/drawingml/2006/main">
              <a:ext uri="{FF2B5EF4-FFF2-40B4-BE49-F238E27FC236}">
                <a16:creationId xmlns:a16="http://schemas.microsoft.com/office/drawing/2014/main" id="{ADDCF261-21BD-4332-B9E1-9A629CE95970}"/>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130918132" name="Oval 79558485">
            <a:extLst xmlns:a="http://schemas.openxmlformats.org/drawingml/2006/main">
              <a:ext uri="{FF2B5EF4-FFF2-40B4-BE49-F238E27FC236}">
                <a16:creationId xmlns:a16="http://schemas.microsoft.com/office/drawing/2014/main" id="{3349ACA6-995C-4529-9D73-18670533276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862742" name="Straight Connector 1609830998">
            <a:extLst xmlns:a="http://schemas.openxmlformats.org/drawingml/2006/main">
              <a:ext uri="{FF2B5EF4-FFF2-40B4-BE49-F238E27FC236}">
                <a16:creationId xmlns:a16="http://schemas.microsoft.com/office/drawing/2014/main" id="{619315EA-E3A7-4F0B-8D1E-8513C78D46B7}"/>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308232" name="Straight Connector 1713490366">
            <a:extLst xmlns:a="http://schemas.openxmlformats.org/drawingml/2006/main">
              <a:ext uri="{FF2B5EF4-FFF2-40B4-BE49-F238E27FC236}">
                <a16:creationId xmlns:a16="http://schemas.microsoft.com/office/drawing/2014/main" id="{584AB2CB-630A-4220-A714-E7967FE8C2DA}"/>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08746" name="Rectangle 1540777176">
            <a:extLst xmlns:a="http://schemas.openxmlformats.org/drawingml/2006/main">
              <a:ext uri="{FF2B5EF4-FFF2-40B4-BE49-F238E27FC236}">
                <a16:creationId xmlns:a16="http://schemas.microsoft.com/office/drawing/2014/main" id="{C7AD5373-B76B-4238-B789-7B00759DAFD1}"/>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40748922" name="Oval 1805008483">
            <a:extLst xmlns:a="http://schemas.openxmlformats.org/drawingml/2006/main">
              <a:ext uri="{FF2B5EF4-FFF2-40B4-BE49-F238E27FC236}">
                <a16:creationId xmlns:a16="http://schemas.microsoft.com/office/drawing/2014/main" id="{E6894997-B244-4E25-A8D5-9A8996D646F3}"/>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058086" name="Straight Connector 1911549704">
            <a:extLst xmlns:a="http://schemas.openxmlformats.org/drawingml/2006/main">
              <a:ext uri="{FF2B5EF4-FFF2-40B4-BE49-F238E27FC236}">
                <a16:creationId xmlns:a16="http://schemas.microsoft.com/office/drawing/2014/main" id="{1997A36B-61A8-4BB6-BF86-9FB2D43ED448}"/>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986352" name="Straight Connector 1791936671">
            <a:extLst xmlns:a="http://schemas.openxmlformats.org/drawingml/2006/main">
              <a:ext uri="{FF2B5EF4-FFF2-40B4-BE49-F238E27FC236}">
                <a16:creationId xmlns:a16="http://schemas.microsoft.com/office/drawing/2014/main" id="{0E8D4023-3D79-4775-BCD0-AADD4FFAFD6B}"/>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9802948" name="Rectangle 109414286">
            <a:extLst xmlns:a="http://schemas.openxmlformats.org/drawingml/2006/main">
              <a:ext uri="{FF2B5EF4-FFF2-40B4-BE49-F238E27FC236}">
                <a16:creationId xmlns:a16="http://schemas.microsoft.com/office/drawing/2014/main" id="{147DC8F3-152E-499F-89E2-D0826E8191AE}"/>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840148574" name="Oval 446622830">
            <a:extLst xmlns:a="http://schemas.openxmlformats.org/drawingml/2006/main">
              <a:ext uri="{FF2B5EF4-FFF2-40B4-BE49-F238E27FC236}">
                <a16:creationId xmlns:a16="http://schemas.microsoft.com/office/drawing/2014/main" id="{C1C24B27-F5FD-4EAE-8CC0-B13E8D73291F}"/>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0166760" name="Straight Connector 858706386">
            <a:extLst xmlns:a="http://schemas.openxmlformats.org/drawingml/2006/main">
              <a:ext uri="{FF2B5EF4-FFF2-40B4-BE49-F238E27FC236}">
                <a16:creationId xmlns:a16="http://schemas.microsoft.com/office/drawing/2014/main" id="{2CE01E56-1362-4CC0-B381-0A7278D67BDD}"/>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441346" name="Straight Connector 1428863682">
            <a:extLst xmlns:a="http://schemas.openxmlformats.org/drawingml/2006/main">
              <a:ext uri="{FF2B5EF4-FFF2-40B4-BE49-F238E27FC236}">
                <a16:creationId xmlns:a16="http://schemas.microsoft.com/office/drawing/2014/main" id="{A59CC7FC-346C-4BA6-ADE6-02F4555F70A2}"/>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8378464" name="Rectangle 1133392472">
            <a:extLst xmlns:a="http://schemas.openxmlformats.org/drawingml/2006/main">
              <a:ext uri="{FF2B5EF4-FFF2-40B4-BE49-F238E27FC236}">
                <a16:creationId xmlns:a16="http://schemas.microsoft.com/office/drawing/2014/main" id="{C3595606-8622-444F-AF30-6A0D4DDB588B}"/>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026138530" name="Rectangle 438456562">
            <a:extLst xmlns:a="http://schemas.openxmlformats.org/drawingml/2006/main">
              <a:ext uri="{FF2B5EF4-FFF2-40B4-BE49-F238E27FC236}">
                <a16:creationId xmlns:a16="http://schemas.microsoft.com/office/drawing/2014/main" id="{72F3DCB4-0977-4F69-88C3-A3B2457B59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40</a:t>
            </a:r>
          </a:p>
        </p:txBody>
      </p:sp>
    </p:spTree>
    <p:extLst>
      <p:ext uri="{BB962C8B-B14F-4D97-AF65-F5344CB8AC3E}">
        <p14:creationId xmlns:p14="http://schemas.microsoft.com/office/powerpoint/2010/main" val="41534898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5175002" name="Rectangle 1411052237">
            <a:extLst xmlns:a="http://schemas.openxmlformats.org/drawingml/2006/main">
              <a:ext uri="{FF2B5EF4-FFF2-40B4-BE49-F238E27FC236}">
                <a16:creationId xmlns:a16="http://schemas.microsoft.com/office/drawing/2014/main" id="{855E2972-2342-4265-8BB0-2A2852EF8B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797970701" name="Rectangle 106512870">
            <a:extLst xmlns:a="http://schemas.openxmlformats.org/drawingml/2006/main">
              <a:ext uri="{FF2B5EF4-FFF2-40B4-BE49-F238E27FC236}">
                <a16:creationId xmlns:a16="http://schemas.microsoft.com/office/drawing/2014/main" id="{81C944D8-A72E-4584-9DC6-534D41EAB60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646439343" name="Rectangle: Rounded Corners 87118212">
            <a:extLst xmlns:a="http://schemas.openxmlformats.org/drawingml/2006/main">
              <a:ext uri="{FF2B5EF4-FFF2-40B4-BE49-F238E27FC236}">
                <a16:creationId xmlns:a16="http://schemas.microsoft.com/office/drawing/2014/main" id="{AB4D6F11-8C75-441D-A045-8B26DD226DF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606206" name="Rectangle: Rounded Corners 437710827">
            <a:extLst xmlns:a="http://schemas.openxmlformats.org/drawingml/2006/main">
              <a:ext uri="{FF2B5EF4-FFF2-40B4-BE49-F238E27FC236}">
                <a16:creationId xmlns:a16="http://schemas.microsoft.com/office/drawing/2014/main" id="{27B2CA5C-7994-47EF-B0AE-9173406487F2}"/>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889967145" name="Rectangle 1111010882">
            <a:extLst xmlns:a="http://schemas.openxmlformats.org/drawingml/2006/main">
              <a:ext uri="{FF2B5EF4-FFF2-40B4-BE49-F238E27FC236}">
                <a16:creationId xmlns:a16="http://schemas.microsoft.com/office/drawing/2014/main" id="{925FDA04-1D43-4727-9873-D2F5FA8490FF}"/>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443312686" name="Rectangle: Rounded Corners 1831606846">
            <a:extLst xmlns:a="http://schemas.openxmlformats.org/drawingml/2006/main">
              <a:ext uri="{FF2B5EF4-FFF2-40B4-BE49-F238E27FC236}">
                <a16:creationId xmlns:a16="http://schemas.microsoft.com/office/drawing/2014/main" id="{15B1F582-AE8B-4A0C-8C6D-91369988DFA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2293751" name="Rectangle 1646324530">
            <a:extLst xmlns:a="http://schemas.openxmlformats.org/drawingml/2006/main">
              <a:ext uri="{FF2B5EF4-FFF2-40B4-BE49-F238E27FC236}">
                <a16:creationId xmlns:a16="http://schemas.microsoft.com/office/drawing/2014/main" id="{3C67F507-811E-4765-86E3-35C1E990D41B}"/>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40359576" name="Rectangle: Rounded Corners 1489327302">
            <a:extLst xmlns:a="http://schemas.openxmlformats.org/drawingml/2006/main">
              <a:ext uri="{FF2B5EF4-FFF2-40B4-BE49-F238E27FC236}">
                <a16:creationId xmlns:a16="http://schemas.microsoft.com/office/drawing/2014/main" id="{FC19448A-DF49-4BB2-BD30-999BAFFBC9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665401338" name="Rectangle 1229374656">
            <a:extLst xmlns:a="http://schemas.openxmlformats.org/drawingml/2006/main">
              <a:ext uri="{FF2B5EF4-FFF2-40B4-BE49-F238E27FC236}">
                <a16:creationId xmlns:a16="http://schemas.microsoft.com/office/drawing/2014/main" id="{26E9E4F1-D0ED-409D-8CC3-C8410AC0E8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41</a:t>
            </a:r>
          </a:p>
        </p:txBody>
      </p:sp>
    </p:spTree>
    <p:extLst>
      <p:ext uri="{BB962C8B-B14F-4D97-AF65-F5344CB8AC3E}">
        <p14:creationId xmlns:p14="http://schemas.microsoft.com/office/powerpoint/2010/main" val="1453449394"/>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22017394" name="Rectangle 935271156">
            <a:extLst xmlns:a="http://schemas.openxmlformats.org/drawingml/2006/main">
              <a:ext uri="{FF2B5EF4-FFF2-40B4-BE49-F238E27FC236}">
                <a16:creationId xmlns:a16="http://schemas.microsoft.com/office/drawing/2014/main" id="{A083DCB9-CDDF-49FC-B203-5517116632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531370850" name="Rectangle 251777344">
            <a:extLst xmlns:a="http://schemas.openxmlformats.org/drawingml/2006/main">
              <a:ext uri="{FF2B5EF4-FFF2-40B4-BE49-F238E27FC236}">
                <a16:creationId xmlns:a16="http://schemas.microsoft.com/office/drawing/2014/main" id="{8C7CA6BC-55A7-45F4-A38E-12399517063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25950903" name="Rectangle: Rounded Corners 1456392341">
            <a:extLst xmlns:a="http://schemas.openxmlformats.org/drawingml/2006/main">
              <a:ext uri="{FF2B5EF4-FFF2-40B4-BE49-F238E27FC236}">
                <a16:creationId xmlns:a16="http://schemas.microsoft.com/office/drawing/2014/main" id="{586A3AC1-1229-4381-8AC7-320C4F94D2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131158" name="Rectangle: Rounded Corners 1987074982">
            <a:extLst xmlns:a="http://schemas.openxmlformats.org/drawingml/2006/main">
              <a:ext uri="{FF2B5EF4-FFF2-40B4-BE49-F238E27FC236}">
                <a16:creationId xmlns:a16="http://schemas.microsoft.com/office/drawing/2014/main" id="{BB4AA712-478A-4009-B7E1-DFBCEB3AC62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6989334" name="Rectangle 1286956634">
            <a:extLst xmlns:a="http://schemas.openxmlformats.org/drawingml/2006/main">
              <a:ext uri="{FF2B5EF4-FFF2-40B4-BE49-F238E27FC236}">
                <a16:creationId xmlns:a16="http://schemas.microsoft.com/office/drawing/2014/main" id="{53B0B6D6-FA54-482E-9491-E2A055193C4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83171968" name="Rectangle 399762638">
            <a:extLst xmlns:a="http://schemas.openxmlformats.org/drawingml/2006/main">
              <a:ext uri="{FF2B5EF4-FFF2-40B4-BE49-F238E27FC236}">
                <a16:creationId xmlns:a16="http://schemas.microsoft.com/office/drawing/2014/main" id="{C6982371-22D2-47AE-A743-DE1346A634A8}"/>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9738982" name="Rectangle 1233632033">
            <a:extLst xmlns:a="http://schemas.openxmlformats.org/drawingml/2006/main">
              <a:ext uri="{FF2B5EF4-FFF2-40B4-BE49-F238E27FC236}">
                <a16:creationId xmlns:a16="http://schemas.microsoft.com/office/drawing/2014/main" id="{5CFFE23B-87C6-4354-AF55-6F3E4CB2DD2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804714381" name="Rectangle 987778106">
            <a:extLst xmlns:a="http://schemas.openxmlformats.org/drawingml/2006/main">
              <a:ext uri="{FF2B5EF4-FFF2-40B4-BE49-F238E27FC236}">
                <a16:creationId xmlns:a16="http://schemas.microsoft.com/office/drawing/2014/main" id="{FF7EA2F0-98B8-49CD-982B-E7E620C3B8F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98877745" name="Rectangle 1495975732">
            <a:extLst xmlns:a="http://schemas.openxmlformats.org/drawingml/2006/main">
              <a:ext uri="{FF2B5EF4-FFF2-40B4-BE49-F238E27FC236}">
                <a16:creationId xmlns:a16="http://schemas.microsoft.com/office/drawing/2014/main" id="{2E6D047B-585F-4F64-9783-8C1ED90CDF4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42</a:t>
            </a:r>
          </a:p>
        </p:txBody>
      </p:sp>
      <p:pic>
        <p:nvPicPr>
          <p:cNvPr id="2122017405"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f1ddfea98b6a48c7"/>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504874656"/>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7040610" name="Rectangle 1844228020">
            <a:extLst xmlns:a="http://schemas.openxmlformats.org/drawingml/2006/main">
              <a:ext uri="{FF2B5EF4-FFF2-40B4-BE49-F238E27FC236}">
                <a16:creationId xmlns:a16="http://schemas.microsoft.com/office/drawing/2014/main" id="{E284672C-EACB-4A15-A012-F8066F1882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33586092" name="Rectangle 619868867">
            <a:extLst xmlns:a="http://schemas.openxmlformats.org/drawingml/2006/main">
              <a:ext uri="{FF2B5EF4-FFF2-40B4-BE49-F238E27FC236}">
                <a16:creationId xmlns:a16="http://schemas.microsoft.com/office/drawing/2014/main" id="{38A6514B-5CF5-4F72-858E-CAC3B97B91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352231175" name="Rectangle: Rounded Corners 1987948612">
            <a:extLst xmlns:a="http://schemas.openxmlformats.org/drawingml/2006/main">
              <a:ext uri="{FF2B5EF4-FFF2-40B4-BE49-F238E27FC236}">
                <a16:creationId xmlns:a16="http://schemas.microsoft.com/office/drawing/2014/main" id="{D92CE470-6ED2-495C-B661-85D87A8B57B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897285" name="Rectangle: Rounded Corners 1704183002">
            <a:extLst xmlns:a="http://schemas.openxmlformats.org/drawingml/2006/main">
              <a:ext uri="{FF2B5EF4-FFF2-40B4-BE49-F238E27FC236}">
                <a16:creationId xmlns:a16="http://schemas.microsoft.com/office/drawing/2014/main" id="{A6F8F2BB-902F-41D3-B3AD-EF8D8502CB59}"/>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531762051" name="Rectangle: Rounded Corners 2064136095">
            <a:extLst xmlns:a="http://schemas.openxmlformats.org/drawingml/2006/main">
              <a:ext uri="{FF2B5EF4-FFF2-40B4-BE49-F238E27FC236}">
                <a16:creationId xmlns:a16="http://schemas.microsoft.com/office/drawing/2014/main" id="{5019AE58-E7B9-4CBB-AED1-2C8664A09F4A}"/>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666595501" name="Rectangle: Rounded Corners 1859104578">
            <a:extLst xmlns:a="http://schemas.openxmlformats.org/drawingml/2006/main">
              <a:ext uri="{FF2B5EF4-FFF2-40B4-BE49-F238E27FC236}">
                <a16:creationId xmlns:a16="http://schemas.microsoft.com/office/drawing/2014/main" id="{E2FD0CCC-1265-4592-9458-9E46565B96F4}"/>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03874034" name="Rectangle: Rounded Corners 1016569497">
            <a:extLst xmlns:a="http://schemas.openxmlformats.org/drawingml/2006/main">
              <a:ext uri="{FF2B5EF4-FFF2-40B4-BE49-F238E27FC236}">
                <a16:creationId xmlns:a16="http://schemas.microsoft.com/office/drawing/2014/main" id="{56EBC90B-D158-4DC4-AB0F-57D0296DED12}"/>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91753460" name="Straight Connector 94601081">
            <a:extLst xmlns:a="http://schemas.openxmlformats.org/drawingml/2006/main">
              <a:ext uri="{FF2B5EF4-FFF2-40B4-BE49-F238E27FC236}">
                <a16:creationId xmlns:a16="http://schemas.microsoft.com/office/drawing/2014/main" id="{BA835C75-17E3-44E6-BE06-32391AC19D4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87301" name="Straight Connector 1000744926">
            <a:extLst xmlns:a="http://schemas.openxmlformats.org/drawingml/2006/main">
              <a:ext uri="{FF2B5EF4-FFF2-40B4-BE49-F238E27FC236}">
                <a16:creationId xmlns:a16="http://schemas.microsoft.com/office/drawing/2014/main" id="{0EC7F344-E9E1-4F3B-9CC4-440B3653C443}"/>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3727595" name="Straight Connector 781772780">
            <a:extLst xmlns:a="http://schemas.openxmlformats.org/drawingml/2006/main">
              <a:ext uri="{FF2B5EF4-FFF2-40B4-BE49-F238E27FC236}">
                <a16:creationId xmlns:a16="http://schemas.microsoft.com/office/drawing/2014/main" id="{6AF3EE51-0517-4592-9EF7-C5475ADD7478}"/>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498290" name="Rectangle 1007733503">
            <a:extLst xmlns:a="http://schemas.openxmlformats.org/drawingml/2006/main">
              <a:ext uri="{FF2B5EF4-FFF2-40B4-BE49-F238E27FC236}">
                <a16:creationId xmlns:a16="http://schemas.microsoft.com/office/drawing/2014/main" id="{55FA28DB-20EF-4CC1-9B73-2CE03B950931}"/>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3070137" name="Rectangle 1520419495">
            <a:extLst xmlns:a="http://schemas.openxmlformats.org/drawingml/2006/main">
              <a:ext uri="{FF2B5EF4-FFF2-40B4-BE49-F238E27FC236}">
                <a16:creationId xmlns:a16="http://schemas.microsoft.com/office/drawing/2014/main" id="{09453E5B-135F-4701-B6CC-AFC7E15CA8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43</a:t>
            </a:r>
          </a:p>
        </p:txBody>
      </p:sp>
    </p:spTree>
    <p:extLst>
      <p:ext uri="{BB962C8B-B14F-4D97-AF65-F5344CB8AC3E}">
        <p14:creationId xmlns:p14="http://schemas.microsoft.com/office/powerpoint/2010/main" val="260814990"/>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2987738" name="Rectangle 1860349465">
            <a:extLst xmlns:a="http://schemas.openxmlformats.org/drawingml/2006/main">
              <a:ext uri="{FF2B5EF4-FFF2-40B4-BE49-F238E27FC236}">
                <a16:creationId xmlns:a16="http://schemas.microsoft.com/office/drawing/2014/main" id="{115A542F-AB99-4CEF-8FAB-F67039F84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215954654" name="Rectangle 1379853287">
            <a:extLst xmlns:a="http://schemas.openxmlformats.org/drawingml/2006/main">
              <a:ext uri="{FF2B5EF4-FFF2-40B4-BE49-F238E27FC236}">
                <a16:creationId xmlns:a16="http://schemas.microsoft.com/office/drawing/2014/main" id="{6C9ED2BC-12F5-4832-AA6D-9071306D0F3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385219417" name="Rectangle: Rounded Corners 1919655130">
            <a:extLst xmlns:a="http://schemas.openxmlformats.org/drawingml/2006/main">
              <a:ext uri="{FF2B5EF4-FFF2-40B4-BE49-F238E27FC236}">
                <a16:creationId xmlns:a16="http://schemas.microsoft.com/office/drawing/2014/main" id="{5B55EBF8-CA24-4C5A-8CDB-EBEF2AB2337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937172" name="Rectangle: Rounded Corners 1257118693">
            <a:extLst xmlns:a="http://schemas.openxmlformats.org/drawingml/2006/main">
              <a:ext uri="{FF2B5EF4-FFF2-40B4-BE49-F238E27FC236}">
                <a16:creationId xmlns:a16="http://schemas.microsoft.com/office/drawing/2014/main" id="{188E4CF8-308D-4CEB-8BC2-7D383BE6D67A}"/>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38150591" name="Rectangle: Rounded Corners 139886069">
            <a:extLst xmlns:a="http://schemas.openxmlformats.org/drawingml/2006/main">
              <a:ext uri="{FF2B5EF4-FFF2-40B4-BE49-F238E27FC236}">
                <a16:creationId xmlns:a16="http://schemas.microsoft.com/office/drawing/2014/main" id="{8C012872-067A-4446-AC26-5285115BE6F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710301170" name="Rectangle: Rounded Corners 1995249494">
            <a:extLst xmlns:a="http://schemas.openxmlformats.org/drawingml/2006/main">
              <a:ext uri="{FF2B5EF4-FFF2-40B4-BE49-F238E27FC236}">
                <a16:creationId xmlns:a16="http://schemas.microsoft.com/office/drawing/2014/main" id="{5556FEA2-3E51-4764-83F7-CA670B06336A}"/>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39044501" name="Rectangle: Rounded Corners 486029296">
            <a:extLst xmlns:a="http://schemas.openxmlformats.org/drawingml/2006/main">
              <a:ext uri="{FF2B5EF4-FFF2-40B4-BE49-F238E27FC236}">
                <a16:creationId xmlns:a16="http://schemas.microsoft.com/office/drawing/2014/main" id="{A3E7DD38-829D-4358-91A9-1221482398BE}"/>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400943560" name="Rectangle: Rounded Corners 2009773558">
            <a:extLst xmlns:a="http://schemas.openxmlformats.org/drawingml/2006/main">
              <a:ext uri="{FF2B5EF4-FFF2-40B4-BE49-F238E27FC236}">
                <a16:creationId xmlns:a16="http://schemas.microsoft.com/office/drawing/2014/main" id="{3F299BB1-EE92-4F0F-8E5A-830F1BDF232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251657105" name="Rectangle: Rounded Corners 607891528">
            <a:extLst xmlns:a="http://schemas.openxmlformats.org/drawingml/2006/main">
              <a:ext uri="{FF2B5EF4-FFF2-40B4-BE49-F238E27FC236}">
                <a16:creationId xmlns:a16="http://schemas.microsoft.com/office/drawing/2014/main" id="{374C325E-68EC-4034-A232-3242E8610475}"/>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889118733" name="Rectangle: Rounded Corners 1953501824">
            <a:extLst xmlns:a="http://schemas.openxmlformats.org/drawingml/2006/main">
              <a:ext uri="{FF2B5EF4-FFF2-40B4-BE49-F238E27FC236}">
                <a16:creationId xmlns:a16="http://schemas.microsoft.com/office/drawing/2014/main" id="{03718828-9849-4AB2-8135-F74BADCF22E0}"/>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861352225" name="Arrow: Right 237891345">
            <a:extLst xmlns:a="http://schemas.openxmlformats.org/drawingml/2006/main">
              <a:ext uri="{FF2B5EF4-FFF2-40B4-BE49-F238E27FC236}">
                <a16:creationId xmlns:a16="http://schemas.microsoft.com/office/drawing/2014/main" id="{A2A243BC-52BF-41C4-B6F4-024E319C339A}"/>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873518" name="Rectangle 567787381">
            <a:extLst xmlns:a="http://schemas.openxmlformats.org/drawingml/2006/main">
              <a:ext uri="{FF2B5EF4-FFF2-40B4-BE49-F238E27FC236}">
                <a16:creationId xmlns:a16="http://schemas.microsoft.com/office/drawing/2014/main" id="{C69C3115-FB89-40D8-A895-B6E971672DF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279241491" name="Rectangle 1811573039">
            <a:extLst xmlns:a="http://schemas.openxmlformats.org/drawingml/2006/main">
              <a:ext uri="{FF2B5EF4-FFF2-40B4-BE49-F238E27FC236}">
                <a16:creationId xmlns:a16="http://schemas.microsoft.com/office/drawing/2014/main" id="{9B63DDAA-9B8B-4020-9EDA-B6D49B1898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44</a:t>
            </a:r>
          </a:p>
        </p:txBody>
      </p:sp>
    </p:spTree>
    <p:extLst>
      <p:ext uri="{BB962C8B-B14F-4D97-AF65-F5344CB8AC3E}">
        <p14:creationId xmlns:p14="http://schemas.microsoft.com/office/powerpoint/2010/main" val="11919210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1501889" name="Rectangle 698847192">
            <a:extLst xmlns:a="http://schemas.openxmlformats.org/drawingml/2006/main">
              <a:ext uri="{FF2B5EF4-FFF2-40B4-BE49-F238E27FC236}">
                <a16:creationId xmlns:a16="http://schemas.microsoft.com/office/drawing/2014/main" id="{F2CD5A11-64F6-4FFE-9225-6B52A8B91F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308110662" name="Rectangle 892173066">
            <a:extLst xmlns:a="http://schemas.openxmlformats.org/drawingml/2006/main">
              <a:ext uri="{FF2B5EF4-FFF2-40B4-BE49-F238E27FC236}">
                <a16:creationId xmlns:a16="http://schemas.microsoft.com/office/drawing/2014/main" id="{DC25BCAC-1748-4854-8505-62BBE7CEF0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31742233" name="Rectangle: Rounded Corners 634225882">
            <a:extLst xmlns:a="http://schemas.openxmlformats.org/drawingml/2006/main">
              <a:ext uri="{FF2B5EF4-FFF2-40B4-BE49-F238E27FC236}">
                <a16:creationId xmlns:a16="http://schemas.microsoft.com/office/drawing/2014/main" id="{775661F8-9BC7-40D2-8301-7A0485A6FD2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564986" name="Rectangle: Rounded Corners 2010502302">
            <a:extLst xmlns:a="http://schemas.openxmlformats.org/drawingml/2006/main">
              <a:ext uri="{FF2B5EF4-FFF2-40B4-BE49-F238E27FC236}">
                <a16:creationId xmlns:a16="http://schemas.microsoft.com/office/drawing/2014/main" id="{8B1B646E-12C2-416E-8CD2-2DEBECE751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908490" name="Rectangle: Rounded Corners 1366762973">
            <a:extLst xmlns:a="http://schemas.openxmlformats.org/drawingml/2006/main">
              <a:ext uri="{FF2B5EF4-FFF2-40B4-BE49-F238E27FC236}">
                <a16:creationId xmlns:a16="http://schemas.microsoft.com/office/drawing/2014/main" id="{16509C07-53A4-4AC6-B44B-B1143DB15DB2}"/>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115730" name="Rectangle: Rounded Corners 1460632181">
            <a:extLst xmlns:a="http://schemas.openxmlformats.org/drawingml/2006/main">
              <a:ext uri="{FF2B5EF4-FFF2-40B4-BE49-F238E27FC236}">
                <a16:creationId xmlns:a16="http://schemas.microsoft.com/office/drawing/2014/main" id="{9ADE16CA-2AA4-459F-98F5-A0157BBB79D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9543330" name="Rectangle: Rounded Corners 1175856486">
            <a:extLst xmlns:a="http://schemas.openxmlformats.org/drawingml/2006/main">
              <a:ext uri="{FF2B5EF4-FFF2-40B4-BE49-F238E27FC236}">
                <a16:creationId xmlns:a16="http://schemas.microsoft.com/office/drawing/2014/main" id="{3DA887C7-9E23-46D7-A3A3-7AE830D21A16}"/>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188432" name="Rectangle: Rounded Corners 2061757066">
            <a:extLst xmlns:a="http://schemas.openxmlformats.org/drawingml/2006/main">
              <a:ext uri="{FF2B5EF4-FFF2-40B4-BE49-F238E27FC236}">
                <a16:creationId xmlns:a16="http://schemas.microsoft.com/office/drawing/2014/main" id="{DF40BE4F-868B-42FB-BED7-5DBD9B55C2A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725666" name="Rectangle: Rounded Corners 1169118889">
            <a:extLst xmlns:a="http://schemas.openxmlformats.org/drawingml/2006/main">
              <a:ext uri="{FF2B5EF4-FFF2-40B4-BE49-F238E27FC236}">
                <a16:creationId xmlns:a16="http://schemas.microsoft.com/office/drawing/2014/main" id="{BC683BA8-1A72-439C-8965-7B2A2E6A3B5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477734" name="Rectangle: Rounded Corners 238188300">
            <a:extLst xmlns:a="http://schemas.openxmlformats.org/drawingml/2006/main">
              <a:ext uri="{FF2B5EF4-FFF2-40B4-BE49-F238E27FC236}">
                <a16:creationId xmlns:a16="http://schemas.microsoft.com/office/drawing/2014/main" id="{2066CF20-11C1-461E-A9A4-22EEFBE8D187}"/>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86019" name="Rectangle: Rounded Corners 2049301056">
            <a:extLst xmlns:a="http://schemas.openxmlformats.org/drawingml/2006/main">
              <a:ext uri="{FF2B5EF4-FFF2-40B4-BE49-F238E27FC236}">
                <a16:creationId xmlns:a16="http://schemas.microsoft.com/office/drawing/2014/main" id="{CDDCD7C1-9367-4B7D-A83B-CDF48D2D5FFB}"/>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3440086" name="Rectangle: Rounded Corners 1282082344">
            <a:extLst xmlns:a="http://schemas.openxmlformats.org/drawingml/2006/main">
              <a:ext uri="{FF2B5EF4-FFF2-40B4-BE49-F238E27FC236}">
                <a16:creationId xmlns:a16="http://schemas.microsoft.com/office/drawing/2014/main" id="{EFC1B1F4-F030-4E36-923E-E7338B71B23D}"/>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889346" name="Rectangle: Rounded Corners 1172922271">
            <a:extLst xmlns:a="http://schemas.openxmlformats.org/drawingml/2006/main">
              <a:ext uri="{FF2B5EF4-FFF2-40B4-BE49-F238E27FC236}">
                <a16:creationId xmlns:a16="http://schemas.microsoft.com/office/drawing/2014/main" id="{48DF626D-58C5-4973-A2E9-61E12E45D512}"/>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9964890" name="Rectangle: Rounded Corners 603029256">
            <a:extLst xmlns:a="http://schemas.openxmlformats.org/drawingml/2006/main">
              <a:ext uri="{FF2B5EF4-FFF2-40B4-BE49-F238E27FC236}">
                <a16:creationId xmlns:a16="http://schemas.microsoft.com/office/drawing/2014/main" id="{FA9C6926-4EB6-4D9B-9147-E855BAA7530F}"/>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2469451" name="Rectangle: Rounded Corners 1879817439">
            <a:extLst xmlns:a="http://schemas.openxmlformats.org/drawingml/2006/main">
              <a:ext uri="{FF2B5EF4-FFF2-40B4-BE49-F238E27FC236}">
                <a16:creationId xmlns:a16="http://schemas.microsoft.com/office/drawing/2014/main" id="{4387F7F0-5B35-488C-A4A1-694599DBD51E}"/>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098362" name="Rectangle: Rounded Corners 875542064">
            <a:extLst xmlns:a="http://schemas.openxmlformats.org/drawingml/2006/main">
              <a:ext uri="{FF2B5EF4-FFF2-40B4-BE49-F238E27FC236}">
                <a16:creationId xmlns:a16="http://schemas.microsoft.com/office/drawing/2014/main" id="{C63407F3-A9FE-4A4F-B088-DF4048CB000C}"/>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183551" name="Rectangle: Rounded Corners 51908471">
            <a:extLst xmlns:a="http://schemas.openxmlformats.org/drawingml/2006/main">
              <a:ext uri="{FF2B5EF4-FFF2-40B4-BE49-F238E27FC236}">
                <a16:creationId xmlns:a16="http://schemas.microsoft.com/office/drawing/2014/main" id="{0152B3F6-7FDC-4361-BEE2-FDFA77EABF55}"/>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4745" name="Rectangle: Rounded Corners 1689509712">
            <a:extLst xmlns:a="http://schemas.openxmlformats.org/drawingml/2006/main">
              <a:ext uri="{FF2B5EF4-FFF2-40B4-BE49-F238E27FC236}">
                <a16:creationId xmlns:a16="http://schemas.microsoft.com/office/drawing/2014/main" id="{30E5BD7A-E05D-4D3B-876B-3AA2ABABEC3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604135" name="Rectangle: Rounded Corners 791720529">
            <a:extLst xmlns:a="http://schemas.openxmlformats.org/drawingml/2006/main">
              <a:ext uri="{FF2B5EF4-FFF2-40B4-BE49-F238E27FC236}">
                <a16:creationId xmlns:a16="http://schemas.microsoft.com/office/drawing/2014/main" id="{A9123903-C944-4FD9-987B-393B7FA44AA7}"/>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8277640" name="Rectangle: Rounded Corners 105367441">
            <a:extLst xmlns:a="http://schemas.openxmlformats.org/drawingml/2006/main">
              <a:ext uri="{FF2B5EF4-FFF2-40B4-BE49-F238E27FC236}">
                <a16:creationId xmlns:a16="http://schemas.microsoft.com/office/drawing/2014/main" id="{DC57FEBA-602E-467B-8EB6-6F65C32BD41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11429" name="Rectangle: Rounded Corners 1563215529">
            <a:extLst xmlns:a="http://schemas.openxmlformats.org/drawingml/2006/main">
              <a:ext uri="{FF2B5EF4-FFF2-40B4-BE49-F238E27FC236}">
                <a16:creationId xmlns:a16="http://schemas.microsoft.com/office/drawing/2014/main" id="{930AB7A5-4F91-48C7-8D22-5DC785F86A95}"/>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888802" name="Rectangle: Rounded Corners 315081294">
            <a:extLst xmlns:a="http://schemas.openxmlformats.org/drawingml/2006/main">
              <a:ext uri="{FF2B5EF4-FFF2-40B4-BE49-F238E27FC236}">
                <a16:creationId xmlns:a16="http://schemas.microsoft.com/office/drawing/2014/main" id="{2DA38FFA-EE33-473A-9A77-FA5FD3EC856B}"/>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3494077" name="Rectangle: Rounded Corners 248452190">
            <a:extLst xmlns:a="http://schemas.openxmlformats.org/drawingml/2006/main">
              <a:ext uri="{FF2B5EF4-FFF2-40B4-BE49-F238E27FC236}">
                <a16:creationId xmlns:a16="http://schemas.microsoft.com/office/drawing/2014/main" id="{50D4D0F8-90D2-4750-A6BC-928EFF30DE8D}"/>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2904065" name="Rectangle: Rounded Corners 1671279799">
            <a:extLst xmlns:a="http://schemas.openxmlformats.org/drawingml/2006/main">
              <a:ext uri="{FF2B5EF4-FFF2-40B4-BE49-F238E27FC236}">
                <a16:creationId xmlns:a16="http://schemas.microsoft.com/office/drawing/2014/main" id="{A8C81587-9402-41D0-BB55-D300153CC7E2}"/>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8752138" name="Rectangle: Rounded Corners 1239843558">
            <a:extLst xmlns:a="http://schemas.openxmlformats.org/drawingml/2006/main">
              <a:ext uri="{FF2B5EF4-FFF2-40B4-BE49-F238E27FC236}">
                <a16:creationId xmlns:a16="http://schemas.microsoft.com/office/drawing/2014/main" id="{098A0318-A774-4534-B1CE-318787C43188}"/>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1539814" name="Rectangle: Rounded Corners 1474960510">
            <a:extLst xmlns:a="http://schemas.openxmlformats.org/drawingml/2006/main">
              <a:ext uri="{FF2B5EF4-FFF2-40B4-BE49-F238E27FC236}">
                <a16:creationId xmlns:a16="http://schemas.microsoft.com/office/drawing/2014/main" id="{C15EDD5C-DB70-4AF5-B5A3-DBC02FC90975}"/>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8223304" name="Rectangle: Rounded Corners 1705162463">
            <a:extLst xmlns:a="http://schemas.openxmlformats.org/drawingml/2006/main">
              <a:ext uri="{FF2B5EF4-FFF2-40B4-BE49-F238E27FC236}">
                <a16:creationId xmlns:a16="http://schemas.microsoft.com/office/drawing/2014/main" id="{28BD4FB1-C042-4B0E-89C3-38ABFEC59749}"/>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385694" name="Rectangle: Rounded Corners 7576924">
            <a:extLst xmlns:a="http://schemas.openxmlformats.org/drawingml/2006/main">
              <a:ext uri="{FF2B5EF4-FFF2-40B4-BE49-F238E27FC236}">
                <a16:creationId xmlns:a16="http://schemas.microsoft.com/office/drawing/2014/main" id="{D5D213D7-F0E8-4D13-A154-4A59FFBD14F5}"/>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2675932" name="Rectangle: Rounded Corners 426996610">
            <a:extLst xmlns:a="http://schemas.openxmlformats.org/drawingml/2006/main">
              <a:ext uri="{FF2B5EF4-FFF2-40B4-BE49-F238E27FC236}">
                <a16:creationId xmlns:a16="http://schemas.microsoft.com/office/drawing/2014/main" id="{22971380-ED73-4818-A36D-D00C5C1CEA0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4083148" name="Rectangle: Rounded Corners 4937970">
            <a:extLst xmlns:a="http://schemas.openxmlformats.org/drawingml/2006/main">
              <a:ext uri="{FF2B5EF4-FFF2-40B4-BE49-F238E27FC236}">
                <a16:creationId xmlns:a16="http://schemas.microsoft.com/office/drawing/2014/main" id="{798B903E-0384-454E-89E7-99E36A88A9C1}"/>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0341495" name="Rectangle: Rounded Corners 318411884">
            <a:extLst xmlns:a="http://schemas.openxmlformats.org/drawingml/2006/main">
              <a:ext uri="{FF2B5EF4-FFF2-40B4-BE49-F238E27FC236}">
                <a16:creationId xmlns:a16="http://schemas.microsoft.com/office/drawing/2014/main" id="{C70D21F4-3EA5-49AA-ADA0-6B53E855BEDE}"/>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032407" name="Rectangle: Rounded Corners 615608590">
            <a:extLst xmlns:a="http://schemas.openxmlformats.org/drawingml/2006/main">
              <a:ext uri="{FF2B5EF4-FFF2-40B4-BE49-F238E27FC236}">
                <a16:creationId xmlns:a16="http://schemas.microsoft.com/office/drawing/2014/main" id="{408694A6-E871-4696-9CD3-D5590FDC90A7}"/>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1901192" name="Rectangle: Rounded Corners 1731456271">
            <a:extLst xmlns:a="http://schemas.openxmlformats.org/drawingml/2006/main">
              <a:ext uri="{FF2B5EF4-FFF2-40B4-BE49-F238E27FC236}">
                <a16:creationId xmlns:a16="http://schemas.microsoft.com/office/drawing/2014/main" id="{A1430D69-C995-4D71-9F85-DB6FEF7D1034}"/>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0319152" name="Rectangle: Rounded Corners 484935539">
            <a:extLst xmlns:a="http://schemas.openxmlformats.org/drawingml/2006/main">
              <a:ext uri="{FF2B5EF4-FFF2-40B4-BE49-F238E27FC236}">
                <a16:creationId xmlns:a16="http://schemas.microsoft.com/office/drawing/2014/main" id="{9A01C775-66DB-40CE-87FD-1EA639FF55EB}"/>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728704" name="Rectangle: Rounded Corners 1134420310">
            <a:extLst xmlns:a="http://schemas.openxmlformats.org/drawingml/2006/main">
              <a:ext uri="{FF2B5EF4-FFF2-40B4-BE49-F238E27FC236}">
                <a16:creationId xmlns:a16="http://schemas.microsoft.com/office/drawing/2014/main" id="{912E9E1B-87A5-4670-BD9F-9F981CBB422F}"/>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636602" name="Rectangle: Rounded Corners 1355285829">
            <a:extLst xmlns:a="http://schemas.openxmlformats.org/drawingml/2006/main">
              <a:ext uri="{FF2B5EF4-FFF2-40B4-BE49-F238E27FC236}">
                <a16:creationId xmlns:a16="http://schemas.microsoft.com/office/drawing/2014/main" id="{8A732F46-D84A-4C23-AF81-93720E62065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845657" name="Rectangle: Rounded Corners 1945716100">
            <a:extLst xmlns:a="http://schemas.openxmlformats.org/drawingml/2006/main">
              <a:ext uri="{FF2B5EF4-FFF2-40B4-BE49-F238E27FC236}">
                <a16:creationId xmlns:a16="http://schemas.microsoft.com/office/drawing/2014/main" id="{F67E1441-081C-47D7-B53C-C246E28B5E74}"/>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108543" name="Rectangle: Rounded Corners 903673204">
            <a:extLst xmlns:a="http://schemas.openxmlformats.org/drawingml/2006/main">
              <a:ext uri="{FF2B5EF4-FFF2-40B4-BE49-F238E27FC236}">
                <a16:creationId xmlns:a16="http://schemas.microsoft.com/office/drawing/2014/main" id="{7BD57BC4-1881-4399-BCC8-B64C6ACC0CD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348036" name="Rectangle: Rounded Corners 41920753">
            <a:extLst xmlns:a="http://schemas.openxmlformats.org/drawingml/2006/main">
              <a:ext uri="{FF2B5EF4-FFF2-40B4-BE49-F238E27FC236}">
                <a16:creationId xmlns:a16="http://schemas.microsoft.com/office/drawing/2014/main" id="{71F5E8AD-3816-4BB7-B89B-09335FFCB1C9}"/>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6784212" name="Rectangle 1090731607">
            <a:extLst xmlns:a="http://schemas.openxmlformats.org/drawingml/2006/main">
              <a:ext uri="{FF2B5EF4-FFF2-40B4-BE49-F238E27FC236}">
                <a16:creationId xmlns:a16="http://schemas.microsoft.com/office/drawing/2014/main" id="{7A27E191-9C33-482F-AFE5-6F8EF4D08155}"/>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094360226" name="Rectangle 1864567656">
            <a:extLst xmlns:a="http://schemas.openxmlformats.org/drawingml/2006/main">
              <a:ext uri="{FF2B5EF4-FFF2-40B4-BE49-F238E27FC236}">
                <a16:creationId xmlns:a16="http://schemas.microsoft.com/office/drawing/2014/main" id="{001E9468-46C7-41E5-B220-F3236D041976}"/>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004961692" name="Rectangle 353583897">
            <a:extLst xmlns:a="http://schemas.openxmlformats.org/drawingml/2006/main">
              <a:ext uri="{FF2B5EF4-FFF2-40B4-BE49-F238E27FC236}">
                <a16:creationId xmlns:a16="http://schemas.microsoft.com/office/drawing/2014/main" id="{BB6B9678-F3A8-462F-944B-4A54F1579CA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45</a:t>
            </a:r>
          </a:p>
        </p:txBody>
      </p:sp>
    </p:spTree>
    <p:extLst>
      <p:ext uri="{BB962C8B-B14F-4D97-AF65-F5344CB8AC3E}">
        <p14:creationId xmlns:p14="http://schemas.microsoft.com/office/powerpoint/2010/main" val="514301228"/>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373231" name="Rectangle 352308475">
            <a:extLst xmlns:a="http://schemas.openxmlformats.org/drawingml/2006/main">
              <a:ext uri="{FF2B5EF4-FFF2-40B4-BE49-F238E27FC236}">
                <a16:creationId xmlns:a16="http://schemas.microsoft.com/office/drawing/2014/main" id="{2561F273-300F-4E5C-BAB6-8839E5BB1D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358559161" name="Rectangle 890164865">
            <a:extLst xmlns:a="http://schemas.openxmlformats.org/drawingml/2006/main">
              <a:ext uri="{FF2B5EF4-FFF2-40B4-BE49-F238E27FC236}">
                <a16:creationId xmlns:a16="http://schemas.microsoft.com/office/drawing/2014/main" id="{0B0B1C3B-FC53-4F2C-8350-41C5DD5F49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63015146" name="Rectangle: Rounded Corners 1302761572">
            <a:extLst xmlns:a="http://schemas.openxmlformats.org/drawingml/2006/main">
              <a:ext uri="{FF2B5EF4-FFF2-40B4-BE49-F238E27FC236}">
                <a16:creationId xmlns:a16="http://schemas.microsoft.com/office/drawing/2014/main" id="{D78CD86C-63DE-43BE-A9EA-CF2701C60E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044974" name="Rectangle: Rounded Corners 2031370086">
            <a:extLst xmlns:a="http://schemas.openxmlformats.org/drawingml/2006/main">
              <a:ext uri="{FF2B5EF4-FFF2-40B4-BE49-F238E27FC236}">
                <a16:creationId xmlns:a16="http://schemas.microsoft.com/office/drawing/2014/main" id="{F1834E9C-72D0-47C0-9706-196A3A8D42EF}"/>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23131935" name="Rectangle 1726456331">
            <a:extLst xmlns:a="http://schemas.openxmlformats.org/drawingml/2006/main">
              <a:ext uri="{FF2B5EF4-FFF2-40B4-BE49-F238E27FC236}">
                <a16:creationId xmlns:a16="http://schemas.microsoft.com/office/drawing/2014/main" id="{64C21FCE-3B5F-484B-9274-5F93959F316F}"/>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143322334" name="Rectangle: Rounded Corners 412394112">
            <a:extLst xmlns:a="http://schemas.openxmlformats.org/drawingml/2006/main">
              <a:ext uri="{FF2B5EF4-FFF2-40B4-BE49-F238E27FC236}">
                <a16:creationId xmlns:a16="http://schemas.microsoft.com/office/drawing/2014/main" id="{BB8E9EFF-CE9E-4C67-B8BA-8BBFD34DEE01}"/>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905461341" name="Rectangle 225213445">
            <a:extLst xmlns:a="http://schemas.openxmlformats.org/drawingml/2006/main">
              <a:ext uri="{FF2B5EF4-FFF2-40B4-BE49-F238E27FC236}">
                <a16:creationId xmlns:a16="http://schemas.microsoft.com/office/drawing/2014/main" id="{8E247F3F-412B-4394-83B8-DD84E3F856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46</a:t>
            </a:r>
          </a:p>
        </p:txBody>
      </p:sp>
    </p:spTree>
    <p:extLst>
      <p:ext uri="{BB962C8B-B14F-4D97-AF65-F5344CB8AC3E}">
        <p14:creationId xmlns:p14="http://schemas.microsoft.com/office/powerpoint/2010/main" val="684595554"/>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7631218" name="Rectangle 935271156">
            <a:extLst xmlns:a="http://schemas.openxmlformats.org/drawingml/2006/main">
              <a:ext uri="{FF2B5EF4-FFF2-40B4-BE49-F238E27FC236}">
                <a16:creationId xmlns:a16="http://schemas.microsoft.com/office/drawing/2014/main" id="{40C0D4B7-842F-4828-B2CB-23248DD2814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84130467" name="Rectangle 251777344">
            <a:extLst xmlns:a="http://schemas.openxmlformats.org/drawingml/2006/main">
              <a:ext uri="{FF2B5EF4-FFF2-40B4-BE49-F238E27FC236}">
                <a16:creationId xmlns:a16="http://schemas.microsoft.com/office/drawing/2014/main" id="{8F925FD3-D8EF-40E5-86C1-D2A83837A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869122455" name="Rectangle: Rounded Corners 1456392341">
            <a:extLst xmlns:a="http://schemas.openxmlformats.org/drawingml/2006/main">
              <a:ext uri="{FF2B5EF4-FFF2-40B4-BE49-F238E27FC236}">
                <a16:creationId xmlns:a16="http://schemas.microsoft.com/office/drawing/2014/main" id="{4835BC56-5FD6-4912-B346-92E07F6C710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2258711" name="Rectangle: Rounded Corners 1987074982">
            <a:extLst xmlns:a="http://schemas.openxmlformats.org/drawingml/2006/main">
              <a:ext uri="{FF2B5EF4-FFF2-40B4-BE49-F238E27FC236}">
                <a16:creationId xmlns:a16="http://schemas.microsoft.com/office/drawing/2014/main" id="{95C5E5EE-BD17-4AF2-907E-58B088D59BB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5584137" name="Rectangle 1286956634">
            <a:extLst xmlns:a="http://schemas.openxmlformats.org/drawingml/2006/main">
              <a:ext uri="{FF2B5EF4-FFF2-40B4-BE49-F238E27FC236}">
                <a16:creationId xmlns:a16="http://schemas.microsoft.com/office/drawing/2014/main" id="{58A8722D-0305-4C20-A9E3-F407CABD790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202747007" name="Rectangle 399762638">
            <a:extLst xmlns:a="http://schemas.openxmlformats.org/drawingml/2006/main">
              <a:ext uri="{FF2B5EF4-FFF2-40B4-BE49-F238E27FC236}">
                <a16:creationId xmlns:a16="http://schemas.microsoft.com/office/drawing/2014/main" id="{3353632F-A52D-43CC-9859-3BA2F279AA7C}"/>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861381569" name="Rectangle 1233632033">
            <a:extLst xmlns:a="http://schemas.openxmlformats.org/drawingml/2006/main">
              <a:ext uri="{FF2B5EF4-FFF2-40B4-BE49-F238E27FC236}">
                <a16:creationId xmlns:a16="http://schemas.microsoft.com/office/drawing/2014/main" id="{BEA3D1F9-9648-4BB0-AA88-28D98DB18903}"/>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458618266" name="Rectangle 987778106">
            <a:extLst xmlns:a="http://schemas.openxmlformats.org/drawingml/2006/main">
              <a:ext uri="{FF2B5EF4-FFF2-40B4-BE49-F238E27FC236}">
                <a16:creationId xmlns:a16="http://schemas.microsoft.com/office/drawing/2014/main" id="{73AEC6AA-8550-41EE-A10D-1DE020FF9226}"/>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74827420" name="Rectangle 1495975732">
            <a:extLst xmlns:a="http://schemas.openxmlformats.org/drawingml/2006/main">
              <a:ext uri="{FF2B5EF4-FFF2-40B4-BE49-F238E27FC236}">
                <a16:creationId xmlns:a16="http://schemas.microsoft.com/office/drawing/2014/main" id="{5A5F1B0D-6BFC-4A3E-B63D-E0AAE80154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47</a:t>
            </a:r>
          </a:p>
        </p:txBody>
      </p:sp>
      <p:pic>
        <p:nvPicPr>
          <p:cNvPr id="211558414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7347c945c984fb2"/>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686008636"/>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4788330" name="Rectangle 1548456798">
            <a:extLst xmlns:a="http://schemas.openxmlformats.org/drawingml/2006/main">
              <a:ext uri="{FF2B5EF4-FFF2-40B4-BE49-F238E27FC236}">
                <a16:creationId xmlns:a16="http://schemas.microsoft.com/office/drawing/2014/main" id="{45D51969-4123-412D-9FB2-3E59BDE887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2072682519" name="Rectangle 1277068294">
            <a:extLst xmlns:a="http://schemas.openxmlformats.org/drawingml/2006/main">
              <a:ext uri="{FF2B5EF4-FFF2-40B4-BE49-F238E27FC236}">
                <a16:creationId xmlns:a16="http://schemas.microsoft.com/office/drawing/2014/main" id="{9BEF92B8-4498-44F6-88D9-52021847B7C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442453" name="Rectangle: Rounded Corners 700677848">
            <a:extLst xmlns:a="http://schemas.openxmlformats.org/drawingml/2006/main">
              <a:ext uri="{FF2B5EF4-FFF2-40B4-BE49-F238E27FC236}">
                <a16:creationId xmlns:a16="http://schemas.microsoft.com/office/drawing/2014/main" id="{EDBFF230-AC78-4ACA-A915-58F594C2C41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917969" name="Rectangle: Rounded Corners 614717420">
            <a:extLst xmlns:a="http://schemas.openxmlformats.org/drawingml/2006/main">
              <a:ext uri="{FF2B5EF4-FFF2-40B4-BE49-F238E27FC236}">
                <a16:creationId xmlns:a16="http://schemas.microsoft.com/office/drawing/2014/main" id="{00CFD185-F071-4792-9393-A4A47496164A}"/>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583592780" name="Rectangle: Rounded Corners 1854427874">
            <a:extLst xmlns:a="http://schemas.openxmlformats.org/drawingml/2006/main">
              <a:ext uri="{FF2B5EF4-FFF2-40B4-BE49-F238E27FC236}">
                <a16:creationId xmlns:a16="http://schemas.microsoft.com/office/drawing/2014/main" id="{3AA4A112-47ED-4F52-A8CE-1BB1C6E7EB05}"/>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723000708" name="Rectangle: Rounded Corners 1506494527">
            <a:extLst xmlns:a="http://schemas.openxmlformats.org/drawingml/2006/main">
              <a:ext uri="{FF2B5EF4-FFF2-40B4-BE49-F238E27FC236}">
                <a16:creationId xmlns:a16="http://schemas.microsoft.com/office/drawing/2014/main" id="{403C5EB0-8EB5-4AF0-878B-CE8ED2F2240B}"/>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973057455" name="Rectangle: Rounded Corners 310583424">
            <a:extLst xmlns:a="http://schemas.openxmlformats.org/drawingml/2006/main">
              <a:ext uri="{FF2B5EF4-FFF2-40B4-BE49-F238E27FC236}">
                <a16:creationId xmlns:a16="http://schemas.microsoft.com/office/drawing/2014/main" id="{DB0BEC46-9275-4B9D-BAFF-F2EB5868FCC9}"/>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461845696" name="Rectangle: Rounded Corners 701546865">
            <a:extLst xmlns:a="http://schemas.openxmlformats.org/drawingml/2006/main">
              <a:ext uri="{FF2B5EF4-FFF2-40B4-BE49-F238E27FC236}">
                <a16:creationId xmlns:a16="http://schemas.microsoft.com/office/drawing/2014/main" id="{F26276D3-7B68-483F-81B0-E6B58EA27DC8}"/>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324706231" name="Arrow: Right 622048333">
            <a:extLst xmlns:a="http://schemas.openxmlformats.org/drawingml/2006/main">
              <a:ext uri="{FF2B5EF4-FFF2-40B4-BE49-F238E27FC236}">
                <a16:creationId xmlns:a16="http://schemas.microsoft.com/office/drawing/2014/main" id="{528B4B1C-D89F-496B-91A4-A401CCC59654}"/>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311583" name="Arrow: Right 476163819">
            <a:extLst xmlns:a="http://schemas.openxmlformats.org/drawingml/2006/main">
              <a:ext uri="{FF2B5EF4-FFF2-40B4-BE49-F238E27FC236}">
                <a16:creationId xmlns:a16="http://schemas.microsoft.com/office/drawing/2014/main" id="{96EC5157-51A3-48B2-9080-64ECE125FEA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366639" name="Rectangle: Rounded Corners 1396234520">
            <a:extLst xmlns:a="http://schemas.openxmlformats.org/drawingml/2006/main">
              <a:ext uri="{FF2B5EF4-FFF2-40B4-BE49-F238E27FC236}">
                <a16:creationId xmlns:a16="http://schemas.microsoft.com/office/drawing/2014/main" id="{33D4DA50-45E2-4BBA-BFF0-C6C232470BD8}"/>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128038490" name="Rectangle 1921889684">
            <a:extLst xmlns:a="http://schemas.openxmlformats.org/drawingml/2006/main">
              <a:ext uri="{FF2B5EF4-FFF2-40B4-BE49-F238E27FC236}">
                <a16:creationId xmlns:a16="http://schemas.microsoft.com/office/drawing/2014/main" id="{CAF7C912-5382-43EF-89E6-8C82A38457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48</a:t>
            </a:r>
          </a:p>
        </p:txBody>
      </p:sp>
    </p:spTree>
    <p:extLst>
      <p:ext uri="{BB962C8B-B14F-4D97-AF65-F5344CB8AC3E}">
        <p14:creationId xmlns:p14="http://schemas.microsoft.com/office/powerpoint/2010/main" val="7340813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4719277" name="Rectangle 7713821">
            <a:extLst xmlns:a="http://schemas.openxmlformats.org/drawingml/2006/main">
              <a:ext uri="{FF2B5EF4-FFF2-40B4-BE49-F238E27FC236}">
                <a16:creationId xmlns:a16="http://schemas.microsoft.com/office/drawing/2014/main" id="{1B0D6EFF-79C7-4385-B470-44489C68D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707062521" name="Rectangle 1381388514">
            <a:extLst xmlns:a="http://schemas.openxmlformats.org/drawingml/2006/main">
              <a:ext uri="{FF2B5EF4-FFF2-40B4-BE49-F238E27FC236}">
                <a16:creationId xmlns:a16="http://schemas.microsoft.com/office/drawing/2014/main" id="{CE70249A-741E-4DAA-B578-5C47C14C73F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21032924" name="Rectangle: Rounded Corners 661849784">
            <a:extLst xmlns:a="http://schemas.openxmlformats.org/drawingml/2006/main">
              <a:ext uri="{FF2B5EF4-FFF2-40B4-BE49-F238E27FC236}">
                <a16:creationId xmlns:a16="http://schemas.microsoft.com/office/drawing/2014/main" id="{772FC387-E1AD-4C9C-8814-37294DCF8F1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379194" name="Rectangle: Rounded Corners 1954931325">
            <a:extLst xmlns:a="http://schemas.openxmlformats.org/drawingml/2006/main">
              <a:ext uri="{FF2B5EF4-FFF2-40B4-BE49-F238E27FC236}">
                <a16:creationId xmlns:a16="http://schemas.microsoft.com/office/drawing/2014/main" id="{8C253632-2166-4688-97F0-0F4A8111B64E}"/>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35826498" name="Rectangle: Rounded Corners 1479007971">
            <a:extLst xmlns:a="http://schemas.openxmlformats.org/drawingml/2006/main">
              <a:ext uri="{FF2B5EF4-FFF2-40B4-BE49-F238E27FC236}">
                <a16:creationId xmlns:a16="http://schemas.microsoft.com/office/drawing/2014/main" id="{E7444B80-E1DC-4CEF-9FB8-849880D4DE5C}"/>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467565082" name="Rectangle: Rounded Corners 337911440">
            <a:extLst xmlns:a="http://schemas.openxmlformats.org/drawingml/2006/main">
              <a:ext uri="{FF2B5EF4-FFF2-40B4-BE49-F238E27FC236}">
                <a16:creationId xmlns:a16="http://schemas.microsoft.com/office/drawing/2014/main" id="{FAD893BE-2900-4DEA-BAC0-66E12FDC0214}"/>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29040973" name="Rectangle: Rounded Corners 812565267">
            <a:extLst xmlns:a="http://schemas.openxmlformats.org/drawingml/2006/main">
              <a:ext uri="{FF2B5EF4-FFF2-40B4-BE49-F238E27FC236}">
                <a16:creationId xmlns:a16="http://schemas.microsoft.com/office/drawing/2014/main" id="{615588A8-4775-440B-8388-810C29FD1601}"/>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765566944" name="Rectangle: Rounded Corners 210839016">
            <a:extLst xmlns:a="http://schemas.openxmlformats.org/drawingml/2006/main">
              <a:ext uri="{FF2B5EF4-FFF2-40B4-BE49-F238E27FC236}">
                <a16:creationId xmlns:a16="http://schemas.microsoft.com/office/drawing/2014/main" id="{10C8C98B-B46A-4F47-84C5-7632A3C04AD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461688188" name="Arrow: Right 923890290">
            <a:extLst xmlns:a="http://schemas.openxmlformats.org/drawingml/2006/main">
              <a:ext uri="{FF2B5EF4-FFF2-40B4-BE49-F238E27FC236}">
                <a16:creationId xmlns:a16="http://schemas.microsoft.com/office/drawing/2014/main" id="{990ACFFF-EE2A-429C-9BEF-808480ACC32E}"/>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031549" name="Rectangle: Rounded Corners 549922296">
            <a:extLst xmlns:a="http://schemas.openxmlformats.org/drawingml/2006/main">
              <a:ext uri="{FF2B5EF4-FFF2-40B4-BE49-F238E27FC236}">
                <a16:creationId xmlns:a16="http://schemas.microsoft.com/office/drawing/2014/main" id="{95536193-016F-4C5C-B557-D89B4120EAC9}"/>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76906691" name="Rectangle 313069816">
            <a:extLst xmlns:a="http://schemas.openxmlformats.org/drawingml/2006/main">
              <a:ext uri="{FF2B5EF4-FFF2-40B4-BE49-F238E27FC236}">
                <a16:creationId xmlns:a16="http://schemas.microsoft.com/office/drawing/2014/main" id="{1E014736-33F1-48BD-ADF1-431ECB163D1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882734391" name="Rectangle 181180573">
            <a:extLst xmlns:a="http://schemas.openxmlformats.org/drawingml/2006/main">
              <a:ext uri="{FF2B5EF4-FFF2-40B4-BE49-F238E27FC236}">
                <a16:creationId xmlns:a16="http://schemas.microsoft.com/office/drawing/2014/main" id="{E7DF7FA8-897F-4794-B0FF-632D60803F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49</a:t>
            </a:r>
          </a:p>
        </p:txBody>
      </p:sp>
    </p:spTree>
    <p:extLst>
      <p:ext uri="{BB962C8B-B14F-4D97-AF65-F5344CB8AC3E}">
        <p14:creationId xmlns:p14="http://schemas.microsoft.com/office/powerpoint/2010/main" val="1812518109"/>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8142127" name="Rectangle 106407163">
            <a:extLst xmlns:a="http://schemas.openxmlformats.org/drawingml/2006/main">
              <a:ext uri="{FF2B5EF4-FFF2-40B4-BE49-F238E27FC236}">
                <a16:creationId xmlns:a16="http://schemas.microsoft.com/office/drawing/2014/main" id="{2FCED877-5A62-415B-9051-A10AC970667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22109394" name="Rectangle 440135367">
            <a:extLst xmlns:a="http://schemas.openxmlformats.org/drawingml/2006/main">
              <a:ext uri="{FF2B5EF4-FFF2-40B4-BE49-F238E27FC236}">
                <a16:creationId xmlns:a16="http://schemas.microsoft.com/office/drawing/2014/main" id="{32092367-9307-4FF2-82FC-F3A5906D1D8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820621437" name="Rectangle: Rounded Corners 989138248">
            <a:extLst xmlns:a="http://schemas.openxmlformats.org/drawingml/2006/main">
              <a:ext uri="{FF2B5EF4-FFF2-40B4-BE49-F238E27FC236}">
                <a16:creationId xmlns:a16="http://schemas.microsoft.com/office/drawing/2014/main" id="{46DB4B60-8ED5-40A2-83C6-9637009DF4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006289" name="Rectangle: Rounded Corners 1616044445">
            <a:extLst xmlns:a="http://schemas.openxmlformats.org/drawingml/2006/main">
              <a:ext uri="{FF2B5EF4-FFF2-40B4-BE49-F238E27FC236}">
                <a16:creationId xmlns:a16="http://schemas.microsoft.com/office/drawing/2014/main" id="{2E9B2490-EF49-445B-B701-574103C220ED}"/>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1660469509" name="Arrow: Right 594282241">
            <a:extLst xmlns:a="http://schemas.openxmlformats.org/drawingml/2006/main">
              <a:ext uri="{FF2B5EF4-FFF2-40B4-BE49-F238E27FC236}">
                <a16:creationId xmlns:a16="http://schemas.microsoft.com/office/drawing/2014/main" id="{06D09108-EF69-4829-8CB7-6DD3DCCC1512}"/>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168339668" name="Rectangle: Rounded Corners 733975538">
            <a:extLst xmlns:a="http://schemas.openxmlformats.org/drawingml/2006/main">
              <a:ext uri="{FF2B5EF4-FFF2-40B4-BE49-F238E27FC236}">
                <a16:creationId xmlns:a16="http://schemas.microsoft.com/office/drawing/2014/main" id="{85061F6F-A219-41AE-8F06-EE0E2F0DAF9E}"/>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694626850" name="Arrow: Right 826463740">
            <a:extLst xmlns:a="http://schemas.openxmlformats.org/drawingml/2006/main">
              <a:ext uri="{FF2B5EF4-FFF2-40B4-BE49-F238E27FC236}">
                <a16:creationId xmlns:a16="http://schemas.microsoft.com/office/drawing/2014/main" id="{F8D4539A-8E4E-461B-868A-C485BA6F7EFE}"/>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021044001" name="Rectangle: Rounded Corners 1611946980">
            <a:extLst xmlns:a="http://schemas.openxmlformats.org/drawingml/2006/main">
              <a:ext uri="{FF2B5EF4-FFF2-40B4-BE49-F238E27FC236}">
                <a16:creationId xmlns:a16="http://schemas.microsoft.com/office/drawing/2014/main" id="{448C964B-03F2-4C98-8DA4-D96942B0E344}"/>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95202734" name="Arrow: Right 1141760594">
            <a:extLst xmlns:a="http://schemas.openxmlformats.org/drawingml/2006/main">
              <a:ext uri="{FF2B5EF4-FFF2-40B4-BE49-F238E27FC236}">
                <a16:creationId xmlns:a16="http://schemas.microsoft.com/office/drawing/2014/main" id="{8CBF18D0-2925-4CD3-A25E-1322CAABED0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745259" name="Oval 546463300">
            <a:extLst xmlns:a="http://schemas.openxmlformats.org/drawingml/2006/main">
              <a:ext uri="{FF2B5EF4-FFF2-40B4-BE49-F238E27FC236}">
                <a16:creationId xmlns:a16="http://schemas.microsoft.com/office/drawing/2014/main" id="{79FB1124-F001-475F-95E0-1A76697E09BE}"/>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445488022" name="Rectangle 1547793054">
            <a:extLst xmlns:a="http://schemas.openxmlformats.org/drawingml/2006/main">
              <a:ext uri="{FF2B5EF4-FFF2-40B4-BE49-F238E27FC236}">
                <a16:creationId xmlns:a16="http://schemas.microsoft.com/office/drawing/2014/main" id="{484DE14B-A16C-49A6-B390-351DA83EE1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50</a:t>
            </a:r>
          </a:p>
        </p:txBody>
      </p:sp>
    </p:spTree>
    <p:extLst>
      <p:ext uri="{BB962C8B-B14F-4D97-AF65-F5344CB8AC3E}">
        <p14:creationId xmlns:p14="http://schemas.microsoft.com/office/powerpoint/2010/main" val="1635732812"/>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7695637" name="Rectangle 106407163">
            <a:extLst xmlns:a="http://schemas.openxmlformats.org/drawingml/2006/main">
              <a:ext uri="{FF2B5EF4-FFF2-40B4-BE49-F238E27FC236}">
                <a16:creationId xmlns:a16="http://schemas.microsoft.com/office/drawing/2014/main" id="{BEE95CCD-85AE-42DB-9B4D-461BCC1D59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758443730" name="Rectangle 440135367">
            <a:extLst xmlns:a="http://schemas.openxmlformats.org/drawingml/2006/main">
              <a:ext uri="{FF2B5EF4-FFF2-40B4-BE49-F238E27FC236}">
                <a16:creationId xmlns:a16="http://schemas.microsoft.com/office/drawing/2014/main" id="{2F444BD8-FC5E-48B7-B035-54DBD33A32C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263887990" name="Rectangle: Rounded Corners 989138248">
            <a:extLst xmlns:a="http://schemas.openxmlformats.org/drawingml/2006/main">
              <a:ext uri="{FF2B5EF4-FFF2-40B4-BE49-F238E27FC236}">
                <a16:creationId xmlns:a16="http://schemas.microsoft.com/office/drawing/2014/main" id="{B4B86A48-B0F0-4C7B-80BD-B361B8C7A77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3105711" name="Rectangle 1547793054">
            <a:extLst xmlns:a="http://schemas.openxmlformats.org/drawingml/2006/main">
              <a:ext uri="{FF2B5EF4-FFF2-40B4-BE49-F238E27FC236}">
                <a16:creationId xmlns:a16="http://schemas.microsoft.com/office/drawing/2014/main" id="{B113528F-EF38-43FC-B368-0495D9278E1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51</a:t>
            </a:r>
          </a:p>
        </p:txBody>
      </p:sp>
      <p:sp>
        <p:nvSpPr>
          <p:cNvPr id="294594509" name="model-group-label">
            <a:extLst xmlns:a="http://schemas.openxmlformats.org/drawingml/2006/main">
              <a:ext uri="{FF2B5EF4-FFF2-40B4-BE49-F238E27FC236}">
                <a16:creationId xmlns:a16="http://schemas.microsoft.com/office/drawing/2014/main" id="{5990EDC1-CEF7-4453-A95B-5656FBCF124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92716987" name="config-component">
            <a:extLst xmlns:a="http://schemas.openxmlformats.org/drawingml/2006/main">
              <a:ext uri="{FF2B5EF4-FFF2-40B4-BE49-F238E27FC236}">
                <a16:creationId xmlns:a16="http://schemas.microsoft.com/office/drawing/2014/main" id="{01DC4AB8-D652-4551-99B9-408DB851B4C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824625" name="config-label">
            <a:extLst xmlns:a="http://schemas.openxmlformats.org/drawingml/2006/main">
              <a:ext uri="{FF2B5EF4-FFF2-40B4-BE49-F238E27FC236}">
                <a16:creationId xmlns:a16="http://schemas.microsoft.com/office/drawing/2014/main" id="{9B74274D-4FFA-4EEC-BC0F-1AEE1C450070}"/>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220150758" name="config-title">
            <a:extLst xmlns:a="http://schemas.openxmlformats.org/drawingml/2006/main">
              <a:ext uri="{FF2B5EF4-FFF2-40B4-BE49-F238E27FC236}">
                <a16:creationId xmlns:a16="http://schemas.microsoft.com/office/drawing/2014/main" id="{2850090D-F72A-4B6D-95AC-C9A785FB77A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48386257" name="config-detail">
            <a:extLst xmlns:a="http://schemas.openxmlformats.org/drawingml/2006/main">
              <a:ext uri="{FF2B5EF4-FFF2-40B4-BE49-F238E27FC236}">
                <a16:creationId xmlns:a16="http://schemas.microsoft.com/office/drawing/2014/main" id="{C8FE0719-3353-45DA-AF7B-D6E4D76C21B1}"/>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007830584" name="model-plus">
            <a:extLst xmlns:a="http://schemas.openxmlformats.org/drawingml/2006/main">
              <a:ext uri="{FF2B5EF4-FFF2-40B4-BE49-F238E27FC236}">
                <a16:creationId xmlns:a16="http://schemas.microsoft.com/office/drawing/2014/main" id="{0F1A7410-30AF-4D03-8B9C-EB35CA080238}"/>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165622768" name="checkpoint-component">
            <a:extLst xmlns:a="http://schemas.openxmlformats.org/drawingml/2006/main">
              <a:ext uri="{FF2B5EF4-FFF2-40B4-BE49-F238E27FC236}">
                <a16:creationId xmlns:a16="http://schemas.microsoft.com/office/drawing/2014/main" id="{51C004F2-D538-4D9A-B4A0-395C6411F6CB}"/>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419350" name="checkpoint-label">
            <a:extLst xmlns:a="http://schemas.openxmlformats.org/drawingml/2006/main">
              <a:ext uri="{FF2B5EF4-FFF2-40B4-BE49-F238E27FC236}">
                <a16:creationId xmlns:a16="http://schemas.microsoft.com/office/drawing/2014/main" id="{D006FA38-B18B-4E93-957D-2077CB533D07}"/>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97129320" name="checkpoint-title">
            <a:extLst xmlns:a="http://schemas.openxmlformats.org/drawingml/2006/main">
              <a:ext uri="{FF2B5EF4-FFF2-40B4-BE49-F238E27FC236}">
                <a16:creationId xmlns:a16="http://schemas.microsoft.com/office/drawing/2014/main" id="{68903DC3-7EA0-46E3-81D2-6249D8037B9D}"/>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78045872" name="checkpoint-detail">
            <a:extLst xmlns:a="http://schemas.openxmlformats.org/drawingml/2006/main">
              <a:ext uri="{FF2B5EF4-FFF2-40B4-BE49-F238E27FC236}">
                <a16:creationId xmlns:a16="http://schemas.microsoft.com/office/drawing/2014/main" id="{1722E518-1A09-4207-B66E-9B7E2368C69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474691011" name="tokenizer-plus">
            <a:extLst xmlns:a="http://schemas.openxmlformats.org/drawingml/2006/main">
              <a:ext uri="{FF2B5EF4-FFF2-40B4-BE49-F238E27FC236}">
                <a16:creationId xmlns:a16="http://schemas.microsoft.com/office/drawing/2014/main" id="{997E2764-BDCB-450A-9AD0-BAEA54DDEEE2}"/>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690871287" name="text ↔ ids-component">
            <a:extLst xmlns:a="http://schemas.openxmlformats.org/drawingml/2006/main">
              <a:ext uri="{FF2B5EF4-FFF2-40B4-BE49-F238E27FC236}">
                <a16:creationId xmlns:a16="http://schemas.microsoft.com/office/drawing/2014/main" id="{34593572-B35B-4F9D-827B-14BC85B5129F}"/>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174990" name="text ↔ ids-label">
            <a:extLst xmlns:a="http://schemas.openxmlformats.org/drawingml/2006/main">
              <a:ext uri="{FF2B5EF4-FFF2-40B4-BE49-F238E27FC236}">
                <a16:creationId xmlns:a16="http://schemas.microsoft.com/office/drawing/2014/main" id="{E33C6F25-DB8D-48D3-88CA-78D138E327C5}"/>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395459169" name="text ↔ ids-title">
            <a:extLst xmlns:a="http://schemas.openxmlformats.org/drawingml/2006/main">
              <a:ext uri="{FF2B5EF4-FFF2-40B4-BE49-F238E27FC236}">
                <a16:creationId xmlns:a16="http://schemas.microsoft.com/office/drawing/2014/main" id="{F8B2AD30-09D7-4DED-A285-D40DD2F24F50}"/>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370918968" name="text ↔ ids-detail">
            <a:extLst xmlns:a="http://schemas.openxmlformats.org/drawingml/2006/main">
              <a:ext uri="{FF2B5EF4-FFF2-40B4-BE49-F238E27FC236}">
                <a16:creationId xmlns:a16="http://schemas.microsoft.com/office/drawing/2014/main" id="{25622225-4646-4D52-BEE1-11186EBC0A43}"/>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70186158" name="matching-takeaway">
            <a:extLst xmlns:a="http://schemas.openxmlformats.org/drawingml/2006/main">
              <a:ext uri="{FF2B5EF4-FFF2-40B4-BE49-F238E27FC236}">
                <a16:creationId xmlns:a16="http://schemas.microsoft.com/office/drawing/2014/main" id="{B4198ED0-30CB-4918-9A03-1FFE04A35136}"/>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591688358"/>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7211839" name="Rectangle 965507380">
            <a:extLst xmlns:a="http://schemas.openxmlformats.org/drawingml/2006/main">
              <a:ext uri="{FF2B5EF4-FFF2-40B4-BE49-F238E27FC236}">
                <a16:creationId xmlns:a16="http://schemas.microsoft.com/office/drawing/2014/main" id="{F93E5CA6-8FE0-4553-95F7-7967FB76155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145643535" name="Rectangle 139921793">
            <a:extLst xmlns:a="http://schemas.openxmlformats.org/drawingml/2006/main">
              <a:ext uri="{FF2B5EF4-FFF2-40B4-BE49-F238E27FC236}">
                <a16:creationId xmlns:a16="http://schemas.microsoft.com/office/drawing/2014/main" id="{9CCB838F-BF46-455F-A2D0-D0F33D9D7D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656317168" name="Rectangle: Rounded Corners 1511732123">
            <a:extLst xmlns:a="http://schemas.openxmlformats.org/drawingml/2006/main">
              <a:ext uri="{FF2B5EF4-FFF2-40B4-BE49-F238E27FC236}">
                <a16:creationId xmlns:a16="http://schemas.microsoft.com/office/drawing/2014/main" id="{1D8E6108-F215-405C-AA1E-832AB8A3FE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412195" name="Rectangle: Rounded Corners 2034787168">
            <a:extLst xmlns:a="http://schemas.openxmlformats.org/drawingml/2006/main">
              <a:ext uri="{FF2B5EF4-FFF2-40B4-BE49-F238E27FC236}">
                <a16:creationId xmlns:a16="http://schemas.microsoft.com/office/drawing/2014/main" id="{DDA259F4-0499-423C-BCA6-066AD721A952}"/>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366458076" name="Arrow: Right 1804858146">
            <a:extLst xmlns:a="http://schemas.openxmlformats.org/drawingml/2006/main">
              <a:ext uri="{FF2B5EF4-FFF2-40B4-BE49-F238E27FC236}">
                <a16:creationId xmlns:a16="http://schemas.microsoft.com/office/drawing/2014/main" id="{33D50E5C-FCFF-4E19-9EAC-0683358AEE69}"/>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5945378" name="Rectangle: Rounded Corners 2119234794">
            <a:extLst xmlns:a="http://schemas.openxmlformats.org/drawingml/2006/main">
              <a:ext uri="{FF2B5EF4-FFF2-40B4-BE49-F238E27FC236}">
                <a16:creationId xmlns:a16="http://schemas.microsoft.com/office/drawing/2014/main" id="{86C0593A-53DB-45DD-9C9C-B95E84FA712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021687363" name="Arrow: Right 1610655777">
            <a:extLst xmlns:a="http://schemas.openxmlformats.org/drawingml/2006/main">
              <a:ext uri="{FF2B5EF4-FFF2-40B4-BE49-F238E27FC236}">
                <a16:creationId xmlns:a16="http://schemas.microsoft.com/office/drawing/2014/main" id="{47CE4696-0B67-4795-A441-B90EC6905AE8}"/>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412901" name="Rectangle: Rounded Corners 67679862">
            <a:extLst xmlns:a="http://schemas.openxmlformats.org/drawingml/2006/main">
              <a:ext uri="{FF2B5EF4-FFF2-40B4-BE49-F238E27FC236}">
                <a16:creationId xmlns:a16="http://schemas.microsoft.com/office/drawing/2014/main" id="{D58471F2-FE0D-4A62-8439-781FED0F963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0025241" name="Straight Connector 1129615995">
            <a:extLst xmlns:a="http://schemas.openxmlformats.org/drawingml/2006/main">
              <a:ext uri="{FF2B5EF4-FFF2-40B4-BE49-F238E27FC236}">
                <a16:creationId xmlns:a16="http://schemas.microsoft.com/office/drawing/2014/main" id="{D98EA7EE-316D-4BA3-87FB-FD2F6B5A3A36}"/>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12319" name="Rectangle 701260999">
            <a:extLst xmlns:a="http://schemas.openxmlformats.org/drawingml/2006/main">
              <a:ext uri="{FF2B5EF4-FFF2-40B4-BE49-F238E27FC236}">
                <a16:creationId xmlns:a16="http://schemas.microsoft.com/office/drawing/2014/main" id="{8AB15A99-8BD4-42B0-93E0-FC9F97BA72C9}"/>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843226357" name="Rectangle 567537238">
            <a:extLst xmlns:a="http://schemas.openxmlformats.org/drawingml/2006/main">
              <a:ext uri="{FF2B5EF4-FFF2-40B4-BE49-F238E27FC236}">
                <a16:creationId xmlns:a16="http://schemas.microsoft.com/office/drawing/2014/main" id="{7F8388DB-57A4-4DFE-8D80-2313AFEBBA9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52</a:t>
            </a:r>
          </a:p>
        </p:txBody>
      </p:sp>
    </p:spTree>
    <p:extLst>
      <p:ext uri="{BB962C8B-B14F-4D97-AF65-F5344CB8AC3E}">
        <p14:creationId xmlns:p14="http://schemas.microsoft.com/office/powerpoint/2010/main" val="48671354"/>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8784413" name="Rectangle 1814109763">
            <a:extLst xmlns:a="http://schemas.openxmlformats.org/drawingml/2006/main">
              <a:ext uri="{FF2B5EF4-FFF2-40B4-BE49-F238E27FC236}">
                <a16:creationId xmlns:a16="http://schemas.microsoft.com/office/drawing/2014/main" id="{3C24718B-085A-4F5B-8C40-072A4ABD7FD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03272432" name="Rectangle 2024296005">
            <a:extLst xmlns:a="http://schemas.openxmlformats.org/drawingml/2006/main">
              <a:ext uri="{FF2B5EF4-FFF2-40B4-BE49-F238E27FC236}">
                <a16:creationId xmlns:a16="http://schemas.microsoft.com/office/drawing/2014/main" id="{42919B52-A33D-4304-89A8-3A0D68F466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447377675" name="Rectangle: Rounded Corners 520397166">
            <a:extLst xmlns:a="http://schemas.openxmlformats.org/drawingml/2006/main">
              <a:ext uri="{FF2B5EF4-FFF2-40B4-BE49-F238E27FC236}">
                <a16:creationId xmlns:a16="http://schemas.microsoft.com/office/drawing/2014/main" id="{83C12203-6E63-4371-9E40-6DEF747775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444648" name="Rectangle 1861104430">
            <a:extLst xmlns:a="http://schemas.openxmlformats.org/drawingml/2006/main">
              <a:ext uri="{FF2B5EF4-FFF2-40B4-BE49-F238E27FC236}">
                <a16:creationId xmlns:a16="http://schemas.microsoft.com/office/drawing/2014/main" id="{84E5347C-74A6-4F8E-8D1A-C9B2173AF49F}"/>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65893780" name="Rectangle: Rounded Corners 1392389716">
            <a:extLst xmlns:a="http://schemas.openxmlformats.org/drawingml/2006/main">
              <a:ext uri="{FF2B5EF4-FFF2-40B4-BE49-F238E27FC236}">
                <a16:creationId xmlns:a16="http://schemas.microsoft.com/office/drawing/2014/main" id="{0EBA07A0-A893-4A71-81C9-2D3AF4BB2B4C}"/>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502683" name="Rectangle: Rounded Corners 304746229">
            <a:extLst xmlns:a="http://schemas.openxmlformats.org/drawingml/2006/main">
              <a:ext uri="{FF2B5EF4-FFF2-40B4-BE49-F238E27FC236}">
                <a16:creationId xmlns:a16="http://schemas.microsoft.com/office/drawing/2014/main" id="{C63343F0-AB8B-435C-A02D-DFBA0DB677E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132897" name="Rectangle: Rounded Corners 1222174650">
            <a:extLst xmlns:a="http://schemas.openxmlformats.org/drawingml/2006/main">
              <a:ext uri="{FF2B5EF4-FFF2-40B4-BE49-F238E27FC236}">
                <a16:creationId xmlns:a16="http://schemas.microsoft.com/office/drawing/2014/main" id="{48B8E1B6-D254-475E-BDBB-505F652B9C18}"/>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229490" name="Rectangle: Rounded Corners 221083532">
            <a:extLst xmlns:a="http://schemas.openxmlformats.org/drawingml/2006/main">
              <a:ext uri="{FF2B5EF4-FFF2-40B4-BE49-F238E27FC236}">
                <a16:creationId xmlns:a16="http://schemas.microsoft.com/office/drawing/2014/main" id="{0A371154-7714-4807-AAD5-F2F7C3348AD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838478" name="Rectangle: Rounded Corners 1871169587">
            <a:extLst xmlns:a="http://schemas.openxmlformats.org/drawingml/2006/main">
              <a:ext uri="{FF2B5EF4-FFF2-40B4-BE49-F238E27FC236}">
                <a16:creationId xmlns:a16="http://schemas.microsoft.com/office/drawing/2014/main" id="{ED06E593-230C-4FC8-A48D-D6C51206E3C5}"/>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90728" name="Rectangle 1899079274">
            <a:extLst xmlns:a="http://schemas.openxmlformats.org/drawingml/2006/main">
              <a:ext uri="{FF2B5EF4-FFF2-40B4-BE49-F238E27FC236}">
                <a16:creationId xmlns:a16="http://schemas.microsoft.com/office/drawing/2014/main" id="{FA8C6ED8-CC27-444E-A7BB-F113406F19B1}"/>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647614415" name="Rectangle: Rounded Corners 557756631">
            <a:extLst xmlns:a="http://schemas.openxmlformats.org/drawingml/2006/main">
              <a:ext uri="{FF2B5EF4-FFF2-40B4-BE49-F238E27FC236}">
                <a16:creationId xmlns:a16="http://schemas.microsoft.com/office/drawing/2014/main" id="{8588D55C-A09E-4E84-AB3E-CBDCE95C144A}"/>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0169" name="Rectangle: Rounded Corners 421477788">
            <a:extLst xmlns:a="http://schemas.openxmlformats.org/drawingml/2006/main">
              <a:ext uri="{FF2B5EF4-FFF2-40B4-BE49-F238E27FC236}">
                <a16:creationId xmlns:a16="http://schemas.microsoft.com/office/drawing/2014/main" id="{203B6352-8A77-470F-A90D-C8866748171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162676" name="Rectangle: Rounded Corners 358930618">
            <a:extLst xmlns:a="http://schemas.openxmlformats.org/drawingml/2006/main">
              <a:ext uri="{FF2B5EF4-FFF2-40B4-BE49-F238E27FC236}">
                <a16:creationId xmlns:a16="http://schemas.microsoft.com/office/drawing/2014/main" id="{25D17B4C-DA1E-46CF-B484-E5725AC16845}"/>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7003769" name="Rectangle: Rounded Corners 92675593">
            <a:extLst xmlns:a="http://schemas.openxmlformats.org/drawingml/2006/main">
              <a:ext uri="{FF2B5EF4-FFF2-40B4-BE49-F238E27FC236}">
                <a16:creationId xmlns:a16="http://schemas.microsoft.com/office/drawing/2014/main" id="{74CB5DC3-01EA-4A96-8B98-5B64FA3C8D36}"/>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0158585" name="Rectangle: Rounded Corners 1199041677">
            <a:extLst xmlns:a="http://schemas.openxmlformats.org/drawingml/2006/main">
              <a:ext uri="{FF2B5EF4-FFF2-40B4-BE49-F238E27FC236}">
                <a16:creationId xmlns:a16="http://schemas.microsoft.com/office/drawing/2014/main" id="{DF054A02-52B2-44BC-9409-4E0396286878}"/>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0770615" name="Rectangle 35073005">
            <a:extLst xmlns:a="http://schemas.openxmlformats.org/drawingml/2006/main">
              <a:ext uri="{FF2B5EF4-FFF2-40B4-BE49-F238E27FC236}">
                <a16:creationId xmlns:a16="http://schemas.microsoft.com/office/drawing/2014/main" id="{11AB6C5F-BB6F-4357-9996-E98B1D3E48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53</a:t>
            </a:r>
          </a:p>
        </p:txBody>
      </p:sp>
    </p:spTree>
    <p:extLst>
      <p:ext uri="{BB962C8B-B14F-4D97-AF65-F5344CB8AC3E}">
        <p14:creationId xmlns:p14="http://schemas.microsoft.com/office/powerpoint/2010/main" val="1275697695"/>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6542428" name="Rectangle 642368024">
            <a:extLst xmlns:a="http://schemas.openxmlformats.org/drawingml/2006/main">
              <a:ext uri="{FF2B5EF4-FFF2-40B4-BE49-F238E27FC236}">
                <a16:creationId xmlns:a16="http://schemas.microsoft.com/office/drawing/2014/main" id="{91D58388-EC25-452C-82FB-F2B1719257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54653918" name="Rectangle 1340580572">
            <a:extLst xmlns:a="http://schemas.openxmlformats.org/drawingml/2006/main">
              <a:ext uri="{FF2B5EF4-FFF2-40B4-BE49-F238E27FC236}">
                <a16:creationId xmlns:a16="http://schemas.microsoft.com/office/drawing/2014/main" id="{58869142-7886-4DD7-A9E7-82FD1092F1A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272490659" name="Rectangle: Rounded Corners 1167098246">
            <a:extLst xmlns:a="http://schemas.openxmlformats.org/drawingml/2006/main">
              <a:ext uri="{FF2B5EF4-FFF2-40B4-BE49-F238E27FC236}">
                <a16:creationId xmlns:a16="http://schemas.microsoft.com/office/drawing/2014/main" id="{AD06FD26-679D-4B95-B68F-68CC9FA818A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0608636" name="Rectangle: Rounded Corners 391850247">
            <a:extLst xmlns:a="http://schemas.openxmlformats.org/drawingml/2006/main">
              <a:ext uri="{FF2B5EF4-FFF2-40B4-BE49-F238E27FC236}">
                <a16:creationId xmlns:a16="http://schemas.microsoft.com/office/drawing/2014/main" id="{CD19D2BF-E05B-474D-A200-52522DAE0B18}"/>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911802" name="Rectangle 558602476">
            <a:extLst xmlns:a="http://schemas.openxmlformats.org/drawingml/2006/main">
              <a:ext uri="{FF2B5EF4-FFF2-40B4-BE49-F238E27FC236}">
                <a16:creationId xmlns:a16="http://schemas.microsoft.com/office/drawing/2014/main" id="{B7167B58-2AA9-47A7-8E9F-142EC9B666AD}"/>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369534896" name="Rectangle 908481340">
            <a:extLst xmlns:a="http://schemas.openxmlformats.org/drawingml/2006/main">
              <a:ext uri="{FF2B5EF4-FFF2-40B4-BE49-F238E27FC236}">
                <a16:creationId xmlns:a16="http://schemas.microsoft.com/office/drawing/2014/main" id="{BCDB4FF0-94C6-4321-9077-4BE7F015183D}"/>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2070011503" name="Rectangle 803342785">
            <a:extLst xmlns:a="http://schemas.openxmlformats.org/drawingml/2006/main">
              <a:ext uri="{FF2B5EF4-FFF2-40B4-BE49-F238E27FC236}">
                <a16:creationId xmlns:a16="http://schemas.microsoft.com/office/drawing/2014/main" id="{541F276C-94DC-46A2-9370-A6AC24DA541B}"/>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43676449" name="Rectangle: Rounded Corners 1990101030">
            <a:extLst xmlns:a="http://schemas.openxmlformats.org/drawingml/2006/main">
              <a:ext uri="{FF2B5EF4-FFF2-40B4-BE49-F238E27FC236}">
                <a16:creationId xmlns:a16="http://schemas.microsoft.com/office/drawing/2014/main" id="{D17C5C7B-23EB-4AC1-B469-105C4B23A82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642606" name="Rectangle 1511392786">
            <a:extLst xmlns:a="http://schemas.openxmlformats.org/drawingml/2006/main">
              <a:ext uri="{FF2B5EF4-FFF2-40B4-BE49-F238E27FC236}">
                <a16:creationId xmlns:a16="http://schemas.microsoft.com/office/drawing/2014/main" id="{EF0B8424-B301-489B-8DAA-EF38647578EB}"/>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999414652" name="Rectangle: Rounded Corners 768585734">
            <a:extLst xmlns:a="http://schemas.openxmlformats.org/drawingml/2006/main">
              <a:ext uri="{FF2B5EF4-FFF2-40B4-BE49-F238E27FC236}">
                <a16:creationId xmlns:a16="http://schemas.microsoft.com/office/drawing/2014/main" id="{DC72C8AA-06BF-41FF-A61D-151375615744}"/>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4451595" name="Rectangle 734996419">
            <a:extLst xmlns:a="http://schemas.openxmlformats.org/drawingml/2006/main">
              <a:ext uri="{FF2B5EF4-FFF2-40B4-BE49-F238E27FC236}">
                <a16:creationId xmlns:a16="http://schemas.microsoft.com/office/drawing/2014/main" id="{70EA6692-DBBD-4096-88D8-CE96434135DB}"/>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442440664" name="Rectangle: Rounded Corners 904396018">
            <a:extLst xmlns:a="http://schemas.openxmlformats.org/drawingml/2006/main">
              <a:ext uri="{FF2B5EF4-FFF2-40B4-BE49-F238E27FC236}">
                <a16:creationId xmlns:a16="http://schemas.microsoft.com/office/drawing/2014/main" id="{49CF178D-EF23-4AD7-BB4C-0EBB49D52F3F}"/>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7689527" name="Rectangle 1723400869">
            <a:extLst xmlns:a="http://schemas.openxmlformats.org/drawingml/2006/main">
              <a:ext uri="{FF2B5EF4-FFF2-40B4-BE49-F238E27FC236}">
                <a16:creationId xmlns:a16="http://schemas.microsoft.com/office/drawing/2014/main" id="{05BED9F5-EA7F-4A5E-9BE4-1587C22630B4}"/>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585349" name="Rectangle: Rounded Corners 1904735606">
            <a:extLst xmlns:a="http://schemas.openxmlformats.org/drawingml/2006/main">
              <a:ext uri="{FF2B5EF4-FFF2-40B4-BE49-F238E27FC236}">
                <a16:creationId xmlns:a16="http://schemas.microsoft.com/office/drawing/2014/main" id="{52480990-529F-4C45-B2FB-C0D37B841A38}"/>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278445" name="Rectangle 1977779495">
            <a:extLst xmlns:a="http://schemas.openxmlformats.org/drawingml/2006/main">
              <a:ext uri="{FF2B5EF4-FFF2-40B4-BE49-F238E27FC236}">
                <a16:creationId xmlns:a16="http://schemas.microsoft.com/office/drawing/2014/main" id="{E6EC611A-7DE7-426D-9E47-805C80473676}"/>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94477360" name="Rectangle: Rounded Corners 758909754">
            <a:extLst xmlns:a="http://schemas.openxmlformats.org/drawingml/2006/main">
              <a:ext uri="{FF2B5EF4-FFF2-40B4-BE49-F238E27FC236}">
                <a16:creationId xmlns:a16="http://schemas.microsoft.com/office/drawing/2014/main" id="{40A2B128-C7F2-46E8-8831-BFD426588FAC}"/>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8024332" name="Rectangle 1103671468">
            <a:extLst xmlns:a="http://schemas.openxmlformats.org/drawingml/2006/main">
              <a:ext uri="{FF2B5EF4-FFF2-40B4-BE49-F238E27FC236}">
                <a16:creationId xmlns:a16="http://schemas.microsoft.com/office/drawing/2014/main" id="{34F3C859-A562-45C0-8B61-575A47B6B843}"/>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32283133" name="Rectangle: Rounded Corners 1109785804">
            <a:extLst xmlns:a="http://schemas.openxmlformats.org/drawingml/2006/main">
              <a:ext uri="{FF2B5EF4-FFF2-40B4-BE49-F238E27FC236}">
                <a16:creationId xmlns:a16="http://schemas.microsoft.com/office/drawing/2014/main" id="{6AC4AB6A-B7D4-411A-B1E6-BB725768C247}"/>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9553865" name="Rectangle 87535763">
            <a:extLst xmlns:a="http://schemas.openxmlformats.org/drawingml/2006/main">
              <a:ext uri="{FF2B5EF4-FFF2-40B4-BE49-F238E27FC236}">
                <a16:creationId xmlns:a16="http://schemas.microsoft.com/office/drawing/2014/main" id="{E43CC38C-68EB-4912-854D-E9287078B6B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87795583" name="Rectangle: Rounded Corners 395524451">
            <a:extLst xmlns:a="http://schemas.openxmlformats.org/drawingml/2006/main">
              <a:ext uri="{FF2B5EF4-FFF2-40B4-BE49-F238E27FC236}">
                <a16:creationId xmlns:a16="http://schemas.microsoft.com/office/drawing/2014/main" id="{F568A165-9927-4EBC-BC7F-D5E141DED8FE}"/>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3808630" name="Rectangle 752117888">
            <a:extLst xmlns:a="http://schemas.openxmlformats.org/drawingml/2006/main">
              <a:ext uri="{FF2B5EF4-FFF2-40B4-BE49-F238E27FC236}">
                <a16:creationId xmlns:a16="http://schemas.microsoft.com/office/drawing/2014/main" id="{755A8FEA-892D-4EFD-8B59-5E93B6D39B0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01082487" name="Rectangle: Rounded Corners 1187034514">
            <a:extLst xmlns:a="http://schemas.openxmlformats.org/drawingml/2006/main">
              <a:ext uri="{FF2B5EF4-FFF2-40B4-BE49-F238E27FC236}">
                <a16:creationId xmlns:a16="http://schemas.microsoft.com/office/drawing/2014/main" id="{1CFCC3DC-5A5C-42AC-8C53-D8F6B3A6BBF5}"/>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374030" name="Rectangle 1239831952">
            <a:extLst xmlns:a="http://schemas.openxmlformats.org/drawingml/2006/main">
              <a:ext uri="{FF2B5EF4-FFF2-40B4-BE49-F238E27FC236}">
                <a16:creationId xmlns:a16="http://schemas.microsoft.com/office/drawing/2014/main" id="{2361B1DD-3FE1-4F00-99E1-B646968505DA}"/>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4203505" name="Rectangle: Rounded Corners 1990686703">
            <a:extLst xmlns:a="http://schemas.openxmlformats.org/drawingml/2006/main">
              <a:ext uri="{FF2B5EF4-FFF2-40B4-BE49-F238E27FC236}">
                <a16:creationId xmlns:a16="http://schemas.microsoft.com/office/drawing/2014/main" id="{CFEF8EBD-6742-4C83-A3A6-947DCC4CA169}"/>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9217258" name="Rectangle 790741738">
            <a:extLst xmlns:a="http://schemas.openxmlformats.org/drawingml/2006/main">
              <a:ext uri="{FF2B5EF4-FFF2-40B4-BE49-F238E27FC236}">
                <a16:creationId xmlns:a16="http://schemas.microsoft.com/office/drawing/2014/main" id="{022D9D18-9CA9-4BC6-BF91-B6605902B118}"/>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7305378" name="Rectangle 1344716697">
            <a:extLst xmlns:a="http://schemas.openxmlformats.org/drawingml/2006/main">
              <a:ext uri="{FF2B5EF4-FFF2-40B4-BE49-F238E27FC236}">
                <a16:creationId xmlns:a16="http://schemas.microsoft.com/office/drawing/2014/main" id="{ADF772B3-2E82-4C04-8FD2-F0A6BDBBA9C6}"/>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1332117344" name="Rectangle: Rounded Corners 505587208">
            <a:extLst xmlns:a="http://schemas.openxmlformats.org/drawingml/2006/main">
              <a:ext uri="{FF2B5EF4-FFF2-40B4-BE49-F238E27FC236}">
                <a16:creationId xmlns:a16="http://schemas.microsoft.com/office/drawing/2014/main" id="{6DF3A1E1-A917-4D2C-BF62-7BA5D0729F3D}"/>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995894" name="Rectangle 1817540189">
            <a:extLst xmlns:a="http://schemas.openxmlformats.org/drawingml/2006/main">
              <a:ext uri="{FF2B5EF4-FFF2-40B4-BE49-F238E27FC236}">
                <a16:creationId xmlns:a16="http://schemas.microsoft.com/office/drawing/2014/main" id="{3B5760AA-3878-4E9C-B962-3356366E268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31617734" name="Rectangle: Rounded Corners 1412774459">
            <a:extLst xmlns:a="http://schemas.openxmlformats.org/drawingml/2006/main">
              <a:ext uri="{FF2B5EF4-FFF2-40B4-BE49-F238E27FC236}">
                <a16:creationId xmlns:a16="http://schemas.microsoft.com/office/drawing/2014/main" id="{665E9D34-2274-4333-BC3F-F773658E6BDC}"/>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0809446" name="Rectangle 842999192">
            <a:extLst xmlns:a="http://schemas.openxmlformats.org/drawingml/2006/main">
              <a:ext uri="{FF2B5EF4-FFF2-40B4-BE49-F238E27FC236}">
                <a16:creationId xmlns:a16="http://schemas.microsoft.com/office/drawing/2014/main" id="{0FB4A030-F350-4A7E-9DAC-24ADAD161378}"/>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240422643" name="Rectangle: Rounded Corners 1720875966">
            <a:extLst xmlns:a="http://schemas.openxmlformats.org/drawingml/2006/main">
              <a:ext uri="{FF2B5EF4-FFF2-40B4-BE49-F238E27FC236}">
                <a16:creationId xmlns:a16="http://schemas.microsoft.com/office/drawing/2014/main" id="{7B6F04D8-2F89-4CAC-9A1A-371B79A67027}"/>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4909485" name="Rectangle 66502239">
            <a:extLst xmlns:a="http://schemas.openxmlformats.org/drawingml/2006/main">
              <a:ext uri="{FF2B5EF4-FFF2-40B4-BE49-F238E27FC236}">
                <a16:creationId xmlns:a16="http://schemas.microsoft.com/office/drawing/2014/main" id="{E7547E8E-FC3D-43A7-AA38-08FFB37BF8CE}"/>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403757573" name="Rectangle: Rounded Corners 2118371450">
            <a:extLst xmlns:a="http://schemas.openxmlformats.org/drawingml/2006/main">
              <a:ext uri="{FF2B5EF4-FFF2-40B4-BE49-F238E27FC236}">
                <a16:creationId xmlns:a16="http://schemas.microsoft.com/office/drawing/2014/main" id="{29C31192-5C76-48E9-976B-D9A9894C87BE}"/>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1139" name="Rectangle 1265886563">
            <a:extLst xmlns:a="http://schemas.openxmlformats.org/drawingml/2006/main">
              <a:ext uri="{FF2B5EF4-FFF2-40B4-BE49-F238E27FC236}">
                <a16:creationId xmlns:a16="http://schemas.microsoft.com/office/drawing/2014/main" id="{BB7EE5D6-4732-4FCB-909C-AB4A7CABCA4A}"/>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444994537" name="Rectangle: Rounded Corners 2042608732">
            <a:extLst xmlns:a="http://schemas.openxmlformats.org/drawingml/2006/main">
              <a:ext uri="{FF2B5EF4-FFF2-40B4-BE49-F238E27FC236}">
                <a16:creationId xmlns:a16="http://schemas.microsoft.com/office/drawing/2014/main" id="{A9ADA18C-C347-4145-AE55-497ED9209F43}"/>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7704902" name="Rectangle 661207096">
            <a:extLst xmlns:a="http://schemas.openxmlformats.org/drawingml/2006/main">
              <a:ext uri="{FF2B5EF4-FFF2-40B4-BE49-F238E27FC236}">
                <a16:creationId xmlns:a16="http://schemas.microsoft.com/office/drawing/2014/main" id="{D2337EDC-82C0-4D6C-8C68-DD52ACDC9DAC}"/>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31909620" name="Rectangle: Rounded Corners 1098391783">
            <a:extLst xmlns:a="http://schemas.openxmlformats.org/drawingml/2006/main">
              <a:ext uri="{FF2B5EF4-FFF2-40B4-BE49-F238E27FC236}">
                <a16:creationId xmlns:a16="http://schemas.microsoft.com/office/drawing/2014/main" id="{5D44FB1D-7B0A-4B97-9333-157CAF9A2C10}"/>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264685" name="Rectangle 1867510340">
            <a:extLst xmlns:a="http://schemas.openxmlformats.org/drawingml/2006/main">
              <a:ext uri="{FF2B5EF4-FFF2-40B4-BE49-F238E27FC236}">
                <a16:creationId xmlns:a16="http://schemas.microsoft.com/office/drawing/2014/main" id="{20BE8116-D692-4BD4-9714-8EB601F2020F}"/>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2141447130" name="Rectangle 610821016">
            <a:extLst xmlns:a="http://schemas.openxmlformats.org/drawingml/2006/main">
              <a:ext uri="{FF2B5EF4-FFF2-40B4-BE49-F238E27FC236}">
                <a16:creationId xmlns:a16="http://schemas.microsoft.com/office/drawing/2014/main" id="{2181C782-070B-4025-BEC8-36F526C24E0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2115536634" name="Rectangle: Rounded Corners 1846748793">
            <a:extLst xmlns:a="http://schemas.openxmlformats.org/drawingml/2006/main">
              <a:ext uri="{FF2B5EF4-FFF2-40B4-BE49-F238E27FC236}">
                <a16:creationId xmlns:a16="http://schemas.microsoft.com/office/drawing/2014/main" id="{F9B7C652-20E3-441F-97B5-75A1319A66A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966182854" name="Rectangle 569626175">
            <a:extLst xmlns:a="http://schemas.openxmlformats.org/drawingml/2006/main">
              <a:ext uri="{FF2B5EF4-FFF2-40B4-BE49-F238E27FC236}">
                <a16:creationId xmlns:a16="http://schemas.microsoft.com/office/drawing/2014/main" id="{13AA5AA5-E05A-40B6-B74F-A69275BA03BB}"/>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733411989" name="Rectangle: Rounded Corners 43298065">
            <a:extLst xmlns:a="http://schemas.openxmlformats.org/drawingml/2006/main">
              <a:ext uri="{FF2B5EF4-FFF2-40B4-BE49-F238E27FC236}">
                <a16:creationId xmlns:a16="http://schemas.microsoft.com/office/drawing/2014/main" id="{558AD84B-1187-4C09-8D52-F61DBBA3D99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502872188" name="Rectangle 114239354">
            <a:extLst xmlns:a="http://schemas.openxmlformats.org/drawingml/2006/main">
              <a:ext uri="{FF2B5EF4-FFF2-40B4-BE49-F238E27FC236}">
                <a16:creationId xmlns:a16="http://schemas.microsoft.com/office/drawing/2014/main" id="{BF2CFB99-DE9B-4B52-A0F9-8475EEA7A3DF}"/>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291111189" name="Rectangle: Rounded Corners 1589723464">
            <a:extLst xmlns:a="http://schemas.openxmlformats.org/drawingml/2006/main">
              <a:ext uri="{FF2B5EF4-FFF2-40B4-BE49-F238E27FC236}">
                <a16:creationId xmlns:a16="http://schemas.microsoft.com/office/drawing/2014/main" id="{49F0F66D-9B6B-42DD-9CA9-752371A21F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285945258" name="Rectangle 127230098">
            <a:extLst xmlns:a="http://schemas.openxmlformats.org/drawingml/2006/main">
              <a:ext uri="{FF2B5EF4-FFF2-40B4-BE49-F238E27FC236}">
                <a16:creationId xmlns:a16="http://schemas.microsoft.com/office/drawing/2014/main" id="{9B21E522-3A27-452D-98C1-DD2F66961E20}"/>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810856883" name="Rectangle 760303360">
            <a:extLst xmlns:a="http://schemas.openxmlformats.org/drawingml/2006/main">
              <a:ext uri="{FF2B5EF4-FFF2-40B4-BE49-F238E27FC236}">
                <a16:creationId xmlns:a16="http://schemas.microsoft.com/office/drawing/2014/main" id="{65D161CB-FA3E-4DAE-88B5-7B81984B02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54</a:t>
            </a:r>
          </a:p>
        </p:txBody>
      </p:sp>
      <p:pic>
        <p:nvPicPr>
          <p:cNvPr id="2141447178"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6425b1a596b74fe6">
            <a:extLst>
              <a:ext uri="{96DAC541-7B7A-43D3-8B79-37D633B846F1}">
                <asvg:svgBlip xmlns:asvg="http://schemas.microsoft.com/office/drawing/2016/SVG/main" r:embed="Rf5453065b1c54f7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80452948"/>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6149200" name="Rectangle 1109576543">
            <a:extLst xmlns:a="http://schemas.openxmlformats.org/drawingml/2006/main">
              <a:ext uri="{FF2B5EF4-FFF2-40B4-BE49-F238E27FC236}">
                <a16:creationId xmlns:a16="http://schemas.microsoft.com/office/drawing/2014/main" id="{68F59B78-689F-46CA-A28A-7D239DAD38B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804428054" name="Rectangle 165357682">
            <a:extLst xmlns:a="http://schemas.openxmlformats.org/drawingml/2006/main">
              <a:ext uri="{FF2B5EF4-FFF2-40B4-BE49-F238E27FC236}">
                <a16:creationId xmlns:a16="http://schemas.microsoft.com/office/drawing/2014/main" id="{0BF59761-39C1-438D-916C-9B43990230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492020543" name="Rectangle: Rounded Corners 1373434995">
            <a:extLst xmlns:a="http://schemas.openxmlformats.org/drawingml/2006/main">
              <a:ext uri="{FF2B5EF4-FFF2-40B4-BE49-F238E27FC236}">
                <a16:creationId xmlns:a16="http://schemas.microsoft.com/office/drawing/2014/main" id="{F96EF772-DC06-46CF-9596-BEAA9C8CB6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005370" name="Straight Connector 247695513">
            <a:extLst xmlns:a="http://schemas.openxmlformats.org/drawingml/2006/main">
              <a:ext uri="{FF2B5EF4-FFF2-40B4-BE49-F238E27FC236}">
                <a16:creationId xmlns:a16="http://schemas.microsoft.com/office/drawing/2014/main" id="{ADA20A0C-C27F-4F09-961A-C91C6B29DC3F}"/>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846440" name="Oval 628746849">
            <a:extLst xmlns:a="http://schemas.openxmlformats.org/drawingml/2006/main">
              <a:ext uri="{FF2B5EF4-FFF2-40B4-BE49-F238E27FC236}">
                <a16:creationId xmlns:a16="http://schemas.microsoft.com/office/drawing/2014/main" id="{80E76E8B-CA4F-496E-A134-B13402E80D17}"/>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90449076" name="Rectangle 1898660202">
            <a:extLst xmlns:a="http://schemas.openxmlformats.org/drawingml/2006/main">
              <a:ext uri="{FF2B5EF4-FFF2-40B4-BE49-F238E27FC236}">
                <a16:creationId xmlns:a16="http://schemas.microsoft.com/office/drawing/2014/main" id="{6E3D7688-0C91-40DA-8DAA-A0264CE11B91}"/>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283109647" name="Oval 901053968">
            <a:extLst xmlns:a="http://schemas.openxmlformats.org/drawingml/2006/main">
              <a:ext uri="{FF2B5EF4-FFF2-40B4-BE49-F238E27FC236}">
                <a16:creationId xmlns:a16="http://schemas.microsoft.com/office/drawing/2014/main" id="{D2B2B357-BF97-4B41-929F-1F130FCAEEA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12253922" name="Rectangle 2049675483">
            <a:extLst xmlns:a="http://schemas.openxmlformats.org/drawingml/2006/main">
              <a:ext uri="{FF2B5EF4-FFF2-40B4-BE49-F238E27FC236}">
                <a16:creationId xmlns:a16="http://schemas.microsoft.com/office/drawing/2014/main" id="{D096E1AE-F477-4325-A56E-82D9A8B3A9D5}"/>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625132924" name="Oval 80204406">
            <a:extLst xmlns:a="http://schemas.openxmlformats.org/drawingml/2006/main">
              <a:ext uri="{FF2B5EF4-FFF2-40B4-BE49-F238E27FC236}">
                <a16:creationId xmlns:a16="http://schemas.microsoft.com/office/drawing/2014/main" id="{AA3FA9C8-4AB9-4BCE-976F-0D5C530C62E0}"/>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816867103" name="Rectangle 1419699716">
            <a:extLst xmlns:a="http://schemas.openxmlformats.org/drawingml/2006/main">
              <a:ext uri="{FF2B5EF4-FFF2-40B4-BE49-F238E27FC236}">
                <a16:creationId xmlns:a16="http://schemas.microsoft.com/office/drawing/2014/main" id="{58CEA9A2-1F4B-4B55-BD14-760DA05196C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192884812" name="Oval 1824188964">
            <a:extLst xmlns:a="http://schemas.openxmlformats.org/drawingml/2006/main">
              <a:ext uri="{FF2B5EF4-FFF2-40B4-BE49-F238E27FC236}">
                <a16:creationId xmlns:a16="http://schemas.microsoft.com/office/drawing/2014/main" id="{F3CD3BEE-1369-4A68-B3CE-5499B51EA805}"/>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85388854" name="Rectangle 1161191516">
            <a:extLst xmlns:a="http://schemas.openxmlformats.org/drawingml/2006/main">
              <a:ext uri="{FF2B5EF4-FFF2-40B4-BE49-F238E27FC236}">
                <a16:creationId xmlns:a16="http://schemas.microsoft.com/office/drawing/2014/main" id="{04F6931B-800C-482C-8BE8-0FBC3C2E8D0A}"/>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1147808217" name="Oval 506955708">
            <a:extLst xmlns:a="http://schemas.openxmlformats.org/drawingml/2006/main">
              <a:ext uri="{FF2B5EF4-FFF2-40B4-BE49-F238E27FC236}">
                <a16:creationId xmlns:a16="http://schemas.microsoft.com/office/drawing/2014/main" id="{F05072D8-75EF-4C3D-AD97-52B1251A0F05}"/>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41243935" name="Rectangle 1606354811">
            <a:extLst xmlns:a="http://schemas.openxmlformats.org/drawingml/2006/main">
              <a:ext uri="{FF2B5EF4-FFF2-40B4-BE49-F238E27FC236}">
                <a16:creationId xmlns:a16="http://schemas.microsoft.com/office/drawing/2014/main" id="{832526C6-B8A9-4247-9A41-797493053FE8}"/>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657653072" name="Oval 759270822">
            <a:extLst xmlns:a="http://schemas.openxmlformats.org/drawingml/2006/main">
              <a:ext uri="{FF2B5EF4-FFF2-40B4-BE49-F238E27FC236}">
                <a16:creationId xmlns:a16="http://schemas.microsoft.com/office/drawing/2014/main" id="{ED12526B-3A11-4179-AC97-47016F4586DD}"/>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98698448" name="Rectangle 2044500735">
            <a:extLst xmlns:a="http://schemas.openxmlformats.org/drawingml/2006/main">
              <a:ext uri="{FF2B5EF4-FFF2-40B4-BE49-F238E27FC236}">
                <a16:creationId xmlns:a16="http://schemas.microsoft.com/office/drawing/2014/main" id="{952CC4C7-D4FF-4E96-A806-153474634E7C}"/>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642922910" name="Rectangle 421878984">
            <a:extLst xmlns:a="http://schemas.openxmlformats.org/drawingml/2006/main">
              <a:ext uri="{FF2B5EF4-FFF2-40B4-BE49-F238E27FC236}">
                <a16:creationId xmlns:a16="http://schemas.microsoft.com/office/drawing/2014/main" id="{5827A29E-DC94-4AE6-AB3B-61EAE3CF03F6}"/>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396518025" name="Rectangle 865122751">
            <a:extLst xmlns:a="http://schemas.openxmlformats.org/drawingml/2006/main">
              <a:ext uri="{FF2B5EF4-FFF2-40B4-BE49-F238E27FC236}">
                <a16:creationId xmlns:a16="http://schemas.microsoft.com/office/drawing/2014/main" id="{8A7956D1-160D-4725-ACE2-693B2A679B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55</a:t>
            </a:r>
          </a:p>
        </p:txBody>
      </p:sp>
    </p:spTree>
    <p:extLst>
      <p:ext uri="{BB962C8B-B14F-4D97-AF65-F5344CB8AC3E}">
        <p14:creationId xmlns:p14="http://schemas.microsoft.com/office/powerpoint/2010/main" val="415699297"/>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30693831" name="Rectangle 720144411">
            <a:extLst xmlns:a="http://schemas.openxmlformats.org/drawingml/2006/main">
              <a:ext uri="{FF2B5EF4-FFF2-40B4-BE49-F238E27FC236}">
                <a16:creationId xmlns:a16="http://schemas.microsoft.com/office/drawing/2014/main" id="{F2C3C729-9088-424C-8846-5D907EDDA6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87104943" name="Rectangle 1225833152">
            <a:extLst xmlns:a="http://schemas.openxmlformats.org/drawingml/2006/main">
              <a:ext uri="{FF2B5EF4-FFF2-40B4-BE49-F238E27FC236}">
                <a16:creationId xmlns:a16="http://schemas.microsoft.com/office/drawing/2014/main" id="{0D066A21-18B4-4FB9-ADCC-F70B7D498951}"/>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537708259" name="Rectangle: Rounded Corners 259784900">
            <a:extLst xmlns:a="http://schemas.openxmlformats.org/drawingml/2006/main">
              <a:ext uri="{FF2B5EF4-FFF2-40B4-BE49-F238E27FC236}">
                <a16:creationId xmlns:a16="http://schemas.microsoft.com/office/drawing/2014/main" id="{982B5354-C9DE-419B-B398-AAC55232FF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2854418" name="Rectangle: Rounded Corners 590363604">
            <a:extLst xmlns:a="http://schemas.openxmlformats.org/drawingml/2006/main">
              <a:ext uri="{FF2B5EF4-FFF2-40B4-BE49-F238E27FC236}">
                <a16:creationId xmlns:a16="http://schemas.microsoft.com/office/drawing/2014/main" id="{F084035B-AA30-49CC-AB0F-72892CD12B53}"/>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606205496" name="Rectangle: Rounded Corners 646256513">
            <a:extLst xmlns:a="http://schemas.openxmlformats.org/drawingml/2006/main">
              <a:ext uri="{FF2B5EF4-FFF2-40B4-BE49-F238E27FC236}">
                <a16:creationId xmlns:a16="http://schemas.microsoft.com/office/drawing/2014/main" id="{CE0B11BD-C55E-4152-88D6-9187B389DCDB}"/>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32731" name="Rectangle: Rounded Corners 904291872">
            <a:extLst xmlns:a="http://schemas.openxmlformats.org/drawingml/2006/main">
              <a:ext uri="{FF2B5EF4-FFF2-40B4-BE49-F238E27FC236}">
                <a16:creationId xmlns:a16="http://schemas.microsoft.com/office/drawing/2014/main" id="{83FAE8F4-A3EC-4054-9717-29DD1F54E7EC}"/>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74177416" name="Rectangle: Rounded Corners 1609756684">
            <a:extLst xmlns:a="http://schemas.openxmlformats.org/drawingml/2006/main">
              <a:ext uri="{FF2B5EF4-FFF2-40B4-BE49-F238E27FC236}">
                <a16:creationId xmlns:a16="http://schemas.microsoft.com/office/drawing/2014/main" id="{3F086729-FAD3-48F9-8BAB-91BA070571B0}"/>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026455505" name="Rectangle: Rounded Corners 855592258">
            <a:extLst xmlns:a="http://schemas.openxmlformats.org/drawingml/2006/main">
              <a:ext uri="{FF2B5EF4-FFF2-40B4-BE49-F238E27FC236}">
                <a16:creationId xmlns:a16="http://schemas.microsoft.com/office/drawing/2014/main" id="{0062A005-5D3E-4A66-B149-8C58261FDDC4}"/>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601094749" name="Straight Connector 607889825">
            <a:extLst xmlns:a="http://schemas.openxmlformats.org/drawingml/2006/main">
              <a:ext uri="{FF2B5EF4-FFF2-40B4-BE49-F238E27FC236}">
                <a16:creationId xmlns:a16="http://schemas.microsoft.com/office/drawing/2014/main" id="{2954B992-28D4-419C-8A26-C7B52A3DBC90}"/>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899477" name="Rectangle 1601584250">
            <a:extLst xmlns:a="http://schemas.openxmlformats.org/drawingml/2006/main">
              <a:ext uri="{FF2B5EF4-FFF2-40B4-BE49-F238E27FC236}">
                <a16:creationId xmlns:a16="http://schemas.microsoft.com/office/drawing/2014/main" id="{30B716D5-CF74-420B-A7CA-E331E25ECFF5}"/>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44850813" name="Rectangle 734795484">
            <a:extLst xmlns:a="http://schemas.openxmlformats.org/drawingml/2006/main">
              <a:ext uri="{FF2B5EF4-FFF2-40B4-BE49-F238E27FC236}">
                <a16:creationId xmlns:a16="http://schemas.microsoft.com/office/drawing/2014/main" id="{FF0D7ADC-3106-4C47-9F26-82829E06EDB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605909335" name="Rectangle 28239208">
            <a:extLst xmlns:a="http://schemas.openxmlformats.org/drawingml/2006/main">
              <a:ext uri="{FF2B5EF4-FFF2-40B4-BE49-F238E27FC236}">
                <a16:creationId xmlns:a16="http://schemas.microsoft.com/office/drawing/2014/main" id="{F55AC719-09CC-4C91-9AA2-9A7ED1AE2413}"/>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371411941" name="Rectangle 1250386903">
            <a:extLst xmlns:a="http://schemas.openxmlformats.org/drawingml/2006/main">
              <a:ext uri="{FF2B5EF4-FFF2-40B4-BE49-F238E27FC236}">
                <a16:creationId xmlns:a16="http://schemas.microsoft.com/office/drawing/2014/main" id="{2DC217ED-892F-48F9-9132-279DF1BCE93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56</a:t>
            </a:r>
          </a:p>
        </p:txBody>
      </p:sp>
    </p:spTree>
    <p:extLst>
      <p:ext uri="{BB962C8B-B14F-4D97-AF65-F5344CB8AC3E}">
        <p14:creationId xmlns:p14="http://schemas.microsoft.com/office/powerpoint/2010/main" val="143430280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0913919" name="Rectangle 1667135521">
            <a:extLst xmlns:a="http://schemas.openxmlformats.org/drawingml/2006/main">
              <a:ext uri="{FF2B5EF4-FFF2-40B4-BE49-F238E27FC236}">
                <a16:creationId xmlns:a16="http://schemas.microsoft.com/office/drawing/2014/main" id="{BE39B484-825C-4FB5-888E-53D1DE9FE8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2031258914" name="Rectangle 753528189">
            <a:extLst xmlns:a="http://schemas.openxmlformats.org/drawingml/2006/main">
              <a:ext uri="{FF2B5EF4-FFF2-40B4-BE49-F238E27FC236}">
                <a16:creationId xmlns:a16="http://schemas.microsoft.com/office/drawing/2014/main" id="{ED499945-FFE9-467B-8BC1-75962DAB546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816610549" name="Rectangle: Rounded Corners 870951437">
            <a:extLst xmlns:a="http://schemas.openxmlformats.org/drawingml/2006/main">
              <a:ext uri="{FF2B5EF4-FFF2-40B4-BE49-F238E27FC236}">
                <a16:creationId xmlns:a16="http://schemas.microsoft.com/office/drawing/2014/main" id="{649A6592-11D7-4640-8865-2C9BC8C6AD9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9984907" name="Rectangle: Rounded Corners 1803074334">
            <a:extLst xmlns:a="http://schemas.openxmlformats.org/drawingml/2006/main">
              <a:ext uri="{FF2B5EF4-FFF2-40B4-BE49-F238E27FC236}">
                <a16:creationId xmlns:a16="http://schemas.microsoft.com/office/drawing/2014/main" id="{1BFF60DC-277F-4F34-A678-F703CAB97CA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327464829" name="Arrow: Right 2018184415">
            <a:extLst xmlns:a="http://schemas.openxmlformats.org/drawingml/2006/main">
              <a:ext uri="{FF2B5EF4-FFF2-40B4-BE49-F238E27FC236}">
                <a16:creationId xmlns:a16="http://schemas.microsoft.com/office/drawing/2014/main" id="{C5D29AD3-45D9-4D8F-8253-01613FA643D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976089" name="Rectangle: Rounded Corners 850855695">
            <a:extLst xmlns:a="http://schemas.openxmlformats.org/drawingml/2006/main">
              <a:ext uri="{FF2B5EF4-FFF2-40B4-BE49-F238E27FC236}">
                <a16:creationId xmlns:a16="http://schemas.microsoft.com/office/drawing/2014/main" id="{1D20FAAB-D399-444F-ADAF-D64654F259B0}"/>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244383561" name="Arrow: Right 1111035308">
            <a:extLst xmlns:a="http://schemas.openxmlformats.org/drawingml/2006/main">
              <a:ext uri="{FF2B5EF4-FFF2-40B4-BE49-F238E27FC236}">
                <a16:creationId xmlns:a16="http://schemas.microsoft.com/office/drawing/2014/main" id="{6451B217-E71C-45B5-AF23-2BC42E477E62}"/>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1424330" name="Rectangle: Rounded Corners 360549355">
            <a:extLst xmlns:a="http://schemas.openxmlformats.org/drawingml/2006/main">
              <a:ext uri="{FF2B5EF4-FFF2-40B4-BE49-F238E27FC236}">
                <a16:creationId xmlns:a16="http://schemas.microsoft.com/office/drawing/2014/main" id="{76BBC44F-67AB-4717-862F-C83C0E2E8B28}"/>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51073673" name="Arrow: Right 1294665978">
            <a:extLst xmlns:a="http://schemas.openxmlformats.org/drawingml/2006/main">
              <a:ext uri="{FF2B5EF4-FFF2-40B4-BE49-F238E27FC236}">
                <a16:creationId xmlns:a16="http://schemas.microsoft.com/office/drawing/2014/main" id="{BCA2487B-2B50-4E31-8F3F-78FB7ACD3838}"/>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012156" name="Rectangle: Rounded Corners 1581615348">
            <a:extLst xmlns:a="http://schemas.openxmlformats.org/drawingml/2006/main">
              <a:ext uri="{FF2B5EF4-FFF2-40B4-BE49-F238E27FC236}">
                <a16:creationId xmlns:a16="http://schemas.microsoft.com/office/drawing/2014/main" id="{1F46EE98-A25D-4856-92B5-7A165217B0D0}"/>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103246641" name="Rectangle: Rounded Corners 143885393">
            <a:extLst xmlns:a="http://schemas.openxmlformats.org/drawingml/2006/main">
              <a:ext uri="{FF2B5EF4-FFF2-40B4-BE49-F238E27FC236}">
                <a16:creationId xmlns:a16="http://schemas.microsoft.com/office/drawing/2014/main" id="{FFF2BA63-7757-42F8-B7B5-B5A3DAB5C767}"/>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970687636" name="Rectangle 310012483">
            <a:extLst xmlns:a="http://schemas.openxmlformats.org/drawingml/2006/main">
              <a:ext uri="{FF2B5EF4-FFF2-40B4-BE49-F238E27FC236}">
                <a16:creationId xmlns:a16="http://schemas.microsoft.com/office/drawing/2014/main" id="{F46EB5D7-A77B-4CF7-8744-00E12F3804C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227060201" name="Rectangle 131870986">
            <a:extLst xmlns:a="http://schemas.openxmlformats.org/drawingml/2006/main">
              <a:ext uri="{FF2B5EF4-FFF2-40B4-BE49-F238E27FC236}">
                <a16:creationId xmlns:a16="http://schemas.microsoft.com/office/drawing/2014/main" id="{E2D6DBAC-149B-41AF-9A1D-CB7C4A710236}"/>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3666731" name="Rectangle 2042090532">
            <a:extLst xmlns:a="http://schemas.openxmlformats.org/drawingml/2006/main">
              <a:ext uri="{FF2B5EF4-FFF2-40B4-BE49-F238E27FC236}">
                <a16:creationId xmlns:a16="http://schemas.microsoft.com/office/drawing/2014/main" id="{550DAB71-0AD9-41E0-B431-D8CB94C7D0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57</a:t>
            </a:r>
          </a:p>
        </p:txBody>
      </p:sp>
    </p:spTree>
    <p:extLst>
      <p:ext uri="{BB962C8B-B14F-4D97-AF65-F5344CB8AC3E}">
        <p14:creationId xmlns:p14="http://schemas.microsoft.com/office/powerpoint/2010/main" val="2120633958"/>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173177" name="Rectangle 1747625471">
            <a:extLst xmlns:a="http://schemas.openxmlformats.org/drawingml/2006/main">
              <a:ext uri="{FF2B5EF4-FFF2-40B4-BE49-F238E27FC236}">
                <a16:creationId xmlns:a16="http://schemas.microsoft.com/office/drawing/2014/main" id="{96863D76-60C4-488E-B330-DEEE855C1B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947000779" name="Rectangle 1692741899">
            <a:extLst xmlns:a="http://schemas.openxmlformats.org/drawingml/2006/main">
              <a:ext uri="{FF2B5EF4-FFF2-40B4-BE49-F238E27FC236}">
                <a16:creationId xmlns:a16="http://schemas.microsoft.com/office/drawing/2014/main" id="{D3D08AF6-8580-41CB-86E1-B7A1968B8887}"/>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79648354" name="Rectangle: Rounded Corners 258575892">
            <a:extLst xmlns:a="http://schemas.openxmlformats.org/drawingml/2006/main">
              <a:ext uri="{FF2B5EF4-FFF2-40B4-BE49-F238E27FC236}">
                <a16:creationId xmlns:a16="http://schemas.microsoft.com/office/drawing/2014/main" id="{36C152D1-B89E-44FA-9FC7-84C503C32A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0832116" name="Rectangle: Rounded Corners 1069258196">
            <a:extLst xmlns:a="http://schemas.openxmlformats.org/drawingml/2006/main">
              <a:ext uri="{FF2B5EF4-FFF2-40B4-BE49-F238E27FC236}">
                <a16:creationId xmlns:a16="http://schemas.microsoft.com/office/drawing/2014/main" id="{5E5ED83E-6934-4763-B669-EF7C409664FF}"/>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219629041" name="Rectangle: Rounded Corners 1837153769">
            <a:extLst xmlns:a="http://schemas.openxmlformats.org/drawingml/2006/main">
              <a:ext uri="{FF2B5EF4-FFF2-40B4-BE49-F238E27FC236}">
                <a16:creationId xmlns:a16="http://schemas.microsoft.com/office/drawing/2014/main" id="{FA9A667B-A348-47F1-8F23-60F5C02249D0}"/>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814838920" name="Rectangle: Rounded Corners 744058578">
            <a:extLst xmlns:a="http://schemas.openxmlformats.org/drawingml/2006/main">
              <a:ext uri="{FF2B5EF4-FFF2-40B4-BE49-F238E27FC236}">
                <a16:creationId xmlns:a16="http://schemas.microsoft.com/office/drawing/2014/main" id="{1FD9CB67-B948-4298-B218-BDE190CD971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388472877" name="Rectangle 1294874812">
            <a:extLst xmlns:a="http://schemas.openxmlformats.org/drawingml/2006/main">
              <a:ext uri="{FF2B5EF4-FFF2-40B4-BE49-F238E27FC236}">
                <a16:creationId xmlns:a16="http://schemas.microsoft.com/office/drawing/2014/main" id="{1E2A3C06-A928-4CE1-AF32-9F0D69EA34B8}"/>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485327034" name="Rectangle 1106276676">
            <a:extLst xmlns:a="http://schemas.openxmlformats.org/drawingml/2006/main">
              <a:ext uri="{FF2B5EF4-FFF2-40B4-BE49-F238E27FC236}">
                <a16:creationId xmlns:a16="http://schemas.microsoft.com/office/drawing/2014/main" id="{C39801DE-E035-489A-9CDE-53533059C53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913100234" name="Rectangle 1479918333">
            <a:extLst xmlns:a="http://schemas.openxmlformats.org/drawingml/2006/main">
              <a:ext uri="{FF2B5EF4-FFF2-40B4-BE49-F238E27FC236}">
                <a16:creationId xmlns:a16="http://schemas.microsoft.com/office/drawing/2014/main" id="{CDB9B8BA-38CE-44AE-8C54-90C62C94DB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58</a:t>
            </a:r>
          </a:p>
        </p:txBody>
      </p:sp>
      <p:pic>
        <p:nvPicPr>
          <p:cNvPr id="19470007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9bf8b924840f4444"/>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332060"/>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2936893" name="Rectangle 935271156">
            <a:extLst xmlns:a="http://schemas.openxmlformats.org/drawingml/2006/main">
              <a:ext uri="{FF2B5EF4-FFF2-40B4-BE49-F238E27FC236}">
                <a16:creationId xmlns:a16="http://schemas.microsoft.com/office/drawing/2014/main" id="{6D9E16D4-EB33-4B14-B395-F8FC59DF24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88012965" name="Rectangle 251777344">
            <a:extLst xmlns:a="http://schemas.openxmlformats.org/drawingml/2006/main">
              <a:ext uri="{FF2B5EF4-FFF2-40B4-BE49-F238E27FC236}">
                <a16:creationId xmlns:a16="http://schemas.microsoft.com/office/drawing/2014/main" id="{D11DA329-20E9-4AFB-9473-8C4DF652669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183530229" name="Rectangle: Rounded Corners 1456392341">
            <a:extLst xmlns:a="http://schemas.openxmlformats.org/drawingml/2006/main">
              <a:ext uri="{FF2B5EF4-FFF2-40B4-BE49-F238E27FC236}">
                <a16:creationId xmlns:a16="http://schemas.microsoft.com/office/drawing/2014/main" id="{B2E4BDBB-EFF1-4580-962F-9BB109D30B1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8411418" name="Rectangle 1495975732">
            <a:extLst xmlns:a="http://schemas.openxmlformats.org/drawingml/2006/main">
              <a:ext uri="{FF2B5EF4-FFF2-40B4-BE49-F238E27FC236}">
                <a16:creationId xmlns:a16="http://schemas.microsoft.com/office/drawing/2014/main" id="{2DFF7F9E-EF2A-4922-B780-69CA1060C5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59</a:t>
            </a:r>
          </a:p>
        </p:txBody>
      </p:sp>
      <p:pic>
        <p:nvPicPr>
          <p:cNvPr id="2002623393"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dcbf7768995f4707"/>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899020542" name="diffusion-forward-label">
            <a:extLst xmlns:a="http://schemas.openxmlformats.org/drawingml/2006/main">
              <a:ext uri="{FF2B5EF4-FFF2-40B4-BE49-F238E27FC236}">
                <a16:creationId xmlns:a16="http://schemas.microsoft.com/office/drawing/2014/main" id="{DC2CCA94-8FCC-4C1A-BF39-1964B101EFE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2623387" name="diffusion-reverse-label">
            <a:extLst xmlns:a="http://schemas.openxmlformats.org/drawingml/2006/main">
              <a:ext uri="{FF2B5EF4-FFF2-40B4-BE49-F238E27FC236}">
                <a16:creationId xmlns:a16="http://schemas.microsoft.com/office/drawing/2014/main" id="{90085024-F61D-4F9C-87F7-0176EBA3A5FC}"/>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338901725"/>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8631296" name="Rectangle 550399601">
            <a:extLst xmlns:a="http://schemas.openxmlformats.org/drawingml/2006/main">
              <a:ext uri="{FF2B5EF4-FFF2-40B4-BE49-F238E27FC236}">
                <a16:creationId xmlns:a16="http://schemas.microsoft.com/office/drawing/2014/main" id="{BA11CD6A-868A-4864-8BCA-4DAA656FFB2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95369737" name="Rectangle 882538346">
            <a:extLst xmlns:a="http://schemas.openxmlformats.org/drawingml/2006/main">
              <a:ext uri="{FF2B5EF4-FFF2-40B4-BE49-F238E27FC236}">
                <a16:creationId xmlns:a16="http://schemas.microsoft.com/office/drawing/2014/main" id="{C02673AE-B751-43C4-A7CF-3225135A529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396093830" name="Rectangle: Rounded Corners 1990867235">
            <a:extLst xmlns:a="http://schemas.openxmlformats.org/drawingml/2006/main">
              <a:ext uri="{FF2B5EF4-FFF2-40B4-BE49-F238E27FC236}">
                <a16:creationId xmlns:a16="http://schemas.microsoft.com/office/drawing/2014/main" id="{9D424FAF-306B-4611-AF4F-2F908B95CB3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0805419" name="Rectangle 9623160">
            <a:extLst xmlns:a="http://schemas.openxmlformats.org/drawingml/2006/main">
              <a:ext uri="{FF2B5EF4-FFF2-40B4-BE49-F238E27FC236}">
                <a16:creationId xmlns:a16="http://schemas.microsoft.com/office/drawing/2014/main" id="{8DEC37AC-6BC5-4320-9C51-529F5AC109E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544470464" name="Rectangle: Rounded Corners 114855872">
            <a:extLst xmlns:a="http://schemas.openxmlformats.org/drawingml/2006/main">
              <a:ext uri="{FF2B5EF4-FFF2-40B4-BE49-F238E27FC236}">
                <a16:creationId xmlns:a16="http://schemas.microsoft.com/office/drawing/2014/main" id="{408CE0B2-7F0D-4761-8C9A-3C57B8AC672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977654" name="Rectangle: Rounded Corners 734158913">
            <a:extLst xmlns:a="http://schemas.openxmlformats.org/drawingml/2006/main">
              <a:ext uri="{FF2B5EF4-FFF2-40B4-BE49-F238E27FC236}">
                <a16:creationId xmlns:a16="http://schemas.microsoft.com/office/drawing/2014/main" id="{52578E6D-5866-4006-A1D0-F456AC4C54A6}"/>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1114581" name="Rectangle: Rounded Corners 1596678256">
            <a:extLst xmlns:a="http://schemas.openxmlformats.org/drawingml/2006/main">
              <a:ext uri="{FF2B5EF4-FFF2-40B4-BE49-F238E27FC236}">
                <a16:creationId xmlns:a16="http://schemas.microsoft.com/office/drawing/2014/main" id="{890D263F-ABF2-47B3-AB14-23A8B55D5201}"/>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99150220" name="Rectangle: Rounded Corners 2059288131">
            <a:extLst xmlns:a="http://schemas.openxmlformats.org/drawingml/2006/main">
              <a:ext uri="{FF2B5EF4-FFF2-40B4-BE49-F238E27FC236}">
                <a16:creationId xmlns:a16="http://schemas.microsoft.com/office/drawing/2014/main" id="{6713DF60-D082-4F30-AC97-288F98A46FB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386508855" name="Rectangle: Rounded Corners 1010991302">
            <a:extLst xmlns:a="http://schemas.openxmlformats.org/drawingml/2006/main">
              <a:ext uri="{FF2B5EF4-FFF2-40B4-BE49-F238E27FC236}">
                <a16:creationId xmlns:a16="http://schemas.microsoft.com/office/drawing/2014/main" id="{CA5B4D37-3BDA-4A22-B7FF-8C3C0251C556}"/>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74445816" name="Rectangle: Rounded Corners 1730168992">
            <a:extLst xmlns:a="http://schemas.openxmlformats.org/drawingml/2006/main">
              <a:ext uri="{FF2B5EF4-FFF2-40B4-BE49-F238E27FC236}">
                <a16:creationId xmlns:a16="http://schemas.microsoft.com/office/drawing/2014/main" id="{6CE4EF07-D8F8-4C46-9FEC-C7AF35DD85ED}"/>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41107530" name="Straight Connector 427538637">
            <a:extLst xmlns:a="http://schemas.openxmlformats.org/drawingml/2006/main">
              <a:ext uri="{FF2B5EF4-FFF2-40B4-BE49-F238E27FC236}">
                <a16:creationId xmlns:a16="http://schemas.microsoft.com/office/drawing/2014/main" id="{E1CAE3D2-4F33-41F5-90D3-230A0E43C1D0}"/>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466903" name="Rectangle 317775176">
            <a:extLst xmlns:a="http://schemas.openxmlformats.org/drawingml/2006/main">
              <a:ext uri="{FF2B5EF4-FFF2-40B4-BE49-F238E27FC236}">
                <a16:creationId xmlns:a16="http://schemas.microsoft.com/office/drawing/2014/main" id="{9F2C403B-6EEF-4E30-8F08-DE856CC2225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99750946" name="Rectangle: Rounded Corners 947755655">
            <a:extLst xmlns:a="http://schemas.openxmlformats.org/drawingml/2006/main">
              <a:ext uri="{FF2B5EF4-FFF2-40B4-BE49-F238E27FC236}">
                <a16:creationId xmlns:a16="http://schemas.microsoft.com/office/drawing/2014/main" id="{C8274CA7-D769-448E-BC39-F510C179BC8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92527792" name="Rectangle: Rounded Corners 1310797679">
            <a:extLst xmlns:a="http://schemas.openxmlformats.org/drawingml/2006/main">
              <a:ext uri="{FF2B5EF4-FFF2-40B4-BE49-F238E27FC236}">
                <a16:creationId xmlns:a16="http://schemas.microsoft.com/office/drawing/2014/main" id="{A85D9BFB-B33F-46C7-A60E-154EEC56750E}"/>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0975040" name="Rectangle: Rounded Corners 1996140323">
            <a:extLst xmlns:a="http://schemas.openxmlformats.org/drawingml/2006/main">
              <a:ext uri="{FF2B5EF4-FFF2-40B4-BE49-F238E27FC236}">
                <a16:creationId xmlns:a16="http://schemas.microsoft.com/office/drawing/2014/main" id="{03D0576F-1C73-407A-960C-03B252548E4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69865502" name="Rectangle: Rounded Corners 242163070">
            <a:extLst xmlns:a="http://schemas.openxmlformats.org/drawingml/2006/main">
              <a:ext uri="{FF2B5EF4-FFF2-40B4-BE49-F238E27FC236}">
                <a16:creationId xmlns:a16="http://schemas.microsoft.com/office/drawing/2014/main" id="{43E9C66A-34D3-41FF-BF67-7E7C4D23060F}"/>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53068156" name="Rectangle: Rounded Corners 787924439">
            <a:extLst xmlns:a="http://schemas.openxmlformats.org/drawingml/2006/main">
              <a:ext uri="{FF2B5EF4-FFF2-40B4-BE49-F238E27FC236}">
                <a16:creationId xmlns:a16="http://schemas.microsoft.com/office/drawing/2014/main" id="{92FBA4C6-1DC0-4261-8DFF-BCE2F92636FC}"/>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42668998" name="Rectangle: Rounded Corners 2036973233">
            <a:extLst xmlns:a="http://schemas.openxmlformats.org/drawingml/2006/main">
              <a:ext uri="{FF2B5EF4-FFF2-40B4-BE49-F238E27FC236}">
                <a16:creationId xmlns:a16="http://schemas.microsoft.com/office/drawing/2014/main" id="{DE1D78DD-D8DF-427A-9DA1-5B7D69F61FB9}"/>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35169936" name="Straight Connector 2017847098">
            <a:extLst xmlns:a="http://schemas.openxmlformats.org/drawingml/2006/main">
              <a:ext uri="{FF2B5EF4-FFF2-40B4-BE49-F238E27FC236}">
                <a16:creationId xmlns:a16="http://schemas.microsoft.com/office/drawing/2014/main" id="{FBDFA37E-4372-4C05-ABF8-C0E0089B00D6}"/>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423292" name="Rectangle 420069148">
            <a:extLst xmlns:a="http://schemas.openxmlformats.org/drawingml/2006/main">
              <a:ext uri="{FF2B5EF4-FFF2-40B4-BE49-F238E27FC236}">
                <a16:creationId xmlns:a16="http://schemas.microsoft.com/office/drawing/2014/main" id="{23DA4FF7-6727-4E83-9975-0A12141D1085}"/>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349933052" name="Rectangle: Rounded Corners 1532010383">
            <a:extLst xmlns:a="http://schemas.openxmlformats.org/drawingml/2006/main">
              <a:ext uri="{FF2B5EF4-FFF2-40B4-BE49-F238E27FC236}">
                <a16:creationId xmlns:a16="http://schemas.microsoft.com/office/drawing/2014/main" id="{1ACCFCD7-3D41-42DE-90DA-A77E33B5FB9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58354200" name="Rectangle: Rounded Corners 1983276117">
            <a:extLst xmlns:a="http://schemas.openxmlformats.org/drawingml/2006/main">
              <a:ext uri="{FF2B5EF4-FFF2-40B4-BE49-F238E27FC236}">
                <a16:creationId xmlns:a16="http://schemas.microsoft.com/office/drawing/2014/main" id="{A734FAFF-E3BA-4D36-A1F1-1D8F6C5013B5}"/>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14541044" name="Rectangle: Rounded Corners 1047163946">
            <a:extLst xmlns:a="http://schemas.openxmlformats.org/drawingml/2006/main">
              <a:ext uri="{FF2B5EF4-FFF2-40B4-BE49-F238E27FC236}">
                <a16:creationId xmlns:a16="http://schemas.microsoft.com/office/drawing/2014/main" id="{C073179B-92F9-4730-A0A5-A6729DD282D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92398233" name="Rectangle: Rounded Corners 523171807">
            <a:extLst xmlns:a="http://schemas.openxmlformats.org/drawingml/2006/main">
              <a:ext uri="{FF2B5EF4-FFF2-40B4-BE49-F238E27FC236}">
                <a16:creationId xmlns:a16="http://schemas.microsoft.com/office/drawing/2014/main" id="{D224D7C1-9200-484B-A367-2AB1B3950664}"/>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098046111" name="Rectangle: Rounded Corners 752356456">
            <a:extLst xmlns:a="http://schemas.openxmlformats.org/drawingml/2006/main">
              <a:ext uri="{FF2B5EF4-FFF2-40B4-BE49-F238E27FC236}">
                <a16:creationId xmlns:a16="http://schemas.microsoft.com/office/drawing/2014/main" id="{C100CA98-96FB-4BC9-8EFD-B5B00A506C4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05998725" name="Rectangle: Rounded Corners 816374805">
            <a:extLst xmlns:a="http://schemas.openxmlformats.org/drawingml/2006/main">
              <a:ext uri="{FF2B5EF4-FFF2-40B4-BE49-F238E27FC236}">
                <a16:creationId xmlns:a16="http://schemas.microsoft.com/office/drawing/2014/main" id="{23DD57A7-DA7D-4CC7-8F76-71F0407820A9}"/>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57066508" name="Straight Connector 1386166301">
            <a:extLst xmlns:a="http://schemas.openxmlformats.org/drawingml/2006/main">
              <a:ext uri="{FF2B5EF4-FFF2-40B4-BE49-F238E27FC236}">
                <a16:creationId xmlns:a16="http://schemas.microsoft.com/office/drawing/2014/main" id="{0EAE3B8D-9A2D-4F2A-955C-8FCDA8B59137}"/>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6442811" name="Rectangle 1180679312">
            <a:extLst xmlns:a="http://schemas.openxmlformats.org/drawingml/2006/main">
              <a:ext uri="{FF2B5EF4-FFF2-40B4-BE49-F238E27FC236}">
                <a16:creationId xmlns:a16="http://schemas.microsoft.com/office/drawing/2014/main" id="{439A0DD9-164E-4719-81A7-577C31833447}"/>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263988131" name="Rectangle: Rounded Corners 1119801345">
            <a:extLst xmlns:a="http://schemas.openxmlformats.org/drawingml/2006/main">
              <a:ext uri="{FF2B5EF4-FFF2-40B4-BE49-F238E27FC236}">
                <a16:creationId xmlns:a16="http://schemas.microsoft.com/office/drawing/2014/main" id="{F3A0558E-0A96-4D2B-B8C2-D86B6040450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41025851" name="Rectangle: Rounded Corners 563472098">
            <a:extLst xmlns:a="http://schemas.openxmlformats.org/drawingml/2006/main">
              <a:ext uri="{FF2B5EF4-FFF2-40B4-BE49-F238E27FC236}">
                <a16:creationId xmlns:a16="http://schemas.microsoft.com/office/drawing/2014/main" id="{C272C7B9-7B1B-4154-9136-B5FCB44608E3}"/>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913534630" name="Rectangle: Rounded Corners 1869507790">
            <a:extLst xmlns:a="http://schemas.openxmlformats.org/drawingml/2006/main">
              <a:ext uri="{FF2B5EF4-FFF2-40B4-BE49-F238E27FC236}">
                <a16:creationId xmlns:a16="http://schemas.microsoft.com/office/drawing/2014/main" id="{6FB34764-4BAC-4B2E-B9EA-2CE9F5A4B9A0}"/>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840089637" name="Rectangle: Rounded Corners 2113559938">
            <a:extLst xmlns:a="http://schemas.openxmlformats.org/drawingml/2006/main">
              <a:ext uri="{FF2B5EF4-FFF2-40B4-BE49-F238E27FC236}">
                <a16:creationId xmlns:a16="http://schemas.microsoft.com/office/drawing/2014/main" id="{D33A7BA6-0E14-43CE-8E6C-A6DE523909A5}"/>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31001534" name="Rectangle: Rounded Corners 274418513">
            <a:extLst xmlns:a="http://schemas.openxmlformats.org/drawingml/2006/main">
              <a:ext uri="{FF2B5EF4-FFF2-40B4-BE49-F238E27FC236}">
                <a16:creationId xmlns:a16="http://schemas.microsoft.com/office/drawing/2014/main" id="{11B63B6B-214C-41E0-8D79-1D6A5671C52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967995253" name="Rectangle: Rounded Corners 1941550636">
            <a:extLst xmlns:a="http://schemas.openxmlformats.org/drawingml/2006/main">
              <a:ext uri="{FF2B5EF4-FFF2-40B4-BE49-F238E27FC236}">
                <a16:creationId xmlns:a16="http://schemas.microsoft.com/office/drawing/2014/main" id="{85E19FFD-C592-468E-AD17-6573E6B5D9F1}"/>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497271787" name="Rectangle 1798355039">
            <a:extLst xmlns:a="http://schemas.openxmlformats.org/drawingml/2006/main">
              <a:ext uri="{FF2B5EF4-FFF2-40B4-BE49-F238E27FC236}">
                <a16:creationId xmlns:a16="http://schemas.microsoft.com/office/drawing/2014/main" id="{4ABA5A51-3CC1-4892-BEF6-5BA2FB0C8305}"/>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817419242" name="Rectangle 1161886986">
            <a:extLst xmlns:a="http://schemas.openxmlformats.org/drawingml/2006/main">
              <a:ext uri="{FF2B5EF4-FFF2-40B4-BE49-F238E27FC236}">
                <a16:creationId xmlns:a16="http://schemas.microsoft.com/office/drawing/2014/main" id="{8F1A2E31-53BD-4B8B-B3DA-075C7C8ADD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60</a:t>
            </a:r>
          </a:p>
        </p:txBody>
      </p:sp>
      <p:sp>
        <p:nvSpPr>
          <p:cNvPr id="1312459858" name="mercury-example-divider">
            <a:extLst xmlns:a="http://schemas.openxmlformats.org/drawingml/2006/main">
              <a:ext uri="{FF2B5EF4-FFF2-40B4-BE49-F238E27FC236}">
                <a16:creationId xmlns:a16="http://schemas.microsoft.com/office/drawing/2014/main" id="{2ED61723-500D-498C-8E3A-2FE20A149E7D}"/>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58639" name="mercury-example-label">
            <a:extLst xmlns:a="http://schemas.openxmlformats.org/drawingml/2006/main">
              <a:ext uri="{FF2B5EF4-FFF2-40B4-BE49-F238E27FC236}">
                <a16:creationId xmlns:a16="http://schemas.microsoft.com/office/drawing/2014/main" id="{E1B59AF5-5FE7-4D6A-BC11-CC63034F948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636680029" name="mercury-2-link">
            <a:extLst xmlns:a="http://schemas.openxmlformats.org/drawingml/2006/main">
              <a:ext uri="{FF2B5EF4-FFF2-40B4-BE49-F238E27FC236}">
                <a16:creationId xmlns:a16="http://schemas.microsoft.com/office/drawing/2014/main" id="{B0843F9F-919F-4A84-B4CC-893A64FDA8B7}"/>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693b64adeccf47e1"/>
              </a:rPr>
              <a:t>Transformer dLLM</a:t>
            </a:r>
          </a:p>
        </p:txBody>
      </p:sp>
      <p:sp>
        <p:nvSpPr>
          <p:cNvPr id="1825750967" name="mercury-example-description">
            <a:extLst xmlns:a="http://schemas.openxmlformats.org/drawingml/2006/main">
              <a:ext uri="{FF2B5EF4-FFF2-40B4-BE49-F238E27FC236}">
                <a16:creationId xmlns:a16="http://schemas.microsoft.com/office/drawing/2014/main" id="{19C53852-E9F0-44B9-A05B-54D78202F515}"/>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414019868" name="mercury-example-contrast">
            <a:extLst xmlns:a="http://schemas.openxmlformats.org/drawingml/2006/main">
              <a:ext uri="{FF2B5EF4-FFF2-40B4-BE49-F238E27FC236}">
                <a16:creationId xmlns:a16="http://schemas.microsoft.com/office/drawing/2014/main" id="{9685530C-3DBE-4FCB-AAB5-2366336FEC4D}"/>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61982473"/>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1247342" name="Rectangle 1487198538">
            <a:extLst xmlns:a="http://schemas.openxmlformats.org/drawingml/2006/main">
              <a:ext uri="{FF2B5EF4-FFF2-40B4-BE49-F238E27FC236}">
                <a16:creationId xmlns:a16="http://schemas.microsoft.com/office/drawing/2014/main" id="{7BACDC93-C1AA-444C-BE74-92ED19E9E0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352411339" name="Rectangle 1518038747">
            <a:extLst xmlns:a="http://schemas.openxmlformats.org/drawingml/2006/main">
              <a:ext uri="{FF2B5EF4-FFF2-40B4-BE49-F238E27FC236}">
                <a16:creationId xmlns:a16="http://schemas.microsoft.com/office/drawing/2014/main" id="{FDE099BC-8A71-48AD-B51B-1EF3CAF22BD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851209417" name="Rectangle: Rounded Corners 1531743003">
            <a:extLst xmlns:a="http://schemas.openxmlformats.org/drawingml/2006/main">
              <a:ext uri="{FF2B5EF4-FFF2-40B4-BE49-F238E27FC236}">
                <a16:creationId xmlns:a16="http://schemas.microsoft.com/office/drawing/2014/main" id="{6EF96FB6-CA5E-48E5-B9AE-4AC5AA5FBBE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312532" name="Rectangle: Rounded Corners 369702881">
            <a:extLst xmlns:a="http://schemas.openxmlformats.org/drawingml/2006/main">
              <a:ext uri="{FF2B5EF4-FFF2-40B4-BE49-F238E27FC236}">
                <a16:creationId xmlns:a16="http://schemas.microsoft.com/office/drawing/2014/main" id="{4A1443D2-ED78-4EBF-AD13-5F9B2D05946A}"/>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654963959" name="Rectangle 1197178350">
            <a:extLst xmlns:a="http://schemas.openxmlformats.org/drawingml/2006/main">
              <a:ext uri="{FF2B5EF4-FFF2-40B4-BE49-F238E27FC236}">
                <a16:creationId xmlns:a16="http://schemas.microsoft.com/office/drawing/2014/main" id="{F0D7C580-B44D-47F8-9DD5-323A31FA33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826868057" name="Rectangle: Rounded Corners 1914676260">
            <a:extLst xmlns:a="http://schemas.openxmlformats.org/drawingml/2006/main">
              <a:ext uri="{FF2B5EF4-FFF2-40B4-BE49-F238E27FC236}">
                <a16:creationId xmlns:a16="http://schemas.microsoft.com/office/drawing/2014/main" id="{DD9AC1A3-B19E-4103-8712-75078947BBED}"/>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403260811" name="Rectangle: Rounded Corners 58582831">
            <a:extLst xmlns:a="http://schemas.openxmlformats.org/drawingml/2006/main">
              <a:ext uri="{FF2B5EF4-FFF2-40B4-BE49-F238E27FC236}">
                <a16:creationId xmlns:a16="http://schemas.microsoft.com/office/drawing/2014/main" id="{D788E4C9-F51B-4BCE-BD1D-213A6909D27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716227094" name="Rectangle: Rounded Corners 1580617481">
            <a:extLst xmlns:a="http://schemas.openxmlformats.org/drawingml/2006/main">
              <a:ext uri="{FF2B5EF4-FFF2-40B4-BE49-F238E27FC236}">
                <a16:creationId xmlns:a16="http://schemas.microsoft.com/office/drawing/2014/main" id="{7579A549-D86D-401F-9237-AD2450B63BA2}"/>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0618533" name="Rectangle: Rounded Corners 1783142644">
            <a:extLst xmlns:a="http://schemas.openxmlformats.org/drawingml/2006/main">
              <a:ext uri="{FF2B5EF4-FFF2-40B4-BE49-F238E27FC236}">
                <a16:creationId xmlns:a16="http://schemas.microsoft.com/office/drawing/2014/main" id="{751CF260-1A9E-44F4-8D44-0BACEE3B9966}"/>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76354315" name="Rectangle 1697788859">
            <a:extLst xmlns:a="http://schemas.openxmlformats.org/drawingml/2006/main">
              <a:ext uri="{FF2B5EF4-FFF2-40B4-BE49-F238E27FC236}">
                <a16:creationId xmlns:a16="http://schemas.microsoft.com/office/drawing/2014/main" id="{4B2C52A1-93B4-4AF5-A088-B476B924EE09}"/>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431141887" name="Rectangle: Rounded Corners 1686198037">
            <a:extLst xmlns:a="http://schemas.openxmlformats.org/drawingml/2006/main">
              <a:ext uri="{FF2B5EF4-FFF2-40B4-BE49-F238E27FC236}">
                <a16:creationId xmlns:a16="http://schemas.microsoft.com/office/drawing/2014/main" id="{3D6889A8-FAB1-49A0-9DEB-BC6D5FE9F6FA}"/>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326830967" name="Rectangle 1556928439">
            <a:extLst xmlns:a="http://schemas.openxmlformats.org/drawingml/2006/main">
              <a:ext uri="{FF2B5EF4-FFF2-40B4-BE49-F238E27FC236}">
                <a16:creationId xmlns:a16="http://schemas.microsoft.com/office/drawing/2014/main" id="{F5E103D7-FB30-4AB1-9A14-FCA5D933D9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189333491" name="Straight Connector 170693198">
            <a:extLst xmlns:a="http://schemas.openxmlformats.org/drawingml/2006/main">
              <a:ext uri="{FF2B5EF4-FFF2-40B4-BE49-F238E27FC236}">
                <a16:creationId xmlns:a16="http://schemas.microsoft.com/office/drawing/2014/main" id="{6AA4BB87-47FC-4CD9-9BE1-D4AC3CE2314C}"/>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401901" name="Straight Connector 2021615088">
            <a:extLst xmlns:a="http://schemas.openxmlformats.org/drawingml/2006/main">
              <a:ext uri="{FF2B5EF4-FFF2-40B4-BE49-F238E27FC236}">
                <a16:creationId xmlns:a16="http://schemas.microsoft.com/office/drawing/2014/main" id="{29E5CEA2-5D5C-41E3-A452-7821FB7ACAC9}"/>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818769" name="Rectangle 1396476378">
            <a:extLst xmlns:a="http://schemas.openxmlformats.org/drawingml/2006/main">
              <a:ext uri="{FF2B5EF4-FFF2-40B4-BE49-F238E27FC236}">
                <a16:creationId xmlns:a16="http://schemas.microsoft.com/office/drawing/2014/main" id="{154E8D25-09C0-45F9-B31C-158BF65FF659}"/>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84008022" name="Rectangle: Rounded Corners 910307424">
            <a:extLst xmlns:a="http://schemas.openxmlformats.org/drawingml/2006/main">
              <a:ext uri="{FF2B5EF4-FFF2-40B4-BE49-F238E27FC236}">
                <a16:creationId xmlns:a16="http://schemas.microsoft.com/office/drawing/2014/main" id="{F70BE7B6-6C40-40F2-8920-2B28D478989C}"/>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05543368" name="Rectangle: Rounded Corners 760188915">
            <a:extLst xmlns:a="http://schemas.openxmlformats.org/drawingml/2006/main">
              <a:ext uri="{FF2B5EF4-FFF2-40B4-BE49-F238E27FC236}">
                <a16:creationId xmlns:a16="http://schemas.microsoft.com/office/drawing/2014/main" id="{23B4D911-AAA6-4FAA-B08C-99EB2FDFE361}"/>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46821332" name="Rectangle: Rounded Corners 1604029254">
            <a:extLst xmlns:a="http://schemas.openxmlformats.org/drawingml/2006/main">
              <a:ext uri="{FF2B5EF4-FFF2-40B4-BE49-F238E27FC236}">
                <a16:creationId xmlns:a16="http://schemas.microsoft.com/office/drawing/2014/main" id="{20A6411C-AEB5-4FD4-98D8-B9A51BD99997}"/>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918318490" name="Rectangle 583346847">
            <a:extLst xmlns:a="http://schemas.openxmlformats.org/drawingml/2006/main">
              <a:ext uri="{FF2B5EF4-FFF2-40B4-BE49-F238E27FC236}">
                <a16:creationId xmlns:a16="http://schemas.microsoft.com/office/drawing/2014/main" id="{E9EC086F-3150-49A5-BA81-CC8B97D80012}"/>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362486430" name="Rectangle: Rounded Corners 5957980">
            <a:extLst xmlns:a="http://schemas.openxmlformats.org/drawingml/2006/main">
              <a:ext uri="{FF2B5EF4-FFF2-40B4-BE49-F238E27FC236}">
                <a16:creationId xmlns:a16="http://schemas.microsoft.com/office/drawing/2014/main" id="{C54391C3-B78D-45D7-8052-E3E51658BDA3}"/>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801619619" name="Rectangle: Rounded Corners 410294816">
            <a:extLst xmlns:a="http://schemas.openxmlformats.org/drawingml/2006/main">
              <a:ext uri="{FF2B5EF4-FFF2-40B4-BE49-F238E27FC236}">
                <a16:creationId xmlns:a16="http://schemas.microsoft.com/office/drawing/2014/main" id="{66FCA149-2A1E-48FC-8E7C-95E70B12D85D}"/>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41624324" name="Straight Connector 1668590987">
            <a:extLst xmlns:a="http://schemas.openxmlformats.org/drawingml/2006/main">
              <a:ext uri="{FF2B5EF4-FFF2-40B4-BE49-F238E27FC236}">
                <a16:creationId xmlns:a16="http://schemas.microsoft.com/office/drawing/2014/main" id="{E8D79161-EC43-48F9-BD28-56BCCAD6AD4F}"/>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652070" name="Rectangle 1956440405">
            <a:extLst xmlns:a="http://schemas.openxmlformats.org/drawingml/2006/main">
              <a:ext uri="{FF2B5EF4-FFF2-40B4-BE49-F238E27FC236}">
                <a16:creationId xmlns:a16="http://schemas.microsoft.com/office/drawing/2014/main" id="{E2648643-9522-443C-A642-4950EEE17D11}"/>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110398914" name="Rectangle 918919992">
            <a:extLst xmlns:a="http://schemas.openxmlformats.org/drawingml/2006/main">
              <a:ext uri="{FF2B5EF4-FFF2-40B4-BE49-F238E27FC236}">
                <a16:creationId xmlns:a16="http://schemas.microsoft.com/office/drawing/2014/main" id="{A10C2982-8751-4EAD-A40F-87E4FEC0AA4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61</a:t>
            </a:r>
          </a:p>
        </p:txBody>
      </p:sp>
    </p:spTree>
    <p:extLst>
      <p:ext uri="{BB962C8B-B14F-4D97-AF65-F5344CB8AC3E}">
        <p14:creationId xmlns:p14="http://schemas.microsoft.com/office/powerpoint/2010/main" val="1424067753"/>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5505381" name="Rectangle 1682307419">
            <a:extLst xmlns:a="http://schemas.openxmlformats.org/drawingml/2006/main">
              <a:ext uri="{FF2B5EF4-FFF2-40B4-BE49-F238E27FC236}">
                <a16:creationId xmlns:a16="http://schemas.microsoft.com/office/drawing/2014/main" id="{36241BA1-9853-4DE8-A2FE-503ABCF166C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67994659" name="Rectangle 1048423222">
            <a:extLst xmlns:a="http://schemas.openxmlformats.org/drawingml/2006/main">
              <a:ext uri="{FF2B5EF4-FFF2-40B4-BE49-F238E27FC236}">
                <a16:creationId xmlns:a16="http://schemas.microsoft.com/office/drawing/2014/main" id="{7E162667-9BAB-4A49-9659-CDFE7ED4DC6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48230728" name="Rectangle 1821451500">
            <a:extLst xmlns:a="http://schemas.openxmlformats.org/drawingml/2006/main">
              <a:ext uri="{FF2B5EF4-FFF2-40B4-BE49-F238E27FC236}">
                <a16:creationId xmlns:a16="http://schemas.microsoft.com/office/drawing/2014/main" id="{B3CD23B0-BEBF-4057-8DD3-E02EFF0D49B2}"/>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2032526554" name="Rectangle: Rounded Corners 1912787708">
            <a:extLst xmlns:a="http://schemas.openxmlformats.org/drawingml/2006/main">
              <a:ext uri="{FF2B5EF4-FFF2-40B4-BE49-F238E27FC236}">
                <a16:creationId xmlns:a16="http://schemas.microsoft.com/office/drawing/2014/main" id="{7442636E-8A36-4AF6-B854-6DD0E13D00A4}"/>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637139" name="Rectangle 698160899">
            <a:extLst xmlns:a="http://schemas.openxmlformats.org/drawingml/2006/main">
              <a:ext uri="{FF2B5EF4-FFF2-40B4-BE49-F238E27FC236}">
                <a16:creationId xmlns:a16="http://schemas.microsoft.com/office/drawing/2014/main" id="{B97BFF1A-417B-4C9A-8A5F-D7303EA3C839}"/>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024985978" name="Straight Connector 820052219">
            <a:extLst xmlns:a="http://schemas.openxmlformats.org/drawingml/2006/main">
              <a:ext uri="{FF2B5EF4-FFF2-40B4-BE49-F238E27FC236}">
                <a16:creationId xmlns:a16="http://schemas.microsoft.com/office/drawing/2014/main" id="{6C7A9432-BB61-4DEB-9150-812B51A5FF92}"/>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311970" name="Rectangle: Rounded Corners 1977383084">
            <a:extLst xmlns:a="http://schemas.openxmlformats.org/drawingml/2006/main">
              <a:ext uri="{FF2B5EF4-FFF2-40B4-BE49-F238E27FC236}">
                <a16:creationId xmlns:a16="http://schemas.microsoft.com/office/drawing/2014/main" id="{98AF6735-E4A5-4761-9729-B9508399BB79}"/>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757347" name="Rectangle: Rounded Corners 1598161198">
            <a:extLst xmlns:a="http://schemas.openxmlformats.org/drawingml/2006/main">
              <a:ext uri="{FF2B5EF4-FFF2-40B4-BE49-F238E27FC236}">
                <a16:creationId xmlns:a16="http://schemas.microsoft.com/office/drawing/2014/main" id="{8F4FE9C1-7F04-4E1B-9A09-1CC70A91387D}"/>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7221010" name="Rectangle: Rounded Corners 1558195880">
            <a:extLst xmlns:a="http://schemas.openxmlformats.org/drawingml/2006/main">
              <a:ext uri="{FF2B5EF4-FFF2-40B4-BE49-F238E27FC236}">
                <a16:creationId xmlns:a16="http://schemas.microsoft.com/office/drawing/2014/main" id="{27A48309-7478-419E-A544-42688642DDAD}"/>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130265" name="Rectangle: Rounded Corners 521701979">
            <a:extLst xmlns:a="http://schemas.openxmlformats.org/drawingml/2006/main">
              <a:ext uri="{FF2B5EF4-FFF2-40B4-BE49-F238E27FC236}">
                <a16:creationId xmlns:a16="http://schemas.microsoft.com/office/drawing/2014/main" id="{7112AF68-ECA2-436A-821F-11ACD9FF8D76}"/>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067458" name="Rectangle: Rounded Corners 1995606132">
            <a:extLst xmlns:a="http://schemas.openxmlformats.org/drawingml/2006/main">
              <a:ext uri="{FF2B5EF4-FFF2-40B4-BE49-F238E27FC236}">
                <a16:creationId xmlns:a16="http://schemas.microsoft.com/office/drawing/2014/main" id="{CCE78D8D-917D-4D9B-B9D9-499DAE397A64}"/>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092191" name="Rectangle 1524836487">
            <a:extLst xmlns:a="http://schemas.openxmlformats.org/drawingml/2006/main">
              <a:ext uri="{FF2B5EF4-FFF2-40B4-BE49-F238E27FC236}">
                <a16:creationId xmlns:a16="http://schemas.microsoft.com/office/drawing/2014/main" id="{17078DDD-68E3-498E-A235-13E2C8EF7EB4}"/>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25437139" name="Rectangle 2124862657">
            <a:extLst xmlns:a="http://schemas.openxmlformats.org/drawingml/2006/main">
              <a:ext uri="{FF2B5EF4-FFF2-40B4-BE49-F238E27FC236}">
                <a16:creationId xmlns:a16="http://schemas.microsoft.com/office/drawing/2014/main" id="{1F90D238-54CF-4E1A-B043-19C7C890849D}"/>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2043901615" name="Rectangle 8219971">
            <a:extLst xmlns:a="http://schemas.openxmlformats.org/drawingml/2006/main">
              <a:ext uri="{FF2B5EF4-FFF2-40B4-BE49-F238E27FC236}">
                <a16:creationId xmlns:a16="http://schemas.microsoft.com/office/drawing/2014/main" id="{7E68AAAC-980E-4067-9CBD-25BF1C60B241}"/>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930239728" name="Rectangle: Rounded Corners 1401385986">
            <a:extLst xmlns:a="http://schemas.openxmlformats.org/drawingml/2006/main">
              <a:ext uri="{FF2B5EF4-FFF2-40B4-BE49-F238E27FC236}">
                <a16:creationId xmlns:a16="http://schemas.microsoft.com/office/drawing/2014/main" id="{1487FA70-2E4F-4F3B-AE90-63E2867D236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862640" name="Oval 2082712540">
            <a:extLst xmlns:a="http://schemas.openxmlformats.org/drawingml/2006/main">
              <a:ext uri="{FF2B5EF4-FFF2-40B4-BE49-F238E27FC236}">
                <a16:creationId xmlns:a16="http://schemas.microsoft.com/office/drawing/2014/main" id="{EA7DBEA1-F382-4E7E-90BC-F45FEA8F38EA}"/>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4923181" name="Oval 1800286295">
            <a:extLst xmlns:a="http://schemas.openxmlformats.org/drawingml/2006/main">
              <a:ext uri="{FF2B5EF4-FFF2-40B4-BE49-F238E27FC236}">
                <a16:creationId xmlns:a16="http://schemas.microsoft.com/office/drawing/2014/main" id="{DEDE604A-C244-44E2-8F65-F17874D9C8C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453016" name="Straight Connector 1377652961">
            <a:extLst xmlns:a="http://schemas.openxmlformats.org/drawingml/2006/main">
              <a:ext uri="{FF2B5EF4-FFF2-40B4-BE49-F238E27FC236}">
                <a16:creationId xmlns:a16="http://schemas.microsoft.com/office/drawing/2014/main" id="{7C2E1B54-A3C7-415A-8E50-3F89C1417B2D}"/>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773878" name="Oval 1129487082">
            <a:extLst xmlns:a="http://schemas.openxmlformats.org/drawingml/2006/main">
              <a:ext uri="{FF2B5EF4-FFF2-40B4-BE49-F238E27FC236}">
                <a16:creationId xmlns:a16="http://schemas.microsoft.com/office/drawing/2014/main" id="{DC3C3128-9379-442C-9527-8BBC336ADCE1}"/>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560337" name="Straight Connector 1835573147">
            <a:extLst xmlns:a="http://schemas.openxmlformats.org/drawingml/2006/main">
              <a:ext uri="{FF2B5EF4-FFF2-40B4-BE49-F238E27FC236}">
                <a16:creationId xmlns:a16="http://schemas.microsoft.com/office/drawing/2014/main" id="{CF362E53-8FDC-49B7-BECD-4CDD8FF6AF10}"/>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4095916" name="Oval 1354002711">
            <a:extLst xmlns:a="http://schemas.openxmlformats.org/drawingml/2006/main">
              <a:ext uri="{FF2B5EF4-FFF2-40B4-BE49-F238E27FC236}">
                <a16:creationId xmlns:a16="http://schemas.microsoft.com/office/drawing/2014/main" id="{4189AD6B-2BF9-472E-89CF-8487B26A8DAA}"/>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0873" name="Straight Connector 1642711494">
            <a:extLst xmlns:a="http://schemas.openxmlformats.org/drawingml/2006/main">
              <a:ext uri="{FF2B5EF4-FFF2-40B4-BE49-F238E27FC236}">
                <a16:creationId xmlns:a16="http://schemas.microsoft.com/office/drawing/2014/main" id="{3E3D5F6A-05C0-4E58-B534-26BFBDD2FDC0}"/>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763066" name="Oval 1162477815">
            <a:extLst xmlns:a="http://schemas.openxmlformats.org/drawingml/2006/main">
              <a:ext uri="{FF2B5EF4-FFF2-40B4-BE49-F238E27FC236}">
                <a16:creationId xmlns:a16="http://schemas.microsoft.com/office/drawing/2014/main" id="{23BBAB64-B02C-4DF0-B666-2505CD32BA4D}"/>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4044425" name="Straight Connector 754093467">
            <a:extLst xmlns:a="http://schemas.openxmlformats.org/drawingml/2006/main">
              <a:ext uri="{FF2B5EF4-FFF2-40B4-BE49-F238E27FC236}">
                <a16:creationId xmlns:a16="http://schemas.microsoft.com/office/drawing/2014/main" id="{7C883ECA-5A5F-4865-A63C-09EC7676A862}"/>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0150792" name="Oval 926903494">
            <a:extLst xmlns:a="http://schemas.openxmlformats.org/drawingml/2006/main">
              <a:ext uri="{FF2B5EF4-FFF2-40B4-BE49-F238E27FC236}">
                <a16:creationId xmlns:a16="http://schemas.microsoft.com/office/drawing/2014/main" id="{AB6A5AC6-3B62-4F10-A107-622FAAC2C60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6737298" name="Straight Connector 1314704656">
            <a:extLst xmlns:a="http://schemas.openxmlformats.org/drawingml/2006/main">
              <a:ext uri="{FF2B5EF4-FFF2-40B4-BE49-F238E27FC236}">
                <a16:creationId xmlns:a16="http://schemas.microsoft.com/office/drawing/2014/main" id="{2997981A-A574-407B-9556-19DD8DF80727}"/>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055578" name="Oval 297993689">
            <a:extLst xmlns:a="http://schemas.openxmlformats.org/drawingml/2006/main">
              <a:ext uri="{FF2B5EF4-FFF2-40B4-BE49-F238E27FC236}">
                <a16:creationId xmlns:a16="http://schemas.microsoft.com/office/drawing/2014/main" id="{86D09E7F-C89D-4BA7-A579-940DEE416918}"/>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677207" name="Straight Connector 1869335124">
            <a:extLst xmlns:a="http://schemas.openxmlformats.org/drawingml/2006/main">
              <a:ext uri="{FF2B5EF4-FFF2-40B4-BE49-F238E27FC236}">
                <a16:creationId xmlns:a16="http://schemas.microsoft.com/office/drawing/2014/main" id="{DE001044-F4FA-49E2-9733-788DC092944F}"/>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4536754" name="Rectangle 1902597770">
            <a:extLst xmlns:a="http://schemas.openxmlformats.org/drawingml/2006/main">
              <a:ext uri="{FF2B5EF4-FFF2-40B4-BE49-F238E27FC236}">
                <a16:creationId xmlns:a16="http://schemas.microsoft.com/office/drawing/2014/main" id="{19E6CE7B-2C26-4946-89C4-98164844C2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252184266" name="Rectangle 1200483564">
            <a:extLst xmlns:a="http://schemas.openxmlformats.org/drawingml/2006/main">
              <a:ext uri="{FF2B5EF4-FFF2-40B4-BE49-F238E27FC236}">
                <a16:creationId xmlns:a16="http://schemas.microsoft.com/office/drawing/2014/main" id="{9D6EF3CA-DFED-4AF8-9550-75622E877BA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541645923" name="Rectangle 713949086">
            <a:extLst xmlns:a="http://schemas.openxmlformats.org/drawingml/2006/main">
              <a:ext uri="{FF2B5EF4-FFF2-40B4-BE49-F238E27FC236}">
                <a16:creationId xmlns:a16="http://schemas.microsoft.com/office/drawing/2014/main" id="{A77BAB6F-35B2-429E-9E78-3641E204F1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969491022" name="Rectangle: Rounded Corners 731916211">
            <a:extLst xmlns:a="http://schemas.openxmlformats.org/drawingml/2006/main">
              <a:ext uri="{FF2B5EF4-FFF2-40B4-BE49-F238E27FC236}">
                <a16:creationId xmlns:a16="http://schemas.microsoft.com/office/drawing/2014/main" id="{8F1BA8A5-0DAD-4D39-ACAB-174F2F45E68F}"/>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3103878" name="Oval 1174154410">
            <a:extLst xmlns:a="http://schemas.openxmlformats.org/drawingml/2006/main">
              <a:ext uri="{FF2B5EF4-FFF2-40B4-BE49-F238E27FC236}">
                <a16:creationId xmlns:a16="http://schemas.microsoft.com/office/drawing/2014/main" id="{E18E688F-92B5-4A94-8E48-266A82473B81}"/>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8943966" name="Oval 125293162">
            <a:extLst xmlns:a="http://schemas.openxmlformats.org/drawingml/2006/main">
              <a:ext uri="{FF2B5EF4-FFF2-40B4-BE49-F238E27FC236}">
                <a16:creationId xmlns:a16="http://schemas.microsoft.com/office/drawing/2014/main" id="{E06D31B2-2C52-4AA7-8518-413233D2ACC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24703" name="Oval 1712601375">
            <a:extLst xmlns:a="http://schemas.openxmlformats.org/drawingml/2006/main">
              <a:ext uri="{FF2B5EF4-FFF2-40B4-BE49-F238E27FC236}">
                <a16:creationId xmlns:a16="http://schemas.microsoft.com/office/drawing/2014/main" id="{A478AC0F-A4BB-4F16-9517-B60C1A0D12C9}"/>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335619" name="Straight Connector 361292721">
            <a:extLst xmlns:a="http://schemas.openxmlformats.org/drawingml/2006/main">
              <a:ext uri="{FF2B5EF4-FFF2-40B4-BE49-F238E27FC236}">
                <a16:creationId xmlns:a16="http://schemas.microsoft.com/office/drawing/2014/main" id="{78BE3D7B-497C-4E3A-B21D-15992C2E7F4E}"/>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506109" name="Straight Connector 1216392229">
            <a:extLst xmlns:a="http://schemas.openxmlformats.org/drawingml/2006/main">
              <a:ext uri="{FF2B5EF4-FFF2-40B4-BE49-F238E27FC236}">
                <a16:creationId xmlns:a16="http://schemas.microsoft.com/office/drawing/2014/main" id="{52B0B117-63F5-45C6-A977-D33227E4DC73}"/>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039466" name="Rectangle 1760216901">
            <a:extLst xmlns:a="http://schemas.openxmlformats.org/drawingml/2006/main">
              <a:ext uri="{FF2B5EF4-FFF2-40B4-BE49-F238E27FC236}">
                <a16:creationId xmlns:a16="http://schemas.microsoft.com/office/drawing/2014/main" id="{993AAFEF-D3D9-47D4-A69A-B50C0ECB0EC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718385020" name="Rectangle 1432423854">
            <a:extLst xmlns:a="http://schemas.openxmlformats.org/drawingml/2006/main">
              <a:ext uri="{FF2B5EF4-FFF2-40B4-BE49-F238E27FC236}">
                <a16:creationId xmlns:a16="http://schemas.microsoft.com/office/drawing/2014/main" id="{872BBE1C-4AD2-4BA1-9C98-9561CF00F85D}"/>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02761166" name="Rectangle 1426602610">
            <a:extLst xmlns:a="http://schemas.openxmlformats.org/drawingml/2006/main">
              <a:ext uri="{FF2B5EF4-FFF2-40B4-BE49-F238E27FC236}">
                <a16:creationId xmlns:a16="http://schemas.microsoft.com/office/drawing/2014/main" id="{3A0648E0-28C6-4A1C-8BB4-C68CEBF7D049}"/>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592613530" name="Rectangle: Rounded Corners 1132936319">
            <a:extLst xmlns:a="http://schemas.openxmlformats.org/drawingml/2006/main">
              <a:ext uri="{FF2B5EF4-FFF2-40B4-BE49-F238E27FC236}">
                <a16:creationId xmlns:a16="http://schemas.microsoft.com/office/drawing/2014/main" id="{1624E8EB-832F-4EA4-84AC-2C0E15D2B2F6}"/>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690395" name="Oval 848102302">
            <a:extLst xmlns:a="http://schemas.openxmlformats.org/drawingml/2006/main">
              <a:ext uri="{FF2B5EF4-FFF2-40B4-BE49-F238E27FC236}">
                <a16:creationId xmlns:a16="http://schemas.microsoft.com/office/drawing/2014/main" id="{A00DD9D8-1E10-4BC3-BCED-B47F0D9FDA06}"/>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30630" name="Straight Connector 2140277386">
            <a:extLst xmlns:a="http://schemas.openxmlformats.org/drawingml/2006/main">
              <a:ext uri="{FF2B5EF4-FFF2-40B4-BE49-F238E27FC236}">
                <a16:creationId xmlns:a16="http://schemas.microsoft.com/office/drawing/2014/main" id="{BEC7B9A7-2200-4CA2-A979-466BA26F271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27832" name="Straight Connector 546058830">
            <a:extLst xmlns:a="http://schemas.openxmlformats.org/drawingml/2006/main">
              <a:ext uri="{FF2B5EF4-FFF2-40B4-BE49-F238E27FC236}">
                <a16:creationId xmlns:a16="http://schemas.microsoft.com/office/drawing/2014/main" id="{9CA91135-15DA-455B-8EB1-DE06D39FA79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946334" name="Straight Connector 634911421">
            <a:extLst xmlns:a="http://schemas.openxmlformats.org/drawingml/2006/main">
              <a:ext uri="{FF2B5EF4-FFF2-40B4-BE49-F238E27FC236}">
                <a16:creationId xmlns:a16="http://schemas.microsoft.com/office/drawing/2014/main" id="{D088AE7D-7CA4-4359-AD46-242547B8E301}"/>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4774242" name="Rectangle 253059330">
            <a:extLst xmlns:a="http://schemas.openxmlformats.org/drawingml/2006/main">
              <a:ext uri="{FF2B5EF4-FFF2-40B4-BE49-F238E27FC236}">
                <a16:creationId xmlns:a16="http://schemas.microsoft.com/office/drawing/2014/main" id="{F60433DD-CF37-49A2-9F8C-9B537B05F127}"/>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787834815" name="Rectangle 1961211258">
            <a:extLst xmlns:a="http://schemas.openxmlformats.org/drawingml/2006/main">
              <a:ext uri="{FF2B5EF4-FFF2-40B4-BE49-F238E27FC236}">
                <a16:creationId xmlns:a16="http://schemas.microsoft.com/office/drawing/2014/main" id="{9DC04AF8-C1D6-472E-A902-8815929C122A}"/>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2701355" name="Rectangle 902052220">
            <a:extLst xmlns:a="http://schemas.openxmlformats.org/drawingml/2006/main">
              <a:ext uri="{FF2B5EF4-FFF2-40B4-BE49-F238E27FC236}">
                <a16:creationId xmlns:a16="http://schemas.microsoft.com/office/drawing/2014/main" id="{D6E62676-EDBF-4860-A808-7832C2E52910}"/>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59265620" name="Rectangle 110604859">
            <a:extLst xmlns:a="http://schemas.openxmlformats.org/drawingml/2006/main">
              <a:ext uri="{FF2B5EF4-FFF2-40B4-BE49-F238E27FC236}">
                <a16:creationId xmlns:a16="http://schemas.microsoft.com/office/drawing/2014/main" id="{BD6CA366-126A-4753-9C89-F03E6392F14F}"/>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72745117" name="Rectangle 1570659082">
            <a:extLst xmlns:a="http://schemas.openxmlformats.org/drawingml/2006/main">
              <a:ext uri="{FF2B5EF4-FFF2-40B4-BE49-F238E27FC236}">
                <a16:creationId xmlns:a16="http://schemas.microsoft.com/office/drawing/2014/main" id="{33E83545-F314-4A8D-B9CE-276B2C81C8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62</a:t>
            </a:r>
          </a:p>
        </p:txBody>
      </p:sp>
    </p:spTree>
    <p:extLst>
      <p:ext uri="{BB962C8B-B14F-4D97-AF65-F5344CB8AC3E}">
        <p14:creationId xmlns:p14="http://schemas.microsoft.com/office/powerpoint/2010/main" val="548260291"/>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7376996" name="Rectangle 1748329787">
            <a:extLst xmlns:a="http://schemas.openxmlformats.org/drawingml/2006/main">
              <a:ext uri="{FF2B5EF4-FFF2-40B4-BE49-F238E27FC236}">
                <a16:creationId xmlns:a16="http://schemas.microsoft.com/office/drawing/2014/main" id="{18D6B60B-47E6-4D43-B6CE-B1A717F9456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78110501" name="Rectangle 1611343531">
            <a:extLst xmlns:a="http://schemas.openxmlformats.org/drawingml/2006/main">
              <a:ext uri="{FF2B5EF4-FFF2-40B4-BE49-F238E27FC236}">
                <a16:creationId xmlns:a16="http://schemas.microsoft.com/office/drawing/2014/main" id="{E9E37664-4FF1-4026-9CA7-42B6A7F691D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37586433" name="Rectangle: Rounded Corners 1015940866">
            <a:extLst xmlns:a="http://schemas.openxmlformats.org/drawingml/2006/main">
              <a:ext uri="{FF2B5EF4-FFF2-40B4-BE49-F238E27FC236}">
                <a16:creationId xmlns:a16="http://schemas.microsoft.com/office/drawing/2014/main" id="{87D7B6CD-67BC-4EE8-82B4-4E72056176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369937" name="Rectangle: Rounded Corners 1808652943">
            <a:extLst xmlns:a="http://schemas.openxmlformats.org/drawingml/2006/main">
              <a:ext uri="{FF2B5EF4-FFF2-40B4-BE49-F238E27FC236}">
                <a16:creationId xmlns:a16="http://schemas.microsoft.com/office/drawing/2014/main" id="{94F90019-5978-4ECF-B644-A89A0F5E286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113046" name="Rectangle: Rounded Corners 1081078089">
            <a:extLst xmlns:a="http://schemas.openxmlformats.org/drawingml/2006/main">
              <a:ext uri="{FF2B5EF4-FFF2-40B4-BE49-F238E27FC236}">
                <a16:creationId xmlns:a16="http://schemas.microsoft.com/office/drawing/2014/main" id="{2BA0372E-7C64-46C4-A1AD-4FDACDC85BC0}"/>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224332" name="Rectangle: Rounded Corners 492680344">
            <a:extLst xmlns:a="http://schemas.openxmlformats.org/drawingml/2006/main">
              <a:ext uri="{FF2B5EF4-FFF2-40B4-BE49-F238E27FC236}">
                <a16:creationId xmlns:a16="http://schemas.microsoft.com/office/drawing/2014/main" id="{A4D09887-87DC-4BD9-98FC-1FEDCD30F96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374846" name="Rectangle: Rounded Corners 1482722514">
            <a:extLst xmlns:a="http://schemas.openxmlformats.org/drawingml/2006/main">
              <a:ext uri="{FF2B5EF4-FFF2-40B4-BE49-F238E27FC236}">
                <a16:creationId xmlns:a16="http://schemas.microsoft.com/office/drawing/2014/main" id="{2A3A064E-5E52-408A-A1EB-16EBFCC598AF}"/>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8729" name="Rectangle: Rounded Corners 121026446">
            <a:extLst xmlns:a="http://schemas.openxmlformats.org/drawingml/2006/main">
              <a:ext uri="{FF2B5EF4-FFF2-40B4-BE49-F238E27FC236}">
                <a16:creationId xmlns:a16="http://schemas.microsoft.com/office/drawing/2014/main" id="{3B370CA5-723E-4530-A7C3-FF50ABCFB595}"/>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7709516" name="Rectangle 163980103">
            <a:extLst xmlns:a="http://schemas.openxmlformats.org/drawingml/2006/main">
              <a:ext uri="{FF2B5EF4-FFF2-40B4-BE49-F238E27FC236}">
                <a16:creationId xmlns:a16="http://schemas.microsoft.com/office/drawing/2014/main" id="{52021FAB-65C5-487E-925D-65C1F9F69D48}"/>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48102419" name="Rectangle 693850306">
            <a:extLst xmlns:a="http://schemas.openxmlformats.org/drawingml/2006/main">
              <a:ext uri="{FF2B5EF4-FFF2-40B4-BE49-F238E27FC236}">
                <a16:creationId xmlns:a16="http://schemas.microsoft.com/office/drawing/2014/main" id="{48C8E523-5CF7-4A53-90B7-C69CB9C5A4AC}"/>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69103675" name="Straight Connector 1622472842">
            <a:extLst xmlns:a="http://schemas.openxmlformats.org/drawingml/2006/main">
              <a:ext uri="{FF2B5EF4-FFF2-40B4-BE49-F238E27FC236}">
                <a16:creationId xmlns:a16="http://schemas.microsoft.com/office/drawing/2014/main" id="{139985F2-7795-41F3-BF37-E09DAE1691DC}"/>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2445193" name="Rectangle: Rounded Corners 1311020404">
            <a:extLst xmlns:a="http://schemas.openxmlformats.org/drawingml/2006/main">
              <a:ext uri="{FF2B5EF4-FFF2-40B4-BE49-F238E27FC236}">
                <a16:creationId xmlns:a16="http://schemas.microsoft.com/office/drawing/2014/main" id="{8EC57A83-013D-477A-8581-CFA06F22F5F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888268410" name="Rectangle 481459380">
            <a:extLst xmlns:a="http://schemas.openxmlformats.org/drawingml/2006/main">
              <a:ext uri="{FF2B5EF4-FFF2-40B4-BE49-F238E27FC236}">
                <a16:creationId xmlns:a16="http://schemas.microsoft.com/office/drawing/2014/main" id="{C8FD9E46-BF4C-4ABC-B7B0-6BE547550143}"/>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82735656" name="Rectangle: Rounded Corners 1942037177">
            <a:extLst xmlns:a="http://schemas.openxmlformats.org/drawingml/2006/main">
              <a:ext uri="{FF2B5EF4-FFF2-40B4-BE49-F238E27FC236}">
                <a16:creationId xmlns:a16="http://schemas.microsoft.com/office/drawing/2014/main" id="{9CEDB0F0-5163-4862-97D7-9252F8E3FDEC}"/>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446866458" name="Rectangle: Rounded Corners 75602190">
            <a:extLst xmlns:a="http://schemas.openxmlformats.org/drawingml/2006/main">
              <a:ext uri="{FF2B5EF4-FFF2-40B4-BE49-F238E27FC236}">
                <a16:creationId xmlns:a16="http://schemas.microsoft.com/office/drawing/2014/main" id="{B43FAD39-8AF9-419C-AA8F-C966F2F58251}"/>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423800298" name="Rectangle: Rounded Corners 1789658254">
            <a:extLst xmlns:a="http://schemas.openxmlformats.org/drawingml/2006/main">
              <a:ext uri="{FF2B5EF4-FFF2-40B4-BE49-F238E27FC236}">
                <a16:creationId xmlns:a16="http://schemas.microsoft.com/office/drawing/2014/main" id="{2F3B8737-0D1E-4B3D-B965-1AFE5C6AD1CE}"/>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423897199" name="Rectangle: Rounded Corners 1953288476">
            <a:extLst xmlns:a="http://schemas.openxmlformats.org/drawingml/2006/main">
              <a:ext uri="{FF2B5EF4-FFF2-40B4-BE49-F238E27FC236}">
                <a16:creationId xmlns:a16="http://schemas.microsoft.com/office/drawing/2014/main" id="{1A0A0A7A-41DE-4AB6-9F3D-C37A1B4DFD5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38348878" name="Straight Connector 319643796">
            <a:extLst xmlns:a="http://schemas.openxmlformats.org/drawingml/2006/main">
              <a:ext uri="{FF2B5EF4-FFF2-40B4-BE49-F238E27FC236}">
                <a16:creationId xmlns:a16="http://schemas.microsoft.com/office/drawing/2014/main" id="{0738F9E1-CAC4-43B2-B36D-23054EA6674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271811" name="Rectangle: Rounded Corners 647942513">
            <a:extLst xmlns:a="http://schemas.openxmlformats.org/drawingml/2006/main">
              <a:ext uri="{FF2B5EF4-FFF2-40B4-BE49-F238E27FC236}">
                <a16:creationId xmlns:a16="http://schemas.microsoft.com/office/drawing/2014/main" id="{A3E88342-FF25-421A-B432-D810540457B6}"/>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444461" name="Rectangle: Rounded Corners 636131648">
            <a:extLst xmlns:a="http://schemas.openxmlformats.org/drawingml/2006/main">
              <a:ext uri="{FF2B5EF4-FFF2-40B4-BE49-F238E27FC236}">
                <a16:creationId xmlns:a16="http://schemas.microsoft.com/office/drawing/2014/main" id="{DBBDF60C-DB20-4BEE-B9FC-F1364B2911D1}"/>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4324562" name="Rectangle: Rounded Corners 261513705">
            <a:extLst xmlns:a="http://schemas.openxmlformats.org/drawingml/2006/main">
              <a:ext uri="{FF2B5EF4-FFF2-40B4-BE49-F238E27FC236}">
                <a16:creationId xmlns:a16="http://schemas.microsoft.com/office/drawing/2014/main" id="{FD13B57C-779F-4DC1-ADAE-79FCC346CC8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3794945" name="Rectangle 1466779702">
            <a:extLst xmlns:a="http://schemas.openxmlformats.org/drawingml/2006/main">
              <a:ext uri="{FF2B5EF4-FFF2-40B4-BE49-F238E27FC236}">
                <a16:creationId xmlns:a16="http://schemas.microsoft.com/office/drawing/2014/main" id="{0AD6DDE2-EEB0-4406-B560-770106F90011}"/>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001967413" name="Rectangle 2140567318">
            <a:extLst xmlns:a="http://schemas.openxmlformats.org/drawingml/2006/main">
              <a:ext uri="{FF2B5EF4-FFF2-40B4-BE49-F238E27FC236}">
                <a16:creationId xmlns:a16="http://schemas.microsoft.com/office/drawing/2014/main" id="{52E55CA9-27BA-429B-B18B-ED0979D050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934885230" name="Rectangle 800090932">
            <a:extLst xmlns:a="http://schemas.openxmlformats.org/drawingml/2006/main">
              <a:ext uri="{FF2B5EF4-FFF2-40B4-BE49-F238E27FC236}">
                <a16:creationId xmlns:a16="http://schemas.microsoft.com/office/drawing/2014/main" id="{9ADD06D4-F77D-4C97-9AC2-2DCD929FBBDF}"/>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1221556018" name="Oval 663275864">
            <a:extLst xmlns:a="http://schemas.openxmlformats.org/drawingml/2006/main">
              <a:ext uri="{FF2B5EF4-FFF2-40B4-BE49-F238E27FC236}">
                <a16:creationId xmlns:a16="http://schemas.microsoft.com/office/drawing/2014/main" id="{0E081D9B-0B14-42A4-9ACF-6C75B816E57C}"/>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1833886" name="Oval 302896655">
            <a:extLst xmlns:a="http://schemas.openxmlformats.org/drawingml/2006/main">
              <a:ext uri="{FF2B5EF4-FFF2-40B4-BE49-F238E27FC236}">
                <a16:creationId xmlns:a16="http://schemas.microsoft.com/office/drawing/2014/main" id="{8F82A5ED-BFBA-4CB5-873D-3912333D207F}"/>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385268" name="Oval 1173073258">
            <a:extLst xmlns:a="http://schemas.openxmlformats.org/drawingml/2006/main">
              <a:ext uri="{FF2B5EF4-FFF2-40B4-BE49-F238E27FC236}">
                <a16:creationId xmlns:a16="http://schemas.microsoft.com/office/drawing/2014/main" id="{43CCDE16-5016-4FE1-AA79-E4B09561098F}"/>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389828" name="Rectangle 1351287707">
            <a:extLst xmlns:a="http://schemas.openxmlformats.org/drawingml/2006/main">
              <a:ext uri="{FF2B5EF4-FFF2-40B4-BE49-F238E27FC236}">
                <a16:creationId xmlns:a16="http://schemas.microsoft.com/office/drawing/2014/main" id="{A83879BB-A8DE-4400-974C-29651C4F336B}"/>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378538988" name="Rectangle 1523385386">
            <a:extLst xmlns:a="http://schemas.openxmlformats.org/drawingml/2006/main">
              <a:ext uri="{FF2B5EF4-FFF2-40B4-BE49-F238E27FC236}">
                <a16:creationId xmlns:a16="http://schemas.microsoft.com/office/drawing/2014/main" id="{6F1594A7-4AF2-4C6F-BB90-13CF14F133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defRPr>
            </a:pPr>
            <a:r>
              <a:rPr sz="1000" b="0">
                <a:solidFill>
                  <a:srgbClr val="667085"/>
                </a:solidFill>
              </a:rPr>
              <a:t>63</a:t>
            </a:r>
          </a:p>
        </p:txBody>
      </p:sp>
    </p:spTree>
    <p:extLst>
      <p:ext uri="{BB962C8B-B14F-4D97-AF65-F5344CB8AC3E}">
        <p14:creationId xmlns:p14="http://schemas.microsoft.com/office/powerpoint/2010/main" val="480199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2026-07-27T10:54:31.1330000Z</dcterms:created>
  <dcterms:modified xsi:type="dcterms:W3CDTF">2026-07-27T10:54:31.1330000Z</dcterms:modified>
</coreProperties>
</file>