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notesSlides/notesSlide63.xml" ContentType="application/vnd.openxmlformats-officedocument.presentationml.notesSlide+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ppt/notesSlides/notesSlide48.xml" ContentType="application/vnd.openxmlformats-officedocument.presentationml.notesSlide+xml"/>
  <Override PartName="/docProps/app.xml" ContentType="application/vnd.openxmlformats-officedocument.extended-properties+xml"/>
  <Override PartName="/ppt/viewProps.xml" ContentType="application/vnd.openxmlformats-officedocument.presentationml.viewProps+xml"/>
  <Override PartName="/ppt/notesSlides/notesSlide60.xml" ContentType="application/vnd.openxmlformats-officedocument.presentationml.notesSlide+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67.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9.xml" ContentType="application/vnd.openxmlformats-officedocument.presentationml.slide+xml"/>
  <Override PartName="/ppt/notesSlides/notesSlide64.xml" ContentType="application/vnd.openxmlformats-officedocument.presentationml.notesSlide+xml"/>
  <Override PartName="/ppt/slideLayouts/slideLayout2.xml" ContentType="application/vnd.openxmlformats-officedocument.presentationml.slideLayout+xml"/>
  <Override PartName="/ppt/slides/slide38.xml" ContentType="application/vnd.openxmlformats-officedocument.presentationml.slide+xml"/>
  <Override PartName="/ppt/notesSlides/notesSlide65.xml" ContentType="application/vnd.openxmlformats-officedocument.presentationml.notesSlide+xml"/>
  <Override PartName="/ppt/slideLayouts/slideLayout3.xml" ContentType="application/vnd.openxmlformats-officedocument.presentationml.slideLayout+xml"/>
  <Override PartName="/ppt/notesSlides/notesSlide62.xml" ContentType="application/vnd.openxmlformats-officedocument.presentationml.notesSlide+xml"/>
  <Override PartName="/ppt/slideLayouts/slideLayout4.xml" ContentType="application/vnd.openxmlformats-officedocument.presentationml.slideLayout+xml"/>
  <Override PartName="/ppt/notesSlides/notesSlide61.xml" ContentType="application/vnd.openxmlformats-officedocument.presentationml.notesSlide+xml"/>
  <Override PartName="/ppt/slideLayouts/slideLayout7.xml" ContentType="application/vnd.openxmlformats-officedocument.presentationml.slideLayout+xml"/>
  <Override PartName="/ppt/slides/slide33.xml" ContentType="application/vnd.openxmlformats-officedocument.presentationml.slide+xml"/>
  <Override PartName="/ppt/slideLayouts/slideLayout8.xml" ContentType="application/vnd.openxmlformats-officedocument.presentationml.slideLayout+xml"/>
  <Override PartName="/ppt/slides/slide32.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29.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3.xml" ContentType="application/vnd.openxmlformats-officedocument.presentationml.slide+xml"/>
  <Override PartName="/ppt/notesSlides/notesSlide19.xml" ContentType="application/vnd.openxmlformats-officedocument.presentationml.notesSlide+xml"/>
  <Override PartName="/ppt/slides/slide44.xml" ContentType="application/vnd.openxmlformats-officedocument.presentationml.slide+xml"/>
  <Override PartName="/ppt/notesSlides/notesSlide18.xml" ContentType="application/vnd.openxmlformats-officedocument.presentationml.notes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15.xml" ContentType="application/vnd.openxmlformats-officedocument.presentationml.notesSlide+xml"/>
  <Override PartName="/ppt/slides/slide48.xml" ContentType="application/vnd.openxmlformats-officedocument.presentationml.slide+xml"/>
  <Override PartName="/ppt/notesSlides/notesSlide14.xml" ContentType="application/vnd.openxmlformats-officedocument.presentationml.notes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Slides/notesSlide39.xml" ContentType="application/vnd.openxmlformats-officedocument.presentationml.notesSlide+xml"/>
  <Override PartName="/ppt/slides/slide64.xml" ContentType="application/vnd.openxmlformats-officedocument.presentationml.slide+xml"/>
  <Override PartName="/ppt/notesSlides/notesSlide38.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Slides/notesSlide35.xml" ContentType="application/vnd.openxmlformats-officedocument.presentationml.notesSlide+xml"/>
  <Override PartName="/ppt/slides/slide68.xml" ContentType="application/vnd.openxmlformats-officedocument.presentationml.slide+xml"/>
  <Override PartName="/ppt/notesSlides/notesSlide34.xml" ContentType="application/vnd.openxmlformats-officedocument.presentationml.notesSlide+xml"/>
  <Override PartName="/ppt/slides/slide69.xml" ContentType="application/vnd.openxmlformats-officedocument.presentationml.slide+xml"/>
  <Override PartName="/ppt/slides/slide7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ja-JP"/>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4" d="100"/>
          <a:sy n="104" d="100"/>
        </p:scale>
        <p:origin x="114" y="25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 /><Relationship Id="rId76" Type="http://schemas.openxmlformats.org/officeDocument/2006/relationships/tableStyles" Target="tableStyles.xml" /><Relationship Id="rId7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88438658" name="Header Placeholder"/>
          <p:cNvSpPr>
            <a:spLocks noGrp="1"/>
          </p:cNvSpPr>
          <p:nvPr>
            <p:ph type="hdr" sz="quarter"/>
          </p:nvPr>
        </p:nvSpPr>
        <p:spPr bwMode="auto">
          <a:prstGeom prst="rect">
            <a:avLst/>
          </a:prstGeom>
        </p:spPr>
        <p:txBody>
          <a:bodyPr/>
          <a:lstStyle/>
          <a:p>
            <a:pPr>
              <a:defRPr/>
            </a:pPr>
            <a:endParaRPr/>
          </a:p>
        </p:txBody>
      </p:sp>
      <p:sp>
        <p:nvSpPr>
          <p:cNvPr id="127070335" name="Date Placeholder"/>
          <p:cNvSpPr>
            <a:spLocks noGrp="1"/>
          </p:cNvSpPr>
          <p:nvPr>
            <p:ph type="dt" sz="quarter" idx="1"/>
          </p:nvPr>
        </p:nvSpPr>
        <p:spPr bwMode="auto">
          <a:prstGeom prst="rect">
            <a:avLst/>
          </a:prstGeom>
        </p:spPr>
        <p:txBody>
          <a:bodyPr/>
          <a:lstStyle/>
          <a:p>
            <a:pPr>
              <a:defRPr/>
            </a:pPr>
            <a:endParaRPr/>
          </a:p>
        </p:txBody>
      </p:sp>
      <p:sp>
        <p:nvSpPr>
          <p:cNvPr id="1769271599" name="Slide Image Placeholder"/>
          <p:cNvSpPr>
            <a:spLocks noChangeAspect="1" noGrp="1" noRot="1"/>
          </p:cNvSpPr>
          <p:nvPr>
            <p:ph type="sldImg" idx="2"/>
          </p:nvPr>
        </p:nvSpPr>
        <p:spPr bwMode="auto">
          <a:prstGeom prst="rect">
            <a:avLst/>
          </a:prstGeom>
        </p:spPr>
        <p:txBody>
          <a:bodyPr/>
          <a:lstStyle/>
          <a:p>
            <a:pPr>
              <a:defRPr/>
            </a:pPr>
            <a:endParaRPr/>
          </a:p>
        </p:txBody>
      </p:sp>
      <p:sp>
        <p:nvSpPr>
          <p:cNvPr id="256639395" name="Notes Placeholder"/>
          <p:cNvSpPr>
            <a:spLocks noGrp="1"/>
          </p:cNvSpPr>
          <p:nvPr>
            <p:ph type="body" sz="quarter" idx="3"/>
          </p:nvPr>
        </p:nvSpPr>
        <p:spPr bwMode="auto">
          <a:prstGeom prst="rect">
            <a:avLst/>
          </a:prstGeom>
        </p:spPr>
        <p:txBody>
          <a:bodyPr/>
          <a:lstStyle/>
          <a:p>
            <a:pPr>
              <a:defRPr/>
            </a:pPr>
            <a:endParaRPr/>
          </a:p>
        </p:txBody>
      </p:sp>
      <p:sp>
        <p:nvSpPr>
          <p:cNvPr id="1692626537" name="Footer Placeholder"/>
          <p:cNvSpPr>
            <a:spLocks noGrp="1"/>
          </p:cNvSpPr>
          <p:nvPr>
            <p:ph type="ftr" sz="quarter" idx="4"/>
          </p:nvPr>
        </p:nvSpPr>
        <p:spPr bwMode="auto">
          <a:prstGeom prst="rect">
            <a:avLst/>
          </a:prstGeom>
        </p:spPr>
        <p:txBody>
          <a:bodyPr/>
          <a:lstStyle/>
          <a:p>
            <a:pPr>
              <a:defRPr/>
            </a:pPr>
            <a:endParaRPr/>
          </a:p>
        </p:txBody>
      </p:sp>
      <p:sp>
        <p:nvSpPr>
          <p:cNvPr id="2077652408" name="Slide Number Placeholder"/>
          <p:cNvSpPr>
            <a:spLocks noGrp="1"/>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7582752" name="Slide Image Placeholder 1"/>
          <p:cNvSpPr>
            <a:spLocks noChangeAspect="1" noGrp="1" noRot="1"/>
          </p:cNvSpPr>
          <p:nvPr>
            <p:ph type="sldImg"/>
          </p:nvPr>
        </p:nvSpPr>
        <p:spPr bwMode="auto"/>
      </p:sp>
      <p:sp>
        <p:nvSpPr>
          <p:cNvPr id="1143816461" name="Notes Placeholder 2"/>
          <p:cNvSpPr>
            <a:spLocks noGrp="1"/>
          </p:cNvSpPr>
          <p:nvPr>
            <p:ph type="body" idx="1"/>
          </p:nvPr>
        </p:nvSpPr>
        <p:spPr bwMode="auto"/>
        <p:txBody>
          <a:bodyPr/>
          <a:lstStyle/>
          <a:p>
            <a:pPr>
              <a:buNone/>
              <a:defRPr/>
            </a:pPr>
            <a:r>
              <a:rPr/>
              <a:t>[Sources]</a:t>
            </a:r>
            <a:endParaRPr/>
          </a:p>
          <a:p>
            <a:pPr>
              <a:buNone/>
              <a:defRPr/>
            </a:pPr>
            <a:r>
              <a:rPr/>
              <a:t>This slide now functions as the table of contents: foundations, language representation, attention, Transformer, and GPT.</a:t>
            </a:r>
            <a:endParaRPr/>
          </a:p>
        </p:txBody>
      </p:sp>
      <p:sp>
        <p:nvSpPr>
          <p:cNvPr id="198824942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1299625" name="Slide Image Placeholder 1"/>
          <p:cNvSpPr>
            <a:spLocks noChangeAspect="1" noGrp="1" noRot="1"/>
          </p:cNvSpPr>
          <p:nvPr>
            <p:ph type="sldImg"/>
          </p:nvPr>
        </p:nvSpPr>
        <p:spPr bwMode="auto"/>
      </p:sp>
      <p:sp>
        <p:nvSpPr>
          <p:cNvPr id="2101865338" name="Notes Placeholder 2"/>
          <p:cNvSpPr>
            <a:spLocks noGrp="1"/>
          </p:cNvSpPr>
          <p:nvPr>
            <p:ph type="body" idx="1"/>
          </p:nvPr>
        </p:nvSpPr>
        <p:spPr bwMode="auto"/>
        <p:txBody>
          <a:bodyPr/>
          <a:lstStyle/>
          <a:p>
            <a:pPr>
              <a:buNone/>
              <a:defRPr/>
            </a:pPr>
            <a:r>
              <a:rPr/>
              <a:t>[Sources]</a:t>
            </a:r>
            <a:endParaRPr/>
          </a:p>
          <a:p>
            <a:pPr>
              <a:buNone/>
              <a:defRPr/>
            </a:pPr>
            <a:r>
              <a:rPr/>
              <a:t>AI landscape image supplied by the user: https://media.licdn.com/dms/image/v2/D4D22AQEwD7fMcLTAdQ/feedshare-shrink_800/B4DZd9bUoRG8Ag-/0/1750156005031?e=2147483647&amp;v=beta&amp;t=dCR6tdHvBihBUouwX60e8hqjI_j5cD386Zc8Bszzw_M</a:t>
            </a:r>
            <a:endParaRPr/>
          </a:p>
          <a:p>
            <a:pPr>
              <a:buNone/>
              <a:defRPr/>
            </a:pPr>
            <a:r>
              <a:rPr/>
              <a:t>The image is presented as an orientation graphic; labels are reproduced from the supplied source.</a:t>
            </a:r>
            <a:endParaRPr/>
          </a:p>
        </p:txBody>
      </p:sp>
      <p:sp>
        <p:nvSpPr>
          <p:cNvPr id="9663142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6802452" name="Slide Image Placeholder 1"/>
          <p:cNvSpPr>
            <a:spLocks noChangeAspect="1" noGrp="1" noRot="1"/>
          </p:cNvSpPr>
          <p:nvPr>
            <p:ph type="sldImg"/>
          </p:nvPr>
        </p:nvSpPr>
        <p:spPr bwMode="auto"/>
      </p:sp>
      <p:sp>
        <p:nvSpPr>
          <p:cNvPr id="1718066529"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85624421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3167913" name="Slide Image Placeholder 1"/>
          <p:cNvSpPr>
            <a:spLocks noChangeAspect="1" noGrp="1" noRot="1"/>
          </p:cNvSpPr>
          <p:nvPr>
            <p:ph type="sldImg"/>
          </p:nvPr>
        </p:nvSpPr>
        <p:spPr bwMode="auto"/>
      </p:sp>
      <p:sp>
        <p:nvSpPr>
          <p:cNvPr id="802793149"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64067569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2866835" name="Slide Image Placeholder 1"/>
          <p:cNvSpPr>
            <a:spLocks noChangeAspect="1" noGrp="1" noRot="1"/>
          </p:cNvSpPr>
          <p:nvPr>
            <p:ph type="sldImg"/>
          </p:nvPr>
        </p:nvSpPr>
        <p:spPr bwMode="auto"/>
      </p:sp>
      <p:sp>
        <p:nvSpPr>
          <p:cNvPr id="1022136684"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26783133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728435" name="Slide Image Placeholder 1"/>
          <p:cNvSpPr>
            <a:spLocks noChangeAspect="1" noGrp="1" noRot="1"/>
          </p:cNvSpPr>
          <p:nvPr>
            <p:ph type="sldImg"/>
          </p:nvPr>
        </p:nvSpPr>
        <p:spPr bwMode="auto"/>
      </p:sp>
      <p:sp>
        <p:nvSpPr>
          <p:cNvPr id="1558844965"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2234857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6994545" name="Slide Image Placeholder 1"/>
          <p:cNvSpPr>
            <a:spLocks noChangeAspect="1" noGrp="1" noRot="1"/>
          </p:cNvSpPr>
          <p:nvPr>
            <p:ph type="sldImg"/>
          </p:nvPr>
        </p:nvSpPr>
        <p:spPr bwMode="auto"/>
      </p:sp>
      <p:sp>
        <p:nvSpPr>
          <p:cNvPr id="641051411"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6744859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987237" name="Slide Image Placeholder 1"/>
          <p:cNvSpPr>
            <a:spLocks noChangeAspect="1" noGrp="1" noRot="1"/>
          </p:cNvSpPr>
          <p:nvPr>
            <p:ph type="sldImg"/>
          </p:nvPr>
        </p:nvSpPr>
        <p:spPr bwMode="auto"/>
      </p:sp>
      <p:sp>
        <p:nvSpPr>
          <p:cNvPr id="1477191868"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9377102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0002445" name="Slide Image Placeholder 1"/>
          <p:cNvSpPr>
            <a:spLocks noChangeAspect="1" noGrp="1" noRot="1"/>
          </p:cNvSpPr>
          <p:nvPr>
            <p:ph type="sldImg"/>
          </p:nvPr>
        </p:nvSpPr>
        <p:spPr bwMode="auto"/>
      </p:sp>
      <p:sp>
        <p:nvSpPr>
          <p:cNvPr id="171244660"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train/validation/test model evaluation practice.</a:t>
            </a:r>
            <a:endParaRPr/>
          </a:p>
          <a:p>
            <a:pPr>
              <a:buNone/>
              <a:defRPr/>
            </a:pPr>
            <a:r>
              <a:rPr/>
              <a:t>Train data is used to fit parameters. Validation data is used for model selection and hyperparameter tuning, so it can influence the development process. Test data is held out until the end to estimate final generalization.</a:t>
            </a:r>
            <a:endParaRPr/>
          </a:p>
        </p:txBody>
      </p:sp>
      <p:sp>
        <p:nvSpPr>
          <p:cNvPr id="21358994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4415229" name="Slide Image Placeholder 1"/>
          <p:cNvSpPr>
            <a:spLocks noChangeAspect="1" noGrp="1" noRot="1"/>
          </p:cNvSpPr>
          <p:nvPr>
            <p:ph type="sldImg"/>
          </p:nvPr>
        </p:nvSpPr>
        <p:spPr bwMode="auto"/>
      </p:sp>
      <p:sp>
        <p:nvSpPr>
          <p:cNvPr id="455943087"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train/validation/test evaluation concepts.</a:t>
            </a:r>
            <a:endParaRPr/>
          </a:p>
        </p:txBody>
      </p:sp>
      <p:sp>
        <p:nvSpPr>
          <p:cNvPr id="10826238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363926" name="Slide Image Placeholder 1"/>
          <p:cNvSpPr>
            <a:spLocks noChangeAspect="1" noGrp="1" noRot="1"/>
          </p:cNvSpPr>
          <p:nvPr>
            <p:ph type="sldImg"/>
          </p:nvPr>
        </p:nvSpPr>
        <p:spPr bwMode="auto"/>
      </p:sp>
      <p:sp>
        <p:nvSpPr>
          <p:cNvPr id="1900694106"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50258994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3667328" name="Slide Image Placeholder 1"/>
          <p:cNvSpPr>
            <a:spLocks noChangeAspect="1" noGrp="1" noRot="1"/>
          </p:cNvSpPr>
          <p:nvPr>
            <p:ph type="sldImg"/>
          </p:nvPr>
        </p:nvSpPr>
        <p:spPr bwMode="auto"/>
      </p:sp>
      <p:sp>
        <p:nvSpPr>
          <p:cNvPr id="734996963"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4366707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5515" name="Slide Image Placeholder 1"/>
          <p:cNvSpPr>
            <a:spLocks noChangeAspect="1" noGrp="1" noRot="1"/>
          </p:cNvSpPr>
          <p:nvPr>
            <p:ph type="sldImg"/>
          </p:nvPr>
        </p:nvSpPr>
        <p:spPr bwMode="auto"/>
      </p:sp>
      <p:sp>
        <p:nvSpPr>
          <p:cNvPr id="1529926959"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56173912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2110757" name="Slide Image Placeholder 1"/>
          <p:cNvSpPr>
            <a:spLocks noChangeAspect="1" noGrp="1" noRot="1"/>
          </p:cNvSpPr>
          <p:nvPr>
            <p:ph type="sldImg"/>
          </p:nvPr>
        </p:nvSpPr>
        <p:spPr bwMode="auto"/>
      </p:sp>
      <p:sp>
        <p:nvSpPr>
          <p:cNvPr id="620163386"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a:p>
            <a:pPr>
              <a:buNone/>
              <a:defRPr/>
            </a:pPr>
            <a:endParaRPr/>
          </a:p>
          <a:p>
            <a:pPr>
              <a:buNone/>
              <a:defRPr/>
            </a:pPr>
            <a:r>
              <a:rPr sz="1200"/>
              <a:t>Backtracking line search shrinks bad steps</a:t>
            </a:r>
            <a:r>
              <a:rPr/>
              <a:t>는 다음 의미입니다.</a:t>
            </a:r>
            <a:endParaRPr/>
          </a:p>
          <a:p>
            <a:pPr>
              <a:buNone/>
              <a:defRPr/>
            </a:pPr>
            <a:r>
              <a:rPr/>
              <a:t>경사하강법은 우선 비교적 큰 학습률 \(\alpha\)로 이동을 시도합니다.</a:t>
            </a:r>
            <a:endParaRPr/>
          </a:p>
          <a:p>
            <a:pPr>
              <a:buNone/>
              <a:defRPr/>
            </a:pPr>
            <a:r>
              <a:rPr/>
              <a:t>\[ \theta_{\text{new}}=\theta-\alpha\nabla L(\theta) \]</a:t>
            </a:r>
            <a:endParaRPr/>
          </a:p>
          <a:p>
            <a:pPr>
              <a:buNone/>
              <a:defRPr/>
            </a:pPr>
            <a:r>
              <a:rPr/>
              <a:t>이동한 뒤 손실 \(L\)이 충분히 감소했는지 확인합니다.</a:t>
            </a:r>
            <a:endParaRPr/>
          </a:p>
          <a:p>
            <a:pPr>
              <a:buNone/>
              <a:defRPr/>
            </a:pPr>
            <a:r>
              <a:rPr/>
              <a:t>손실이 충분히 감소하면 해당 이동을 </a:t>
            </a:r>
            <a:r>
              <a:rPr sz="1200"/>
              <a:t>accept</a:t>
            </a:r>
            <a:endParaRPr/>
          </a:p>
          <a:p>
            <a:pPr>
              <a:buNone/>
              <a:defRPr/>
            </a:pPr>
            <a:r>
              <a:rPr/>
              <a:t>감소하지 않거나 오히려 증가하면 </a:t>
            </a:r>
            <a:r>
              <a:rPr sz="1200"/>
              <a:t>reject</a:t>
            </a:r>
            <a:endParaRPr/>
          </a:p>
          <a:p>
            <a:pPr>
              <a:buNone/>
              <a:defRPr/>
            </a:pPr>
            <a:r>
              <a:rPr/>
              <a:t>거부되면 학습률을 줄여 다시 시도</a:t>
            </a:r>
            <a:endParaRPr/>
          </a:p>
          <a:p>
            <a:pPr>
              <a:buNone/>
              <a:defRPr/>
            </a:pPr>
            <a:r>
              <a:rPr/>
              <a:t>\[ \alpha \leftarrow \rho\alpha,\qquad 0&lt;\rho&lt;1 \]</a:t>
            </a:r>
            <a:endParaRPr/>
          </a:p>
          <a:p>
            <a:pPr>
              <a:buNone/>
              <a:defRPr/>
            </a:pPr>
            <a:r>
              <a:rPr/>
              <a:t>일반적으로 \(\rho=0.5\)라면 다음처럼 진행됩니다.</a:t>
            </a:r>
            <a:endParaRPr/>
          </a:p>
          <a:p>
            <a:pPr>
              <a:buNone/>
              <a:defRPr/>
            </a:pPr>
            <a:r>
              <a:rPr/>
              <a:t>\[ \alpha,\quad \frac{\alpha}{2},\quad \frac{\alpha}{4},\quad \frac{\alpha}{8},\dots \]</a:t>
            </a:r>
            <a:endParaRPr/>
          </a:p>
          <a:p>
            <a:pPr>
              <a:buNone/>
              <a:defRPr/>
            </a:pPr>
            <a:r>
              <a:rPr/>
              <a:t>예를 들면:</a:t>
            </a:r>
            <a:endParaRPr/>
          </a:p>
          <a:p>
            <a:pPr>
              <a:buNone/>
              <a:defRPr/>
            </a:pPr>
            <a:r>
              <a:rPr/>
              <a:t>\(\alpha=1.0\)으로 이동 → 손실 증가 → reject</a:t>
            </a:r>
            <a:endParaRPr/>
          </a:p>
          <a:p>
            <a:pPr>
              <a:buNone/>
              <a:defRPr/>
            </a:pPr>
            <a:r>
              <a:rPr/>
              <a:t>\(\alpha=0.5\)로 다시 이동 → 감소량 부족 → reject</a:t>
            </a:r>
            <a:endParaRPr/>
          </a:p>
          <a:p>
            <a:pPr>
              <a:buNone/>
              <a:defRPr/>
            </a:pPr>
            <a:r>
              <a:rPr/>
              <a:t>\(\alpha=0.25\)로 이동 → 손실 충분히 감소 → accept</a:t>
            </a:r>
            <a:endParaRPr/>
          </a:p>
          <a:p>
            <a:pPr>
              <a:buNone/>
              <a:defRPr/>
            </a:pPr>
            <a:r>
              <a:rPr/>
              <a:t>즉, 제목은 “너무 큰 보폭으로 잘못 이동하려 하면, 보폭을 계속 줄여 안전하게 내려간다”는 뜻입니다. 15번 그림에는 </a:t>
            </a:r>
            <a:r>
              <a:rPr sz="1200"/>
              <a:t>현재 위치 → 큰 α 이동은 reject → α/2 이동은 accept</a:t>
            </a:r>
            <a:r>
              <a:rPr/>
              <a:t>가 표시되어야 의미가 더 분명해집니다.</a:t>
            </a:r>
            <a:endParaRPr/>
          </a:p>
          <a:p>
            <a:pPr>
              <a:buNone/>
              <a:defRPr/>
            </a:pPr>
            <a:endParaRPr/>
          </a:p>
        </p:txBody>
      </p:sp>
      <p:sp>
        <p:nvSpPr>
          <p:cNvPr id="205961176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3361069" name="Slide Image Placeholder 1"/>
          <p:cNvSpPr>
            <a:spLocks noChangeAspect="1" noGrp="1" noRot="1"/>
          </p:cNvSpPr>
          <p:nvPr>
            <p:ph type="sldImg"/>
          </p:nvPr>
        </p:nvSpPr>
        <p:spPr bwMode="auto"/>
      </p:sp>
      <p:sp>
        <p:nvSpPr>
          <p:cNvPr id="2053592378" name="Notes Placeholder 2"/>
          <p:cNvSpPr>
            <a:spLocks noGrp="1"/>
          </p:cNvSpPr>
          <p:nvPr>
            <p:ph type="body" idx="1"/>
          </p:nvPr>
        </p:nvSpPr>
        <p:spPr bwMode="auto"/>
        <p:txBody>
          <a:bodyPr/>
          <a:lstStyle/>
          <a:p>
            <a:pPr>
              <a:buNone/>
              <a:defRPr/>
            </a:pPr>
            <a:r>
              <a:rPr/>
              <a:t>[Sources]</a:t>
            </a:r>
            <a:endParaRPr/>
          </a:p>
          <a:p>
            <a:pPr>
              <a:buNone/>
              <a:defRPr/>
            </a:pPr>
            <a:r>
              <a:rPr/>
              <a:t>3D loss landscape image provided by user: https://miro.medium.com/v2/resize:fit:1400/1*_SYK3prTMdNrTW98Uic4Pg.jpeg</a:t>
            </a:r>
            <a:endParaRPr/>
          </a:p>
          <a:p>
            <a:pPr>
              <a:buNone/>
              <a:defRPr/>
            </a:pPr>
            <a:r>
              <a:rPr/>
              <a:t>Educational synthesis based on simulated annealing and learning-rate scheduling concepts.</a:t>
            </a:r>
            <a:endParaRPr/>
          </a:p>
          <a:p>
            <a:pPr>
              <a:buNone/>
              <a:defRPr/>
            </a:pPr>
            <a:endParaRPr/>
          </a:p>
          <a:p>
            <a:pPr>
              <a:buNone/>
              <a:defRPr/>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endParaRPr/>
          </a:p>
          <a:p>
            <a:pPr>
              <a:buNone/>
              <a:defRPr/>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P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endParaRPr/>
          </a:p>
          <a:p>
            <a:pPr>
              <a:buNone/>
              <a:defRPr/>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endParaRPr/>
          </a:p>
          <a:p>
            <a:pPr>
              <a:buNone/>
              <a:defRPr/>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endParaRPr/>
          </a:p>
          <a:p>
            <a:pPr>
              <a:buNone/>
              <a:defRPr/>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endParaRPr/>
          </a:p>
          <a:p>
            <a:pPr>
              <a:buNone/>
              <a:defRPr/>
            </a:pPr>
            <a:r>
              <a:rPr sz="1200" b="0" i="0" u="none">
                <a:solidFill>
                  <a:srgbClr val="000000"/>
                </a:solidFill>
                <a:latin typeface="Times New Roman"/>
                <a:ea typeface="Times New Roman"/>
                <a:cs typeface="Times New Roman"/>
              </a:rPr>
              <a:t>요약하면:</a:t>
            </a:r>
            <a:endParaRPr/>
          </a:p>
          <a:p>
            <a:pPr>
              <a:buNone/>
              <a:defRPr/>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P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endParaRPr/>
          </a:p>
          <a:p>
            <a:pPr>
              <a:buNone/>
              <a:defRPr/>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endParaRPr/>
          </a:p>
        </p:txBody>
      </p:sp>
      <p:sp>
        <p:nvSpPr>
          <p:cNvPr id="77550578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9631401" name="Slide Image Placeholder 1"/>
          <p:cNvSpPr>
            <a:spLocks noChangeAspect="1" noGrp="1" noRot="1"/>
          </p:cNvSpPr>
          <p:nvPr>
            <p:ph type="sldImg"/>
          </p:nvPr>
        </p:nvSpPr>
        <p:spPr bwMode="auto"/>
      </p:sp>
      <p:sp>
        <p:nvSpPr>
          <p:cNvPr id="167085391"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8780067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9551791" name="Slide Image Placeholder 1"/>
          <p:cNvSpPr>
            <a:spLocks noChangeAspect="1" noGrp="1" noRot="1"/>
          </p:cNvSpPr>
          <p:nvPr>
            <p:ph type="sldImg"/>
          </p:nvPr>
        </p:nvSpPr>
        <p:spPr bwMode="auto"/>
      </p:sp>
      <p:sp>
        <p:nvSpPr>
          <p:cNvPr id="990426147"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neural-network concepts.</a:t>
            </a:r>
            <a:endParaRPr/>
          </a:p>
        </p:txBody>
      </p:sp>
      <p:sp>
        <p:nvSpPr>
          <p:cNvPr id="169263927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8920934" name="Slide Image Placeholder 1"/>
          <p:cNvSpPr>
            <a:spLocks noChangeAspect="1" noGrp="1" noRot="1"/>
          </p:cNvSpPr>
          <p:nvPr>
            <p:ph type="sldImg"/>
          </p:nvPr>
        </p:nvSpPr>
        <p:spPr bwMode="auto"/>
      </p:sp>
      <p:sp>
        <p:nvSpPr>
          <p:cNvPr id="501642477"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neural-network activation-function concepts.</a:t>
            </a:r>
            <a:endParaRPr/>
          </a:p>
        </p:txBody>
      </p:sp>
      <p:sp>
        <p:nvSpPr>
          <p:cNvPr id="8775735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2325768" name="Slide Image Placeholder 1"/>
          <p:cNvSpPr>
            <a:spLocks noChangeAspect="1" noGrp="1" noRot="1"/>
          </p:cNvSpPr>
          <p:nvPr>
            <p:ph type="sldImg"/>
          </p:nvPr>
        </p:nvSpPr>
        <p:spPr bwMode="auto"/>
      </p:sp>
      <p:sp>
        <p:nvSpPr>
          <p:cNvPr id="1899506515" name="Notes Placeholder 2"/>
          <p:cNvSpPr>
            <a:spLocks noGrp="1"/>
          </p:cNvSpPr>
          <p:nvPr>
            <p:ph type="body" idx="1"/>
          </p:nvPr>
        </p:nvSpPr>
        <p:spPr bwMode="auto"/>
        <p:txBody>
          <a:bodyPr/>
          <a:lstStyle/>
          <a:p>
            <a:pPr>
              <a:buNone/>
              <a:defRPr/>
            </a:pPr>
            <a:r>
              <a:rPr/>
              <a:t>[Sources]</a:t>
            </a:r>
            <a:endParaRPr/>
          </a:p>
          <a:p>
            <a:pPr>
              <a:buNone/>
              <a:defRPr/>
            </a:pPr>
            <a:r>
              <a:rPr/>
              <a:t>Activation-function figure supplied by the user: https://www.researchgate.net/profile/Aaron-Stebner-2/publication/341310767/figure/fig7/AS:890211844255749@1589254451431/Common-activation-functions-in-artificial-neural-networks-NNs-that-introduce.ppm</a:t>
            </a:r>
            <a:endParaRPr/>
          </a:p>
        </p:txBody>
      </p:sp>
      <p:sp>
        <p:nvSpPr>
          <p:cNvPr id="20158189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7079979" name="Slide Image Placeholder 1"/>
          <p:cNvSpPr>
            <a:spLocks noChangeAspect="1" noGrp="1" noRot="1"/>
          </p:cNvSpPr>
          <p:nvPr>
            <p:ph type="sldImg"/>
          </p:nvPr>
        </p:nvSpPr>
        <p:spPr bwMode="auto"/>
      </p:sp>
      <p:sp>
        <p:nvSpPr>
          <p:cNvPr id="1979487916"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chain rule in calculus.</a:t>
            </a:r>
            <a:endParaRPr/>
          </a:p>
        </p:txBody>
      </p:sp>
      <p:sp>
        <p:nvSpPr>
          <p:cNvPr id="8629264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8305431" name="Slide Image Placeholder 1"/>
          <p:cNvSpPr>
            <a:spLocks noChangeAspect="1" noGrp="1" noRot="1"/>
          </p:cNvSpPr>
          <p:nvPr>
            <p:ph type="sldImg"/>
          </p:nvPr>
        </p:nvSpPr>
        <p:spPr bwMode="auto"/>
      </p:sp>
      <p:sp>
        <p:nvSpPr>
          <p:cNvPr id="1833996270"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chain rule in calculus.</a:t>
            </a:r>
            <a:endParaRPr/>
          </a:p>
        </p:txBody>
      </p:sp>
      <p:sp>
        <p:nvSpPr>
          <p:cNvPr id="136027651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4985040" name="Slide Image Placeholder 1"/>
          <p:cNvSpPr>
            <a:spLocks noChangeAspect="1" noGrp="1" noRot="1"/>
          </p:cNvSpPr>
          <p:nvPr>
            <p:ph type="sldImg"/>
          </p:nvPr>
        </p:nvSpPr>
        <p:spPr bwMode="auto"/>
      </p:sp>
      <p:sp>
        <p:nvSpPr>
          <p:cNvPr id="362959938"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backpropagation and gradient descent.</a:t>
            </a:r>
            <a:endParaRPr/>
          </a:p>
        </p:txBody>
      </p:sp>
      <p:sp>
        <p:nvSpPr>
          <p:cNvPr id="18560895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0837716" name="Slide Image Placeholder 1"/>
          <p:cNvSpPr>
            <a:spLocks noChangeAspect="1" noGrp="1" noRot="1"/>
          </p:cNvSpPr>
          <p:nvPr>
            <p:ph type="sldImg"/>
          </p:nvPr>
        </p:nvSpPr>
        <p:spPr bwMode="auto"/>
      </p:sp>
      <p:sp>
        <p:nvSpPr>
          <p:cNvPr id="1054207542"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64224052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2980801" name="Slide Image Placeholder 1"/>
          <p:cNvSpPr>
            <a:spLocks noChangeAspect="1" noGrp="1" noRot="1"/>
          </p:cNvSpPr>
          <p:nvPr>
            <p:ph type="sldImg"/>
          </p:nvPr>
        </p:nvSpPr>
        <p:spPr bwMode="auto"/>
      </p:sp>
      <p:sp>
        <p:nvSpPr>
          <p:cNvPr id="1287841997" name="Notes Placeholder 2"/>
          <p:cNvSpPr>
            <a:spLocks noGrp="1"/>
          </p:cNvSpPr>
          <p:nvPr>
            <p:ph type="body" idx="1"/>
          </p:nvPr>
        </p:nvSpPr>
        <p:spPr bwMode="auto"/>
        <p:txBody>
          <a:bodyPr/>
          <a:lstStyle/>
          <a:p>
            <a:pPr>
              <a:defRPr/>
            </a:pPr>
            <a:r>
              <a:rPr/>
              <a:t>[Sources]</a:t>
            </a:r>
            <a:endParaRPr/>
          </a:p>
          <a:p>
            <a:pPr>
              <a:defRPr/>
            </a:pPr>
            <a:r>
              <a:rPr/>
              <a:t>Educational synthesis based on the numeric first-layer weights and biases shown on slides 23 and 24.</a:t>
            </a:r>
            <a:endParaRPr/>
          </a:p>
        </p:txBody>
      </p:sp>
      <p:sp>
        <p:nvSpPr>
          <p:cNvPr id="102513830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2793291" name="Slide Image Placeholder 1"/>
          <p:cNvSpPr>
            <a:spLocks noChangeAspect="1" noGrp="1" noRot="1"/>
          </p:cNvSpPr>
          <p:nvPr>
            <p:ph type="sldImg"/>
          </p:nvPr>
        </p:nvSpPr>
        <p:spPr bwMode="auto"/>
      </p:sp>
      <p:sp>
        <p:nvSpPr>
          <p:cNvPr id="895636929" name="Notes Placeholder 2"/>
          <p:cNvSpPr>
            <a:spLocks noGrp="1"/>
          </p:cNvSpPr>
          <p:nvPr>
            <p:ph type="body" idx="1"/>
          </p:nvPr>
        </p:nvSpPr>
        <p:spPr bwMode="auto"/>
        <p:txBody>
          <a:bodyPr/>
          <a:lstStyle/>
          <a:p>
            <a:pPr>
              <a:buNone/>
              <a:defRPr/>
            </a:pPr>
            <a:r>
              <a:rPr/>
              <a:t>[Sources]</a:t>
            </a:r>
            <a:endParaRPr/>
          </a:p>
          <a:p>
            <a:pPr>
              <a:buNone/>
              <a:defRPr/>
            </a:pPr>
            <a:r>
              <a:rPr/>
              <a:t>CNN overview and claims about local connectivity, feature maps, pooling, and parameter sharing: https://developersbreach.com/convolution-neural-network-deep-learning/</a:t>
            </a:r>
            <a:endParaRPr/>
          </a:p>
          <a:p>
            <a:pPr>
              <a:buNone/>
              <a:defRPr/>
            </a:pPr>
            <a:r>
              <a:rPr/>
              <a:t>CNN architecture image supplied by the user: https://i0.wp.com/developersbreach.com/wp-content/uploads/2020/08/cnn_banner.png?fit=1200%2C564&amp;ssl=1</a:t>
            </a:r>
            <a:endParaRPr/>
          </a:p>
        </p:txBody>
      </p:sp>
      <p:sp>
        <p:nvSpPr>
          <p:cNvPr id="3354569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6693535" name="Slide Image Placeholder 1"/>
          <p:cNvSpPr>
            <a:spLocks noChangeAspect="1" noGrp="1" noRot="1"/>
          </p:cNvSpPr>
          <p:nvPr>
            <p:ph type="sldImg"/>
          </p:nvPr>
        </p:nvSpPr>
        <p:spPr bwMode="auto"/>
      </p:sp>
      <p:sp>
        <p:nvSpPr>
          <p:cNvPr id="1257687367" name="Notes Placeholder 2"/>
          <p:cNvSpPr>
            <a:spLocks noGrp="1"/>
          </p:cNvSpPr>
          <p:nvPr>
            <p:ph type="body" idx="1"/>
          </p:nvPr>
        </p:nvSpPr>
        <p:spPr bwMode="auto"/>
        <p:txBody>
          <a:bodyPr/>
          <a:lstStyle/>
          <a:p>
            <a:pPr>
              <a:buNone/>
              <a:defRPr/>
            </a:pPr>
            <a:r>
              <a:rPr/>
              <a:t>[Sources]</a:t>
            </a:r>
            <a:endParaRPr/>
          </a:p>
          <a:p>
            <a:pPr>
              <a:buNone/>
              <a:defRPr/>
            </a:pPr>
            <a:r>
              <a:rPr/>
              <a:t>Image supplied by the user: https://miro.medium.com/v2/resize:fit:1100/format:webp/1*AeKfV2uAPeMg9j8HhQZk2w.png</a:t>
            </a:r>
            <a:endParaRPr/>
          </a:p>
          <a:p>
            <a:pPr>
              <a:buNone/>
              <a:defRPr/>
            </a:pPr>
            <a:r>
              <a:rPr/>
              <a:t>Educational synthesis based on standard recurrent neural-network concepts.</a:t>
            </a:r>
            <a:endParaRPr/>
          </a:p>
        </p:txBody>
      </p:sp>
      <p:sp>
        <p:nvSpPr>
          <p:cNvPr id="20447161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6492066" name="Slide Image Placeholder 1"/>
          <p:cNvSpPr>
            <a:spLocks noChangeAspect="1" noGrp="1" noRot="1"/>
          </p:cNvSpPr>
          <p:nvPr>
            <p:ph type="sldImg"/>
          </p:nvPr>
        </p:nvSpPr>
        <p:spPr bwMode="auto"/>
      </p:sp>
      <p:sp>
        <p:nvSpPr>
          <p:cNvPr id="1224664677"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RNN, LSTM, and GRU architectures.</a:t>
            </a:r>
            <a:endParaRPr/>
          </a:p>
        </p:txBody>
      </p:sp>
      <p:sp>
        <p:nvSpPr>
          <p:cNvPr id="138962013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5114416" name="Slide Image Placeholder 1"/>
          <p:cNvSpPr>
            <a:spLocks noChangeAspect="1" noGrp="1" noRot="1"/>
          </p:cNvSpPr>
          <p:nvPr>
            <p:ph type="sldImg"/>
          </p:nvPr>
        </p:nvSpPr>
        <p:spPr bwMode="auto"/>
      </p:sp>
      <p:sp>
        <p:nvSpPr>
          <p:cNvPr id="812508376" name="Notes Placeholder 2"/>
          <p:cNvSpPr>
            <a:spLocks noGrp="1"/>
          </p:cNvSpPr>
          <p:nvPr>
            <p:ph type="body" idx="1"/>
          </p:nvPr>
        </p:nvSpPr>
        <p:spPr bwMode="auto"/>
        <p:txBody>
          <a:bodyPr/>
          <a:lstStyle/>
          <a:p>
            <a:pPr>
              <a:buNone/>
              <a:defRPr/>
            </a:pPr>
            <a:r>
              <a:rPr/>
              <a:t>[Sources]</a:t>
            </a:r>
            <a:endParaRPr/>
          </a:p>
          <a:p>
            <a:pPr>
              <a:buNone/>
              <a:defRPr/>
            </a:pPr>
            <a:r>
              <a:rPr/>
              <a:t>Image supplied by the user: https://miro.medium.com/v2/resize:fit:1100/format:webp/1*H_heJCepouMYEqd8IwF0mQ.png</a:t>
            </a:r>
            <a:endParaRPr/>
          </a:p>
          <a:p>
            <a:pPr>
              <a:buNone/>
              <a:defRPr/>
            </a:pPr>
            <a:r>
              <a:rPr/>
              <a:t>Educational synthesis based on standard encoder-decoder sequence-to-sequence concepts.</a:t>
            </a:r>
            <a:endParaRPr/>
          </a:p>
        </p:txBody>
      </p:sp>
      <p:sp>
        <p:nvSpPr>
          <p:cNvPr id="44786035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7094757" name="Slide Image Placeholder 1"/>
          <p:cNvSpPr>
            <a:spLocks noChangeAspect="1" noGrp="1" noRot="1"/>
          </p:cNvSpPr>
          <p:nvPr>
            <p:ph type="sldImg"/>
          </p:nvPr>
        </p:nvSpPr>
        <p:spPr bwMode="auto"/>
      </p:sp>
      <p:sp>
        <p:nvSpPr>
          <p:cNvPr id="607034040"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sequence-to-sequence attention concepts.</a:t>
            </a:r>
            <a:endParaRPr/>
          </a:p>
        </p:txBody>
      </p:sp>
      <p:sp>
        <p:nvSpPr>
          <p:cNvPr id="178843138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4428603" name="Slide Image Placeholder 1"/>
          <p:cNvSpPr>
            <a:spLocks noChangeAspect="1" noGrp="1" noRot="1"/>
          </p:cNvSpPr>
          <p:nvPr>
            <p:ph type="sldImg"/>
          </p:nvPr>
        </p:nvSpPr>
        <p:spPr bwMode="auto"/>
      </p:sp>
      <p:sp>
        <p:nvSpPr>
          <p:cNvPr id="1873702058" name="Notes Placeholder 2"/>
          <p:cNvSpPr>
            <a:spLocks noGrp="1"/>
          </p:cNvSpPr>
          <p:nvPr>
            <p:ph type="body" idx="1"/>
          </p:nvPr>
        </p:nvSpPr>
        <p:spPr bwMode="auto"/>
        <p:txBody>
          <a:bodyPr/>
          <a:lstStyle/>
          <a:p>
            <a:pPr>
              <a:buNone/>
              <a:defRPr/>
            </a:pPr>
            <a:r>
              <a:rPr/>
              <a:t>[Sources]</a:t>
            </a:r>
            <a:endParaRPr/>
          </a:p>
          <a:p>
            <a:pPr>
              <a:buNone/>
              <a:defRPr/>
            </a:pPr>
            <a:r>
              <a:rPr/>
              <a:t>Transformer architecture image supplied by the user: https://qiita-user-contents.imgix.net/https%3A%2F%2Fqiita-image-store.s3.ap-northeast-1.amazonaws.com%2F0%2F146659%2F90f26267-2445-f2dc-b0c6-80f384054ae0.png?ixlib=rb-4.0.0&amp;auto=format&amp;gif-q=60&amp;q=75&amp;s=17811178f02900b58011bbcc4220f974</a:t>
            </a:r>
            <a:endParaRPr/>
          </a:p>
        </p:txBody>
      </p:sp>
      <p:sp>
        <p:nvSpPr>
          <p:cNvPr id="2810767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402564" name="Slide Image Placeholder 1"/>
          <p:cNvSpPr>
            <a:spLocks noChangeAspect="1" noGrp="1" noRot="1"/>
          </p:cNvSpPr>
          <p:nvPr>
            <p:ph type="sldImg"/>
          </p:nvPr>
        </p:nvSpPr>
        <p:spPr bwMode="auto"/>
      </p:sp>
      <p:sp>
        <p:nvSpPr>
          <p:cNvPr id="381112293"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5906824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8741398" name="Slide Image Placeholder 1"/>
          <p:cNvSpPr>
            <a:spLocks noChangeAspect="1" noGrp="1" noRot="1"/>
          </p:cNvSpPr>
          <p:nvPr>
            <p:ph type="sldImg"/>
          </p:nvPr>
        </p:nvSpPr>
        <p:spPr bwMode="auto"/>
      </p:sp>
      <p:sp>
        <p:nvSpPr>
          <p:cNvPr id="1286489377"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10014451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5155329" name="Slide Image Placeholder 1"/>
          <p:cNvSpPr>
            <a:spLocks noChangeAspect="1" noGrp="1" noRot="1"/>
          </p:cNvSpPr>
          <p:nvPr>
            <p:ph type="sldImg"/>
          </p:nvPr>
        </p:nvSpPr>
        <p:spPr bwMode="auto"/>
      </p:sp>
      <p:sp>
        <p:nvSpPr>
          <p:cNvPr id="2124593249"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41780886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5083322" name="Slide Image Placeholder 1"/>
          <p:cNvSpPr>
            <a:spLocks noChangeAspect="1" noGrp="1" noRot="1"/>
          </p:cNvSpPr>
          <p:nvPr>
            <p:ph type="sldImg"/>
          </p:nvPr>
        </p:nvSpPr>
        <p:spPr bwMode="auto"/>
      </p:sp>
      <p:sp>
        <p:nvSpPr>
          <p:cNvPr id="1009215993"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15725470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3489292" name="Slide Image Placeholder 1"/>
          <p:cNvSpPr>
            <a:spLocks noChangeAspect="1" noGrp="1" noRot="1"/>
          </p:cNvSpPr>
          <p:nvPr>
            <p:ph type="sldImg"/>
          </p:nvPr>
        </p:nvSpPr>
        <p:spPr bwMode="auto"/>
      </p:sp>
      <p:sp>
        <p:nvSpPr>
          <p:cNvPr id="629336599"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2860241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137504" name="Slide Image Placeholder 1"/>
          <p:cNvSpPr>
            <a:spLocks noChangeAspect="1" noGrp="1" noRot="1"/>
          </p:cNvSpPr>
          <p:nvPr>
            <p:ph type="sldImg"/>
          </p:nvPr>
        </p:nvSpPr>
        <p:spPr bwMode="auto"/>
      </p:sp>
      <p:sp>
        <p:nvSpPr>
          <p:cNvPr id="477339597"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79519596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9291037" name="Slide Image Placeholder 1"/>
          <p:cNvSpPr>
            <a:spLocks noChangeAspect="1" noGrp="1" noRot="1"/>
          </p:cNvSpPr>
          <p:nvPr>
            <p:ph type="sldImg"/>
          </p:nvPr>
        </p:nvSpPr>
        <p:spPr bwMode="auto"/>
      </p:sp>
      <p:sp>
        <p:nvSpPr>
          <p:cNvPr id="1677348758"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26042673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4142194" name="Slide Image Placeholder 1"/>
          <p:cNvSpPr>
            <a:spLocks noChangeAspect="1" noGrp="1" noRot="1"/>
          </p:cNvSpPr>
          <p:nvPr>
            <p:ph type="sldImg"/>
          </p:nvPr>
        </p:nvSpPr>
        <p:spPr bwMode="auto"/>
      </p:sp>
      <p:sp>
        <p:nvSpPr>
          <p:cNvPr id="1232153159"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147825833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1607929" name="Slide Image Placeholder 1"/>
          <p:cNvSpPr>
            <a:spLocks noChangeAspect="1" noGrp="1" noRot="1"/>
          </p:cNvSpPr>
          <p:nvPr>
            <p:ph type="sldImg"/>
          </p:nvPr>
        </p:nvSpPr>
        <p:spPr bwMode="auto"/>
      </p:sp>
      <p:sp>
        <p:nvSpPr>
          <p:cNvPr id="3907068" name="Notes Placeholder 2"/>
          <p:cNvSpPr>
            <a:spLocks noGrp="1"/>
          </p:cNvSpPr>
          <p:nvPr>
            <p:ph type="body" idx="1"/>
          </p:nvPr>
        </p:nvSpPr>
        <p:spPr bwMode="auto"/>
        <p:txBody>
          <a:bodyPr/>
          <a:lstStyle/>
          <a:p>
            <a:pPr>
              <a:buNone/>
              <a:defRPr/>
            </a:pPr>
            <a:r>
              <a:rPr/>
              <a:t>[Sources]</a:t>
            </a:r>
            <a:endParaRPr/>
          </a:p>
          <a:p>
            <a:pPr>
              <a:buNone/>
              <a:defRPr/>
            </a:pPr>
            <a:r>
              <a:rPr/>
              <a:t>Educational synthesis based on the standard Transformer architecture.</a:t>
            </a:r>
            <a:endParaRPr/>
          </a:p>
        </p:txBody>
      </p:sp>
      <p:sp>
        <p:nvSpPr>
          <p:cNvPr id="75852655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2525312" name="Slide Image Placeholder 1"/>
          <p:cNvSpPr>
            <a:spLocks noChangeAspect="1" noGrp="1" noRot="1"/>
          </p:cNvSpPr>
          <p:nvPr>
            <p:ph type="sldImg"/>
          </p:nvPr>
        </p:nvSpPr>
        <p:spPr bwMode="auto"/>
      </p:sp>
      <p:sp>
        <p:nvSpPr>
          <p:cNvPr id="587682571"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663921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925098" name="Slide Image Placeholder 1"/>
          <p:cNvSpPr>
            <a:spLocks noChangeAspect="1" noGrp="1" noRot="1"/>
          </p:cNvSpPr>
          <p:nvPr>
            <p:ph type="sldImg"/>
          </p:nvPr>
        </p:nvSpPr>
        <p:spPr bwMode="auto"/>
      </p:sp>
      <p:sp>
        <p:nvSpPr>
          <p:cNvPr id="880396112"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1451331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5535101" name="Slide Image Placeholder 1"/>
          <p:cNvSpPr>
            <a:spLocks noChangeAspect="1" noGrp="1" noRot="1"/>
          </p:cNvSpPr>
          <p:nvPr>
            <p:ph type="sldImg"/>
          </p:nvPr>
        </p:nvSpPr>
        <p:spPr bwMode="auto"/>
      </p:sp>
      <p:sp>
        <p:nvSpPr>
          <p:cNvPr id="284349058" name="Notes Placeholder 2"/>
          <p:cNvSpPr>
            <a:spLocks noGrp="1"/>
          </p:cNvSpPr>
          <p:nvPr>
            <p:ph type="body" idx="1"/>
          </p:nvPr>
        </p:nvSpPr>
        <p:spPr bwMode="auto"/>
        <p:txBody>
          <a:bodyPr/>
          <a:lstStyle/>
          <a:p>
            <a:pPr>
              <a:buNone/>
              <a:defRPr/>
            </a:pPr>
            <a:r>
              <a:rPr/>
              <a:t>[Sources]</a:t>
            </a:r>
            <a:endParaRPr/>
          </a:p>
          <a:p>
            <a:pPr>
              <a:buNone/>
              <a:defRPr/>
            </a:pPr>
            <a:r>
              <a:rPr/>
              <a:t>Educational synthesis based on standard machine learning concepts.</a:t>
            </a:r>
            <a:endParaRPr/>
          </a:p>
        </p:txBody>
      </p:sp>
      <p:sp>
        <p:nvSpPr>
          <p:cNvPr id="191106516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547919" name="Slide Image Placeholder 1"/>
          <p:cNvSpPr>
            <a:spLocks noChangeAspect="1" noGrp="1" noRot="1"/>
          </p:cNvSpPr>
          <p:nvPr>
            <p:ph type="sldImg"/>
          </p:nvPr>
        </p:nvSpPr>
        <p:spPr bwMode="auto"/>
      </p:sp>
      <p:sp>
        <p:nvSpPr>
          <p:cNvPr id="231428126"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4613611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2918883" name="Slide Image Placeholder 1"/>
          <p:cNvSpPr>
            <a:spLocks noChangeAspect="1" noGrp="1" noRot="1"/>
          </p:cNvSpPr>
          <p:nvPr>
            <p:ph type="sldImg"/>
          </p:nvPr>
        </p:nvSpPr>
        <p:spPr bwMode="auto"/>
      </p:sp>
      <p:sp>
        <p:nvSpPr>
          <p:cNvPr id="2094291967"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27057373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3642382" name="Slide Image Placeholder 1"/>
          <p:cNvSpPr>
            <a:spLocks noChangeAspect="1" noGrp="1" noRot="1"/>
          </p:cNvSpPr>
          <p:nvPr>
            <p:ph type="sldImg"/>
          </p:nvPr>
        </p:nvSpPr>
        <p:spPr bwMode="auto"/>
      </p:sp>
      <p:sp>
        <p:nvSpPr>
          <p:cNvPr id="731253294"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10830484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9081113" name="Slide Image Placeholder 1"/>
          <p:cNvSpPr>
            <a:spLocks noChangeAspect="1" noGrp="1" noRot="1"/>
          </p:cNvSpPr>
          <p:nvPr>
            <p:ph type="sldImg"/>
          </p:nvPr>
        </p:nvSpPr>
        <p:spPr bwMode="auto"/>
      </p:sp>
      <p:sp>
        <p:nvSpPr>
          <p:cNvPr id="1779762925"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20621358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0400951" name="Slide Image Placeholder 1"/>
          <p:cNvSpPr>
            <a:spLocks noChangeAspect="1" noGrp="1" noRot="1"/>
          </p:cNvSpPr>
          <p:nvPr>
            <p:ph type="sldImg"/>
          </p:nvPr>
        </p:nvSpPr>
        <p:spPr bwMode="auto"/>
      </p:sp>
      <p:sp>
        <p:nvSpPr>
          <p:cNvPr id="1235635977"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500088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9934716" name="Slide Image Placeholder 1"/>
          <p:cNvSpPr>
            <a:spLocks noChangeAspect="1" noGrp="1" noRot="1"/>
          </p:cNvSpPr>
          <p:nvPr>
            <p:ph type="sldImg"/>
          </p:nvPr>
        </p:nvSpPr>
        <p:spPr bwMode="auto"/>
      </p:sp>
      <p:sp>
        <p:nvSpPr>
          <p:cNvPr id="1358570362"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2215146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9191434" name="Slide Image Placeholder 1"/>
          <p:cNvSpPr>
            <a:spLocks noChangeAspect="1" noGrp="1" noRot="1"/>
          </p:cNvSpPr>
          <p:nvPr>
            <p:ph type="sldImg"/>
          </p:nvPr>
        </p:nvSpPr>
        <p:spPr bwMode="auto"/>
      </p:sp>
      <p:sp>
        <p:nvSpPr>
          <p:cNvPr id="258378414"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188961790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2867635" name="Slide Image Placeholder 1"/>
          <p:cNvSpPr>
            <a:spLocks noChangeAspect="1" noGrp="1" noRot="1"/>
          </p:cNvSpPr>
          <p:nvPr>
            <p:ph type="sldImg"/>
          </p:nvPr>
        </p:nvSpPr>
        <p:spPr bwMode="auto"/>
      </p:sp>
      <p:sp>
        <p:nvSpPr>
          <p:cNvPr id="766106094"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133172260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7941951" name="Slide Image Placeholder 1"/>
          <p:cNvSpPr>
            <a:spLocks noChangeAspect="1" noGrp="1" noRot="1"/>
          </p:cNvSpPr>
          <p:nvPr>
            <p:ph type="sldImg"/>
          </p:nvPr>
        </p:nvSpPr>
        <p:spPr bwMode="auto"/>
      </p:sp>
      <p:sp>
        <p:nvSpPr>
          <p:cNvPr id="2061147191"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3995752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7073239" name="Slide Image Placeholder 1"/>
          <p:cNvSpPr>
            <a:spLocks noChangeAspect="1" noGrp="1" noRot="1"/>
          </p:cNvSpPr>
          <p:nvPr>
            <p:ph type="sldImg"/>
          </p:nvPr>
        </p:nvSpPr>
        <p:spPr bwMode="auto"/>
      </p:sp>
      <p:sp>
        <p:nvSpPr>
          <p:cNvPr id="873710576"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16119729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9425113" name="Slide Image Placeholder 1"/>
          <p:cNvSpPr>
            <a:spLocks noChangeAspect="1" noGrp="1" noRot="1"/>
          </p:cNvSpPr>
          <p:nvPr>
            <p:ph type="sldImg"/>
          </p:nvPr>
        </p:nvSpPr>
        <p:spPr bwMode="auto"/>
      </p:sp>
      <p:sp>
        <p:nvSpPr>
          <p:cNvPr id="1141110679"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p:txBody>
      </p:sp>
      <p:sp>
        <p:nvSpPr>
          <p:cNvPr id="16996797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2701089" name="Slide Image Placeholder 1"/>
          <p:cNvSpPr>
            <a:spLocks noChangeAspect="1" noGrp="1" noRot="1"/>
          </p:cNvSpPr>
          <p:nvPr>
            <p:ph type="sldImg"/>
          </p:nvPr>
        </p:nvSpPr>
        <p:spPr bwMode="auto"/>
      </p:sp>
      <p:sp>
        <p:nvSpPr>
          <p:cNvPr id="1413560550" name="Notes Placeholder 2"/>
          <p:cNvSpPr>
            <a:spLocks noGrp="1"/>
          </p:cNvSpPr>
          <p:nvPr>
            <p:ph type="body" idx="1"/>
          </p:nvPr>
        </p:nvSpPr>
        <p:spPr bwMode="auto"/>
        <p:txBody>
          <a:bodyPr/>
          <a:lstStyle/>
          <a:p>
            <a:pPr>
              <a:buNone/>
              <a:defRPr/>
            </a:pPr>
            <a:r>
              <a:rPr/>
              <a:t>[Sources]</a:t>
            </a:r>
            <a:endParaRPr/>
          </a:p>
          <a:p>
            <a:pPr>
              <a:buNone/>
              <a:defRPr/>
            </a:pPr>
            <a:r>
              <a:rPr/>
              <a:t>GPT architecture image supplied by the user: https://img.sbbit.jp/article/image/114721/l_bit202308301441497020.jpg</a:t>
            </a:r>
            <a:endParaRPr/>
          </a:p>
        </p:txBody>
      </p:sp>
      <p:sp>
        <p:nvSpPr>
          <p:cNvPr id="84812126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07020" name="Slide Image Placeholder 1"/>
          <p:cNvSpPr>
            <a:spLocks noChangeAspect="1" noGrp="1" noRot="1"/>
          </p:cNvSpPr>
          <p:nvPr>
            <p:ph type="sldImg"/>
          </p:nvPr>
        </p:nvSpPr>
        <p:spPr bwMode="auto"/>
      </p:sp>
      <p:sp>
        <p:nvSpPr>
          <p:cNvPr id="404045010" name="Notes Placeholder 2"/>
          <p:cNvSpPr>
            <a:spLocks noGrp="1"/>
          </p:cNvSpPr>
          <p:nvPr>
            <p:ph type="body" idx="1"/>
          </p:nvPr>
        </p:nvSpPr>
        <p:spPr bwMode="auto"/>
        <p:txBody>
          <a:bodyPr/>
          <a:lstStyle/>
          <a:p>
            <a:pPr>
              <a:buNone/>
              <a:defRPr/>
            </a:pPr>
            <a:r>
              <a:rPr/>
              <a:t>[Sources]</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12196341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7948535" name="Slide Image Placeholder 1"/>
          <p:cNvSpPr>
            <a:spLocks noChangeAspect="1" noGrp="1" noRot="1"/>
          </p:cNvSpPr>
          <p:nvPr>
            <p:ph type="sldImg"/>
          </p:nvPr>
        </p:nvSpPr>
        <p:spPr bwMode="auto"/>
      </p:sp>
      <p:sp>
        <p:nvSpPr>
          <p:cNvPr id="1937911096" name="Notes Placeholder 2"/>
          <p:cNvSpPr>
            <a:spLocks noGrp="1"/>
          </p:cNvSpPr>
          <p:nvPr>
            <p:ph type="body" idx="1"/>
          </p:nvPr>
        </p:nvSpPr>
        <p:spPr bwMode="auto"/>
        <p:txBody>
          <a:bodyPr/>
          <a:lstStyle/>
          <a:p>
            <a:pPr>
              <a:buNone/>
              <a:defRPr/>
            </a:pPr>
            <a:r>
              <a:rPr/>
              <a:t>[Sources]</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60591005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4266358" name="Slide Image Placeholder 1"/>
          <p:cNvSpPr>
            <a:spLocks noChangeAspect="1" noGrp="1" noRot="1"/>
          </p:cNvSpPr>
          <p:nvPr>
            <p:ph type="sldImg"/>
          </p:nvPr>
        </p:nvSpPr>
        <p:spPr bwMode="auto"/>
      </p:sp>
      <p:sp>
        <p:nvSpPr>
          <p:cNvPr id="1772933620" name="Notes Placeholder 2"/>
          <p:cNvSpPr>
            <a:spLocks noGrp="1"/>
          </p:cNvSpPr>
          <p:nvPr>
            <p:ph type="body" idx="1"/>
          </p:nvPr>
        </p:nvSpPr>
        <p:spPr bwMode="auto"/>
        <p:txBody>
          <a:bodyPr/>
          <a:lstStyle/>
          <a:p>
            <a:pPr>
              <a:buNone/>
              <a:defRPr/>
            </a:pPr>
            <a:r>
              <a:rPr/>
              <a:t>[Sources]</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15087515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4959135" name="Slide Image Placeholder 1"/>
          <p:cNvSpPr>
            <a:spLocks noChangeAspect="1" noGrp="1" noRot="1"/>
          </p:cNvSpPr>
          <p:nvPr>
            <p:ph type="sldImg"/>
          </p:nvPr>
        </p:nvSpPr>
        <p:spPr bwMode="auto"/>
      </p:sp>
      <p:sp>
        <p:nvSpPr>
          <p:cNvPr id="322769514" name="Notes Placeholder 2"/>
          <p:cNvSpPr>
            <a:spLocks noGrp="1"/>
          </p:cNvSpPr>
          <p:nvPr>
            <p:ph type="body" idx="1"/>
          </p:nvPr>
        </p:nvSpPr>
        <p:spPr bwMode="auto"/>
        <p:txBody>
          <a:bodyPr/>
          <a:lstStyle/>
          <a:p>
            <a:pPr>
              <a:buNone/>
              <a:defRPr/>
            </a:pPr>
            <a:r>
              <a:rPr/>
              <a:t>[Sources]</a:t>
            </a:r>
            <a:endParaRPr/>
          </a:p>
          <a:p>
            <a:pPr>
              <a:buNone/>
              <a:defRPr/>
            </a:pPr>
            <a:r>
              <a:rPr/>
              <a:t>Hugging Face Transformers, Loading models: https://huggingface.co/docs/transformers/en/models</a:t>
            </a:r>
            <a:endParaRPr/>
          </a:p>
          <a:p>
            <a:pPr>
              <a:buNone/>
              <a:defRPr/>
            </a:pPr>
            <a:r>
              <a:rPr/>
              <a:t>Hugging Face Transformers, Auto Classes: https://huggingface.co/docs/transformers/model_doc/auto</a:t>
            </a:r>
            <a:endParaRPr/>
          </a:p>
        </p:txBody>
      </p:sp>
      <p:sp>
        <p:nvSpPr>
          <p:cNvPr id="4307711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9876064" name="Slide Image Placeholder 1"/>
          <p:cNvSpPr>
            <a:spLocks noChangeAspect="1" noGrp="1" noRot="1"/>
          </p:cNvSpPr>
          <p:nvPr>
            <p:ph type="sldImg"/>
          </p:nvPr>
        </p:nvSpPr>
        <p:spPr bwMode="auto"/>
      </p:sp>
      <p:sp>
        <p:nvSpPr>
          <p:cNvPr id="1008085235" name="Notes Placeholder 2"/>
          <p:cNvSpPr>
            <a:spLocks noGrp="1"/>
          </p:cNvSpPr>
          <p:nvPr>
            <p:ph type="body" idx="1"/>
          </p:nvPr>
        </p:nvSpPr>
        <p:spPr bwMode="auto"/>
        <p:txBody>
          <a:bodyPr/>
          <a:lstStyle/>
          <a:p>
            <a:pPr>
              <a:buNone/>
              <a:defRPr/>
            </a:pPr>
            <a:r>
              <a:rPr/>
              <a:t>[Sources]</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19491534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0258813" name="Slide Image Placeholder 1"/>
          <p:cNvSpPr>
            <a:spLocks noChangeAspect="1" noGrp="1" noRot="1"/>
          </p:cNvSpPr>
          <p:nvPr>
            <p:ph type="sldImg"/>
          </p:nvPr>
        </p:nvSpPr>
        <p:spPr bwMode="auto"/>
      </p:sp>
      <p:sp>
        <p:nvSpPr>
          <p:cNvPr id="898970983" name="Notes Placeholder 2"/>
          <p:cNvSpPr>
            <a:spLocks noGrp="1"/>
          </p:cNvSpPr>
          <p:nvPr>
            <p:ph type="body" idx="1"/>
          </p:nvPr>
        </p:nvSpPr>
        <p:spPr bwMode="auto"/>
        <p:txBody>
          <a:bodyPr/>
          <a:lstStyle/>
          <a:p>
            <a:pPr>
              <a:buNone/>
              <a:defRPr/>
            </a:pPr>
            <a:r>
              <a:rPr/>
              <a:t>[Sources]</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202300936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283093" name="Slide Image Placeholder 1"/>
          <p:cNvSpPr>
            <a:spLocks noChangeAspect="1" noGrp="1" noRot="1"/>
          </p:cNvSpPr>
          <p:nvPr>
            <p:ph type="sldImg"/>
          </p:nvPr>
        </p:nvSpPr>
        <p:spPr bwMode="auto"/>
      </p:sp>
      <p:sp>
        <p:nvSpPr>
          <p:cNvPr id="314322139" name="Notes Placeholder 2"/>
          <p:cNvSpPr>
            <a:spLocks noGrp="1"/>
          </p:cNvSpPr>
          <p:nvPr>
            <p:ph type="body" idx="1"/>
          </p:nvPr>
        </p:nvSpPr>
        <p:spPr bwMode="auto"/>
        <p:txBody>
          <a:bodyPr/>
          <a:lstStyle/>
          <a:p>
            <a:pPr>
              <a:buNone/>
              <a:defRPr/>
            </a:pPr>
            <a:r>
              <a:rPr/>
              <a:t>[Sources]</a:t>
            </a:r>
            <a:endParaRPr/>
          </a:p>
          <a:p>
            <a:pPr>
              <a:buNone/>
              <a:defRPr/>
            </a:pPr>
            <a:r>
              <a:rPr/>
              <a:t>OpenAI API Reference, Responses create parameters: https://platform.openai.com/docs/api-reference/responses/create</a:t>
            </a:r>
            <a:endParaRPr/>
          </a:p>
          <a:p>
            <a:pPr>
              <a:buNone/>
              <a:defRPr/>
            </a:pPr>
            <a:r>
              <a:rPr/>
              <a:t>OpenAI API Reference, Chat create parameters: https://platform.openai.com/docs/api-reference/chat/create</a:t>
            </a:r>
            <a:endParaRPr/>
          </a:p>
          <a:p>
            <a:pPr>
              <a:buNone/>
              <a:defRPr/>
            </a:pPr>
            <a:r>
              <a:rPr/>
              <a:t>Temperature changes distribution sharpness. Top-p nucleus sampling limits sampling to a cumulative probability mass.</a:t>
            </a:r>
            <a:endParaRPr/>
          </a:p>
        </p:txBody>
      </p:sp>
      <p:sp>
        <p:nvSpPr>
          <p:cNvPr id="90520042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5848960" name="Slide Image Placeholder 1"/>
          <p:cNvSpPr>
            <a:spLocks noChangeAspect="1" noGrp="1" noRot="1"/>
          </p:cNvSpPr>
          <p:nvPr>
            <p:ph type="sldImg"/>
          </p:nvPr>
        </p:nvSpPr>
        <p:spPr bwMode="auto"/>
      </p:sp>
      <p:sp>
        <p:nvSpPr>
          <p:cNvPr id="1731502381" name="Notes Placeholder 2"/>
          <p:cNvSpPr>
            <a:spLocks noGrp="1"/>
          </p:cNvSpPr>
          <p:nvPr>
            <p:ph type="body" idx="1"/>
          </p:nvPr>
        </p:nvSpPr>
        <p:spPr bwMode="auto"/>
        <p:txBody>
          <a:bodyPr/>
          <a:lstStyle/>
          <a:p>
            <a:pPr>
              <a:buNone/>
              <a:defRPr/>
            </a:pPr>
            <a:r>
              <a:rPr/>
              <a:t>[Sources]</a:t>
            </a:r>
            <a:endParaRPr/>
          </a:p>
          <a:p>
            <a:pPr>
              <a:buNone/>
              <a:defRPr/>
            </a:pPr>
            <a:r>
              <a:rPr/>
              <a:t>Vaswani et al., 2017, 'Attention Is All You Need', arXiv:1706.03762, https://arxiv.org/abs/1706.03762</a:t>
            </a:r>
            <a:endParaRPr/>
          </a:p>
          <a:p>
            <a:pPr>
              <a:buNone/>
              <a:defRPr/>
            </a:pPr>
            <a:r>
              <a:rPr/>
              <a:t>Radford et al., 2018, 'Improving Language Understanding by Generative Pre-Training', OpenAI.</a:t>
            </a:r>
            <a:endParaRPr/>
          </a:p>
          <a:p>
            <a:pPr>
              <a:buNone/>
              <a:defRPr/>
            </a:pPr>
            <a:r>
              <a:rPr/>
              <a:t>Radford et al., 2019, 'Language Models are Unsupervised Multitask Learners', OpenAI.</a:t>
            </a:r>
            <a:endParaRPr/>
          </a:p>
          <a:p>
            <a:pPr>
              <a:buNone/>
              <a:defRPr/>
            </a:pPr>
            <a:r>
              <a:rPr/>
              <a:t>Brown et al., 2020, 'Language Models are Few-Shot Learners', arXiv:2005.14165, https://arxiv.org/abs/2005.14165</a:t>
            </a:r>
            <a:endParaRPr/>
          </a:p>
        </p:txBody>
      </p:sp>
      <p:sp>
        <p:nvSpPr>
          <p:cNvPr id="142618161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618344" name="Slide Image Placeholder 1"/>
          <p:cNvSpPr>
            <a:spLocks noChangeAspect="1" noGrp="1" noRot="1"/>
          </p:cNvSpPr>
          <p:nvPr>
            <p:ph type="sldImg"/>
          </p:nvPr>
        </p:nvSpPr>
        <p:spPr bwMode="auto"/>
      </p:sp>
      <p:sp>
        <p:nvSpPr>
          <p:cNvPr id="1610730413" name="Notes Placeholder 2"/>
          <p:cNvSpPr>
            <a:spLocks noGrp="1"/>
          </p:cNvSpPr>
          <p:nvPr>
            <p:ph type="body" idx="1"/>
          </p:nvPr>
        </p:nvSpPr>
        <p:spPr bwMode="auto"/>
        <p:txBody>
          <a:bodyPr/>
          <a:lstStyle/>
          <a:p>
            <a:pPr>
              <a:buNone/>
              <a:defRPr/>
            </a:pPr>
            <a:r>
              <a:rPr/>
              <a:t>[Sources]</a:t>
            </a:r>
            <a:endParaRPr/>
          </a:p>
          <a:p>
            <a:pPr>
              <a:buNone/>
              <a:defRPr/>
            </a:pPr>
            <a:r>
              <a:rPr/>
              <a:t>Conceptual explanation of special tokens in language-model systems.</a:t>
            </a:r>
            <a:endParaRPr/>
          </a:p>
          <a:p>
            <a:pPr>
              <a:buNone/>
              <a:defRPr/>
            </a:pPr>
            <a:r>
              <a:rPr/>
              <a:t>OpenAI API documentation describes tool calling and finish reasons at https://platform.openai.com/docs</a:t>
            </a:r>
            <a:endParaRPr/>
          </a:p>
        </p:txBody>
      </p:sp>
      <p:sp>
        <p:nvSpPr>
          <p:cNvPr id="16894804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1643376" name="Slide Image Placeholder 1"/>
          <p:cNvSpPr>
            <a:spLocks noChangeAspect="1" noGrp="1" noRot="1"/>
          </p:cNvSpPr>
          <p:nvPr>
            <p:ph type="sldImg"/>
          </p:nvPr>
        </p:nvSpPr>
        <p:spPr bwMode="auto"/>
      </p:sp>
      <p:sp>
        <p:nvSpPr>
          <p:cNvPr id="475403567" name="Notes Placeholder 2"/>
          <p:cNvSpPr>
            <a:spLocks noGrp="1"/>
          </p:cNvSpPr>
          <p:nvPr>
            <p:ph type="body" idx="1"/>
          </p:nvPr>
        </p:nvSpPr>
        <p:spPr bwMode="auto"/>
        <p:txBody>
          <a:bodyPr/>
          <a:lstStyle/>
          <a:p>
            <a:pPr>
              <a:buNone/>
              <a:defRPr/>
            </a:pPr>
            <a:r>
              <a:rPr/>
              <a:t>[Sources]</a:t>
            </a:r>
            <a:endParaRPr/>
          </a:p>
          <a:p>
            <a:pPr>
              <a:buNone/>
              <a:defRPr/>
            </a:pPr>
            <a:r>
              <a:rPr/>
              <a:t>Conceptual explanation of tool-call and end-of-generation control behavior.</a:t>
            </a:r>
            <a:endParaRPr/>
          </a:p>
          <a:p>
            <a:pPr>
              <a:buNone/>
              <a:defRPr/>
            </a:pPr>
            <a:r>
              <a:rPr/>
              <a:t>OpenAI API documentation describes tool calling and finish reasons at https://platform.openai.com/docs</a:t>
            </a:r>
            <a:endParaRPr/>
          </a:p>
        </p:txBody>
      </p:sp>
      <p:sp>
        <p:nvSpPr>
          <p:cNvPr id="131430028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8294461" name="Slide Image Placeholder 1"/>
          <p:cNvSpPr>
            <a:spLocks noChangeAspect="1" noGrp="1" noRot="1"/>
          </p:cNvSpPr>
          <p:nvPr>
            <p:ph type="sldImg"/>
          </p:nvPr>
        </p:nvSpPr>
        <p:spPr bwMode="auto"/>
      </p:sp>
      <p:sp>
        <p:nvSpPr>
          <p:cNvPr id="440156244" name="Notes Placeholder 2"/>
          <p:cNvSpPr>
            <a:spLocks noGrp="1"/>
          </p:cNvSpPr>
          <p:nvPr>
            <p:ph type="body" idx="1"/>
          </p:nvPr>
        </p:nvSpPr>
        <p:spPr bwMode="auto"/>
        <p:txBody>
          <a:bodyPr/>
          <a:lstStyle/>
          <a:p>
            <a:pPr>
              <a:buNone/>
              <a:defRPr/>
            </a:pPr>
            <a:r>
              <a:rPr/>
              <a:t>[Sources]</a:t>
            </a:r>
            <a:endParaRPr/>
          </a:p>
          <a:p>
            <a:pPr>
              <a:buNone/>
              <a:defRPr/>
            </a:pPr>
            <a:r>
              <a:rPr/>
              <a:t>User-supplied FFN / knowledge-neuron figure: https://i0.wp.com/syncedreview.com/wp-content/uploads/2021/04/image-114.png?resize=652%2C863&amp;ssl=1</a:t>
            </a:r>
            <a:endParaRPr/>
          </a:p>
          <a:p>
            <a:pPr>
              <a:buNone/>
              <a:defRPr/>
            </a:pPr>
            <a:r>
              <a:rPr/>
              <a:t>Dai et al., 2022, 'Knowledge Neurons in Pretrained Transformers': https://aclanthology.org/2022.acl-long.581/</a:t>
            </a:r>
            <a:endParaRPr/>
          </a:p>
          <a:p>
            <a:pPr>
              <a:buNone/>
              <a:defRPr/>
            </a:pPr>
            <a:r>
              <a:rPr/>
              <a:t>Smithline and Mascioli, 2026, 'Sparsity Moves Computation: How FFN Architecture Reshapes Attention in Small Transformers': https://arxiv.org/abs/2605.09403</a:t>
            </a:r>
            <a:endParaRPr/>
          </a:p>
        </p:txBody>
      </p:sp>
      <p:sp>
        <p:nvSpPr>
          <p:cNvPr id="137235866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1714765" name="Slide Image Placeholder 1"/>
          <p:cNvSpPr>
            <a:spLocks noChangeAspect="1" noGrp="1" noRot="1"/>
          </p:cNvSpPr>
          <p:nvPr>
            <p:ph type="sldImg"/>
          </p:nvPr>
        </p:nvSpPr>
        <p:spPr bwMode="auto"/>
      </p:sp>
      <p:sp>
        <p:nvSpPr>
          <p:cNvPr id="1066096135" name="Notes Placeholder 2"/>
          <p:cNvSpPr>
            <a:spLocks noGrp="1"/>
          </p:cNvSpPr>
          <p:nvPr>
            <p:ph type="body" idx="1"/>
          </p:nvPr>
        </p:nvSpPr>
        <p:spPr bwMode="auto"/>
        <p:txBody>
          <a:bodyPr/>
          <a:lstStyle/>
          <a:p>
            <a:pPr>
              <a:buNone/>
              <a:defRPr/>
            </a:pPr>
            <a:r>
              <a:rPr/>
              <a:t>[Sources]</a:t>
            </a:r>
            <a:endParaRPr/>
          </a:p>
          <a:p>
            <a:pPr>
              <a:buNone/>
              <a:defRPr/>
            </a:pPr>
            <a:r>
              <a:rPr/>
              <a:t>User-supplied diffusion image: https://miro.medium.com/v2/resize:fit:1400/1*yvClU5LgylulNWLPNpOCfA.png</a:t>
            </a:r>
            <a:endParaRPr/>
          </a:p>
          <a:p>
            <a:pPr>
              <a:buNone/>
              <a:defRPr/>
            </a:pPr>
            <a:r>
              <a:rPr/>
              <a:t>Ho et al., 2020, 'Denoising Diffusion Probabilistic Models': https://arxiv.org/abs/2006.11239</a:t>
            </a:r>
            <a:endParaRPr/>
          </a:p>
        </p:txBody>
      </p:sp>
      <p:sp>
        <p:nvSpPr>
          <p:cNvPr id="13907095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5906164" name="Slide Image Placeholder 1"/>
          <p:cNvSpPr>
            <a:spLocks noChangeAspect="1" noGrp="1" noRot="1"/>
          </p:cNvSpPr>
          <p:nvPr>
            <p:ph type="sldImg"/>
          </p:nvPr>
        </p:nvSpPr>
        <p:spPr bwMode="auto"/>
      </p:sp>
      <p:sp>
        <p:nvSpPr>
          <p:cNvPr id="1347700201" name="Notes Placeholder 2"/>
          <p:cNvSpPr>
            <a:spLocks noGrp="1"/>
          </p:cNvSpPr>
          <p:nvPr>
            <p:ph type="body" idx="1"/>
          </p:nvPr>
        </p:nvSpPr>
        <p:spPr bwMode="auto"/>
        <p:txBody>
          <a:bodyPr/>
          <a:lstStyle/>
          <a:p>
            <a:pPr>
              <a:buNone/>
              <a:defRPr/>
            </a:pPr>
            <a:r>
              <a:rPr/>
              <a:t>[Sources]</a:t>
            </a:r>
            <a:endParaRPr/>
          </a:p>
          <a:p>
            <a:pPr>
              <a:buNone/>
              <a:defRPr/>
            </a:pPr>
            <a:r>
              <a:rPr/>
              <a:t>Inception, Introducing Mercury 2: https://www.inceptionlabs.ai/blog/introducing-mercury-2</a:t>
            </a:r>
            <a:endParaRPr/>
          </a:p>
          <a:p>
            <a:pPr>
              <a:buNone/>
              <a:defRPr/>
            </a:pPr>
            <a:r>
              <a:rPr/>
              <a:t>Khanna et al., 2025, 'Mercury: Ultra-Fast Language Models Based on Diffusion': https://arxiv.org/abs/2506.17298</a:t>
            </a:r>
            <a:endParaRPr/>
          </a:p>
        </p:txBody>
      </p:sp>
      <p:sp>
        <p:nvSpPr>
          <p:cNvPr id="15940206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2503326" name="Slide Image Placeholder 1"/>
          <p:cNvSpPr>
            <a:spLocks noChangeAspect="1" noGrp="1" noRot="1"/>
          </p:cNvSpPr>
          <p:nvPr>
            <p:ph type="sldImg"/>
          </p:nvPr>
        </p:nvSpPr>
        <p:spPr bwMode="auto"/>
      </p:sp>
      <p:sp>
        <p:nvSpPr>
          <p:cNvPr id="1725145474" name="Notes Placeholder 2"/>
          <p:cNvSpPr>
            <a:spLocks noGrp="1"/>
          </p:cNvSpPr>
          <p:nvPr>
            <p:ph type="body" idx="1"/>
          </p:nvPr>
        </p:nvSpPr>
        <p:spPr bwMode="auto"/>
        <p:txBody>
          <a:bodyPr/>
          <a:lstStyle/>
          <a:p>
            <a:pPr>
              <a:buNone/>
              <a:defRPr/>
            </a:pPr>
            <a:r>
              <a:rPr/>
              <a:t>[Sources]</a:t>
            </a:r>
            <a:endParaRPr/>
          </a:p>
          <a:p>
            <a:pPr>
              <a:buNone/>
              <a:defRPr/>
            </a:pPr>
            <a:r>
              <a:rPr/>
              <a:t>Leviathan, Kalman, and Matias, 2023, 'Fast Inference from Transformers via Speculative Decoding': https://arxiv.org/abs/2211.17192</a:t>
            </a:r>
            <a:endParaRPr/>
          </a:p>
        </p:txBody>
      </p:sp>
      <p:sp>
        <p:nvSpPr>
          <p:cNvPr id="27502700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7889607" name="Slide Image Placeholder 1"/>
          <p:cNvSpPr>
            <a:spLocks noChangeAspect="1" noGrp="1" noRot="1"/>
          </p:cNvSpPr>
          <p:nvPr>
            <p:ph type="sldImg"/>
          </p:nvPr>
        </p:nvSpPr>
        <p:spPr bwMode="auto"/>
      </p:sp>
      <p:sp>
        <p:nvSpPr>
          <p:cNvPr id="512682541" name="Notes Placeholder 2"/>
          <p:cNvSpPr>
            <a:spLocks noGrp="1"/>
          </p:cNvSpPr>
          <p:nvPr>
            <p:ph type="body" idx="1"/>
          </p:nvPr>
        </p:nvSpPr>
        <p:spPr bwMode="auto"/>
        <p:txBody>
          <a:bodyPr/>
          <a:lstStyle/>
          <a:p>
            <a:pPr>
              <a:buNone/>
              <a:defRPr/>
            </a:pPr>
            <a:r>
              <a:rPr/>
              <a:t>[Sources]</a:t>
            </a:r>
            <a:endParaRPr/>
          </a:p>
          <a:p>
            <a:pPr>
              <a:buNone/>
              <a:defRPr/>
            </a:pPr>
            <a:r>
              <a:rPr/>
              <a:t>Scaling Laws for Neural Language Models: https://arxiv.org/abs/2001.08361</a:t>
            </a:r>
            <a:endParaRPr/>
          </a:p>
          <a:p>
            <a:pPr>
              <a:buNone/>
              <a:defRPr/>
            </a:pPr>
            <a:r>
              <a:rPr/>
              <a:t>Training Compute-Optimal Large Language Models: https://arxiv.org/abs/2203.15556</a:t>
            </a:r>
            <a:endParaRPr/>
          </a:p>
          <a:p>
            <a:pPr>
              <a:buNone/>
              <a:defRPr/>
            </a:pPr>
            <a:r>
              <a:rPr/>
              <a:t>Mixtral of Experts: https://arxiv.org/abs/2401.04088</a:t>
            </a:r>
            <a:endParaRPr/>
          </a:p>
          <a:p>
            <a:pPr>
              <a:buNone/>
              <a:defRPr/>
            </a:pPr>
            <a:r>
              <a:rPr/>
              <a:t>DeepSeek-V3 Technical Report: https://arxiv.org/abs/2412.19437</a:t>
            </a:r>
            <a:endParaRPr/>
          </a:p>
          <a:p>
            <a:pPr>
              <a:buNone/>
              <a:defRPr/>
            </a:pPr>
            <a:r>
              <a:rPr/>
              <a:t>OpenAI, Learning to reason with LLMs: https://openai.com/index/learning-to-reason-with-llms/</a:t>
            </a:r>
            <a:endParaRPr/>
          </a:p>
          <a:p>
            <a:pPr>
              <a:buNone/>
              <a:defRPr/>
            </a:pPr>
            <a:r>
              <a:rPr/>
              <a:t>DeepSeek-R1: https://arxiv.org/abs/2501.12948</a:t>
            </a:r>
            <a:endParaRPr/>
          </a:p>
        </p:txBody>
      </p:sp>
      <p:sp>
        <p:nvSpPr>
          <p:cNvPr id="2501951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8543951" name="Slide Image Placeholder 1"/>
          <p:cNvSpPr>
            <a:spLocks noChangeAspect="1" noGrp="1" noRot="1"/>
          </p:cNvSpPr>
          <p:nvPr>
            <p:ph type="sldImg"/>
          </p:nvPr>
        </p:nvSpPr>
        <p:spPr bwMode="auto"/>
      </p:sp>
      <p:sp>
        <p:nvSpPr>
          <p:cNvPr id="456356" name="Notes Placeholder 2"/>
          <p:cNvSpPr>
            <a:spLocks noGrp="1"/>
          </p:cNvSpPr>
          <p:nvPr>
            <p:ph type="body" idx="1"/>
          </p:nvPr>
        </p:nvSpPr>
        <p:spPr bwMode="auto"/>
        <p:txBody>
          <a:bodyPr/>
          <a:lstStyle/>
          <a:p>
            <a:pPr>
              <a:buNone/>
              <a:defRPr/>
            </a:pPr>
            <a:r>
              <a:rPr/>
              <a:t>[Sources]</a:t>
            </a:r>
            <a:endParaRPr/>
          </a:p>
          <a:p>
            <a:pPr>
              <a:buNone/>
              <a:defRPr/>
            </a:pPr>
            <a:r>
              <a:rPr/>
              <a:t>Distilling the Knowledge in a Neural Network: https://arxiv.org/abs/1503.02531</a:t>
            </a:r>
            <a:endParaRPr/>
          </a:p>
          <a:p>
            <a:pPr>
              <a:buNone/>
              <a:defRPr/>
            </a:pPr>
            <a:r>
              <a:rPr/>
              <a:t>DistilBERT, a distilled version of BERT: https://arxiv.org/abs/1910.01108</a:t>
            </a:r>
            <a:endParaRPr/>
          </a:p>
        </p:txBody>
      </p:sp>
      <p:sp>
        <p:nvSpPr>
          <p:cNvPr id="873404699"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bg>
      <p:bgPr shadeToTitle="0">
        <a:gradFill>
          <a:gsLst>
            <a:gs pos="14000">
              <a:schemeClr val="tx2"/>
            </a:gs>
            <a:gs pos="100000">
              <a:schemeClr val="tx2">
                <a:lumMod val="75000"/>
              </a:schemeClr>
            </a:gs>
          </a:gsLst>
          <a:path path="circle"/>
        </a:gradFill>
      </p:bgPr>
    </p:bg>
    <p:spTree>
      <p:nvGrpSpPr>
        <p:cNvPr id="1" name=""/>
        <p:cNvGrpSpPr/>
        <p:nvPr/>
      </p:nvGrpSpPr>
      <p:grpSpPr bwMode="auto">
        <a:xfrm>
          <a:off x="0" y="0"/>
          <a:ext cx="0" cy="0"/>
          <a:chOff x="0" y="0"/>
          <a:chExt cx="0" cy="0"/>
        </a:xfrm>
      </p:grpSpPr>
      <p:pic>
        <p:nvPicPr>
          <p:cNvPr id="864730138" name="Picture 2116695055"/>
          <p:cNvPicPr>
            <a:picLocks noChangeAspect="1"/>
          </p:cNvPicPr>
          <p:nvPr/>
        </p:nvPicPr>
        <p:blipFill rotWithShape="1">
          <a:blip r:embed="rId2">
            <a:alphaModFix amt="30000"/>
          </a:blip>
          <a:stretch/>
        </p:blipFill>
        <p:spPr bwMode="auto">
          <a:xfrm>
            <a:off x="-3046" y="9144"/>
            <a:ext cx="12198094" cy="6848854"/>
          </a:xfrm>
          <a:prstGeom prst="rect">
            <a:avLst/>
          </a:prstGeom>
        </p:spPr>
      </p:pic>
      <p:sp>
        <p:nvSpPr>
          <p:cNvPr id="1473769246" name="Rectangle 376226509"/>
          <p:cNvSpPr>
            <a:spLocks noGrp="1"/>
          </p:cNvSpPr>
          <p:nvPr/>
        </p:nvSpPr>
        <p:spPr bwMode="auto">
          <a:xfrm>
            <a:off x="6079" y="4051"/>
            <a:ext cx="12179837" cy="6849891"/>
          </a:xfrm>
          <a:prstGeom prst="rect">
            <a:avLst/>
          </a:prstGeom>
          <a:gradFill>
            <a:gsLst>
              <a:gs pos="1000">
                <a:schemeClr val="tx2">
                  <a:alpha val="23000"/>
                </a:schemeClr>
              </a:gs>
              <a:gs pos="75000">
                <a:schemeClr val="tx2">
                  <a:lumMod val="50000"/>
                  <a:alpha val="23000"/>
                </a:schemeClr>
              </a:gs>
            </a:gsLst>
            <a:path path="circle"/>
          </a:gra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a:pPr>
            <a:endParaRPr/>
          </a:p>
        </p:txBody>
      </p:sp>
      <p:sp>
        <p:nvSpPr>
          <p:cNvPr id="849070979" name="Title 1"/>
          <p:cNvSpPr>
            <a:spLocks noGrp="1"/>
          </p:cNvSpPr>
          <p:nvPr>
            <p:ph type="ctrTitle"/>
          </p:nvPr>
        </p:nvSpPr>
        <p:spPr bwMode="auto">
          <a:xfrm>
            <a:off x="1523999" y="1122363"/>
            <a:ext cx="9144000" cy="2387599"/>
          </a:xfrm>
        </p:spPr>
        <p:txBody>
          <a:bodyPr anchor="b"/>
          <a:lstStyle>
            <a:lvl1pPr algn="ctr">
              <a:buNone/>
              <a:defRPr sz="6000">
                <a:solidFill>
                  <a:schemeClr val="bg1"/>
                </a:solidFill>
              </a:defRPr>
            </a:lvl1pPr>
          </a:lstStyle>
          <a:p>
            <a:pPr>
              <a:buNone/>
              <a:defRPr/>
            </a:pPr>
            <a:r>
              <a:rPr/>
              <a:t>Click to edit Master title style</a:t>
            </a:r>
            <a:endParaRPr/>
          </a:p>
        </p:txBody>
      </p:sp>
      <p:sp>
        <p:nvSpPr>
          <p:cNvPr id="1593532175" name="Subtitle 2"/>
          <p:cNvSpPr>
            <a:spLocks noGrp="1"/>
          </p:cNvSpPr>
          <p:nvPr>
            <p:ph type="subTitle" idx="1"/>
          </p:nvPr>
        </p:nvSpPr>
        <p:spPr bwMode="auto">
          <a:xfrm>
            <a:off x="1527048" y="3602734"/>
            <a:ext cx="9144000" cy="1655760"/>
          </a:xfrm>
        </p:spPr>
        <p:txBody>
          <a:bodyPr vert="horz" wrap="square" lIns="91440" tIns="274318" rIns="91440" bIns="45720" anchor="t">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buNone/>
              <a:defRPr/>
            </a:pPr>
            <a:r>
              <a:rPr/>
              <a:t>Click to edit Master subtitle style</a:t>
            </a:r>
            <a:endParaRPr/>
          </a:p>
        </p:txBody>
      </p:sp>
      <p:sp>
        <p:nvSpPr>
          <p:cNvPr id="333513962" name="Date Placeholder 3"/>
          <p:cNvSpPr>
            <a:spLocks noGrp="1"/>
          </p:cNvSpPr>
          <p:nvPr>
            <p:ph type="dt" idx="10"/>
          </p:nvPr>
        </p:nvSpPr>
        <p:spPr bwMode="auto"/>
        <p:txBody>
          <a:bodyPr/>
          <a:lstStyle/>
          <a:p>
            <a:pPr>
              <a:buNone/>
              <a:defRPr/>
            </a:pPr>
            <a:fld id="{BCC18F51-09EC-435C-A3BA-64A766E099C0}" type="datetimeFigureOut">
              <a:rPr/>
              <a:t>2026/7/28</a:t>
            </a:fld>
            <a:endParaRPr/>
          </a:p>
        </p:txBody>
      </p:sp>
      <p:sp>
        <p:nvSpPr>
          <p:cNvPr id="1860391838" name="Footer Placeholder 4"/>
          <p:cNvSpPr>
            <a:spLocks noGrp="1"/>
          </p:cNvSpPr>
          <p:nvPr>
            <p:ph type="ftr" idx="11"/>
          </p:nvPr>
        </p:nvSpPr>
        <p:spPr bwMode="auto"/>
        <p:txBody>
          <a:bodyPr/>
          <a:lstStyle/>
          <a:p>
            <a:pPr>
              <a:buNone/>
              <a:defRPr/>
            </a:pPr>
            <a:endParaRPr/>
          </a:p>
        </p:txBody>
      </p:sp>
      <p:sp>
        <p:nvSpPr>
          <p:cNvPr id="1139823792" name="Slide Number Placeholder 5"/>
          <p:cNvSpPr>
            <a:spLocks noGrp="1"/>
          </p:cNvSpPr>
          <p:nvPr>
            <p:ph type="sldNum" idx="12"/>
          </p:nvPr>
        </p:nvSpPr>
        <p:spPr bwMode="auto"/>
        <p:txBody>
          <a:bodyPr/>
          <a:lstStyle/>
          <a:p>
            <a:pPr>
              <a:buNone/>
              <a:defRPr/>
            </a:pPr>
            <a:fld id="{08395586-F03A-48D1-94DF-16B239DF4FB5}" type="slidenum">
              <a:rPr/>
              <a:t>‹#›</a:t>
            </a:fld>
            <a:endParaRPr/>
          </a:p>
        </p:txBody>
      </p:sp>
      <p:sp>
        <p:nvSpPr>
          <p:cNvPr id="1906601381" name="Rectangle 640957806"/>
          <p:cNvSpPr>
            <a:spLocks noGrp="1"/>
          </p:cNvSpPr>
          <p:nvPr/>
        </p:nvSpPr>
        <p:spPr bwMode="auto">
          <a:xfrm>
            <a:off x="3570597" y="3530036"/>
            <a:ext cx="504000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bg>
      <p:bgPr shadeToTitle="0">
        <a:gradFill>
          <a:gsLst>
            <a:gs pos="0">
              <a:schemeClr val="tx2">
                <a:lumMod val="20000"/>
                <a:lumOff val="80000"/>
              </a:schemeClr>
            </a:gs>
            <a:gs pos="100000">
              <a:schemeClr val="bg1"/>
            </a:gs>
          </a:gsLst>
          <a:path path="circle"/>
        </a:gradFill>
      </p:bgPr>
    </p:bg>
    <p:spTree>
      <p:nvGrpSpPr>
        <p:cNvPr id="1" name=""/>
        <p:cNvGrpSpPr/>
        <p:nvPr/>
      </p:nvGrpSpPr>
      <p:grpSpPr bwMode="auto">
        <a:xfrm>
          <a:off x="0" y="0"/>
          <a:ext cx="0" cy="0"/>
          <a:chOff x="0" y="0"/>
          <a:chExt cx="0" cy="0"/>
        </a:xfrm>
      </p:grpSpPr>
      <p:sp>
        <p:nvSpPr>
          <p:cNvPr id="653443054" name="Title 1"/>
          <p:cNvSpPr>
            <a:spLocks noGrp="1"/>
          </p:cNvSpPr>
          <p:nvPr>
            <p:ph type="title"/>
          </p:nvPr>
        </p:nvSpPr>
        <p:spPr bwMode="auto">
          <a:xfrm>
            <a:off x="838197" y="365123"/>
            <a:ext cx="10515600" cy="1121577"/>
          </a:xfrm>
        </p:spPr>
        <p:txBody>
          <a:bodyPr vert="horz" wrap="square" lIns="91440" tIns="45720" rIns="91440" bIns="45720" anchor="b">
            <a:normAutofit/>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defRPr/>
            </a:pPr>
            <a:r>
              <a:rPr/>
              <a:t>Click to edit Master title style</a:t>
            </a:r>
            <a:endParaRPr/>
          </a:p>
        </p:txBody>
      </p:sp>
      <p:sp>
        <p:nvSpPr>
          <p:cNvPr id="970668080" name="Content Placeholder 2"/>
          <p:cNvSpPr>
            <a:spLocks noGrp="1"/>
          </p:cNvSpPr>
          <p:nvPr>
            <p:ph idx="1"/>
          </p:nvPr>
        </p:nvSpPr>
        <p:spPr bwMode="auto"/>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819731744" name="Date Placeholder 3"/>
          <p:cNvSpPr>
            <a:spLocks noGrp="1"/>
          </p:cNvSpPr>
          <p:nvPr>
            <p:ph type="dt" idx="10"/>
          </p:nvPr>
        </p:nvSpPr>
        <p:spPr bwMode="auto"/>
        <p:txBody>
          <a:bodyPr/>
          <a:lstStyle/>
          <a:p>
            <a:pPr>
              <a:buNone/>
              <a:defRPr/>
            </a:pPr>
            <a:fld id="{BCC18F51-09EC-435C-A3BA-64A766E099C0}" type="datetimeFigureOut">
              <a:rPr/>
              <a:t>2026/7/28</a:t>
            </a:fld>
            <a:endParaRPr/>
          </a:p>
        </p:txBody>
      </p:sp>
      <p:sp>
        <p:nvSpPr>
          <p:cNvPr id="175807019" name="Footer Placeholder 4"/>
          <p:cNvSpPr>
            <a:spLocks noGrp="1"/>
          </p:cNvSpPr>
          <p:nvPr>
            <p:ph type="ftr" idx="11"/>
          </p:nvPr>
        </p:nvSpPr>
        <p:spPr bwMode="auto"/>
        <p:txBody>
          <a:bodyPr/>
          <a:lstStyle/>
          <a:p>
            <a:pPr>
              <a:buNone/>
              <a:defRPr/>
            </a:pPr>
            <a:endParaRPr/>
          </a:p>
        </p:txBody>
      </p:sp>
      <p:sp>
        <p:nvSpPr>
          <p:cNvPr id="1383376194" name="Slide Number Placeholder 5"/>
          <p:cNvSpPr>
            <a:spLocks noGrp="1"/>
          </p:cNvSpPr>
          <p:nvPr>
            <p:ph type="sldNum" idx="12"/>
          </p:nvPr>
        </p:nvSpPr>
        <p:spPr bwMode="auto"/>
        <p:txBody>
          <a:bodyPr/>
          <a:lstStyle/>
          <a:p>
            <a:pPr>
              <a:buNone/>
              <a:defRPr/>
            </a:pPr>
            <a:fld id="{08395586-F03A-48D1-94DF-16B239DF4FB5}" type="slidenum">
              <a:rPr/>
              <a:t>‹#›</a:t>
            </a:fld>
            <a:endParaRPr/>
          </a:p>
        </p:txBody>
      </p:sp>
      <p:sp>
        <p:nvSpPr>
          <p:cNvPr id="391440471" name="Rectangle 640957806"/>
          <p:cNvSpPr>
            <a:spLocks noGrp="1"/>
          </p:cNvSpPr>
          <p:nvPr/>
        </p:nvSpPr>
        <p:spPr bwMode="auto">
          <a:xfrm>
            <a:off x="4703774" y="1486702"/>
            <a:ext cx="2776433"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bg>
      <p:bgPr shadeToTitle="0">
        <a:solidFill>
          <a:schemeClr val="accent2">
            <a:alpha val="60000"/>
          </a:schemeClr>
        </a:solidFill>
      </p:bgPr>
    </p:bg>
    <p:spTree>
      <p:nvGrpSpPr>
        <p:cNvPr id="1" name=""/>
        <p:cNvGrpSpPr/>
        <p:nvPr/>
      </p:nvGrpSpPr>
      <p:grpSpPr bwMode="auto">
        <a:xfrm>
          <a:off x="0" y="0"/>
          <a:ext cx="0" cy="0"/>
          <a:chOff x="0" y="0"/>
          <a:chExt cx="0" cy="0"/>
        </a:xfrm>
      </p:grpSpPr>
      <p:sp>
        <p:nvSpPr>
          <p:cNvPr id="1599700275" name="Title 1"/>
          <p:cNvSpPr>
            <a:spLocks noGrp="1"/>
          </p:cNvSpPr>
          <p:nvPr>
            <p:ph type="title"/>
          </p:nvPr>
        </p:nvSpPr>
        <p:spPr bwMode="auto">
          <a:xfrm>
            <a:off x="838197" y="365123"/>
            <a:ext cx="10515600" cy="1121577"/>
          </a:xfrm>
        </p:spPr>
        <p:txBody>
          <a:bodyPr vert="horz" wrap="square" lIns="91440" tIns="45720" rIns="91440" bIns="45720" anchor="b">
            <a:normAutofit/>
          </a:bodyPr>
          <a:lstStyle>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a:pPr>
              <a:buNone/>
              <a:defRPr/>
            </a:pPr>
            <a:r>
              <a:rPr/>
              <a:t>Click to edit Master title style</a:t>
            </a:r>
            <a:endParaRPr/>
          </a:p>
        </p:txBody>
      </p:sp>
      <p:sp>
        <p:nvSpPr>
          <p:cNvPr id="1716033409" name="Content Placeholder 2"/>
          <p:cNvSpPr>
            <a:spLocks noGrp="1"/>
          </p:cNvSpPr>
          <p:nvPr>
            <p:ph idx="1"/>
          </p:nvPr>
        </p:nvSpPr>
        <p:spPr bwMode="auto">
          <a:prstGeom prst="rect">
            <a:avLst/>
          </a:prstGeom>
          <a:solidFill>
            <a:schemeClr val="bg1"/>
          </a:solidFill>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353608206" name="Date Placeholder 3"/>
          <p:cNvSpPr>
            <a:spLocks noGrp="1"/>
          </p:cNvSpPr>
          <p:nvPr>
            <p:ph type="dt" idx="10"/>
          </p:nvPr>
        </p:nvSpPr>
        <p:spPr bwMode="auto"/>
        <p:txBody>
          <a:bodyPr/>
          <a:lstStyle/>
          <a:p>
            <a:pPr>
              <a:buNone/>
              <a:defRPr/>
            </a:pPr>
            <a:fld id="{7B14398F-3795-7DE0-858E-3925D44B3378}" type="datetimeFigureOut">
              <a:rPr/>
              <a:t>2026/7/28</a:t>
            </a:fld>
            <a:endParaRPr/>
          </a:p>
        </p:txBody>
      </p:sp>
      <p:sp>
        <p:nvSpPr>
          <p:cNvPr id="227925565" name="Footer Placeholder 4"/>
          <p:cNvSpPr>
            <a:spLocks noGrp="1"/>
          </p:cNvSpPr>
          <p:nvPr>
            <p:ph type="ftr" idx="11"/>
          </p:nvPr>
        </p:nvSpPr>
        <p:spPr bwMode="auto"/>
        <p:txBody>
          <a:bodyPr/>
          <a:lstStyle/>
          <a:p>
            <a:pPr>
              <a:buNone/>
              <a:defRPr/>
            </a:pPr>
            <a:endParaRPr/>
          </a:p>
        </p:txBody>
      </p:sp>
      <p:sp>
        <p:nvSpPr>
          <p:cNvPr id="1574233868" name="Slide Number Placeholder 5"/>
          <p:cNvSpPr>
            <a:spLocks noGrp="1"/>
          </p:cNvSpPr>
          <p:nvPr>
            <p:ph type="sldNum" idx="12"/>
          </p:nvPr>
        </p:nvSpPr>
        <p:spPr bwMode="auto"/>
        <p:txBody>
          <a:bodyPr/>
          <a:lstStyle/>
          <a:p>
            <a:pPr>
              <a:buNone/>
              <a:defRPr/>
            </a:pPr>
            <a:fld id="{3D9411B4-B34A-E1DB-16D9-0D265777C9EB}" type="slidenum">
              <a:rPr/>
              <a:t>‹#›</a:t>
            </a:fld>
            <a:endParaRPr/>
          </a:p>
        </p:txBody>
      </p:sp>
      <p:sp>
        <p:nvSpPr>
          <p:cNvPr id="80854078" name="Rectangle 640957806"/>
          <p:cNvSpPr>
            <a:spLocks noGrp="1"/>
          </p:cNvSpPr>
          <p:nvPr/>
        </p:nvSpPr>
        <p:spPr bwMode="auto">
          <a:xfrm>
            <a:off x="838197" y="1486702"/>
            <a:ext cx="1051560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bg>
      <p:bgPr shadeToTitle="0">
        <a:gradFill>
          <a:gsLst>
            <a:gs pos="5000">
              <a:schemeClr val="tx2"/>
            </a:gs>
            <a:gs pos="84000">
              <a:schemeClr val="tx2">
                <a:lumMod val="75000"/>
              </a:schemeClr>
            </a:gs>
          </a:gsLst>
          <a:lin ang="5400000" scaled="1"/>
        </a:gradFill>
      </p:bgPr>
    </p:bg>
    <p:spTree>
      <p:nvGrpSpPr>
        <p:cNvPr id="1" name=""/>
        <p:cNvGrpSpPr/>
        <p:nvPr/>
      </p:nvGrpSpPr>
      <p:grpSpPr bwMode="auto">
        <a:xfrm>
          <a:off x="0" y="0"/>
          <a:ext cx="0" cy="0"/>
          <a:chOff x="0" y="0"/>
          <a:chExt cx="0" cy="0"/>
        </a:xfrm>
      </p:grpSpPr>
      <p:pic>
        <p:nvPicPr>
          <p:cNvPr id="29365159" name="Picture 1835292972"/>
          <p:cNvPicPr>
            <a:picLocks noChangeAspect="1"/>
          </p:cNvPicPr>
          <p:nvPr/>
        </p:nvPicPr>
        <p:blipFill rotWithShape="1">
          <a:blip r:embed="rId2">
            <a:alphaModFix amt="30000"/>
          </a:blip>
          <a:stretch/>
        </p:blipFill>
        <p:spPr bwMode="auto">
          <a:xfrm>
            <a:off x="20621" y="8104"/>
            <a:ext cx="12216845" cy="6858000"/>
          </a:xfrm>
          <a:prstGeom prst="rect">
            <a:avLst/>
          </a:prstGeom>
        </p:spPr>
      </p:pic>
      <p:sp>
        <p:nvSpPr>
          <p:cNvPr id="73998026" name="Title 1"/>
          <p:cNvSpPr>
            <a:spLocks noGrp="1"/>
          </p:cNvSpPr>
          <p:nvPr>
            <p:ph type="title"/>
          </p:nvPr>
        </p:nvSpPr>
        <p:spPr bwMode="auto">
          <a:xfrm>
            <a:off x="831848" y="1399140"/>
            <a:ext cx="10515600" cy="2852736"/>
          </a:xfrm>
        </p:spPr>
        <p:txBody>
          <a:bodyPr vert="horz" wrap="square" lIns="91440" tIns="45720" rIns="91440" bIns="45720" anchor="ctr">
            <a:normAutofit/>
          </a:bodyPr>
          <a:lstStyle>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defRPr/>
            </a:pPr>
            <a:r>
              <a:rPr/>
              <a:t>Click to edit Master title style</a:t>
            </a:r>
            <a:endParaRPr/>
          </a:p>
        </p:txBody>
      </p:sp>
      <p:sp>
        <p:nvSpPr>
          <p:cNvPr id="876094362" name="Text Placeholder 2"/>
          <p:cNvSpPr>
            <a:spLocks noGrp="1"/>
          </p:cNvSpPr>
          <p:nvPr>
            <p:ph type="body" idx="1"/>
          </p:nvPr>
        </p:nvSpPr>
        <p:spPr bwMode="auto">
          <a:xfrm>
            <a:off x="831848" y="4278863"/>
            <a:ext cx="10515600" cy="1500186"/>
          </a:xfrm>
        </p:spPr>
        <p:txBody>
          <a:bodyPr/>
          <a:lstStyle>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a:pPr lvl="0">
              <a:buNone/>
              <a:defRPr/>
            </a:pPr>
            <a:r>
              <a:rPr/>
              <a:t>Click to edit Master text styles</a:t>
            </a:r>
            <a:endParaRPr/>
          </a:p>
        </p:txBody>
      </p:sp>
      <p:sp>
        <p:nvSpPr>
          <p:cNvPr id="1376931335" name="Date Placeholder 3"/>
          <p:cNvSpPr>
            <a:spLocks noGrp="1"/>
          </p:cNvSpPr>
          <p:nvPr>
            <p:ph type="dt" idx="10"/>
          </p:nvPr>
        </p:nvSpPr>
        <p:spPr bwMode="auto"/>
        <p:txBody>
          <a:bodyPr/>
          <a:lstStyle/>
          <a:p>
            <a:pPr>
              <a:buNone/>
              <a:defRPr/>
            </a:pPr>
            <a:fld id="{BCC18F51-09EC-435C-A3BA-64A766E099C0}" type="datetimeFigureOut">
              <a:rPr/>
              <a:t>2026/7/28</a:t>
            </a:fld>
            <a:endParaRPr/>
          </a:p>
        </p:txBody>
      </p:sp>
      <p:sp>
        <p:nvSpPr>
          <p:cNvPr id="1270580816" name="Footer Placeholder 4"/>
          <p:cNvSpPr>
            <a:spLocks noGrp="1"/>
          </p:cNvSpPr>
          <p:nvPr>
            <p:ph type="ftr" idx="11"/>
          </p:nvPr>
        </p:nvSpPr>
        <p:spPr bwMode="auto"/>
        <p:txBody>
          <a:bodyPr/>
          <a:lstStyle/>
          <a:p>
            <a:pPr>
              <a:buNone/>
              <a:defRPr/>
            </a:pPr>
            <a:endParaRPr/>
          </a:p>
        </p:txBody>
      </p:sp>
      <p:sp>
        <p:nvSpPr>
          <p:cNvPr id="1149564390" name="Slide Number Placeholder 5"/>
          <p:cNvSpPr>
            <a:spLocks noGrp="1"/>
          </p:cNvSpPr>
          <p:nvPr>
            <p:ph type="sldNum" idx="12"/>
          </p:nvPr>
        </p:nvSpPr>
        <p:spPr bwMode="auto"/>
        <p:txBody>
          <a:bodyPr/>
          <a:lstStyle/>
          <a:p>
            <a:pPr>
              <a:buNone/>
              <a:defRPr/>
            </a:pPr>
            <a:fld id="{08395586-F03A-48D1-94DF-16B239DF4FB5}" type="slidenum">
              <a:rPr/>
              <a:t>‹#›</a:t>
            </a:fld>
            <a:endParaRPr/>
          </a:p>
        </p:txBody>
      </p:sp>
      <p:sp>
        <p:nvSpPr>
          <p:cNvPr id="123325220" name="Rectangle 640957806"/>
          <p:cNvSpPr>
            <a:spLocks noGrp="1"/>
          </p:cNvSpPr>
          <p:nvPr/>
        </p:nvSpPr>
        <p:spPr bwMode="auto">
          <a:xfrm>
            <a:off x="-10884" y="6017640"/>
            <a:ext cx="12213770"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bg>
      <p:bgPr shadeToTitle="0">
        <a:gradFill>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bwMode="auto">
        <a:xfrm>
          <a:off x="0" y="0"/>
          <a:ext cx="0" cy="0"/>
          <a:chOff x="0" y="0"/>
          <a:chExt cx="0" cy="0"/>
        </a:xfrm>
      </p:grpSpPr>
      <p:sp>
        <p:nvSpPr>
          <p:cNvPr id="1159080200" name="Title 1"/>
          <p:cNvSpPr>
            <a:spLocks noGrp="1"/>
          </p:cNvSpPr>
          <p:nvPr>
            <p:ph type="title"/>
          </p:nvPr>
        </p:nvSpPr>
        <p:spPr bwMode="auto"/>
        <p:txBody>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defRPr/>
            </a:pPr>
            <a:r>
              <a:rPr/>
              <a:t>Click to edit Master title style</a:t>
            </a:r>
            <a:endParaRPr/>
          </a:p>
        </p:txBody>
      </p:sp>
      <p:sp>
        <p:nvSpPr>
          <p:cNvPr id="1261243341" name="Content Placeholder 2"/>
          <p:cNvSpPr>
            <a:spLocks noGrp="1"/>
          </p:cNvSpPr>
          <p:nvPr>
            <p:ph idx="1"/>
          </p:nvPr>
        </p:nvSpPr>
        <p:spPr bwMode="auto">
          <a:xfrm>
            <a:off x="838198" y="1825624"/>
            <a:ext cx="5181599" cy="4351338"/>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223244371" name="Content Placeholder 3"/>
          <p:cNvSpPr>
            <a:spLocks noGrp="1"/>
          </p:cNvSpPr>
          <p:nvPr>
            <p:ph idx="2"/>
          </p:nvPr>
        </p:nvSpPr>
        <p:spPr bwMode="auto">
          <a:xfrm>
            <a:off x="6172200" y="1825624"/>
            <a:ext cx="5181599" cy="4351338"/>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484919181" name="Date Placeholder 4"/>
          <p:cNvSpPr>
            <a:spLocks noGrp="1"/>
          </p:cNvSpPr>
          <p:nvPr>
            <p:ph type="dt" idx="10"/>
          </p:nvPr>
        </p:nvSpPr>
        <p:spPr bwMode="auto"/>
        <p:txBody>
          <a:bodyPr/>
          <a:lstStyle/>
          <a:p>
            <a:pPr>
              <a:buNone/>
              <a:defRPr/>
            </a:pPr>
            <a:fld id="{BCC18F51-09EC-435C-A3BA-64A766E099C0}" type="datetimeFigureOut">
              <a:rPr/>
              <a:t>2026/7/28</a:t>
            </a:fld>
            <a:endParaRPr/>
          </a:p>
        </p:txBody>
      </p:sp>
      <p:sp>
        <p:nvSpPr>
          <p:cNvPr id="1940791130" name="Footer Placeholder 5"/>
          <p:cNvSpPr>
            <a:spLocks noGrp="1"/>
          </p:cNvSpPr>
          <p:nvPr>
            <p:ph type="ftr" idx="11"/>
          </p:nvPr>
        </p:nvSpPr>
        <p:spPr bwMode="auto"/>
        <p:txBody>
          <a:bodyPr/>
          <a:lstStyle/>
          <a:p>
            <a:pPr>
              <a:buNone/>
              <a:defRPr/>
            </a:pPr>
            <a:endParaRPr/>
          </a:p>
        </p:txBody>
      </p:sp>
      <p:sp>
        <p:nvSpPr>
          <p:cNvPr id="417432027" name="Slide Number Placeholder 6"/>
          <p:cNvSpPr>
            <a:spLocks noGrp="1"/>
          </p:cNvSpPr>
          <p:nvPr>
            <p:ph type="sldNum" idx="12"/>
          </p:nvPr>
        </p:nvSpPr>
        <p:spPr bwMode="auto"/>
        <p:txBody>
          <a:bodyPr/>
          <a:lstStyle/>
          <a:p>
            <a:pPr>
              <a:buNone/>
              <a:defRPr/>
            </a:pPr>
            <a:fld id="{08395586-F03A-48D1-94DF-16B239DF4FB5}" type="slidenum">
              <a:rPr/>
              <a:t>‹#›</a:t>
            </a:fld>
            <a:endParaRPr/>
          </a:p>
        </p:txBody>
      </p:sp>
      <p:sp>
        <p:nvSpPr>
          <p:cNvPr id="1634114988" name="Rectangle 640957806"/>
          <p:cNvSpPr>
            <a:spLocks noGrp="1"/>
          </p:cNvSpPr>
          <p:nvPr/>
        </p:nvSpPr>
        <p:spPr bwMode="auto">
          <a:xfrm>
            <a:off x="2070" y="6121172"/>
            <a:ext cx="12213769" cy="72000"/>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bg>
      <p:bgPr shadeToTitle="0">
        <a:gradFill>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bwMode="auto">
        <a:xfrm>
          <a:off x="0" y="0"/>
          <a:ext cx="0" cy="0"/>
          <a:chOff x="0" y="0"/>
          <a:chExt cx="0" cy="0"/>
        </a:xfrm>
      </p:grpSpPr>
      <p:sp>
        <p:nvSpPr>
          <p:cNvPr id="777626088" name="Title 1"/>
          <p:cNvSpPr>
            <a:spLocks noGrp="1"/>
          </p:cNvSpPr>
          <p:nvPr>
            <p:ph type="title"/>
          </p:nvPr>
        </p:nvSpPr>
        <p:spPr bwMode="auto">
          <a:xfrm>
            <a:off x="839787" y="365124"/>
            <a:ext cx="10515600" cy="1325562"/>
          </a:xfrm>
        </p:spPr>
        <p:txBody>
          <a:bodyPr/>
          <a:lstStyle>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a:pPr>
              <a:buNone/>
              <a:defRPr/>
            </a:pPr>
            <a:r>
              <a:rPr/>
              <a:t>Click to edit Master title style</a:t>
            </a:r>
            <a:endParaRPr/>
          </a:p>
        </p:txBody>
      </p:sp>
      <p:sp>
        <p:nvSpPr>
          <p:cNvPr id="1461242103" name="Text Placeholder 2"/>
          <p:cNvSpPr>
            <a:spLocks noGrp="1"/>
          </p:cNvSpPr>
          <p:nvPr>
            <p:ph type="body" idx="1"/>
          </p:nvPr>
        </p:nvSpPr>
        <p:spPr bwMode="auto">
          <a:xfrm>
            <a:off x="839786" y="1690686"/>
            <a:ext cx="5157784" cy="814385"/>
          </a:xfrm>
        </p:spPr>
        <p:txBody>
          <a:bodyPr vert="horz" wrap="square" lIns="182880" tIns="182880" rIns="182880" bIns="91440" anchor="ctr">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defRPr/>
            </a:pPr>
            <a:r>
              <a:rPr/>
              <a:t>Click to edit Master text styles</a:t>
            </a:r>
            <a:endParaRPr/>
          </a:p>
        </p:txBody>
      </p:sp>
      <p:sp>
        <p:nvSpPr>
          <p:cNvPr id="1990736034" name="Content Placeholder 3"/>
          <p:cNvSpPr>
            <a:spLocks noGrp="1"/>
          </p:cNvSpPr>
          <p:nvPr>
            <p:ph idx="2"/>
          </p:nvPr>
        </p:nvSpPr>
        <p:spPr bwMode="auto">
          <a:xfrm>
            <a:off x="839787" y="2505073"/>
            <a:ext cx="5157785" cy="3684587"/>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928196900" name="Text Placeholder 4"/>
          <p:cNvSpPr>
            <a:spLocks noGrp="1"/>
          </p:cNvSpPr>
          <p:nvPr>
            <p:ph type="body" idx="3"/>
          </p:nvPr>
        </p:nvSpPr>
        <p:spPr bwMode="auto">
          <a:xfrm>
            <a:off x="6172198" y="1690686"/>
            <a:ext cx="5183186" cy="814385"/>
          </a:xfrm>
        </p:spPr>
        <p:txBody>
          <a:bodyPr vert="horz" wrap="square" lIns="182880" tIns="182880" rIns="182880" bIns="91440" anchor="ctr">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defRPr/>
            </a:pPr>
            <a:r>
              <a:rPr/>
              <a:t>Click to edit Master text styles</a:t>
            </a:r>
            <a:endParaRPr/>
          </a:p>
        </p:txBody>
      </p:sp>
      <p:sp>
        <p:nvSpPr>
          <p:cNvPr id="1846392990" name="Content Placeholder 5"/>
          <p:cNvSpPr>
            <a:spLocks noGrp="1"/>
          </p:cNvSpPr>
          <p:nvPr>
            <p:ph idx="4"/>
          </p:nvPr>
        </p:nvSpPr>
        <p:spPr bwMode="auto">
          <a:xfrm>
            <a:off x="6172200" y="2505073"/>
            <a:ext cx="5183187" cy="3684587"/>
          </a:xfrm>
        </p:spPr>
        <p:txBody>
          <a:bodyPr/>
          <a:lstStyle>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148838123" name="Date Placeholder 6"/>
          <p:cNvSpPr>
            <a:spLocks noGrp="1"/>
          </p:cNvSpPr>
          <p:nvPr>
            <p:ph type="dt" idx="10"/>
          </p:nvPr>
        </p:nvSpPr>
        <p:spPr bwMode="auto"/>
        <p:txBody>
          <a:bodyPr/>
          <a:lstStyle/>
          <a:p>
            <a:pPr>
              <a:buNone/>
              <a:defRPr/>
            </a:pPr>
            <a:fld id="{BCC18F51-09EC-435C-A3BA-64A766E099C0}" type="datetimeFigureOut">
              <a:rPr/>
              <a:t>2026/7/28</a:t>
            </a:fld>
            <a:endParaRPr/>
          </a:p>
        </p:txBody>
      </p:sp>
      <p:sp>
        <p:nvSpPr>
          <p:cNvPr id="1758991786" name="Footer Placeholder 7"/>
          <p:cNvSpPr>
            <a:spLocks noGrp="1"/>
          </p:cNvSpPr>
          <p:nvPr>
            <p:ph type="ftr" idx="11"/>
          </p:nvPr>
        </p:nvSpPr>
        <p:spPr bwMode="auto"/>
        <p:txBody>
          <a:bodyPr/>
          <a:lstStyle/>
          <a:p>
            <a:pPr>
              <a:buNone/>
              <a:defRPr/>
            </a:pPr>
            <a:endParaRPr/>
          </a:p>
        </p:txBody>
      </p:sp>
      <p:sp>
        <p:nvSpPr>
          <p:cNvPr id="1496422396" name="Slide Number Placeholder 8"/>
          <p:cNvSpPr>
            <a:spLocks noGrp="1"/>
          </p:cNvSpPr>
          <p:nvPr>
            <p:ph type="sldNum" idx="12"/>
          </p:nvPr>
        </p:nvSpPr>
        <p:spPr bwMode="auto"/>
        <p:txBody>
          <a:bodyPr/>
          <a:lstStyle/>
          <a:p>
            <a:pPr>
              <a:buNone/>
              <a:defRPr/>
            </a:pPr>
            <a:fld id="{08395586-F03A-48D1-94DF-16B239DF4FB5}" type="slidenum">
              <a:rPr/>
              <a:t>‹#›</a:t>
            </a:fld>
            <a:endParaRPr/>
          </a:p>
        </p:txBody>
      </p:sp>
      <p:sp>
        <p:nvSpPr>
          <p:cNvPr id="1394471594" name="Rectangle 640957806"/>
          <p:cNvSpPr>
            <a:spLocks noGrp="1"/>
          </p:cNvSpPr>
          <p:nvPr/>
        </p:nvSpPr>
        <p:spPr bwMode="auto">
          <a:xfrm>
            <a:off x="2330779" y="1690686"/>
            <a:ext cx="7530436"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bg>
      <p:bgPr shadeToTitle="0">
        <a:gradFill>
          <a:gsLst>
            <a:gs pos="0">
              <a:schemeClr val="tx2">
                <a:lumMod val="75000"/>
              </a:schemeClr>
            </a:gs>
            <a:gs pos="100000">
              <a:schemeClr val="tx2"/>
            </a:gs>
          </a:gsLst>
          <a:lin ang="10800000" scaled="1"/>
        </a:gradFill>
      </p:bgPr>
    </p:bg>
    <p:spTree>
      <p:nvGrpSpPr>
        <p:cNvPr id="1" name=""/>
        <p:cNvGrpSpPr/>
        <p:nvPr/>
      </p:nvGrpSpPr>
      <p:grpSpPr bwMode="auto">
        <a:xfrm>
          <a:off x="0" y="0"/>
          <a:ext cx="0" cy="0"/>
          <a:chOff x="0" y="0"/>
          <a:chExt cx="0" cy="0"/>
        </a:xfrm>
      </p:grpSpPr>
      <p:sp>
        <p:nvSpPr>
          <p:cNvPr id="857114060" name="Title 1"/>
          <p:cNvSpPr>
            <a:spLocks noGrp="1"/>
          </p:cNvSpPr>
          <p:nvPr>
            <p:ph type="title"/>
          </p:nvPr>
        </p:nvSpPr>
        <p:spPr bwMode="auto">
          <a:xfrm>
            <a:off x="839787" y="457200"/>
            <a:ext cx="3932236" cy="1600200"/>
          </a:xfrm>
        </p:spPr>
        <p:txBody>
          <a:bodyPr vert="horz" wrap="square" lIns="91440" tIns="45720" rIns="91440" bIns="45720" anchor="ctr">
            <a:normAutofit/>
          </a:bodyPr>
          <a:lstStyle>
            <a:lvl1pPr>
              <a:buNone/>
              <a:defRPr sz="3200">
                <a:solidFill>
                  <a:schemeClr val="bg1"/>
                </a:solidFill>
              </a:defRPr>
            </a:lvl1pPr>
          </a:lstStyle>
          <a:p>
            <a:pPr>
              <a:buNone/>
              <a:defRPr/>
            </a:pPr>
            <a:r>
              <a:rPr/>
              <a:t>Click to edit Master title style</a:t>
            </a:r>
            <a:endParaRPr/>
          </a:p>
        </p:txBody>
      </p:sp>
      <p:sp>
        <p:nvSpPr>
          <p:cNvPr id="1680523425" name="Picture Placeholder 2"/>
          <p:cNvSpPr>
            <a:spLocks noGrp="1"/>
          </p:cNvSpPr>
          <p:nvPr>
            <p:ph type="pic" idx="1"/>
          </p:nvPr>
        </p:nvSpPr>
        <p:spPr bwMode="auto">
          <a:xfrm>
            <a:off x="5183186" y="457198"/>
            <a:ext cx="6172200" cy="5403847"/>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buNone/>
              <a:defRPr/>
            </a:pPr>
            <a:r>
              <a:rPr/>
              <a:t>Click icon to add picture</a:t>
            </a:r>
            <a:endParaRPr/>
          </a:p>
        </p:txBody>
      </p:sp>
      <p:sp>
        <p:nvSpPr>
          <p:cNvPr id="1341879774" name="Text Placeholder 3"/>
          <p:cNvSpPr>
            <a:spLocks noGrp="1"/>
          </p:cNvSpPr>
          <p:nvPr>
            <p:ph type="body" idx="2"/>
          </p:nvPr>
        </p:nvSpPr>
        <p:spPr bwMode="auto">
          <a:xfrm>
            <a:off x="839787" y="2057400"/>
            <a:ext cx="3932236" cy="3811587"/>
          </a:xfrm>
        </p:spPr>
        <p:txBody>
          <a:bodyPr/>
          <a:lstStyle>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a:pPr lvl="0">
              <a:buNone/>
              <a:defRPr/>
            </a:pPr>
            <a:r>
              <a:rPr/>
              <a:t>Click to edit Master text styles</a:t>
            </a:r>
            <a:endParaRPr/>
          </a:p>
        </p:txBody>
      </p:sp>
      <p:sp>
        <p:nvSpPr>
          <p:cNvPr id="336025917" name="Date Placeholder 4"/>
          <p:cNvSpPr>
            <a:spLocks noGrp="1"/>
          </p:cNvSpPr>
          <p:nvPr>
            <p:ph type="dt" idx="10"/>
          </p:nvPr>
        </p:nvSpPr>
        <p:spPr bwMode="auto"/>
        <p:txBody>
          <a:bodyPr/>
          <a:lstStyle/>
          <a:p>
            <a:pPr>
              <a:buNone/>
              <a:defRPr/>
            </a:pPr>
            <a:fld id="{BCC18F51-09EC-435C-A3BA-64A766E099C0}" type="datetimeFigureOut">
              <a:rPr/>
              <a:t>2026/7/28</a:t>
            </a:fld>
            <a:endParaRPr/>
          </a:p>
        </p:txBody>
      </p:sp>
      <p:sp>
        <p:nvSpPr>
          <p:cNvPr id="919331046" name="Footer Placeholder 5"/>
          <p:cNvSpPr>
            <a:spLocks noGrp="1"/>
          </p:cNvSpPr>
          <p:nvPr>
            <p:ph type="ftr" idx="11"/>
          </p:nvPr>
        </p:nvSpPr>
        <p:spPr bwMode="auto"/>
        <p:txBody>
          <a:bodyPr/>
          <a:lstStyle/>
          <a:p>
            <a:pPr>
              <a:buNone/>
              <a:defRPr/>
            </a:pPr>
            <a:endParaRPr/>
          </a:p>
        </p:txBody>
      </p:sp>
      <p:sp>
        <p:nvSpPr>
          <p:cNvPr id="1377019775" name="Slide Number Placeholder 6"/>
          <p:cNvSpPr>
            <a:spLocks noGrp="1"/>
          </p:cNvSpPr>
          <p:nvPr>
            <p:ph type="sldNum" idx="12"/>
          </p:nvPr>
        </p:nvSpPr>
        <p:spPr bwMode="auto"/>
        <p:txBody>
          <a:bodyPr/>
          <a:lstStyle/>
          <a:p>
            <a:pPr>
              <a:buNone/>
              <a:defRPr/>
            </a:pPr>
            <a:fld id="{08395586-F03A-48D1-94DF-16B239DF4FB5}" type="slidenum">
              <a:rPr/>
              <a:t>‹#›</a:t>
            </a:fld>
            <a:endParaRPr/>
          </a:p>
        </p:txBody>
      </p:sp>
      <p:sp>
        <p:nvSpPr>
          <p:cNvPr id="1280566823" name="Rectangle 640957806"/>
          <p:cNvSpPr>
            <a:spLocks noGrp="1"/>
          </p:cNvSpPr>
          <p:nvPr/>
        </p:nvSpPr>
        <p:spPr bwMode="auto">
          <a:xfrm>
            <a:off x="838197" y="1984248"/>
            <a:ext cx="3933823" cy="73152"/>
          </a:xfrm>
          <a:prstGeom prst="rect">
            <a:avLst/>
          </a:prstGeom>
          <a:solidFill>
            <a:schemeClr val="accent2">
              <a:lumMod val="75000"/>
            </a:schemeClr>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bg>
      <p:bgPr shadeToTitle="0">
        <a:gradFill>
          <a:gsLst>
            <a:gs pos="0">
              <a:schemeClr val="tx2"/>
            </a:gs>
            <a:gs pos="100000">
              <a:schemeClr val="tx2">
                <a:lumMod val="75000"/>
              </a:schemeClr>
            </a:gs>
          </a:gsLst>
          <a:lin ang="16200000" scaled="1"/>
        </a:gradFill>
      </p:bgPr>
    </p:bg>
    <p:spTree>
      <p:nvGrpSpPr>
        <p:cNvPr id="1" name=""/>
        <p:cNvGrpSpPr/>
        <p:nvPr/>
      </p:nvGrpSpPr>
      <p:grpSpPr bwMode="auto">
        <a:xfrm>
          <a:off x="0" y="0"/>
          <a:ext cx="0" cy="0"/>
          <a:chOff x="0" y="0"/>
          <a:chExt cx="0" cy="0"/>
        </a:xfrm>
      </p:grpSpPr>
      <p:pic>
        <p:nvPicPr>
          <p:cNvPr id="4737291" name="Picture 752255626"/>
          <p:cNvPicPr>
            <a:picLocks noChangeAspect="1"/>
          </p:cNvPicPr>
          <p:nvPr/>
        </p:nvPicPr>
        <p:blipFill rotWithShape="1">
          <a:blip r:embed="rId2">
            <a:alphaModFix amt="30000"/>
          </a:blip>
          <a:stretch/>
        </p:blipFill>
        <p:spPr bwMode="auto">
          <a:xfrm>
            <a:off x="20620" y="8103"/>
            <a:ext cx="12216844" cy="6858000"/>
          </a:xfrm>
          <a:prstGeom prst="rect">
            <a:avLst/>
          </a:prstGeom>
        </p:spPr>
      </p:pic>
      <p:sp>
        <p:nvSpPr>
          <p:cNvPr id="56251189" name="Title 1"/>
          <p:cNvSpPr>
            <a:spLocks noGrp="1"/>
          </p:cNvSpPr>
          <p:nvPr>
            <p:ph type="title"/>
          </p:nvPr>
        </p:nvSpPr>
        <p:spPr bwMode="auto">
          <a:xfrm>
            <a:off x="838197" y="2455619"/>
            <a:ext cx="10515600" cy="1325561"/>
          </a:xfrm>
        </p:spPr>
        <p:txBody>
          <a:bodyPr/>
          <a:lstStyle>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a:pPr>
              <a:buNone/>
              <a:defRPr/>
            </a:pPr>
            <a:r>
              <a:rPr/>
              <a:t>Click to edit Master title style</a:t>
            </a:r>
            <a:endParaRPr/>
          </a:p>
        </p:txBody>
      </p:sp>
      <p:sp>
        <p:nvSpPr>
          <p:cNvPr id="1330297441" name="Date Placeholder 2"/>
          <p:cNvSpPr>
            <a:spLocks noGrp="1"/>
          </p:cNvSpPr>
          <p:nvPr>
            <p:ph type="dt" idx="10"/>
          </p:nvPr>
        </p:nvSpPr>
        <p:spPr bwMode="auto"/>
        <p:txBody>
          <a:bodyPr/>
          <a:lstStyle/>
          <a:p>
            <a:pPr>
              <a:buNone/>
              <a:defRPr/>
            </a:pPr>
            <a:fld id="{BCC18F51-09EC-435C-A3BA-64A766E099C0}" type="datetimeFigureOut">
              <a:rPr/>
              <a:t>2026/7/28</a:t>
            </a:fld>
            <a:endParaRPr/>
          </a:p>
        </p:txBody>
      </p:sp>
      <p:sp>
        <p:nvSpPr>
          <p:cNvPr id="945487837" name="Footer Placeholder 3"/>
          <p:cNvSpPr>
            <a:spLocks noGrp="1"/>
          </p:cNvSpPr>
          <p:nvPr>
            <p:ph type="ftr" idx="11"/>
          </p:nvPr>
        </p:nvSpPr>
        <p:spPr bwMode="auto"/>
        <p:txBody>
          <a:bodyPr/>
          <a:lstStyle/>
          <a:p>
            <a:pPr>
              <a:buNone/>
              <a:defRPr/>
            </a:pPr>
            <a:endParaRPr/>
          </a:p>
        </p:txBody>
      </p:sp>
      <p:sp>
        <p:nvSpPr>
          <p:cNvPr id="201089259" name="Slide Number Placeholder 4"/>
          <p:cNvSpPr>
            <a:spLocks noGrp="1"/>
          </p:cNvSpPr>
          <p:nvPr>
            <p:ph type="sldNum" idx="12"/>
          </p:nvPr>
        </p:nvSpPr>
        <p:spPr bwMode="auto"/>
        <p:txBody>
          <a:bodyPr/>
          <a:lstStyle/>
          <a:p>
            <a:pPr>
              <a:buNone/>
              <a:defRPr/>
            </a:pPr>
            <a:fld id="{08395586-F03A-48D1-94DF-16B239DF4FB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926600806" name="Date Placeholder 1"/>
          <p:cNvSpPr>
            <a:spLocks noGrp="1"/>
          </p:cNvSpPr>
          <p:nvPr>
            <p:ph type="dt" idx="10"/>
          </p:nvPr>
        </p:nvSpPr>
        <p:spPr bwMode="auto"/>
        <p:txBody>
          <a:bodyPr/>
          <a:lstStyle/>
          <a:p>
            <a:pPr>
              <a:buNone/>
              <a:defRPr/>
            </a:pPr>
            <a:fld id="{BCC18F51-09EC-435C-A3BA-64A766E099C0}" type="datetimeFigureOut">
              <a:rPr/>
              <a:t>2026/7/28</a:t>
            </a:fld>
            <a:endParaRPr/>
          </a:p>
        </p:txBody>
      </p:sp>
      <p:sp>
        <p:nvSpPr>
          <p:cNvPr id="1349059226" name="Footer Placeholder 2"/>
          <p:cNvSpPr>
            <a:spLocks noGrp="1"/>
          </p:cNvSpPr>
          <p:nvPr>
            <p:ph type="ftr" idx="11"/>
          </p:nvPr>
        </p:nvSpPr>
        <p:spPr bwMode="auto"/>
        <p:txBody>
          <a:bodyPr/>
          <a:lstStyle/>
          <a:p>
            <a:pPr>
              <a:buNone/>
              <a:defRPr/>
            </a:pPr>
            <a:endParaRPr/>
          </a:p>
        </p:txBody>
      </p:sp>
      <p:sp>
        <p:nvSpPr>
          <p:cNvPr id="1851412947" name="Slide Number Placeholder 3"/>
          <p:cNvSpPr>
            <a:spLocks noGrp="1"/>
          </p:cNvSpPr>
          <p:nvPr>
            <p:ph type="sldNum" idx="12"/>
          </p:nvPr>
        </p:nvSpPr>
        <p:spPr bwMode="auto"/>
        <p:txBody>
          <a:bodyPr/>
          <a:lstStyle/>
          <a:p>
            <a:pPr>
              <a:buNone/>
              <a:defRPr/>
            </a:pPr>
            <a:fld id="{08395586-F03A-48D1-94DF-16B239DF4FB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43901473" name="Title 1"/>
          <p:cNvSpPr>
            <a:spLocks noGrp="1"/>
          </p:cNvSpPr>
          <p:nvPr>
            <p:ph type="title"/>
          </p:nvPr>
        </p:nvSpPr>
        <p:spPr bwMode="auto">
          <a:xfrm>
            <a:off x="839787" y="457200"/>
            <a:ext cx="3932236" cy="1600200"/>
          </a:xfrm>
        </p:spPr>
        <p:txBody>
          <a:bodyPr anchor="b"/>
          <a:lstStyle>
            <a:lvl1pPr>
              <a:buNone/>
              <a:defRPr sz="3200"/>
            </a:lvl1pPr>
          </a:lstStyle>
          <a:p>
            <a:pPr>
              <a:buNone/>
              <a:defRPr/>
            </a:pPr>
            <a:r>
              <a:rPr/>
              <a:t>Click to edit Master title style</a:t>
            </a:r>
            <a:endParaRPr/>
          </a:p>
        </p:txBody>
      </p:sp>
      <p:sp>
        <p:nvSpPr>
          <p:cNvPr id="911937960" name="Content Placeholder 2"/>
          <p:cNvSpPr>
            <a:spLocks noGrp="1"/>
          </p:cNvSpPr>
          <p:nvPr>
            <p:ph idx="1"/>
          </p:nvPr>
        </p:nvSpPr>
        <p:spPr bwMode="auto">
          <a:xfrm>
            <a:off x="5183187" y="987424"/>
            <a:ext cx="6172200" cy="4873624"/>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2040566304" name="Text Placeholder 3"/>
          <p:cNvSpPr>
            <a:spLocks noGrp="1"/>
          </p:cNvSpPr>
          <p:nvPr>
            <p:ph type="body" idx="2"/>
          </p:nvPr>
        </p:nvSpPr>
        <p:spPr bwMode="auto">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defRPr/>
            </a:pPr>
            <a:r>
              <a:rPr/>
              <a:t>Click to edit Master text styles</a:t>
            </a:r>
            <a:endParaRPr/>
          </a:p>
        </p:txBody>
      </p:sp>
      <p:sp>
        <p:nvSpPr>
          <p:cNvPr id="2031289346" name="Date Placeholder 4"/>
          <p:cNvSpPr>
            <a:spLocks noGrp="1"/>
          </p:cNvSpPr>
          <p:nvPr>
            <p:ph type="dt" idx="10"/>
          </p:nvPr>
        </p:nvSpPr>
        <p:spPr bwMode="auto"/>
        <p:txBody>
          <a:bodyPr/>
          <a:lstStyle/>
          <a:p>
            <a:pPr>
              <a:buNone/>
              <a:defRPr/>
            </a:pPr>
            <a:fld id="{BCC18F51-09EC-435C-A3BA-64A766E099C0}" type="datetimeFigureOut">
              <a:rPr/>
              <a:t>2026/7/28</a:t>
            </a:fld>
            <a:endParaRPr/>
          </a:p>
        </p:txBody>
      </p:sp>
      <p:sp>
        <p:nvSpPr>
          <p:cNvPr id="2146330244" name="Footer Placeholder 5"/>
          <p:cNvSpPr>
            <a:spLocks noGrp="1"/>
          </p:cNvSpPr>
          <p:nvPr>
            <p:ph type="ftr" idx="11"/>
          </p:nvPr>
        </p:nvSpPr>
        <p:spPr bwMode="auto"/>
        <p:txBody>
          <a:bodyPr/>
          <a:lstStyle/>
          <a:p>
            <a:pPr>
              <a:buNone/>
              <a:defRPr/>
            </a:pPr>
            <a:endParaRPr/>
          </a:p>
        </p:txBody>
      </p:sp>
      <p:sp>
        <p:nvSpPr>
          <p:cNvPr id="619819458" name="Slide Number Placeholder 6"/>
          <p:cNvSpPr>
            <a:spLocks noGrp="1"/>
          </p:cNvSpPr>
          <p:nvPr>
            <p:ph type="sldNum" idx="12"/>
          </p:nvPr>
        </p:nvSpPr>
        <p:spPr bwMode="auto"/>
        <p:txBody>
          <a:bodyPr/>
          <a:lstStyle/>
          <a:p>
            <a:pPr>
              <a:buNone/>
              <a:defRPr/>
            </a:pPr>
            <a:fld id="{08395586-F03A-48D1-94DF-16B239DF4FB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47457939" name="Title 1"/>
          <p:cNvSpPr>
            <a:spLocks noGrp="1"/>
          </p:cNvSpPr>
          <p:nvPr>
            <p:ph type="title"/>
          </p:nvPr>
        </p:nvSpPr>
        <p:spPr bwMode="auto"/>
        <p:txBody>
          <a:bodyPr/>
          <a:lstStyle/>
          <a:p>
            <a:pPr>
              <a:buNone/>
              <a:defRPr/>
            </a:pPr>
            <a:r>
              <a:rPr/>
              <a:t>Click to edit Master title style</a:t>
            </a:r>
            <a:endParaRPr/>
          </a:p>
        </p:txBody>
      </p:sp>
      <p:sp>
        <p:nvSpPr>
          <p:cNvPr id="1759667495" name="Vertical Text Placeholder 2"/>
          <p:cNvSpPr>
            <a:spLocks noGrp="1"/>
          </p:cNvSpPr>
          <p:nvPr>
            <p:ph type="body" idx="1"/>
          </p:nvPr>
        </p:nvSpPr>
        <p:spPr bwMode="auto"/>
        <p:txBody>
          <a:bodyPr vert="eaVert"/>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1992044714" name="Date Placeholder 3"/>
          <p:cNvSpPr>
            <a:spLocks noGrp="1"/>
          </p:cNvSpPr>
          <p:nvPr>
            <p:ph type="dt" idx="10"/>
          </p:nvPr>
        </p:nvSpPr>
        <p:spPr bwMode="auto"/>
        <p:txBody>
          <a:bodyPr/>
          <a:lstStyle/>
          <a:p>
            <a:pPr>
              <a:buNone/>
              <a:defRPr/>
            </a:pPr>
            <a:fld id="{BCC18F51-09EC-435C-A3BA-64A766E099C0}" type="datetimeFigureOut">
              <a:rPr/>
              <a:t>2026/7/28</a:t>
            </a:fld>
            <a:endParaRPr/>
          </a:p>
        </p:txBody>
      </p:sp>
      <p:sp>
        <p:nvSpPr>
          <p:cNvPr id="45838410" name="Footer Placeholder 4"/>
          <p:cNvSpPr>
            <a:spLocks noGrp="1"/>
          </p:cNvSpPr>
          <p:nvPr>
            <p:ph type="ftr" idx="11"/>
          </p:nvPr>
        </p:nvSpPr>
        <p:spPr bwMode="auto"/>
        <p:txBody>
          <a:bodyPr/>
          <a:lstStyle/>
          <a:p>
            <a:pPr>
              <a:buNone/>
              <a:defRPr/>
            </a:pPr>
            <a:endParaRPr/>
          </a:p>
        </p:txBody>
      </p:sp>
      <p:sp>
        <p:nvSpPr>
          <p:cNvPr id="1961013501" name="Slide Number Placeholder 5"/>
          <p:cNvSpPr>
            <a:spLocks noGrp="1"/>
          </p:cNvSpPr>
          <p:nvPr>
            <p:ph type="sldNum" idx="12"/>
          </p:nvPr>
        </p:nvSpPr>
        <p:spPr bwMode="auto"/>
        <p:txBody>
          <a:bodyPr/>
          <a:lstStyle/>
          <a:p>
            <a:pPr>
              <a:buNone/>
              <a:defRPr/>
            </a:pPr>
            <a:fld id="{08395586-F03A-48D1-94DF-16B239DF4FB5}" type="slidenum">
              <a:r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1820997" name="Vertical Title 1"/>
          <p:cNvSpPr>
            <a:spLocks noGrp="1"/>
          </p:cNvSpPr>
          <p:nvPr>
            <p:ph type="title"/>
          </p:nvPr>
        </p:nvSpPr>
        <p:spPr bwMode="auto">
          <a:xfrm>
            <a:off x="8724899" y="365124"/>
            <a:ext cx="2628900" cy="5811837"/>
          </a:xfrm>
        </p:spPr>
        <p:txBody>
          <a:bodyPr vert="eaVert"/>
          <a:lstStyle/>
          <a:p>
            <a:pPr>
              <a:buNone/>
              <a:defRPr/>
            </a:pPr>
            <a:r>
              <a:rPr/>
              <a:t>Click to edit Master title style</a:t>
            </a:r>
            <a:endParaRPr/>
          </a:p>
        </p:txBody>
      </p:sp>
      <p:sp>
        <p:nvSpPr>
          <p:cNvPr id="212291837" name="Vertical Text Placeholder 2"/>
          <p:cNvSpPr>
            <a:spLocks noGrp="1"/>
          </p:cNvSpPr>
          <p:nvPr>
            <p:ph type="body" idx="1"/>
          </p:nvPr>
        </p:nvSpPr>
        <p:spPr bwMode="auto">
          <a:xfrm>
            <a:off x="838198" y="365124"/>
            <a:ext cx="7734299" cy="5811837"/>
          </a:xfrm>
        </p:spPr>
        <p:txBody>
          <a:bodyPr vert="eaVert"/>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967025902" name="Date Placeholder 3"/>
          <p:cNvSpPr>
            <a:spLocks noGrp="1"/>
          </p:cNvSpPr>
          <p:nvPr>
            <p:ph type="dt" idx="10"/>
          </p:nvPr>
        </p:nvSpPr>
        <p:spPr bwMode="auto"/>
        <p:txBody>
          <a:bodyPr/>
          <a:lstStyle/>
          <a:p>
            <a:pPr>
              <a:buNone/>
              <a:defRPr/>
            </a:pPr>
            <a:fld id="{BCC18F51-09EC-435C-A3BA-64A766E099C0}" type="datetimeFigureOut">
              <a:rPr/>
              <a:t>2026/7/28</a:t>
            </a:fld>
            <a:endParaRPr/>
          </a:p>
        </p:txBody>
      </p:sp>
      <p:sp>
        <p:nvSpPr>
          <p:cNvPr id="401713448" name="Footer Placeholder 4"/>
          <p:cNvSpPr>
            <a:spLocks noGrp="1"/>
          </p:cNvSpPr>
          <p:nvPr>
            <p:ph type="ftr" idx="11"/>
          </p:nvPr>
        </p:nvSpPr>
        <p:spPr bwMode="auto"/>
        <p:txBody>
          <a:bodyPr/>
          <a:lstStyle/>
          <a:p>
            <a:pPr>
              <a:buNone/>
              <a:defRPr/>
            </a:pPr>
            <a:endParaRPr/>
          </a:p>
        </p:txBody>
      </p:sp>
      <p:sp>
        <p:nvSpPr>
          <p:cNvPr id="73704182" name="Slide Number Placeholder 5"/>
          <p:cNvSpPr>
            <a:spLocks noGrp="1"/>
          </p:cNvSpPr>
          <p:nvPr>
            <p:ph type="sldNum" idx="12"/>
          </p:nvPr>
        </p:nvSpPr>
        <p:spPr bwMode="auto"/>
        <p:txBody>
          <a:bodyPr/>
          <a:lstStyle/>
          <a:p>
            <a:pPr>
              <a:buNone/>
              <a:defRPr/>
            </a:pPr>
            <a:fld id="{08395586-F03A-48D1-94DF-16B239DF4FB5}"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gradFill>
          <a:gsLst>
            <a:gs pos="0">
              <a:schemeClr val="tx2">
                <a:lumMod val="20000"/>
                <a:lumOff val="80000"/>
              </a:schemeClr>
            </a:gs>
            <a:gs pos="100000">
              <a:srgbClr val="FFFFFF"/>
            </a:gs>
          </a:gsLst>
          <a:path path="circle"/>
        </a:gradFill>
      </p:bgPr>
    </p:bg>
    <p:spTree>
      <p:nvGrpSpPr>
        <p:cNvPr id="1" name=""/>
        <p:cNvGrpSpPr/>
        <p:nvPr/>
      </p:nvGrpSpPr>
      <p:grpSpPr bwMode="auto">
        <a:xfrm>
          <a:off x="0" y="0"/>
          <a:ext cx="0" cy="0"/>
          <a:chOff x="0" y="0"/>
          <a:chExt cx="0" cy="0"/>
        </a:xfrm>
      </p:grpSpPr>
      <p:sp>
        <p:nvSpPr>
          <p:cNvPr id="475224091" name="Title Placeholder 1"/>
          <p:cNvSpPr>
            <a:spLocks noGrp="1"/>
          </p:cNvSpPr>
          <p:nvPr>
            <p:ph type="title"/>
          </p:nvPr>
        </p:nvSpPr>
        <p:spPr bwMode="auto">
          <a:xfrm>
            <a:off x="838198" y="365124"/>
            <a:ext cx="10515600" cy="1325562"/>
          </a:xfrm>
          <a:prstGeom prst="rect">
            <a:avLst/>
          </a:prstGeom>
        </p:spPr>
        <p:txBody>
          <a:bodyPr vert="horz" lIns="91440" tIns="45720" rIns="91440" bIns="45720" anchor="ctr">
            <a:normAutofit/>
          </a:bodyPr>
          <a:lstStyle>
            <a:lvl1pPr>
              <a:buNone/>
              <a:defRPr b="1"/>
            </a:lvl1pPr>
          </a:lstStyle>
          <a:p>
            <a:pPr>
              <a:buNone/>
              <a:defRPr/>
            </a:pPr>
            <a:r>
              <a:rPr/>
              <a:t>Click to edit Master title style</a:t>
            </a:r>
            <a:endParaRPr/>
          </a:p>
        </p:txBody>
      </p:sp>
      <p:sp>
        <p:nvSpPr>
          <p:cNvPr id="1071375742" name="Text Placeholder 2"/>
          <p:cNvSpPr>
            <a:spLocks noGrp="1"/>
          </p:cNvSpPr>
          <p:nvPr>
            <p:ph type="body" idx="1"/>
          </p:nvPr>
        </p:nvSpPr>
        <p:spPr bwMode="auto">
          <a:xfrm>
            <a:off x="841248" y="1828800"/>
            <a:ext cx="10515600" cy="4351338"/>
          </a:xfrm>
          <a:prstGeom prst="rect">
            <a:avLst/>
          </a:prstGeom>
        </p:spPr>
        <p:txBody>
          <a:bodyPr vert="horz" wrap="square" lIns="182880" tIns="182880" rIns="182880" bIns="91440" anchor="t">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lvl="0">
              <a:buNone/>
              <a:defRPr/>
            </a:pPr>
            <a:r>
              <a:rPr/>
              <a:t>Click to edit Master text styles</a:t>
            </a:r>
            <a:endParaRPr/>
          </a:p>
          <a:p>
            <a:pPr lvl="1">
              <a:buNone/>
              <a:defRPr/>
            </a:pPr>
            <a:r>
              <a:rPr/>
              <a:t>Second level</a:t>
            </a:r>
            <a:endParaRPr/>
          </a:p>
          <a:p>
            <a:pPr lvl="2">
              <a:buNone/>
              <a:defRPr/>
            </a:pPr>
            <a:r>
              <a:rPr/>
              <a:t>Third level</a:t>
            </a:r>
            <a:endParaRPr/>
          </a:p>
          <a:p>
            <a:pPr lvl="3">
              <a:buNone/>
              <a:defRPr/>
            </a:pPr>
            <a:r>
              <a:rPr/>
              <a:t>Fourth level</a:t>
            </a:r>
            <a:endParaRPr/>
          </a:p>
          <a:p>
            <a:pPr lvl="4">
              <a:buNone/>
              <a:defRPr/>
            </a:pPr>
            <a:r>
              <a:rPr/>
              <a:t>Fifth level</a:t>
            </a:r>
            <a:endParaRPr/>
          </a:p>
        </p:txBody>
      </p:sp>
      <p:sp>
        <p:nvSpPr>
          <p:cNvPr id="2129701086" name="Date Placeholder 3"/>
          <p:cNvSpPr>
            <a:spLocks noGrp="1"/>
          </p:cNvSpPr>
          <p:nvPr>
            <p:ph type="dt" idx="2"/>
          </p:nvPr>
        </p:nvSpPr>
        <p:spPr bwMode="auto">
          <a:xfrm>
            <a:off x="838198" y="6356349"/>
            <a:ext cx="2743200" cy="365124"/>
          </a:xfrm>
          <a:prstGeom prst="rect">
            <a:avLst/>
          </a:prstGeom>
        </p:spPr>
        <p:txBody>
          <a:bodyPr vert="horz" lIns="91440" tIns="45720" rIns="91440" bIns="45720" anchor="ctr"/>
          <a:lstStyle>
            <a:lvl1pPr algn="l">
              <a:buNone/>
              <a:defRPr sz="1200">
                <a:solidFill>
                  <a:schemeClr val="tx1">
                    <a:tint val="75000"/>
                  </a:schemeClr>
                </a:solidFill>
              </a:defRPr>
            </a:lvl1pPr>
          </a:lstStyle>
          <a:p>
            <a:pPr>
              <a:buNone/>
              <a:defRPr/>
            </a:pPr>
            <a:fld id="{BCC18F51-09EC-435C-A3BA-64A766E099C0}" type="datetimeFigureOut">
              <a:rPr/>
              <a:t>2026/7/28</a:t>
            </a:fld>
            <a:endParaRPr/>
          </a:p>
        </p:txBody>
      </p:sp>
      <p:sp>
        <p:nvSpPr>
          <p:cNvPr id="1996226865" name="Footer Placeholder 4"/>
          <p:cNvSpPr>
            <a:spLocks noGrp="1"/>
          </p:cNvSpPr>
          <p:nvPr>
            <p:ph type="ftr" idx="3"/>
          </p:nvPr>
        </p:nvSpPr>
        <p:spPr bwMode="auto">
          <a:xfrm>
            <a:off x="4038598" y="6356349"/>
            <a:ext cx="4114800" cy="365124"/>
          </a:xfrm>
          <a:prstGeom prst="rect">
            <a:avLst/>
          </a:prstGeom>
        </p:spPr>
        <p:txBody>
          <a:bodyPr vert="horz" lIns="91440" tIns="45720" rIns="91440" bIns="45720" anchor="ctr"/>
          <a:lstStyle>
            <a:lvl1pPr algn="ctr">
              <a:buNone/>
              <a:defRPr sz="1200">
                <a:solidFill>
                  <a:schemeClr val="tx1">
                    <a:tint val="75000"/>
                  </a:schemeClr>
                </a:solidFill>
              </a:defRPr>
            </a:lvl1pPr>
          </a:lstStyle>
          <a:p>
            <a:pPr>
              <a:buNone/>
              <a:defRPr/>
            </a:pPr>
            <a:endParaRPr/>
          </a:p>
        </p:txBody>
      </p:sp>
      <p:sp>
        <p:nvSpPr>
          <p:cNvPr id="334731255" name="Slide Number Placeholder 5"/>
          <p:cNvSpPr>
            <a:spLocks noGrp="1"/>
          </p:cNvSpPr>
          <p:nvPr>
            <p:ph type="sldNum" idx="4"/>
          </p:nvPr>
        </p:nvSpPr>
        <p:spPr bwMode="auto">
          <a:xfrm>
            <a:off x="8610599" y="6356349"/>
            <a:ext cx="2743200" cy="365124"/>
          </a:xfrm>
          <a:prstGeom prst="rect">
            <a:avLst/>
          </a:prstGeom>
        </p:spPr>
        <p:txBody>
          <a:bodyPr vert="horz" lIns="91440" tIns="45720" rIns="91440" bIns="45720" anchor="ctr"/>
          <a:lstStyle>
            <a:lvl1pPr algn="r">
              <a:buNone/>
              <a:defRPr sz="1200">
                <a:solidFill>
                  <a:schemeClr val="tx1">
                    <a:tint val="75000"/>
                  </a:schemeClr>
                </a:solidFill>
              </a:defRPr>
            </a:lvl1pPr>
          </a:lstStyle>
          <a:p>
            <a:pPr>
              <a:buNone/>
              <a:defRPr/>
            </a:pPr>
            <a:fld id="{08395586-F03A-48D1-94DF-16B239DF4FB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ts val="0"/>
        </a:spcBef>
        <a:buNone/>
        <a:defRPr sz="4400">
          <a:solidFill>
            <a:schemeClr val="tx1"/>
          </a:solidFill>
          <a:latin typeface="+mj-lt"/>
          <a:ea typeface="+mj-lt"/>
          <a:cs typeface="+mj-lt"/>
        </a:defRPr>
      </a:lvl1pPr>
    </p:titleStyle>
    <p:bodyStyle>
      <a:lvl1pPr marL="228600" indent="-228600" algn="l" defTabSz="914400">
        <a:lnSpc>
          <a:spcPct val="90000"/>
        </a:lnSpc>
        <a:spcBef>
          <a:spcPts val="999"/>
        </a:spcBef>
        <a:buFont typeface="Arial"/>
        <a:buChar char="•"/>
        <a:defRPr sz="2800">
          <a:solidFill>
            <a:schemeClr val="tx1"/>
          </a:solidFill>
          <a:latin typeface="+mn-lt"/>
          <a:ea typeface="+mn-lt"/>
          <a:cs typeface="+mn-lt"/>
        </a:defRPr>
      </a:lvl1pPr>
      <a:lvl2pPr marL="685800" indent="-228600" algn="l" defTabSz="914400">
        <a:lnSpc>
          <a:spcPct val="90000"/>
        </a:lnSpc>
        <a:spcBef>
          <a:spcPts val="499"/>
        </a:spcBef>
        <a:buFont typeface="Arial"/>
        <a:buChar char="•"/>
        <a:defRPr sz="2400">
          <a:solidFill>
            <a:schemeClr val="tx1"/>
          </a:solidFill>
          <a:latin typeface="+mn-lt"/>
          <a:ea typeface="+mn-lt"/>
          <a:cs typeface="+mn-lt"/>
        </a:defRPr>
      </a:lvl2pPr>
      <a:lvl3pPr marL="1143000" indent="-228600" algn="l" defTabSz="914400">
        <a:lnSpc>
          <a:spcPct val="90000"/>
        </a:lnSpc>
        <a:spcBef>
          <a:spcPts val="499"/>
        </a:spcBef>
        <a:buFont typeface="Arial"/>
        <a:buChar char="•"/>
        <a:defRPr sz="2000">
          <a:solidFill>
            <a:schemeClr val="tx1"/>
          </a:solidFill>
          <a:latin typeface="+mn-lt"/>
          <a:ea typeface="+mn-lt"/>
          <a:cs typeface="+mn-lt"/>
        </a:defRPr>
      </a:lvl3pPr>
      <a:lvl4pPr marL="1600200" indent="-228600" algn="l" defTabSz="914400">
        <a:lnSpc>
          <a:spcPct val="90000"/>
        </a:lnSpc>
        <a:spcBef>
          <a:spcPts val="499"/>
        </a:spcBef>
        <a:buFont typeface="Arial"/>
        <a:buChar char="•"/>
        <a:defRPr sz="1800">
          <a:solidFill>
            <a:schemeClr val="tx1"/>
          </a:solidFill>
          <a:latin typeface="+mn-lt"/>
          <a:ea typeface="+mn-lt"/>
          <a:cs typeface="+mn-lt"/>
        </a:defRPr>
      </a:lvl4pPr>
      <a:lvl5pPr marL="2057400" indent="-228600" algn="l" defTabSz="914400">
        <a:lnSpc>
          <a:spcPct val="90000"/>
        </a:lnSpc>
        <a:spcBef>
          <a:spcPts val="499"/>
        </a:spcBef>
        <a:buFont typeface="Arial"/>
        <a:buChar char="•"/>
        <a:defRPr sz="1800">
          <a:solidFill>
            <a:schemeClr val="tx1"/>
          </a:solidFill>
          <a:latin typeface="+mn-lt"/>
          <a:ea typeface="+mn-lt"/>
          <a:cs typeface="+mn-lt"/>
        </a:defRPr>
      </a:lvl5pPr>
      <a:lvl6pPr marL="2514599" indent="-228600" algn="l" defTabSz="914400">
        <a:lnSpc>
          <a:spcPct val="90000"/>
        </a:lnSpc>
        <a:spcBef>
          <a:spcPts val="499"/>
        </a:spcBef>
        <a:buFont typeface="Arial"/>
        <a:buChar char="•"/>
        <a:defRPr sz="1800">
          <a:solidFill>
            <a:schemeClr val="tx1"/>
          </a:solidFill>
          <a:latin typeface="+mn-lt"/>
          <a:ea typeface="+mn-lt"/>
          <a:cs typeface="+mn-lt"/>
        </a:defRPr>
      </a:lvl6pPr>
      <a:lvl7pPr marL="2971800" indent="-228600" algn="l" defTabSz="914400">
        <a:lnSpc>
          <a:spcPct val="90000"/>
        </a:lnSpc>
        <a:spcBef>
          <a:spcPts val="499"/>
        </a:spcBef>
        <a:buFont typeface="Arial"/>
        <a:buChar char="•"/>
        <a:defRPr sz="1800">
          <a:solidFill>
            <a:schemeClr val="tx1"/>
          </a:solidFill>
          <a:latin typeface="+mn-lt"/>
          <a:ea typeface="+mn-lt"/>
          <a:cs typeface="+mn-lt"/>
        </a:defRPr>
      </a:lvl7pPr>
      <a:lvl8pPr marL="3429000" indent="-228600" algn="l" defTabSz="914400">
        <a:lnSpc>
          <a:spcPct val="90000"/>
        </a:lnSpc>
        <a:spcBef>
          <a:spcPts val="499"/>
        </a:spcBef>
        <a:buFont typeface="Arial"/>
        <a:buChar char="•"/>
        <a:defRPr sz="1800">
          <a:solidFill>
            <a:schemeClr val="tx1"/>
          </a:solidFill>
          <a:latin typeface="+mn-lt"/>
          <a:ea typeface="+mn-lt"/>
          <a:cs typeface="+mn-lt"/>
        </a:defRPr>
      </a:lvl8pPr>
      <a:lvl9pPr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marL="0" algn="l" defTabSz="914400">
        <a:buNone/>
        <a:defRPr sz="1800">
          <a:solidFill>
            <a:schemeClr val="tx1"/>
          </a:solidFill>
          <a:latin typeface="+mn-lt"/>
          <a:ea typeface="+mn-lt"/>
          <a:cs typeface="+mn-lt"/>
        </a:defRPr>
      </a:lvl1pPr>
      <a:lvl2pPr marL="457200" algn="l" defTabSz="914400">
        <a:buNone/>
        <a:defRPr sz="1800">
          <a:solidFill>
            <a:schemeClr val="tx1"/>
          </a:solidFill>
          <a:latin typeface="+mn-lt"/>
          <a:ea typeface="+mn-lt"/>
          <a:cs typeface="+mn-lt"/>
        </a:defRPr>
      </a:lvl2pPr>
      <a:lvl3pPr marL="914400" algn="l" defTabSz="914400">
        <a:buNone/>
        <a:defRPr sz="1800">
          <a:solidFill>
            <a:schemeClr val="tx1"/>
          </a:solidFill>
          <a:latin typeface="+mn-lt"/>
          <a:ea typeface="+mn-lt"/>
          <a:cs typeface="+mn-lt"/>
        </a:defRPr>
      </a:lvl3pPr>
      <a:lvl4pPr marL="1371600" algn="l" defTabSz="914400">
        <a:buNone/>
        <a:defRPr sz="1800">
          <a:solidFill>
            <a:schemeClr val="tx1"/>
          </a:solidFill>
          <a:latin typeface="+mn-lt"/>
          <a:ea typeface="+mn-lt"/>
          <a:cs typeface="+mn-lt"/>
        </a:defRPr>
      </a:lvl4pPr>
      <a:lvl5pPr marL="1828800" algn="l" defTabSz="914400">
        <a:buNone/>
        <a:defRPr sz="1800">
          <a:solidFill>
            <a:schemeClr val="tx1"/>
          </a:solidFill>
          <a:latin typeface="+mn-lt"/>
          <a:ea typeface="+mn-lt"/>
          <a:cs typeface="+mn-lt"/>
        </a:defRPr>
      </a:lvl5pPr>
      <a:lvl6pPr marL="2286000" algn="l" defTabSz="914400">
        <a:buNone/>
        <a:defRPr sz="1800">
          <a:solidFill>
            <a:schemeClr val="tx1"/>
          </a:solidFill>
          <a:latin typeface="+mn-lt"/>
          <a:ea typeface="+mn-lt"/>
          <a:cs typeface="+mn-lt"/>
        </a:defRPr>
      </a:lvl6pPr>
      <a:lvl7pPr marL="2743200" algn="l" defTabSz="914400">
        <a:buNone/>
        <a:defRPr sz="1800">
          <a:solidFill>
            <a:schemeClr val="tx1"/>
          </a:solidFill>
          <a:latin typeface="+mn-lt"/>
          <a:ea typeface="+mn-lt"/>
          <a:cs typeface="+mn-lt"/>
        </a:defRPr>
      </a:lvl7pPr>
      <a:lvl8pPr marL="3200400" algn="l" defTabSz="914400">
        <a:buNone/>
        <a:defRPr sz="1800">
          <a:solidFill>
            <a:schemeClr val="tx1"/>
          </a:solidFill>
          <a:latin typeface="+mn-lt"/>
          <a:ea typeface="+mn-lt"/>
          <a:cs typeface="+mn-lt"/>
        </a:defRPr>
      </a:lvl8pPr>
      <a:lvl9pPr marL="3657600" algn="l" defTabSz="914400">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media1.sv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media2.sv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media3.sv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media4.sv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media5.sv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media6.sv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media7.svg"/><Relationship Id="rId5" Type="http://schemas.openxmlformats.org/officeDocument/2006/relationships/image" Target="../media/image17.png"/><Relationship Id="rId6" Type="http://schemas.openxmlformats.org/officeDocument/2006/relationships/image" Target="../media/media8.svg"/><Relationship Id="rId7" Type="http://schemas.openxmlformats.org/officeDocument/2006/relationships/image" Target="../media/image18.png"/><Relationship Id="rId8" Type="http://schemas.openxmlformats.org/officeDocument/2006/relationships/image" Target="../media/media9.svg"/><Relationship Id="rId9" Type="http://schemas.openxmlformats.org/officeDocument/2006/relationships/image" Target="../media/image19.png"/><Relationship Id="rId10" Type="http://schemas.openxmlformats.org/officeDocument/2006/relationships/image" Target="../media/media10.svg"/><Relationship Id="rId11" Type="http://schemas.openxmlformats.org/officeDocument/2006/relationships/image" Target="../media/image20.png"/><Relationship Id="rId12" Type="http://schemas.openxmlformats.org/officeDocument/2006/relationships/image" Target="../media/media11.svg"/><Relationship Id="rId13" Type="http://schemas.openxmlformats.org/officeDocument/2006/relationships/image" Target="../media/image21.png"/><Relationship Id="rId14" Type="http://schemas.openxmlformats.org/officeDocument/2006/relationships/image" Target="../media/media12.sv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media13.svg"/><Relationship Id="rId5" Type="http://schemas.openxmlformats.org/officeDocument/2006/relationships/image" Target="../media/image23.png"/><Relationship Id="rId6" Type="http://schemas.openxmlformats.org/officeDocument/2006/relationships/image" Target="../media/media14.sv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8.jp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9.png"/><Relationship Id="rId4" Type="http://schemas.openxmlformats.org/officeDocument/2006/relationships/image" Target="../media/media15.sv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0.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1.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hyperlink" Target="https://www.inceptionlabs.ai/blog/introducing-mercury-2" TargetMode="Externa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49553817" name="Rectangle 1959211399"/>
          <p:cNvSpPr>
            <a:spLocks noGrp="1"/>
          </p:cNvSpPr>
          <p:nvPr/>
        </p:nvSpPr>
        <p:spPr bwMode="auto">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endParaRPr/>
          </a:p>
        </p:txBody>
      </p:sp>
      <p:sp>
        <p:nvSpPr>
          <p:cNvPr id="1601302440" name="Rectangle 1850301699"/>
          <p:cNvSpPr>
            <a:spLocks noGrp="1"/>
          </p:cNvSpPr>
          <p:nvPr/>
        </p:nvSpPr>
        <p:spPr bwMode="auto">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endParaRPr/>
          </a:p>
        </p:txBody>
      </p:sp>
      <p:sp>
        <p:nvSpPr>
          <p:cNvPr id="783139665" name="Rectangle 2018958639"/>
          <p:cNvSpPr>
            <a:spLocks noGrp="1"/>
          </p:cNvSpPr>
          <p:nvPr/>
        </p:nvSpPr>
        <p:spPr bwMode="auto">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endParaRPr/>
          </a:p>
        </p:txBody>
      </p:sp>
      <p:sp>
        <p:nvSpPr>
          <p:cNvPr id="1373219734" name="Rectangle: Rounded Corners 90328709"/>
          <p:cNvSpPr>
            <a:spLocks noGrp="1"/>
          </p:cNvSpPr>
          <p:nvPr/>
        </p:nvSpPr>
        <p:spPr bwMode="auto">
          <a:xfrm>
            <a:off x="666750" y="2047875"/>
            <a:ext cx="10858500" cy="3333750"/>
          </a:xfrm>
          <a:prstGeom prst="roundRect">
            <a:avLst>
              <a:gd name="adj" fmla="val 2286"/>
            </a:avLst>
          </a:prstGeom>
          <a:solidFill>
            <a:srgbClr val="F8FAFC"/>
          </a:solidFill>
          <a:ln w="14288">
            <a:solidFill>
              <a:srgbClr val="E2E8F0"/>
            </a:solidFill>
            <a:prstDash val="solid"/>
          </a:ln>
        </p:spPr>
        <p:txBody>
          <a:bodyPr/>
          <a:lstStyle/>
          <a:p>
            <a:pPr>
              <a:buNone/>
              <a:defRPr/>
            </a:pPr>
            <a:endParaRPr/>
          </a:p>
        </p:txBody>
      </p:sp>
      <p:sp>
        <p:nvSpPr>
          <p:cNvPr id="1241163336" name="Straight Connector 453704306"/>
          <p:cNvSpPr>
            <a:spLocks noGrp="1"/>
          </p:cNvSpPr>
          <p:nvPr/>
        </p:nvSpPr>
        <p:spPr bwMode="auto">
          <a:xfrm>
            <a:off x="1524000" y="3714750"/>
            <a:ext cx="9144000" cy="9525"/>
          </a:xfrm>
          <a:prstGeom prst="line">
            <a:avLst/>
          </a:prstGeom>
          <a:noFill/>
          <a:ln w="47625">
            <a:solidFill>
              <a:srgbClr val="CBD5E1"/>
            </a:solidFill>
            <a:prstDash val="solid"/>
          </a:ln>
        </p:spPr>
        <p:txBody>
          <a:bodyPr/>
          <a:lstStyle/>
          <a:p>
            <a:pPr>
              <a:buNone/>
              <a:defRPr/>
            </a:pPr>
            <a:endParaRPr/>
          </a:p>
        </p:txBody>
      </p:sp>
      <p:sp>
        <p:nvSpPr>
          <p:cNvPr id="213665379" name="Oval 1383570775"/>
          <p:cNvSpPr>
            <a:spLocks noGrp="1"/>
          </p:cNvSpPr>
          <p:nvPr/>
        </p:nvSpPr>
        <p:spPr bwMode="auto">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endParaRPr/>
          </a:p>
        </p:txBody>
      </p:sp>
      <p:sp>
        <p:nvSpPr>
          <p:cNvPr id="4713534" name="Rectangle 1909465558"/>
          <p:cNvSpPr>
            <a:spLocks noGrp="1"/>
          </p:cNvSpPr>
          <p:nvPr/>
        </p:nvSpPr>
        <p:spPr bwMode="auto">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endParaRPr/>
          </a:p>
        </p:txBody>
      </p:sp>
      <p:sp>
        <p:nvSpPr>
          <p:cNvPr id="1413505355" name="Rectangle 373098539"/>
          <p:cNvSpPr>
            <a:spLocks noGrp="1"/>
          </p:cNvSpPr>
          <p:nvPr/>
        </p:nvSpPr>
        <p:spPr bwMode="auto">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endParaRPr/>
          </a:p>
          <a:p>
            <a:pPr algn="ctr">
              <a:buNone/>
              <a:defRPr sz="1350" b="0">
                <a:solidFill>
                  <a:srgbClr val="0B0F19"/>
                </a:solidFill>
              </a:defRPr>
            </a:pPr>
            <a:r>
              <a:rPr sz="1350" b="0">
                <a:solidFill>
                  <a:srgbClr val="0B0F19"/>
                </a:solidFill>
              </a:rPr>
              <a:t>gradients</a:t>
            </a:r>
            <a:endParaRPr/>
          </a:p>
        </p:txBody>
      </p:sp>
      <p:sp>
        <p:nvSpPr>
          <p:cNvPr id="1267397278" name="Rectangle 1435247823"/>
          <p:cNvSpPr>
            <a:spLocks noGrp="1"/>
          </p:cNvSpPr>
          <p:nvPr/>
        </p:nvSpPr>
        <p:spPr bwMode="auto">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endParaRPr/>
          </a:p>
        </p:txBody>
      </p:sp>
      <p:sp>
        <p:nvSpPr>
          <p:cNvPr id="2068558450" name="Oval 517207118"/>
          <p:cNvSpPr>
            <a:spLocks noGrp="1"/>
          </p:cNvSpPr>
          <p:nvPr/>
        </p:nvSpPr>
        <p:spPr bwMode="auto">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endParaRPr/>
          </a:p>
        </p:txBody>
      </p:sp>
      <p:sp>
        <p:nvSpPr>
          <p:cNvPr id="287128466" name="Rectangle 1431946798"/>
          <p:cNvSpPr>
            <a:spLocks noGrp="1"/>
          </p:cNvSpPr>
          <p:nvPr/>
        </p:nvSpPr>
        <p:spPr bwMode="auto">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endParaRPr/>
          </a:p>
        </p:txBody>
      </p:sp>
      <p:sp>
        <p:nvSpPr>
          <p:cNvPr id="1789552913" name="Rectangle 1613992743"/>
          <p:cNvSpPr>
            <a:spLocks noGrp="1"/>
          </p:cNvSpPr>
          <p:nvPr/>
        </p:nvSpPr>
        <p:spPr bwMode="auto">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endParaRPr/>
          </a:p>
          <a:p>
            <a:pPr algn="ctr">
              <a:buNone/>
              <a:defRPr sz="1350" b="0">
                <a:solidFill>
                  <a:srgbClr val="0B0F19"/>
                </a:solidFill>
              </a:defRPr>
            </a:pPr>
            <a:r>
              <a:rPr sz="1350" b="0">
                <a:solidFill>
                  <a:srgbClr val="0B0F19"/>
                </a:solidFill>
              </a:rPr>
              <a:t>embeddings</a:t>
            </a:r>
            <a:endParaRPr/>
          </a:p>
        </p:txBody>
      </p:sp>
      <p:sp>
        <p:nvSpPr>
          <p:cNvPr id="1685014085" name="Rectangle 1819292424"/>
          <p:cNvSpPr>
            <a:spLocks noGrp="1"/>
          </p:cNvSpPr>
          <p:nvPr/>
        </p:nvSpPr>
        <p:spPr bwMode="auto">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endParaRPr/>
          </a:p>
        </p:txBody>
      </p:sp>
      <p:sp>
        <p:nvSpPr>
          <p:cNvPr id="1594683630" name="Oval 1011337880"/>
          <p:cNvSpPr>
            <a:spLocks noGrp="1"/>
          </p:cNvSpPr>
          <p:nvPr/>
        </p:nvSpPr>
        <p:spPr bwMode="auto">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endParaRPr/>
          </a:p>
        </p:txBody>
      </p:sp>
      <p:sp>
        <p:nvSpPr>
          <p:cNvPr id="156384596" name="Rectangle 231300994"/>
          <p:cNvSpPr>
            <a:spLocks noGrp="1"/>
          </p:cNvSpPr>
          <p:nvPr/>
        </p:nvSpPr>
        <p:spPr bwMode="auto">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endParaRPr/>
          </a:p>
        </p:txBody>
      </p:sp>
      <p:sp>
        <p:nvSpPr>
          <p:cNvPr id="1267769090" name="Rectangle 1085761315"/>
          <p:cNvSpPr>
            <a:spLocks noGrp="1"/>
          </p:cNvSpPr>
          <p:nvPr/>
        </p:nvSpPr>
        <p:spPr bwMode="auto">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endParaRPr/>
          </a:p>
          <a:p>
            <a:pPr algn="ctr">
              <a:buNone/>
              <a:defRPr sz="1350" b="0">
                <a:solidFill>
                  <a:srgbClr val="0B0F19"/>
                </a:solidFill>
              </a:defRPr>
            </a:pPr>
            <a:r>
              <a:rPr sz="1350" b="0">
                <a:solidFill>
                  <a:srgbClr val="0B0F19"/>
                </a:solidFill>
              </a:rPr>
              <a:t>value</a:t>
            </a:r>
            <a:endParaRPr/>
          </a:p>
        </p:txBody>
      </p:sp>
      <p:sp>
        <p:nvSpPr>
          <p:cNvPr id="2145222048" name="Rectangle 9026134"/>
          <p:cNvSpPr>
            <a:spLocks noGrp="1"/>
          </p:cNvSpPr>
          <p:nvPr/>
        </p:nvSpPr>
        <p:spPr bwMode="auto">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endParaRPr/>
          </a:p>
        </p:txBody>
      </p:sp>
      <p:sp>
        <p:nvSpPr>
          <p:cNvPr id="2124544825" name="Oval 1242283889"/>
          <p:cNvSpPr>
            <a:spLocks noGrp="1"/>
          </p:cNvSpPr>
          <p:nvPr/>
        </p:nvSpPr>
        <p:spPr bwMode="auto">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endParaRPr/>
          </a:p>
        </p:txBody>
      </p:sp>
      <p:sp>
        <p:nvSpPr>
          <p:cNvPr id="443424523" name="Rectangle 760971764"/>
          <p:cNvSpPr>
            <a:spLocks noGrp="1"/>
          </p:cNvSpPr>
          <p:nvPr/>
        </p:nvSpPr>
        <p:spPr bwMode="auto">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endParaRPr/>
          </a:p>
        </p:txBody>
      </p:sp>
      <p:sp>
        <p:nvSpPr>
          <p:cNvPr id="1401559683" name="Rectangle 236810503"/>
          <p:cNvSpPr>
            <a:spLocks noGrp="1"/>
          </p:cNvSpPr>
          <p:nvPr/>
        </p:nvSpPr>
        <p:spPr bwMode="auto">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endParaRPr/>
          </a:p>
          <a:p>
            <a:pPr algn="ctr">
              <a:buNone/>
              <a:defRPr sz="1350" b="0">
                <a:solidFill>
                  <a:srgbClr val="0B0F19"/>
                </a:solidFill>
              </a:defRPr>
            </a:pPr>
            <a:r>
              <a:rPr sz="1350" b="0">
                <a:solidFill>
                  <a:srgbClr val="0B0F19"/>
                </a:solidFill>
              </a:rPr>
              <a:t>masking</a:t>
            </a:r>
            <a:endParaRPr/>
          </a:p>
        </p:txBody>
      </p:sp>
      <p:sp>
        <p:nvSpPr>
          <p:cNvPr id="1372533295" name="Rectangle 297379142"/>
          <p:cNvSpPr>
            <a:spLocks noGrp="1"/>
          </p:cNvSpPr>
          <p:nvPr/>
        </p:nvSpPr>
        <p:spPr bwMode="auto">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endParaRPr/>
          </a:p>
        </p:txBody>
      </p:sp>
      <p:sp>
        <p:nvSpPr>
          <p:cNvPr id="1733008596" name="Oval 886147111"/>
          <p:cNvSpPr>
            <a:spLocks noGrp="1"/>
          </p:cNvSpPr>
          <p:nvPr/>
        </p:nvSpPr>
        <p:spPr bwMode="auto">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endParaRPr/>
          </a:p>
        </p:txBody>
      </p:sp>
      <p:sp>
        <p:nvSpPr>
          <p:cNvPr id="1288824797" name="Rectangle 1979103398"/>
          <p:cNvSpPr>
            <a:spLocks noGrp="1"/>
          </p:cNvSpPr>
          <p:nvPr/>
        </p:nvSpPr>
        <p:spPr bwMode="auto">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endParaRPr/>
          </a:p>
        </p:txBody>
      </p:sp>
      <p:sp>
        <p:nvSpPr>
          <p:cNvPr id="992714688" name="Rectangle 668892514"/>
          <p:cNvSpPr>
            <a:spLocks noGrp="1"/>
          </p:cNvSpPr>
          <p:nvPr/>
        </p:nvSpPr>
        <p:spPr bwMode="auto">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endParaRPr/>
          </a:p>
          <a:p>
            <a:pPr algn="ctr">
              <a:buNone/>
              <a:defRPr sz="1350" b="0">
                <a:solidFill>
                  <a:srgbClr val="0B0F19"/>
                </a:solidFill>
              </a:defRPr>
            </a:pPr>
            <a:r>
              <a:rPr sz="1350" b="0">
                <a:solidFill>
                  <a:srgbClr val="0B0F19"/>
                </a:solidFill>
              </a:rPr>
              <a:t>prediction</a:t>
            </a:r>
            <a:endParaRPr/>
          </a:p>
        </p:txBody>
      </p:sp>
      <p:sp>
        <p:nvSpPr>
          <p:cNvPr id="351920585" name="Rectangle 846714876"/>
          <p:cNvSpPr>
            <a:spLocks noGrp="1"/>
          </p:cNvSpPr>
          <p:nvPr/>
        </p:nvSpPr>
        <p:spPr bwMode="auto">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endParaRPr/>
          </a:p>
        </p:txBody>
      </p:sp>
      <p:sp>
        <p:nvSpPr>
          <p:cNvPr id="464509372" name="Rectangle 612628765"/>
          <p:cNvSpPr>
            <a:spLocks noGrp="1"/>
          </p:cNvSpPr>
          <p:nvPr/>
        </p:nvSpPr>
        <p:spPr bwMode="auto">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GPT's core principles and architecture</a:t>
            </a:r>
            <a:br>
              <a:rPr/>
            </a:br>
            <a:r>
              <a:rPr sz="2100" b="1">
                <a:solidFill>
                  <a:srgbClr val="2563EB"/>
                </a:solidFill>
              </a:rPr>
              <a:t>to assess engineering possibilities</a:t>
            </a:r>
            <a:endParaRPr/>
          </a:p>
        </p:txBody>
      </p:sp>
      <p:sp>
        <p:nvSpPr>
          <p:cNvPr id="420877786" name="Rectangle 134361998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05299140"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endParaRPr/>
          </a:p>
        </p:txBody>
      </p:sp>
      <p:sp>
        <p:nvSpPr>
          <p:cNvPr id="1566673028" name="Rectangle 251777344"/>
          <p:cNvSpPr>
            <a:spLocks noGrp="1"/>
          </p:cNvSpPr>
          <p:nvPr/>
        </p:nvSpPr>
        <p:spPr bwMode="auto">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endParaRPr/>
          </a:p>
        </p:txBody>
      </p:sp>
      <p:sp>
        <p:nvSpPr>
          <p:cNvPr id="1495509295" name="Rectangle: Rounded Corners 145639234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701155151" name="Rectangle: Rounded Corners 1987074982"/>
          <p:cNvSpPr>
            <a:spLocks noGrp="1"/>
          </p:cNvSpPr>
          <p:nvPr/>
        </p:nvSpPr>
        <p:spPr bwMode="auto">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defRPr/>
            </a:pPr>
            <a:endParaRPr/>
          </a:p>
        </p:txBody>
      </p:sp>
      <p:sp>
        <p:nvSpPr>
          <p:cNvPr id="498404211" name="Rectangle 1286956634"/>
          <p:cNvSpPr>
            <a:spLocks noGrp="1"/>
          </p:cNvSpPr>
          <p:nvPr/>
        </p:nvSpPr>
        <p:spPr bwMode="auto">
          <a:xfrm>
            <a:off x="8153399"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endParaRPr/>
          </a:p>
        </p:txBody>
      </p:sp>
      <p:sp>
        <p:nvSpPr>
          <p:cNvPr id="1211920523" name="Rectangle 399762638"/>
          <p:cNvSpPr>
            <a:spLocks noGrp="1"/>
          </p:cNvSpPr>
          <p:nvPr/>
        </p:nvSpPr>
        <p:spPr bwMode="auto">
          <a:xfrm>
            <a:off x="8153399" y="2686050"/>
            <a:ext cx="2476500" cy="685800"/>
          </a:xfrm>
          <a:prstGeom prst="rect">
            <a:avLst/>
          </a:prstGeom>
          <a:noFill/>
          <a:ln w="0">
            <a:noFill/>
            <a:prstDash val="solid"/>
          </a:ln>
        </p:spPr>
        <p:txBody>
          <a:bodyPr anchor="t"/>
          <a:lstStyle/>
          <a:p>
            <a:pPr algn="l">
              <a:buNone/>
              <a:defRPr sz="1600" b="0">
                <a:solidFill>
                  <a:srgbClr val="667085"/>
                </a:solidFill>
              </a:defRPr>
            </a:pPr>
            <a:r>
              <a:rPr sz="1600" b="0">
                <a:solidFill>
                  <a:srgbClr val="667085"/>
                </a:solidFill>
              </a:rPr>
              <a:t>linear regression</a:t>
            </a:r>
            <a:endParaRPr/>
          </a:p>
          <a:p>
            <a:pPr algn="l">
              <a:buNone/>
              <a:defRPr sz="1600" b="0">
                <a:solidFill>
                  <a:srgbClr val="667085"/>
                </a:solidFill>
              </a:defRPr>
            </a:pPr>
            <a:r>
              <a:rPr sz="1600" b="0">
                <a:solidFill>
                  <a:srgbClr val="667085"/>
                </a:solidFill>
              </a:rPr>
              <a:t>→ machine learning</a:t>
            </a:r>
            <a:endParaRPr/>
          </a:p>
          <a:p>
            <a:pPr algn="l">
              <a:buNone/>
              <a:defRPr sz="1600" b="0">
                <a:solidFill>
                  <a:srgbClr val="667085"/>
                </a:solidFill>
              </a:defRPr>
            </a:pPr>
            <a:r>
              <a:rPr sz="1600" b="0">
                <a:solidFill>
                  <a:srgbClr val="667085"/>
                </a:solidFill>
              </a:rPr>
              <a:t>→ neural networks</a:t>
            </a:r>
            <a:endParaRPr/>
          </a:p>
        </p:txBody>
      </p:sp>
      <p:sp>
        <p:nvSpPr>
          <p:cNvPr id="885467447" name="Rectangle 1233632033"/>
          <p:cNvSpPr>
            <a:spLocks noGrp="1"/>
          </p:cNvSpPr>
          <p:nvPr/>
        </p:nvSpPr>
        <p:spPr bwMode="auto">
          <a:xfrm>
            <a:off x="8153399"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endParaRPr/>
          </a:p>
        </p:txBody>
      </p:sp>
      <p:sp>
        <p:nvSpPr>
          <p:cNvPr id="1724671027" name="Rectangle 987778106"/>
          <p:cNvSpPr>
            <a:spLocks noGrp="1"/>
          </p:cNvSpPr>
          <p:nvPr/>
        </p:nvSpPr>
        <p:spPr bwMode="auto">
          <a:xfrm>
            <a:off x="8153399"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endParaRPr/>
          </a:p>
          <a:p>
            <a:pPr algn="l">
              <a:buNone/>
              <a:defRPr sz="1500" b="0">
                <a:solidFill>
                  <a:srgbClr val="667085"/>
                </a:solidFill>
              </a:defRPr>
            </a:pPr>
            <a:r>
              <a:rPr sz="1500" b="0">
                <a:solidFill>
                  <a:srgbClr val="667085"/>
                </a:solidFill>
              </a:rPr>
              <a:t>→ Transformers</a:t>
            </a:r>
            <a:endParaRPr/>
          </a:p>
          <a:p>
            <a:pPr algn="l">
              <a:buNone/>
              <a:defRPr sz="1500" b="0">
                <a:solidFill>
                  <a:srgbClr val="667085"/>
                </a:solidFill>
              </a:defRPr>
            </a:pPr>
            <a:r>
              <a:rPr sz="1500" b="0">
                <a:solidFill>
                  <a:srgbClr val="667085"/>
                </a:solidFill>
              </a:rPr>
              <a:t>→ GPT</a:t>
            </a:r>
            <a:endParaRPr/>
          </a:p>
        </p:txBody>
      </p:sp>
      <p:sp>
        <p:nvSpPr>
          <p:cNvPr id="118177388"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a:t>
            </a:r>
            <a:endParaRPr/>
          </a:p>
        </p:txBody>
      </p:sp>
      <p:pic>
        <p:nvPicPr>
          <p:cNvPr id="307601155" name="Picture 1987074993"/>
          <p:cNvPicPr>
            <a:picLocks noChangeAspect="1"/>
          </p:cNvPicPr>
          <p:nvPr/>
        </p:nvPicPr>
        <p:blipFill rotWithShape="1">
          <a:blip r:embed="rId3"/>
          <a:stretch/>
        </p:blipFill>
        <p:spPr bwMode="auto">
          <a:xfrm>
            <a:off x="2119307" y="1504950"/>
            <a:ext cx="3838585" cy="44767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73303750" name="Rectangle 19750590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endParaRPr/>
          </a:p>
        </p:txBody>
      </p:sp>
      <p:sp>
        <p:nvSpPr>
          <p:cNvPr id="439177561" name="Rectangle 190904814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endParaRPr/>
          </a:p>
        </p:txBody>
      </p:sp>
      <p:sp>
        <p:nvSpPr>
          <p:cNvPr id="425096569" name="Rectangle: Rounded Corners 816331080"/>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156922474" name="Picture 2137688687"/>
          <p:cNvPicPr>
            <a:picLocks noChangeAspect="1"/>
          </p:cNvPicPr>
          <p:nvPr/>
        </p:nvPicPr>
        <p:blipFill rotWithShape="1">
          <a:blip r:embed="rId3"/>
          <a:stretch/>
        </p:blipFill>
        <p:spPr bwMode="auto">
          <a:xfrm>
            <a:off x="2381250" y="1556268"/>
            <a:ext cx="7429500" cy="697463"/>
          </a:xfrm>
          <a:prstGeom prst="rect">
            <a:avLst/>
          </a:prstGeom>
        </p:spPr>
      </p:pic>
      <p:sp>
        <p:nvSpPr>
          <p:cNvPr id="641796381" name="Straight Connector 161416146"/>
          <p:cNvSpPr>
            <a:spLocks noGrp="1"/>
          </p:cNvSpPr>
          <p:nvPr/>
        </p:nvSpPr>
        <p:spPr bwMode="auto">
          <a:xfrm>
            <a:off x="2000250" y="5381625"/>
            <a:ext cx="7429500" cy="9525"/>
          </a:xfrm>
          <a:prstGeom prst="line">
            <a:avLst/>
          </a:prstGeom>
          <a:noFill/>
          <a:ln w="19050">
            <a:solidFill>
              <a:srgbClr val="94A3B8"/>
            </a:solidFill>
            <a:prstDash val="solid"/>
          </a:ln>
        </p:spPr>
        <p:txBody>
          <a:bodyPr/>
          <a:lstStyle/>
          <a:p>
            <a:pPr>
              <a:buNone/>
              <a:defRPr/>
            </a:pPr>
            <a:endParaRPr/>
          </a:p>
        </p:txBody>
      </p:sp>
      <p:sp>
        <p:nvSpPr>
          <p:cNvPr id="1110535567" name="Straight Connector 61902172"/>
          <p:cNvSpPr>
            <a:spLocks noGrp="1"/>
          </p:cNvSpPr>
          <p:nvPr/>
        </p:nvSpPr>
        <p:spPr bwMode="auto">
          <a:xfrm>
            <a:off x="2000250" y="2905125"/>
            <a:ext cx="9525" cy="2476500"/>
          </a:xfrm>
          <a:prstGeom prst="line">
            <a:avLst/>
          </a:prstGeom>
          <a:noFill/>
          <a:ln w="19050">
            <a:solidFill>
              <a:srgbClr val="94A3B8"/>
            </a:solidFill>
            <a:prstDash val="solid"/>
          </a:ln>
        </p:spPr>
        <p:txBody>
          <a:bodyPr/>
          <a:lstStyle/>
          <a:p>
            <a:pPr>
              <a:buNone/>
              <a:defRPr/>
            </a:pPr>
            <a:endParaRPr/>
          </a:p>
        </p:txBody>
      </p:sp>
      <p:sp>
        <p:nvSpPr>
          <p:cNvPr id="1174426685" name="Rectangle: Rounded Corners 898681238"/>
          <p:cNvSpPr>
            <a:spLocks noGrp="1"/>
          </p:cNvSpPr>
          <p:nvPr/>
        </p:nvSpPr>
        <p:spPr bwMode="auto">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endParaRPr/>
          </a:p>
        </p:txBody>
      </p:sp>
      <p:sp>
        <p:nvSpPr>
          <p:cNvPr id="1133938060" name="Rectangle 1225503430"/>
          <p:cNvSpPr>
            <a:spLocks noGrp="1"/>
          </p:cNvSpPr>
          <p:nvPr/>
        </p:nvSpPr>
        <p:spPr bwMode="auto">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endParaRPr/>
          </a:p>
        </p:txBody>
      </p:sp>
      <p:sp>
        <p:nvSpPr>
          <p:cNvPr id="1174091501" name="Straight Connector 1461826591"/>
          <p:cNvSpPr>
            <a:spLocks noGrp="1"/>
          </p:cNvSpPr>
          <p:nvPr/>
        </p:nvSpPr>
        <p:spPr bwMode="auto">
          <a:xfrm>
            <a:off x="2619375" y="3297238"/>
            <a:ext cx="9525" cy="1589087"/>
          </a:xfrm>
          <a:prstGeom prst="line">
            <a:avLst/>
          </a:prstGeom>
          <a:noFill/>
          <a:ln w="38100">
            <a:solidFill>
              <a:srgbClr val="EF4444"/>
            </a:solidFill>
            <a:prstDash val="solid"/>
          </a:ln>
        </p:spPr>
        <p:txBody>
          <a:bodyPr/>
          <a:lstStyle/>
          <a:p>
            <a:pPr>
              <a:buNone/>
              <a:defRPr/>
            </a:pPr>
            <a:endParaRPr/>
          </a:p>
        </p:txBody>
      </p:sp>
      <p:sp>
        <p:nvSpPr>
          <p:cNvPr id="800635615" name="Oval 308551117"/>
          <p:cNvSpPr>
            <a:spLocks noGrp="1"/>
          </p:cNvSpPr>
          <p:nvPr/>
        </p:nvSpPr>
        <p:spPr bwMode="auto">
          <a:xfrm>
            <a:off x="2533650" y="4800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78737513" name="Straight Connector 2122530921"/>
          <p:cNvSpPr>
            <a:spLocks noGrp="1"/>
          </p:cNvSpPr>
          <p:nvPr/>
        </p:nvSpPr>
        <p:spPr bwMode="auto">
          <a:xfrm>
            <a:off x="3857625" y="3400425"/>
            <a:ext cx="9525" cy="1155699"/>
          </a:xfrm>
          <a:prstGeom prst="line">
            <a:avLst/>
          </a:prstGeom>
          <a:noFill/>
          <a:ln w="38100">
            <a:solidFill>
              <a:srgbClr val="EF4444"/>
            </a:solidFill>
            <a:prstDash val="solid"/>
          </a:ln>
        </p:spPr>
        <p:txBody>
          <a:bodyPr/>
          <a:lstStyle/>
          <a:p>
            <a:pPr>
              <a:buNone/>
              <a:defRPr/>
            </a:pPr>
            <a:endParaRPr/>
          </a:p>
        </p:txBody>
      </p:sp>
      <p:sp>
        <p:nvSpPr>
          <p:cNvPr id="1300223088" name="Oval 1902723883"/>
          <p:cNvSpPr>
            <a:spLocks noGrp="1"/>
          </p:cNvSpPr>
          <p:nvPr/>
        </p:nvSpPr>
        <p:spPr bwMode="auto">
          <a:xfrm>
            <a:off x="3771900" y="44704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856447116" name="Straight Connector 167498950"/>
          <p:cNvSpPr>
            <a:spLocks noGrp="1"/>
          </p:cNvSpPr>
          <p:nvPr/>
        </p:nvSpPr>
        <p:spPr bwMode="auto">
          <a:xfrm>
            <a:off x="5095875" y="3503613"/>
            <a:ext cx="9525" cy="763587"/>
          </a:xfrm>
          <a:prstGeom prst="line">
            <a:avLst/>
          </a:prstGeom>
          <a:noFill/>
          <a:ln w="38100">
            <a:solidFill>
              <a:srgbClr val="EF4444"/>
            </a:solidFill>
            <a:prstDash val="solid"/>
          </a:ln>
        </p:spPr>
        <p:txBody>
          <a:bodyPr/>
          <a:lstStyle/>
          <a:p>
            <a:pPr>
              <a:buNone/>
              <a:defRPr/>
            </a:pPr>
            <a:endParaRPr/>
          </a:p>
        </p:txBody>
      </p:sp>
      <p:sp>
        <p:nvSpPr>
          <p:cNvPr id="1469708454" name="Oval 1159963357"/>
          <p:cNvSpPr>
            <a:spLocks noGrp="1"/>
          </p:cNvSpPr>
          <p:nvPr/>
        </p:nvSpPr>
        <p:spPr bwMode="auto">
          <a:xfrm>
            <a:off x="5010149" y="418147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660163687" name="Straight Connector 1986469558"/>
          <p:cNvSpPr>
            <a:spLocks noGrp="1"/>
          </p:cNvSpPr>
          <p:nvPr/>
        </p:nvSpPr>
        <p:spPr bwMode="auto">
          <a:xfrm>
            <a:off x="6334125" y="3606800"/>
            <a:ext cx="9525" cy="247650"/>
          </a:xfrm>
          <a:prstGeom prst="line">
            <a:avLst/>
          </a:prstGeom>
          <a:noFill/>
          <a:ln w="38100">
            <a:solidFill>
              <a:srgbClr val="EF4444"/>
            </a:solidFill>
            <a:prstDash val="solid"/>
          </a:ln>
        </p:spPr>
        <p:txBody>
          <a:bodyPr/>
          <a:lstStyle/>
          <a:p>
            <a:pPr>
              <a:buNone/>
              <a:defRPr/>
            </a:pPr>
            <a:endParaRPr/>
          </a:p>
        </p:txBody>
      </p:sp>
      <p:sp>
        <p:nvSpPr>
          <p:cNvPr id="933312045" name="Oval 1145200305"/>
          <p:cNvSpPr>
            <a:spLocks noGrp="1"/>
          </p:cNvSpPr>
          <p:nvPr/>
        </p:nvSpPr>
        <p:spPr bwMode="auto">
          <a:xfrm>
            <a:off x="6248400" y="376872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43538449" name="Straight Connector 1746813433"/>
          <p:cNvSpPr>
            <a:spLocks noGrp="1"/>
          </p:cNvSpPr>
          <p:nvPr/>
        </p:nvSpPr>
        <p:spPr bwMode="auto">
          <a:xfrm>
            <a:off x="7572375" y="3565525"/>
            <a:ext cx="9525" cy="144463"/>
          </a:xfrm>
          <a:prstGeom prst="line">
            <a:avLst/>
          </a:prstGeom>
          <a:noFill/>
          <a:ln w="38100">
            <a:solidFill>
              <a:srgbClr val="EF4444"/>
            </a:solidFill>
            <a:prstDash val="solid"/>
          </a:ln>
        </p:spPr>
        <p:txBody>
          <a:bodyPr/>
          <a:lstStyle/>
          <a:p>
            <a:pPr>
              <a:buNone/>
              <a:defRPr/>
            </a:pPr>
            <a:endParaRPr/>
          </a:p>
        </p:txBody>
      </p:sp>
      <p:sp>
        <p:nvSpPr>
          <p:cNvPr id="193237822" name="Oval 2137688682"/>
          <p:cNvSpPr>
            <a:spLocks noGrp="1"/>
          </p:cNvSpPr>
          <p:nvPr/>
        </p:nvSpPr>
        <p:spPr bwMode="auto">
          <a:xfrm>
            <a:off x="7486650" y="34798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737464706" name="Straight Connector 696285493"/>
          <p:cNvSpPr>
            <a:spLocks noGrp="1"/>
          </p:cNvSpPr>
          <p:nvPr/>
        </p:nvSpPr>
        <p:spPr bwMode="auto">
          <a:xfrm>
            <a:off x="8810625" y="3235325"/>
            <a:ext cx="9525" cy="577849"/>
          </a:xfrm>
          <a:prstGeom prst="line">
            <a:avLst/>
          </a:prstGeom>
          <a:noFill/>
          <a:ln w="38100">
            <a:solidFill>
              <a:srgbClr val="EF4444"/>
            </a:solidFill>
            <a:prstDash val="solid"/>
          </a:ln>
        </p:spPr>
        <p:txBody>
          <a:bodyPr/>
          <a:lstStyle/>
          <a:p>
            <a:pPr>
              <a:buNone/>
              <a:defRPr/>
            </a:pPr>
            <a:endParaRPr/>
          </a:p>
        </p:txBody>
      </p:sp>
      <p:sp>
        <p:nvSpPr>
          <p:cNvPr id="1870926333" name="Oval 1445698389"/>
          <p:cNvSpPr>
            <a:spLocks noGrp="1"/>
          </p:cNvSpPr>
          <p:nvPr/>
        </p:nvSpPr>
        <p:spPr bwMode="auto">
          <a:xfrm>
            <a:off x="8724900" y="3149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951393920" name="Rectangle 1506024003"/>
          <p:cNvSpPr>
            <a:spLocks noGrp="1"/>
          </p:cNvSpPr>
          <p:nvPr/>
        </p:nvSpPr>
        <p:spPr bwMode="auto">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endParaRPr/>
          </a:p>
        </p:txBody>
      </p:sp>
      <p:sp>
        <p:nvSpPr>
          <p:cNvPr id="1764423483" name="Rectangle 340544592"/>
          <p:cNvSpPr>
            <a:spLocks noGrp="1"/>
          </p:cNvSpPr>
          <p:nvPr/>
        </p:nvSpPr>
        <p:spPr bwMode="auto">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endParaRPr/>
          </a:p>
        </p:txBody>
      </p:sp>
      <p:sp>
        <p:nvSpPr>
          <p:cNvPr id="988094021" name="Rectangle 19121567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a:t>
            </a:r>
            <a:endParaRPr/>
          </a:p>
        </p:txBody>
      </p:sp>
      <p:sp>
        <p:nvSpPr>
          <p:cNvPr id="1110914490" name="Straight Connector 523934700"/>
          <p:cNvSpPr>
            <a:spLocks noGrp="1"/>
          </p:cNvSpPr>
          <p:nvPr/>
        </p:nvSpPr>
        <p:spPr bwMode="auto">
          <a:xfrm>
            <a:off x="2371725" y="3314700"/>
            <a:ext cx="6715125" cy="533400"/>
          </a:xfrm>
          <a:prstGeom prst="line">
            <a:avLst/>
          </a:prstGeom>
          <a:noFill/>
          <a:ln w="38100">
            <a:solidFill>
              <a:srgbClr val="F97316"/>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0800523" name="Rectangle 764921179"/>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endParaRPr/>
          </a:p>
        </p:txBody>
      </p:sp>
      <p:sp>
        <p:nvSpPr>
          <p:cNvPr id="1115582067" name="Rectangle 130697165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endParaRPr/>
          </a:p>
        </p:txBody>
      </p:sp>
      <p:sp>
        <p:nvSpPr>
          <p:cNvPr id="210352863" name="Rectangle: Rounded Corners 1651333515"/>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1915248995" name="Picture 2139346076"/>
          <p:cNvPicPr>
            <a:picLocks noChangeAspect="1"/>
          </p:cNvPicPr>
          <p:nvPr/>
        </p:nvPicPr>
        <p:blipFill rotWithShape="1">
          <a:blip r:embed="rId3"/>
          <a:stretch/>
        </p:blipFill>
        <p:spPr bwMode="auto">
          <a:xfrm>
            <a:off x="2381250" y="1556268"/>
            <a:ext cx="7429500" cy="697463"/>
          </a:xfrm>
          <a:prstGeom prst="rect">
            <a:avLst/>
          </a:prstGeom>
        </p:spPr>
      </p:pic>
      <p:sp>
        <p:nvSpPr>
          <p:cNvPr id="1441931105" name="Straight Connector 673215582"/>
          <p:cNvSpPr>
            <a:spLocks noGrp="1"/>
          </p:cNvSpPr>
          <p:nvPr/>
        </p:nvSpPr>
        <p:spPr bwMode="auto">
          <a:xfrm>
            <a:off x="2000250" y="5381625"/>
            <a:ext cx="7429500" cy="9525"/>
          </a:xfrm>
          <a:prstGeom prst="line">
            <a:avLst/>
          </a:prstGeom>
          <a:noFill/>
          <a:ln w="19050">
            <a:solidFill>
              <a:srgbClr val="94A3B8"/>
            </a:solidFill>
            <a:prstDash val="solid"/>
          </a:ln>
        </p:spPr>
        <p:txBody>
          <a:bodyPr/>
          <a:lstStyle/>
          <a:p>
            <a:pPr>
              <a:buNone/>
              <a:defRPr/>
            </a:pPr>
            <a:endParaRPr/>
          </a:p>
        </p:txBody>
      </p:sp>
      <p:sp>
        <p:nvSpPr>
          <p:cNvPr id="1632360263" name="Straight Connector 1831783794"/>
          <p:cNvSpPr>
            <a:spLocks noGrp="1"/>
          </p:cNvSpPr>
          <p:nvPr/>
        </p:nvSpPr>
        <p:spPr bwMode="auto">
          <a:xfrm>
            <a:off x="2000250" y="2905125"/>
            <a:ext cx="9525" cy="2476500"/>
          </a:xfrm>
          <a:prstGeom prst="line">
            <a:avLst/>
          </a:prstGeom>
          <a:noFill/>
          <a:ln w="19050">
            <a:solidFill>
              <a:srgbClr val="94A3B8"/>
            </a:solidFill>
            <a:prstDash val="solid"/>
          </a:ln>
        </p:spPr>
        <p:txBody>
          <a:bodyPr/>
          <a:lstStyle/>
          <a:p>
            <a:pPr>
              <a:buNone/>
              <a:defRPr/>
            </a:pPr>
            <a:endParaRPr/>
          </a:p>
        </p:txBody>
      </p:sp>
      <p:sp>
        <p:nvSpPr>
          <p:cNvPr id="892498540" name="Rectangle: Rounded Corners 1519439690"/>
          <p:cNvSpPr>
            <a:spLocks noGrp="1"/>
          </p:cNvSpPr>
          <p:nvPr/>
        </p:nvSpPr>
        <p:spPr bwMode="auto">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endParaRPr/>
          </a:p>
        </p:txBody>
      </p:sp>
      <p:sp>
        <p:nvSpPr>
          <p:cNvPr id="2119008560" name="Rectangle 1880411001"/>
          <p:cNvSpPr>
            <a:spLocks noGrp="1"/>
          </p:cNvSpPr>
          <p:nvPr/>
        </p:nvSpPr>
        <p:spPr bwMode="auto">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endParaRPr/>
          </a:p>
        </p:txBody>
      </p:sp>
      <p:sp>
        <p:nvSpPr>
          <p:cNvPr id="129417983" name="Straight Connector 63070562"/>
          <p:cNvSpPr>
            <a:spLocks noGrp="1"/>
          </p:cNvSpPr>
          <p:nvPr/>
        </p:nvSpPr>
        <p:spPr bwMode="auto">
          <a:xfrm>
            <a:off x="2619375" y="4638675"/>
            <a:ext cx="9525" cy="247650"/>
          </a:xfrm>
          <a:prstGeom prst="line">
            <a:avLst/>
          </a:prstGeom>
          <a:noFill/>
          <a:ln w="28575">
            <a:solidFill>
              <a:srgbClr val="EF4444"/>
            </a:solidFill>
            <a:prstDash val="solid"/>
          </a:ln>
        </p:spPr>
        <p:txBody>
          <a:bodyPr/>
          <a:lstStyle/>
          <a:p>
            <a:pPr>
              <a:buNone/>
              <a:defRPr/>
            </a:pPr>
            <a:endParaRPr/>
          </a:p>
        </p:txBody>
      </p:sp>
      <p:sp>
        <p:nvSpPr>
          <p:cNvPr id="1502349306" name="Oval 723606972"/>
          <p:cNvSpPr>
            <a:spLocks noGrp="1"/>
          </p:cNvSpPr>
          <p:nvPr/>
        </p:nvSpPr>
        <p:spPr bwMode="auto">
          <a:xfrm>
            <a:off x="2533650" y="4800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2007705272" name="Straight Connector 1295429066"/>
          <p:cNvSpPr>
            <a:spLocks noGrp="1"/>
          </p:cNvSpPr>
          <p:nvPr/>
        </p:nvSpPr>
        <p:spPr bwMode="auto">
          <a:xfrm>
            <a:off x="3857625" y="4411663"/>
            <a:ext cx="9525" cy="144463"/>
          </a:xfrm>
          <a:prstGeom prst="line">
            <a:avLst/>
          </a:prstGeom>
          <a:noFill/>
          <a:ln w="28575">
            <a:solidFill>
              <a:srgbClr val="EF4444"/>
            </a:solidFill>
            <a:prstDash val="solid"/>
          </a:ln>
        </p:spPr>
        <p:txBody>
          <a:bodyPr/>
          <a:lstStyle/>
          <a:p>
            <a:pPr>
              <a:buNone/>
              <a:defRPr/>
            </a:pPr>
            <a:endParaRPr/>
          </a:p>
        </p:txBody>
      </p:sp>
      <p:sp>
        <p:nvSpPr>
          <p:cNvPr id="610373560" name="Oval 8682068"/>
          <p:cNvSpPr>
            <a:spLocks noGrp="1"/>
          </p:cNvSpPr>
          <p:nvPr/>
        </p:nvSpPr>
        <p:spPr bwMode="auto">
          <a:xfrm>
            <a:off x="3771900" y="44704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221171669" name="Straight Connector 2139346071"/>
          <p:cNvSpPr>
            <a:spLocks noGrp="1"/>
          </p:cNvSpPr>
          <p:nvPr/>
        </p:nvSpPr>
        <p:spPr bwMode="auto">
          <a:xfrm>
            <a:off x="5095875" y="4184650"/>
            <a:ext cx="9525" cy="82550"/>
          </a:xfrm>
          <a:prstGeom prst="line">
            <a:avLst/>
          </a:prstGeom>
          <a:noFill/>
          <a:ln w="28575">
            <a:solidFill>
              <a:srgbClr val="EF4444"/>
            </a:solidFill>
            <a:prstDash val="solid"/>
          </a:ln>
        </p:spPr>
        <p:txBody>
          <a:bodyPr/>
          <a:lstStyle/>
          <a:p>
            <a:pPr>
              <a:buNone/>
              <a:defRPr/>
            </a:pPr>
            <a:endParaRPr/>
          </a:p>
        </p:txBody>
      </p:sp>
      <p:sp>
        <p:nvSpPr>
          <p:cNvPr id="892051760" name="Oval 2066189596"/>
          <p:cNvSpPr>
            <a:spLocks noGrp="1"/>
          </p:cNvSpPr>
          <p:nvPr/>
        </p:nvSpPr>
        <p:spPr bwMode="auto">
          <a:xfrm>
            <a:off x="5010149" y="418147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957593229" name="Straight Connector 272593582"/>
          <p:cNvSpPr>
            <a:spLocks noGrp="1"/>
          </p:cNvSpPr>
          <p:nvPr/>
        </p:nvSpPr>
        <p:spPr bwMode="auto">
          <a:xfrm>
            <a:off x="6334125" y="3854450"/>
            <a:ext cx="9525" cy="103188"/>
          </a:xfrm>
          <a:prstGeom prst="line">
            <a:avLst/>
          </a:prstGeom>
          <a:noFill/>
          <a:ln w="28575">
            <a:solidFill>
              <a:srgbClr val="EF4444"/>
            </a:solidFill>
            <a:prstDash val="solid"/>
          </a:ln>
        </p:spPr>
        <p:txBody>
          <a:bodyPr/>
          <a:lstStyle/>
          <a:p>
            <a:pPr>
              <a:buNone/>
              <a:defRPr/>
            </a:pPr>
            <a:endParaRPr/>
          </a:p>
        </p:txBody>
      </p:sp>
      <p:sp>
        <p:nvSpPr>
          <p:cNvPr id="1723618052" name="Oval 134232463"/>
          <p:cNvSpPr>
            <a:spLocks noGrp="1"/>
          </p:cNvSpPr>
          <p:nvPr/>
        </p:nvSpPr>
        <p:spPr bwMode="auto">
          <a:xfrm>
            <a:off x="6248400" y="376872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301486230" name="Straight Connector 775049891"/>
          <p:cNvSpPr>
            <a:spLocks noGrp="1"/>
          </p:cNvSpPr>
          <p:nvPr/>
        </p:nvSpPr>
        <p:spPr bwMode="auto">
          <a:xfrm>
            <a:off x="7572375" y="3565525"/>
            <a:ext cx="9525" cy="165100"/>
          </a:xfrm>
          <a:prstGeom prst="line">
            <a:avLst/>
          </a:prstGeom>
          <a:noFill/>
          <a:ln w="28575">
            <a:solidFill>
              <a:srgbClr val="EF4444"/>
            </a:solidFill>
            <a:prstDash val="solid"/>
          </a:ln>
        </p:spPr>
        <p:txBody>
          <a:bodyPr/>
          <a:lstStyle/>
          <a:p>
            <a:pPr>
              <a:buNone/>
              <a:defRPr/>
            </a:pPr>
            <a:endParaRPr/>
          </a:p>
        </p:txBody>
      </p:sp>
      <p:sp>
        <p:nvSpPr>
          <p:cNvPr id="622428233" name="Oval 1072269508"/>
          <p:cNvSpPr>
            <a:spLocks noGrp="1"/>
          </p:cNvSpPr>
          <p:nvPr/>
        </p:nvSpPr>
        <p:spPr bwMode="auto">
          <a:xfrm>
            <a:off x="7486650" y="34798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967245385" name="Straight Connector 982061214"/>
          <p:cNvSpPr>
            <a:spLocks noGrp="1"/>
          </p:cNvSpPr>
          <p:nvPr/>
        </p:nvSpPr>
        <p:spPr bwMode="auto">
          <a:xfrm>
            <a:off x="8810625" y="3235325"/>
            <a:ext cx="9525" cy="268288"/>
          </a:xfrm>
          <a:prstGeom prst="line">
            <a:avLst/>
          </a:prstGeom>
          <a:noFill/>
          <a:ln w="28575">
            <a:solidFill>
              <a:srgbClr val="EF4444"/>
            </a:solidFill>
            <a:prstDash val="solid"/>
          </a:ln>
        </p:spPr>
        <p:txBody>
          <a:bodyPr/>
          <a:lstStyle/>
          <a:p>
            <a:pPr>
              <a:buNone/>
              <a:defRPr/>
            </a:pPr>
            <a:endParaRPr/>
          </a:p>
        </p:txBody>
      </p:sp>
      <p:sp>
        <p:nvSpPr>
          <p:cNvPr id="1101386263" name="Oval 1509233170"/>
          <p:cNvSpPr>
            <a:spLocks noGrp="1"/>
          </p:cNvSpPr>
          <p:nvPr/>
        </p:nvSpPr>
        <p:spPr bwMode="auto">
          <a:xfrm>
            <a:off x="8724900" y="3149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697255982" name="Rectangle 835713909"/>
          <p:cNvSpPr>
            <a:spLocks noGrp="1"/>
          </p:cNvSpPr>
          <p:nvPr/>
        </p:nvSpPr>
        <p:spPr bwMode="auto">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endParaRPr/>
          </a:p>
        </p:txBody>
      </p:sp>
      <p:sp>
        <p:nvSpPr>
          <p:cNvPr id="495357158" name="Rectangle 891411324"/>
          <p:cNvSpPr>
            <a:spLocks noGrp="1"/>
          </p:cNvSpPr>
          <p:nvPr/>
        </p:nvSpPr>
        <p:spPr bwMode="auto">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endParaRPr/>
          </a:p>
        </p:txBody>
      </p:sp>
      <p:sp>
        <p:nvSpPr>
          <p:cNvPr id="403131672" name="Rectangle 161539446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a:t>
            </a:r>
            <a:endParaRPr/>
          </a:p>
        </p:txBody>
      </p:sp>
      <p:sp>
        <p:nvSpPr>
          <p:cNvPr id="1972781276" name="solidguide_flipV"/>
          <p:cNvSpPr>
            <a:spLocks noGrp="1"/>
          </p:cNvSpPr>
          <p:nvPr/>
        </p:nvSpPr>
        <p:spPr bwMode="auto">
          <a:xfrm flipV="1">
            <a:off x="2371725" y="3458210"/>
            <a:ext cx="6686550" cy="1225868"/>
          </a:xfrm>
          <a:prstGeom prst="line">
            <a:avLst/>
          </a:prstGeom>
          <a:noFill/>
          <a:ln w="30480">
            <a:solidFill>
              <a:srgbClr val="F97316"/>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62667782" name="Rectangle 810486817"/>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endParaRPr/>
          </a:p>
        </p:txBody>
      </p:sp>
      <p:sp>
        <p:nvSpPr>
          <p:cNvPr id="1760278914" name="Rectangle 138719560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endParaRPr/>
          </a:p>
        </p:txBody>
      </p:sp>
      <p:sp>
        <p:nvSpPr>
          <p:cNvPr id="21286702" name="Rectangle: Rounded Corners 201050636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71721733" name="Picture 2108938199"/>
          <p:cNvPicPr>
            <a:picLocks noChangeAspect="1"/>
          </p:cNvPicPr>
          <p:nvPr/>
        </p:nvPicPr>
        <p:blipFill rotWithShape="1">
          <a:blip r:embed="rId3"/>
          <a:stretch/>
        </p:blipFill>
        <p:spPr bwMode="auto">
          <a:xfrm>
            <a:off x="2381250" y="1556268"/>
            <a:ext cx="7429500" cy="697463"/>
          </a:xfrm>
          <a:prstGeom prst="rect">
            <a:avLst/>
          </a:prstGeom>
        </p:spPr>
      </p:pic>
      <p:sp>
        <p:nvSpPr>
          <p:cNvPr id="1427865361" name="Straight Connector 1226520373"/>
          <p:cNvSpPr>
            <a:spLocks noGrp="1"/>
          </p:cNvSpPr>
          <p:nvPr/>
        </p:nvSpPr>
        <p:spPr bwMode="auto">
          <a:xfrm>
            <a:off x="2000250" y="5381625"/>
            <a:ext cx="7429500" cy="9525"/>
          </a:xfrm>
          <a:prstGeom prst="line">
            <a:avLst/>
          </a:prstGeom>
          <a:noFill/>
          <a:ln w="19050">
            <a:solidFill>
              <a:srgbClr val="94A3B8"/>
            </a:solidFill>
            <a:prstDash val="solid"/>
          </a:ln>
        </p:spPr>
        <p:txBody>
          <a:bodyPr/>
          <a:lstStyle/>
          <a:p>
            <a:pPr>
              <a:buNone/>
              <a:defRPr/>
            </a:pPr>
            <a:endParaRPr/>
          </a:p>
        </p:txBody>
      </p:sp>
      <p:sp>
        <p:nvSpPr>
          <p:cNvPr id="1615875049" name="Straight Connector 1752169602"/>
          <p:cNvSpPr>
            <a:spLocks noGrp="1"/>
          </p:cNvSpPr>
          <p:nvPr/>
        </p:nvSpPr>
        <p:spPr bwMode="auto">
          <a:xfrm>
            <a:off x="2000250" y="2905125"/>
            <a:ext cx="9525" cy="2476500"/>
          </a:xfrm>
          <a:prstGeom prst="line">
            <a:avLst/>
          </a:prstGeom>
          <a:noFill/>
          <a:ln w="19050">
            <a:solidFill>
              <a:srgbClr val="94A3B8"/>
            </a:solidFill>
            <a:prstDash val="solid"/>
          </a:ln>
        </p:spPr>
        <p:txBody>
          <a:bodyPr/>
          <a:lstStyle/>
          <a:p>
            <a:pPr>
              <a:buNone/>
              <a:defRPr/>
            </a:pPr>
            <a:endParaRPr/>
          </a:p>
        </p:txBody>
      </p:sp>
      <p:sp>
        <p:nvSpPr>
          <p:cNvPr id="1419989440" name="Rectangle: Rounded Corners 917000957"/>
          <p:cNvSpPr>
            <a:spLocks noGrp="1"/>
          </p:cNvSpPr>
          <p:nvPr/>
        </p:nvSpPr>
        <p:spPr bwMode="auto">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endParaRPr/>
          </a:p>
        </p:txBody>
      </p:sp>
      <p:sp>
        <p:nvSpPr>
          <p:cNvPr id="451037489" name="Rectangle 835812764"/>
          <p:cNvSpPr>
            <a:spLocks noGrp="1"/>
          </p:cNvSpPr>
          <p:nvPr/>
        </p:nvSpPr>
        <p:spPr bwMode="auto">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endParaRPr/>
          </a:p>
        </p:txBody>
      </p:sp>
      <p:sp>
        <p:nvSpPr>
          <p:cNvPr id="758113609" name="Straight Connector 1136040176"/>
          <p:cNvSpPr>
            <a:spLocks noGrp="1"/>
          </p:cNvSpPr>
          <p:nvPr/>
        </p:nvSpPr>
        <p:spPr bwMode="auto">
          <a:xfrm>
            <a:off x="2619375" y="4886325"/>
            <a:ext cx="9525" cy="20637"/>
          </a:xfrm>
          <a:prstGeom prst="line">
            <a:avLst/>
          </a:prstGeom>
          <a:noFill/>
          <a:ln w="19050">
            <a:solidFill>
              <a:srgbClr val="EF4444"/>
            </a:solidFill>
            <a:prstDash val="solid"/>
          </a:ln>
        </p:spPr>
        <p:txBody>
          <a:bodyPr/>
          <a:lstStyle/>
          <a:p>
            <a:pPr>
              <a:buNone/>
              <a:defRPr/>
            </a:pPr>
            <a:endParaRPr/>
          </a:p>
        </p:txBody>
      </p:sp>
      <p:sp>
        <p:nvSpPr>
          <p:cNvPr id="1467636728" name="Oval 583075002"/>
          <p:cNvSpPr>
            <a:spLocks noGrp="1"/>
          </p:cNvSpPr>
          <p:nvPr/>
        </p:nvSpPr>
        <p:spPr bwMode="auto">
          <a:xfrm>
            <a:off x="2533650" y="4800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768461563" name="Straight Connector 337929435"/>
          <p:cNvSpPr>
            <a:spLocks noGrp="1"/>
          </p:cNvSpPr>
          <p:nvPr/>
        </p:nvSpPr>
        <p:spPr bwMode="auto">
          <a:xfrm>
            <a:off x="3857625" y="4556125"/>
            <a:ext cx="9525" cy="20638"/>
          </a:xfrm>
          <a:prstGeom prst="line">
            <a:avLst/>
          </a:prstGeom>
          <a:noFill/>
          <a:ln w="19050">
            <a:solidFill>
              <a:srgbClr val="EF4444"/>
            </a:solidFill>
            <a:prstDash val="solid"/>
          </a:ln>
        </p:spPr>
        <p:txBody>
          <a:bodyPr/>
          <a:lstStyle/>
          <a:p>
            <a:pPr>
              <a:buNone/>
              <a:defRPr/>
            </a:pPr>
            <a:endParaRPr/>
          </a:p>
        </p:txBody>
      </p:sp>
      <p:sp>
        <p:nvSpPr>
          <p:cNvPr id="2094839701" name="Oval 2108938194"/>
          <p:cNvSpPr>
            <a:spLocks noGrp="1"/>
          </p:cNvSpPr>
          <p:nvPr/>
        </p:nvSpPr>
        <p:spPr bwMode="auto">
          <a:xfrm>
            <a:off x="3771900" y="44704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279311627" name="Straight Connector 1089038474"/>
          <p:cNvSpPr>
            <a:spLocks noGrp="1"/>
          </p:cNvSpPr>
          <p:nvPr/>
        </p:nvSpPr>
        <p:spPr bwMode="auto">
          <a:xfrm>
            <a:off x="5095875" y="4246563"/>
            <a:ext cx="9525" cy="20638"/>
          </a:xfrm>
          <a:prstGeom prst="line">
            <a:avLst/>
          </a:prstGeom>
          <a:noFill/>
          <a:ln w="19050">
            <a:solidFill>
              <a:srgbClr val="EF4444"/>
            </a:solidFill>
            <a:prstDash val="solid"/>
          </a:ln>
        </p:spPr>
        <p:txBody>
          <a:bodyPr/>
          <a:lstStyle/>
          <a:p>
            <a:pPr>
              <a:buNone/>
              <a:defRPr/>
            </a:pPr>
            <a:endParaRPr/>
          </a:p>
        </p:txBody>
      </p:sp>
      <p:sp>
        <p:nvSpPr>
          <p:cNvPr id="1948019070" name="Oval 344103133"/>
          <p:cNvSpPr>
            <a:spLocks noGrp="1"/>
          </p:cNvSpPr>
          <p:nvPr/>
        </p:nvSpPr>
        <p:spPr bwMode="auto">
          <a:xfrm>
            <a:off x="5010149" y="418147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2025659879" name="Straight Connector 116319933"/>
          <p:cNvSpPr>
            <a:spLocks noGrp="1"/>
          </p:cNvSpPr>
          <p:nvPr/>
        </p:nvSpPr>
        <p:spPr bwMode="auto">
          <a:xfrm>
            <a:off x="6334125" y="3854450"/>
            <a:ext cx="9525" cy="61913"/>
          </a:xfrm>
          <a:prstGeom prst="line">
            <a:avLst/>
          </a:prstGeom>
          <a:noFill/>
          <a:ln w="19050">
            <a:solidFill>
              <a:srgbClr val="EF4444"/>
            </a:solidFill>
            <a:prstDash val="solid"/>
          </a:ln>
        </p:spPr>
        <p:txBody>
          <a:bodyPr/>
          <a:lstStyle/>
          <a:p>
            <a:pPr>
              <a:buNone/>
              <a:defRPr/>
            </a:pPr>
            <a:endParaRPr/>
          </a:p>
        </p:txBody>
      </p:sp>
      <p:sp>
        <p:nvSpPr>
          <p:cNvPr id="839011958" name="Oval 1497503668"/>
          <p:cNvSpPr>
            <a:spLocks noGrp="1"/>
          </p:cNvSpPr>
          <p:nvPr/>
        </p:nvSpPr>
        <p:spPr bwMode="auto">
          <a:xfrm>
            <a:off x="6248400" y="3768725"/>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1799353469" name="Straight Connector 1398652273"/>
          <p:cNvSpPr>
            <a:spLocks noGrp="1"/>
          </p:cNvSpPr>
          <p:nvPr/>
        </p:nvSpPr>
        <p:spPr bwMode="auto">
          <a:xfrm>
            <a:off x="7572375" y="3565525"/>
            <a:ext cx="9525" cy="20638"/>
          </a:xfrm>
          <a:prstGeom prst="line">
            <a:avLst/>
          </a:prstGeom>
          <a:noFill/>
          <a:ln w="19050">
            <a:solidFill>
              <a:srgbClr val="EF4444"/>
            </a:solidFill>
            <a:prstDash val="solid"/>
          </a:ln>
        </p:spPr>
        <p:txBody>
          <a:bodyPr/>
          <a:lstStyle/>
          <a:p>
            <a:pPr>
              <a:buNone/>
              <a:defRPr/>
            </a:pPr>
            <a:endParaRPr/>
          </a:p>
        </p:txBody>
      </p:sp>
      <p:sp>
        <p:nvSpPr>
          <p:cNvPr id="733007142" name="Oval 1635056806"/>
          <p:cNvSpPr>
            <a:spLocks noGrp="1"/>
          </p:cNvSpPr>
          <p:nvPr/>
        </p:nvSpPr>
        <p:spPr bwMode="auto">
          <a:xfrm>
            <a:off x="7486650" y="34798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286142709" name="Straight Connector 1900162545"/>
          <p:cNvSpPr>
            <a:spLocks noGrp="1"/>
          </p:cNvSpPr>
          <p:nvPr/>
        </p:nvSpPr>
        <p:spPr bwMode="auto">
          <a:xfrm>
            <a:off x="8810625" y="3235325"/>
            <a:ext cx="9525" cy="20638"/>
          </a:xfrm>
          <a:prstGeom prst="line">
            <a:avLst/>
          </a:prstGeom>
          <a:noFill/>
          <a:ln w="19050">
            <a:solidFill>
              <a:srgbClr val="EF4444"/>
            </a:solidFill>
            <a:prstDash val="solid"/>
          </a:ln>
        </p:spPr>
        <p:txBody>
          <a:bodyPr/>
          <a:lstStyle/>
          <a:p>
            <a:pPr>
              <a:buNone/>
              <a:defRPr/>
            </a:pPr>
            <a:endParaRPr/>
          </a:p>
        </p:txBody>
      </p:sp>
      <p:sp>
        <p:nvSpPr>
          <p:cNvPr id="1270183101" name="Oval 781560171"/>
          <p:cNvSpPr>
            <a:spLocks noGrp="1"/>
          </p:cNvSpPr>
          <p:nvPr/>
        </p:nvSpPr>
        <p:spPr bwMode="auto">
          <a:xfrm>
            <a:off x="8724900" y="3149600"/>
            <a:ext cx="171450" cy="171450"/>
          </a:xfrm>
          <a:prstGeom prst="ellipse">
            <a:avLst/>
          </a:prstGeom>
          <a:solidFill>
            <a:srgbClr val="2563EB"/>
          </a:solidFill>
          <a:ln w="19050">
            <a:solidFill>
              <a:srgbClr val="2563EB"/>
            </a:solidFill>
            <a:prstDash val="solid"/>
          </a:ln>
        </p:spPr>
        <p:txBody>
          <a:bodyPr/>
          <a:lstStyle/>
          <a:p>
            <a:pPr>
              <a:buNone/>
              <a:defRPr/>
            </a:pPr>
            <a:endParaRPr/>
          </a:p>
        </p:txBody>
      </p:sp>
      <p:sp>
        <p:nvSpPr>
          <p:cNvPr id="55689900" name="Rectangle 1575462251"/>
          <p:cNvSpPr>
            <a:spLocks noGrp="1"/>
          </p:cNvSpPr>
          <p:nvPr/>
        </p:nvSpPr>
        <p:spPr bwMode="auto">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endParaRPr/>
          </a:p>
        </p:txBody>
      </p:sp>
      <p:sp>
        <p:nvSpPr>
          <p:cNvPr id="696846343" name="Rectangle 1355267839"/>
          <p:cNvSpPr>
            <a:spLocks noGrp="1"/>
          </p:cNvSpPr>
          <p:nvPr/>
        </p:nvSpPr>
        <p:spPr bwMode="auto">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endParaRPr/>
          </a:p>
        </p:txBody>
      </p:sp>
      <p:sp>
        <p:nvSpPr>
          <p:cNvPr id="1474451578" name="Rectangle 131181785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a:t>
            </a:r>
            <a:endParaRPr/>
          </a:p>
        </p:txBody>
      </p:sp>
      <p:sp>
        <p:nvSpPr>
          <p:cNvPr id="620869648" name="solidguide_flipV"/>
          <p:cNvSpPr>
            <a:spLocks noGrp="1"/>
          </p:cNvSpPr>
          <p:nvPr/>
        </p:nvSpPr>
        <p:spPr bwMode="auto">
          <a:xfrm flipV="1">
            <a:off x="2371725" y="3189923"/>
            <a:ext cx="6686550" cy="1783080"/>
          </a:xfrm>
          <a:prstGeom prst="line">
            <a:avLst/>
          </a:prstGeom>
          <a:noFill/>
          <a:ln w="30480">
            <a:solidFill>
              <a:srgbClr val="F97316"/>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79569105" name="Rectangle 89692106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endParaRPr/>
          </a:p>
        </p:txBody>
      </p:sp>
      <p:sp>
        <p:nvSpPr>
          <p:cNvPr id="1617717279" name="Rectangle 87328979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endParaRPr/>
          </a:p>
        </p:txBody>
      </p:sp>
      <p:sp>
        <p:nvSpPr>
          <p:cNvPr id="210952991" name="Rectangle: Rounded Corners 153552951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021931996" name="Straight Connector 56707613"/>
          <p:cNvSpPr>
            <a:spLocks noGrp="1"/>
          </p:cNvSpPr>
          <p:nvPr/>
        </p:nvSpPr>
        <p:spPr bwMode="auto">
          <a:xfrm>
            <a:off x="1905000" y="5334000"/>
            <a:ext cx="7429500" cy="9525"/>
          </a:xfrm>
          <a:prstGeom prst="line">
            <a:avLst/>
          </a:prstGeom>
          <a:noFill/>
          <a:ln w="19050">
            <a:solidFill>
              <a:srgbClr val="94A3B8"/>
            </a:solidFill>
            <a:prstDash val="solid"/>
          </a:ln>
        </p:spPr>
        <p:txBody>
          <a:bodyPr/>
          <a:lstStyle/>
          <a:p>
            <a:pPr>
              <a:buNone/>
              <a:defRPr/>
            </a:pPr>
            <a:endParaRPr/>
          </a:p>
        </p:txBody>
      </p:sp>
      <p:sp>
        <p:nvSpPr>
          <p:cNvPr id="1470649714" name="Straight Connector 1473988392"/>
          <p:cNvSpPr>
            <a:spLocks noGrp="1"/>
          </p:cNvSpPr>
          <p:nvPr/>
        </p:nvSpPr>
        <p:spPr bwMode="auto">
          <a:xfrm>
            <a:off x="1905000" y="2476500"/>
            <a:ext cx="9525" cy="2857500"/>
          </a:xfrm>
          <a:prstGeom prst="line">
            <a:avLst/>
          </a:prstGeom>
          <a:noFill/>
          <a:ln w="19050">
            <a:solidFill>
              <a:srgbClr val="94A3B8"/>
            </a:solidFill>
            <a:prstDash val="solid"/>
          </a:ln>
        </p:spPr>
        <p:txBody>
          <a:bodyPr/>
          <a:lstStyle/>
          <a:p>
            <a:pPr>
              <a:buNone/>
              <a:defRPr/>
            </a:pPr>
            <a:endParaRPr/>
          </a:p>
        </p:txBody>
      </p:sp>
      <p:sp>
        <p:nvSpPr>
          <p:cNvPr id="1124677462" name="Rectangle 1804586365"/>
          <p:cNvSpPr>
            <a:spLocks noGrp="1"/>
          </p:cNvSpPr>
          <p:nvPr/>
        </p:nvSpPr>
        <p:spPr bwMode="auto">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endParaRPr/>
          </a:p>
        </p:txBody>
      </p:sp>
      <p:sp>
        <p:nvSpPr>
          <p:cNvPr id="167630802" name="Rectangle 1864669960"/>
          <p:cNvSpPr>
            <a:spLocks noGrp="1"/>
          </p:cNvSpPr>
          <p:nvPr/>
        </p:nvSpPr>
        <p:spPr bwMode="auto">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endParaRPr/>
          </a:p>
        </p:txBody>
      </p:sp>
      <p:sp>
        <p:nvSpPr>
          <p:cNvPr id="1316921672" name="Oval 1888914903"/>
          <p:cNvSpPr>
            <a:spLocks noGrp="1"/>
          </p:cNvSpPr>
          <p:nvPr/>
        </p:nvSpPr>
        <p:spPr bwMode="auto">
          <a:xfrm>
            <a:off x="2121218" y="4421765"/>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180888400" name="Oval 832749497"/>
          <p:cNvSpPr>
            <a:spLocks noGrp="1"/>
          </p:cNvSpPr>
          <p:nvPr/>
        </p:nvSpPr>
        <p:spPr bwMode="auto">
          <a:xfrm>
            <a:off x="2566988" y="5097174"/>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857497998" name="Oval 2073900984"/>
          <p:cNvSpPr>
            <a:spLocks noGrp="1"/>
          </p:cNvSpPr>
          <p:nvPr/>
        </p:nvSpPr>
        <p:spPr bwMode="auto">
          <a:xfrm>
            <a:off x="2864168" y="4110038"/>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717766471" name="Oval 1025225897"/>
          <p:cNvSpPr>
            <a:spLocks noGrp="1"/>
          </p:cNvSpPr>
          <p:nvPr/>
        </p:nvSpPr>
        <p:spPr bwMode="auto">
          <a:xfrm>
            <a:off x="3458528" y="4577628"/>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748429252" name="Oval 393992283"/>
          <p:cNvSpPr>
            <a:spLocks noGrp="1"/>
          </p:cNvSpPr>
          <p:nvPr/>
        </p:nvSpPr>
        <p:spPr bwMode="auto">
          <a:xfrm>
            <a:off x="3755708" y="3798310"/>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282047874" name="Oval 1602577504"/>
          <p:cNvSpPr>
            <a:spLocks noGrp="1"/>
          </p:cNvSpPr>
          <p:nvPr/>
        </p:nvSpPr>
        <p:spPr bwMode="auto">
          <a:xfrm>
            <a:off x="4201478" y="4785447"/>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531975205" name="Oval 1371923820"/>
          <p:cNvSpPr>
            <a:spLocks noGrp="1"/>
          </p:cNvSpPr>
          <p:nvPr/>
        </p:nvSpPr>
        <p:spPr bwMode="auto">
          <a:xfrm>
            <a:off x="4647248" y="3642447"/>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261239241" name="Oval 1753025884"/>
          <p:cNvSpPr>
            <a:spLocks noGrp="1"/>
          </p:cNvSpPr>
          <p:nvPr/>
        </p:nvSpPr>
        <p:spPr bwMode="auto">
          <a:xfrm>
            <a:off x="5093018" y="3954174"/>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913589000" name="Oval 1468286775"/>
          <p:cNvSpPr>
            <a:spLocks noGrp="1"/>
          </p:cNvSpPr>
          <p:nvPr/>
        </p:nvSpPr>
        <p:spPr bwMode="auto">
          <a:xfrm>
            <a:off x="5687378" y="3330719"/>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757851720" name="Oval 1303532533"/>
          <p:cNvSpPr>
            <a:spLocks noGrp="1"/>
          </p:cNvSpPr>
          <p:nvPr/>
        </p:nvSpPr>
        <p:spPr bwMode="auto">
          <a:xfrm>
            <a:off x="5984558" y="4213947"/>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82202969" name="Oval 1098580289"/>
          <p:cNvSpPr>
            <a:spLocks noGrp="1"/>
          </p:cNvSpPr>
          <p:nvPr/>
        </p:nvSpPr>
        <p:spPr bwMode="auto">
          <a:xfrm>
            <a:off x="6430328" y="3018992"/>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562346544" name="Oval 747856202"/>
          <p:cNvSpPr>
            <a:spLocks noGrp="1"/>
          </p:cNvSpPr>
          <p:nvPr/>
        </p:nvSpPr>
        <p:spPr bwMode="auto">
          <a:xfrm>
            <a:off x="6876098" y="3590492"/>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677127605" name="Oval 1515170768"/>
          <p:cNvSpPr>
            <a:spLocks noGrp="1"/>
          </p:cNvSpPr>
          <p:nvPr/>
        </p:nvSpPr>
        <p:spPr bwMode="auto">
          <a:xfrm>
            <a:off x="7321868" y="2707265"/>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352029328" name="Oval 758272404"/>
          <p:cNvSpPr>
            <a:spLocks noGrp="1"/>
          </p:cNvSpPr>
          <p:nvPr/>
        </p:nvSpPr>
        <p:spPr bwMode="auto">
          <a:xfrm>
            <a:off x="7767638" y="3278765"/>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404460241" name="Oval 539647180"/>
          <p:cNvSpPr>
            <a:spLocks noGrp="1"/>
          </p:cNvSpPr>
          <p:nvPr/>
        </p:nvSpPr>
        <p:spPr bwMode="auto">
          <a:xfrm>
            <a:off x="8213408" y="2915083"/>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73984216" name="Oval 382130369"/>
          <p:cNvSpPr>
            <a:spLocks noGrp="1"/>
          </p:cNvSpPr>
          <p:nvPr/>
        </p:nvSpPr>
        <p:spPr bwMode="auto">
          <a:xfrm>
            <a:off x="8659178" y="3850265"/>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878023003" name="Oval 347626963"/>
          <p:cNvSpPr>
            <a:spLocks noGrp="1"/>
          </p:cNvSpPr>
          <p:nvPr/>
        </p:nvSpPr>
        <p:spPr bwMode="auto">
          <a:xfrm>
            <a:off x="8956358" y="2551401"/>
            <a:ext cx="161925" cy="161925"/>
          </a:xfrm>
          <a:prstGeom prst="ellipse">
            <a:avLst/>
          </a:prstGeom>
          <a:solidFill>
            <a:srgbClr val="2563EB"/>
          </a:solidFill>
          <a:ln w="19050">
            <a:solidFill>
              <a:srgbClr val="2563EB"/>
            </a:solidFill>
            <a:prstDash val="solid"/>
          </a:ln>
        </p:spPr>
        <p:txBody>
          <a:bodyPr/>
          <a:lstStyle/>
          <a:p>
            <a:pPr>
              <a:buNone/>
              <a:defRPr/>
            </a:pPr>
            <a:endParaRPr/>
          </a:p>
        </p:txBody>
      </p:sp>
      <p:sp>
        <p:nvSpPr>
          <p:cNvPr id="1532227797" name="Rectangle: Rounded Corners 1734367546"/>
          <p:cNvSpPr>
            <a:spLocks noGrp="1"/>
          </p:cNvSpPr>
          <p:nvPr/>
        </p:nvSpPr>
        <p:spPr bwMode="auto">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endParaRPr/>
          </a:p>
        </p:txBody>
      </p:sp>
      <p:sp>
        <p:nvSpPr>
          <p:cNvPr id="561490309" name="Rectangle: Rounded Corners 1497716320"/>
          <p:cNvSpPr>
            <a:spLocks noGrp="1"/>
          </p:cNvSpPr>
          <p:nvPr/>
        </p:nvSpPr>
        <p:spPr bwMode="auto">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endParaRPr/>
          </a:p>
        </p:txBody>
      </p:sp>
      <p:sp>
        <p:nvSpPr>
          <p:cNvPr id="234320033" name="Rectangle: Rounded Corners 119055209"/>
          <p:cNvSpPr>
            <a:spLocks noGrp="1"/>
          </p:cNvSpPr>
          <p:nvPr/>
        </p:nvSpPr>
        <p:spPr bwMode="auto">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endParaRPr/>
          </a:p>
        </p:txBody>
      </p:sp>
      <p:sp>
        <p:nvSpPr>
          <p:cNvPr id="250080933" name="Rectangle 1782549367"/>
          <p:cNvSpPr>
            <a:spLocks noGrp="1"/>
          </p:cNvSpPr>
          <p:nvPr/>
        </p:nvSpPr>
        <p:spPr bwMode="auto">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endParaRPr/>
          </a:p>
          <a:p>
            <a:pPr algn="ctr">
              <a:buNone/>
              <a:defRPr sz="2100" b="1">
                <a:solidFill>
                  <a:srgbClr val="2563EB"/>
                </a:solidFill>
              </a:defRPr>
            </a:pPr>
            <a:r>
              <a:rPr sz="2100" b="1">
                <a:solidFill>
                  <a:srgbClr val="2563EB"/>
                </a:solidFill>
              </a:rPr>
              <a:t>higher predicted grade</a:t>
            </a:r>
            <a:endParaRPr/>
          </a:p>
        </p:txBody>
      </p:sp>
      <p:sp>
        <p:nvSpPr>
          <p:cNvPr id="854932323" name="Rectangle 171724019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a:t>
            </a:r>
            <a:endParaRPr/>
          </a:p>
        </p:txBody>
      </p:sp>
      <p:sp>
        <p:nvSpPr>
          <p:cNvPr id="1626321336" name="solidguide_flipV"/>
          <p:cNvSpPr>
            <a:spLocks noGrp="1"/>
          </p:cNvSpPr>
          <p:nvPr/>
        </p:nvSpPr>
        <p:spPr bwMode="auto">
          <a:xfrm flipV="1">
            <a:off x="2339340" y="2951569"/>
            <a:ext cx="6370320" cy="1623517"/>
          </a:xfrm>
          <a:prstGeom prst="line">
            <a:avLst/>
          </a:prstGeom>
          <a:noFill/>
          <a:ln w="30480">
            <a:solidFill>
              <a:srgbClr val="F97316"/>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93705445" name="Rectangle 876043219"/>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endParaRPr/>
          </a:p>
        </p:txBody>
      </p:sp>
      <p:sp>
        <p:nvSpPr>
          <p:cNvPr id="355667711" name="Rectangle 1970303406"/>
          <p:cNvSpPr>
            <a:spLocks noGrp="1"/>
          </p:cNvSpPr>
          <p:nvPr/>
        </p:nvSpPr>
        <p:spPr bwMode="auto">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endParaRPr/>
          </a:p>
        </p:txBody>
      </p:sp>
      <p:sp>
        <p:nvSpPr>
          <p:cNvPr id="347863569" name="Rectangle: Rounded Corners 1375366023"/>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868670633" name="Straight Connector 1537688957"/>
          <p:cNvSpPr>
            <a:spLocks noGrp="1"/>
          </p:cNvSpPr>
          <p:nvPr/>
        </p:nvSpPr>
        <p:spPr bwMode="auto">
          <a:xfrm>
            <a:off x="1905000" y="5429250"/>
            <a:ext cx="7239000" cy="9525"/>
          </a:xfrm>
          <a:prstGeom prst="line">
            <a:avLst/>
          </a:prstGeom>
          <a:noFill/>
          <a:ln w="19050">
            <a:solidFill>
              <a:srgbClr val="94A3B8"/>
            </a:solidFill>
            <a:prstDash val="solid"/>
          </a:ln>
        </p:spPr>
        <p:txBody>
          <a:bodyPr/>
          <a:lstStyle/>
          <a:p>
            <a:pPr>
              <a:buNone/>
              <a:defRPr/>
            </a:pPr>
            <a:endParaRPr/>
          </a:p>
        </p:txBody>
      </p:sp>
      <p:sp>
        <p:nvSpPr>
          <p:cNvPr id="1302037975" name="Straight Connector 2007704337"/>
          <p:cNvSpPr>
            <a:spLocks noGrp="1"/>
          </p:cNvSpPr>
          <p:nvPr/>
        </p:nvSpPr>
        <p:spPr bwMode="auto">
          <a:xfrm>
            <a:off x="1905000" y="2400300"/>
            <a:ext cx="9525" cy="3028950"/>
          </a:xfrm>
          <a:prstGeom prst="line">
            <a:avLst/>
          </a:prstGeom>
          <a:noFill/>
          <a:ln w="19050">
            <a:solidFill>
              <a:srgbClr val="94A3B8"/>
            </a:solidFill>
            <a:prstDash val="solid"/>
          </a:ln>
        </p:spPr>
        <p:txBody>
          <a:bodyPr/>
          <a:lstStyle/>
          <a:p>
            <a:pPr>
              <a:buNone/>
              <a:defRPr/>
            </a:pPr>
            <a:endParaRPr/>
          </a:p>
        </p:txBody>
      </p:sp>
      <p:sp>
        <p:nvSpPr>
          <p:cNvPr id="711917134" name="Rectangle 65599505"/>
          <p:cNvSpPr>
            <a:spLocks noGrp="1"/>
          </p:cNvSpPr>
          <p:nvPr/>
        </p:nvSpPr>
        <p:spPr bwMode="auto">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endParaRPr/>
          </a:p>
        </p:txBody>
      </p:sp>
      <p:sp>
        <p:nvSpPr>
          <p:cNvPr id="253152026" name="Rectangle 1251237696"/>
          <p:cNvSpPr>
            <a:spLocks noGrp="1"/>
          </p:cNvSpPr>
          <p:nvPr/>
        </p:nvSpPr>
        <p:spPr bwMode="auto">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endParaRPr/>
          </a:p>
        </p:txBody>
      </p:sp>
      <p:sp>
        <p:nvSpPr>
          <p:cNvPr id="966324501" name="Oval 1695470153"/>
          <p:cNvSpPr>
            <a:spLocks noGrp="1"/>
          </p:cNvSpPr>
          <p:nvPr/>
        </p:nvSpPr>
        <p:spPr bwMode="auto">
          <a:xfrm>
            <a:off x="2116455" y="446999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225332388" name="Oval 815448562"/>
          <p:cNvSpPr>
            <a:spLocks noGrp="1"/>
          </p:cNvSpPr>
          <p:nvPr/>
        </p:nvSpPr>
        <p:spPr bwMode="auto">
          <a:xfrm>
            <a:off x="2550795" y="518593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833196334" name="Oval 1303472677"/>
          <p:cNvSpPr>
            <a:spLocks noGrp="1"/>
          </p:cNvSpPr>
          <p:nvPr/>
        </p:nvSpPr>
        <p:spPr bwMode="auto">
          <a:xfrm>
            <a:off x="2840355" y="4139565"/>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744243965" name="Oval 674269756"/>
          <p:cNvSpPr>
            <a:spLocks noGrp="1"/>
          </p:cNvSpPr>
          <p:nvPr/>
        </p:nvSpPr>
        <p:spPr bwMode="auto">
          <a:xfrm>
            <a:off x="3419475" y="4635211"/>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774692190" name="Oval 163294809"/>
          <p:cNvSpPr>
            <a:spLocks noGrp="1"/>
          </p:cNvSpPr>
          <p:nvPr/>
        </p:nvSpPr>
        <p:spPr bwMode="auto">
          <a:xfrm>
            <a:off x="3709035" y="3809134"/>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713582056" name="Oval 1733278306"/>
          <p:cNvSpPr>
            <a:spLocks noGrp="1"/>
          </p:cNvSpPr>
          <p:nvPr/>
        </p:nvSpPr>
        <p:spPr bwMode="auto">
          <a:xfrm>
            <a:off x="4143375" y="485549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308994145" name="Oval 880799253"/>
          <p:cNvSpPr>
            <a:spLocks noGrp="1"/>
          </p:cNvSpPr>
          <p:nvPr/>
        </p:nvSpPr>
        <p:spPr bwMode="auto">
          <a:xfrm>
            <a:off x="4577715" y="364391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337520505" name="Oval 834346434"/>
          <p:cNvSpPr>
            <a:spLocks noGrp="1"/>
          </p:cNvSpPr>
          <p:nvPr/>
        </p:nvSpPr>
        <p:spPr bwMode="auto">
          <a:xfrm>
            <a:off x="5012055" y="397435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652396959" name="Oval 558427810"/>
          <p:cNvSpPr>
            <a:spLocks noGrp="1"/>
          </p:cNvSpPr>
          <p:nvPr/>
        </p:nvSpPr>
        <p:spPr bwMode="auto">
          <a:xfrm>
            <a:off x="5591175" y="3313488"/>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746479237" name="Oval 1580509645"/>
          <p:cNvSpPr>
            <a:spLocks noGrp="1"/>
          </p:cNvSpPr>
          <p:nvPr/>
        </p:nvSpPr>
        <p:spPr bwMode="auto">
          <a:xfrm>
            <a:off x="5880735" y="424970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390807667" name="Oval 572736301"/>
          <p:cNvSpPr>
            <a:spLocks noGrp="1"/>
          </p:cNvSpPr>
          <p:nvPr/>
        </p:nvSpPr>
        <p:spPr bwMode="auto">
          <a:xfrm>
            <a:off x="6315075" y="2983057"/>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265790521" name="Oval 777734922"/>
          <p:cNvSpPr>
            <a:spLocks noGrp="1"/>
          </p:cNvSpPr>
          <p:nvPr/>
        </p:nvSpPr>
        <p:spPr bwMode="auto">
          <a:xfrm>
            <a:off x="6749414" y="3588847"/>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07444229" name="Oval 113252181"/>
          <p:cNvSpPr>
            <a:spLocks noGrp="1"/>
          </p:cNvSpPr>
          <p:nvPr/>
        </p:nvSpPr>
        <p:spPr bwMode="auto">
          <a:xfrm>
            <a:off x="7183755" y="265262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365888854" name="Oval 1702038152"/>
          <p:cNvSpPr>
            <a:spLocks noGrp="1"/>
          </p:cNvSpPr>
          <p:nvPr/>
        </p:nvSpPr>
        <p:spPr bwMode="auto">
          <a:xfrm>
            <a:off x="7618095" y="325841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13759982" name="Oval 1781702022"/>
          <p:cNvSpPr>
            <a:spLocks noGrp="1"/>
          </p:cNvSpPr>
          <p:nvPr/>
        </p:nvSpPr>
        <p:spPr bwMode="auto">
          <a:xfrm>
            <a:off x="8052435" y="2872913"/>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963685916" name="Oval 164012884"/>
          <p:cNvSpPr>
            <a:spLocks noGrp="1"/>
          </p:cNvSpPr>
          <p:nvPr/>
        </p:nvSpPr>
        <p:spPr bwMode="auto">
          <a:xfrm>
            <a:off x="8486775" y="386420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767452279" name="Oval 991339259"/>
          <p:cNvSpPr>
            <a:spLocks noGrp="1"/>
          </p:cNvSpPr>
          <p:nvPr/>
        </p:nvSpPr>
        <p:spPr bwMode="auto">
          <a:xfrm>
            <a:off x="8776335" y="248741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687610710" name="Rectangle: Rounded Corners 2031926644"/>
          <p:cNvSpPr>
            <a:spLocks noGrp="1"/>
          </p:cNvSpPr>
          <p:nvPr/>
        </p:nvSpPr>
        <p:spPr bwMode="auto">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endParaRPr/>
          </a:p>
        </p:txBody>
      </p:sp>
      <p:sp>
        <p:nvSpPr>
          <p:cNvPr id="656460090" name="Rectangle: Rounded Corners 1514015500"/>
          <p:cNvSpPr>
            <a:spLocks noGrp="1"/>
          </p:cNvSpPr>
          <p:nvPr/>
        </p:nvSpPr>
        <p:spPr bwMode="auto">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endParaRPr/>
          </a:p>
        </p:txBody>
      </p:sp>
      <p:sp>
        <p:nvSpPr>
          <p:cNvPr id="702910660" name="Rectangle 738739686"/>
          <p:cNvSpPr>
            <a:spLocks noGrp="1"/>
          </p:cNvSpPr>
          <p:nvPr/>
        </p:nvSpPr>
        <p:spPr bwMode="auto">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endParaRPr/>
          </a:p>
        </p:txBody>
      </p:sp>
      <p:sp>
        <p:nvSpPr>
          <p:cNvPr id="191883405" name="Rectangle 1843306662"/>
          <p:cNvSpPr>
            <a:spLocks noGrp="1"/>
          </p:cNvSpPr>
          <p:nvPr/>
        </p:nvSpPr>
        <p:spPr bwMode="auto">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endParaRPr/>
          </a:p>
        </p:txBody>
      </p:sp>
      <p:sp>
        <p:nvSpPr>
          <p:cNvPr id="1198946163" name="Rectangle 940562735"/>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a:t>
            </a:r>
            <a:endParaRPr/>
          </a:p>
        </p:txBody>
      </p:sp>
      <p:sp>
        <p:nvSpPr>
          <p:cNvPr id="2027661004" name="solidguide_flipV"/>
          <p:cNvSpPr>
            <a:spLocks noGrp="1"/>
          </p:cNvSpPr>
          <p:nvPr/>
        </p:nvSpPr>
        <p:spPr bwMode="auto">
          <a:xfrm flipV="1">
            <a:off x="2194560" y="2877773"/>
            <a:ext cx="6804660" cy="1734212"/>
          </a:xfrm>
          <a:prstGeom prst="line">
            <a:avLst/>
          </a:prstGeom>
          <a:noFill/>
          <a:ln w="23813">
            <a:solidFill>
              <a:srgbClr val="F97316"/>
            </a:solidFill>
            <a:prstDash val="solid"/>
          </a:ln>
        </p:spPr>
        <p:txBody>
          <a:bodyPr/>
          <a:lstStyle/>
          <a:p>
            <a:pPr>
              <a:buNone/>
              <a:defRPr/>
            </a:pPr>
            <a:endParaRPr/>
          </a:p>
        </p:txBody>
      </p:sp>
      <p:pic>
        <p:nvPicPr>
          <p:cNvPr id="1570130608" name="Graphic 2031926676"/>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905000" y="2400300"/>
            <a:ext cx="7239000" cy="30289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43540909" name="Rectangle 189624047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endParaRPr/>
          </a:p>
        </p:txBody>
      </p:sp>
      <p:sp>
        <p:nvSpPr>
          <p:cNvPr id="298695353" name="Rectangle 574298503"/>
          <p:cNvSpPr>
            <a:spLocks noGrp="1"/>
          </p:cNvSpPr>
          <p:nvPr/>
        </p:nvSpPr>
        <p:spPr bwMode="auto">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endParaRPr/>
          </a:p>
        </p:txBody>
      </p:sp>
      <p:sp>
        <p:nvSpPr>
          <p:cNvPr id="444971896" name="Rectangle: Rounded Corners 68294743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966538533" name="Straight Connector 1968719096"/>
          <p:cNvSpPr>
            <a:spLocks noGrp="1"/>
          </p:cNvSpPr>
          <p:nvPr/>
        </p:nvSpPr>
        <p:spPr bwMode="auto">
          <a:xfrm>
            <a:off x="1905000" y="5429250"/>
            <a:ext cx="7239000" cy="9525"/>
          </a:xfrm>
          <a:prstGeom prst="line">
            <a:avLst/>
          </a:prstGeom>
          <a:noFill/>
          <a:ln w="19050">
            <a:solidFill>
              <a:srgbClr val="94A3B8"/>
            </a:solidFill>
            <a:prstDash val="solid"/>
          </a:ln>
        </p:spPr>
        <p:txBody>
          <a:bodyPr/>
          <a:lstStyle/>
          <a:p>
            <a:pPr>
              <a:buNone/>
              <a:defRPr/>
            </a:pPr>
            <a:endParaRPr/>
          </a:p>
        </p:txBody>
      </p:sp>
      <p:sp>
        <p:nvSpPr>
          <p:cNvPr id="1999440036" name="Straight Connector 1324465773"/>
          <p:cNvSpPr>
            <a:spLocks noGrp="1"/>
          </p:cNvSpPr>
          <p:nvPr/>
        </p:nvSpPr>
        <p:spPr bwMode="auto">
          <a:xfrm>
            <a:off x="1905000" y="2400300"/>
            <a:ext cx="9525" cy="3028950"/>
          </a:xfrm>
          <a:prstGeom prst="line">
            <a:avLst/>
          </a:prstGeom>
          <a:noFill/>
          <a:ln w="19050">
            <a:solidFill>
              <a:srgbClr val="94A3B8"/>
            </a:solidFill>
            <a:prstDash val="solid"/>
          </a:ln>
        </p:spPr>
        <p:txBody>
          <a:bodyPr/>
          <a:lstStyle/>
          <a:p>
            <a:pPr>
              <a:buNone/>
              <a:defRPr/>
            </a:pPr>
            <a:endParaRPr/>
          </a:p>
        </p:txBody>
      </p:sp>
      <p:sp>
        <p:nvSpPr>
          <p:cNvPr id="874528301" name="Rectangle 910257484"/>
          <p:cNvSpPr>
            <a:spLocks noGrp="1"/>
          </p:cNvSpPr>
          <p:nvPr/>
        </p:nvSpPr>
        <p:spPr bwMode="auto">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endParaRPr/>
          </a:p>
        </p:txBody>
      </p:sp>
      <p:sp>
        <p:nvSpPr>
          <p:cNvPr id="1956494345" name="Rectangle 1246496868"/>
          <p:cNvSpPr>
            <a:spLocks noGrp="1"/>
          </p:cNvSpPr>
          <p:nvPr/>
        </p:nvSpPr>
        <p:spPr bwMode="auto">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endParaRPr/>
          </a:p>
        </p:txBody>
      </p:sp>
      <p:sp>
        <p:nvSpPr>
          <p:cNvPr id="1426148732" name="Oval 1811837015"/>
          <p:cNvSpPr>
            <a:spLocks noGrp="1"/>
          </p:cNvSpPr>
          <p:nvPr/>
        </p:nvSpPr>
        <p:spPr bwMode="auto">
          <a:xfrm>
            <a:off x="2116455" y="446999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795161943" name="Oval 453346286"/>
          <p:cNvSpPr>
            <a:spLocks noGrp="1"/>
          </p:cNvSpPr>
          <p:nvPr/>
        </p:nvSpPr>
        <p:spPr bwMode="auto">
          <a:xfrm>
            <a:off x="2550795" y="518593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128834423" name="Oval 1618228278"/>
          <p:cNvSpPr>
            <a:spLocks noGrp="1"/>
          </p:cNvSpPr>
          <p:nvPr/>
        </p:nvSpPr>
        <p:spPr bwMode="auto">
          <a:xfrm>
            <a:off x="2840355" y="4139565"/>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52031515" name="Oval 2089599102"/>
          <p:cNvSpPr>
            <a:spLocks noGrp="1"/>
          </p:cNvSpPr>
          <p:nvPr/>
        </p:nvSpPr>
        <p:spPr bwMode="auto">
          <a:xfrm>
            <a:off x="3419475" y="4635211"/>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277229730" name="Oval 1457916702"/>
          <p:cNvSpPr>
            <a:spLocks noGrp="1"/>
          </p:cNvSpPr>
          <p:nvPr/>
        </p:nvSpPr>
        <p:spPr bwMode="auto">
          <a:xfrm>
            <a:off x="3709035" y="3809134"/>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807319063" name="Oval 1250923537"/>
          <p:cNvSpPr>
            <a:spLocks noGrp="1"/>
          </p:cNvSpPr>
          <p:nvPr/>
        </p:nvSpPr>
        <p:spPr bwMode="auto">
          <a:xfrm>
            <a:off x="4143375" y="485549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218888777" name="Oval 579714091"/>
          <p:cNvSpPr>
            <a:spLocks noGrp="1"/>
          </p:cNvSpPr>
          <p:nvPr/>
        </p:nvSpPr>
        <p:spPr bwMode="auto">
          <a:xfrm>
            <a:off x="4577715" y="364391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722219090" name="Oval 1188193174"/>
          <p:cNvSpPr>
            <a:spLocks noGrp="1"/>
          </p:cNvSpPr>
          <p:nvPr/>
        </p:nvSpPr>
        <p:spPr bwMode="auto">
          <a:xfrm>
            <a:off x="5012055" y="397435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611915243" name="Oval 2075857352"/>
          <p:cNvSpPr>
            <a:spLocks noGrp="1"/>
          </p:cNvSpPr>
          <p:nvPr/>
        </p:nvSpPr>
        <p:spPr bwMode="auto">
          <a:xfrm>
            <a:off x="5591175" y="3313488"/>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438179476" name="Oval 260739156"/>
          <p:cNvSpPr>
            <a:spLocks noGrp="1"/>
          </p:cNvSpPr>
          <p:nvPr/>
        </p:nvSpPr>
        <p:spPr bwMode="auto">
          <a:xfrm>
            <a:off x="5880735" y="4249709"/>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269698582" name="Oval 472597423"/>
          <p:cNvSpPr>
            <a:spLocks noGrp="1"/>
          </p:cNvSpPr>
          <p:nvPr/>
        </p:nvSpPr>
        <p:spPr bwMode="auto">
          <a:xfrm>
            <a:off x="6315075" y="2983057"/>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774618425" name="Oval 311162583"/>
          <p:cNvSpPr>
            <a:spLocks noGrp="1"/>
          </p:cNvSpPr>
          <p:nvPr/>
        </p:nvSpPr>
        <p:spPr bwMode="auto">
          <a:xfrm>
            <a:off x="6749414" y="3588847"/>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058227789" name="Oval 418592258"/>
          <p:cNvSpPr>
            <a:spLocks noGrp="1"/>
          </p:cNvSpPr>
          <p:nvPr/>
        </p:nvSpPr>
        <p:spPr bwMode="auto">
          <a:xfrm>
            <a:off x="7183755" y="265262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349131936" name="Oval 391215337"/>
          <p:cNvSpPr>
            <a:spLocks noGrp="1"/>
          </p:cNvSpPr>
          <p:nvPr/>
        </p:nvSpPr>
        <p:spPr bwMode="auto">
          <a:xfrm>
            <a:off x="7618095" y="325841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702513556" name="Oval 1707420591"/>
          <p:cNvSpPr>
            <a:spLocks noGrp="1"/>
          </p:cNvSpPr>
          <p:nvPr/>
        </p:nvSpPr>
        <p:spPr bwMode="auto">
          <a:xfrm>
            <a:off x="8052435" y="2872913"/>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24781563" name="Oval 1324466289"/>
          <p:cNvSpPr>
            <a:spLocks noGrp="1"/>
          </p:cNvSpPr>
          <p:nvPr/>
        </p:nvSpPr>
        <p:spPr bwMode="auto">
          <a:xfrm>
            <a:off x="8486775" y="3864206"/>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419642001" name="Oval 1167646443"/>
          <p:cNvSpPr>
            <a:spLocks noGrp="1"/>
          </p:cNvSpPr>
          <p:nvPr/>
        </p:nvSpPr>
        <p:spPr bwMode="auto">
          <a:xfrm>
            <a:off x="8776335" y="2487410"/>
            <a:ext cx="156210" cy="156210"/>
          </a:xfrm>
          <a:prstGeom prst="ellipse">
            <a:avLst/>
          </a:prstGeom>
          <a:solidFill>
            <a:srgbClr val="2563EB"/>
          </a:solidFill>
          <a:ln w="13335">
            <a:solidFill>
              <a:srgbClr val="2563EB"/>
            </a:solidFill>
            <a:prstDash val="solid"/>
          </a:ln>
        </p:spPr>
        <p:txBody>
          <a:bodyPr/>
          <a:lstStyle/>
          <a:p>
            <a:pPr>
              <a:buNone/>
              <a:defRPr/>
            </a:pPr>
            <a:endParaRPr/>
          </a:p>
        </p:txBody>
      </p:sp>
      <p:sp>
        <p:nvSpPr>
          <p:cNvPr id="1962956121" name="Rectangle: Rounded Corners 1367024097"/>
          <p:cNvSpPr>
            <a:spLocks noGrp="1"/>
          </p:cNvSpPr>
          <p:nvPr/>
        </p:nvSpPr>
        <p:spPr bwMode="auto">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endParaRPr/>
          </a:p>
        </p:txBody>
      </p:sp>
      <p:sp>
        <p:nvSpPr>
          <p:cNvPr id="1525581261" name="Rectangle: Rounded Corners 2069871042"/>
          <p:cNvSpPr>
            <a:spLocks noGrp="1"/>
          </p:cNvSpPr>
          <p:nvPr/>
        </p:nvSpPr>
        <p:spPr bwMode="auto">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endParaRPr/>
          </a:p>
        </p:txBody>
      </p:sp>
      <p:sp>
        <p:nvSpPr>
          <p:cNvPr id="1895823163" name="Rectangle 2096192631"/>
          <p:cNvSpPr>
            <a:spLocks noGrp="1"/>
          </p:cNvSpPr>
          <p:nvPr/>
        </p:nvSpPr>
        <p:spPr bwMode="auto">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endParaRPr/>
          </a:p>
        </p:txBody>
      </p:sp>
      <p:sp>
        <p:nvSpPr>
          <p:cNvPr id="1011098953" name="Rectangle 969777747"/>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8</a:t>
            </a:r>
            <a:endParaRPr/>
          </a:p>
        </p:txBody>
      </p:sp>
      <p:pic>
        <p:nvPicPr>
          <p:cNvPr id="935287278" name="Graphic 209619266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0" y="0"/>
            <a:ext cx="12192000" cy="6858000"/>
          </a:xfrm>
          <a:prstGeom prst="rect">
            <a:avLst/>
          </a:prstGeom>
        </p:spPr>
      </p:pic>
      <p:sp>
        <p:nvSpPr>
          <p:cNvPr id="1164207219" name="solidguide_flipV"/>
          <p:cNvSpPr>
            <a:spLocks noGrp="1"/>
          </p:cNvSpPr>
          <p:nvPr/>
        </p:nvSpPr>
        <p:spPr bwMode="auto">
          <a:xfrm flipV="1">
            <a:off x="2194560" y="2877773"/>
            <a:ext cx="6804660" cy="1734212"/>
          </a:xfrm>
          <a:prstGeom prst="line">
            <a:avLst/>
          </a:prstGeom>
          <a:noFill/>
          <a:ln w="23813">
            <a:solidFill>
              <a:srgbClr val="F97316"/>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56253929" name="Rectangle 189081817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endParaRPr/>
          </a:p>
        </p:txBody>
      </p:sp>
      <p:sp>
        <p:nvSpPr>
          <p:cNvPr id="284133027" name="Rectangle 785272061"/>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chemeClr val="tx1">
                    <a:lumMod val="65000"/>
                    <a:lumOff val="35000"/>
                  </a:schemeClr>
                </a:solidFill>
              </a:rPr>
              <a:t>Data is split to separate learning from judging</a:t>
            </a:r>
            <a:endParaRPr/>
          </a:p>
        </p:txBody>
      </p:sp>
      <p:sp>
        <p:nvSpPr>
          <p:cNvPr id="798405048" name="Rectangle: Rounded Corners 126613665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711898015" name="Rectangle: Rounded Corners 1050748594"/>
          <p:cNvSpPr>
            <a:spLocks noGrp="1"/>
          </p:cNvSpPr>
          <p:nvPr/>
        </p:nvSpPr>
        <p:spPr bwMode="auto">
          <a:xfrm>
            <a:off x="1162050" y="1752599"/>
            <a:ext cx="2990850" cy="3543300"/>
          </a:xfrm>
          <a:prstGeom prst="roundRect">
            <a:avLst>
              <a:gd name="adj" fmla="val 3822"/>
            </a:avLst>
          </a:prstGeom>
          <a:solidFill>
            <a:srgbClr val="FFFFFF"/>
          </a:solidFill>
          <a:ln w="20955">
            <a:solidFill>
              <a:srgbClr val="2563EB"/>
            </a:solidFill>
            <a:prstDash val="solid"/>
          </a:ln>
        </p:spPr>
        <p:txBody>
          <a:bodyPr/>
          <a:lstStyle/>
          <a:p>
            <a:pPr>
              <a:buNone/>
              <a:defRPr/>
            </a:pPr>
            <a:endParaRPr/>
          </a:p>
        </p:txBody>
      </p:sp>
      <p:sp>
        <p:nvSpPr>
          <p:cNvPr id="1530437646" name="Rectangle 1752567775"/>
          <p:cNvSpPr>
            <a:spLocks noGrp="1"/>
          </p:cNvSpPr>
          <p:nvPr/>
        </p:nvSpPr>
        <p:spPr bwMode="auto">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endParaRPr/>
          </a:p>
        </p:txBody>
      </p:sp>
      <p:sp>
        <p:nvSpPr>
          <p:cNvPr id="1391489462" name="Rectangle 397256149"/>
          <p:cNvSpPr>
            <a:spLocks noGrp="1"/>
          </p:cNvSpPr>
          <p:nvPr/>
        </p:nvSpPr>
        <p:spPr bwMode="auto">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endParaRPr/>
          </a:p>
        </p:txBody>
      </p:sp>
      <p:sp>
        <p:nvSpPr>
          <p:cNvPr id="685577686" name="Rectangle 528734129"/>
          <p:cNvSpPr>
            <a:spLocks noGrp="1"/>
          </p:cNvSpPr>
          <p:nvPr/>
        </p:nvSpPr>
        <p:spPr bwMode="auto">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endParaRPr/>
          </a:p>
        </p:txBody>
      </p:sp>
      <p:sp>
        <p:nvSpPr>
          <p:cNvPr id="2050281857" name="Rectangle 1008566192"/>
          <p:cNvSpPr>
            <a:spLocks noGrp="1"/>
          </p:cNvSpPr>
          <p:nvPr/>
        </p:nvSpPr>
        <p:spPr bwMode="auto">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endParaRPr/>
          </a:p>
        </p:txBody>
      </p:sp>
      <p:sp>
        <p:nvSpPr>
          <p:cNvPr id="1229954393" name="Straight Connector 2104166465"/>
          <p:cNvSpPr>
            <a:spLocks noGrp="1"/>
          </p:cNvSpPr>
          <p:nvPr/>
        </p:nvSpPr>
        <p:spPr bwMode="auto">
          <a:xfrm>
            <a:off x="1447800" y="3733800"/>
            <a:ext cx="2419350" cy="9525"/>
          </a:xfrm>
          <a:prstGeom prst="line">
            <a:avLst/>
          </a:prstGeom>
          <a:noFill/>
          <a:ln w="9525">
            <a:solidFill>
              <a:srgbClr val="E2E8F0"/>
            </a:solidFill>
            <a:prstDash val="solid"/>
          </a:ln>
        </p:spPr>
        <p:txBody>
          <a:bodyPr/>
          <a:lstStyle/>
          <a:p>
            <a:pPr>
              <a:buNone/>
              <a:defRPr/>
            </a:pPr>
            <a:endParaRPr/>
          </a:p>
        </p:txBody>
      </p:sp>
      <p:sp>
        <p:nvSpPr>
          <p:cNvPr id="374770999" name="Rectangle 1391317270"/>
          <p:cNvSpPr>
            <a:spLocks noGrp="1"/>
          </p:cNvSpPr>
          <p:nvPr/>
        </p:nvSpPr>
        <p:spPr bwMode="auto">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endParaRPr/>
          </a:p>
        </p:txBody>
      </p:sp>
      <p:sp>
        <p:nvSpPr>
          <p:cNvPr id="381224207" name="Rectangle 2139818398"/>
          <p:cNvSpPr>
            <a:spLocks noGrp="1"/>
          </p:cNvSpPr>
          <p:nvPr/>
        </p:nvSpPr>
        <p:spPr bwMode="auto">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endParaRPr/>
          </a:p>
        </p:txBody>
      </p:sp>
      <p:sp>
        <p:nvSpPr>
          <p:cNvPr id="1453200490" name="Straight Connector 756114381"/>
          <p:cNvSpPr>
            <a:spLocks noGrp="1"/>
          </p:cNvSpPr>
          <p:nvPr/>
        </p:nvSpPr>
        <p:spPr bwMode="auto">
          <a:xfrm>
            <a:off x="1447800" y="4248150"/>
            <a:ext cx="2419350" cy="9525"/>
          </a:xfrm>
          <a:prstGeom prst="line">
            <a:avLst/>
          </a:prstGeom>
          <a:noFill/>
          <a:ln w="9525">
            <a:solidFill>
              <a:srgbClr val="E2E8F0"/>
            </a:solidFill>
            <a:prstDash val="solid"/>
          </a:ln>
        </p:spPr>
        <p:txBody>
          <a:bodyPr/>
          <a:lstStyle/>
          <a:p>
            <a:pPr>
              <a:buNone/>
              <a:defRPr/>
            </a:pPr>
            <a:endParaRPr/>
          </a:p>
        </p:txBody>
      </p:sp>
      <p:sp>
        <p:nvSpPr>
          <p:cNvPr id="1936414153" name="Rectangle 1665170772"/>
          <p:cNvSpPr>
            <a:spLocks noGrp="1"/>
          </p:cNvSpPr>
          <p:nvPr/>
        </p:nvSpPr>
        <p:spPr bwMode="auto">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endParaRPr/>
          </a:p>
        </p:txBody>
      </p:sp>
      <p:sp>
        <p:nvSpPr>
          <p:cNvPr id="214348732" name="Rectangle 1710634736"/>
          <p:cNvSpPr>
            <a:spLocks noGrp="1"/>
          </p:cNvSpPr>
          <p:nvPr/>
        </p:nvSpPr>
        <p:spPr bwMode="auto">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endParaRPr/>
          </a:p>
        </p:txBody>
      </p:sp>
      <p:sp>
        <p:nvSpPr>
          <p:cNvPr id="1006198053" name="Rectangle: Rounded Corners 1872312689"/>
          <p:cNvSpPr>
            <a:spLocks noGrp="1"/>
          </p:cNvSpPr>
          <p:nvPr/>
        </p:nvSpPr>
        <p:spPr bwMode="auto">
          <a:xfrm>
            <a:off x="4600575" y="1752599"/>
            <a:ext cx="2990850" cy="3543300"/>
          </a:xfrm>
          <a:prstGeom prst="roundRect">
            <a:avLst>
              <a:gd name="adj" fmla="val 3822"/>
            </a:avLst>
          </a:prstGeom>
          <a:solidFill>
            <a:srgbClr val="FFFFFF"/>
          </a:solidFill>
          <a:ln w="20955">
            <a:solidFill>
              <a:srgbClr val="10B981"/>
            </a:solidFill>
            <a:prstDash val="solid"/>
          </a:ln>
        </p:spPr>
        <p:txBody>
          <a:bodyPr/>
          <a:lstStyle/>
          <a:p>
            <a:pPr>
              <a:buNone/>
              <a:defRPr/>
            </a:pPr>
            <a:endParaRPr/>
          </a:p>
        </p:txBody>
      </p:sp>
      <p:sp>
        <p:nvSpPr>
          <p:cNvPr id="406204104" name="Rectangle 1638876599"/>
          <p:cNvSpPr>
            <a:spLocks noGrp="1"/>
          </p:cNvSpPr>
          <p:nvPr/>
        </p:nvSpPr>
        <p:spPr bwMode="auto">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endParaRPr/>
          </a:p>
        </p:txBody>
      </p:sp>
      <p:sp>
        <p:nvSpPr>
          <p:cNvPr id="385765324" name="Rectangle 815678976"/>
          <p:cNvSpPr>
            <a:spLocks noGrp="1"/>
          </p:cNvSpPr>
          <p:nvPr/>
        </p:nvSpPr>
        <p:spPr bwMode="auto">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endParaRPr/>
          </a:p>
        </p:txBody>
      </p:sp>
      <p:sp>
        <p:nvSpPr>
          <p:cNvPr id="1332476754" name="Rectangle 815528297"/>
          <p:cNvSpPr>
            <a:spLocks noGrp="1"/>
          </p:cNvSpPr>
          <p:nvPr/>
        </p:nvSpPr>
        <p:spPr bwMode="auto">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endParaRPr/>
          </a:p>
        </p:txBody>
      </p:sp>
      <p:sp>
        <p:nvSpPr>
          <p:cNvPr id="932595304" name="Rectangle 478170369"/>
          <p:cNvSpPr>
            <a:spLocks noGrp="1"/>
          </p:cNvSpPr>
          <p:nvPr/>
        </p:nvSpPr>
        <p:spPr bwMode="auto">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endParaRPr/>
          </a:p>
        </p:txBody>
      </p:sp>
      <p:sp>
        <p:nvSpPr>
          <p:cNvPr id="115753750" name="Straight Connector 533968529"/>
          <p:cNvSpPr>
            <a:spLocks noGrp="1"/>
          </p:cNvSpPr>
          <p:nvPr/>
        </p:nvSpPr>
        <p:spPr bwMode="auto">
          <a:xfrm>
            <a:off x="4886325" y="3733800"/>
            <a:ext cx="2419350" cy="9525"/>
          </a:xfrm>
          <a:prstGeom prst="line">
            <a:avLst/>
          </a:prstGeom>
          <a:noFill/>
          <a:ln w="9525">
            <a:solidFill>
              <a:srgbClr val="E2E8F0"/>
            </a:solidFill>
            <a:prstDash val="solid"/>
          </a:ln>
        </p:spPr>
        <p:txBody>
          <a:bodyPr/>
          <a:lstStyle/>
          <a:p>
            <a:pPr>
              <a:buNone/>
              <a:defRPr/>
            </a:pPr>
            <a:endParaRPr/>
          </a:p>
        </p:txBody>
      </p:sp>
      <p:sp>
        <p:nvSpPr>
          <p:cNvPr id="897025242" name="Rectangle 195109745"/>
          <p:cNvSpPr>
            <a:spLocks noGrp="1"/>
          </p:cNvSpPr>
          <p:nvPr/>
        </p:nvSpPr>
        <p:spPr bwMode="auto">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endParaRPr/>
          </a:p>
        </p:txBody>
      </p:sp>
      <p:sp>
        <p:nvSpPr>
          <p:cNvPr id="309296127" name="Rectangle 1008757044"/>
          <p:cNvSpPr>
            <a:spLocks noGrp="1"/>
          </p:cNvSpPr>
          <p:nvPr/>
        </p:nvSpPr>
        <p:spPr bwMode="auto">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endParaRPr/>
          </a:p>
        </p:txBody>
      </p:sp>
      <p:sp>
        <p:nvSpPr>
          <p:cNvPr id="898355889" name="Straight Connector 1685278168"/>
          <p:cNvSpPr>
            <a:spLocks noGrp="1"/>
          </p:cNvSpPr>
          <p:nvPr/>
        </p:nvSpPr>
        <p:spPr bwMode="auto">
          <a:xfrm>
            <a:off x="4886325" y="4248150"/>
            <a:ext cx="2419350" cy="9525"/>
          </a:xfrm>
          <a:prstGeom prst="line">
            <a:avLst/>
          </a:prstGeom>
          <a:noFill/>
          <a:ln w="9525">
            <a:solidFill>
              <a:srgbClr val="E2E8F0"/>
            </a:solidFill>
            <a:prstDash val="solid"/>
          </a:ln>
        </p:spPr>
        <p:txBody>
          <a:bodyPr/>
          <a:lstStyle/>
          <a:p>
            <a:pPr>
              <a:buNone/>
              <a:defRPr/>
            </a:pPr>
            <a:endParaRPr/>
          </a:p>
        </p:txBody>
      </p:sp>
      <p:sp>
        <p:nvSpPr>
          <p:cNvPr id="1830934860" name="Rectangle 1256120152"/>
          <p:cNvSpPr>
            <a:spLocks noGrp="1"/>
          </p:cNvSpPr>
          <p:nvPr/>
        </p:nvSpPr>
        <p:spPr bwMode="auto">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endParaRPr/>
          </a:p>
        </p:txBody>
      </p:sp>
      <p:sp>
        <p:nvSpPr>
          <p:cNvPr id="493717430" name="Rectangle 686280821"/>
          <p:cNvSpPr>
            <a:spLocks noGrp="1"/>
          </p:cNvSpPr>
          <p:nvPr/>
        </p:nvSpPr>
        <p:spPr bwMode="auto">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endParaRPr/>
          </a:p>
        </p:txBody>
      </p:sp>
      <p:sp>
        <p:nvSpPr>
          <p:cNvPr id="514290974" name="Rectangle: Rounded Corners 312764701"/>
          <p:cNvSpPr>
            <a:spLocks noGrp="1"/>
          </p:cNvSpPr>
          <p:nvPr/>
        </p:nvSpPr>
        <p:spPr bwMode="auto">
          <a:xfrm>
            <a:off x="8039100" y="1752599"/>
            <a:ext cx="2990850" cy="3543300"/>
          </a:xfrm>
          <a:prstGeom prst="roundRect">
            <a:avLst>
              <a:gd name="adj" fmla="val 3822"/>
            </a:avLst>
          </a:prstGeom>
          <a:solidFill>
            <a:srgbClr val="FFFFFF"/>
          </a:solidFill>
          <a:ln w="20955">
            <a:solidFill>
              <a:srgbClr val="7C3AED"/>
            </a:solidFill>
            <a:prstDash val="solid"/>
          </a:ln>
        </p:spPr>
        <p:txBody>
          <a:bodyPr/>
          <a:lstStyle/>
          <a:p>
            <a:pPr>
              <a:buNone/>
              <a:defRPr/>
            </a:pPr>
            <a:endParaRPr/>
          </a:p>
        </p:txBody>
      </p:sp>
      <p:sp>
        <p:nvSpPr>
          <p:cNvPr id="1919193384" name="Rectangle 2086773709"/>
          <p:cNvSpPr>
            <a:spLocks noGrp="1"/>
          </p:cNvSpPr>
          <p:nvPr/>
        </p:nvSpPr>
        <p:spPr bwMode="auto">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endParaRPr/>
          </a:p>
        </p:txBody>
      </p:sp>
      <p:sp>
        <p:nvSpPr>
          <p:cNvPr id="2060347448" name="Rectangle 2025467514"/>
          <p:cNvSpPr>
            <a:spLocks noGrp="1"/>
          </p:cNvSpPr>
          <p:nvPr/>
        </p:nvSpPr>
        <p:spPr bwMode="auto">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endParaRPr/>
          </a:p>
        </p:txBody>
      </p:sp>
      <p:sp>
        <p:nvSpPr>
          <p:cNvPr id="2084350339" name="Rectangle 957358411"/>
          <p:cNvSpPr>
            <a:spLocks noGrp="1"/>
          </p:cNvSpPr>
          <p:nvPr/>
        </p:nvSpPr>
        <p:spPr bwMode="auto">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endParaRPr/>
          </a:p>
        </p:txBody>
      </p:sp>
      <p:sp>
        <p:nvSpPr>
          <p:cNvPr id="462046895" name="Rectangle 1167683203"/>
          <p:cNvSpPr>
            <a:spLocks noGrp="1"/>
          </p:cNvSpPr>
          <p:nvPr/>
        </p:nvSpPr>
        <p:spPr bwMode="auto">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endParaRPr/>
          </a:p>
        </p:txBody>
      </p:sp>
      <p:sp>
        <p:nvSpPr>
          <p:cNvPr id="1499205283" name="Straight Connector 935775799"/>
          <p:cNvSpPr>
            <a:spLocks noGrp="1"/>
          </p:cNvSpPr>
          <p:nvPr/>
        </p:nvSpPr>
        <p:spPr bwMode="auto">
          <a:xfrm>
            <a:off x="8324850" y="3733800"/>
            <a:ext cx="2419350" cy="9525"/>
          </a:xfrm>
          <a:prstGeom prst="line">
            <a:avLst/>
          </a:prstGeom>
          <a:noFill/>
          <a:ln w="9525">
            <a:solidFill>
              <a:srgbClr val="E2E8F0"/>
            </a:solidFill>
            <a:prstDash val="solid"/>
          </a:ln>
        </p:spPr>
        <p:txBody>
          <a:bodyPr/>
          <a:lstStyle/>
          <a:p>
            <a:pPr>
              <a:buNone/>
              <a:defRPr/>
            </a:pPr>
            <a:endParaRPr/>
          </a:p>
        </p:txBody>
      </p:sp>
      <p:sp>
        <p:nvSpPr>
          <p:cNvPr id="423946846" name="Rectangle 1650430570"/>
          <p:cNvSpPr>
            <a:spLocks noGrp="1"/>
          </p:cNvSpPr>
          <p:nvPr/>
        </p:nvSpPr>
        <p:spPr bwMode="auto">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endParaRPr/>
          </a:p>
        </p:txBody>
      </p:sp>
      <p:sp>
        <p:nvSpPr>
          <p:cNvPr id="746526489" name="Rectangle 1673598855"/>
          <p:cNvSpPr>
            <a:spLocks noGrp="1"/>
          </p:cNvSpPr>
          <p:nvPr/>
        </p:nvSpPr>
        <p:spPr bwMode="auto">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endParaRPr/>
          </a:p>
        </p:txBody>
      </p:sp>
      <p:sp>
        <p:nvSpPr>
          <p:cNvPr id="1587414738" name="Straight Connector 796017482"/>
          <p:cNvSpPr>
            <a:spLocks noGrp="1"/>
          </p:cNvSpPr>
          <p:nvPr/>
        </p:nvSpPr>
        <p:spPr bwMode="auto">
          <a:xfrm>
            <a:off x="8324850" y="4248150"/>
            <a:ext cx="2419350" cy="9525"/>
          </a:xfrm>
          <a:prstGeom prst="line">
            <a:avLst/>
          </a:prstGeom>
          <a:noFill/>
          <a:ln w="9525">
            <a:solidFill>
              <a:srgbClr val="E2E8F0"/>
            </a:solidFill>
            <a:prstDash val="solid"/>
          </a:ln>
        </p:spPr>
        <p:txBody>
          <a:bodyPr/>
          <a:lstStyle/>
          <a:p>
            <a:pPr>
              <a:buNone/>
              <a:defRPr/>
            </a:pPr>
            <a:endParaRPr/>
          </a:p>
        </p:txBody>
      </p:sp>
      <p:sp>
        <p:nvSpPr>
          <p:cNvPr id="1052241056" name="Rectangle 150138993"/>
          <p:cNvSpPr>
            <a:spLocks noGrp="1"/>
          </p:cNvSpPr>
          <p:nvPr/>
        </p:nvSpPr>
        <p:spPr bwMode="auto">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endParaRPr/>
          </a:p>
        </p:txBody>
      </p:sp>
      <p:sp>
        <p:nvSpPr>
          <p:cNvPr id="2025565972" name="Rectangle 1355132477"/>
          <p:cNvSpPr>
            <a:spLocks noGrp="1"/>
          </p:cNvSpPr>
          <p:nvPr/>
        </p:nvSpPr>
        <p:spPr bwMode="auto">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endParaRPr/>
          </a:p>
        </p:txBody>
      </p:sp>
      <p:sp>
        <p:nvSpPr>
          <p:cNvPr id="1402337336" name="Straight Connector 2121780220"/>
          <p:cNvSpPr>
            <a:spLocks noGrp="1"/>
          </p:cNvSpPr>
          <p:nvPr/>
        </p:nvSpPr>
        <p:spPr bwMode="auto">
          <a:xfrm>
            <a:off x="4229100" y="3524250"/>
            <a:ext cx="285750" cy="9525"/>
          </a:xfrm>
          <a:prstGeom prst="line">
            <a:avLst/>
          </a:prstGeom>
          <a:noFill/>
          <a:ln w="28575">
            <a:solidFill>
              <a:srgbClr val="CBD5E1"/>
            </a:solidFill>
            <a:prstDash val="solid"/>
          </a:ln>
        </p:spPr>
        <p:txBody>
          <a:bodyPr/>
          <a:lstStyle/>
          <a:p>
            <a:pPr>
              <a:buNone/>
              <a:defRPr/>
            </a:pPr>
            <a:endParaRPr/>
          </a:p>
        </p:txBody>
      </p:sp>
      <p:sp>
        <p:nvSpPr>
          <p:cNvPr id="887848705" name="Straight Connector 835810551"/>
          <p:cNvSpPr>
            <a:spLocks noGrp="1"/>
          </p:cNvSpPr>
          <p:nvPr/>
        </p:nvSpPr>
        <p:spPr bwMode="auto">
          <a:xfrm>
            <a:off x="7667625" y="3524250"/>
            <a:ext cx="285750" cy="9525"/>
          </a:xfrm>
          <a:prstGeom prst="line">
            <a:avLst/>
          </a:prstGeom>
          <a:noFill/>
          <a:ln w="28575">
            <a:solidFill>
              <a:srgbClr val="CBD5E1"/>
            </a:solidFill>
            <a:prstDash val="solid"/>
          </a:ln>
        </p:spPr>
        <p:txBody>
          <a:bodyPr/>
          <a:lstStyle/>
          <a:p>
            <a:pPr>
              <a:buNone/>
              <a:defRPr/>
            </a:pPr>
            <a:endParaRPr/>
          </a:p>
        </p:txBody>
      </p:sp>
      <p:sp>
        <p:nvSpPr>
          <p:cNvPr id="1761099998" name="Rectangle 1100880979"/>
          <p:cNvSpPr>
            <a:spLocks noGrp="1"/>
          </p:cNvSpPr>
          <p:nvPr/>
        </p:nvSpPr>
        <p:spPr bwMode="auto">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endParaRPr/>
          </a:p>
        </p:txBody>
      </p:sp>
      <p:sp>
        <p:nvSpPr>
          <p:cNvPr id="1764234496" name="Rectangle 181140644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10013283" name="Rectangle 854926774"/>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endParaRPr/>
          </a:p>
        </p:txBody>
      </p:sp>
      <p:sp>
        <p:nvSpPr>
          <p:cNvPr id="119975323" name="Rectangle 1150295720"/>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endParaRPr/>
          </a:p>
        </p:txBody>
      </p:sp>
      <p:sp>
        <p:nvSpPr>
          <p:cNvPr id="1998071925" name="Rectangle: Rounded Corners 2106832513"/>
          <p:cNvSpPr>
            <a:spLocks noGrp="1"/>
          </p:cNvSpPr>
          <p:nvPr/>
        </p:nvSpPr>
        <p:spPr bwMode="auto">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endParaRPr/>
          </a:p>
        </p:txBody>
      </p:sp>
      <p:sp>
        <p:nvSpPr>
          <p:cNvPr id="870468952" name="Rectangle 537144149"/>
          <p:cNvSpPr>
            <a:spLocks noGrp="1"/>
          </p:cNvSpPr>
          <p:nvPr/>
        </p:nvSpPr>
        <p:spPr bwMode="auto">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endParaRPr/>
          </a:p>
        </p:txBody>
      </p:sp>
      <p:sp>
        <p:nvSpPr>
          <p:cNvPr id="835041142" name="Straight Connector 1844070667"/>
          <p:cNvSpPr>
            <a:spLocks noGrp="1"/>
          </p:cNvSpPr>
          <p:nvPr/>
        </p:nvSpPr>
        <p:spPr bwMode="auto">
          <a:xfrm>
            <a:off x="3752850" y="1809750"/>
            <a:ext cx="628650" cy="9525"/>
          </a:xfrm>
          <a:prstGeom prst="line">
            <a:avLst/>
          </a:prstGeom>
          <a:noFill/>
          <a:ln w="28575">
            <a:solidFill>
              <a:srgbClr val="CBD5E1"/>
            </a:solidFill>
            <a:prstDash val="solid"/>
          </a:ln>
        </p:spPr>
        <p:txBody>
          <a:bodyPr/>
          <a:lstStyle/>
          <a:p>
            <a:pPr>
              <a:buNone/>
              <a:defRPr/>
            </a:pPr>
            <a:endParaRPr/>
          </a:p>
        </p:txBody>
      </p:sp>
      <p:sp>
        <p:nvSpPr>
          <p:cNvPr id="1353432791" name="Rectangle: Rounded Corners 1156722812"/>
          <p:cNvSpPr>
            <a:spLocks noGrp="1"/>
          </p:cNvSpPr>
          <p:nvPr/>
        </p:nvSpPr>
        <p:spPr bwMode="auto">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endParaRPr/>
          </a:p>
        </p:txBody>
      </p:sp>
      <p:sp>
        <p:nvSpPr>
          <p:cNvPr id="179278812" name="Rectangle 555957418"/>
          <p:cNvSpPr>
            <a:spLocks noGrp="1"/>
          </p:cNvSpPr>
          <p:nvPr/>
        </p:nvSpPr>
        <p:spPr bwMode="auto">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endParaRPr/>
          </a:p>
        </p:txBody>
      </p:sp>
      <p:sp>
        <p:nvSpPr>
          <p:cNvPr id="409333208" name="Straight Connector 1221881980"/>
          <p:cNvSpPr>
            <a:spLocks noGrp="1"/>
          </p:cNvSpPr>
          <p:nvPr/>
        </p:nvSpPr>
        <p:spPr bwMode="auto">
          <a:xfrm>
            <a:off x="7181850" y="1809750"/>
            <a:ext cx="628650" cy="9525"/>
          </a:xfrm>
          <a:prstGeom prst="line">
            <a:avLst/>
          </a:prstGeom>
          <a:noFill/>
          <a:ln w="28575">
            <a:solidFill>
              <a:srgbClr val="CBD5E1"/>
            </a:solidFill>
            <a:prstDash val="solid"/>
          </a:ln>
        </p:spPr>
        <p:txBody>
          <a:bodyPr/>
          <a:lstStyle/>
          <a:p>
            <a:pPr>
              <a:buNone/>
              <a:defRPr/>
            </a:pPr>
            <a:endParaRPr/>
          </a:p>
        </p:txBody>
      </p:sp>
      <p:sp>
        <p:nvSpPr>
          <p:cNvPr id="1469522745" name="Rectangle: Rounded Corners 942243679"/>
          <p:cNvSpPr>
            <a:spLocks noGrp="1"/>
          </p:cNvSpPr>
          <p:nvPr/>
        </p:nvSpPr>
        <p:spPr bwMode="auto">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endParaRPr/>
          </a:p>
        </p:txBody>
      </p:sp>
      <p:sp>
        <p:nvSpPr>
          <p:cNvPr id="1488520661" name="Rectangle 1558388499"/>
          <p:cNvSpPr>
            <a:spLocks noGrp="1"/>
          </p:cNvSpPr>
          <p:nvPr/>
        </p:nvSpPr>
        <p:spPr bwMode="auto">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endParaRPr/>
          </a:p>
        </p:txBody>
      </p:sp>
      <p:sp>
        <p:nvSpPr>
          <p:cNvPr id="694095312" name="Rectangle: Rounded Corners 497016789"/>
          <p:cNvSpPr>
            <a:spLocks noGrp="1"/>
          </p:cNvSpPr>
          <p:nvPr/>
        </p:nvSpPr>
        <p:spPr bwMode="auto">
          <a:xfrm>
            <a:off x="704850" y="2743200"/>
            <a:ext cx="10782300" cy="3314700"/>
          </a:xfrm>
          <a:prstGeom prst="roundRect">
            <a:avLst>
              <a:gd name="adj" fmla="val 3448"/>
            </a:avLst>
          </a:prstGeom>
          <a:solidFill>
            <a:srgbClr val="F8FAFC"/>
          </a:solidFill>
          <a:ln w="14288">
            <a:solidFill>
              <a:srgbClr val="E2E8F0"/>
            </a:solidFill>
            <a:prstDash val="solid"/>
          </a:ln>
        </p:spPr>
        <p:txBody>
          <a:bodyPr/>
          <a:lstStyle/>
          <a:p>
            <a:pPr>
              <a:buNone/>
              <a:defRPr/>
            </a:pPr>
            <a:endParaRPr/>
          </a:p>
        </p:txBody>
      </p:sp>
      <p:sp>
        <p:nvSpPr>
          <p:cNvPr id="67015236" name="Straight Connector 944728692"/>
          <p:cNvSpPr>
            <a:spLocks noGrp="1"/>
          </p:cNvSpPr>
          <p:nvPr/>
        </p:nvSpPr>
        <p:spPr bwMode="auto">
          <a:xfrm>
            <a:off x="1143000" y="5648325"/>
            <a:ext cx="9858375" cy="9525"/>
          </a:xfrm>
          <a:prstGeom prst="line">
            <a:avLst/>
          </a:prstGeom>
          <a:noFill/>
          <a:ln w="19050">
            <a:solidFill>
              <a:srgbClr val="94A3B8"/>
            </a:solidFill>
            <a:prstDash val="solid"/>
          </a:ln>
        </p:spPr>
        <p:txBody>
          <a:bodyPr/>
          <a:lstStyle/>
          <a:p>
            <a:pPr>
              <a:buNone/>
              <a:defRPr/>
            </a:pPr>
            <a:endParaRPr/>
          </a:p>
        </p:txBody>
      </p:sp>
      <p:sp>
        <p:nvSpPr>
          <p:cNvPr id="1661702304" name="Straight Connector 492924597"/>
          <p:cNvSpPr>
            <a:spLocks noGrp="1"/>
          </p:cNvSpPr>
          <p:nvPr/>
        </p:nvSpPr>
        <p:spPr bwMode="auto">
          <a:xfrm>
            <a:off x="1143000" y="3124200"/>
            <a:ext cx="9525" cy="2524125"/>
          </a:xfrm>
          <a:prstGeom prst="line">
            <a:avLst/>
          </a:prstGeom>
          <a:noFill/>
          <a:ln w="19050">
            <a:solidFill>
              <a:srgbClr val="94A3B8"/>
            </a:solidFill>
            <a:prstDash val="solid"/>
          </a:ln>
        </p:spPr>
        <p:txBody>
          <a:bodyPr/>
          <a:lstStyle/>
          <a:p>
            <a:pPr>
              <a:buNone/>
              <a:defRPr/>
            </a:pPr>
            <a:endParaRPr/>
          </a:p>
        </p:txBody>
      </p:sp>
      <p:sp>
        <p:nvSpPr>
          <p:cNvPr id="2013874353" name="Rectangle 1897545627"/>
          <p:cNvSpPr>
            <a:spLocks noGrp="1"/>
          </p:cNvSpPr>
          <p:nvPr/>
        </p:nvSpPr>
        <p:spPr bwMode="auto">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endParaRPr/>
          </a:p>
        </p:txBody>
      </p:sp>
      <p:sp>
        <p:nvSpPr>
          <p:cNvPr id="911801741" name="Rectangle 567799544"/>
          <p:cNvSpPr>
            <a:spLocks noGrp="1"/>
          </p:cNvSpPr>
          <p:nvPr/>
        </p:nvSpPr>
        <p:spPr bwMode="auto">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endParaRPr/>
          </a:p>
        </p:txBody>
      </p:sp>
      <p:sp>
        <p:nvSpPr>
          <p:cNvPr id="2058488619" name="Rectangle 163568202"/>
          <p:cNvSpPr>
            <a:spLocks noGrp="1"/>
          </p:cNvSpPr>
          <p:nvPr/>
        </p:nvSpPr>
        <p:spPr bwMode="auto">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endParaRPr/>
          </a:p>
        </p:txBody>
      </p:sp>
      <p:sp>
        <p:nvSpPr>
          <p:cNvPr id="686115825" name="Rectangle 1723731144"/>
          <p:cNvSpPr>
            <a:spLocks noGrp="1"/>
          </p:cNvSpPr>
          <p:nvPr/>
        </p:nvSpPr>
        <p:spPr bwMode="auto">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endParaRPr/>
          </a:p>
        </p:txBody>
      </p:sp>
      <p:sp>
        <p:nvSpPr>
          <p:cNvPr id="1369225073" name="Rectangle 326786159"/>
          <p:cNvSpPr>
            <a:spLocks noGrp="1"/>
          </p:cNvSpPr>
          <p:nvPr/>
        </p:nvSpPr>
        <p:spPr bwMode="auto">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endParaRPr/>
          </a:p>
        </p:txBody>
      </p:sp>
      <p:sp>
        <p:nvSpPr>
          <p:cNvPr id="488517688" name="Rectangle 1482802785"/>
          <p:cNvSpPr>
            <a:spLocks noGrp="1"/>
          </p:cNvSpPr>
          <p:nvPr/>
        </p:nvSpPr>
        <p:spPr bwMode="auto">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endParaRPr/>
          </a:p>
        </p:txBody>
      </p:sp>
      <p:sp>
        <p:nvSpPr>
          <p:cNvPr id="153472707" name="Rectangle 947956942"/>
          <p:cNvSpPr>
            <a:spLocks noGrp="1"/>
          </p:cNvSpPr>
          <p:nvPr/>
        </p:nvSpPr>
        <p:spPr bwMode="auto">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endParaRPr/>
          </a:p>
        </p:txBody>
      </p:sp>
      <p:sp>
        <p:nvSpPr>
          <p:cNvPr id="839663050" name="Rectangle 2016319604"/>
          <p:cNvSpPr>
            <a:spLocks noGrp="1"/>
          </p:cNvSpPr>
          <p:nvPr/>
        </p:nvSpPr>
        <p:spPr bwMode="auto">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endParaRPr/>
          </a:p>
        </p:txBody>
      </p:sp>
      <p:sp>
        <p:nvSpPr>
          <p:cNvPr id="1392244581" name="Rectangle 759240474"/>
          <p:cNvSpPr>
            <a:spLocks noGrp="1"/>
          </p:cNvSpPr>
          <p:nvPr/>
        </p:nvSpPr>
        <p:spPr bwMode="auto">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endParaRPr/>
          </a:p>
        </p:txBody>
      </p:sp>
      <p:sp>
        <p:nvSpPr>
          <p:cNvPr id="1835343255" name="Rectangle 1102304899"/>
          <p:cNvSpPr>
            <a:spLocks noGrp="1"/>
          </p:cNvSpPr>
          <p:nvPr/>
        </p:nvSpPr>
        <p:spPr bwMode="auto">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endParaRPr/>
          </a:p>
        </p:txBody>
      </p:sp>
      <p:sp>
        <p:nvSpPr>
          <p:cNvPr id="219879062" name="Rectangle 114104296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10</a:t>
            </a:r>
            <a:endParaRPr/>
          </a:p>
        </p:txBody>
      </p:sp>
      <p:sp>
        <p:nvSpPr>
          <p:cNvPr id="1910233853" name="solidguide_normal"/>
          <p:cNvSpPr>
            <a:spLocks noGrp="1"/>
          </p:cNvSpPr>
          <p:nvPr/>
        </p:nvSpPr>
        <p:spPr bwMode="auto">
          <a:xfrm>
            <a:off x="1857375" y="3200400"/>
            <a:ext cx="9525" cy="2447925"/>
          </a:xfrm>
          <a:prstGeom prst="line">
            <a:avLst/>
          </a:prstGeom>
          <a:noFill/>
          <a:ln w="14288">
            <a:solidFill>
              <a:srgbClr val="EF4444"/>
            </a:solidFill>
            <a:prstDash val="solid"/>
          </a:ln>
        </p:spPr>
        <p:txBody>
          <a:bodyPr/>
          <a:lstStyle/>
          <a:p>
            <a:pPr>
              <a:buNone/>
              <a:defRPr/>
            </a:pPr>
            <a:endParaRPr/>
          </a:p>
        </p:txBody>
      </p:sp>
      <p:sp>
        <p:nvSpPr>
          <p:cNvPr id="1182177080" name="solidguide_normal"/>
          <p:cNvSpPr>
            <a:spLocks noGrp="1"/>
          </p:cNvSpPr>
          <p:nvPr/>
        </p:nvSpPr>
        <p:spPr bwMode="auto">
          <a:xfrm>
            <a:off x="5381625" y="3200400"/>
            <a:ext cx="9525" cy="2447925"/>
          </a:xfrm>
          <a:prstGeom prst="line">
            <a:avLst/>
          </a:prstGeom>
          <a:noFill/>
          <a:ln w="14288">
            <a:solidFill>
              <a:srgbClr val="10B981"/>
            </a:solidFill>
            <a:prstDash val="solid"/>
          </a:ln>
        </p:spPr>
        <p:txBody>
          <a:bodyPr/>
          <a:lstStyle/>
          <a:p>
            <a:pPr>
              <a:buNone/>
              <a:defRPr/>
            </a:pPr>
            <a:endParaRPr/>
          </a:p>
        </p:txBody>
      </p:sp>
      <p:pic>
        <p:nvPicPr>
          <p:cNvPr id="1270841619" name="Graphic 2106832541"/>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0" y="0"/>
            <a:ext cx="12192000"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06180690" name="Rectangle 147028390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endParaRPr/>
          </a:p>
        </p:txBody>
      </p:sp>
      <p:sp>
        <p:nvSpPr>
          <p:cNvPr id="1052920471" name="Rectangle 843139879"/>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chemeClr val="tx1">
                    <a:lumMod val="65000"/>
                    <a:lumOff val="35000"/>
                  </a:schemeClr>
                </a:solidFill>
              </a:rPr>
              <a:t>Partial derivatives: one variable at a time</a:t>
            </a:r>
            <a:endParaRPr/>
          </a:p>
        </p:txBody>
      </p:sp>
      <p:sp>
        <p:nvSpPr>
          <p:cNvPr id="109363314" name="Rectangle: Rounded Corners 44177743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1541648405" name="Picture 1856458312"/>
          <p:cNvPicPr>
            <a:picLocks noChangeAspect="1"/>
          </p:cNvPicPr>
          <p:nvPr/>
        </p:nvPicPr>
        <p:blipFill rotWithShape="1">
          <a:blip r:embed="rId3"/>
          <a:stretch/>
        </p:blipFill>
        <p:spPr bwMode="auto">
          <a:xfrm>
            <a:off x="1095375" y="1631156"/>
            <a:ext cx="10001250" cy="1785938"/>
          </a:xfrm>
          <a:prstGeom prst="rect">
            <a:avLst/>
          </a:prstGeom>
        </p:spPr>
      </p:pic>
      <p:sp>
        <p:nvSpPr>
          <p:cNvPr id="2109931914" name="Oval 1369448292"/>
          <p:cNvSpPr>
            <a:spLocks noGrp="1"/>
          </p:cNvSpPr>
          <p:nvPr/>
        </p:nvSpPr>
        <p:spPr bwMode="auto">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endParaRPr/>
          </a:p>
        </p:txBody>
      </p:sp>
      <p:sp>
        <p:nvSpPr>
          <p:cNvPr id="1537124123" name="Rectangle 119453285"/>
          <p:cNvSpPr>
            <a:spLocks noGrp="1"/>
          </p:cNvSpPr>
          <p:nvPr/>
        </p:nvSpPr>
        <p:spPr bwMode="auto">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endParaRPr/>
          </a:p>
        </p:txBody>
      </p:sp>
      <p:sp>
        <p:nvSpPr>
          <p:cNvPr id="821489838" name="Oval 1329949566"/>
          <p:cNvSpPr>
            <a:spLocks noGrp="1"/>
          </p:cNvSpPr>
          <p:nvPr/>
        </p:nvSpPr>
        <p:spPr bwMode="auto">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endParaRPr/>
          </a:p>
        </p:txBody>
      </p:sp>
      <p:sp>
        <p:nvSpPr>
          <p:cNvPr id="1866186450" name="Rectangle 1856458307"/>
          <p:cNvSpPr>
            <a:spLocks noGrp="1"/>
          </p:cNvSpPr>
          <p:nvPr/>
        </p:nvSpPr>
        <p:spPr bwMode="auto">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endParaRPr/>
          </a:p>
        </p:txBody>
      </p:sp>
      <p:sp>
        <p:nvSpPr>
          <p:cNvPr id="662387992" name="Oval 167515331"/>
          <p:cNvSpPr>
            <a:spLocks noGrp="1"/>
          </p:cNvSpPr>
          <p:nvPr/>
        </p:nvSpPr>
        <p:spPr bwMode="auto">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endParaRPr/>
          </a:p>
        </p:txBody>
      </p:sp>
      <p:sp>
        <p:nvSpPr>
          <p:cNvPr id="1210033599" name="Rectangle 324280658"/>
          <p:cNvSpPr>
            <a:spLocks noGrp="1"/>
          </p:cNvSpPr>
          <p:nvPr/>
        </p:nvSpPr>
        <p:spPr bwMode="auto">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endParaRPr/>
          </a:p>
        </p:txBody>
      </p:sp>
      <p:sp>
        <p:nvSpPr>
          <p:cNvPr id="444813153" name="Rectangle 220100613"/>
          <p:cNvSpPr>
            <a:spLocks noGrp="1"/>
          </p:cNvSpPr>
          <p:nvPr/>
        </p:nvSpPr>
        <p:spPr bwMode="auto">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endParaRPr/>
          </a:p>
        </p:txBody>
      </p:sp>
      <p:sp>
        <p:nvSpPr>
          <p:cNvPr id="900218922" name="Rectangle 163824330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76610940" name="Rectangle 91474147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endParaRPr/>
          </a:p>
        </p:txBody>
      </p:sp>
      <p:sp>
        <p:nvSpPr>
          <p:cNvPr id="1994682401" name="Rectangle 763526406"/>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endParaRPr/>
          </a:p>
        </p:txBody>
      </p:sp>
      <p:sp>
        <p:nvSpPr>
          <p:cNvPr id="1678422164" name="Rectangle: Rounded Corners 611293625"/>
          <p:cNvSpPr>
            <a:spLocks noGrp="1"/>
          </p:cNvSpPr>
          <p:nvPr/>
        </p:nvSpPr>
        <p:spPr bwMode="auto">
          <a:xfrm>
            <a:off x="591978" y="1553542"/>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1530043229" name="Picture 1922458406"/>
          <p:cNvPicPr>
            <a:picLocks noChangeAspect="1"/>
          </p:cNvPicPr>
          <p:nvPr/>
        </p:nvPicPr>
        <p:blipFill rotWithShape="1">
          <a:blip r:embed="rId3"/>
          <a:stretch/>
        </p:blipFill>
        <p:spPr bwMode="auto">
          <a:xfrm>
            <a:off x="1809750" y="1575006"/>
            <a:ext cx="8048625" cy="659987"/>
          </a:xfrm>
          <a:prstGeom prst="rect">
            <a:avLst/>
          </a:prstGeom>
        </p:spPr>
      </p:pic>
      <p:sp>
        <p:nvSpPr>
          <p:cNvPr id="638601009" name="Straight Connector 1032169778"/>
          <p:cNvSpPr>
            <a:spLocks noGrp="1"/>
          </p:cNvSpPr>
          <p:nvPr/>
        </p:nvSpPr>
        <p:spPr bwMode="auto">
          <a:xfrm>
            <a:off x="1762125" y="5381625"/>
            <a:ext cx="7239000" cy="9525"/>
          </a:xfrm>
          <a:prstGeom prst="line">
            <a:avLst/>
          </a:prstGeom>
          <a:noFill/>
          <a:ln w="19050">
            <a:solidFill>
              <a:srgbClr val="94A3B8"/>
            </a:solidFill>
            <a:prstDash val="solid"/>
          </a:ln>
        </p:spPr>
        <p:txBody>
          <a:bodyPr/>
          <a:lstStyle/>
          <a:p>
            <a:pPr>
              <a:buNone/>
              <a:defRPr/>
            </a:pPr>
            <a:endParaRPr/>
          </a:p>
        </p:txBody>
      </p:sp>
      <p:sp>
        <p:nvSpPr>
          <p:cNvPr id="2134632815" name="Straight Connector 1768100698"/>
          <p:cNvSpPr>
            <a:spLocks noGrp="1"/>
          </p:cNvSpPr>
          <p:nvPr/>
        </p:nvSpPr>
        <p:spPr bwMode="auto">
          <a:xfrm>
            <a:off x="1762125" y="2524125"/>
            <a:ext cx="9525" cy="2857500"/>
          </a:xfrm>
          <a:prstGeom prst="line">
            <a:avLst/>
          </a:prstGeom>
          <a:noFill/>
          <a:ln w="19050">
            <a:solidFill>
              <a:srgbClr val="94A3B8"/>
            </a:solidFill>
            <a:prstDash val="solid"/>
          </a:ln>
        </p:spPr>
        <p:txBody>
          <a:bodyPr/>
          <a:lstStyle/>
          <a:p>
            <a:pPr>
              <a:buNone/>
              <a:defRPr/>
            </a:pPr>
            <a:endParaRPr/>
          </a:p>
        </p:txBody>
      </p:sp>
      <p:sp>
        <p:nvSpPr>
          <p:cNvPr id="1276408228" name="Rectangle 1922458400"/>
          <p:cNvSpPr>
            <a:spLocks noGrp="1"/>
          </p:cNvSpPr>
          <p:nvPr/>
        </p:nvSpPr>
        <p:spPr bwMode="auto">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endParaRPr/>
          </a:p>
        </p:txBody>
      </p:sp>
      <p:sp>
        <p:nvSpPr>
          <p:cNvPr id="665797282" name="Rectangle 1402654062"/>
          <p:cNvSpPr>
            <a:spLocks noGrp="1"/>
          </p:cNvSpPr>
          <p:nvPr/>
        </p:nvSpPr>
        <p:spPr bwMode="auto">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endParaRPr/>
          </a:p>
        </p:txBody>
      </p:sp>
      <p:sp>
        <p:nvSpPr>
          <p:cNvPr id="1625905127" name="Oval 1006697960"/>
          <p:cNvSpPr>
            <a:spLocks noGrp="1"/>
          </p:cNvSpPr>
          <p:nvPr/>
        </p:nvSpPr>
        <p:spPr bwMode="auto">
          <a:xfrm>
            <a:off x="7429500" y="4289362"/>
            <a:ext cx="247650" cy="247650"/>
          </a:xfrm>
          <a:prstGeom prst="ellipse">
            <a:avLst/>
          </a:prstGeom>
          <a:solidFill>
            <a:srgbClr val="EF4444"/>
          </a:solidFill>
          <a:ln w="19050">
            <a:solidFill>
              <a:srgbClr val="EF4444"/>
            </a:solidFill>
            <a:prstDash val="solid"/>
          </a:ln>
        </p:spPr>
        <p:txBody>
          <a:bodyPr/>
          <a:lstStyle/>
          <a:p>
            <a:pPr>
              <a:buNone/>
              <a:defRPr/>
            </a:pPr>
            <a:endParaRPr/>
          </a:p>
        </p:txBody>
      </p:sp>
      <p:sp>
        <p:nvSpPr>
          <p:cNvPr id="668547829" name="Straight Connector 772079832"/>
          <p:cNvSpPr>
            <a:spLocks noGrp="1"/>
          </p:cNvSpPr>
          <p:nvPr/>
        </p:nvSpPr>
        <p:spPr bwMode="auto">
          <a:xfrm flipV="1">
            <a:off x="6414849" y="3724072"/>
            <a:ext cx="2314813" cy="1410938"/>
          </a:xfrm>
          <a:prstGeom prst="line">
            <a:avLst/>
          </a:prstGeom>
          <a:noFill/>
          <a:ln w="19050">
            <a:solidFill>
              <a:srgbClr val="EF4444"/>
            </a:solidFill>
            <a:prstDash val="solid"/>
          </a:ln>
        </p:spPr>
        <p:txBody>
          <a:bodyPr/>
          <a:lstStyle/>
          <a:p>
            <a:pPr>
              <a:buNone/>
              <a:defRPr/>
            </a:pPr>
            <a:endParaRPr/>
          </a:p>
        </p:txBody>
      </p:sp>
      <p:sp>
        <p:nvSpPr>
          <p:cNvPr id="805185906" name="Oval 1493081963"/>
          <p:cNvSpPr>
            <a:spLocks noGrp="1"/>
          </p:cNvSpPr>
          <p:nvPr/>
        </p:nvSpPr>
        <p:spPr bwMode="auto">
          <a:xfrm>
            <a:off x="6507480" y="4717034"/>
            <a:ext cx="209550" cy="209550"/>
          </a:xfrm>
          <a:prstGeom prst="ellipse">
            <a:avLst/>
          </a:prstGeom>
          <a:solidFill>
            <a:srgbClr val="F97316"/>
          </a:solidFill>
          <a:ln w="19050">
            <a:solidFill>
              <a:srgbClr val="F97316"/>
            </a:solidFill>
            <a:prstDash val="solid"/>
          </a:ln>
        </p:spPr>
        <p:txBody>
          <a:bodyPr/>
          <a:lstStyle/>
          <a:p>
            <a:pPr>
              <a:buNone/>
              <a:defRPr/>
            </a:pPr>
            <a:endParaRPr/>
          </a:p>
        </p:txBody>
      </p:sp>
      <p:sp>
        <p:nvSpPr>
          <p:cNvPr id="1204735692" name="Oval 1125848367"/>
          <p:cNvSpPr>
            <a:spLocks noGrp="1"/>
          </p:cNvSpPr>
          <p:nvPr/>
        </p:nvSpPr>
        <p:spPr bwMode="auto">
          <a:xfrm>
            <a:off x="5783580" y="4870704"/>
            <a:ext cx="209550" cy="209550"/>
          </a:xfrm>
          <a:prstGeom prst="ellipse">
            <a:avLst/>
          </a:prstGeom>
          <a:solidFill>
            <a:srgbClr val="10B981"/>
          </a:solidFill>
          <a:ln w="19050">
            <a:solidFill>
              <a:srgbClr val="10B981"/>
            </a:solidFill>
            <a:prstDash val="solid"/>
          </a:ln>
        </p:spPr>
        <p:txBody>
          <a:bodyPr/>
          <a:lstStyle/>
          <a:p>
            <a:pPr>
              <a:buNone/>
              <a:defRPr/>
            </a:pPr>
            <a:endParaRPr/>
          </a:p>
        </p:txBody>
      </p:sp>
      <p:sp>
        <p:nvSpPr>
          <p:cNvPr id="250732670" name="Rectangle 1431459787"/>
          <p:cNvSpPr>
            <a:spLocks noGrp="1"/>
          </p:cNvSpPr>
          <p:nvPr/>
        </p:nvSpPr>
        <p:spPr bwMode="auto">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endParaRPr/>
          </a:p>
        </p:txBody>
      </p:sp>
      <p:sp>
        <p:nvSpPr>
          <p:cNvPr id="1647666897" name="Rectangle 551453139"/>
          <p:cNvSpPr>
            <a:spLocks noGrp="1"/>
          </p:cNvSpPr>
          <p:nvPr/>
        </p:nvSpPr>
        <p:spPr bwMode="auto">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endParaRPr/>
          </a:p>
        </p:txBody>
      </p:sp>
      <p:sp>
        <p:nvSpPr>
          <p:cNvPr id="1060031918" name="Rectangle 138762784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12</a:t>
            </a:r>
            <a:endParaRPr/>
          </a:p>
        </p:txBody>
      </p:sp>
      <p:sp>
        <p:nvSpPr>
          <p:cNvPr id="2089055205" name="Straight Connector 1489075409"/>
          <p:cNvSpPr>
            <a:spLocks noGrp="1"/>
          </p:cNvSpPr>
          <p:nvPr/>
        </p:nvSpPr>
        <p:spPr bwMode="auto">
          <a:xfrm flipV="1">
            <a:off x="5568271" y="4471591"/>
            <a:ext cx="2486111" cy="670593"/>
          </a:xfrm>
          <a:prstGeom prst="line">
            <a:avLst/>
          </a:prstGeom>
          <a:noFill/>
          <a:ln w="19050">
            <a:solidFill>
              <a:srgbClr val="F97316"/>
            </a:solidFill>
            <a:prstDash val="solid"/>
          </a:ln>
        </p:spPr>
        <p:txBody>
          <a:bodyPr/>
          <a:lstStyle/>
          <a:p>
            <a:pPr>
              <a:buNone/>
              <a:defRPr/>
            </a:pPr>
            <a:endParaRPr/>
          </a:p>
        </p:txBody>
      </p:sp>
      <p:sp>
        <p:nvSpPr>
          <p:cNvPr id="228377907" name="Straight Connector 768615074"/>
          <p:cNvSpPr>
            <a:spLocks noGrp="1"/>
          </p:cNvSpPr>
          <p:nvPr/>
        </p:nvSpPr>
        <p:spPr bwMode="auto">
          <a:xfrm flipV="1">
            <a:off x="4440555" y="4831981"/>
            <a:ext cx="3076574" cy="276874"/>
          </a:xfrm>
          <a:prstGeom prst="line">
            <a:avLst/>
          </a:prstGeom>
          <a:noFill/>
          <a:ln w="19050">
            <a:solidFill>
              <a:srgbClr val="10B981"/>
            </a:solidFill>
            <a:prstDash val="solid"/>
          </a:ln>
        </p:spPr>
        <p:txBody>
          <a:bodyPr/>
          <a:lstStyle/>
          <a:p>
            <a:pPr>
              <a:buNone/>
              <a:defRPr/>
            </a:pPr>
            <a:endParaRPr/>
          </a:p>
        </p:txBody>
      </p:sp>
      <p:pic>
        <p:nvPicPr>
          <p:cNvPr id="1648177518" name="Graphic 1922458420"/>
          <p:cNvPicPr>
            <a:picLocks noChangeAspect="1"/>
          </p:cNvPicPr>
          <p:nvPr/>
        </p:nvPicPr>
        <p:blipFill rotWithShape="1">
          <a:blip r:embed="rId4">
            <a:extLst>
              <a:ext uri="{96DAC541-7B7A-43D3-8B79-37D633B846F1}">
                <asvg:svgBlip xmlns:asvg="http://schemas.microsoft.com/office/drawing/2016/SVG/main" r:embed="rId5"/>
              </a:ext>
            </a:extLst>
          </a:blip>
          <a:stretch/>
        </p:blipFill>
        <p:spPr bwMode="auto">
          <a:xfrm>
            <a:off x="0" y="0"/>
            <a:ext cx="12192000"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98489788" name="Rectangle 151304597"/>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endParaRPr/>
          </a:p>
        </p:txBody>
      </p:sp>
      <p:sp>
        <p:nvSpPr>
          <p:cNvPr id="1581922608" name="Rectangle 17739617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endParaRPr/>
          </a:p>
        </p:txBody>
      </p:sp>
      <p:sp>
        <p:nvSpPr>
          <p:cNvPr id="955245934" name="Rectangle: Rounded Corners 96031841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957434485" name="Straight Connector 53979157"/>
          <p:cNvSpPr>
            <a:spLocks noGrp="1"/>
          </p:cNvSpPr>
          <p:nvPr/>
        </p:nvSpPr>
        <p:spPr bwMode="auto">
          <a:xfrm>
            <a:off x="1762125" y="5381625"/>
            <a:ext cx="7239000" cy="9525"/>
          </a:xfrm>
          <a:prstGeom prst="line">
            <a:avLst/>
          </a:prstGeom>
          <a:noFill/>
          <a:ln w="19050">
            <a:solidFill>
              <a:srgbClr val="94A3B8"/>
            </a:solidFill>
            <a:prstDash val="solid"/>
          </a:ln>
        </p:spPr>
        <p:txBody>
          <a:bodyPr/>
          <a:lstStyle/>
          <a:p>
            <a:pPr>
              <a:buNone/>
              <a:defRPr/>
            </a:pPr>
            <a:endParaRPr/>
          </a:p>
        </p:txBody>
      </p:sp>
      <p:sp>
        <p:nvSpPr>
          <p:cNvPr id="1774129372" name="Straight Connector 627639122"/>
          <p:cNvSpPr>
            <a:spLocks noGrp="1"/>
          </p:cNvSpPr>
          <p:nvPr/>
        </p:nvSpPr>
        <p:spPr bwMode="auto">
          <a:xfrm>
            <a:off x="1762125" y="2524125"/>
            <a:ext cx="9525" cy="2857500"/>
          </a:xfrm>
          <a:prstGeom prst="line">
            <a:avLst/>
          </a:prstGeom>
          <a:noFill/>
          <a:ln w="19050">
            <a:solidFill>
              <a:srgbClr val="94A3B8"/>
            </a:solidFill>
            <a:prstDash val="solid"/>
          </a:ln>
        </p:spPr>
        <p:txBody>
          <a:bodyPr/>
          <a:lstStyle/>
          <a:p>
            <a:pPr>
              <a:buNone/>
              <a:defRPr/>
            </a:pPr>
            <a:endParaRPr/>
          </a:p>
        </p:txBody>
      </p:sp>
      <p:sp>
        <p:nvSpPr>
          <p:cNvPr id="804634373" name="Rectangle 466830898"/>
          <p:cNvSpPr>
            <a:spLocks noGrp="1"/>
          </p:cNvSpPr>
          <p:nvPr/>
        </p:nvSpPr>
        <p:spPr bwMode="auto">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endParaRPr/>
          </a:p>
        </p:txBody>
      </p:sp>
      <p:sp>
        <p:nvSpPr>
          <p:cNvPr id="1811879108" name="Rectangle 1905295987"/>
          <p:cNvSpPr>
            <a:spLocks noGrp="1"/>
          </p:cNvSpPr>
          <p:nvPr/>
        </p:nvSpPr>
        <p:spPr bwMode="auto">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endParaRPr/>
          </a:p>
        </p:txBody>
      </p:sp>
      <p:sp>
        <p:nvSpPr>
          <p:cNvPr id="827549068" name="Oval 917868853"/>
          <p:cNvSpPr>
            <a:spLocks noGrp="1"/>
          </p:cNvSpPr>
          <p:nvPr/>
        </p:nvSpPr>
        <p:spPr bwMode="auto">
          <a:xfrm>
            <a:off x="7574280" y="4205542"/>
            <a:ext cx="247650" cy="247650"/>
          </a:xfrm>
          <a:prstGeom prst="ellipse">
            <a:avLst/>
          </a:prstGeom>
          <a:solidFill>
            <a:srgbClr val="2563EB"/>
          </a:solidFill>
          <a:ln w="19050">
            <a:solidFill>
              <a:srgbClr val="2563EB"/>
            </a:solidFill>
            <a:prstDash val="solid"/>
          </a:ln>
        </p:spPr>
        <p:txBody>
          <a:bodyPr/>
          <a:lstStyle/>
          <a:p>
            <a:pPr>
              <a:buNone/>
              <a:defRPr/>
            </a:pPr>
            <a:endParaRPr/>
          </a:p>
        </p:txBody>
      </p:sp>
      <p:sp>
        <p:nvSpPr>
          <p:cNvPr id="46282639" name="Oval 1147861544"/>
          <p:cNvSpPr>
            <a:spLocks noGrp="1"/>
          </p:cNvSpPr>
          <p:nvPr/>
        </p:nvSpPr>
        <p:spPr bwMode="auto">
          <a:xfrm>
            <a:off x="7313295" y="4396169"/>
            <a:ext cx="190500" cy="190500"/>
          </a:xfrm>
          <a:prstGeom prst="ellipse">
            <a:avLst/>
          </a:prstGeom>
          <a:solidFill>
            <a:srgbClr val="10B981"/>
          </a:solidFill>
          <a:ln w="19050">
            <a:solidFill>
              <a:srgbClr val="10B981"/>
            </a:solidFill>
            <a:prstDash val="solid"/>
          </a:ln>
        </p:spPr>
        <p:txBody>
          <a:bodyPr/>
          <a:lstStyle/>
          <a:p>
            <a:pPr>
              <a:buNone/>
              <a:defRPr/>
            </a:pPr>
            <a:endParaRPr/>
          </a:p>
        </p:txBody>
      </p:sp>
      <p:sp>
        <p:nvSpPr>
          <p:cNvPr id="1672868694" name="Oval 453648762"/>
          <p:cNvSpPr>
            <a:spLocks noGrp="1"/>
          </p:cNvSpPr>
          <p:nvPr/>
        </p:nvSpPr>
        <p:spPr bwMode="auto">
          <a:xfrm>
            <a:off x="6136005" y="4801807"/>
            <a:ext cx="228600" cy="228600"/>
          </a:xfrm>
          <a:prstGeom prst="ellipse">
            <a:avLst/>
          </a:prstGeom>
          <a:solidFill>
            <a:srgbClr val="F97316"/>
          </a:solidFill>
          <a:ln w="19050">
            <a:solidFill>
              <a:srgbClr val="F97316"/>
            </a:solidFill>
            <a:prstDash val="solid"/>
          </a:ln>
        </p:spPr>
        <p:txBody>
          <a:bodyPr/>
          <a:lstStyle/>
          <a:p>
            <a:pPr>
              <a:buNone/>
              <a:defRPr/>
            </a:pPr>
            <a:endParaRPr/>
          </a:p>
        </p:txBody>
      </p:sp>
      <p:sp>
        <p:nvSpPr>
          <p:cNvPr id="818781869" name="Oval 1758550888"/>
          <p:cNvSpPr>
            <a:spLocks noGrp="1"/>
          </p:cNvSpPr>
          <p:nvPr/>
        </p:nvSpPr>
        <p:spPr bwMode="auto">
          <a:xfrm>
            <a:off x="3819525" y="4578287"/>
            <a:ext cx="228600" cy="228600"/>
          </a:xfrm>
          <a:prstGeom prst="ellipse">
            <a:avLst/>
          </a:prstGeom>
          <a:solidFill>
            <a:srgbClr val="EF4444"/>
          </a:solidFill>
          <a:ln w="19050">
            <a:solidFill>
              <a:srgbClr val="EF4444"/>
            </a:solidFill>
            <a:prstDash val="solid"/>
          </a:ln>
        </p:spPr>
        <p:txBody>
          <a:bodyPr/>
          <a:lstStyle/>
          <a:p>
            <a:pPr>
              <a:buNone/>
              <a:defRPr/>
            </a:pPr>
            <a:endParaRPr/>
          </a:p>
        </p:txBody>
      </p:sp>
      <p:sp>
        <p:nvSpPr>
          <p:cNvPr id="1766082875" name="Rectangle: Rounded Corners 1781569673"/>
          <p:cNvSpPr>
            <a:spLocks noGrp="1"/>
          </p:cNvSpPr>
          <p:nvPr/>
        </p:nvSpPr>
        <p:spPr bwMode="auto">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endParaRPr/>
          </a:p>
        </p:txBody>
      </p:sp>
      <p:sp>
        <p:nvSpPr>
          <p:cNvPr id="664795037" name="Rectangle: Rounded Corners 140372676"/>
          <p:cNvSpPr>
            <a:spLocks noGrp="1"/>
          </p:cNvSpPr>
          <p:nvPr/>
        </p:nvSpPr>
        <p:spPr bwMode="auto">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endParaRPr/>
          </a:p>
        </p:txBody>
      </p:sp>
      <p:sp>
        <p:nvSpPr>
          <p:cNvPr id="1717293177" name="Rectangle: Rounded Corners 457547252"/>
          <p:cNvSpPr>
            <a:spLocks noGrp="1"/>
          </p:cNvSpPr>
          <p:nvPr/>
        </p:nvSpPr>
        <p:spPr bwMode="auto">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endParaRPr/>
          </a:p>
        </p:txBody>
      </p:sp>
      <p:sp>
        <p:nvSpPr>
          <p:cNvPr id="1498523023" name="Rectangle 126664147"/>
          <p:cNvSpPr>
            <a:spLocks noGrp="1"/>
          </p:cNvSpPr>
          <p:nvPr/>
        </p:nvSpPr>
        <p:spPr bwMode="auto">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endParaRPr/>
          </a:p>
        </p:txBody>
      </p:sp>
      <p:sp>
        <p:nvSpPr>
          <p:cNvPr id="1914619801" name="Rectangle 63828318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13</a:t>
            </a:r>
            <a:endParaRPr/>
          </a:p>
        </p:txBody>
      </p:sp>
      <p:pic>
        <p:nvPicPr>
          <p:cNvPr id="266607617" name="Graphic 1905296005"/>
          <p:cNvPicPr>
            <a:picLocks noChangeAspect="1"/>
          </p:cNvPicPr>
          <p:nvPr/>
        </p:nvPicPr>
        <p:blipFill rotWithShape="1">
          <a:blip r:embed="rId3"/>
          <a:stretch/>
        </p:blipFill>
        <p:spPr bwMode="auto">
          <a:xfrm>
            <a:off x="0" y="0"/>
            <a:ext cx="12192000"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53461114" name="Rectangle 107240078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endParaRPr/>
          </a:p>
        </p:txBody>
      </p:sp>
      <p:sp>
        <p:nvSpPr>
          <p:cNvPr id="1088840537" name="Rectangle 1682929385"/>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endParaRPr/>
          </a:p>
        </p:txBody>
      </p:sp>
      <p:sp>
        <p:nvSpPr>
          <p:cNvPr id="2103253834" name="Rectangle: Rounded Corners 108031440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pic>
        <p:nvPicPr>
          <p:cNvPr id="1300650152" name="Picture 1957330896"/>
          <p:cNvPicPr>
            <a:picLocks noChangeAspect="1"/>
          </p:cNvPicPr>
          <p:nvPr/>
        </p:nvPicPr>
        <p:blipFill rotWithShape="1">
          <a:blip r:embed="rId3"/>
          <a:stretch/>
        </p:blipFill>
        <p:spPr bwMode="auto">
          <a:xfrm>
            <a:off x="1875096" y="1524000"/>
            <a:ext cx="7775058" cy="742950"/>
          </a:xfrm>
          <a:prstGeom prst="rect">
            <a:avLst/>
          </a:prstGeom>
        </p:spPr>
      </p:pic>
      <p:sp>
        <p:nvSpPr>
          <p:cNvPr id="2080997356" name="Straight Connector 707499443"/>
          <p:cNvSpPr>
            <a:spLocks noGrp="1"/>
          </p:cNvSpPr>
          <p:nvPr/>
        </p:nvSpPr>
        <p:spPr bwMode="auto">
          <a:xfrm>
            <a:off x="1762125" y="5381625"/>
            <a:ext cx="7239000" cy="9525"/>
          </a:xfrm>
          <a:prstGeom prst="line">
            <a:avLst/>
          </a:prstGeom>
          <a:noFill/>
          <a:ln w="19050">
            <a:solidFill>
              <a:srgbClr val="94A3B8"/>
            </a:solidFill>
            <a:prstDash val="solid"/>
          </a:ln>
        </p:spPr>
        <p:txBody>
          <a:bodyPr/>
          <a:lstStyle/>
          <a:p>
            <a:pPr>
              <a:buNone/>
              <a:defRPr/>
            </a:pPr>
            <a:endParaRPr/>
          </a:p>
        </p:txBody>
      </p:sp>
      <p:sp>
        <p:nvSpPr>
          <p:cNvPr id="1444091553" name="Straight Connector 1076861610"/>
          <p:cNvSpPr>
            <a:spLocks noGrp="1"/>
          </p:cNvSpPr>
          <p:nvPr/>
        </p:nvSpPr>
        <p:spPr bwMode="auto">
          <a:xfrm>
            <a:off x="1762125" y="2524125"/>
            <a:ext cx="9525" cy="2857500"/>
          </a:xfrm>
          <a:prstGeom prst="line">
            <a:avLst/>
          </a:prstGeom>
          <a:noFill/>
          <a:ln w="19050">
            <a:solidFill>
              <a:srgbClr val="94A3B8"/>
            </a:solidFill>
            <a:prstDash val="solid"/>
          </a:ln>
        </p:spPr>
        <p:txBody>
          <a:bodyPr/>
          <a:lstStyle/>
          <a:p>
            <a:pPr>
              <a:buNone/>
              <a:defRPr/>
            </a:pPr>
            <a:endParaRPr/>
          </a:p>
        </p:txBody>
      </p:sp>
      <p:sp>
        <p:nvSpPr>
          <p:cNvPr id="337984994" name="Rectangle 1618224149"/>
          <p:cNvSpPr>
            <a:spLocks noGrp="1"/>
          </p:cNvSpPr>
          <p:nvPr/>
        </p:nvSpPr>
        <p:spPr bwMode="auto">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endParaRPr/>
          </a:p>
        </p:txBody>
      </p:sp>
      <p:sp>
        <p:nvSpPr>
          <p:cNvPr id="1689432259" name="Rectangle 1957330890"/>
          <p:cNvSpPr>
            <a:spLocks noGrp="1"/>
          </p:cNvSpPr>
          <p:nvPr/>
        </p:nvSpPr>
        <p:spPr bwMode="auto">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endParaRPr/>
          </a:p>
        </p:txBody>
      </p:sp>
      <p:sp>
        <p:nvSpPr>
          <p:cNvPr id="1652788761" name="Oval 1428842632"/>
          <p:cNvSpPr>
            <a:spLocks noGrp="1"/>
          </p:cNvSpPr>
          <p:nvPr/>
        </p:nvSpPr>
        <p:spPr bwMode="auto">
          <a:xfrm>
            <a:off x="7429500" y="4224121"/>
            <a:ext cx="247650" cy="247650"/>
          </a:xfrm>
          <a:prstGeom prst="ellipse">
            <a:avLst/>
          </a:prstGeom>
          <a:solidFill>
            <a:srgbClr val="2563EB"/>
          </a:solidFill>
          <a:ln w="19050">
            <a:solidFill>
              <a:srgbClr val="2563EB"/>
            </a:solidFill>
            <a:prstDash val="solid"/>
          </a:ln>
        </p:spPr>
        <p:txBody>
          <a:bodyPr/>
          <a:lstStyle/>
          <a:p>
            <a:pPr>
              <a:buNone/>
              <a:defRPr/>
            </a:pPr>
            <a:endParaRPr/>
          </a:p>
        </p:txBody>
      </p:sp>
      <p:sp>
        <p:nvSpPr>
          <p:cNvPr id="229318351" name="Oval 94324771"/>
          <p:cNvSpPr>
            <a:spLocks noGrp="1"/>
          </p:cNvSpPr>
          <p:nvPr/>
        </p:nvSpPr>
        <p:spPr bwMode="auto">
          <a:xfrm>
            <a:off x="3529964" y="4449763"/>
            <a:ext cx="228600" cy="228600"/>
          </a:xfrm>
          <a:prstGeom prst="ellipse">
            <a:avLst/>
          </a:prstGeom>
          <a:solidFill>
            <a:srgbClr val="EF4444"/>
          </a:solidFill>
          <a:ln w="19050">
            <a:solidFill>
              <a:srgbClr val="EF4444"/>
            </a:solidFill>
            <a:prstDash val="solid"/>
          </a:ln>
        </p:spPr>
        <p:txBody>
          <a:bodyPr/>
          <a:lstStyle/>
          <a:p>
            <a:pPr>
              <a:buNone/>
              <a:defRPr/>
            </a:pPr>
            <a:endParaRPr/>
          </a:p>
        </p:txBody>
      </p:sp>
      <p:sp>
        <p:nvSpPr>
          <p:cNvPr id="1904610584" name="Oval 1474916117"/>
          <p:cNvSpPr>
            <a:spLocks noGrp="1"/>
          </p:cNvSpPr>
          <p:nvPr/>
        </p:nvSpPr>
        <p:spPr bwMode="auto">
          <a:xfrm>
            <a:off x="5774054" y="4861179"/>
            <a:ext cx="228600" cy="228600"/>
          </a:xfrm>
          <a:prstGeom prst="ellipse">
            <a:avLst/>
          </a:prstGeom>
          <a:solidFill>
            <a:srgbClr val="10B981"/>
          </a:solidFill>
          <a:ln w="19050">
            <a:solidFill>
              <a:srgbClr val="10B981"/>
            </a:solidFill>
            <a:prstDash val="solid"/>
          </a:ln>
        </p:spPr>
        <p:txBody>
          <a:bodyPr/>
          <a:lstStyle/>
          <a:p>
            <a:pPr>
              <a:buNone/>
              <a:defRPr/>
            </a:pPr>
            <a:endParaRPr/>
          </a:p>
        </p:txBody>
      </p:sp>
      <p:sp>
        <p:nvSpPr>
          <p:cNvPr id="1808572140" name="Rectangle 1335518815"/>
          <p:cNvSpPr>
            <a:spLocks noGrp="1"/>
          </p:cNvSpPr>
          <p:nvPr/>
        </p:nvSpPr>
        <p:spPr bwMode="auto">
          <a:xfrm>
            <a:off x="3457575" y="4087813"/>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endParaRPr/>
          </a:p>
        </p:txBody>
      </p:sp>
      <p:sp>
        <p:nvSpPr>
          <p:cNvPr id="53772915" name="Rectangle 971869567"/>
          <p:cNvSpPr>
            <a:spLocks noGrp="1"/>
          </p:cNvSpPr>
          <p:nvPr/>
        </p:nvSpPr>
        <p:spPr bwMode="auto">
          <a:xfrm>
            <a:off x="5476875" y="4435983"/>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endParaRPr/>
          </a:p>
        </p:txBody>
      </p:sp>
      <p:sp>
        <p:nvSpPr>
          <p:cNvPr id="136523244" name="Rectangle: Rounded Corners 76329123"/>
          <p:cNvSpPr>
            <a:spLocks noGrp="1"/>
          </p:cNvSpPr>
          <p:nvPr/>
        </p:nvSpPr>
        <p:spPr bwMode="auto">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endParaRPr/>
          </a:p>
        </p:txBody>
      </p:sp>
      <p:sp>
        <p:nvSpPr>
          <p:cNvPr id="580541723" name="Rectangle 23780693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14</a:t>
            </a:r>
            <a:endParaRPr/>
          </a:p>
        </p:txBody>
      </p:sp>
      <p:sp>
        <p:nvSpPr>
          <p:cNvPr id="590850441" name="solid-loss-curve"/>
          <p:cNvSpPr>
            <a:spLocks noGrp="1"/>
          </p:cNvSpPr>
          <p:nvPr/>
        </p:nvSpPr>
        <p:spPr bwMode="auto">
          <a:xfrm>
            <a:off x="1752599" y="3143250"/>
            <a:ext cx="7258050" cy="1905000"/>
          </a:xfrm>
          <a:custGeom>
            <a:avLst/>
            <a:gdLst/>
            <a:ahLst/>
            <a:cxnLst/>
            <a:rect l="0" t="0" r="0" b="0"/>
            <a:pathLst>
              <a:path w="7258050" h="1905000" fill="norm" stroke="1" extrusionOk="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txBody>
          <a:bodyPr/>
          <a:lstStyle/>
          <a:p>
            <a:pPr>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46829235"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endParaRPr/>
          </a:p>
        </p:txBody>
      </p:sp>
      <p:sp>
        <p:nvSpPr>
          <p:cNvPr id="577602525" name="Rectangle 251777344"/>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endParaRPr/>
          </a:p>
        </p:txBody>
      </p:sp>
      <p:sp>
        <p:nvSpPr>
          <p:cNvPr id="1095402177" name="Rectangle: Rounded Corners 145639234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265369612" name="Rectangle 615225220"/>
          <p:cNvSpPr>
            <a:spLocks noGrp="1"/>
          </p:cNvSpPr>
          <p:nvPr/>
        </p:nvSpPr>
        <p:spPr bwMode="auto">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endParaRPr/>
          </a:p>
        </p:txBody>
      </p:sp>
      <p:sp>
        <p:nvSpPr>
          <p:cNvPr id="1080036406" name="Rectangle: Rounded Corners 1987074982"/>
          <p:cNvSpPr>
            <a:spLocks noGrp="1"/>
          </p:cNvSpPr>
          <p:nvPr/>
        </p:nvSpPr>
        <p:spPr bwMode="auto">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defRPr/>
            </a:pPr>
            <a:endParaRPr/>
          </a:p>
        </p:txBody>
      </p:sp>
      <p:sp>
        <p:nvSpPr>
          <p:cNvPr id="1047088049" name="Rectangle 1286956634"/>
          <p:cNvSpPr>
            <a:spLocks noGrp="1"/>
          </p:cNvSpPr>
          <p:nvPr/>
        </p:nvSpPr>
        <p:spPr bwMode="auto">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endParaRPr/>
          </a:p>
        </p:txBody>
      </p:sp>
      <p:sp>
        <p:nvSpPr>
          <p:cNvPr id="1268563519" name="Rectangle 399762638"/>
          <p:cNvSpPr>
            <a:spLocks noGrp="1"/>
          </p:cNvSpPr>
          <p:nvPr/>
        </p:nvSpPr>
        <p:spPr bwMode="auto">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endParaRPr/>
          </a:p>
        </p:txBody>
      </p:sp>
      <p:sp>
        <p:nvSpPr>
          <p:cNvPr id="1484509805" name="Straight Connector 1664744869"/>
          <p:cNvSpPr>
            <a:spLocks noGrp="1"/>
          </p:cNvSpPr>
          <p:nvPr/>
        </p:nvSpPr>
        <p:spPr bwMode="auto">
          <a:xfrm>
            <a:off x="8420100" y="3067050"/>
            <a:ext cx="9525" cy="1295400"/>
          </a:xfrm>
          <a:prstGeom prst="line">
            <a:avLst/>
          </a:prstGeom>
          <a:noFill/>
          <a:ln w="19050">
            <a:solidFill>
              <a:srgbClr val="94A3B8"/>
            </a:solidFill>
            <a:prstDash val="solid"/>
          </a:ln>
        </p:spPr>
        <p:txBody>
          <a:bodyPr/>
          <a:lstStyle/>
          <a:p>
            <a:pPr>
              <a:buNone/>
              <a:defRPr/>
            </a:pPr>
            <a:endParaRPr/>
          </a:p>
        </p:txBody>
      </p:sp>
      <p:sp>
        <p:nvSpPr>
          <p:cNvPr id="657462019" name="Straight Connector 598323690"/>
          <p:cNvSpPr>
            <a:spLocks noGrp="1"/>
          </p:cNvSpPr>
          <p:nvPr/>
        </p:nvSpPr>
        <p:spPr bwMode="auto">
          <a:xfrm>
            <a:off x="8420100" y="4362450"/>
            <a:ext cx="2228850" cy="9525"/>
          </a:xfrm>
          <a:prstGeom prst="line">
            <a:avLst/>
          </a:prstGeom>
          <a:noFill/>
          <a:ln w="19050">
            <a:solidFill>
              <a:srgbClr val="94A3B8"/>
            </a:solidFill>
            <a:prstDash val="solid"/>
          </a:ln>
        </p:spPr>
        <p:txBody>
          <a:bodyPr/>
          <a:lstStyle/>
          <a:p>
            <a:pPr>
              <a:buNone/>
              <a:defRPr/>
            </a:pPr>
            <a:endParaRPr/>
          </a:p>
        </p:txBody>
      </p:sp>
      <p:sp>
        <p:nvSpPr>
          <p:cNvPr id="1751900991" name="Rectangle 1233632033"/>
          <p:cNvSpPr>
            <a:spLocks noGrp="1"/>
          </p:cNvSpPr>
          <p:nvPr/>
        </p:nvSpPr>
        <p:spPr bwMode="auto">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endParaRPr/>
          </a:p>
        </p:txBody>
      </p:sp>
      <p:sp>
        <p:nvSpPr>
          <p:cNvPr id="1043850030" name="Rectangle 987778106"/>
          <p:cNvSpPr>
            <a:spLocks noGrp="1"/>
          </p:cNvSpPr>
          <p:nvPr/>
        </p:nvSpPr>
        <p:spPr bwMode="auto">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endParaRPr/>
          </a:p>
        </p:txBody>
      </p:sp>
      <p:sp>
        <p:nvSpPr>
          <p:cNvPr id="1701623951" name="Rectangle 1454394643"/>
          <p:cNvSpPr>
            <a:spLocks noGrp="1"/>
          </p:cNvSpPr>
          <p:nvPr/>
        </p:nvSpPr>
        <p:spPr bwMode="auto">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endParaRPr/>
          </a:p>
        </p:txBody>
      </p:sp>
      <p:sp>
        <p:nvSpPr>
          <p:cNvPr id="1598124439" name="Oval 1043049251"/>
          <p:cNvSpPr>
            <a:spLocks noGrp="1"/>
          </p:cNvSpPr>
          <p:nvPr/>
        </p:nvSpPr>
        <p:spPr bwMode="auto">
          <a:xfrm>
            <a:off x="8605838" y="3271838"/>
            <a:ext cx="161925" cy="161925"/>
          </a:xfrm>
          <a:prstGeom prst="ellipse">
            <a:avLst/>
          </a:prstGeom>
          <a:solidFill>
            <a:srgbClr val="F97316"/>
          </a:solidFill>
          <a:ln w="9525">
            <a:solidFill>
              <a:srgbClr val="F97316"/>
            </a:solidFill>
            <a:prstDash val="solid"/>
          </a:ln>
        </p:spPr>
        <p:txBody>
          <a:bodyPr/>
          <a:lstStyle/>
          <a:p>
            <a:pPr>
              <a:buNone/>
              <a:defRPr/>
            </a:pPr>
            <a:endParaRPr/>
          </a:p>
        </p:txBody>
      </p:sp>
      <p:sp>
        <p:nvSpPr>
          <p:cNvPr id="820467581" name="Oval 103022139"/>
          <p:cNvSpPr>
            <a:spLocks noGrp="1"/>
          </p:cNvSpPr>
          <p:nvPr/>
        </p:nvSpPr>
        <p:spPr bwMode="auto">
          <a:xfrm>
            <a:off x="10358438" y="4167187"/>
            <a:ext cx="161925" cy="161925"/>
          </a:xfrm>
          <a:prstGeom prst="ellipse">
            <a:avLst/>
          </a:prstGeom>
          <a:solidFill>
            <a:srgbClr val="10B981"/>
          </a:solidFill>
          <a:ln w="9525">
            <a:solidFill>
              <a:srgbClr val="10B981"/>
            </a:solidFill>
            <a:prstDash val="solid"/>
          </a:ln>
        </p:spPr>
        <p:txBody>
          <a:bodyPr/>
          <a:lstStyle/>
          <a:p>
            <a:pPr>
              <a:buNone/>
              <a:defRPr/>
            </a:pPr>
            <a:endParaRPr/>
          </a:p>
        </p:txBody>
      </p:sp>
      <p:sp>
        <p:nvSpPr>
          <p:cNvPr id="665711932" name="Rectangle 1601714725"/>
          <p:cNvSpPr>
            <a:spLocks noGrp="1"/>
          </p:cNvSpPr>
          <p:nvPr/>
        </p:nvSpPr>
        <p:spPr bwMode="auto">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endParaRPr/>
          </a:p>
        </p:txBody>
      </p:sp>
      <p:sp>
        <p:nvSpPr>
          <p:cNvPr id="260905858" name="Rectangle 1242132362"/>
          <p:cNvSpPr>
            <a:spLocks noGrp="1"/>
          </p:cNvSpPr>
          <p:nvPr/>
        </p:nvSpPr>
        <p:spPr bwMode="auto">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endParaRPr/>
          </a:p>
        </p:txBody>
      </p:sp>
      <p:sp>
        <p:nvSpPr>
          <p:cNvPr id="428462661" name="Rectangle 2132047703"/>
          <p:cNvSpPr>
            <a:spLocks noGrp="1"/>
          </p:cNvSpPr>
          <p:nvPr/>
        </p:nvSpPr>
        <p:spPr bwMode="auto">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endParaRPr/>
          </a:p>
        </p:txBody>
      </p:sp>
      <p:sp>
        <p:nvSpPr>
          <p:cNvPr id="247510304"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15</a:t>
            </a:r>
            <a:endParaRPr/>
          </a:p>
        </p:txBody>
      </p:sp>
      <p:pic>
        <p:nvPicPr>
          <p:cNvPr id="1393750345" name="Picture 2132047724"/>
          <p:cNvPicPr>
            <a:picLocks noChangeAspect="1"/>
          </p:cNvPicPr>
          <p:nvPr/>
        </p:nvPicPr>
        <p:blipFill rotWithShape="1">
          <a:blip r:embed="rId3"/>
          <a:stretch/>
        </p:blipFill>
        <p:spPr bwMode="auto">
          <a:xfrm>
            <a:off x="1066800" y="1962150"/>
            <a:ext cx="6362700" cy="3200400"/>
          </a:xfrm>
          <a:prstGeom prst="rect">
            <a:avLst/>
          </a:prstGeom>
        </p:spPr>
      </p:pic>
      <p:pic>
        <p:nvPicPr>
          <p:cNvPr id="1178837063" name="Graphic 2132047725"/>
          <p:cNvPicPr>
            <a:picLocks noChangeAspect="1"/>
          </p:cNvPicPr>
          <p:nvPr/>
        </p:nvPicPr>
        <p:blipFill rotWithShape="1">
          <a:blip r:embed="rId4">
            <a:extLst>
              <a:ext uri="{96DAC541-7B7A-43D3-8B79-37D633B846F1}">
                <asvg:svgBlip xmlns:asvg="http://schemas.microsoft.com/office/drawing/2016/SVG/main" r:embed="rId5"/>
              </a:ext>
            </a:extLst>
          </a:blip>
          <a:stretch/>
        </p:blipFill>
        <p:spPr bwMode="auto">
          <a:xfrm>
            <a:off x="0" y="0"/>
            <a:ext cx="12192000"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39256773" name="Rectangle 54971231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endParaRPr/>
          </a:p>
        </p:txBody>
      </p:sp>
      <p:sp>
        <p:nvSpPr>
          <p:cNvPr id="161564402" name="Rectangle 504424573"/>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Neural network: basic structure</a:t>
            </a:r>
            <a:endParaRPr/>
          </a:p>
        </p:txBody>
      </p:sp>
      <p:sp>
        <p:nvSpPr>
          <p:cNvPr id="1019271123" name="Rectangle: Rounded Corners 8473207"/>
          <p:cNvSpPr>
            <a:spLocks noGrp="1"/>
          </p:cNvSpPr>
          <p:nvPr/>
        </p:nvSpPr>
        <p:spPr bwMode="auto">
          <a:xfrm>
            <a:off x="609599" y="1343025"/>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909022250" name="Oval 1713827263"/>
          <p:cNvSpPr>
            <a:spLocks noGrp="1"/>
          </p:cNvSpPr>
          <p:nvPr/>
        </p:nvSpPr>
        <p:spPr bwMode="auto">
          <a:xfrm>
            <a:off x="1962149" y="2616993"/>
            <a:ext cx="457200" cy="457200"/>
          </a:xfrm>
          <a:prstGeom prst="ellipse">
            <a:avLst/>
          </a:prstGeom>
          <a:solidFill>
            <a:srgbClr val="FFFFFF"/>
          </a:solidFill>
          <a:ln w="19050">
            <a:solidFill>
              <a:srgbClr val="667085"/>
            </a:solidFill>
            <a:prstDash val="solid"/>
          </a:ln>
        </p:spPr>
        <p:txBody>
          <a:bodyPr/>
          <a:lstStyle/>
          <a:p>
            <a:pPr>
              <a:buNone/>
              <a:defRPr/>
            </a:pPr>
            <a:endParaRPr/>
          </a:p>
        </p:txBody>
      </p:sp>
      <p:sp>
        <p:nvSpPr>
          <p:cNvPr id="1516312411" name="Oval 324013536"/>
          <p:cNvSpPr>
            <a:spLocks noGrp="1"/>
          </p:cNvSpPr>
          <p:nvPr/>
        </p:nvSpPr>
        <p:spPr bwMode="auto">
          <a:xfrm>
            <a:off x="1962149" y="3414711"/>
            <a:ext cx="457200" cy="457200"/>
          </a:xfrm>
          <a:prstGeom prst="ellipse">
            <a:avLst/>
          </a:prstGeom>
          <a:solidFill>
            <a:srgbClr val="FFFFFF"/>
          </a:solidFill>
          <a:ln w="19050">
            <a:solidFill>
              <a:srgbClr val="667085"/>
            </a:solidFill>
            <a:prstDash val="solid"/>
          </a:ln>
        </p:spPr>
        <p:txBody>
          <a:bodyPr/>
          <a:lstStyle/>
          <a:p>
            <a:pPr>
              <a:buNone/>
              <a:defRPr/>
            </a:pPr>
            <a:endParaRPr/>
          </a:p>
        </p:txBody>
      </p:sp>
      <p:sp>
        <p:nvSpPr>
          <p:cNvPr id="1762780434" name="Oval 1149235491"/>
          <p:cNvSpPr>
            <a:spLocks noGrp="1"/>
          </p:cNvSpPr>
          <p:nvPr/>
        </p:nvSpPr>
        <p:spPr bwMode="auto">
          <a:xfrm>
            <a:off x="1962149" y="4171950"/>
            <a:ext cx="457200" cy="457200"/>
          </a:xfrm>
          <a:prstGeom prst="ellipse">
            <a:avLst/>
          </a:prstGeom>
          <a:solidFill>
            <a:srgbClr val="FFFFFF"/>
          </a:solidFill>
          <a:ln w="19050">
            <a:solidFill>
              <a:srgbClr val="667085"/>
            </a:solidFill>
            <a:prstDash val="solid"/>
          </a:ln>
        </p:spPr>
        <p:txBody>
          <a:bodyPr/>
          <a:lstStyle/>
          <a:p>
            <a:pPr>
              <a:buNone/>
              <a:defRPr/>
            </a:pPr>
            <a:endParaRPr/>
          </a:p>
        </p:txBody>
      </p:sp>
      <p:sp>
        <p:nvSpPr>
          <p:cNvPr id="1560850775" name="Oval 1750953689"/>
          <p:cNvSpPr>
            <a:spLocks noGrp="1"/>
          </p:cNvSpPr>
          <p:nvPr/>
        </p:nvSpPr>
        <p:spPr bwMode="auto">
          <a:xfrm>
            <a:off x="4343400" y="220027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1920704218" name="Oval 1513393046"/>
          <p:cNvSpPr>
            <a:spLocks noGrp="1"/>
          </p:cNvSpPr>
          <p:nvPr/>
        </p:nvSpPr>
        <p:spPr bwMode="auto">
          <a:xfrm>
            <a:off x="4343400" y="2819400"/>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99897194" name="Oval 496081326"/>
          <p:cNvSpPr>
            <a:spLocks noGrp="1"/>
          </p:cNvSpPr>
          <p:nvPr/>
        </p:nvSpPr>
        <p:spPr bwMode="auto">
          <a:xfrm>
            <a:off x="4343400" y="343852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812866031" name="Oval 953579843"/>
          <p:cNvSpPr>
            <a:spLocks noGrp="1"/>
          </p:cNvSpPr>
          <p:nvPr/>
        </p:nvSpPr>
        <p:spPr bwMode="auto">
          <a:xfrm>
            <a:off x="4343400" y="4057650"/>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575012278" name="Oval 268581152"/>
          <p:cNvSpPr>
            <a:spLocks noGrp="1"/>
          </p:cNvSpPr>
          <p:nvPr/>
        </p:nvSpPr>
        <p:spPr bwMode="auto">
          <a:xfrm>
            <a:off x="4343400" y="467677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1154204216" name="Oval 1782461718"/>
          <p:cNvSpPr>
            <a:spLocks noGrp="1"/>
          </p:cNvSpPr>
          <p:nvPr/>
        </p:nvSpPr>
        <p:spPr bwMode="auto">
          <a:xfrm>
            <a:off x="6819900" y="220027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188776691" name="Oval 1638488983"/>
          <p:cNvSpPr>
            <a:spLocks noGrp="1"/>
          </p:cNvSpPr>
          <p:nvPr/>
        </p:nvSpPr>
        <p:spPr bwMode="auto">
          <a:xfrm>
            <a:off x="6819900" y="2819400"/>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984072674" name="Oval 1018913497"/>
          <p:cNvSpPr>
            <a:spLocks noGrp="1"/>
          </p:cNvSpPr>
          <p:nvPr/>
        </p:nvSpPr>
        <p:spPr bwMode="auto">
          <a:xfrm>
            <a:off x="6819900" y="343852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1093887366" name="Oval 1292287629"/>
          <p:cNvSpPr>
            <a:spLocks noGrp="1"/>
          </p:cNvSpPr>
          <p:nvPr/>
        </p:nvSpPr>
        <p:spPr bwMode="auto">
          <a:xfrm>
            <a:off x="6819900" y="4057650"/>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1340824267" name="Oval 1410545746"/>
          <p:cNvSpPr>
            <a:spLocks noGrp="1"/>
          </p:cNvSpPr>
          <p:nvPr/>
        </p:nvSpPr>
        <p:spPr bwMode="auto">
          <a:xfrm>
            <a:off x="6819900" y="4676775"/>
            <a:ext cx="457200" cy="457200"/>
          </a:xfrm>
          <a:prstGeom prst="ellipse">
            <a:avLst/>
          </a:prstGeom>
          <a:solidFill>
            <a:srgbClr val="FFFFFF"/>
          </a:solidFill>
          <a:ln w="19050">
            <a:solidFill>
              <a:srgbClr val="2563EB"/>
            </a:solidFill>
            <a:prstDash val="solid"/>
          </a:ln>
        </p:spPr>
        <p:txBody>
          <a:bodyPr/>
          <a:lstStyle/>
          <a:p>
            <a:pPr>
              <a:buNone/>
              <a:defRPr/>
            </a:pPr>
            <a:endParaRPr/>
          </a:p>
        </p:txBody>
      </p:sp>
      <p:sp>
        <p:nvSpPr>
          <p:cNvPr id="810689338" name="Oval 1923839338"/>
          <p:cNvSpPr>
            <a:spLocks noGrp="1"/>
          </p:cNvSpPr>
          <p:nvPr/>
        </p:nvSpPr>
        <p:spPr bwMode="auto">
          <a:xfrm>
            <a:off x="9296399" y="2813446"/>
            <a:ext cx="457200" cy="457200"/>
          </a:xfrm>
          <a:prstGeom prst="ellipse">
            <a:avLst/>
          </a:prstGeom>
          <a:solidFill>
            <a:srgbClr val="DCFCE7"/>
          </a:solidFill>
          <a:ln w="19050">
            <a:solidFill>
              <a:srgbClr val="2563EB"/>
            </a:solidFill>
            <a:prstDash val="solid"/>
          </a:ln>
        </p:spPr>
        <p:txBody>
          <a:bodyPr/>
          <a:lstStyle/>
          <a:p>
            <a:pPr>
              <a:buNone/>
              <a:defRPr/>
            </a:pPr>
            <a:endParaRPr/>
          </a:p>
        </p:txBody>
      </p:sp>
      <p:sp>
        <p:nvSpPr>
          <p:cNvPr id="484686183" name="Oval 452248781"/>
          <p:cNvSpPr>
            <a:spLocks noGrp="1"/>
          </p:cNvSpPr>
          <p:nvPr/>
        </p:nvSpPr>
        <p:spPr bwMode="auto">
          <a:xfrm>
            <a:off x="9296399" y="4090987"/>
            <a:ext cx="457200" cy="457200"/>
          </a:xfrm>
          <a:prstGeom prst="ellipse">
            <a:avLst/>
          </a:prstGeom>
          <a:solidFill>
            <a:srgbClr val="DCFCE7"/>
          </a:solidFill>
          <a:ln w="19050">
            <a:solidFill>
              <a:srgbClr val="2563EB"/>
            </a:solidFill>
            <a:prstDash val="solid"/>
          </a:ln>
        </p:spPr>
        <p:txBody>
          <a:bodyPr/>
          <a:lstStyle/>
          <a:p>
            <a:pPr>
              <a:buNone/>
              <a:defRPr/>
            </a:pPr>
            <a:endParaRPr/>
          </a:p>
        </p:txBody>
      </p:sp>
      <p:sp>
        <p:nvSpPr>
          <p:cNvPr id="589700856" name="Rectangle 2036757279"/>
          <p:cNvSpPr>
            <a:spLocks noGrp="1"/>
          </p:cNvSpPr>
          <p:nvPr/>
        </p:nvSpPr>
        <p:spPr bwMode="auto">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endParaRPr/>
          </a:p>
        </p:txBody>
      </p:sp>
      <p:sp>
        <p:nvSpPr>
          <p:cNvPr id="1206136156" name="Rectangle 899691756"/>
          <p:cNvSpPr>
            <a:spLocks noGrp="1"/>
          </p:cNvSpPr>
          <p:nvPr/>
        </p:nvSpPr>
        <p:spPr bwMode="auto">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endParaRPr/>
          </a:p>
        </p:txBody>
      </p:sp>
      <p:sp>
        <p:nvSpPr>
          <p:cNvPr id="1358941900" name="Rectangle 1393267236"/>
          <p:cNvSpPr>
            <a:spLocks noGrp="1"/>
          </p:cNvSpPr>
          <p:nvPr/>
        </p:nvSpPr>
        <p:spPr bwMode="auto">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endParaRPr/>
          </a:p>
        </p:txBody>
      </p:sp>
      <p:sp>
        <p:nvSpPr>
          <p:cNvPr id="479573182" name="Rectangle 1802476533"/>
          <p:cNvSpPr>
            <a:spLocks noGrp="1"/>
          </p:cNvSpPr>
          <p:nvPr/>
        </p:nvSpPr>
        <p:spPr bwMode="auto">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endParaRPr/>
          </a:p>
        </p:txBody>
      </p:sp>
      <p:sp>
        <p:nvSpPr>
          <p:cNvPr id="1242022570" name="Rectangle 1736954645"/>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endParaRPr/>
          </a:p>
        </p:txBody>
      </p:sp>
      <p:cxnSp>
        <p:nvCxnSpPr>
          <p:cNvPr id="1488062275" name="Straight Arrow Connector 2036758667"/>
          <p:cNvCxnSpPr>
            <a:stCxn id="909022250" idx="6"/>
            <a:endCxn id="1560850775" idx="2"/>
          </p:cNvCxnSpPr>
          <p:nvPr/>
        </p:nvCxnSpPr>
        <p:spPr bwMode="auto">
          <a:xfrm flipV="1">
            <a:off x="2419349" y="2428875"/>
            <a:ext cx="1924049" cy="416718"/>
          </a:xfrm>
          <a:prstGeom prst="straightConnector1">
            <a:avLst/>
          </a:prstGeom>
          <a:ln w="9525">
            <a:solidFill>
              <a:srgbClr val="CBD5E1">
                <a:alpha val="45000"/>
              </a:srgbClr>
            </a:solidFill>
            <a:prstDash val="solid"/>
          </a:ln>
        </p:spPr>
      </p:cxnSp>
      <p:cxnSp>
        <p:nvCxnSpPr>
          <p:cNvPr id="836834172" name="Straight Arrow Connector 2036758668"/>
          <p:cNvCxnSpPr>
            <a:stCxn id="909022250" idx="6"/>
            <a:endCxn id="1920704218" idx="2"/>
          </p:cNvCxnSpPr>
          <p:nvPr/>
        </p:nvCxnSpPr>
        <p:spPr bwMode="auto">
          <a:xfrm>
            <a:off x="2419349" y="2845593"/>
            <a:ext cx="1924049" cy="202406"/>
          </a:xfrm>
          <a:prstGeom prst="straightConnector1">
            <a:avLst/>
          </a:prstGeom>
          <a:ln w="9525">
            <a:solidFill>
              <a:srgbClr val="CBD5E1">
                <a:alpha val="45000"/>
              </a:srgbClr>
            </a:solidFill>
            <a:prstDash val="solid"/>
          </a:ln>
        </p:spPr>
      </p:cxnSp>
      <p:cxnSp>
        <p:nvCxnSpPr>
          <p:cNvPr id="366327577" name="Straight Arrow Connector 2036758669"/>
          <p:cNvCxnSpPr>
            <a:stCxn id="909022250" idx="6"/>
            <a:endCxn id="99897194" idx="2"/>
          </p:cNvCxnSpPr>
          <p:nvPr/>
        </p:nvCxnSpPr>
        <p:spPr bwMode="auto">
          <a:xfrm>
            <a:off x="2419349" y="2845593"/>
            <a:ext cx="1924049" cy="821531"/>
          </a:xfrm>
          <a:prstGeom prst="straightConnector1">
            <a:avLst/>
          </a:prstGeom>
          <a:ln w="9525">
            <a:solidFill>
              <a:srgbClr val="CBD5E1">
                <a:alpha val="45000"/>
              </a:srgbClr>
            </a:solidFill>
            <a:prstDash val="solid"/>
          </a:ln>
        </p:spPr>
      </p:cxnSp>
      <p:cxnSp>
        <p:nvCxnSpPr>
          <p:cNvPr id="38543517" name="Straight Arrow Connector 2036758670"/>
          <p:cNvCxnSpPr>
            <a:stCxn id="909022250" idx="6"/>
            <a:endCxn id="812866031" idx="2"/>
          </p:cNvCxnSpPr>
          <p:nvPr/>
        </p:nvCxnSpPr>
        <p:spPr bwMode="auto">
          <a:xfrm>
            <a:off x="2419349" y="2845593"/>
            <a:ext cx="1924049" cy="1440655"/>
          </a:xfrm>
          <a:prstGeom prst="straightConnector1">
            <a:avLst/>
          </a:prstGeom>
          <a:ln w="9525">
            <a:solidFill>
              <a:srgbClr val="CBD5E1">
                <a:alpha val="45000"/>
              </a:srgbClr>
            </a:solidFill>
            <a:prstDash val="solid"/>
          </a:ln>
        </p:spPr>
      </p:cxnSp>
      <p:cxnSp>
        <p:nvCxnSpPr>
          <p:cNvPr id="906451762" name="Straight Arrow Connector 2036758671"/>
          <p:cNvCxnSpPr>
            <a:stCxn id="909022250" idx="6"/>
            <a:endCxn id="575012278" idx="2"/>
          </p:cNvCxnSpPr>
          <p:nvPr/>
        </p:nvCxnSpPr>
        <p:spPr bwMode="auto">
          <a:xfrm>
            <a:off x="2419349" y="2845593"/>
            <a:ext cx="1924049" cy="2059781"/>
          </a:xfrm>
          <a:prstGeom prst="straightConnector1">
            <a:avLst/>
          </a:prstGeom>
          <a:ln w="9525">
            <a:solidFill>
              <a:srgbClr val="CBD5E1">
                <a:alpha val="45000"/>
              </a:srgbClr>
            </a:solidFill>
            <a:prstDash val="solid"/>
          </a:ln>
        </p:spPr>
      </p:cxnSp>
      <p:cxnSp>
        <p:nvCxnSpPr>
          <p:cNvPr id="352746363" name="Straight Arrow Connector 2036758672"/>
          <p:cNvCxnSpPr>
            <a:stCxn id="1516312411" idx="6"/>
            <a:endCxn id="1560850775" idx="2"/>
          </p:cNvCxnSpPr>
          <p:nvPr/>
        </p:nvCxnSpPr>
        <p:spPr bwMode="auto">
          <a:xfrm flipV="1">
            <a:off x="2419349" y="2428875"/>
            <a:ext cx="1924049" cy="1214437"/>
          </a:xfrm>
          <a:prstGeom prst="straightConnector1">
            <a:avLst/>
          </a:prstGeom>
          <a:ln w="9525">
            <a:solidFill>
              <a:srgbClr val="CBD5E1">
                <a:alpha val="45000"/>
              </a:srgbClr>
            </a:solidFill>
            <a:prstDash val="solid"/>
          </a:ln>
        </p:spPr>
      </p:cxnSp>
      <p:cxnSp>
        <p:nvCxnSpPr>
          <p:cNvPr id="1880780468" name="Straight Arrow Connector 2036758673"/>
          <p:cNvCxnSpPr>
            <a:stCxn id="1516312411" idx="6"/>
            <a:endCxn id="1920704218" idx="2"/>
          </p:cNvCxnSpPr>
          <p:nvPr/>
        </p:nvCxnSpPr>
        <p:spPr bwMode="auto">
          <a:xfrm flipV="1">
            <a:off x="2419349" y="3047999"/>
            <a:ext cx="1924049" cy="595312"/>
          </a:xfrm>
          <a:prstGeom prst="straightConnector1">
            <a:avLst/>
          </a:prstGeom>
          <a:ln w="9525">
            <a:solidFill>
              <a:srgbClr val="CBD5E1">
                <a:alpha val="45000"/>
              </a:srgbClr>
            </a:solidFill>
            <a:prstDash val="solid"/>
          </a:ln>
        </p:spPr>
      </p:cxnSp>
      <p:cxnSp>
        <p:nvCxnSpPr>
          <p:cNvPr id="206395911" name="Straight Arrow Connector 2036758674"/>
          <p:cNvCxnSpPr>
            <a:stCxn id="1516312411" idx="6"/>
            <a:endCxn id="99897194" idx="2"/>
          </p:cNvCxnSpPr>
          <p:nvPr/>
        </p:nvCxnSpPr>
        <p:spPr bwMode="auto">
          <a:xfrm>
            <a:off x="2419349" y="3643312"/>
            <a:ext cx="1924049" cy="23811"/>
          </a:xfrm>
          <a:prstGeom prst="straightConnector1">
            <a:avLst/>
          </a:prstGeom>
          <a:ln w="9525">
            <a:solidFill>
              <a:srgbClr val="CBD5E1">
                <a:alpha val="45000"/>
              </a:srgbClr>
            </a:solidFill>
            <a:prstDash val="solid"/>
          </a:ln>
        </p:spPr>
      </p:cxnSp>
      <p:cxnSp>
        <p:nvCxnSpPr>
          <p:cNvPr id="525366686" name="Straight Arrow Connector 2036758675"/>
          <p:cNvCxnSpPr>
            <a:stCxn id="1516312411" idx="6"/>
            <a:endCxn id="812866031" idx="2"/>
          </p:cNvCxnSpPr>
          <p:nvPr/>
        </p:nvCxnSpPr>
        <p:spPr bwMode="auto">
          <a:xfrm>
            <a:off x="2419349" y="3643312"/>
            <a:ext cx="1924049" cy="642936"/>
          </a:xfrm>
          <a:prstGeom prst="straightConnector1">
            <a:avLst/>
          </a:prstGeom>
          <a:ln w="9525">
            <a:solidFill>
              <a:srgbClr val="CBD5E1">
                <a:alpha val="45000"/>
              </a:srgbClr>
            </a:solidFill>
            <a:prstDash val="solid"/>
          </a:ln>
        </p:spPr>
      </p:cxnSp>
      <p:cxnSp>
        <p:nvCxnSpPr>
          <p:cNvPr id="991003969" name="Straight Arrow Connector 2036758676"/>
          <p:cNvCxnSpPr>
            <a:stCxn id="1516312411" idx="6"/>
            <a:endCxn id="575012278" idx="2"/>
          </p:cNvCxnSpPr>
          <p:nvPr/>
        </p:nvCxnSpPr>
        <p:spPr bwMode="auto">
          <a:xfrm>
            <a:off x="2419349" y="3643312"/>
            <a:ext cx="1924049" cy="1262062"/>
          </a:xfrm>
          <a:prstGeom prst="straightConnector1">
            <a:avLst/>
          </a:prstGeom>
          <a:ln w="9525">
            <a:solidFill>
              <a:srgbClr val="CBD5E1">
                <a:alpha val="45000"/>
              </a:srgbClr>
            </a:solidFill>
            <a:prstDash val="solid"/>
          </a:ln>
        </p:spPr>
      </p:cxnSp>
      <p:cxnSp>
        <p:nvCxnSpPr>
          <p:cNvPr id="1693416647" name="Straight Arrow Connector 2036758677"/>
          <p:cNvCxnSpPr>
            <a:stCxn id="1762780434" idx="6"/>
            <a:endCxn id="1560850775" idx="2"/>
          </p:cNvCxnSpPr>
          <p:nvPr/>
        </p:nvCxnSpPr>
        <p:spPr bwMode="auto">
          <a:xfrm flipV="1">
            <a:off x="2419349" y="2428875"/>
            <a:ext cx="1924049" cy="1971675"/>
          </a:xfrm>
          <a:prstGeom prst="straightConnector1">
            <a:avLst/>
          </a:prstGeom>
          <a:ln w="9525">
            <a:solidFill>
              <a:srgbClr val="CBD5E1">
                <a:alpha val="45000"/>
              </a:srgbClr>
            </a:solidFill>
            <a:prstDash val="solid"/>
          </a:ln>
        </p:spPr>
      </p:cxnSp>
      <p:cxnSp>
        <p:nvCxnSpPr>
          <p:cNvPr id="1201451000" name="Straight Arrow Connector 2036758678"/>
          <p:cNvCxnSpPr>
            <a:stCxn id="1762780434" idx="6"/>
            <a:endCxn id="1920704218" idx="2"/>
          </p:cNvCxnSpPr>
          <p:nvPr/>
        </p:nvCxnSpPr>
        <p:spPr bwMode="auto">
          <a:xfrm flipV="1">
            <a:off x="2419349" y="3047999"/>
            <a:ext cx="1924049" cy="1352549"/>
          </a:xfrm>
          <a:prstGeom prst="straightConnector1">
            <a:avLst/>
          </a:prstGeom>
          <a:ln w="9525">
            <a:solidFill>
              <a:srgbClr val="CBD5E1">
                <a:alpha val="45000"/>
              </a:srgbClr>
            </a:solidFill>
            <a:prstDash val="solid"/>
          </a:ln>
        </p:spPr>
      </p:cxnSp>
      <p:cxnSp>
        <p:nvCxnSpPr>
          <p:cNvPr id="643812862" name="Straight Arrow Connector 2036758679"/>
          <p:cNvCxnSpPr/>
          <p:nvPr/>
        </p:nvCxnSpPr>
        <p:spPr bwMode="auto">
          <a:xfrm flipV="1">
            <a:off x="2419349" y="3667124"/>
            <a:ext cx="1924049" cy="847724"/>
          </a:xfrm>
          <a:prstGeom prst="straightConnector1">
            <a:avLst/>
          </a:prstGeom>
          <a:ln w="9525">
            <a:solidFill>
              <a:srgbClr val="CBD5E1">
                <a:alpha val="45000"/>
              </a:srgbClr>
            </a:solidFill>
            <a:prstDash val="solid"/>
          </a:ln>
        </p:spPr>
      </p:cxnSp>
      <p:cxnSp>
        <p:nvCxnSpPr>
          <p:cNvPr id="604751963" name="Straight Arrow Connector 2036758680"/>
          <p:cNvCxnSpPr>
            <a:stCxn id="1762780434" idx="6"/>
            <a:endCxn id="812866031" idx="2"/>
          </p:cNvCxnSpPr>
          <p:nvPr/>
        </p:nvCxnSpPr>
        <p:spPr bwMode="auto">
          <a:xfrm flipV="1">
            <a:off x="2419349" y="4286250"/>
            <a:ext cx="1924049" cy="114300"/>
          </a:xfrm>
          <a:prstGeom prst="straightConnector1">
            <a:avLst/>
          </a:prstGeom>
          <a:ln w="9525">
            <a:solidFill>
              <a:srgbClr val="CBD5E1">
                <a:alpha val="45000"/>
              </a:srgbClr>
            </a:solidFill>
            <a:prstDash val="solid"/>
          </a:ln>
        </p:spPr>
      </p:cxnSp>
      <p:cxnSp>
        <p:nvCxnSpPr>
          <p:cNvPr id="1857646543" name="Straight Arrow Connector 2036758681"/>
          <p:cNvCxnSpPr>
            <a:stCxn id="1762780434" idx="6"/>
            <a:endCxn id="575012278" idx="2"/>
          </p:cNvCxnSpPr>
          <p:nvPr/>
        </p:nvCxnSpPr>
        <p:spPr bwMode="auto">
          <a:xfrm>
            <a:off x="2419349" y="4400550"/>
            <a:ext cx="1924049" cy="504824"/>
          </a:xfrm>
          <a:prstGeom prst="straightConnector1">
            <a:avLst/>
          </a:prstGeom>
          <a:ln w="9525">
            <a:solidFill>
              <a:srgbClr val="CBD5E1">
                <a:alpha val="45000"/>
              </a:srgbClr>
            </a:solidFill>
            <a:prstDash val="solid"/>
          </a:ln>
        </p:spPr>
      </p:cxnSp>
      <p:cxnSp>
        <p:nvCxnSpPr>
          <p:cNvPr id="664623353" name="Straight Arrow Connector 2036758682"/>
          <p:cNvCxnSpPr>
            <a:stCxn id="1560850775" idx="6"/>
            <a:endCxn id="1154204216" idx="2"/>
          </p:cNvCxnSpPr>
          <p:nvPr/>
        </p:nvCxnSpPr>
        <p:spPr bwMode="auto">
          <a:xfrm>
            <a:off x="4800600" y="2428875"/>
            <a:ext cx="2019300" cy="0"/>
          </a:xfrm>
          <a:prstGeom prst="straightConnector1">
            <a:avLst/>
          </a:prstGeom>
          <a:ln w="9525">
            <a:solidFill>
              <a:srgbClr val="CBD5E1">
                <a:alpha val="45000"/>
              </a:srgbClr>
            </a:solidFill>
            <a:prstDash val="solid"/>
          </a:ln>
        </p:spPr>
      </p:cxnSp>
      <p:cxnSp>
        <p:nvCxnSpPr>
          <p:cNvPr id="294023010" name="Straight Arrow Connector 2036758683"/>
          <p:cNvCxnSpPr>
            <a:stCxn id="1560850775" idx="6"/>
            <a:endCxn id="188776691" idx="2"/>
          </p:cNvCxnSpPr>
          <p:nvPr/>
        </p:nvCxnSpPr>
        <p:spPr bwMode="auto">
          <a:xfrm>
            <a:off x="4800600" y="2428875"/>
            <a:ext cx="2019300" cy="619125"/>
          </a:xfrm>
          <a:prstGeom prst="straightConnector1">
            <a:avLst/>
          </a:prstGeom>
          <a:ln w="9525">
            <a:solidFill>
              <a:srgbClr val="CBD5E1">
                <a:alpha val="45000"/>
              </a:srgbClr>
            </a:solidFill>
            <a:prstDash val="solid"/>
          </a:ln>
        </p:spPr>
      </p:cxnSp>
      <p:cxnSp>
        <p:nvCxnSpPr>
          <p:cNvPr id="1618068124" name="Straight Arrow Connector 2036758684"/>
          <p:cNvCxnSpPr>
            <a:stCxn id="1560850775" idx="6"/>
            <a:endCxn id="984072674" idx="2"/>
          </p:cNvCxnSpPr>
          <p:nvPr/>
        </p:nvCxnSpPr>
        <p:spPr bwMode="auto">
          <a:xfrm>
            <a:off x="4800600" y="2428875"/>
            <a:ext cx="2019300" cy="1238250"/>
          </a:xfrm>
          <a:prstGeom prst="straightConnector1">
            <a:avLst/>
          </a:prstGeom>
          <a:ln w="9525">
            <a:solidFill>
              <a:srgbClr val="CBD5E1">
                <a:alpha val="45000"/>
              </a:srgbClr>
            </a:solidFill>
            <a:prstDash val="solid"/>
          </a:ln>
        </p:spPr>
      </p:cxnSp>
      <p:cxnSp>
        <p:nvCxnSpPr>
          <p:cNvPr id="1540363888" name="Straight Arrow Connector 2036758685"/>
          <p:cNvCxnSpPr>
            <a:stCxn id="1560850775" idx="6"/>
            <a:endCxn id="1093887366" idx="2"/>
          </p:cNvCxnSpPr>
          <p:nvPr/>
        </p:nvCxnSpPr>
        <p:spPr bwMode="auto">
          <a:xfrm>
            <a:off x="4800600" y="2428875"/>
            <a:ext cx="2019300" cy="1857375"/>
          </a:xfrm>
          <a:prstGeom prst="straightConnector1">
            <a:avLst/>
          </a:prstGeom>
          <a:ln w="9525">
            <a:solidFill>
              <a:srgbClr val="CBD5E1">
                <a:alpha val="45000"/>
              </a:srgbClr>
            </a:solidFill>
            <a:prstDash val="solid"/>
          </a:ln>
        </p:spPr>
      </p:cxnSp>
      <p:cxnSp>
        <p:nvCxnSpPr>
          <p:cNvPr id="2144046051" name="Straight Arrow Connector 2036758686"/>
          <p:cNvCxnSpPr>
            <a:stCxn id="1560850775" idx="6"/>
            <a:endCxn id="1340824267" idx="2"/>
          </p:cNvCxnSpPr>
          <p:nvPr/>
        </p:nvCxnSpPr>
        <p:spPr bwMode="auto">
          <a:xfrm>
            <a:off x="4800600" y="2428875"/>
            <a:ext cx="2019300" cy="2476500"/>
          </a:xfrm>
          <a:prstGeom prst="straightConnector1">
            <a:avLst/>
          </a:prstGeom>
          <a:ln w="9525">
            <a:solidFill>
              <a:srgbClr val="CBD5E1">
                <a:alpha val="45000"/>
              </a:srgbClr>
            </a:solidFill>
            <a:prstDash val="solid"/>
          </a:ln>
        </p:spPr>
      </p:cxnSp>
      <p:cxnSp>
        <p:nvCxnSpPr>
          <p:cNvPr id="1362749428" name="Straight Arrow Connector 2036758687"/>
          <p:cNvCxnSpPr>
            <a:stCxn id="1920704218" idx="6"/>
            <a:endCxn id="1154204216" idx="2"/>
          </p:cNvCxnSpPr>
          <p:nvPr/>
        </p:nvCxnSpPr>
        <p:spPr bwMode="auto">
          <a:xfrm flipV="1">
            <a:off x="4800600" y="2428875"/>
            <a:ext cx="2019300" cy="619125"/>
          </a:xfrm>
          <a:prstGeom prst="straightConnector1">
            <a:avLst/>
          </a:prstGeom>
          <a:ln w="9525">
            <a:solidFill>
              <a:srgbClr val="CBD5E1">
                <a:alpha val="45000"/>
              </a:srgbClr>
            </a:solidFill>
            <a:prstDash val="solid"/>
          </a:ln>
        </p:spPr>
      </p:cxnSp>
      <p:cxnSp>
        <p:nvCxnSpPr>
          <p:cNvPr id="1110088817" name="Straight Arrow Connector 2036758688"/>
          <p:cNvCxnSpPr>
            <a:stCxn id="1920704218" idx="6"/>
            <a:endCxn id="188776691" idx="2"/>
          </p:cNvCxnSpPr>
          <p:nvPr/>
        </p:nvCxnSpPr>
        <p:spPr bwMode="auto">
          <a:xfrm>
            <a:off x="4800600" y="3048000"/>
            <a:ext cx="2019300" cy="0"/>
          </a:xfrm>
          <a:prstGeom prst="straightConnector1">
            <a:avLst/>
          </a:prstGeom>
          <a:ln w="9525">
            <a:solidFill>
              <a:srgbClr val="CBD5E1">
                <a:alpha val="45000"/>
              </a:srgbClr>
            </a:solidFill>
            <a:prstDash val="solid"/>
          </a:ln>
        </p:spPr>
      </p:cxnSp>
      <p:cxnSp>
        <p:nvCxnSpPr>
          <p:cNvPr id="248437937" name="Straight Arrow Connector 2036758689"/>
          <p:cNvCxnSpPr>
            <a:stCxn id="1920704218" idx="6"/>
            <a:endCxn id="984072674" idx="2"/>
          </p:cNvCxnSpPr>
          <p:nvPr/>
        </p:nvCxnSpPr>
        <p:spPr bwMode="auto">
          <a:xfrm>
            <a:off x="4800600" y="3048000"/>
            <a:ext cx="2019300" cy="619125"/>
          </a:xfrm>
          <a:prstGeom prst="straightConnector1">
            <a:avLst/>
          </a:prstGeom>
          <a:ln w="9525">
            <a:solidFill>
              <a:srgbClr val="CBD5E1">
                <a:alpha val="45000"/>
              </a:srgbClr>
            </a:solidFill>
            <a:prstDash val="solid"/>
          </a:ln>
        </p:spPr>
      </p:cxnSp>
      <p:cxnSp>
        <p:nvCxnSpPr>
          <p:cNvPr id="2115679464" name="Straight Arrow Connector 2036758690"/>
          <p:cNvCxnSpPr>
            <a:stCxn id="1920704218" idx="6"/>
            <a:endCxn id="1093887366" idx="2"/>
          </p:cNvCxnSpPr>
          <p:nvPr/>
        </p:nvCxnSpPr>
        <p:spPr bwMode="auto">
          <a:xfrm>
            <a:off x="4800600" y="3048000"/>
            <a:ext cx="2019300" cy="1238250"/>
          </a:xfrm>
          <a:prstGeom prst="straightConnector1">
            <a:avLst/>
          </a:prstGeom>
          <a:ln w="9525">
            <a:solidFill>
              <a:srgbClr val="CBD5E1">
                <a:alpha val="45000"/>
              </a:srgbClr>
            </a:solidFill>
            <a:prstDash val="solid"/>
          </a:ln>
        </p:spPr>
      </p:cxnSp>
      <p:cxnSp>
        <p:nvCxnSpPr>
          <p:cNvPr id="705926875" name="Straight Arrow Connector 2036758691"/>
          <p:cNvCxnSpPr>
            <a:stCxn id="1920704218" idx="6"/>
            <a:endCxn id="1340824267" idx="2"/>
          </p:cNvCxnSpPr>
          <p:nvPr/>
        </p:nvCxnSpPr>
        <p:spPr bwMode="auto">
          <a:xfrm>
            <a:off x="4800600" y="3048000"/>
            <a:ext cx="2019300" cy="1857375"/>
          </a:xfrm>
          <a:prstGeom prst="straightConnector1">
            <a:avLst/>
          </a:prstGeom>
          <a:ln w="9525">
            <a:solidFill>
              <a:srgbClr val="CBD5E1">
                <a:alpha val="45000"/>
              </a:srgbClr>
            </a:solidFill>
            <a:prstDash val="solid"/>
          </a:ln>
        </p:spPr>
      </p:cxnSp>
      <p:cxnSp>
        <p:nvCxnSpPr>
          <p:cNvPr id="295592381" name="Straight Arrow Connector 2036758692"/>
          <p:cNvCxnSpPr>
            <a:stCxn id="99897194" idx="6"/>
            <a:endCxn id="1154204216" idx="2"/>
          </p:cNvCxnSpPr>
          <p:nvPr/>
        </p:nvCxnSpPr>
        <p:spPr bwMode="auto">
          <a:xfrm flipV="1">
            <a:off x="4800600" y="2428875"/>
            <a:ext cx="2019300" cy="1238250"/>
          </a:xfrm>
          <a:prstGeom prst="straightConnector1">
            <a:avLst/>
          </a:prstGeom>
          <a:ln w="9525">
            <a:solidFill>
              <a:srgbClr val="CBD5E1">
                <a:alpha val="45000"/>
              </a:srgbClr>
            </a:solidFill>
            <a:prstDash val="solid"/>
          </a:ln>
        </p:spPr>
      </p:cxnSp>
      <p:cxnSp>
        <p:nvCxnSpPr>
          <p:cNvPr id="722787912" name="Straight Arrow Connector 2036758693"/>
          <p:cNvCxnSpPr>
            <a:stCxn id="99897194" idx="6"/>
            <a:endCxn id="188776691" idx="2"/>
          </p:cNvCxnSpPr>
          <p:nvPr/>
        </p:nvCxnSpPr>
        <p:spPr bwMode="auto">
          <a:xfrm flipV="1">
            <a:off x="4800600" y="3048000"/>
            <a:ext cx="2019300" cy="619125"/>
          </a:xfrm>
          <a:prstGeom prst="straightConnector1">
            <a:avLst/>
          </a:prstGeom>
          <a:ln w="9525">
            <a:solidFill>
              <a:srgbClr val="CBD5E1">
                <a:alpha val="45000"/>
              </a:srgbClr>
            </a:solidFill>
            <a:prstDash val="solid"/>
          </a:ln>
        </p:spPr>
      </p:cxnSp>
      <p:cxnSp>
        <p:nvCxnSpPr>
          <p:cNvPr id="804279032" name="Straight Arrow Connector 2036758694"/>
          <p:cNvCxnSpPr>
            <a:stCxn id="99897194" idx="6"/>
            <a:endCxn id="984072674" idx="2"/>
          </p:cNvCxnSpPr>
          <p:nvPr/>
        </p:nvCxnSpPr>
        <p:spPr bwMode="auto">
          <a:xfrm>
            <a:off x="4800600" y="3667125"/>
            <a:ext cx="2019300" cy="0"/>
          </a:xfrm>
          <a:prstGeom prst="straightConnector1">
            <a:avLst/>
          </a:prstGeom>
          <a:ln w="9525">
            <a:solidFill>
              <a:srgbClr val="CBD5E1">
                <a:alpha val="45000"/>
              </a:srgbClr>
            </a:solidFill>
            <a:prstDash val="solid"/>
          </a:ln>
        </p:spPr>
      </p:cxnSp>
      <p:cxnSp>
        <p:nvCxnSpPr>
          <p:cNvPr id="1285805535" name="Straight Arrow Connector 2036758695"/>
          <p:cNvCxnSpPr>
            <a:stCxn id="99897194" idx="6"/>
            <a:endCxn id="1093887366" idx="2"/>
          </p:cNvCxnSpPr>
          <p:nvPr/>
        </p:nvCxnSpPr>
        <p:spPr bwMode="auto">
          <a:xfrm>
            <a:off x="4800600" y="3667125"/>
            <a:ext cx="2019300" cy="619125"/>
          </a:xfrm>
          <a:prstGeom prst="straightConnector1">
            <a:avLst/>
          </a:prstGeom>
          <a:ln w="9525">
            <a:solidFill>
              <a:srgbClr val="CBD5E1">
                <a:alpha val="45000"/>
              </a:srgbClr>
            </a:solidFill>
            <a:prstDash val="solid"/>
          </a:ln>
        </p:spPr>
      </p:cxnSp>
      <p:cxnSp>
        <p:nvCxnSpPr>
          <p:cNvPr id="1342216858" name="Straight Arrow Connector 2036758696"/>
          <p:cNvCxnSpPr>
            <a:stCxn id="99897194" idx="6"/>
            <a:endCxn id="1340824267" idx="2"/>
          </p:cNvCxnSpPr>
          <p:nvPr/>
        </p:nvCxnSpPr>
        <p:spPr bwMode="auto">
          <a:xfrm>
            <a:off x="4800600" y="3667125"/>
            <a:ext cx="2019300" cy="1238250"/>
          </a:xfrm>
          <a:prstGeom prst="straightConnector1">
            <a:avLst/>
          </a:prstGeom>
          <a:ln w="9525">
            <a:solidFill>
              <a:srgbClr val="CBD5E1">
                <a:alpha val="45000"/>
              </a:srgbClr>
            </a:solidFill>
            <a:prstDash val="solid"/>
          </a:ln>
        </p:spPr>
      </p:cxnSp>
      <p:cxnSp>
        <p:nvCxnSpPr>
          <p:cNvPr id="187371343" name="Straight Arrow Connector 2036758697"/>
          <p:cNvCxnSpPr>
            <a:stCxn id="812866031" idx="6"/>
            <a:endCxn id="1154204216" idx="2"/>
          </p:cNvCxnSpPr>
          <p:nvPr/>
        </p:nvCxnSpPr>
        <p:spPr bwMode="auto">
          <a:xfrm flipV="1">
            <a:off x="4800600" y="2428875"/>
            <a:ext cx="2019300" cy="1857375"/>
          </a:xfrm>
          <a:prstGeom prst="straightConnector1">
            <a:avLst/>
          </a:prstGeom>
          <a:ln w="9525">
            <a:solidFill>
              <a:srgbClr val="CBD5E1">
                <a:alpha val="45000"/>
              </a:srgbClr>
            </a:solidFill>
            <a:prstDash val="solid"/>
          </a:ln>
        </p:spPr>
      </p:cxnSp>
      <p:cxnSp>
        <p:nvCxnSpPr>
          <p:cNvPr id="1304851400" name="Straight Arrow Connector 2036758698"/>
          <p:cNvCxnSpPr>
            <a:stCxn id="812866031" idx="6"/>
            <a:endCxn id="188776691" idx="2"/>
          </p:cNvCxnSpPr>
          <p:nvPr/>
        </p:nvCxnSpPr>
        <p:spPr bwMode="auto">
          <a:xfrm flipV="1">
            <a:off x="4800600" y="3048000"/>
            <a:ext cx="2019300" cy="1238250"/>
          </a:xfrm>
          <a:prstGeom prst="straightConnector1">
            <a:avLst/>
          </a:prstGeom>
          <a:ln w="9525">
            <a:solidFill>
              <a:srgbClr val="CBD5E1">
                <a:alpha val="45000"/>
              </a:srgbClr>
            </a:solidFill>
            <a:prstDash val="solid"/>
          </a:ln>
        </p:spPr>
      </p:cxnSp>
      <p:cxnSp>
        <p:nvCxnSpPr>
          <p:cNvPr id="978450785" name="Straight Arrow Connector 2036758699"/>
          <p:cNvCxnSpPr>
            <a:stCxn id="812866031" idx="6"/>
            <a:endCxn id="984072674" idx="2"/>
          </p:cNvCxnSpPr>
          <p:nvPr/>
        </p:nvCxnSpPr>
        <p:spPr bwMode="auto">
          <a:xfrm flipV="1">
            <a:off x="4800600" y="3667125"/>
            <a:ext cx="2019300" cy="619125"/>
          </a:xfrm>
          <a:prstGeom prst="straightConnector1">
            <a:avLst/>
          </a:prstGeom>
          <a:ln w="9525">
            <a:solidFill>
              <a:srgbClr val="CBD5E1">
                <a:alpha val="45000"/>
              </a:srgbClr>
            </a:solidFill>
            <a:prstDash val="solid"/>
          </a:ln>
        </p:spPr>
      </p:cxnSp>
      <p:cxnSp>
        <p:nvCxnSpPr>
          <p:cNvPr id="1896102355" name="Straight Arrow Connector 2036758700"/>
          <p:cNvCxnSpPr>
            <a:stCxn id="812866031" idx="6"/>
            <a:endCxn id="1093887366" idx="2"/>
          </p:cNvCxnSpPr>
          <p:nvPr/>
        </p:nvCxnSpPr>
        <p:spPr bwMode="auto">
          <a:xfrm>
            <a:off x="4800600" y="4286250"/>
            <a:ext cx="2019300" cy="0"/>
          </a:xfrm>
          <a:prstGeom prst="straightConnector1">
            <a:avLst/>
          </a:prstGeom>
          <a:ln w="9525">
            <a:solidFill>
              <a:srgbClr val="CBD5E1">
                <a:alpha val="45000"/>
              </a:srgbClr>
            </a:solidFill>
            <a:prstDash val="solid"/>
          </a:ln>
        </p:spPr>
      </p:cxnSp>
      <p:cxnSp>
        <p:nvCxnSpPr>
          <p:cNvPr id="1758343631" name="Straight Arrow Connector 2036758701"/>
          <p:cNvCxnSpPr>
            <a:stCxn id="812866031" idx="6"/>
            <a:endCxn id="1340824267" idx="2"/>
          </p:cNvCxnSpPr>
          <p:nvPr/>
        </p:nvCxnSpPr>
        <p:spPr bwMode="auto">
          <a:xfrm>
            <a:off x="4800600" y="4286250"/>
            <a:ext cx="2019300" cy="619125"/>
          </a:xfrm>
          <a:prstGeom prst="straightConnector1">
            <a:avLst/>
          </a:prstGeom>
          <a:ln w="9525">
            <a:solidFill>
              <a:srgbClr val="CBD5E1">
                <a:alpha val="45000"/>
              </a:srgbClr>
            </a:solidFill>
            <a:prstDash val="solid"/>
          </a:ln>
        </p:spPr>
      </p:cxnSp>
      <p:cxnSp>
        <p:nvCxnSpPr>
          <p:cNvPr id="1371262889" name="Straight Arrow Connector 2036758702"/>
          <p:cNvCxnSpPr>
            <a:stCxn id="575012278" idx="6"/>
            <a:endCxn id="1154204216" idx="2"/>
          </p:cNvCxnSpPr>
          <p:nvPr/>
        </p:nvCxnSpPr>
        <p:spPr bwMode="auto">
          <a:xfrm flipV="1">
            <a:off x="4800600" y="2428875"/>
            <a:ext cx="2019300" cy="2476500"/>
          </a:xfrm>
          <a:prstGeom prst="straightConnector1">
            <a:avLst/>
          </a:prstGeom>
          <a:ln w="9525">
            <a:solidFill>
              <a:srgbClr val="CBD5E1">
                <a:alpha val="45000"/>
              </a:srgbClr>
            </a:solidFill>
            <a:prstDash val="solid"/>
          </a:ln>
        </p:spPr>
      </p:cxnSp>
      <p:cxnSp>
        <p:nvCxnSpPr>
          <p:cNvPr id="1186446903" name="Straight Arrow Connector 2036758703"/>
          <p:cNvCxnSpPr>
            <a:stCxn id="575012278" idx="6"/>
            <a:endCxn id="188776691" idx="2"/>
          </p:cNvCxnSpPr>
          <p:nvPr/>
        </p:nvCxnSpPr>
        <p:spPr bwMode="auto">
          <a:xfrm flipV="1">
            <a:off x="4800600" y="3048000"/>
            <a:ext cx="2019300" cy="1857375"/>
          </a:xfrm>
          <a:prstGeom prst="straightConnector1">
            <a:avLst/>
          </a:prstGeom>
          <a:ln w="9525">
            <a:solidFill>
              <a:srgbClr val="CBD5E1">
                <a:alpha val="45000"/>
              </a:srgbClr>
            </a:solidFill>
            <a:prstDash val="solid"/>
          </a:ln>
        </p:spPr>
      </p:cxnSp>
      <p:cxnSp>
        <p:nvCxnSpPr>
          <p:cNvPr id="562756158" name="Straight Arrow Connector 2036758704"/>
          <p:cNvCxnSpPr>
            <a:stCxn id="575012278" idx="6"/>
            <a:endCxn id="984072674" idx="2"/>
          </p:cNvCxnSpPr>
          <p:nvPr/>
        </p:nvCxnSpPr>
        <p:spPr bwMode="auto">
          <a:xfrm flipV="1">
            <a:off x="4800600" y="3667125"/>
            <a:ext cx="2019300" cy="1238250"/>
          </a:xfrm>
          <a:prstGeom prst="straightConnector1">
            <a:avLst/>
          </a:prstGeom>
          <a:ln w="9525">
            <a:solidFill>
              <a:srgbClr val="CBD5E1">
                <a:alpha val="45000"/>
              </a:srgbClr>
            </a:solidFill>
            <a:prstDash val="solid"/>
          </a:ln>
        </p:spPr>
      </p:cxnSp>
      <p:cxnSp>
        <p:nvCxnSpPr>
          <p:cNvPr id="1173255469" name="Straight Arrow Connector 2036758705"/>
          <p:cNvCxnSpPr>
            <a:stCxn id="575012278" idx="6"/>
            <a:endCxn id="1093887366" idx="2"/>
          </p:cNvCxnSpPr>
          <p:nvPr/>
        </p:nvCxnSpPr>
        <p:spPr bwMode="auto">
          <a:xfrm flipV="1">
            <a:off x="4800600" y="4286250"/>
            <a:ext cx="2019300" cy="619125"/>
          </a:xfrm>
          <a:prstGeom prst="straightConnector1">
            <a:avLst/>
          </a:prstGeom>
          <a:ln w="9525">
            <a:solidFill>
              <a:srgbClr val="CBD5E1">
                <a:alpha val="45000"/>
              </a:srgbClr>
            </a:solidFill>
            <a:prstDash val="solid"/>
          </a:ln>
        </p:spPr>
      </p:cxnSp>
      <p:cxnSp>
        <p:nvCxnSpPr>
          <p:cNvPr id="152794240" name="Straight Arrow Connector 2036758706"/>
          <p:cNvCxnSpPr>
            <a:stCxn id="575012278" idx="6"/>
            <a:endCxn id="1340824267" idx="2"/>
          </p:cNvCxnSpPr>
          <p:nvPr/>
        </p:nvCxnSpPr>
        <p:spPr bwMode="auto">
          <a:xfrm>
            <a:off x="4800600" y="4905375"/>
            <a:ext cx="2019300" cy="0"/>
          </a:xfrm>
          <a:prstGeom prst="straightConnector1">
            <a:avLst/>
          </a:prstGeom>
          <a:ln w="9525">
            <a:solidFill>
              <a:srgbClr val="CBD5E1">
                <a:alpha val="45000"/>
              </a:srgbClr>
            </a:solidFill>
            <a:prstDash val="solid"/>
          </a:ln>
        </p:spPr>
      </p:cxnSp>
      <p:cxnSp>
        <p:nvCxnSpPr>
          <p:cNvPr id="1542215211" name="Straight Arrow Connector 2036758707"/>
          <p:cNvCxnSpPr>
            <a:stCxn id="1154204216" idx="6"/>
            <a:endCxn id="810689338" idx="2"/>
          </p:cNvCxnSpPr>
          <p:nvPr/>
        </p:nvCxnSpPr>
        <p:spPr bwMode="auto">
          <a:xfrm>
            <a:off x="7277099" y="2428875"/>
            <a:ext cx="2019299" cy="613171"/>
          </a:xfrm>
          <a:prstGeom prst="straightConnector1">
            <a:avLst/>
          </a:prstGeom>
          <a:ln w="9525">
            <a:solidFill>
              <a:srgbClr val="CBD5E1">
                <a:alpha val="45000"/>
              </a:srgbClr>
            </a:solidFill>
            <a:prstDash val="solid"/>
          </a:ln>
        </p:spPr>
      </p:cxnSp>
      <p:cxnSp>
        <p:nvCxnSpPr>
          <p:cNvPr id="656178448" name="Straight Arrow Connector 2036758708"/>
          <p:cNvCxnSpPr>
            <a:stCxn id="1154204216" idx="6"/>
            <a:endCxn id="484686183" idx="2"/>
          </p:cNvCxnSpPr>
          <p:nvPr/>
        </p:nvCxnSpPr>
        <p:spPr bwMode="auto">
          <a:xfrm>
            <a:off x="7277099" y="2428875"/>
            <a:ext cx="2019299" cy="1890712"/>
          </a:xfrm>
          <a:prstGeom prst="straightConnector1">
            <a:avLst/>
          </a:prstGeom>
          <a:ln w="9525">
            <a:solidFill>
              <a:srgbClr val="CBD5E1">
                <a:alpha val="45000"/>
              </a:srgbClr>
            </a:solidFill>
            <a:prstDash val="solid"/>
          </a:ln>
        </p:spPr>
      </p:cxnSp>
      <p:cxnSp>
        <p:nvCxnSpPr>
          <p:cNvPr id="1413030801" name="Straight Arrow Connector 2036758709"/>
          <p:cNvCxnSpPr>
            <a:stCxn id="188776691" idx="6"/>
            <a:endCxn id="810689338" idx="2"/>
          </p:cNvCxnSpPr>
          <p:nvPr/>
        </p:nvCxnSpPr>
        <p:spPr bwMode="auto">
          <a:xfrm flipV="1">
            <a:off x="7277099" y="3045023"/>
            <a:ext cx="2019299" cy="0"/>
          </a:xfrm>
          <a:prstGeom prst="straightConnector1">
            <a:avLst/>
          </a:prstGeom>
          <a:ln w="9525">
            <a:solidFill>
              <a:srgbClr val="CBD5E1">
                <a:alpha val="45000"/>
              </a:srgbClr>
            </a:solidFill>
            <a:prstDash val="solid"/>
          </a:ln>
        </p:spPr>
      </p:cxnSp>
      <p:cxnSp>
        <p:nvCxnSpPr>
          <p:cNvPr id="1409155630" name="Straight Arrow Connector 2036758710"/>
          <p:cNvCxnSpPr>
            <a:stCxn id="188776691" idx="6"/>
            <a:endCxn id="484686183" idx="2"/>
          </p:cNvCxnSpPr>
          <p:nvPr/>
        </p:nvCxnSpPr>
        <p:spPr bwMode="auto">
          <a:xfrm>
            <a:off x="7277099" y="3047999"/>
            <a:ext cx="2019299" cy="1271587"/>
          </a:xfrm>
          <a:prstGeom prst="straightConnector1">
            <a:avLst/>
          </a:prstGeom>
          <a:ln w="9525">
            <a:solidFill>
              <a:srgbClr val="CBD5E1">
                <a:alpha val="45000"/>
              </a:srgbClr>
            </a:solidFill>
            <a:prstDash val="solid"/>
          </a:ln>
        </p:spPr>
      </p:cxnSp>
      <p:cxnSp>
        <p:nvCxnSpPr>
          <p:cNvPr id="1912976147" name="Straight Arrow Connector 2036758711"/>
          <p:cNvCxnSpPr>
            <a:stCxn id="984072674" idx="6"/>
            <a:endCxn id="810689338" idx="2"/>
          </p:cNvCxnSpPr>
          <p:nvPr/>
        </p:nvCxnSpPr>
        <p:spPr bwMode="auto">
          <a:xfrm flipV="1">
            <a:off x="7277099" y="3042046"/>
            <a:ext cx="2019299" cy="625078"/>
          </a:xfrm>
          <a:prstGeom prst="straightConnector1">
            <a:avLst/>
          </a:prstGeom>
          <a:ln w="9525">
            <a:solidFill>
              <a:srgbClr val="CBD5E1">
                <a:alpha val="45000"/>
              </a:srgbClr>
            </a:solidFill>
            <a:prstDash val="solid"/>
          </a:ln>
        </p:spPr>
      </p:cxnSp>
      <p:cxnSp>
        <p:nvCxnSpPr>
          <p:cNvPr id="307322543" name="Straight Arrow Connector 2036758712"/>
          <p:cNvCxnSpPr>
            <a:stCxn id="984072674" idx="6"/>
            <a:endCxn id="484686183" idx="2"/>
          </p:cNvCxnSpPr>
          <p:nvPr/>
        </p:nvCxnSpPr>
        <p:spPr bwMode="auto">
          <a:xfrm>
            <a:off x="7277099" y="3667124"/>
            <a:ext cx="2019299" cy="652462"/>
          </a:xfrm>
          <a:prstGeom prst="straightConnector1">
            <a:avLst/>
          </a:prstGeom>
          <a:ln w="9525">
            <a:solidFill>
              <a:srgbClr val="CBD5E1">
                <a:alpha val="45000"/>
              </a:srgbClr>
            </a:solidFill>
            <a:prstDash val="solid"/>
          </a:ln>
        </p:spPr>
      </p:cxnSp>
      <p:cxnSp>
        <p:nvCxnSpPr>
          <p:cNvPr id="2136598988" name="Straight Arrow Connector 2036758713"/>
          <p:cNvCxnSpPr>
            <a:stCxn id="1093887366" idx="6"/>
            <a:endCxn id="810689338" idx="2"/>
          </p:cNvCxnSpPr>
          <p:nvPr/>
        </p:nvCxnSpPr>
        <p:spPr bwMode="auto">
          <a:xfrm flipV="1">
            <a:off x="7277099" y="3042046"/>
            <a:ext cx="2019299" cy="1244202"/>
          </a:xfrm>
          <a:prstGeom prst="straightConnector1">
            <a:avLst/>
          </a:prstGeom>
          <a:ln w="9525">
            <a:solidFill>
              <a:srgbClr val="CBD5E1">
                <a:alpha val="45000"/>
              </a:srgbClr>
            </a:solidFill>
            <a:prstDash val="solid"/>
          </a:ln>
        </p:spPr>
      </p:cxnSp>
      <p:cxnSp>
        <p:nvCxnSpPr>
          <p:cNvPr id="1361942555" name="Straight Arrow Connector 2036758714"/>
          <p:cNvCxnSpPr>
            <a:stCxn id="1093887366" idx="6"/>
            <a:endCxn id="484686183" idx="2"/>
          </p:cNvCxnSpPr>
          <p:nvPr/>
        </p:nvCxnSpPr>
        <p:spPr bwMode="auto">
          <a:xfrm>
            <a:off x="7277099" y="4286250"/>
            <a:ext cx="2019299" cy="33337"/>
          </a:xfrm>
          <a:prstGeom prst="straightConnector1">
            <a:avLst/>
          </a:prstGeom>
          <a:ln w="9525">
            <a:solidFill>
              <a:srgbClr val="CBD5E1">
                <a:alpha val="45000"/>
              </a:srgbClr>
            </a:solidFill>
            <a:prstDash val="solid"/>
          </a:ln>
        </p:spPr>
      </p:cxnSp>
      <p:cxnSp>
        <p:nvCxnSpPr>
          <p:cNvPr id="1529824784" name="Straight Arrow Connector 2036758715"/>
          <p:cNvCxnSpPr>
            <a:stCxn id="1340824267" idx="6"/>
            <a:endCxn id="810689338" idx="2"/>
          </p:cNvCxnSpPr>
          <p:nvPr/>
        </p:nvCxnSpPr>
        <p:spPr bwMode="auto">
          <a:xfrm flipV="1">
            <a:off x="7277099" y="3042046"/>
            <a:ext cx="2019299" cy="1863327"/>
          </a:xfrm>
          <a:prstGeom prst="straightConnector1">
            <a:avLst/>
          </a:prstGeom>
          <a:ln w="9525">
            <a:solidFill>
              <a:srgbClr val="CBD5E1">
                <a:alpha val="45000"/>
              </a:srgbClr>
            </a:solidFill>
            <a:prstDash val="solid"/>
          </a:ln>
        </p:spPr>
      </p:cxnSp>
      <p:cxnSp>
        <p:nvCxnSpPr>
          <p:cNvPr id="1906397345" name="Straight Arrow Connector 2036758716"/>
          <p:cNvCxnSpPr>
            <a:stCxn id="1340824267" idx="6"/>
            <a:endCxn id="484686183" idx="2"/>
          </p:cNvCxnSpPr>
          <p:nvPr/>
        </p:nvCxnSpPr>
        <p:spPr bwMode="auto">
          <a:xfrm flipV="1">
            <a:off x="7277099" y="4319587"/>
            <a:ext cx="2019299" cy="585787"/>
          </a:xfrm>
          <a:prstGeom prst="straightConnector1">
            <a:avLst/>
          </a:prstGeom>
          <a:ln w="9525">
            <a:solidFill>
              <a:srgbClr val="CBD5E1">
                <a:alpha val="45000"/>
              </a:srgbClr>
            </a:solidFill>
            <a:prstDash val="soli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38172827" name="Rectangle 109782403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endParaRPr/>
          </a:p>
        </p:txBody>
      </p:sp>
      <p:sp>
        <p:nvSpPr>
          <p:cNvPr id="351477008" name="Rectangle 367767092"/>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 tiny network: width 1, depth 2</a:t>
            </a:r>
            <a:endParaRPr/>
          </a:p>
        </p:txBody>
      </p:sp>
      <p:sp>
        <p:nvSpPr>
          <p:cNvPr id="2096874828" name="Rectangle: Rounded Corners 883548822"/>
          <p:cNvSpPr>
            <a:spLocks noGrp="1"/>
          </p:cNvSpPr>
          <p:nvPr/>
        </p:nvSpPr>
        <p:spPr bwMode="auto">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pPr>
              <a:defRPr/>
            </a:pPr>
            <a:endParaRPr/>
          </a:p>
        </p:txBody>
      </p:sp>
      <p:sp>
        <p:nvSpPr>
          <p:cNvPr id="1862884671" name="Arrow: Right 30435300"/>
          <p:cNvSpPr>
            <a:spLocks noGrp="1"/>
          </p:cNvSpPr>
          <p:nvPr/>
        </p:nvSpPr>
        <p:spPr bwMode="auto">
          <a:xfrm>
            <a:off x="3276599" y="3209925"/>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algn="ctr">
              <a:buNone/>
              <a:defRPr sz="1350" b="1">
                <a:solidFill>
                  <a:srgbClr val="2563EB"/>
                </a:solidFill>
              </a:defRPr>
            </a:pPr>
            <a:r>
              <a:rPr sz="1350" b="1">
                <a:solidFill>
                  <a:srgbClr val="2563EB"/>
                </a:solidFill>
              </a:rPr>
              <a:t>w₁</a:t>
            </a:r>
            <a:endParaRPr/>
          </a:p>
        </p:txBody>
      </p:sp>
      <p:sp>
        <p:nvSpPr>
          <p:cNvPr id="993913408" name="Arrow: Right 664671564"/>
          <p:cNvSpPr>
            <a:spLocks noGrp="1"/>
          </p:cNvSpPr>
          <p:nvPr/>
        </p:nvSpPr>
        <p:spPr bwMode="auto">
          <a:xfrm>
            <a:off x="5524499" y="3181352"/>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algn="ctr">
              <a:buNone/>
              <a:defRPr sz="1350" b="1">
                <a:solidFill>
                  <a:srgbClr val="2563EB"/>
                </a:solidFill>
              </a:defRPr>
            </a:pPr>
            <a:r>
              <a:rPr sz="1350" b="1">
                <a:solidFill>
                  <a:srgbClr val="2563EB"/>
                </a:solidFill>
              </a:rPr>
              <a:t>w₂</a:t>
            </a:r>
            <a:endParaRPr/>
          </a:p>
        </p:txBody>
      </p:sp>
      <p:sp>
        <p:nvSpPr>
          <p:cNvPr id="1001747995" name="Arrow: Right 1891700562"/>
          <p:cNvSpPr>
            <a:spLocks noGrp="1"/>
          </p:cNvSpPr>
          <p:nvPr/>
        </p:nvSpPr>
        <p:spPr bwMode="auto">
          <a:xfrm>
            <a:off x="7772400" y="3181352"/>
            <a:ext cx="1143000" cy="438149"/>
          </a:xfrm>
          <a:prstGeom prst="rightArrow">
            <a:avLst>
              <a:gd name="adj1" fmla="val 50000"/>
              <a:gd name="adj2" fmla="val 50000"/>
            </a:avLst>
          </a:prstGeom>
          <a:solidFill>
            <a:srgbClr val="DBEAFE"/>
          </a:solidFill>
          <a:ln w="14288">
            <a:solidFill>
              <a:srgbClr val="2563EB"/>
            </a:solidFill>
            <a:prstDash val="solid"/>
          </a:ln>
        </p:spPr>
        <p:txBody>
          <a:bodyPr vert="horz" wrap="square" lIns="91440" tIns="45720" rIns="91440" bIns="45720" anchor="ctr"/>
          <a:lstStyle/>
          <a:p>
            <a:pPr lvl="0" algn="ctr">
              <a:buNone/>
              <a:defRPr sz="1350" b="1">
                <a:solidFill>
                  <a:srgbClr val="2563EB"/>
                </a:solidFill>
              </a:defRPr>
            </a:pPr>
            <a:r>
              <a:rPr sz="1350" b="1">
                <a:solidFill>
                  <a:srgbClr val="2563EB"/>
                </a:solidFill>
              </a:rPr>
              <a:t>w₃</a:t>
            </a:r>
            <a:endParaRPr/>
          </a:p>
        </p:txBody>
      </p:sp>
      <p:sp>
        <p:nvSpPr>
          <p:cNvPr id="1559790289" name="Oval 1774263468"/>
          <p:cNvSpPr>
            <a:spLocks noGrp="1"/>
          </p:cNvSpPr>
          <p:nvPr/>
        </p:nvSpPr>
        <p:spPr bwMode="auto">
          <a:xfrm>
            <a:off x="2171700" y="2857501"/>
            <a:ext cx="1104900" cy="1104900"/>
          </a:xfrm>
          <a:prstGeom prst="ellipse">
            <a:avLst/>
          </a:prstGeom>
          <a:solidFill>
            <a:srgbClr val="FFFFFF"/>
          </a:solidFill>
          <a:ln w="19050">
            <a:solidFill>
              <a:srgbClr val="667085"/>
            </a:solidFill>
            <a:prstDash val="solid"/>
          </a:ln>
        </p:spPr>
        <p:txBody>
          <a:bodyPr/>
          <a:lstStyle/>
          <a:p>
            <a:pPr algn="ctr">
              <a:buNone/>
              <a:defRPr sz="2400" b="1">
                <a:solidFill>
                  <a:srgbClr val="667085"/>
                </a:solidFill>
              </a:defRPr>
            </a:pPr>
            <a:r>
              <a:rPr sz="2400" b="1">
                <a:solidFill>
                  <a:srgbClr val="667085"/>
                </a:solidFill>
              </a:rPr>
              <a:t>x</a:t>
            </a:r>
            <a:endParaRPr/>
          </a:p>
        </p:txBody>
      </p:sp>
      <p:sp>
        <p:nvSpPr>
          <p:cNvPr id="818655303" name="Oval 853291486"/>
          <p:cNvSpPr>
            <a:spLocks noGrp="1"/>
          </p:cNvSpPr>
          <p:nvPr/>
        </p:nvSpPr>
        <p:spPr bwMode="auto">
          <a:xfrm>
            <a:off x="4419599" y="2847977"/>
            <a:ext cx="1104900" cy="1104900"/>
          </a:xfrm>
          <a:prstGeom prst="ellipse">
            <a:avLst/>
          </a:prstGeom>
          <a:solidFill>
            <a:srgbClr val="DBEAFE"/>
          </a:solidFill>
          <a:ln w="19050">
            <a:solidFill>
              <a:srgbClr val="2563EB"/>
            </a:solidFill>
            <a:prstDash val="solid"/>
          </a:ln>
        </p:spPr>
        <p:txBody>
          <a:bodyPr/>
          <a:lstStyle/>
          <a:p>
            <a:pPr algn="ctr">
              <a:buNone/>
              <a:defRPr sz="2400" b="1">
                <a:solidFill>
                  <a:srgbClr val="2563EB"/>
                </a:solidFill>
              </a:defRPr>
            </a:pPr>
            <a:r>
              <a:rPr sz="2400" b="1">
                <a:solidFill>
                  <a:srgbClr val="2563EB"/>
                </a:solidFill>
              </a:rPr>
              <a:t>h1</a:t>
            </a:r>
            <a:endParaRPr/>
          </a:p>
        </p:txBody>
      </p:sp>
      <p:sp>
        <p:nvSpPr>
          <p:cNvPr id="1001868795" name="Oval 1792906235"/>
          <p:cNvSpPr>
            <a:spLocks noGrp="1"/>
          </p:cNvSpPr>
          <p:nvPr/>
        </p:nvSpPr>
        <p:spPr bwMode="auto">
          <a:xfrm>
            <a:off x="6667499" y="2847977"/>
            <a:ext cx="1104900" cy="1104900"/>
          </a:xfrm>
          <a:prstGeom prst="ellipse">
            <a:avLst/>
          </a:prstGeom>
          <a:solidFill>
            <a:srgbClr val="EDE9FE"/>
          </a:solidFill>
          <a:ln w="19050">
            <a:solidFill>
              <a:srgbClr val="7C3AED"/>
            </a:solidFill>
            <a:prstDash val="solid"/>
          </a:ln>
        </p:spPr>
        <p:txBody>
          <a:bodyPr/>
          <a:lstStyle/>
          <a:p>
            <a:pPr algn="ctr">
              <a:buNone/>
              <a:defRPr sz="2400" b="1">
                <a:solidFill>
                  <a:srgbClr val="7C3AED"/>
                </a:solidFill>
              </a:defRPr>
            </a:pPr>
            <a:r>
              <a:rPr sz="2400" b="1">
                <a:solidFill>
                  <a:srgbClr val="7C3AED"/>
                </a:solidFill>
              </a:rPr>
              <a:t>h2</a:t>
            </a:r>
            <a:endParaRPr/>
          </a:p>
        </p:txBody>
      </p:sp>
      <p:sp>
        <p:nvSpPr>
          <p:cNvPr id="687113018" name="Oval 42226970"/>
          <p:cNvSpPr>
            <a:spLocks noGrp="1"/>
          </p:cNvSpPr>
          <p:nvPr/>
        </p:nvSpPr>
        <p:spPr bwMode="auto">
          <a:xfrm>
            <a:off x="8915400" y="2857501"/>
            <a:ext cx="1104900" cy="1104900"/>
          </a:xfrm>
          <a:prstGeom prst="ellipse">
            <a:avLst/>
          </a:prstGeom>
          <a:solidFill>
            <a:srgbClr val="DCFCE7"/>
          </a:solidFill>
          <a:ln w="19050">
            <a:solidFill>
              <a:srgbClr val="10B981"/>
            </a:solidFill>
            <a:prstDash val="solid"/>
          </a:ln>
        </p:spPr>
        <p:txBody>
          <a:bodyPr/>
          <a:lstStyle/>
          <a:p>
            <a:pPr algn="ctr">
              <a:buNone/>
              <a:defRPr sz="2400" b="1">
                <a:solidFill>
                  <a:srgbClr val="10B981"/>
                </a:solidFill>
              </a:defRPr>
            </a:pPr>
            <a:r>
              <a:rPr sz="2400" b="1">
                <a:solidFill>
                  <a:srgbClr val="10B981"/>
                </a:solidFill>
              </a:rPr>
              <a:t>ŷ</a:t>
            </a:r>
            <a:endParaRPr/>
          </a:p>
        </p:txBody>
      </p:sp>
      <p:sp>
        <p:nvSpPr>
          <p:cNvPr id="365145925" name="Rectangle 1089881666"/>
          <p:cNvSpPr>
            <a:spLocks noGrp="1"/>
          </p:cNvSpPr>
          <p:nvPr/>
        </p:nvSpPr>
        <p:spPr bwMode="auto">
          <a:xfrm>
            <a:off x="1914525" y="4219576"/>
            <a:ext cx="1619250" cy="304800"/>
          </a:xfrm>
          <a:prstGeom prst="rect">
            <a:avLst/>
          </a:prstGeom>
          <a:noFill/>
          <a:ln w="0">
            <a:noFill/>
            <a:prstDash val="solid"/>
          </a:ln>
        </p:spPr>
        <p:txBody>
          <a:bodyPr/>
          <a:lstStyle/>
          <a:p>
            <a:pPr algn="ctr">
              <a:buNone/>
              <a:defRPr sz="1650" b="1">
                <a:solidFill>
                  <a:srgbClr val="667085"/>
                </a:solidFill>
              </a:defRPr>
            </a:pPr>
            <a:r>
              <a:rPr sz="1650" b="1">
                <a:solidFill>
                  <a:srgbClr val="667085"/>
                </a:solidFill>
              </a:rPr>
              <a:t>input x</a:t>
            </a:r>
            <a:endParaRPr/>
          </a:p>
        </p:txBody>
      </p:sp>
      <p:sp>
        <p:nvSpPr>
          <p:cNvPr id="202077807" name="Rectangle 1395988584"/>
          <p:cNvSpPr>
            <a:spLocks noGrp="1"/>
          </p:cNvSpPr>
          <p:nvPr/>
        </p:nvSpPr>
        <p:spPr bwMode="auto">
          <a:xfrm>
            <a:off x="4162424" y="4210052"/>
            <a:ext cx="1619250" cy="30480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hidden 1</a:t>
            </a:r>
            <a:endParaRPr/>
          </a:p>
        </p:txBody>
      </p:sp>
      <p:sp>
        <p:nvSpPr>
          <p:cNvPr id="1270112368" name="Rectangle 1242620362"/>
          <p:cNvSpPr>
            <a:spLocks noGrp="1"/>
          </p:cNvSpPr>
          <p:nvPr/>
        </p:nvSpPr>
        <p:spPr bwMode="auto">
          <a:xfrm>
            <a:off x="6410324" y="4210052"/>
            <a:ext cx="1619250" cy="304800"/>
          </a:xfrm>
          <a:prstGeom prst="rect">
            <a:avLst/>
          </a:prstGeom>
          <a:noFill/>
          <a:ln w="0">
            <a:noFill/>
            <a:prstDash val="solid"/>
          </a:ln>
        </p:spPr>
        <p:txBody>
          <a:bodyPr/>
          <a:lstStyle/>
          <a:p>
            <a:pPr algn="ctr">
              <a:buNone/>
              <a:defRPr sz="1650" b="1">
                <a:solidFill>
                  <a:srgbClr val="7C3AED"/>
                </a:solidFill>
              </a:defRPr>
            </a:pPr>
            <a:r>
              <a:rPr sz="1650" b="1">
                <a:solidFill>
                  <a:srgbClr val="7C3AED"/>
                </a:solidFill>
              </a:rPr>
              <a:t>hidden 2</a:t>
            </a:r>
            <a:endParaRPr/>
          </a:p>
        </p:txBody>
      </p:sp>
      <p:sp>
        <p:nvSpPr>
          <p:cNvPr id="2082530648" name="Rectangle 407247670"/>
          <p:cNvSpPr>
            <a:spLocks noGrp="1"/>
          </p:cNvSpPr>
          <p:nvPr/>
        </p:nvSpPr>
        <p:spPr bwMode="auto">
          <a:xfrm>
            <a:off x="8658225" y="4219576"/>
            <a:ext cx="1619250" cy="30480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output ŷ</a:t>
            </a:r>
            <a:endParaRPr/>
          </a:p>
        </p:txBody>
      </p:sp>
      <p:sp>
        <p:nvSpPr>
          <p:cNvPr id="446141966" name="Rectangle 678696762"/>
          <p:cNvSpPr>
            <a:spLocks noGrp="1"/>
          </p:cNvSpPr>
          <p:nvPr/>
        </p:nvSpPr>
        <p:spPr bwMode="auto">
          <a:xfrm>
            <a:off x="3095625" y="1952625"/>
            <a:ext cx="6000750" cy="40005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width = 1  ·  hidden layers = 2</a:t>
            </a:r>
            <a:endParaRPr/>
          </a:p>
        </p:txBody>
      </p:sp>
      <p:sp>
        <p:nvSpPr>
          <p:cNvPr id="551748200" name="Rectangle 1192495432"/>
          <p:cNvSpPr>
            <a:spLocks noGrp="1"/>
          </p:cNvSpPr>
          <p:nvPr/>
        </p:nvSpPr>
        <p:spPr bwMode="auto">
          <a:xfrm>
            <a:off x="1571625" y="5095875"/>
            <a:ext cx="9048750" cy="34290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h₁ = σ(w₁x + b₁)     h₂ = σ(w₂h₁ + b₂)     ŷ = w₃h₂ + b₃</a:t>
            </a:r>
            <a:endParaRPr/>
          </a:p>
        </p:txBody>
      </p:sp>
      <p:sp>
        <p:nvSpPr>
          <p:cNvPr id="902077146" name="Rectangle 1983941594"/>
          <p:cNvSpPr>
            <a:spLocks noGrp="1"/>
          </p:cNvSpPr>
          <p:nvPr/>
        </p:nvSpPr>
        <p:spPr bwMode="auto">
          <a:xfrm>
            <a:off x="4572000" y="3609977"/>
            <a:ext cx="800100" cy="209550"/>
          </a:xfrm>
          <a:prstGeom prst="rect">
            <a:avLst/>
          </a:prstGeom>
          <a:noFill/>
          <a:ln w="0">
            <a:noFill/>
            <a:prstDash val="solid"/>
          </a:ln>
        </p:spPr>
        <p:txBody>
          <a:bodyPr/>
          <a:lstStyle/>
          <a:p>
            <a:pPr algn="ctr">
              <a:buNone/>
              <a:defRPr sz="1200" b="1">
                <a:solidFill>
                  <a:srgbClr val="2563EB"/>
                </a:solidFill>
              </a:defRPr>
            </a:pPr>
            <a:r>
              <a:rPr sz="1200" b="1">
                <a:solidFill>
                  <a:srgbClr val="2563EB"/>
                </a:solidFill>
              </a:rPr>
              <a:t>+ b₁</a:t>
            </a:r>
            <a:endParaRPr/>
          </a:p>
        </p:txBody>
      </p:sp>
      <p:sp>
        <p:nvSpPr>
          <p:cNvPr id="1406874062" name="Rectangle 1298832519"/>
          <p:cNvSpPr>
            <a:spLocks noGrp="1"/>
          </p:cNvSpPr>
          <p:nvPr/>
        </p:nvSpPr>
        <p:spPr bwMode="auto">
          <a:xfrm>
            <a:off x="6819899" y="3609977"/>
            <a:ext cx="800100" cy="209550"/>
          </a:xfrm>
          <a:prstGeom prst="rect">
            <a:avLst/>
          </a:prstGeom>
          <a:noFill/>
          <a:ln w="0">
            <a:noFill/>
            <a:prstDash val="solid"/>
          </a:ln>
        </p:spPr>
        <p:txBody>
          <a:bodyPr/>
          <a:lstStyle/>
          <a:p>
            <a:pPr algn="ctr">
              <a:buNone/>
              <a:defRPr sz="1200" b="1">
                <a:solidFill>
                  <a:srgbClr val="7C3AED"/>
                </a:solidFill>
              </a:defRPr>
            </a:pPr>
            <a:r>
              <a:rPr sz="1200" b="1">
                <a:solidFill>
                  <a:srgbClr val="7C3AED"/>
                </a:solidFill>
              </a:rPr>
              <a:t>+ b₂</a:t>
            </a:r>
            <a:endParaRPr/>
          </a:p>
        </p:txBody>
      </p:sp>
      <p:sp>
        <p:nvSpPr>
          <p:cNvPr id="107082707" name="Rectangle 1998109535"/>
          <p:cNvSpPr>
            <a:spLocks noGrp="1"/>
          </p:cNvSpPr>
          <p:nvPr/>
        </p:nvSpPr>
        <p:spPr bwMode="auto">
          <a:xfrm>
            <a:off x="9067799" y="3619501"/>
            <a:ext cx="800100" cy="209550"/>
          </a:xfrm>
          <a:prstGeom prst="rect">
            <a:avLst/>
          </a:prstGeom>
          <a:noFill/>
          <a:ln w="0">
            <a:noFill/>
            <a:prstDash val="solid"/>
          </a:ln>
        </p:spPr>
        <p:txBody>
          <a:bodyPr/>
          <a:lstStyle/>
          <a:p>
            <a:pPr algn="ctr">
              <a:buNone/>
              <a:defRPr sz="1200" b="1">
                <a:solidFill>
                  <a:srgbClr val="10B981"/>
                </a:solidFill>
              </a:defRPr>
            </a:pPr>
            <a:r>
              <a:rPr sz="1200" b="1">
                <a:solidFill>
                  <a:srgbClr val="10B981"/>
                </a:solidFill>
              </a:rPr>
              <a:t>+ b₃</a:t>
            </a:r>
            <a:endParaRPr/>
          </a:p>
        </p:txBody>
      </p:sp>
      <p:sp>
        <p:nvSpPr>
          <p:cNvPr id="627946880" name="Rectangle 808663872"/>
          <p:cNvSpPr>
            <a:spLocks noGrp="1"/>
          </p:cNvSpPr>
          <p:nvPr/>
        </p:nvSpPr>
        <p:spPr bwMode="auto">
          <a:xfrm>
            <a:off x="4524375" y="5524500"/>
            <a:ext cx="3143250" cy="26670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σ = activation function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5725015" name="Rectangle 1089908974"/>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373364439" name="Rectangle 145667505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endParaRPr/>
          </a:p>
        </p:txBody>
      </p:sp>
      <p:sp>
        <p:nvSpPr>
          <p:cNvPr id="2081061640" name="Rectangle 685086081"/>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endParaRPr/>
          </a:p>
        </p:txBody>
      </p:sp>
      <p:sp>
        <p:nvSpPr>
          <p:cNvPr id="1174314173" name="Rectangle: Rounded Corners 703067205"/>
          <p:cNvSpPr>
            <a:spLocks noGrp="1"/>
          </p:cNvSpPr>
          <p:nvPr/>
        </p:nvSpPr>
        <p:spPr bwMode="auto">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pPr>
              <a:defRPr/>
            </a:pPr>
            <a:endParaRPr/>
          </a:p>
        </p:txBody>
      </p:sp>
      <p:sp>
        <p:nvSpPr>
          <p:cNvPr id="1903453526" name="Rectangle: Rounded Corners 2073093972"/>
          <p:cNvSpPr>
            <a:spLocks noGrp="1"/>
          </p:cNvSpPr>
          <p:nvPr/>
        </p:nvSpPr>
        <p:spPr bwMode="auto">
          <a:xfrm>
            <a:off x="1095375" y="1809750"/>
            <a:ext cx="4191000" cy="552450"/>
          </a:xfrm>
          <a:prstGeom prst="roundRect">
            <a:avLst>
              <a:gd name="adj" fmla="val 20690"/>
            </a:avLst>
          </a:prstGeom>
          <a:solidFill>
            <a:srgbClr val="FEF2F2"/>
          </a:solidFill>
          <a:ln w="14288">
            <a:solidFill>
              <a:srgbClr val="EF4444"/>
            </a:solidFill>
            <a:prstDash val="solid"/>
          </a:ln>
        </p:spPr>
        <p:txBody>
          <a:bodyPr/>
          <a:lstStyle/>
          <a:p>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endParaRPr/>
          </a:p>
        </p:txBody>
      </p:sp>
      <p:sp>
        <p:nvSpPr>
          <p:cNvPr id="1909411931" name="Rectangle: Rounded Corners 1748555112"/>
          <p:cNvSpPr>
            <a:spLocks noGrp="1"/>
          </p:cNvSpPr>
          <p:nvPr/>
        </p:nvSpPr>
        <p:spPr bwMode="auto">
          <a:xfrm>
            <a:off x="6905625" y="1809750"/>
            <a:ext cx="4191000" cy="552450"/>
          </a:xfrm>
          <a:prstGeom prst="roundRect">
            <a:avLst>
              <a:gd name="adj" fmla="val 20690"/>
            </a:avLst>
          </a:prstGeom>
          <a:solidFill>
            <a:srgbClr val="ECFDF5"/>
          </a:solidFill>
          <a:ln w="14288">
            <a:solidFill>
              <a:srgbClr val="10B981"/>
            </a:solidFill>
            <a:prstDash val="solid"/>
          </a:ln>
        </p:spPr>
        <p:txBody>
          <a:bodyPr/>
          <a:lstStyle/>
          <a:p>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endParaRPr/>
          </a:p>
        </p:txBody>
      </p:sp>
      <p:sp>
        <p:nvSpPr>
          <p:cNvPr id="82684663" name="Rectangle: Rounded Corners 309143749"/>
          <p:cNvSpPr>
            <a:spLocks noGrp="1"/>
          </p:cNvSpPr>
          <p:nvPr/>
        </p:nvSpPr>
        <p:spPr bwMode="auto">
          <a:xfrm>
            <a:off x="1047750" y="2905125"/>
            <a:ext cx="1285875" cy="933450"/>
          </a:xfrm>
          <a:prstGeom prst="roundRect">
            <a:avLst>
              <a:gd name="adj" fmla="val 15385"/>
            </a:avLst>
          </a:prstGeom>
          <a:solidFill>
            <a:srgbClr val="FFFFFF"/>
          </a:solidFill>
          <a:ln w="14288">
            <a:solidFill>
              <a:srgbClr val="CBD5E1"/>
            </a:solidFill>
            <a:prstDash val="solid"/>
          </a:ln>
        </p:spPr>
        <p:txBody>
          <a:bodyPr anchor="ctr"/>
          <a:lstStyle/>
          <a:p>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endParaRPr/>
          </a:p>
        </p:txBody>
      </p:sp>
      <p:sp>
        <p:nvSpPr>
          <p:cNvPr id="878461402" name="Arrow: Right 977560911"/>
          <p:cNvSpPr>
            <a:spLocks noGrp="1"/>
          </p:cNvSpPr>
          <p:nvPr/>
        </p:nvSpPr>
        <p:spPr bwMode="auto">
          <a:xfrm>
            <a:off x="2333625" y="3181350"/>
            <a:ext cx="190500" cy="361950"/>
          </a:xfrm>
          <a:prstGeom prst="rightArrow">
            <a:avLst>
              <a:gd name="adj1" fmla="val 50000"/>
              <a:gd name="adj2" fmla="val 50000"/>
            </a:avLst>
          </a:prstGeom>
          <a:solidFill>
            <a:srgbClr val="FEE2E2"/>
          </a:solidFill>
          <a:ln w="14288">
            <a:solidFill>
              <a:srgbClr val="EF4444"/>
            </a:solidFill>
            <a:prstDash val="solid"/>
          </a:ln>
        </p:spPr>
        <p:txBody>
          <a:bodyPr/>
          <a:lstStyle/>
          <a:p>
            <a:pPr>
              <a:defRPr/>
            </a:pPr>
            <a:endParaRPr/>
          </a:p>
        </p:txBody>
      </p:sp>
      <p:sp>
        <p:nvSpPr>
          <p:cNvPr id="1568866642" name="Rectangle: Rounded Corners 322329312"/>
          <p:cNvSpPr>
            <a:spLocks noGrp="1"/>
          </p:cNvSpPr>
          <p:nvPr/>
        </p:nvSpPr>
        <p:spPr bwMode="auto">
          <a:xfrm>
            <a:off x="2524125" y="2905125"/>
            <a:ext cx="1285875" cy="933450"/>
          </a:xfrm>
          <a:prstGeom prst="roundRect">
            <a:avLst>
              <a:gd name="adj" fmla="val 15385"/>
            </a:avLst>
          </a:prstGeom>
          <a:solidFill>
            <a:srgbClr val="FFFFFF"/>
          </a:solidFill>
          <a:ln w="14288">
            <a:solidFill>
              <a:srgbClr val="CBD5E1"/>
            </a:solidFill>
            <a:prstDash val="solid"/>
          </a:ln>
        </p:spPr>
        <p:txBody>
          <a:bodyPr anchor="ctr"/>
          <a:lstStyle/>
          <a:p>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endParaRPr/>
          </a:p>
        </p:txBody>
      </p:sp>
      <p:sp>
        <p:nvSpPr>
          <p:cNvPr id="1024188676" name="Arrow: Right 1733251710"/>
          <p:cNvSpPr>
            <a:spLocks noGrp="1"/>
          </p:cNvSpPr>
          <p:nvPr/>
        </p:nvSpPr>
        <p:spPr bwMode="auto">
          <a:xfrm>
            <a:off x="3810000" y="3181350"/>
            <a:ext cx="190500" cy="361950"/>
          </a:xfrm>
          <a:prstGeom prst="rightArrow">
            <a:avLst>
              <a:gd name="adj1" fmla="val 50000"/>
              <a:gd name="adj2" fmla="val 50000"/>
            </a:avLst>
          </a:prstGeom>
          <a:solidFill>
            <a:srgbClr val="FEE2E2"/>
          </a:solidFill>
          <a:ln w="14288">
            <a:solidFill>
              <a:srgbClr val="EF4444"/>
            </a:solidFill>
            <a:prstDash val="solid"/>
          </a:ln>
        </p:spPr>
        <p:txBody>
          <a:bodyPr/>
          <a:lstStyle/>
          <a:p>
            <a:pPr>
              <a:defRPr/>
            </a:pPr>
            <a:endParaRPr/>
          </a:p>
        </p:txBody>
      </p:sp>
      <p:sp>
        <p:nvSpPr>
          <p:cNvPr id="961016059" name="Rectangle: Rounded Corners 320581777"/>
          <p:cNvSpPr>
            <a:spLocks noGrp="1"/>
          </p:cNvSpPr>
          <p:nvPr/>
        </p:nvSpPr>
        <p:spPr bwMode="auto">
          <a:xfrm>
            <a:off x="4000500" y="2905125"/>
            <a:ext cx="1285875" cy="933450"/>
          </a:xfrm>
          <a:prstGeom prst="roundRect">
            <a:avLst>
              <a:gd name="adj" fmla="val 15385"/>
            </a:avLst>
          </a:prstGeom>
          <a:solidFill>
            <a:srgbClr val="FFFFFF"/>
          </a:solidFill>
          <a:ln w="14288">
            <a:solidFill>
              <a:srgbClr val="EF4444"/>
            </a:solidFill>
            <a:prstDash val="solid"/>
          </a:ln>
        </p:spPr>
        <p:txBody>
          <a:bodyPr anchor="ctr"/>
          <a:lstStyle/>
          <a:p>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endParaRPr/>
          </a:p>
        </p:txBody>
      </p:sp>
      <p:sp>
        <p:nvSpPr>
          <p:cNvPr id="313374344" name="Rectangle: Rounded Corners 1461810186"/>
          <p:cNvSpPr>
            <a:spLocks noGrp="1"/>
          </p:cNvSpPr>
          <p:nvPr/>
        </p:nvSpPr>
        <p:spPr bwMode="auto">
          <a:xfrm>
            <a:off x="6905625" y="2905125"/>
            <a:ext cx="1285875" cy="933450"/>
          </a:xfrm>
          <a:prstGeom prst="roundRect">
            <a:avLst>
              <a:gd name="adj" fmla="val 15385"/>
            </a:avLst>
          </a:prstGeom>
          <a:solidFill>
            <a:srgbClr val="DCFCE7"/>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endParaRPr/>
          </a:p>
        </p:txBody>
      </p:sp>
      <p:sp>
        <p:nvSpPr>
          <p:cNvPr id="1161320995" name="Arrow: Right 2100508509"/>
          <p:cNvSpPr>
            <a:spLocks noGrp="1"/>
          </p:cNvSpPr>
          <p:nvPr/>
        </p:nvSpPr>
        <p:spPr bwMode="auto">
          <a:xfrm>
            <a:off x="8191500" y="3181350"/>
            <a:ext cx="190500" cy="361950"/>
          </a:xfrm>
          <a:prstGeom prst="rightArrow">
            <a:avLst>
              <a:gd name="adj1" fmla="val 50000"/>
              <a:gd name="adj2" fmla="val 50000"/>
            </a:avLst>
          </a:prstGeom>
          <a:solidFill>
            <a:srgbClr val="DBEAFE"/>
          </a:solidFill>
          <a:ln w="14288">
            <a:solidFill>
              <a:srgbClr val="2563EB"/>
            </a:solidFill>
            <a:prstDash val="solid"/>
          </a:ln>
        </p:spPr>
        <p:txBody>
          <a:bodyPr/>
          <a:lstStyle/>
          <a:p>
            <a:pPr>
              <a:defRPr/>
            </a:pPr>
            <a:endParaRPr/>
          </a:p>
        </p:txBody>
      </p:sp>
      <p:sp>
        <p:nvSpPr>
          <p:cNvPr id="899084889" name="Rectangle: Rounded Corners 86287407"/>
          <p:cNvSpPr>
            <a:spLocks noGrp="1"/>
          </p:cNvSpPr>
          <p:nvPr/>
        </p:nvSpPr>
        <p:spPr bwMode="auto">
          <a:xfrm>
            <a:off x="8382000" y="2905125"/>
            <a:ext cx="1285875" cy="933450"/>
          </a:xfrm>
          <a:prstGeom prst="roundRect">
            <a:avLst>
              <a:gd name="adj" fmla="val 15385"/>
            </a:avLst>
          </a:prstGeom>
          <a:solidFill>
            <a:srgbClr val="DCFCE7"/>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endParaRPr/>
          </a:p>
        </p:txBody>
      </p:sp>
      <p:sp>
        <p:nvSpPr>
          <p:cNvPr id="1256420632" name="Arrow: Right 1479364581"/>
          <p:cNvSpPr>
            <a:spLocks noGrp="1"/>
          </p:cNvSpPr>
          <p:nvPr/>
        </p:nvSpPr>
        <p:spPr bwMode="auto">
          <a:xfrm>
            <a:off x="9667875" y="3181350"/>
            <a:ext cx="190500" cy="361950"/>
          </a:xfrm>
          <a:prstGeom prst="rightArrow">
            <a:avLst>
              <a:gd name="adj1" fmla="val 50000"/>
              <a:gd name="adj2" fmla="val 50000"/>
            </a:avLst>
          </a:prstGeom>
          <a:solidFill>
            <a:srgbClr val="DBEAFE"/>
          </a:solidFill>
          <a:ln w="14288">
            <a:solidFill>
              <a:srgbClr val="2563EB"/>
            </a:solidFill>
            <a:prstDash val="solid"/>
          </a:ln>
        </p:spPr>
        <p:txBody>
          <a:bodyPr/>
          <a:lstStyle/>
          <a:p>
            <a:pPr>
              <a:defRPr/>
            </a:pPr>
            <a:endParaRPr/>
          </a:p>
        </p:txBody>
      </p:sp>
      <p:sp>
        <p:nvSpPr>
          <p:cNvPr id="367630402" name="Rectangle: Rounded Corners 1923103501"/>
          <p:cNvSpPr>
            <a:spLocks noGrp="1"/>
          </p:cNvSpPr>
          <p:nvPr/>
        </p:nvSpPr>
        <p:spPr bwMode="auto">
          <a:xfrm>
            <a:off x="9858375" y="2905125"/>
            <a:ext cx="1285875" cy="933450"/>
          </a:xfrm>
          <a:prstGeom prst="roundRect">
            <a:avLst>
              <a:gd name="adj" fmla="val 15385"/>
            </a:avLst>
          </a:prstGeom>
          <a:solidFill>
            <a:srgbClr val="FFFFFF"/>
          </a:solidFill>
          <a:ln w="14288">
            <a:solidFill>
              <a:srgbClr val="10B981"/>
            </a:solidFill>
            <a:prstDash val="solid"/>
          </a:ln>
        </p:spPr>
        <p:txBody>
          <a:bodyPr anchor="ctr"/>
          <a:lstStyle/>
          <a:p>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endParaRPr/>
          </a:p>
        </p:txBody>
      </p:sp>
      <p:sp>
        <p:nvSpPr>
          <p:cNvPr id="1434116303" name="Rectangle 577350654"/>
          <p:cNvSpPr>
            <a:spLocks noGrp="1"/>
          </p:cNvSpPr>
          <p:nvPr/>
        </p:nvSpPr>
        <p:spPr bwMode="auto">
          <a:xfrm>
            <a:off x="1000125" y="4143375"/>
            <a:ext cx="4381500" cy="323850"/>
          </a:xfrm>
          <a:prstGeom prst="rect">
            <a:avLst/>
          </a:prstGeom>
          <a:noFill/>
          <a:ln w="0">
            <a:noFill/>
            <a:prstDash val="solid"/>
          </a:ln>
        </p:spPr>
        <p:txBody>
          <a:bodyPr/>
          <a:lstStyle/>
          <a:p>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Pr/>
            </a:br>
            <a:r>
              <a:rPr sz="1450" b="1">
                <a:solidFill>
                  <a:srgbClr val="EF4444"/>
                </a:solidFill>
                <a:latin typeface="Calibri"/>
                <a:ea typeface="Calibri"/>
                <a:cs typeface="Calibri"/>
              </a:rPr>
              <a:t>= ax + c  (one linear mapping)</a:t>
            </a:r>
            <a:endParaRPr/>
          </a:p>
        </p:txBody>
      </p:sp>
      <p:sp>
        <p:nvSpPr>
          <p:cNvPr id="394362348" name="Rectangle 518594253"/>
          <p:cNvSpPr>
            <a:spLocks noGrp="1"/>
          </p:cNvSpPr>
          <p:nvPr/>
        </p:nvSpPr>
        <p:spPr bwMode="auto">
          <a:xfrm>
            <a:off x="6810375" y="4143375"/>
            <a:ext cx="4381500" cy="323850"/>
          </a:xfrm>
          <a:prstGeom prst="rect">
            <a:avLst/>
          </a:prstGeom>
          <a:noFill/>
          <a:ln w="0">
            <a:noFill/>
            <a:prstDash val="solid"/>
          </a:ln>
        </p:spPr>
        <p:txBody>
          <a:bodyPr/>
          <a:lstStyle/>
          <a:p>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endParaRPr/>
          </a:p>
        </p:txBody>
      </p:sp>
      <p:sp>
        <p:nvSpPr>
          <p:cNvPr id="255482883" name="Rectangle 1132151749"/>
          <p:cNvSpPr>
            <a:spLocks noGrp="1"/>
          </p:cNvSpPr>
          <p:nvPr/>
        </p:nvSpPr>
        <p:spPr bwMode="auto">
          <a:xfrm>
            <a:off x="7524750" y="4572000"/>
            <a:ext cx="2952750" cy="285750"/>
          </a:xfrm>
          <a:prstGeom prst="rect">
            <a:avLst/>
          </a:prstGeom>
          <a:noFill/>
          <a:ln w="0">
            <a:noFill/>
            <a:prstDash val="solid"/>
          </a:ln>
        </p:spPr>
        <p:txBody>
          <a:bodyP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endParaRPr/>
          </a:p>
        </p:txBody>
      </p:sp>
      <p:sp>
        <p:nvSpPr>
          <p:cNvPr id="784270325" name="Rectangle 1591988920"/>
          <p:cNvSpPr>
            <a:spLocks noGrp="1"/>
          </p:cNvSpPr>
          <p:nvPr/>
        </p:nvSpPr>
        <p:spPr bwMode="auto">
          <a:xfrm>
            <a:off x="1524000" y="5286375"/>
            <a:ext cx="9144000" cy="304800"/>
          </a:xfrm>
          <a:prstGeom prst="rect">
            <a:avLst/>
          </a:prstGeom>
          <a:noFill/>
          <a:ln w="0">
            <a:noFill/>
            <a:prstDash val="solid"/>
          </a:ln>
        </p:spPr>
        <p:txBody>
          <a:bodyP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endParaRPr/>
          </a:p>
        </p:txBody>
      </p:sp>
      <p:sp>
        <p:nvSpPr>
          <p:cNvPr id="1519813262" name="Rectangle 2103391200"/>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09712136" name="Rectangle 498485084"/>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Activation functions</a:t>
            </a:r>
            <a:endParaRPr/>
          </a:p>
        </p:txBody>
      </p:sp>
      <p:sp>
        <p:nvSpPr>
          <p:cNvPr id="2106693545" name="Rectangle 2014745888"/>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Common activation functions</a:t>
            </a:r>
            <a:endParaRPr/>
          </a:p>
        </p:txBody>
      </p:sp>
      <p:sp>
        <p:nvSpPr>
          <p:cNvPr id="190437863" name="Rectangle: Rounded Corners 858310323"/>
          <p:cNvSpPr>
            <a:spLocks noGrp="1"/>
          </p:cNvSpPr>
          <p:nvPr/>
        </p:nvSpPr>
        <p:spPr bwMode="auto">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pPr>
              <a:defRPr/>
            </a:pPr>
            <a:endParaRPr/>
          </a:p>
        </p:txBody>
      </p:sp>
      <p:pic>
        <p:nvPicPr>
          <p:cNvPr id="120049764" name="Picture 1236124359"/>
          <p:cNvPicPr>
            <a:picLocks noChangeAspect="1"/>
          </p:cNvPicPr>
          <p:nvPr/>
        </p:nvPicPr>
        <p:blipFill rotWithShape="1">
          <a:blip r:embed="rId3"/>
          <a:stretch/>
        </p:blipFill>
        <p:spPr bwMode="auto">
          <a:xfrm>
            <a:off x="3141802" y="1466849"/>
            <a:ext cx="5908397" cy="45243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5060778" name="Rectangle 1153616344"/>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endParaRPr/>
          </a:p>
        </p:txBody>
      </p:sp>
      <p:sp>
        <p:nvSpPr>
          <p:cNvPr id="973141488" name="Rectangle 90078333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chemeClr val="tx1">
                    <a:lumMod val="65000"/>
                    <a:lumOff val="35000"/>
                  </a:schemeClr>
                </a:solidFill>
              </a:rPr>
              <a:t>The chain rule multiplies local changes</a:t>
            </a:r>
            <a:endParaRPr/>
          </a:p>
        </p:txBody>
      </p:sp>
      <p:sp>
        <p:nvSpPr>
          <p:cNvPr id="729746402" name="Rectangle 167503777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20</a:t>
            </a:r>
            <a:endParaRPr/>
          </a:p>
        </p:txBody>
      </p:sp>
      <p:sp>
        <p:nvSpPr>
          <p:cNvPr id="1855845872" name="Rectangle: Rounded Corners 2030417643"/>
          <p:cNvSpPr>
            <a:spLocks noGrp="1"/>
          </p:cNvSpPr>
          <p:nvPr/>
        </p:nvSpPr>
        <p:spPr bwMode="auto">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pPr>
              <a:defRPr/>
            </a:pPr>
            <a:endParaRPr/>
          </a:p>
        </p:txBody>
      </p:sp>
      <p:sp>
        <p:nvSpPr>
          <p:cNvPr id="837731846" name="Rectangle 774837902"/>
          <p:cNvSpPr>
            <a:spLocks noGrp="1"/>
          </p:cNvSpPr>
          <p:nvPr/>
        </p:nvSpPr>
        <p:spPr bwMode="auto">
          <a:xfrm>
            <a:off x="1428750" y="1714500"/>
            <a:ext cx="9334500" cy="323850"/>
          </a:xfrm>
          <a:prstGeom prst="rect">
            <a:avLst/>
          </a:prstGeom>
          <a:noFill/>
          <a:ln w="0">
            <a:noFill/>
            <a:prstDash val="solid"/>
          </a:ln>
        </p:spPr>
        <p:txBody>
          <a:bodyPr/>
          <a:lstStyle/>
          <a:p>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endParaRPr/>
          </a:p>
        </p:txBody>
      </p:sp>
      <p:sp>
        <p:nvSpPr>
          <p:cNvPr id="368689420" name="Arrow: Right 1720535862"/>
          <p:cNvSpPr>
            <a:spLocks noGrp="1"/>
          </p:cNvSpPr>
          <p:nvPr/>
        </p:nvSpPr>
        <p:spPr bwMode="auto">
          <a:xfrm>
            <a:off x="3390900" y="2743200"/>
            <a:ext cx="876299" cy="41910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858236038" name="Arrow: Right 1191864325"/>
          <p:cNvSpPr>
            <a:spLocks noGrp="1"/>
          </p:cNvSpPr>
          <p:nvPr/>
        </p:nvSpPr>
        <p:spPr bwMode="auto">
          <a:xfrm>
            <a:off x="6838950" y="2743200"/>
            <a:ext cx="876299" cy="41910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817993534" name="Rectangle: Rounded Corners 757820384"/>
          <p:cNvSpPr>
            <a:spLocks noGrp="1"/>
          </p:cNvSpPr>
          <p:nvPr/>
        </p:nvSpPr>
        <p:spPr bwMode="auto">
          <a:xfrm>
            <a:off x="1619250" y="2524125"/>
            <a:ext cx="1619250" cy="857250"/>
          </a:xfrm>
          <a:prstGeom prst="roundRect">
            <a:avLst>
              <a:gd name="adj" fmla="val 8889"/>
            </a:avLst>
          </a:prstGeom>
          <a:solidFill>
            <a:srgbClr val="FFFFFF"/>
          </a:solidFill>
          <a:ln w="14288">
            <a:solidFill>
              <a:srgbClr val="CBD5E1"/>
            </a:solidFill>
            <a:prstDash val="solid"/>
          </a:ln>
        </p:spPr>
        <p:txBody>
          <a:bodyPr anchor="ctr"/>
          <a:lstStyle/>
          <a:p>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endParaRPr/>
          </a:p>
        </p:txBody>
      </p:sp>
      <p:sp>
        <p:nvSpPr>
          <p:cNvPr id="506076296" name="Rectangle: Rounded Corners 1138139424"/>
          <p:cNvSpPr>
            <a:spLocks noGrp="1"/>
          </p:cNvSpPr>
          <p:nvPr/>
        </p:nvSpPr>
        <p:spPr bwMode="auto">
          <a:xfrm>
            <a:off x="4429125" y="2524125"/>
            <a:ext cx="2238375" cy="857250"/>
          </a:xfrm>
          <a:prstGeom prst="roundRect">
            <a:avLst>
              <a:gd name="adj" fmla="val 8889"/>
            </a:avLst>
          </a:prstGeom>
          <a:solidFill>
            <a:srgbClr val="EFF6FF"/>
          </a:solidFill>
          <a:ln w="14288">
            <a:solidFill>
              <a:srgbClr val="2563EB"/>
            </a:solidFill>
            <a:prstDash val="solid"/>
          </a:ln>
        </p:spPr>
        <p:txBody>
          <a:bodyPr anchor="ctr"/>
          <a:lstStyle/>
          <a:p>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endParaRPr/>
          </a:p>
        </p:txBody>
      </p:sp>
      <p:sp>
        <p:nvSpPr>
          <p:cNvPr id="666375439" name="Rectangle: Rounded Corners 1116592569"/>
          <p:cNvSpPr>
            <a:spLocks noGrp="1"/>
          </p:cNvSpPr>
          <p:nvPr/>
        </p:nvSpPr>
        <p:spPr bwMode="auto">
          <a:xfrm>
            <a:off x="7886700" y="2524125"/>
            <a:ext cx="2238375" cy="857250"/>
          </a:xfrm>
          <a:prstGeom prst="roundRect">
            <a:avLst>
              <a:gd name="adj" fmla="val 8889"/>
            </a:avLst>
          </a:prstGeom>
          <a:solidFill>
            <a:srgbClr val="ECFDF5"/>
          </a:solidFill>
          <a:ln w="14288">
            <a:solidFill>
              <a:srgbClr val="059669"/>
            </a:solidFill>
            <a:prstDash val="solid"/>
          </a:ln>
        </p:spPr>
        <p:txBody>
          <a:bodyPr anchor="ctr"/>
          <a:lstStyle/>
          <a:p>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endParaRPr/>
          </a:p>
        </p:txBody>
      </p:sp>
      <p:sp>
        <p:nvSpPr>
          <p:cNvPr id="556307590" name="Rectangle: Rounded Corners 833562430"/>
          <p:cNvSpPr>
            <a:spLocks noGrp="1"/>
          </p:cNvSpPr>
          <p:nvPr/>
        </p:nvSpPr>
        <p:spPr bwMode="auto">
          <a:xfrm>
            <a:off x="2095500" y="4000500"/>
            <a:ext cx="8001000" cy="781050"/>
          </a:xfrm>
          <a:prstGeom prst="roundRect">
            <a:avLst>
              <a:gd name="adj" fmla="val 9756"/>
            </a:avLst>
          </a:prstGeom>
          <a:solidFill>
            <a:srgbClr val="FFFFFF"/>
          </a:solidFill>
          <a:ln w="17145">
            <a:solidFill>
              <a:srgbClr val="2563EB"/>
            </a:solidFill>
            <a:prstDash val="solid"/>
          </a:ln>
        </p:spPr>
        <p:txBody>
          <a:bodyPr anchor="ctr"/>
          <a:lstStyle/>
          <a:p>
            <a:pPr algn="ctr">
              <a:buNone/>
              <a:defRPr sz="2350" b="1">
                <a:solidFill>
                  <a:srgbClr val="0B0F19"/>
                </a:solidFill>
                <a:latin typeface="Calibri"/>
                <a:ea typeface="Calibri"/>
                <a:cs typeface="Calibri"/>
              </a:defRPr>
            </a:pPr>
            <a:endParaRPr/>
          </a:p>
        </p:txBody>
      </p:sp>
      <p:sp>
        <p:nvSpPr>
          <p:cNvPr id="1525458241" name="Rectangle 674000522"/>
          <p:cNvSpPr>
            <a:spLocks noGrp="1"/>
          </p:cNvSpPr>
          <p:nvPr/>
        </p:nvSpPr>
        <p:spPr bwMode="auto">
          <a:xfrm>
            <a:off x="2571750" y="4953000"/>
            <a:ext cx="7048500" cy="266700"/>
          </a:xfrm>
          <a:prstGeom prst="rect">
            <a:avLst/>
          </a:prstGeom>
          <a:noFill/>
          <a:ln w="0">
            <a:noFill/>
            <a:prstDash val="solid"/>
          </a:ln>
        </p:spPr>
        <p:txBody>
          <a:bodyPr/>
          <a:lstStyle/>
          <a:p>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endParaRPr/>
          </a:p>
        </p:txBody>
      </p:sp>
      <p:pic>
        <p:nvPicPr>
          <p:cNvPr id="1882493006" name="Graphic 736381408"/>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2381250" y="4019550"/>
            <a:ext cx="7429500" cy="723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76460386" name="Rectangle 1153616344"/>
          <p:cNvSpPr>
            <a:spLocks noGrp="1"/>
          </p:cNvSpPr>
          <p:nvPr/>
        </p:nvSpPr>
        <p:spPr bwMode="auto">
          <a:xfrm>
            <a:off x="609600" y="323850"/>
            <a:ext cx="4000500" cy="285750"/>
          </a:xfrm>
          <a:prstGeom prst="rect">
            <a:avLst/>
          </a:prstGeom>
          <a:noFill/>
          <a:ln w="0">
            <a:noFill/>
            <a:prstDash val="solid"/>
          </a:ln>
        </p:spPr>
        <p:txBody>
          <a:bodyPr anchor="ctr"/>
          <a:lstStyle/>
          <a:p>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endParaRPr/>
          </a:p>
        </p:txBody>
      </p:sp>
      <p:sp>
        <p:nvSpPr>
          <p:cNvPr id="717598040" name="Rectangle 900783331"/>
          <p:cNvSpPr>
            <a:spLocks noGrp="1"/>
          </p:cNvSpPr>
          <p:nvPr/>
        </p:nvSpPr>
        <p:spPr bwMode="auto">
          <a:xfrm>
            <a:off x="609600" y="590549"/>
            <a:ext cx="9334500" cy="590549"/>
          </a:xfrm>
          <a:prstGeom prst="rect">
            <a:avLst/>
          </a:prstGeom>
          <a:noFill/>
          <a:ln w="0">
            <a:noFill/>
            <a:prstDash val="solid"/>
          </a:ln>
        </p:spPr>
        <p:txBody>
          <a:bodyPr anchor="ctr"/>
          <a:lstStyle/>
          <a:p>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endParaRPr/>
          </a:p>
        </p:txBody>
      </p:sp>
      <p:sp>
        <p:nvSpPr>
          <p:cNvPr id="1747221643" name="Rectangle 167503777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21</a:t>
            </a:r>
            <a:endParaRPr/>
          </a:p>
        </p:txBody>
      </p:sp>
      <p:sp>
        <p:nvSpPr>
          <p:cNvPr id="940089818" name="Rectangle: Rounded Corners 1424783321"/>
          <p:cNvSpPr>
            <a:spLocks noGrp="1"/>
          </p:cNvSpPr>
          <p:nvPr/>
        </p:nvSpPr>
        <p:spPr bwMode="auto">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pPr>
              <a:defRPr/>
            </a:pPr>
            <a:endParaRPr/>
          </a:p>
        </p:txBody>
      </p:sp>
      <p:sp>
        <p:nvSpPr>
          <p:cNvPr id="2146592560" name="Rectangle 1728519339"/>
          <p:cNvSpPr>
            <a:spLocks noGrp="1"/>
          </p:cNvSpPr>
          <p:nvPr/>
        </p:nvSpPr>
        <p:spPr bwMode="auto">
          <a:xfrm>
            <a:off x="1143000" y="1619250"/>
            <a:ext cx="1714500" cy="247650"/>
          </a:xfrm>
          <a:prstGeom prst="rect">
            <a:avLst/>
          </a:prstGeom>
          <a:noFill/>
          <a:ln w="0">
            <a:noFill/>
            <a:prstDash val="solid"/>
          </a:ln>
        </p:spPr>
        <p:txBody>
          <a:bodyPr/>
          <a:lstStyle/>
          <a:p>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endParaRPr/>
          </a:p>
        </p:txBody>
      </p:sp>
      <p:sp>
        <p:nvSpPr>
          <p:cNvPr id="660361110" name="Arrow: Right 574157868"/>
          <p:cNvSpPr>
            <a:spLocks noGrp="1"/>
          </p:cNvSpPr>
          <p:nvPr/>
        </p:nvSpPr>
        <p:spPr bwMode="auto">
          <a:xfrm>
            <a:off x="5572125" y="2057400"/>
            <a:ext cx="857250" cy="38100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561369161" name="Rectangle: Rounded Corners 872926415"/>
          <p:cNvSpPr>
            <a:spLocks noGrp="1"/>
          </p:cNvSpPr>
          <p:nvPr/>
        </p:nvSpPr>
        <p:spPr bwMode="auto">
          <a:xfrm>
            <a:off x="1666875" y="1943100"/>
            <a:ext cx="3429000" cy="628650"/>
          </a:xfrm>
          <a:prstGeom prst="roundRect">
            <a:avLst>
              <a:gd name="adj" fmla="val 12121"/>
            </a:avLst>
          </a:prstGeom>
          <a:solidFill>
            <a:srgbClr val="EFF6FF"/>
          </a:solidFill>
          <a:ln w="13335">
            <a:solidFill>
              <a:srgbClr val="2563EB"/>
            </a:solidFill>
            <a:prstDash val="solid"/>
          </a:ln>
        </p:spPr>
        <p:txBody>
          <a:bodyPr/>
          <a:lstStyle/>
          <a:p>
            <a:pPr>
              <a:defRPr/>
            </a:pPr>
            <a:endParaRPr/>
          </a:p>
        </p:txBody>
      </p:sp>
      <p:sp>
        <p:nvSpPr>
          <p:cNvPr id="1103249644" name="Rectangle: Rounded Corners 700815694"/>
          <p:cNvSpPr>
            <a:spLocks noGrp="1"/>
          </p:cNvSpPr>
          <p:nvPr/>
        </p:nvSpPr>
        <p:spPr bwMode="auto">
          <a:xfrm>
            <a:off x="6905625" y="1943100"/>
            <a:ext cx="3429000" cy="628650"/>
          </a:xfrm>
          <a:prstGeom prst="roundRect">
            <a:avLst>
              <a:gd name="adj" fmla="val 12121"/>
            </a:avLst>
          </a:prstGeom>
          <a:solidFill>
            <a:srgbClr val="ECFDF5"/>
          </a:solidFill>
          <a:ln w="13335">
            <a:solidFill>
              <a:srgbClr val="059669"/>
            </a:solidFill>
            <a:prstDash val="solid"/>
          </a:ln>
        </p:spPr>
        <p:txBody>
          <a:bodyPr/>
          <a:lstStyle/>
          <a:p>
            <a:pPr>
              <a:defRPr/>
            </a:pPr>
            <a:endParaRPr/>
          </a:p>
        </p:txBody>
      </p:sp>
      <p:pic>
        <p:nvPicPr>
          <p:cNvPr id="1013993710" name="Graphic 600519429"/>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857375" y="2009775"/>
            <a:ext cx="3048000" cy="476250"/>
          </a:xfrm>
          <a:prstGeom prst="rect">
            <a:avLst/>
          </a:prstGeom>
        </p:spPr>
      </p:pic>
      <p:pic>
        <p:nvPicPr>
          <p:cNvPr id="1135721696" name="Graphic 1827206842"/>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7096125" y="2009775"/>
            <a:ext cx="3048000" cy="476250"/>
          </a:xfrm>
          <a:prstGeom prst="rect">
            <a:avLst/>
          </a:prstGeom>
        </p:spPr>
      </p:pic>
      <p:sp>
        <p:nvSpPr>
          <p:cNvPr id="86987919" name="Rectangle 1290544023"/>
          <p:cNvSpPr>
            <a:spLocks noGrp="1"/>
          </p:cNvSpPr>
          <p:nvPr/>
        </p:nvSpPr>
        <p:spPr bwMode="auto">
          <a:xfrm>
            <a:off x="1143000" y="2838450"/>
            <a:ext cx="2476500" cy="247650"/>
          </a:xfrm>
          <a:prstGeom prst="rect">
            <a:avLst/>
          </a:prstGeom>
          <a:noFill/>
          <a:ln w="0">
            <a:noFill/>
            <a:prstDash val="solid"/>
          </a:ln>
        </p:spPr>
        <p:txBody>
          <a:bodyPr/>
          <a:lstStyle/>
          <a:p>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endParaRPr/>
          </a:p>
        </p:txBody>
      </p:sp>
      <p:sp>
        <p:nvSpPr>
          <p:cNvPr id="530437004" name="Arrow: Right 541833276"/>
          <p:cNvSpPr>
            <a:spLocks noGrp="1"/>
          </p:cNvSpPr>
          <p:nvPr/>
        </p:nvSpPr>
        <p:spPr bwMode="auto">
          <a:xfrm>
            <a:off x="5572125" y="3267075"/>
            <a:ext cx="857250" cy="381000"/>
          </a:xfrm>
          <a:prstGeom prst="rightArrow">
            <a:avLst>
              <a:gd name="adj1" fmla="val 50000"/>
              <a:gd name="adj2" fmla="val 50000"/>
            </a:avLst>
          </a:prstGeom>
          <a:solidFill>
            <a:srgbClr val="ECFDF5"/>
          </a:solidFill>
          <a:ln w="13335">
            <a:solidFill>
              <a:srgbClr val="059669"/>
            </a:solidFill>
            <a:prstDash val="solid"/>
          </a:ln>
        </p:spPr>
        <p:txBody>
          <a:bodyPr/>
          <a:lstStyle/>
          <a:p>
            <a:pPr>
              <a:defRPr/>
            </a:pPr>
            <a:endParaRPr/>
          </a:p>
        </p:txBody>
      </p:sp>
      <p:sp>
        <p:nvSpPr>
          <p:cNvPr id="1417875954" name="Rectangle: Rounded Corners 1306720251"/>
          <p:cNvSpPr>
            <a:spLocks noGrp="1"/>
          </p:cNvSpPr>
          <p:nvPr/>
        </p:nvSpPr>
        <p:spPr bwMode="auto">
          <a:xfrm>
            <a:off x="1666875" y="3152775"/>
            <a:ext cx="3429000" cy="628650"/>
          </a:xfrm>
          <a:prstGeom prst="roundRect">
            <a:avLst>
              <a:gd name="adj" fmla="val 12121"/>
            </a:avLst>
          </a:prstGeom>
          <a:solidFill>
            <a:srgbClr val="FFFFFF"/>
          </a:solidFill>
          <a:ln w="13335">
            <a:solidFill>
              <a:srgbClr val="CBD5E1"/>
            </a:solidFill>
            <a:prstDash val="solid"/>
          </a:ln>
        </p:spPr>
        <p:txBody>
          <a:bodyPr/>
          <a:lstStyle/>
          <a:p>
            <a:pPr>
              <a:defRPr/>
            </a:pPr>
            <a:endParaRPr/>
          </a:p>
        </p:txBody>
      </p:sp>
      <p:sp>
        <p:nvSpPr>
          <p:cNvPr id="252670753" name="Rectangle: Rounded Corners 414102630"/>
          <p:cNvSpPr>
            <a:spLocks noGrp="1"/>
          </p:cNvSpPr>
          <p:nvPr/>
        </p:nvSpPr>
        <p:spPr bwMode="auto">
          <a:xfrm>
            <a:off x="6905625" y="3152775"/>
            <a:ext cx="3429000" cy="628650"/>
          </a:xfrm>
          <a:prstGeom prst="roundRect">
            <a:avLst>
              <a:gd name="adj" fmla="val 12121"/>
            </a:avLst>
          </a:prstGeom>
          <a:solidFill>
            <a:srgbClr val="FFFFFF"/>
          </a:solidFill>
          <a:ln w="13335">
            <a:solidFill>
              <a:srgbClr val="CBD5E1"/>
            </a:solidFill>
            <a:prstDash val="solid"/>
          </a:ln>
        </p:spPr>
        <p:txBody>
          <a:bodyPr/>
          <a:lstStyle/>
          <a:p>
            <a:pPr>
              <a:defRPr/>
            </a:pPr>
            <a:endParaRPr/>
          </a:p>
        </p:txBody>
      </p:sp>
      <p:pic>
        <p:nvPicPr>
          <p:cNvPr id="693637483" name="Graphic 154591657"/>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1857375" y="3219449"/>
            <a:ext cx="3048000" cy="476250"/>
          </a:xfrm>
          <a:prstGeom prst="rect">
            <a:avLst/>
          </a:prstGeom>
        </p:spPr>
      </p:pic>
      <p:pic>
        <p:nvPicPr>
          <p:cNvPr id="1154004714" name="Graphic 145493105"/>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7096125" y="3219449"/>
            <a:ext cx="3048000" cy="476250"/>
          </a:xfrm>
          <a:prstGeom prst="rect">
            <a:avLst/>
          </a:prstGeom>
        </p:spPr>
      </p:pic>
      <p:sp>
        <p:nvSpPr>
          <p:cNvPr id="576984078" name="Rectangle 226076667"/>
          <p:cNvSpPr>
            <a:spLocks noGrp="1"/>
          </p:cNvSpPr>
          <p:nvPr/>
        </p:nvSpPr>
        <p:spPr bwMode="auto">
          <a:xfrm>
            <a:off x="1143000" y="4057650"/>
            <a:ext cx="2095500" cy="247650"/>
          </a:xfrm>
          <a:prstGeom prst="rect">
            <a:avLst/>
          </a:prstGeom>
          <a:noFill/>
          <a:ln w="0">
            <a:noFill/>
            <a:prstDash val="solid"/>
          </a:ln>
        </p:spPr>
        <p:txBody>
          <a:bodyPr/>
          <a:lstStyle/>
          <a:p>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endParaRPr/>
          </a:p>
        </p:txBody>
      </p:sp>
      <p:sp>
        <p:nvSpPr>
          <p:cNvPr id="770393733" name="Rectangle: Rounded Corners 882725436"/>
          <p:cNvSpPr>
            <a:spLocks noGrp="1"/>
          </p:cNvSpPr>
          <p:nvPr/>
        </p:nvSpPr>
        <p:spPr bwMode="auto">
          <a:xfrm>
            <a:off x="1428750" y="4410074"/>
            <a:ext cx="9334499" cy="675915"/>
          </a:xfrm>
          <a:prstGeom prst="roundRect">
            <a:avLst>
              <a:gd name="adj" fmla="val 11429"/>
            </a:avLst>
          </a:prstGeom>
          <a:solidFill>
            <a:srgbClr val="FFFFFF"/>
          </a:solidFill>
          <a:ln w="16193">
            <a:solidFill>
              <a:srgbClr val="EF4444"/>
            </a:solidFill>
            <a:prstDash val="solid"/>
          </a:ln>
        </p:spPr>
        <p:txBody>
          <a:bodyPr/>
          <a:lstStyle/>
          <a:p>
            <a:pPr>
              <a:defRPr/>
            </a:pPr>
            <a:endParaRPr/>
          </a:p>
        </p:txBody>
      </p:sp>
      <p:pic>
        <p:nvPicPr>
          <p:cNvPr id="455808808" name="Graphic 2145169561"/>
          <p:cNvPicPr>
            <a:picLocks noChangeAspect="1"/>
          </p:cNvPicPr>
          <p:nvPr/>
        </p:nvPicPr>
        <p:blipFill rotWithShape="1">
          <a:blip r:embed="rId11">
            <a:extLst>
              <a:ext uri="{96DAC541-7B7A-43D3-8B79-37D633B846F1}">
                <asvg:svgBlip xmlns:asvg="http://schemas.microsoft.com/office/drawing/2016/SVG/main" r:embed="rId12"/>
              </a:ext>
            </a:extLst>
          </a:blip>
          <a:stretch/>
        </p:blipFill>
        <p:spPr bwMode="auto">
          <a:xfrm>
            <a:off x="1809750" y="4467225"/>
            <a:ext cx="8572500" cy="552450"/>
          </a:xfrm>
          <a:prstGeom prst="rect">
            <a:avLst/>
          </a:prstGeom>
        </p:spPr>
      </p:pic>
      <p:sp>
        <p:nvSpPr>
          <p:cNvPr id="342048087" name="Rectangle: Rounded Corners 1279759937"/>
          <p:cNvSpPr>
            <a:spLocks noGrp="1"/>
          </p:cNvSpPr>
          <p:nvPr/>
        </p:nvSpPr>
        <p:spPr bwMode="auto">
          <a:xfrm>
            <a:off x="3143249" y="5314949"/>
            <a:ext cx="5905499" cy="549813"/>
          </a:xfrm>
          <a:prstGeom prst="roundRect">
            <a:avLst>
              <a:gd name="adj" fmla="val 15385"/>
            </a:avLst>
          </a:prstGeom>
          <a:solidFill>
            <a:srgbClr val="FFF7ED"/>
          </a:solidFill>
          <a:ln w="14288">
            <a:solidFill>
              <a:srgbClr val="F97316"/>
            </a:solidFill>
            <a:prstDash val="solid"/>
          </a:ln>
        </p:spPr>
        <p:txBody>
          <a:bodyPr/>
          <a:lstStyle/>
          <a:p>
            <a:pPr>
              <a:defRPr/>
            </a:pPr>
            <a:endParaRPr/>
          </a:p>
        </p:txBody>
      </p:sp>
      <p:pic>
        <p:nvPicPr>
          <p:cNvPr id="1423429224" name="Graphic 1769991084"/>
          <p:cNvPicPr>
            <a:picLocks noChangeAspect="1"/>
          </p:cNvPicPr>
          <p:nvPr/>
        </p:nvPicPr>
        <p:blipFill rotWithShape="1">
          <a:blip r:embed="rId13">
            <a:extLst>
              <a:ext uri="{96DAC541-7B7A-43D3-8B79-37D633B846F1}">
                <asvg:svgBlip xmlns:asvg="http://schemas.microsoft.com/office/drawing/2016/SVG/main" r:embed="rId14"/>
              </a:ext>
            </a:extLst>
          </a:blip>
          <a:stretch/>
        </p:blipFill>
        <p:spPr bwMode="auto">
          <a:xfrm>
            <a:off x="3429000" y="5343525"/>
            <a:ext cx="5334000" cy="4381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12334520" name="Rectangle 1153616344"/>
          <p:cNvSpPr>
            <a:spLocks noGrp="1"/>
          </p:cNvSpPr>
          <p:nvPr/>
        </p:nvSpPr>
        <p:spPr bwMode="auto">
          <a:xfrm>
            <a:off x="609600" y="323850"/>
            <a:ext cx="4000500" cy="285750"/>
          </a:xfrm>
          <a:prstGeom prst="rect">
            <a:avLst/>
          </a:prstGeom>
          <a:noFill/>
          <a:ln w="0">
            <a:noFill/>
            <a:prstDash val="solid"/>
          </a:ln>
        </p:spPr>
        <p:txBody>
          <a:bodyPr anchor="ctr"/>
          <a:lstStyle/>
          <a:p>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endParaRPr/>
          </a:p>
        </p:txBody>
      </p:sp>
      <p:sp>
        <p:nvSpPr>
          <p:cNvPr id="1055681778" name="Rectangle 900783331"/>
          <p:cNvSpPr>
            <a:spLocks noGrp="1"/>
          </p:cNvSpPr>
          <p:nvPr/>
        </p:nvSpPr>
        <p:spPr bwMode="auto">
          <a:xfrm>
            <a:off x="609600" y="590549"/>
            <a:ext cx="9334500" cy="590549"/>
          </a:xfrm>
          <a:prstGeom prst="rect">
            <a:avLst/>
          </a:prstGeom>
          <a:noFill/>
          <a:ln w="0">
            <a:noFill/>
            <a:prstDash val="solid"/>
          </a:ln>
        </p:spPr>
        <p:txBody>
          <a:bodyPr anchor="ctr"/>
          <a:lstStyle/>
          <a:p>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Backpropagation uses the chain rule</a:t>
            </a:r>
            <a:endParaRPr/>
          </a:p>
        </p:txBody>
      </p:sp>
      <p:sp>
        <p:nvSpPr>
          <p:cNvPr id="1491165326" name="Rectangle 167503777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22</a:t>
            </a:r>
            <a:endParaRPr/>
          </a:p>
        </p:txBody>
      </p:sp>
      <p:sp>
        <p:nvSpPr>
          <p:cNvPr id="692539906" name="Rectangle: Rounded Corners 829312678"/>
          <p:cNvSpPr>
            <a:spLocks noGrp="1"/>
          </p:cNvSpPr>
          <p:nvPr/>
        </p:nvSpPr>
        <p:spPr bwMode="auto">
          <a:xfrm>
            <a:off x="609600" y="1352550"/>
            <a:ext cx="10972800" cy="4762500"/>
          </a:xfrm>
          <a:prstGeom prst="roundRect">
            <a:avLst>
              <a:gd name="adj" fmla="val 1600"/>
            </a:avLst>
          </a:prstGeom>
          <a:solidFill>
            <a:srgbClr val="F8FAFC"/>
          </a:solidFill>
          <a:ln w="9525">
            <a:solidFill>
              <a:srgbClr val="E2E8F0"/>
            </a:solidFill>
            <a:prstDash val="solid"/>
          </a:ln>
        </p:spPr>
        <p:txBody>
          <a:bodyPr/>
          <a:lstStyle/>
          <a:p>
            <a:pPr>
              <a:defRPr/>
            </a:pPr>
            <a:endParaRPr/>
          </a:p>
        </p:txBody>
      </p:sp>
      <p:sp>
        <p:nvSpPr>
          <p:cNvPr id="1045575163" name="Rectangle 122013396"/>
          <p:cNvSpPr>
            <a:spLocks noGrp="1"/>
          </p:cNvSpPr>
          <p:nvPr/>
        </p:nvSpPr>
        <p:spPr bwMode="auto">
          <a:xfrm>
            <a:off x="1143000" y="1714500"/>
            <a:ext cx="9906000" cy="323850"/>
          </a:xfrm>
          <a:prstGeom prst="rect">
            <a:avLst/>
          </a:prstGeom>
          <a:noFill/>
          <a:ln w="0">
            <a:noFill/>
            <a:prstDash val="solid"/>
          </a:ln>
        </p:spPr>
        <p:txBody>
          <a:bodyPr/>
          <a:lstStyle/>
          <a:p>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endParaRPr/>
          </a:p>
        </p:txBody>
      </p:sp>
      <p:sp>
        <p:nvSpPr>
          <p:cNvPr id="1842024426" name="Arrow: Right 317120133"/>
          <p:cNvSpPr>
            <a:spLocks noGrp="1"/>
          </p:cNvSpPr>
          <p:nvPr/>
        </p:nvSpPr>
        <p:spPr bwMode="auto">
          <a:xfrm>
            <a:off x="282892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1706494349" name="Arrow: Right 1214036267"/>
          <p:cNvSpPr>
            <a:spLocks noGrp="1"/>
          </p:cNvSpPr>
          <p:nvPr/>
        </p:nvSpPr>
        <p:spPr bwMode="auto">
          <a:xfrm>
            <a:off x="540067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1489424364" name="Arrow: Right 1681436008"/>
          <p:cNvSpPr>
            <a:spLocks noGrp="1"/>
          </p:cNvSpPr>
          <p:nvPr/>
        </p:nvSpPr>
        <p:spPr bwMode="auto">
          <a:xfrm>
            <a:off x="8067675" y="2647949"/>
            <a:ext cx="762000" cy="361950"/>
          </a:xfrm>
          <a:prstGeom prst="rightArrow">
            <a:avLst>
              <a:gd name="adj1" fmla="val 50000"/>
              <a:gd name="adj2" fmla="val 50000"/>
            </a:avLst>
          </a:prstGeom>
          <a:solidFill>
            <a:srgbClr val="EFF6FF"/>
          </a:solidFill>
          <a:ln w="13335">
            <a:solidFill>
              <a:srgbClr val="2563EB"/>
            </a:solidFill>
            <a:prstDash val="solid"/>
          </a:ln>
        </p:spPr>
        <p:txBody>
          <a:bodyPr/>
          <a:lstStyle/>
          <a:p>
            <a:pPr>
              <a:defRPr/>
            </a:pPr>
            <a:endParaRPr/>
          </a:p>
        </p:txBody>
      </p:sp>
      <p:sp>
        <p:nvSpPr>
          <p:cNvPr id="1355484918" name="Arrow: Left 601838430"/>
          <p:cNvSpPr>
            <a:spLocks noGrp="1"/>
          </p:cNvSpPr>
          <p:nvPr/>
        </p:nvSpPr>
        <p:spPr bwMode="auto">
          <a:xfrm>
            <a:off x="282892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pPr>
              <a:defRPr/>
            </a:pPr>
            <a:endParaRPr/>
          </a:p>
        </p:txBody>
      </p:sp>
      <p:sp>
        <p:nvSpPr>
          <p:cNvPr id="2065319683" name="Arrow: Left 1668377"/>
          <p:cNvSpPr>
            <a:spLocks noGrp="1"/>
          </p:cNvSpPr>
          <p:nvPr/>
        </p:nvSpPr>
        <p:spPr bwMode="auto">
          <a:xfrm>
            <a:off x="540067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pPr>
              <a:defRPr/>
            </a:pPr>
            <a:endParaRPr/>
          </a:p>
        </p:txBody>
      </p:sp>
      <p:sp>
        <p:nvSpPr>
          <p:cNvPr id="2092315354" name="Arrow: Left 932365597"/>
          <p:cNvSpPr>
            <a:spLocks noGrp="1"/>
          </p:cNvSpPr>
          <p:nvPr/>
        </p:nvSpPr>
        <p:spPr bwMode="auto">
          <a:xfrm>
            <a:off x="8067675" y="3571875"/>
            <a:ext cx="762000" cy="361950"/>
          </a:xfrm>
          <a:prstGeom prst="leftArrow">
            <a:avLst>
              <a:gd name="adj1" fmla="val 50000"/>
              <a:gd name="adj2" fmla="val 50000"/>
            </a:avLst>
          </a:prstGeom>
          <a:solidFill>
            <a:srgbClr val="FEF2F2"/>
          </a:solidFill>
          <a:ln w="13335">
            <a:solidFill>
              <a:srgbClr val="EF4444"/>
            </a:solidFill>
            <a:prstDash val="solid"/>
          </a:ln>
        </p:spPr>
        <p:txBody>
          <a:bodyPr/>
          <a:lstStyle/>
          <a:p>
            <a:pPr>
              <a:defRPr/>
            </a:pPr>
            <a:endParaRPr/>
          </a:p>
        </p:txBody>
      </p:sp>
      <p:sp>
        <p:nvSpPr>
          <p:cNvPr id="790290666" name="Rectangle: Rounded Corners 82261705"/>
          <p:cNvSpPr>
            <a:spLocks noGrp="1"/>
          </p:cNvSpPr>
          <p:nvPr/>
        </p:nvSpPr>
        <p:spPr bwMode="auto">
          <a:xfrm>
            <a:off x="1143000" y="2381250"/>
            <a:ext cx="1571625" cy="857250"/>
          </a:xfrm>
          <a:prstGeom prst="roundRect">
            <a:avLst>
              <a:gd name="adj" fmla="val 8889"/>
            </a:avLst>
          </a:prstGeom>
          <a:solidFill>
            <a:srgbClr val="FFFFFF"/>
          </a:solidFill>
          <a:ln w="14288">
            <a:solidFill>
              <a:srgbClr val="CBD5E1"/>
            </a:solidFill>
            <a:prstDash val="solid"/>
          </a:ln>
        </p:spPr>
        <p:txBody>
          <a:bodyPr anchor="ctr"/>
          <a:lstStyle/>
          <a:p>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endParaRPr/>
          </a:p>
        </p:txBody>
      </p:sp>
      <p:sp>
        <p:nvSpPr>
          <p:cNvPr id="1815979134" name="Rectangle: Rounded Corners 979735122"/>
          <p:cNvSpPr>
            <a:spLocks noGrp="1"/>
          </p:cNvSpPr>
          <p:nvPr/>
        </p:nvSpPr>
        <p:spPr bwMode="auto">
          <a:xfrm>
            <a:off x="3714750" y="2381250"/>
            <a:ext cx="1571625" cy="857250"/>
          </a:xfrm>
          <a:prstGeom prst="roundRect">
            <a:avLst>
              <a:gd name="adj" fmla="val 8889"/>
            </a:avLst>
          </a:prstGeom>
          <a:solidFill>
            <a:srgbClr val="EFF6FF"/>
          </a:solidFill>
          <a:ln w="14288">
            <a:solidFill>
              <a:srgbClr val="2563EB"/>
            </a:solidFill>
            <a:prstDash val="solid"/>
          </a:ln>
        </p:spPr>
        <p:txBody>
          <a:bodyPr anchor="ct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endParaRPr/>
          </a:p>
        </p:txBody>
      </p:sp>
      <p:sp>
        <p:nvSpPr>
          <p:cNvPr id="315496381" name="Rectangle: Rounded Corners 2006508148"/>
          <p:cNvSpPr>
            <a:spLocks noGrp="1"/>
          </p:cNvSpPr>
          <p:nvPr/>
        </p:nvSpPr>
        <p:spPr bwMode="auto">
          <a:xfrm>
            <a:off x="6381750" y="2381250"/>
            <a:ext cx="1571625" cy="857250"/>
          </a:xfrm>
          <a:prstGeom prst="roundRect">
            <a:avLst>
              <a:gd name="adj" fmla="val 8889"/>
            </a:avLst>
          </a:prstGeom>
          <a:solidFill>
            <a:srgbClr val="ECFDF5"/>
          </a:solidFill>
          <a:ln w="14288">
            <a:solidFill>
              <a:srgbClr val="059669"/>
            </a:solidFill>
            <a:prstDash val="solid"/>
          </a:ln>
        </p:spPr>
        <p:txBody>
          <a:bodyPr anchor="ctr"/>
          <a:lstStyle/>
          <a:p>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endParaRPr/>
          </a:p>
        </p:txBody>
      </p:sp>
      <p:sp>
        <p:nvSpPr>
          <p:cNvPr id="35640889" name="Rectangle: Rounded Corners 1981951543"/>
          <p:cNvSpPr>
            <a:spLocks noGrp="1"/>
          </p:cNvSpPr>
          <p:nvPr/>
        </p:nvSpPr>
        <p:spPr bwMode="auto">
          <a:xfrm>
            <a:off x="9144000" y="2381250"/>
            <a:ext cx="1571625" cy="857250"/>
          </a:xfrm>
          <a:prstGeom prst="roundRect">
            <a:avLst>
              <a:gd name="adj" fmla="val 8889"/>
            </a:avLst>
          </a:prstGeom>
          <a:solidFill>
            <a:srgbClr val="FEF2F2"/>
          </a:solidFill>
          <a:ln w="14288">
            <a:solidFill>
              <a:srgbClr val="EF4444"/>
            </a:solidFill>
            <a:prstDash val="solid"/>
          </a:ln>
        </p:spPr>
        <p:txBody>
          <a:bodyPr anchor="ctr"/>
          <a:lstStyle/>
          <a:p>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endParaRPr/>
          </a:p>
        </p:txBody>
      </p:sp>
      <p:sp>
        <p:nvSpPr>
          <p:cNvPr id="9199266" name="Rectangle 1169762883"/>
          <p:cNvSpPr>
            <a:spLocks noGrp="1"/>
          </p:cNvSpPr>
          <p:nvPr/>
        </p:nvSpPr>
        <p:spPr bwMode="auto">
          <a:xfrm>
            <a:off x="3381375" y="2095500"/>
            <a:ext cx="5429250" cy="238125"/>
          </a:xfrm>
          <a:prstGeom prst="rect">
            <a:avLst/>
          </a:prstGeom>
          <a:noFill/>
          <a:ln w="0">
            <a:noFill/>
            <a:prstDash val="solid"/>
          </a:ln>
        </p:spPr>
        <p:txBody>
          <a:bodyPr/>
          <a:lstStyle/>
          <a:p>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endParaRPr/>
          </a:p>
        </p:txBody>
      </p:sp>
      <p:sp>
        <p:nvSpPr>
          <p:cNvPr id="1931354912" name="Rectangle 1566839672"/>
          <p:cNvSpPr>
            <a:spLocks noGrp="1"/>
          </p:cNvSpPr>
          <p:nvPr/>
        </p:nvSpPr>
        <p:spPr bwMode="auto">
          <a:xfrm>
            <a:off x="3000375" y="4000500"/>
            <a:ext cx="6191250" cy="238125"/>
          </a:xfrm>
          <a:prstGeom prst="rect">
            <a:avLst/>
          </a:prstGeom>
          <a:noFill/>
          <a:ln w="0">
            <a:noFill/>
            <a:prstDash val="solid"/>
          </a:ln>
        </p:spPr>
        <p:txBody>
          <a:bodyPr/>
          <a:lstStyle/>
          <a:p>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endParaRPr/>
          </a:p>
        </p:txBody>
      </p:sp>
      <p:sp>
        <p:nvSpPr>
          <p:cNvPr id="414944408" name="Rectangle: Rounded Corners 1779932144"/>
          <p:cNvSpPr>
            <a:spLocks noGrp="1"/>
          </p:cNvSpPr>
          <p:nvPr/>
        </p:nvSpPr>
        <p:spPr bwMode="auto">
          <a:xfrm>
            <a:off x="1571623" y="4450990"/>
            <a:ext cx="9048749" cy="702034"/>
          </a:xfrm>
          <a:prstGeom prst="roundRect">
            <a:avLst>
              <a:gd name="adj" fmla="val 12121"/>
            </a:avLst>
          </a:prstGeom>
          <a:solidFill>
            <a:srgbClr val="FFFFFF"/>
          </a:solidFill>
          <a:ln w="17145">
            <a:solidFill>
              <a:srgbClr val="EF4444"/>
            </a:solidFill>
            <a:prstDash val="solid"/>
          </a:ln>
        </p:spPr>
        <p:txBody>
          <a:bodyPr anchor="ctr"/>
          <a:lstStyle/>
          <a:p>
            <a:pPr algn="ctr">
              <a:buNone/>
              <a:defRPr sz="2050" b="1">
                <a:solidFill>
                  <a:srgbClr val="0B0F19"/>
                </a:solidFill>
                <a:latin typeface="Calibri"/>
                <a:ea typeface="Calibri"/>
                <a:cs typeface="Calibri"/>
              </a:defRPr>
            </a:pPr>
            <a:endParaRPr/>
          </a:p>
        </p:txBody>
      </p:sp>
      <p:sp>
        <p:nvSpPr>
          <p:cNvPr id="1900476921" name="Rectangle: Rounded Corners 1594311438"/>
          <p:cNvSpPr>
            <a:spLocks noGrp="1"/>
          </p:cNvSpPr>
          <p:nvPr/>
        </p:nvSpPr>
        <p:spPr bwMode="auto">
          <a:xfrm>
            <a:off x="3333749" y="5265707"/>
            <a:ext cx="5524499" cy="592167"/>
          </a:xfrm>
          <a:prstGeom prst="roundRect">
            <a:avLst>
              <a:gd name="adj" fmla="val 16000"/>
            </a:avLst>
          </a:prstGeom>
          <a:solidFill>
            <a:srgbClr val="FFF7ED"/>
          </a:solidFill>
          <a:ln w="14288">
            <a:solidFill>
              <a:srgbClr val="F97316"/>
            </a:solidFill>
            <a:prstDash val="solid"/>
          </a:ln>
        </p:spPr>
        <p:txBody>
          <a:bodyPr anchor="ctr"/>
          <a:lstStyle/>
          <a:p>
            <a:pPr algn="ctr">
              <a:buNone/>
              <a:defRPr sz="1650" b="1">
                <a:solidFill>
                  <a:srgbClr val="C2410C"/>
                </a:solidFill>
                <a:latin typeface="Calibri"/>
                <a:ea typeface="Calibri"/>
                <a:cs typeface="Calibri"/>
              </a:defRPr>
            </a:pPr>
            <a:endParaRPr/>
          </a:p>
        </p:txBody>
      </p:sp>
      <p:pic>
        <p:nvPicPr>
          <p:cNvPr id="789318891" name="Graphic 2043260690"/>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2000250" y="4514850"/>
            <a:ext cx="8572500" cy="609600"/>
          </a:xfrm>
          <a:prstGeom prst="rect">
            <a:avLst/>
          </a:prstGeom>
        </p:spPr>
      </p:pic>
      <p:pic>
        <p:nvPicPr>
          <p:cNvPr id="2074889211" name="Graphic 50783598"/>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4095750" y="5353050"/>
            <a:ext cx="4762500" cy="5143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43923235" name="Rectangle 549712311"/>
          <p:cNvSpPr>
            <a:spLocks noGrp="1"/>
          </p:cNvSpPr>
          <p:nvPr/>
        </p:nvSpPr>
        <p:spPr bwMode="auto">
          <a:xfrm>
            <a:off x="609599" y="323849"/>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endParaRPr/>
          </a:p>
        </p:txBody>
      </p:sp>
      <p:sp>
        <p:nvSpPr>
          <p:cNvPr id="2132974995" name="Rectangle 504424573"/>
          <p:cNvSpPr>
            <a:spLocks noGrp="1"/>
          </p:cNvSpPr>
          <p:nvPr/>
        </p:nvSpPr>
        <p:spPr bwMode="auto">
          <a:xfrm>
            <a:off x="609599" y="590548"/>
            <a:ext cx="9334500" cy="590548"/>
          </a:xfrm>
          <a:prstGeom prst="rect">
            <a:avLst/>
          </a:prstGeom>
          <a:noFill/>
          <a:ln w="0">
            <a:noFill/>
            <a:prstDash val="solid"/>
          </a:ln>
        </p:spPr>
        <p:txBody>
          <a:bodyPr/>
          <a:lstStyle/>
          <a:p>
            <a:pPr algn="l">
              <a:buNone/>
              <a:defRPr sz="3150" b="1">
                <a:solidFill>
                  <a:srgbClr val="0B0F19"/>
                </a:solidFill>
              </a:defRPr>
            </a:pPr>
            <a:r>
              <a:rPr sz="3150" b="1">
                <a:solidFill>
                  <a:schemeClr val="tx1">
                    <a:lumMod val="65000"/>
                    <a:lumOff val="35000"/>
                  </a:schemeClr>
                </a:solidFill>
              </a:rPr>
              <a:t>Neural network: basic structure</a:t>
            </a:r>
            <a:endParaRPr/>
          </a:p>
        </p:txBody>
      </p:sp>
      <p:sp>
        <p:nvSpPr>
          <p:cNvPr id="1737866256" name="Rectangle: Rounded Corners 8473207"/>
          <p:cNvSpPr>
            <a:spLocks noGrp="1"/>
          </p:cNvSpPr>
          <p:nvPr/>
        </p:nvSpPr>
        <p:spPr bwMode="auto">
          <a:xfrm>
            <a:off x="609599" y="1333788"/>
            <a:ext cx="10972800" cy="4762499"/>
          </a:xfrm>
          <a:prstGeom prst="roundRect">
            <a:avLst>
              <a:gd name="adj" fmla="val 1600"/>
            </a:avLst>
          </a:prstGeom>
          <a:solidFill>
            <a:srgbClr val="F8FAFC"/>
          </a:solidFill>
          <a:ln w="14288">
            <a:solidFill>
              <a:srgbClr val="E2E8F0"/>
            </a:solidFill>
            <a:prstDash val="solid"/>
          </a:ln>
        </p:spPr>
        <p:txBody>
          <a:bodyPr wrap="none" anchor="ctr"/>
          <a:lstStyle/>
          <a:p>
            <a:pPr>
              <a:buNone/>
              <a:defRPr/>
            </a:pPr>
            <a:endParaRPr/>
          </a:p>
        </p:txBody>
      </p:sp>
      <p:sp>
        <p:nvSpPr>
          <p:cNvPr id="699991567" name="Rectangle 1736954645"/>
          <p:cNvSpPr>
            <a:spLocks noGrp="1"/>
          </p:cNvSpPr>
          <p:nvPr/>
        </p:nvSpPr>
        <p:spPr bwMode="auto">
          <a:xfrm>
            <a:off x="11106150" y="6286500"/>
            <a:ext cx="476249"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endParaRPr/>
          </a:p>
        </p:txBody>
      </p:sp>
      <p:sp>
        <p:nvSpPr>
          <p:cNvPr id="1480167503" name="Oval 1503402353"/>
          <p:cNvSpPr>
            <a:spLocks noGrp="1"/>
          </p:cNvSpPr>
          <p:nvPr/>
        </p:nvSpPr>
        <p:spPr bwMode="auto">
          <a:xfrm>
            <a:off x="2857500" y="2524125"/>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endParaRPr/>
          </a:p>
        </p:txBody>
      </p:sp>
      <p:sp>
        <p:nvSpPr>
          <p:cNvPr id="935118142" name="Oval 1503402354"/>
          <p:cNvSpPr>
            <a:spLocks noGrp="1"/>
          </p:cNvSpPr>
          <p:nvPr/>
        </p:nvSpPr>
        <p:spPr bwMode="auto">
          <a:xfrm>
            <a:off x="2857500" y="4048125"/>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endParaRPr/>
          </a:p>
        </p:txBody>
      </p:sp>
      <p:sp>
        <p:nvSpPr>
          <p:cNvPr id="1484498252" name="Oval 1503402355"/>
          <p:cNvSpPr>
            <a:spLocks noGrp="1"/>
          </p:cNvSpPr>
          <p:nvPr/>
        </p:nvSpPr>
        <p:spPr bwMode="auto">
          <a:xfrm>
            <a:off x="8572500" y="2524125"/>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endParaRPr/>
          </a:p>
        </p:txBody>
      </p:sp>
      <p:sp>
        <p:nvSpPr>
          <p:cNvPr id="1022499688" name="Oval 1503402356"/>
          <p:cNvSpPr>
            <a:spLocks noGrp="1"/>
          </p:cNvSpPr>
          <p:nvPr/>
        </p:nvSpPr>
        <p:spPr bwMode="auto">
          <a:xfrm>
            <a:off x="8572500" y="4048125"/>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endParaRPr/>
          </a:p>
        </p:txBody>
      </p:sp>
      <p:cxnSp>
        <p:nvCxnSpPr>
          <p:cNvPr id="549343274" name="Straight Arrow Connector 1503402375"/>
          <p:cNvCxnSpPr>
            <a:stCxn id="1480167503" idx="6"/>
            <a:endCxn id="1484498252" idx="2"/>
          </p:cNvCxnSpPr>
          <p:nvPr/>
        </p:nvCxnSpPr>
        <p:spPr bwMode="auto">
          <a:xfrm>
            <a:off x="3352800" y="2771775"/>
            <a:ext cx="5219700" cy="0"/>
          </a:xfrm>
          <a:prstGeom prst="straightConnector1">
            <a:avLst/>
          </a:prstGeom>
          <a:ln w="11906">
            <a:solidFill>
              <a:srgbClr val="D7DEE9"/>
            </a:solidFill>
            <a:prstDash val="solid"/>
          </a:ln>
        </p:spPr>
      </p:cxnSp>
      <p:cxnSp>
        <p:nvCxnSpPr>
          <p:cNvPr id="412007043" name="Straight Arrow Connector 1503402376"/>
          <p:cNvCxnSpPr>
            <a:stCxn id="1480167503" idx="6"/>
            <a:endCxn id="1022499688" idx="2"/>
          </p:cNvCxnSpPr>
          <p:nvPr/>
        </p:nvCxnSpPr>
        <p:spPr bwMode="auto">
          <a:xfrm>
            <a:off x="3352800" y="2771775"/>
            <a:ext cx="5219700" cy="1524000"/>
          </a:xfrm>
          <a:prstGeom prst="straightConnector1">
            <a:avLst/>
          </a:prstGeom>
          <a:ln w="11906">
            <a:solidFill>
              <a:srgbClr val="D7DEE9"/>
            </a:solidFill>
            <a:prstDash val="solid"/>
          </a:ln>
        </p:spPr>
      </p:cxnSp>
      <p:cxnSp>
        <p:nvCxnSpPr>
          <p:cNvPr id="1260942338" name="Straight Arrow Connector 1503402377"/>
          <p:cNvCxnSpPr>
            <a:stCxn id="935118142" idx="6"/>
            <a:endCxn id="1484498252" idx="2"/>
          </p:cNvCxnSpPr>
          <p:nvPr/>
        </p:nvCxnSpPr>
        <p:spPr bwMode="auto">
          <a:xfrm flipV="1">
            <a:off x="3352800" y="2771775"/>
            <a:ext cx="5219700" cy="1524000"/>
          </a:xfrm>
          <a:prstGeom prst="straightConnector1">
            <a:avLst/>
          </a:prstGeom>
          <a:ln w="11906">
            <a:solidFill>
              <a:srgbClr val="D7DEE9"/>
            </a:solidFill>
            <a:prstDash val="solid"/>
          </a:ln>
        </p:spPr>
      </p:cxnSp>
      <p:cxnSp>
        <p:nvCxnSpPr>
          <p:cNvPr id="579282052" name="Straight Arrow Connector 1503402378"/>
          <p:cNvCxnSpPr>
            <a:stCxn id="935118142" idx="6"/>
            <a:endCxn id="1022499688" idx="2"/>
          </p:cNvCxnSpPr>
          <p:nvPr/>
        </p:nvCxnSpPr>
        <p:spPr bwMode="auto">
          <a:xfrm>
            <a:off x="3352800" y="4295775"/>
            <a:ext cx="5219700" cy="0"/>
          </a:xfrm>
          <a:prstGeom prst="straightConnector1">
            <a:avLst/>
          </a:prstGeom>
          <a:ln w="11906">
            <a:solidFill>
              <a:srgbClr val="D7DEE9"/>
            </a:solidFill>
            <a:prstDash val="solid"/>
          </a:ln>
        </p:spPr>
      </p:cxnSp>
      <p:sp>
        <p:nvSpPr>
          <p:cNvPr id="489683615" name="Rectangle 1503402361"/>
          <p:cNvSpPr>
            <a:spLocks noGrp="1"/>
          </p:cNvSpPr>
          <p:nvPr/>
        </p:nvSpPr>
        <p:spPr bwMode="auto">
          <a:xfrm>
            <a:off x="5381625" y="249555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endParaRPr/>
          </a:p>
        </p:txBody>
      </p:sp>
      <p:sp>
        <p:nvSpPr>
          <p:cNvPr id="844935818" name="Rectangle 1503402362"/>
          <p:cNvSpPr>
            <a:spLocks noGrp="1"/>
          </p:cNvSpPr>
          <p:nvPr/>
        </p:nvSpPr>
        <p:spPr bwMode="auto">
          <a:xfrm>
            <a:off x="4987146" y="3133870"/>
            <a:ext cx="590549"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endParaRPr/>
          </a:p>
        </p:txBody>
      </p:sp>
      <p:sp>
        <p:nvSpPr>
          <p:cNvPr id="160423041" name="Rectangle 1503402363"/>
          <p:cNvSpPr>
            <a:spLocks noGrp="1"/>
          </p:cNvSpPr>
          <p:nvPr/>
        </p:nvSpPr>
        <p:spPr bwMode="auto">
          <a:xfrm>
            <a:off x="6282546" y="313387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endParaRPr/>
          </a:p>
        </p:txBody>
      </p:sp>
      <p:sp>
        <p:nvSpPr>
          <p:cNvPr id="1441271877" name="Rectangle 1503402364"/>
          <p:cNvSpPr>
            <a:spLocks noGrp="1"/>
          </p:cNvSpPr>
          <p:nvPr/>
        </p:nvSpPr>
        <p:spPr bwMode="auto">
          <a:xfrm>
            <a:off x="5381625" y="4019550"/>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endParaRPr/>
          </a:p>
        </p:txBody>
      </p:sp>
      <p:sp>
        <p:nvSpPr>
          <p:cNvPr id="1482560849" name="Rectangle 1503402365"/>
          <p:cNvSpPr>
            <a:spLocks noGrp="1"/>
          </p:cNvSpPr>
          <p:nvPr/>
        </p:nvSpPr>
        <p:spPr bwMode="auto">
          <a:xfrm>
            <a:off x="2533650" y="1790845"/>
            <a:ext cx="1143000" cy="247650"/>
          </a:xfrm>
          <a:prstGeom prst="rect">
            <a:avLst/>
          </a:prstGeom>
          <a:noFill/>
          <a:ln w="0">
            <a:noFill/>
            <a:prstDash val="solid"/>
          </a:ln>
        </p:spPr>
        <p:txBody>
          <a:bodyPr anchor="ctr"/>
          <a:lstStyle/>
          <a:p>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input</a:t>
            </a:r>
            <a:endParaRPr/>
          </a:p>
        </p:txBody>
      </p:sp>
      <p:sp>
        <p:nvSpPr>
          <p:cNvPr id="790866581" name="Rectangle 1503402366"/>
          <p:cNvSpPr>
            <a:spLocks noGrp="1"/>
          </p:cNvSpPr>
          <p:nvPr/>
        </p:nvSpPr>
        <p:spPr bwMode="auto">
          <a:xfrm>
            <a:off x="8248650" y="1790845"/>
            <a:ext cx="1143000" cy="247650"/>
          </a:xfrm>
          <a:prstGeom prst="rect">
            <a:avLst/>
          </a:prstGeom>
          <a:noFill/>
          <a:ln w="0">
            <a:noFill/>
            <a:prstDash val="solid"/>
          </a:ln>
        </p:spPr>
        <p:txBody>
          <a:bodyPr anchor="ctr"/>
          <a:lstStyle/>
          <a:p>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output</a:t>
            </a:r>
            <a:endParaRPr/>
          </a:p>
        </p:txBody>
      </p:sp>
      <p:sp>
        <p:nvSpPr>
          <p:cNvPr id="203274660" name="equation-label"/>
          <p:cNvSpPr>
            <a:spLocks noGrp="1"/>
          </p:cNvSpPr>
          <p:nvPr/>
        </p:nvSpPr>
        <p:spPr bwMode="auto">
          <a:xfrm>
            <a:off x="2000250" y="4857750"/>
            <a:ext cx="8191500" cy="228600"/>
          </a:xfrm>
          <a:prstGeom prst="rect">
            <a:avLst/>
          </a:prstGeom>
          <a:noFill/>
          <a:ln w="0">
            <a:noFill/>
            <a:prstDash val="solid"/>
          </a:ln>
        </p:spPr>
        <p:txBody>
          <a:bodyPr anchor="ctr"/>
          <a:lstStyle/>
          <a:p>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endParaRPr/>
          </a:p>
        </p:txBody>
      </p:sp>
      <p:sp>
        <p:nvSpPr>
          <p:cNvPr id="614323224" name="equation"/>
          <p:cNvSpPr>
            <a:spLocks noGrp="1"/>
          </p:cNvSpPr>
          <p:nvPr/>
        </p:nvSpPr>
        <p:spPr bwMode="auto">
          <a:xfrm>
            <a:off x="1714500" y="5143500"/>
            <a:ext cx="8763000" cy="495300"/>
          </a:xfrm>
          <a:prstGeom prst="rect">
            <a:avLst/>
          </a:prstGeom>
          <a:noFill/>
          <a:ln w="0">
            <a:noFill/>
            <a:prstDash val="solid"/>
          </a:ln>
        </p:spPr>
        <p:txBody>
          <a:bodyPr anchor="ctr"/>
          <a:lstStyle/>
          <a:p>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endParaRPr/>
          </a:p>
        </p:txBody>
      </p:sp>
      <p:sp>
        <p:nvSpPr>
          <p:cNvPr id="469230499" name="equation-caption"/>
          <p:cNvSpPr>
            <a:spLocks noGrp="1"/>
          </p:cNvSpPr>
          <p:nvPr/>
        </p:nvSpPr>
        <p:spPr bwMode="auto">
          <a:xfrm>
            <a:off x="2000250" y="5667375"/>
            <a:ext cx="8191500" cy="209550"/>
          </a:xfrm>
          <a:prstGeom prst="rect">
            <a:avLst/>
          </a:prstGeom>
          <a:noFill/>
          <a:ln w="0">
            <a:noFill/>
            <a:prstDash val="solid"/>
          </a:ln>
        </p:spPr>
        <p:txBody>
          <a:bodyPr anchor="ctr"/>
          <a:lstStyle/>
          <a:p>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7930264" name="Rectangle: Rounded Corners 6"/>
          <p:cNvSpPr>
            <a:spLocks noGrp="1"/>
          </p:cNvSpPr>
          <p:nvPr/>
        </p:nvSpPr>
        <p:spPr bwMode="auto">
          <a:xfrm>
            <a:off x="590549" y="1352550"/>
            <a:ext cx="11010900" cy="4772025"/>
          </a:xfrm>
          <a:prstGeom prst="roundRect">
            <a:avLst>
              <a:gd name="adj" fmla="val 2395"/>
            </a:avLst>
          </a:prstGeom>
          <a:solidFill>
            <a:srgbClr val="F8FAFC"/>
          </a:solidFill>
          <a:ln w="9525">
            <a:solidFill>
              <a:srgbClr val="CBD5E1"/>
            </a:solidFill>
            <a:prstDash val="solid"/>
          </a:ln>
        </p:spPr>
        <p:txBody>
          <a:bodyPr/>
          <a:lstStyle/>
          <a:p>
            <a:pPr>
              <a:defRPr/>
            </a:pPr>
            <a:endParaRPr/>
          </a:p>
        </p:txBody>
      </p:sp>
      <p:sp>
        <p:nvSpPr>
          <p:cNvPr id="882640329" name="eyebrow"/>
          <p:cNvSpPr>
            <a:spLocks noGrp="1"/>
          </p:cNvSpPr>
          <p:nvPr/>
        </p:nvSpPr>
        <p:spPr bwMode="auto">
          <a:xfrm>
            <a:off x="609600" y="323850"/>
            <a:ext cx="4000500" cy="285750"/>
          </a:xfrm>
          <a:prstGeom prst="rect">
            <a:avLst/>
          </a:prstGeom>
          <a:noFill/>
          <a:ln w="0">
            <a:noFill/>
            <a:prstDash val="solid"/>
          </a:ln>
        </p:spPr>
        <p:txBody>
          <a:bodyPr anchor="ctr"/>
          <a:lstStyle/>
          <a:p>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endParaRPr/>
          </a:p>
        </p:txBody>
      </p:sp>
      <p:sp>
        <p:nvSpPr>
          <p:cNvPr id="407547595" name="title"/>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250" b="1">
                <a:solidFill>
                  <a:srgbClr val="0D1526"/>
                </a:solidFill>
                <a:latin typeface="Times New Roman"/>
                <a:ea typeface="Times New Roman"/>
                <a:cs typeface="Times New Roman"/>
              </a:defRPr>
            </a:pPr>
            <a:r>
              <a:rPr sz="2250" b="1">
                <a:solidFill>
                  <a:schemeClr val="tx1">
                    <a:lumMod val="65000"/>
                    <a:lumOff val="35000"/>
                  </a:schemeClr>
                </a:solidFill>
                <a:latin typeface="Times New Roman"/>
                <a:ea typeface="Times New Roman"/>
                <a:cs typeface="Times New Roman"/>
              </a:rPr>
              <a:t>Two equations become one matrix equation</a:t>
            </a:r>
            <a:endParaRPr/>
          </a:p>
        </p:txBody>
      </p:sp>
      <p:sp>
        <p:nvSpPr>
          <p:cNvPr id="1175120147" name="scalar-heading"/>
          <p:cNvSpPr>
            <a:spLocks noGrp="1"/>
          </p:cNvSpPr>
          <p:nvPr/>
        </p:nvSpPr>
        <p:spPr bwMode="auto">
          <a:xfrm>
            <a:off x="8112024" y="1635531"/>
            <a:ext cx="3543299" cy="266700"/>
          </a:xfrm>
          <a:prstGeom prst="rect">
            <a:avLst/>
          </a:prstGeom>
          <a:noFill/>
          <a:ln w="0">
            <a:noFill/>
            <a:prstDash val="solid"/>
          </a:ln>
        </p:spPr>
        <p:txBody>
          <a:bodyPr anchor="ctr"/>
          <a:lstStyle/>
          <a:p>
            <a:pPr algn="ctr">
              <a:defRPr sz="1350" b="1">
                <a:solidFill>
                  <a:srgbClr val="246BFD"/>
                </a:solidFill>
                <a:latin typeface="Times New Roman"/>
                <a:ea typeface="Times New Roman"/>
                <a:cs typeface="Times New Roman"/>
              </a:defRPr>
            </a:pPr>
            <a:r>
              <a:rPr/>
              <a:t>Two scalar equations</a:t>
            </a:r>
            <a:endParaRPr/>
          </a:p>
        </p:txBody>
      </p:sp>
      <p:sp>
        <p:nvSpPr>
          <p:cNvPr id="717154565" name="equation-y1"/>
          <p:cNvSpPr>
            <a:spLocks noGrp="1"/>
          </p:cNvSpPr>
          <p:nvPr/>
        </p:nvSpPr>
        <p:spPr bwMode="auto">
          <a:xfrm>
            <a:off x="8296571" y="1970507"/>
            <a:ext cx="3174205" cy="400050"/>
          </a:xfrm>
          <a:prstGeom prst="rect">
            <a:avLst/>
          </a:prstGeom>
          <a:noFill/>
          <a:ln w="0">
            <a:noFill/>
            <a:prstDash val="solid"/>
          </a:ln>
        </p:spPr>
        <p:txBody>
          <a:bodyPr anchor="ctr"/>
          <a:lstStyle/>
          <a:p>
            <a:pPr algn="ctr">
              <a:defRPr sz="1950" b="0">
                <a:solidFill>
                  <a:srgbClr val="111827"/>
                </a:solidFill>
                <a:latin typeface="Times New Roman"/>
                <a:ea typeface="Times New Roman"/>
                <a:cs typeface="Times New Roman"/>
              </a:defRPr>
            </a:pPr>
            <a:r>
              <a:rPr/>
              <a:t>y₁ = 0.82x₁ + 0.47x₂ + 0.1</a:t>
            </a:r>
            <a:endParaRPr/>
          </a:p>
        </p:txBody>
      </p:sp>
      <p:sp>
        <p:nvSpPr>
          <p:cNvPr id="126523632" name="equation-y2"/>
          <p:cNvSpPr>
            <a:spLocks noGrp="1"/>
          </p:cNvSpPr>
          <p:nvPr/>
        </p:nvSpPr>
        <p:spPr bwMode="auto">
          <a:xfrm>
            <a:off x="8296571" y="2380082"/>
            <a:ext cx="3174205" cy="400050"/>
          </a:xfrm>
          <a:prstGeom prst="rect">
            <a:avLst/>
          </a:prstGeom>
          <a:noFill/>
          <a:ln w="0">
            <a:noFill/>
            <a:prstDash val="solid"/>
          </a:ln>
        </p:spPr>
        <p:txBody>
          <a:bodyPr anchor="ctr"/>
          <a:lstStyle/>
          <a:p>
            <a:pPr algn="ctr">
              <a:defRPr sz="1950" b="0">
                <a:solidFill>
                  <a:srgbClr val="111827"/>
                </a:solidFill>
                <a:latin typeface="Times New Roman"/>
                <a:ea typeface="Times New Roman"/>
                <a:cs typeface="Times New Roman"/>
              </a:defRPr>
            </a:pPr>
            <a:r>
              <a:rPr/>
              <a:t>y₂ = −0.35x₁ + 0.91x₂ − 0.1</a:t>
            </a:r>
            <a:endParaRPr/>
          </a:p>
        </p:txBody>
      </p:sp>
      <p:sp>
        <p:nvSpPr>
          <p:cNvPr id="273277457" name="compact-form"/>
          <p:cNvSpPr>
            <a:spLocks noGrp="1"/>
          </p:cNvSpPr>
          <p:nvPr/>
        </p:nvSpPr>
        <p:spPr bwMode="auto">
          <a:xfrm>
            <a:off x="8960939" y="2859926"/>
            <a:ext cx="1845468" cy="514350"/>
          </a:xfrm>
          <a:prstGeom prst="rect">
            <a:avLst/>
          </a:prstGeom>
          <a:noFill/>
          <a:ln w="0">
            <a:noFill/>
            <a:prstDash val="solid"/>
          </a:ln>
        </p:spPr>
        <p:txBody>
          <a:bodyPr anchor="ctr"/>
          <a:lstStyle/>
          <a:p>
            <a:pPr algn="ctr">
              <a:defRPr sz="2550" b="1">
                <a:solidFill>
                  <a:srgbClr val="155EEF"/>
                </a:solidFill>
                <a:latin typeface="Times New Roman"/>
                <a:ea typeface="Times New Roman"/>
                <a:cs typeface="Times New Roman"/>
              </a:defRPr>
            </a:pPr>
            <a:r>
              <a:rPr/>
              <a:t>y = </a:t>
            </a:r>
            <a:r>
              <a:rPr/>
              <a:t>Wx</a:t>
            </a:r>
            <a:r>
              <a:rPr/>
              <a:t> + b</a:t>
            </a:r>
            <a:endParaRPr/>
          </a:p>
        </p:txBody>
      </p:sp>
      <p:sp>
        <p:nvSpPr>
          <p:cNvPr id="1231809262" name="matrix-heading"/>
          <p:cNvSpPr>
            <a:spLocks noGrp="1"/>
          </p:cNvSpPr>
          <p:nvPr/>
        </p:nvSpPr>
        <p:spPr bwMode="auto">
          <a:xfrm>
            <a:off x="1524000" y="3790949"/>
            <a:ext cx="9144000" cy="266700"/>
          </a:xfrm>
          <a:prstGeom prst="rect">
            <a:avLst/>
          </a:prstGeom>
          <a:noFill/>
          <a:ln w="0">
            <a:noFill/>
            <a:prstDash val="solid"/>
          </a:ln>
        </p:spPr>
        <p:txBody>
          <a:bodyPr anchor="ctr"/>
          <a:lstStyle/>
          <a:p>
            <a:pPr algn="ctr">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endParaRPr/>
          </a:p>
        </p:txBody>
      </p:sp>
      <p:sp>
        <p:nvSpPr>
          <p:cNvPr id="864820694" name="y-left-bracket"/>
          <p:cNvSpPr>
            <a:spLocks noGrp="1"/>
          </p:cNvSpPr>
          <p:nvPr/>
        </p:nvSpPr>
        <p:spPr bwMode="auto">
          <a:xfrm>
            <a:off x="2651005"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847857105" name="y-1"/>
          <p:cNvSpPr>
            <a:spLocks noGrp="1"/>
          </p:cNvSpPr>
          <p:nvPr/>
        </p:nvSpPr>
        <p:spPr bwMode="auto">
          <a:xfrm>
            <a:off x="2936755" y="419459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endParaRPr/>
          </a:p>
        </p:txBody>
      </p:sp>
      <p:sp>
        <p:nvSpPr>
          <p:cNvPr id="863523771" name="y-2"/>
          <p:cNvSpPr>
            <a:spLocks noGrp="1"/>
          </p:cNvSpPr>
          <p:nvPr/>
        </p:nvSpPr>
        <p:spPr bwMode="auto">
          <a:xfrm>
            <a:off x="2936755" y="463274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endParaRPr/>
          </a:p>
        </p:txBody>
      </p:sp>
      <p:sp>
        <p:nvSpPr>
          <p:cNvPr id="406640571" name="y-right-bracket"/>
          <p:cNvSpPr>
            <a:spLocks noGrp="1"/>
          </p:cNvSpPr>
          <p:nvPr/>
        </p:nvSpPr>
        <p:spPr bwMode="auto">
          <a:xfrm>
            <a:off x="34796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242500646" name="equals"/>
          <p:cNvSpPr>
            <a:spLocks noGrp="1"/>
          </p:cNvSpPr>
          <p:nvPr/>
        </p:nvSpPr>
        <p:spPr bwMode="auto">
          <a:xfrm>
            <a:off x="3879730" y="4327944"/>
            <a:ext cx="400050" cy="457200"/>
          </a:xfrm>
          <a:prstGeom prst="rect">
            <a:avLst/>
          </a:prstGeom>
          <a:noFill/>
          <a:ln w="0">
            <a:noFill/>
            <a:prstDash val="solid"/>
          </a:ln>
        </p:spPr>
        <p:txBody>
          <a:bodyPr anchor="ctr"/>
          <a:lstStyle/>
          <a:p>
            <a:pPr algn="ctr">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endParaRPr/>
          </a:p>
        </p:txBody>
      </p:sp>
      <p:sp>
        <p:nvSpPr>
          <p:cNvPr id="143336188" name="w-left-bracket"/>
          <p:cNvSpPr>
            <a:spLocks noGrp="1"/>
          </p:cNvSpPr>
          <p:nvPr/>
        </p:nvSpPr>
        <p:spPr bwMode="auto">
          <a:xfrm>
            <a:off x="44131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1577253818" name="w-11"/>
          <p:cNvSpPr>
            <a:spLocks noGrp="1"/>
          </p:cNvSpPr>
          <p:nvPr/>
        </p:nvSpPr>
        <p:spPr bwMode="auto">
          <a:xfrm>
            <a:off x="4736980" y="419459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endParaRPr/>
          </a:p>
        </p:txBody>
      </p:sp>
      <p:sp>
        <p:nvSpPr>
          <p:cNvPr id="405522041" name="w-12"/>
          <p:cNvSpPr>
            <a:spLocks noGrp="1"/>
          </p:cNvSpPr>
          <p:nvPr/>
        </p:nvSpPr>
        <p:spPr bwMode="auto">
          <a:xfrm>
            <a:off x="5556130" y="419459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endParaRPr/>
          </a:p>
        </p:txBody>
      </p:sp>
      <p:sp>
        <p:nvSpPr>
          <p:cNvPr id="784243633" name="w-21"/>
          <p:cNvSpPr>
            <a:spLocks noGrp="1"/>
          </p:cNvSpPr>
          <p:nvPr/>
        </p:nvSpPr>
        <p:spPr bwMode="auto">
          <a:xfrm>
            <a:off x="4698880" y="4632744"/>
            <a:ext cx="7810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endParaRPr/>
          </a:p>
        </p:txBody>
      </p:sp>
      <p:sp>
        <p:nvSpPr>
          <p:cNvPr id="318698246" name="w-22"/>
          <p:cNvSpPr>
            <a:spLocks noGrp="1"/>
          </p:cNvSpPr>
          <p:nvPr/>
        </p:nvSpPr>
        <p:spPr bwMode="auto">
          <a:xfrm>
            <a:off x="5556130" y="4632744"/>
            <a:ext cx="7048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endParaRPr/>
          </a:p>
        </p:txBody>
      </p:sp>
      <p:sp>
        <p:nvSpPr>
          <p:cNvPr id="1313546225" name="w-right-bracket"/>
          <p:cNvSpPr>
            <a:spLocks noGrp="1"/>
          </p:cNvSpPr>
          <p:nvPr/>
        </p:nvSpPr>
        <p:spPr bwMode="auto">
          <a:xfrm>
            <a:off x="62800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1413408161" name="x-left-bracket"/>
          <p:cNvSpPr>
            <a:spLocks noGrp="1"/>
          </p:cNvSpPr>
          <p:nvPr/>
        </p:nvSpPr>
        <p:spPr bwMode="auto">
          <a:xfrm>
            <a:off x="66991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221403465" name="x-1"/>
          <p:cNvSpPr>
            <a:spLocks noGrp="1"/>
          </p:cNvSpPr>
          <p:nvPr/>
        </p:nvSpPr>
        <p:spPr bwMode="auto">
          <a:xfrm>
            <a:off x="6984880" y="419459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endParaRPr/>
          </a:p>
        </p:txBody>
      </p:sp>
      <p:sp>
        <p:nvSpPr>
          <p:cNvPr id="1949864656" name="x-2"/>
          <p:cNvSpPr>
            <a:spLocks noGrp="1"/>
          </p:cNvSpPr>
          <p:nvPr/>
        </p:nvSpPr>
        <p:spPr bwMode="auto">
          <a:xfrm>
            <a:off x="6984880" y="4632744"/>
            <a:ext cx="55245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endParaRPr/>
          </a:p>
        </p:txBody>
      </p:sp>
      <p:sp>
        <p:nvSpPr>
          <p:cNvPr id="1373769847" name="x-right-bracket"/>
          <p:cNvSpPr>
            <a:spLocks noGrp="1"/>
          </p:cNvSpPr>
          <p:nvPr/>
        </p:nvSpPr>
        <p:spPr bwMode="auto">
          <a:xfrm>
            <a:off x="753733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1484969328" name="plus"/>
          <p:cNvSpPr>
            <a:spLocks noGrp="1"/>
          </p:cNvSpPr>
          <p:nvPr/>
        </p:nvSpPr>
        <p:spPr bwMode="auto">
          <a:xfrm>
            <a:off x="7965955" y="4327944"/>
            <a:ext cx="400050" cy="457200"/>
          </a:xfrm>
          <a:prstGeom prst="rect">
            <a:avLst/>
          </a:prstGeom>
          <a:noFill/>
          <a:ln w="0">
            <a:noFill/>
            <a:prstDash val="solid"/>
          </a:ln>
        </p:spPr>
        <p:txBody>
          <a:bodyPr anchor="ctr"/>
          <a:lstStyle/>
          <a:p>
            <a:pPr algn="ctr">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endParaRPr/>
          </a:p>
        </p:txBody>
      </p:sp>
      <p:sp>
        <p:nvSpPr>
          <p:cNvPr id="1912473492" name="b-left-bracket"/>
          <p:cNvSpPr>
            <a:spLocks noGrp="1"/>
          </p:cNvSpPr>
          <p:nvPr/>
        </p:nvSpPr>
        <p:spPr bwMode="auto">
          <a:xfrm>
            <a:off x="85088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1280014239" name="b-1"/>
          <p:cNvSpPr>
            <a:spLocks noGrp="1"/>
          </p:cNvSpPr>
          <p:nvPr/>
        </p:nvSpPr>
        <p:spPr bwMode="auto">
          <a:xfrm>
            <a:off x="8794630" y="4194594"/>
            <a:ext cx="60960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endParaRPr/>
          </a:p>
        </p:txBody>
      </p:sp>
      <p:sp>
        <p:nvSpPr>
          <p:cNvPr id="925678817" name="b-2"/>
          <p:cNvSpPr>
            <a:spLocks noGrp="1"/>
          </p:cNvSpPr>
          <p:nvPr/>
        </p:nvSpPr>
        <p:spPr bwMode="auto">
          <a:xfrm>
            <a:off x="8756530" y="4632744"/>
            <a:ext cx="685800" cy="323850"/>
          </a:xfrm>
          <a:prstGeom prst="rect">
            <a:avLst/>
          </a:prstGeom>
          <a:noFill/>
          <a:ln w="0">
            <a:noFill/>
            <a:prstDash val="solid"/>
          </a:ln>
        </p:spPr>
        <p:txBody>
          <a:bodyPr anchor="ctr"/>
          <a:lstStyle/>
          <a:p>
            <a:pPr algn="ctr">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endParaRPr/>
          </a:p>
        </p:txBody>
      </p:sp>
      <p:sp>
        <p:nvSpPr>
          <p:cNvPr id="1430806469" name="b-right-bracket"/>
          <p:cNvSpPr>
            <a:spLocks noGrp="1"/>
          </p:cNvSpPr>
          <p:nvPr/>
        </p:nvSpPr>
        <p:spPr bwMode="auto">
          <a:xfrm>
            <a:off x="9423280" y="4137444"/>
            <a:ext cx="285750" cy="914400"/>
          </a:xfrm>
          <a:prstGeom prst="rect">
            <a:avLst/>
          </a:prstGeom>
          <a:noFill/>
          <a:ln w="0">
            <a:noFill/>
            <a:prstDash val="solid"/>
          </a:ln>
        </p:spPr>
        <p:txBody>
          <a:bodyPr anchor="ctr"/>
          <a:lstStyle/>
          <a:p>
            <a:pPr algn="ctr">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endParaRPr/>
          </a:p>
        </p:txBody>
      </p:sp>
      <p:sp>
        <p:nvSpPr>
          <p:cNvPr id="398011469" name="matrix-note"/>
          <p:cNvSpPr>
            <a:spLocks noGrp="1"/>
          </p:cNvSpPr>
          <p:nvPr/>
        </p:nvSpPr>
        <p:spPr bwMode="auto">
          <a:xfrm>
            <a:off x="2095500" y="5286375"/>
            <a:ext cx="8001000" cy="323850"/>
          </a:xfrm>
          <a:prstGeom prst="rect">
            <a:avLst/>
          </a:prstGeom>
          <a:noFill/>
          <a:ln w="0">
            <a:noFill/>
            <a:prstDash val="solid"/>
          </a:ln>
        </p:spPr>
        <p:txBody>
          <a:bodyPr anchor="ctr"/>
          <a:lstStyle/>
          <a:p>
            <a:pPr algn="ctr">
              <a:defRPr sz="1300" b="0">
                <a:solidFill>
                  <a:srgbClr val="486284"/>
                </a:solidFill>
                <a:latin typeface="Times New Roman"/>
                <a:ea typeface="Times New Roman"/>
                <a:cs typeface="Times New Roman"/>
              </a:defRPr>
            </a:pPr>
            <a:r>
              <a:rPr sz="1300" b="0">
                <a:solidFill>
                  <a:srgbClr val="486284"/>
                </a:solidFill>
                <a:latin typeface="Times New Roman"/>
                <a:ea typeface="Times New Roman"/>
                <a:cs typeface="Times New Roman"/>
              </a:rPr>
              <a:t>W stores the weights by output row; b stores one bias for each output.</a:t>
            </a:r>
            <a:endParaRPr/>
          </a:p>
        </p:txBody>
      </p:sp>
      <p:sp>
        <p:nvSpPr>
          <p:cNvPr id="320933317" name="Oval 7"/>
          <p:cNvSpPr>
            <a:spLocks noGrp="1"/>
          </p:cNvSpPr>
          <p:nvPr/>
        </p:nvSpPr>
        <p:spPr bwMode="auto">
          <a:xfrm>
            <a:off x="1028700" y="1508544"/>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endParaRPr/>
          </a:p>
        </p:txBody>
      </p:sp>
      <p:sp>
        <p:nvSpPr>
          <p:cNvPr id="458217070" name="Oval 8"/>
          <p:cNvSpPr>
            <a:spLocks noGrp="1"/>
          </p:cNvSpPr>
          <p:nvPr/>
        </p:nvSpPr>
        <p:spPr bwMode="auto">
          <a:xfrm>
            <a:off x="1028700" y="3032544"/>
            <a:ext cx="495300" cy="495300"/>
          </a:xfrm>
          <a:prstGeom prst="ellipse">
            <a:avLst/>
          </a:prstGeom>
          <a:solidFill>
            <a:srgbClr val="FFFFFF"/>
          </a:solidFill>
          <a:ln w="19050">
            <a:solidFill>
              <a:srgbClr val="667085"/>
            </a:solidFill>
            <a:prstDash val="solid"/>
          </a:ln>
        </p:spPr>
        <p:txBody>
          <a:bodyPr anchor="ctr"/>
          <a:lstStyle/>
          <a:p>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endParaRPr/>
          </a:p>
        </p:txBody>
      </p:sp>
      <p:sp>
        <p:nvSpPr>
          <p:cNvPr id="1261072674" name="Oval 9"/>
          <p:cNvSpPr>
            <a:spLocks noGrp="1"/>
          </p:cNvSpPr>
          <p:nvPr/>
        </p:nvSpPr>
        <p:spPr bwMode="auto">
          <a:xfrm>
            <a:off x="6743700" y="1508544"/>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endParaRPr/>
          </a:p>
        </p:txBody>
      </p:sp>
      <p:sp>
        <p:nvSpPr>
          <p:cNvPr id="1306891541" name="Oval 10"/>
          <p:cNvSpPr>
            <a:spLocks noGrp="1"/>
          </p:cNvSpPr>
          <p:nvPr/>
        </p:nvSpPr>
        <p:spPr bwMode="auto">
          <a:xfrm>
            <a:off x="6743700" y="3032544"/>
            <a:ext cx="495300" cy="495300"/>
          </a:xfrm>
          <a:prstGeom prst="ellipse">
            <a:avLst/>
          </a:prstGeom>
          <a:solidFill>
            <a:srgbClr val="D9FBE8"/>
          </a:solidFill>
          <a:ln w="19050">
            <a:solidFill>
              <a:srgbClr val="246BFD"/>
            </a:solidFill>
            <a:prstDash val="solid"/>
          </a:ln>
        </p:spPr>
        <p:txBody>
          <a:bodyPr anchor="ctr"/>
          <a:lstStyle/>
          <a:p>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endParaRPr/>
          </a:p>
        </p:txBody>
      </p:sp>
      <p:cxnSp>
        <p:nvCxnSpPr>
          <p:cNvPr id="1343549313" name="Straight Arrow Connector 1503402375"/>
          <p:cNvCxnSpPr>
            <a:stCxn id="320933317" idx="6"/>
            <a:endCxn id="1261072674" idx="2"/>
          </p:cNvCxnSpPr>
          <p:nvPr/>
        </p:nvCxnSpPr>
        <p:spPr bwMode="auto">
          <a:xfrm>
            <a:off x="1524000" y="1756194"/>
            <a:ext cx="5219700" cy="0"/>
          </a:xfrm>
          <a:prstGeom prst="straightConnector1">
            <a:avLst/>
          </a:prstGeom>
          <a:ln w="11906">
            <a:solidFill>
              <a:srgbClr val="D7DEE9"/>
            </a:solidFill>
            <a:prstDash val="solid"/>
          </a:ln>
        </p:spPr>
      </p:cxnSp>
      <p:cxnSp>
        <p:nvCxnSpPr>
          <p:cNvPr id="1322272222" name="Straight Arrow Connector 1503402376"/>
          <p:cNvCxnSpPr>
            <a:stCxn id="320933317" idx="6"/>
            <a:endCxn id="1306891541" idx="2"/>
          </p:cNvCxnSpPr>
          <p:nvPr/>
        </p:nvCxnSpPr>
        <p:spPr bwMode="auto">
          <a:xfrm>
            <a:off x="1524000" y="1756194"/>
            <a:ext cx="5219700" cy="1524000"/>
          </a:xfrm>
          <a:prstGeom prst="straightConnector1">
            <a:avLst/>
          </a:prstGeom>
          <a:ln w="11906">
            <a:solidFill>
              <a:srgbClr val="D7DEE9"/>
            </a:solidFill>
            <a:prstDash val="solid"/>
          </a:ln>
        </p:spPr>
      </p:cxnSp>
      <p:cxnSp>
        <p:nvCxnSpPr>
          <p:cNvPr id="465802042" name="Straight Arrow Connector 1503402377"/>
          <p:cNvCxnSpPr>
            <a:stCxn id="458217070" idx="6"/>
            <a:endCxn id="1261072674" idx="2"/>
          </p:cNvCxnSpPr>
          <p:nvPr/>
        </p:nvCxnSpPr>
        <p:spPr bwMode="auto">
          <a:xfrm flipV="1">
            <a:off x="1524000" y="1756194"/>
            <a:ext cx="5219700" cy="1524000"/>
          </a:xfrm>
          <a:prstGeom prst="straightConnector1">
            <a:avLst/>
          </a:prstGeom>
          <a:ln w="11906">
            <a:solidFill>
              <a:srgbClr val="D7DEE9"/>
            </a:solidFill>
            <a:prstDash val="solid"/>
          </a:ln>
        </p:spPr>
      </p:cxnSp>
      <p:cxnSp>
        <p:nvCxnSpPr>
          <p:cNvPr id="1834078066" name="Straight Arrow Connector 1503402378"/>
          <p:cNvCxnSpPr>
            <a:stCxn id="458217070" idx="6"/>
            <a:endCxn id="1306891541" idx="2"/>
          </p:cNvCxnSpPr>
          <p:nvPr/>
        </p:nvCxnSpPr>
        <p:spPr bwMode="auto">
          <a:xfrm>
            <a:off x="1524000" y="3280194"/>
            <a:ext cx="5219700" cy="0"/>
          </a:xfrm>
          <a:prstGeom prst="straightConnector1">
            <a:avLst/>
          </a:prstGeom>
          <a:ln w="11906">
            <a:solidFill>
              <a:srgbClr val="D7DEE9"/>
            </a:solidFill>
            <a:prstDash val="solid"/>
          </a:ln>
        </p:spPr>
      </p:cxnSp>
      <p:sp>
        <p:nvSpPr>
          <p:cNvPr id="1506494985" name="Rectangle 43"/>
          <p:cNvSpPr>
            <a:spLocks noGrp="1"/>
          </p:cNvSpPr>
          <p:nvPr/>
        </p:nvSpPr>
        <p:spPr bwMode="auto">
          <a:xfrm>
            <a:off x="3552825" y="147996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endParaRPr/>
          </a:p>
        </p:txBody>
      </p:sp>
      <p:sp>
        <p:nvSpPr>
          <p:cNvPr id="811543002" name="Rectangle 44"/>
          <p:cNvSpPr>
            <a:spLocks noGrp="1"/>
          </p:cNvSpPr>
          <p:nvPr/>
        </p:nvSpPr>
        <p:spPr bwMode="auto">
          <a:xfrm>
            <a:off x="3158346" y="2118289"/>
            <a:ext cx="590549"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endParaRPr/>
          </a:p>
        </p:txBody>
      </p:sp>
      <p:sp>
        <p:nvSpPr>
          <p:cNvPr id="415626662" name="Rectangle 45"/>
          <p:cNvSpPr>
            <a:spLocks noGrp="1"/>
          </p:cNvSpPr>
          <p:nvPr/>
        </p:nvSpPr>
        <p:spPr bwMode="auto">
          <a:xfrm>
            <a:off x="4453746" y="211828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endParaRPr/>
          </a:p>
        </p:txBody>
      </p:sp>
      <p:sp>
        <p:nvSpPr>
          <p:cNvPr id="1139142121" name="Rectangle 46"/>
          <p:cNvSpPr>
            <a:spLocks noGrp="1"/>
          </p:cNvSpPr>
          <p:nvPr/>
        </p:nvSpPr>
        <p:spPr bwMode="auto">
          <a:xfrm>
            <a:off x="3552825" y="3003969"/>
            <a:ext cx="495300" cy="209550"/>
          </a:xfrm>
          <a:prstGeom prst="rect">
            <a:avLst/>
          </a:prstGeom>
          <a:noFill/>
          <a:ln w="0">
            <a:noFill/>
            <a:prstDash val="solid"/>
          </a:ln>
        </p:spPr>
        <p:txBody>
          <a:bodyPr anchor="ctr"/>
          <a:lstStyle/>
          <a:p>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49957409" name="Rectangle 1534851990"/>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1570206513" name="Rectangle 47902182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endParaRPr/>
          </a:p>
        </p:txBody>
      </p:sp>
      <p:sp>
        <p:nvSpPr>
          <p:cNvPr id="599155432" name="Rectangle 1978977909"/>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endParaRPr/>
          </a:p>
        </p:txBody>
      </p:sp>
      <p:pic>
        <p:nvPicPr>
          <p:cNvPr id="130175642" name="Picture 515916084"/>
          <p:cNvPicPr>
            <a:picLocks noChangeAspect="1"/>
          </p:cNvPicPr>
          <p:nvPr/>
        </p:nvPicPr>
        <p:blipFill rotWithShape="1">
          <a:blip r:embed="rId3"/>
          <a:stretch/>
        </p:blipFill>
        <p:spPr bwMode="auto">
          <a:xfrm>
            <a:off x="1181505" y="1571625"/>
            <a:ext cx="9828989" cy="4619625"/>
          </a:xfrm>
          <a:prstGeom prst="rect">
            <a:avLst/>
          </a:prstGeom>
        </p:spPr>
      </p:pic>
      <p:sp>
        <p:nvSpPr>
          <p:cNvPr id="1456090650" name="Rectangle 2015264448"/>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91590717" name="Rectangle 1247590332"/>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1704600796" name="Rectangle 123267949"/>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endParaRPr/>
          </a:p>
        </p:txBody>
      </p:sp>
      <p:sp>
        <p:nvSpPr>
          <p:cNvPr id="1098194889" name="Rectangle 1662278909"/>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endParaRPr/>
          </a:p>
        </p:txBody>
      </p:sp>
      <p:sp>
        <p:nvSpPr>
          <p:cNvPr id="1145969643" name="Rectangle 459089390"/>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27</a:t>
            </a:r>
            <a:endParaRPr/>
          </a:p>
        </p:txBody>
      </p:sp>
      <p:sp>
        <p:nvSpPr>
          <p:cNvPr id="432757049" name="Rectangle 1982873099"/>
          <p:cNvSpPr>
            <a:spLocks noGrp="1"/>
          </p:cNvSpPr>
          <p:nvPr/>
        </p:nvSpPr>
        <p:spPr bwMode="auto">
          <a:xfrm>
            <a:off x="704850" y="1314450"/>
            <a:ext cx="10287000" cy="285750"/>
          </a:xfrm>
          <a:prstGeom prst="rect">
            <a:avLst/>
          </a:prstGeom>
          <a:noFill/>
          <a:ln w="0">
            <a:noFill/>
            <a:prstDash val="solid"/>
          </a:ln>
        </p:spPr>
        <p:txBody>
          <a:bodyPr/>
          <a:lstStyle/>
          <a:p>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endParaRPr/>
          </a:p>
        </p:txBody>
      </p:sp>
      <p:pic>
        <p:nvPicPr>
          <p:cNvPr id="1137312587" name="Picture 305515905"/>
          <p:cNvPicPr>
            <a:picLocks noChangeAspect="1"/>
          </p:cNvPicPr>
          <p:nvPr/>
        </p:nvPicPr>
        <p:blipFill rotWithShape="1">
          <a:blip r:embed="rId3"/>
          <a:stretch/>
        </p:blipFill>
        <p:spPr bwMode="auto">
          <a:xfrm>
            <a:off x="2047875" y="1809750"/>
            <a:ext cx="8096250" cy="3648074"/>
          </a:xfrm>
          <a:prstGeom prst="rect">
            <a:avLst/>
          </a:prstGeom>
        </p:spPr>
      </p:pic>
      <p:sp>
        <p:nvSpPr>
          <p:cNvPr id="610129864" name="Rectangle 1852267195"/>
          <p:cNvSpPr>
            <a:spLocks noGrp="1"/>
          </p:cNvSpPr>
          <p:nvPr/>
        </p:nvSpPr>
        <p:spPr bwMode="auto">
          <a:xfrm>
            <a:off x="1143000" y="5762625"/>
            <a:ext cx="9906000" cy="247650"/>
          </a:xfrm>
          <a:prstGeom prst="rect">
            <a:avLst/>
          </a:prstGeom>
          <a:noFill/>
          <a:ln w="0">
            <a:noFill/>
            <a:prstDash val="solid"/>
          </a:ln>
        </p:spPr>
        <p:txBody>
          <a:bodyP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5923271" name="Rectangle 1803920234"/>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518068339" name="Rectangle 127138043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endParaRPr/>
          </a:p>
        </p:txBody>
      </p:sp>
      <p:sp>
        <p:nvSpPr>
          <p:cNvPr id="98704749" name="Rectangle 608404555"/>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endParaRPr/>
          </a:p>
        </p:txBody>
      </p:sp>
      <p:sp>
        <p:nvSpPr>
          <p:cNvPr id="795483025" name="Rectangle 203826565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28</a:t>
            </a:r>
            <a:endParaRPr/>
          </a:p>
        </p:txBody>
      </p:sp>
      <p:sp>
        <p:nvSpPr>
          <p:cNvPr id="1712250089" name="Rectangle 1642738132"/>
          <p:cNvSpPr>
            <a:spLocks noGrp="1"/>
          </p:cNvSpPr>
          <p:nvPr/>
        </p:nvSpPr>
        <p:spPr bwMode="auto">
          <a:xfrm>
            <a:off x="704850" y="1257300"/>
            <a:ext cx="10668000" cy="285750"/>
          </a:xfrm>
          <a:prstGeom prst="rect">
            <a:avLst/>
          </a:prstGeom>
          <a:noFill/>
          <a:ln w="0">
            <a:noFill/>
            <a:prstDash val="solid"/>
          </a:ln>
        </p:spPr>
        <p:txBody>
          <a:bodyPr anchor="ctr"/>
          <a:lstStyle/>
          <a:p>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endParaRPr/>
          </a:p>
        </p:txBody>
      </p:sp>
      <p:sp>
        <p:nvSpPr>
          <p:cNvPr id="1559565128" name="Rectangle: Rounded Corners 1850643839"/>
          <p:cNvSpPr>
            <a:spLocks noGrp="1"/>
          </p:cNvSpPr>
          <p:nvPr/>
        </p:nvSpPr>
        <p:spPr bwMode="auto">
          <a:xfrm>
            <a:off x="723900" y="1981200"/>
            <a:ext cx="3124200" cy="3162300"/>
          </a:xfrm>
          <a:prstGeom prst="roundRect">
            <a:avLst>
              <a:gd name="adj" fmla="val 3659"/>
            </a:avLst>
          </a:prstGeom>
          <a:solidFill>
            <a:srgbClr val="EAF2FF"/>
          </a:solidFill>
          <a:ln w="9525">
            <a:solidFill>
              <a:srgbClr val="2563EB"/>
            </a:solidFill>
            <a:prstDash val="solid"/>
          </a:ln>
        </p:spPr>
        <p:txBody>
          <a:bodyPr/>
          <a:lstStyle/>
          <a:p>
            <a:pPr>
              <a:defRPr/>
            </a:pPr>
            <a:endParaRPr/>
          </a:p>
        </p:txBody>
      </p:sp>
      <p:sp>
        <p:nvSpPr>
          <p:cNvPr id="1596009154" name="Rectangle 1017679780"/>
          <p:cNvSpPr>
            <a:spLocks noGrp="1"/>
          </p:cNvSpPr>
          <p:nvPr/>
        </p:nvSpPr>
        <p:spPr bwMode="auto">
          <a:xfrm>
            <a:off x="990600" y="2228850"/>
            <a:ext cx="2571750" cy="361950"/>
          </a:xfrm>
          <a:prstGeom prst="rect">
            <a:avLst/>
          </a:prstGeom>
          <a:noFill/>
          <a:ln w="0">
            <a:noFill/>
            <a:prstDash val="solid"/>
          </a:ln>
        </p:spPr>
        <p:txBody>
          <a:bodyPr anchor="ctr"/>
          <a:lstStyle/>
          <a:p>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endParaRPr/>
          </a:p>
        </p:txBody>
      </p:sp>
      <p:sp>
        <p:nvSpPr>
          <p:cNvPr id="1218099052" name="Rectangle 1849476888"/>
          <p:cNvSpPr>
            <a:spLocks noGrp="1"/>
          </p:cNvSpPr>
          <p:nvPr/>
        </p:nvSpPr>
        <p:spPr bwMode="auto">
          <a:xfrm>
            <a:off x="9906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endParaRP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endParaRPr/>
          </a:p>
        </p:txBody>
      </p:sp>
      <p:sp>
        <p:nvSpPr>
          <p:cNvPr id="552812029" name="Straight Connector 661712452"/>
          <p:cNvSpPr>
            <a:spLocks noGrp="1"/>
          </p:cNvSpPr>
          <p:nvPr/>
        </p:nvSpPr>
        <p:spPr bwMode="auto">
          <a:xfrm>
            <a:off x="990600" y="3771900"/>
            <a:ext cx="2571750" cy="0"/>
          </a:xfrm>
          <a:prstGeom prst="line">
            <a:avLst/>
          </a:prstGeom>
          <a:ln w="9525">
            <a:solidFill>
              <a:srgbClr val="2563EB"/>
            </a:solidFill>
            <a:prstDash val="solid"/>
          </a:ln>
        </p:spPr>
        <p:txBody>
          <a:bodyPr/>
          <a:lstStyle/>
          <a:p>
            <a:pPr>
              <a:defRPr/>
            </a:pPr>
            <a:endParaRPr/>
          </a:p>
        </p:txBody>
      </p:sp>
      <p:sp>
        <p:nvSpPr>
          <p:cNvPr id="2016339351" name="Rectangle 814738557"/>
          <p:cNvSpPr>
            <a:spLocks noGrp="1"/>
          </p:cNvSpPr>
          <p:nvPr/>
        </p:nvSpPr>
        <p:spPr bwMode="auto">
          <a:xfrm>
            <a:off x="9906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endParaRP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endParaRPr/>
          </a:p>
        </p:txBody>
      </p:sp>
      <p:sp>
        <p:nvSpPr>
          <p:cNvPr id="371413939" name="Rectangle: Rounded Corners 1558336149"/>
          <p:cNvSpPr>
            <a:spLocks noGrp="1"/>
          </p:cNvSpPr>
          <p:nvPr/>
        </p:nvSpPr>
        <p:spPr bwMode="auto">
          <a:xfrm>
            <a:off x="4191000" y="1981200"/>
            <a:ext cx="3124200" cy="3162300"/>
          </a:xfrm>
          <a:prstGeom prst="roundRect">
            <a:avLst>
              <a:gd name="adj" fmla="val 3659"/>
            </a:avLst>
          </a:prstGeom>
          <a:solidFill>
            <a:srgbClr val="EAFBF3"/>
          </a:solidFill>
          <a:ln w="9525">
            <a:solidFill>
              <a:srgbClr val="059669"/>
            </a:solidFill>
            <a:prstDash val="solid"/>
          </a:ln>
        </p:spPr>
        <p:txBody>
          <a:bodyPr/>
          <a:lstStyle/>
          <a:p>
            <a:pPr>
              <a:defRPr/>
            </a:pPr>
            <a:endParaRPr/>
          </a:p>
        </p:txBody>
      </p:sp>
      <p:sp>
        <p:nvSpPr>
          <p:cNvPr id="606753571" name="Rectangle 1410040051"/>
          <p:cNvSpPr>
            <a:spLocks noGrp="1"/>
          </p:cNvSpPr>
          <p:nvPr/>
        </p:nvSpPr>
        <p:spPr bwMode="auto">
          <a:xfrm>
            <a:off x="4457700" y="2228850"/>
            <a:ext cx="2571750" cy="361950"/>
          </a:xfrm>
          <a:prstGeom prst="rect">
            <a:avLst/>
          </a:prstGeom>
          <a:noFill/>
          <a:ln w="0">
            <a:noFill/>
            <a:prstDash val="solid"/>
          </a:ln>
        </p:spPr>
        <p:txBody>
          <a:bodyPr anchor="ctr"/>
          <a:lstStyle/>
          <a:p>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endParaRPr/>
          </a:p>
        </p:txBody>
      </p:sp>
      <p:sp>
        <p:nvSpPr>
          <p:cNvPr id="1392172749" name="Rectangle 1940875111"/>
          <p:cNvSpPr>
            <a:spLocks noGrp="1"/>
          </p:cNvSpPr>
          <p:nvPr/>
        </p:nvSpPr>
        <p:spPr bwMode="auto">
          <a:xfrm>
            <a:off x="44577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endParaRP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endParaRPr/>
          </a:p>
        </p:txBody>
      </p:sp>
      <p:sp>
        <p:nvSpPr>
          <p:cNvPr id="2023816083" name="Straight Connector 1325281556"/>
          <p:cNvSpPr>
            <a:spLocks noGrp="1"/>
          </p:cNvSpPr>
          <p:nvPr/>
        </p:nvSpPr>
        <p:spPr bwMode="auto">
          <a:xfrm>
            <a:off x="4457700" y="3771900"/>
            <a:ext cx="2571750" cy="0"/>
          </a:xfrm>
          <a:prstGeom prst="line">
            <a:avLst/>
          </a:prstGeom>
          <a:ln w="9525">
            <a:solidFill>
              <a:srgbClr val="059669"/>
            </a:solidFill>
            <a:prstDash val="solid"/>
          </a:ln>
        </p:spPr>
        <p:txBody>
          <a:bodyPr/>
          <a:lstStyle/>
          <a:p>
            <a:pPr>
              <a:defRPr/>
            </a:pPr>
            <a:endParaRPr/>
          </a:p>
        </p:txBody>
      </p:sp>
      <p:sp>
        <p:nvSpPr>
          <p:cNvPr id="1266606579" name="Rectangle 527931363"/>
          <p:cNvSpPr>
            <a:spLocks noGrp="1"/>
          </p:cNvSpPr>
          <p:nvPr/>
        </p:nvSpPr>
        <p:spPr bwMode="auto">
          <a:xfrm>
            <a:off x="44577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endParaRP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endParaRPr/>
          </a:p>
        </p:txBody>
      </p:sp>
      <p:sp>
        <p:nvSpPr>
          <p:cNvPr id="1664917508" name="Rectangle: Rounded Corners 713289506"/>
          <p:cNvSpPr>
            <a:spLocks noGrp="1"/>
          </p:cNvSpPr>
          <p:nvPr/>
        </p:nvSpPr>
        <p:spPr bwMode="auto">
          <a:xfrm>
            <a:off x="7658100" y="1981200"/>
            <a:ext cx="3124200" cy="3162300"/>
          </a:xfrm>
          <a:prstGeom prst="roundRect">
            <a:avLst>
              <a:gd name="adj" fmla="val 3659"/>
            </a:avLst>
          </a:prstGeom>
          <a:solidFill>
            <a:srgbClr val="FFF4E5"/>
          </a:solidFill>
          <a:ln w="9525">
            <a:solidFill>
              <a:srgbClr val="D97706"/>
            </a:solidFill>
            <a:prstDash val="solid"/>
          </a:ln>
        </p:spPr>
        <p:txBody>
          <a:bodyPr/>
          <a:lstStyle/>
          <a:p>
            <a:pPr>
              <a:defRPr/>
            </a:pPr>
            <a:endParaRPr/>
          </a:p>
        </p:txBody>
      </p:sp>
      <p:sp>
        <p:nvSpPr>
          <p:cNvPr id="69481498" name="Rectangle 473538766"/>
          <p:cNvSpPr>
            <a:spLocks noGrp="1"/>
          </p:cNvSpPr>
          <p:nvPr/>
        </p:nvSpPr>
        <p:spPr bwMode="auto">
          <a:xfrm>
            <a:off x="7924800" y="2228850"/>
            <a:ext cx="2571750" cy="361950"/>
          </a:xfrm>
          <a:prstGeom prst="rect">
            <a:avLst/>
          </a:prstGeom>
          <a:noFill/>
          <a:ln w="0">
            <a:noFill/>
            <a:prstDash val="solid"/>
          </a:ln>
        </p:spPr>
        <p:txBody>
          <a:bodyPr anchor="ctr"/>
          <a:lstStyle/>
          <a:p>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endParaRPr/>
          </a:p>
        </p:txBody>
      </p:sp>
      <p:sp>
        <p:nvSpPr>
          <p:cNvPr id="1266589770" name="Rectangle 2292722"/>
          <p:cNvSpPr>
            <a:spLocks noGrp="1"/>
          </p:cNvSpPr>
          <p:nvPr/>
        </p:nvSpPr>
        <p:spPr bwMode="auto">
          <a:xfrm>
            <a:off x="7924800" y="2876550"/>
            <a:ext cx="2590800" cy="647700"/>
          </a:xfrm>
          <a:prstGeom prst="rect">
            <a:avLst/>
          </a:prstGeom>
          <a:noFill/>
          <a:ln w="0">
            <a:noFill/>
            <a:prstDash val="solid"/>
          </a:ln>
        </p:spPr>
        <p:txBody>
          <a:bodyPr anchor="ctr"/>
          <a:lstStyle/>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endParaRPr/>
          </a:p>
          <a:p>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endParaRPr/>
          </a:p>
        </p:txBody>
      </p:sp>
      <p:sp>
        <p:nvSpPr>
          <p:cNvPr id="470352305" name="Straight Connector 327092207"/>
          <p:cNvSpPr>
            <a:spLocks noGrp="1"/>
          </p:cNvSpPr>
          <p:nvPr/>
        </p:nvSpPr>
        <p:spPr bwMode="auto">
          <a:xfrm>
            <a:off x="7924800" y="3771900"/>
            <a:ext cx="2571750" cy="0"/>
          </a:xfrm>
          <a:prstGeom prst="line">
            <a:avLst/>
          </a:prstGeom>
          <a:ln w="9525">
            <a:solidFill>
              <a:srgbClr val="D97706"/>
            </a:solidFill>
            <a:prstDash val="solid"/>
          </a:ln>
        </p:spPr>
        <p:txBody>
          <a:bodyPr/>
          <a:lstStyle/>
          <a:p>
            <a:pPr>
              <a:defRPr/>
            </a:pPr>
            <a:endParaRPr/>
          </a:p>
        </p:txBody>
      </p:sp>
      <p:sp>
        <p:nvSpPr>
          <p:cNvPr id="1687777901" name="Rectangle 1176949747"/>
          <p:cNvSpPr>
            <a:spLocks noGrp="1"/>
          </p:cNvSpPr>
          <p:nvPr/>
        </p:nvSpPr>
        <p:spPr bwMode="auto">
          <a:xfrm>
            <a:off x="7924800" y="4000500"/>
            <a:ext cx="2590800" cy="619125"/>
          </a:xfrm>
          <a:prstGeom prst="rect">
            <a:avLst/>
          </a:prstGeom>
          <a:noFill/>
          <a:ln w="0">
            <a:noFill/>
            <a:prstDash val="solid"/>
          </a:ln>
        </p:spPr>
        <p:txBody>
          <a:bodyPr anchor="ctr"/>
          <a:lstStyle/>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endParaRPr/>
          </a:p>
          <a:p>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endParaRPr/>
          </a:p>
        </p:txBody>
      </p:sp>
      <p:sp>
        <p:nvSpPr>
          <p:cNvPr id="65309263" name="Rectangle 1591407677"/>
          <p:cNvSpPr>
            <a:spLocks noGrp="1"/>
          </p:cNvSpPr>
          <p:nvPr/>
        </p:nvSpPr>
        <p:spPr bwMode="auto">
          <a:xfrm>
            <a:off x="876299" y="5486400"/>
            <a:ext cx="10401300" cy="285750"/>
          </a:xfrm>
          <a:prstGeom prst="rect">
            <a:avLst/>
          </a:prstGeom>
          <a:noFill/>
          <a:ln w="0">
            <a:noFill/>
            <a:prstDash val="solid"/>
          </a:ln>
        </p:spPr>
        <p:txBody>
          <a:bodyPr anchor="ctr"/>
          <a:lstStyle/>
          <a:p>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30299672" name="Rectangle 989602603"/>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534757214" name="Rectangle 26155629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endParaRPr/>
          </a:p>
        </p:txBody>
      </p:sp>
      <p:sp>
        <p:nvSpPr>
          <p:cNvPr id="1957077692" name="Rectangle 151204901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endParaRPr/>
          </a:p>
        </p:txBody>
      </p:sp>
      <p:sp>
        <p:nvSpPr>
          <p:cNvPr id="2014455249" name="Rectangle 147338786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29</a:t>
            </a:r>
            <a:endParaRPr/>
          </a:p>
        </p:txBody>
      </p:sp>
      <p:pic>
        <p:nvPicPr>
          <p:cNvPr id="711517920" name="Picture 2063006321"/>
          <p:cNvPicPr>
            <a:picLocks noChangeAspect="1"/>
          </p:cNvPicPr>
          <p:nvPr/>
        </p:nvPicPr>
        <p:blipFill rotWithShape="1">
          <a:blip r:embed="rId3"/>
          <a:stretch/>
        </p:blipFill>
        <p:spPr bwMode="auto">
          <a:xfrm>
            <a:off x="1965935" y="1409700"/>
            <a:ext cx="8260129" cy="46482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06606813" name="Rectangle 445605593"/>
          <p:cNvSpPr>
            <a:spLocks noGrp="1"/>
          </p:cNvSpPr>
          <p:nvPr/>
        </p:nvSpPr>
        <p:spPr bwMode="auto">
          <a:xfrm>
            <a:off x="0" y="0"/>
            <a:ext cx="12192000" cy="6858000"/>
          </a:xfrm>
          <a:prstGeom prst="rect">
            <a:avLst/>
          </a:prstGeom>
          <a:solidFill>
            <a:srgbClr val="FFFFFF"/>
          </a:solidFill>
          <a:ln w="0">
            <a:noFill/>
            <a:prstDash val="solid"/>
          </a:ln>
        </p:spPr>
        <p:txBody>
          <a:bodyPr/>
          <a:lstStyle/>
          <a:p>
            <a:pPr>
              <a:defRPr/>
            </a:pPr>
            <a:endParaRPr/>
          </a:p>
        </p:txBody>
      </p:sp>
      <p:sp>
        <p:nvSpPr>
          <p:cNvPr id="1077204248" name="Rectangle 1282020853"/>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endParaRPr/>
          </a:p>
        </p:txBody>
      </p:sp>
      <p:sp>
        <p:nvSpPr>
          <p:cNvPr id="797601210" name="Rectangle 1826648595"/>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endParaRPr/>
          </a:p>
        </p:txBody>
      </p:sp>
      <p:sp>
        <p:nvSpPr>
          <p:cNvPr id="1265836413" name="Rectangle 118325040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30</a:t>
            </a:r>
            <a:endParaRPr/>
          </a:p>
        </p:txBody>
      </p:sp>
      <p:sp>
        <p:nvSpPr>
          <p:cNvPr id="688434888" name="Rectangle 1906576322"/>
          <p:cNvSpPr>
            <a:spLocks noGrp="1"/>
          </p:cNvSpPr>
          <p:nvPr/>
        </p:nvSpPr>
        <p:spPr bwMode="auto">
          <a:xfrm>
            <a:off x="704850" y="1257300"/>
            <a:ext cx="10668000" cy="285750"/>
          </a:xfrm>
          <a:prstGeom prst="rect">
            <a:avLst/>
          </a:prstGeom>
          <a:noFill/>
          <a:ln w="0">
            <a:noFill/>
            <a:prstDash val="solid"/>
          </a:ln>
        </p:spPr>
        <p:txBody>
          <a:bodyPr anchor="ctr"/>
          <a:lstStyle/>
          <a:p>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endParaRPr/>
          </a:p>
        </p:txBody>
      </p:sp>
      <p:sp>
        <p:nvSpPr>
          <p:cNvPr id="2085239140" name="Rectangle: Rounded Corners 713842562"/>
          <p:cNvSpPr>
            <a:spLocks noGrp="1"/>
          </p:cNvSpPr>
          <p:nvPr/>
        </p:nvSpPr>
        <p:spPr bwMode="auto">
          <a:xfrm>
            <a:off x="781050" y="1952625"/>
            <a:ext cx="4286250" cy="2857500"/>
          </a:xfrm>
          <a:prstGeom prst="roundRect">
            <a:avLst>
              <a:gd name="adj" fmla="val 4000"/>
            </a:avLst>
          </a:prstGeom>
          <a:solidFill>
            <a:srgbClr val="F8FAFC"/>
          </a:solidFill>
          <a:ln w="9525">
            <a:solidFill>
              <a:srgbClr val="CBD5E1"/>
            </a:solidFill>
            <a:prstDash val="solid"/>
          </a:ln>
        </p:spPr>
        <p:txBody>
          <a:bodyPr/>
          <a:lstStyle/>
          <a:p>
            <a:pPr>
              <a:defRPr/>
            </a:pPr>
            <a:endParaRPr/>
          </a:p>
        </p:txBody>
      </p:sp>
      <p:sp>
        <p:nvSpPr>
          <p:cNvPr id="650871176" name="Rectangle 969174601"/>
          <p:cNvSpPr>
            <a:spLocks noGrp="1"/>
          </p:cNvSpPr>
          <p:nvPr/>
        </p:nvSpPr>
        <p:spPr bwMode="auto">
          <a:xfrm>
            <a:off x="1066800" y="2171700"/>
            <a:ext cx="2667000" cy="304800"/>
          </a:xfrm>
          <a:prstGeom prst="rect">
            <a:avLst/>
          </a:prstGeom>
          <a:noFill/>
          <a:ln w="0">
            <a:noFill/>
            <a:prstDash val="solid"/>
          </a:ln>
        </p:spPr>
        <p:txBody>
          <a:bodyPr anchor="ctr"/>
          <a:lstStyle/>
          <a:p>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endParaRPr/>
          </a:p>
        </p:txBody>
      </p:sp>
      <p:sp>
        <p:nvSpPr>
          <p:cNvPr id="297362009" name="Rectangle: Rounded Corners 269245449"/>
          <p:cNvSpPr>
            <a:spLocks noGrp="1"/>
          </p:cNvSpPr>
          <p:nvPr/>
        </p:nvSpPr>
        <p:spPr bwMode="auto">
          <a:xfrm>
            <a:off x="1190625" y="2952750"/>
            <a:ext cx="55245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90285436" name="Rectangle 93602511"/>
          <p:cNvSpPr>
            <a:spLocks noGrp="1"/>
          </p:cNvSpPr>
          <p:nvPr/>
        </p:nvSpPr>
        <p:spPr bwMode="auto">
          <a:xfrm>
            <a:off x="1190625"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endParaRPr/>
          </a:p>
        </p:txBody>
      </p:sp>
      <p:sp>
        <p:nvSpPr>
          <p:cNvPr id="1486682151" name="Rectangle: Rounded Corners 1881943617"/>
          <p:cNvSpPr>
            <a:spLocks noGrp="1"/>
          </p:cNvSpPr>
          <p:nvPr/>
        </p:nvSpPr>
        <p:spPr bwMode="auto">
          <a:xfrm>
            <a:off x="1905000" y="2952750"/>
            <a:ext cx="55245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559156565" name="Rectangle 1377672319"/>
          <p:cNvSpPr>
            <a:spLocks noGrp="1"/>
          </p:cNvSpPr>
          <p:nvPr/>
        </p:nvSpPr>
        <p:spPr bwMode="auto">
          <a:xfrm>
            <a:off x="1905000"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endParaRPr/>
          </a:p>
        </p:txBody>
      </p:sp>
      <p:sp>
        <p:nvSpPr>
          <p:cNvPr id="217695367" name="Rectangle: Rounded Corners 1000571147"/>
          <p:cNvSpPr>
            <a:spLocks noGrp="1"/>
          </p:cNvSpPr>
          <p:nvPr/>
        </p:nvSpPr>
        <p:spPr bwMode="auto">
          <a:xfrm>
            <a:off x="2619375" y="2952750"/>
            <a:ext cx="55245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620433739" name="Rectangle 234262454"/>
          <p:cNvSpPr>
            <a:spLocks noGrp="1"/>
          </p:cNvSpPr>
          <p:nvPr/>
        </p:nvSpPr>
        <p:spPr bwMode="auto">
          <a:xfrm>
            <a:off x="2619375"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endParaRPr/>
          </a:p>
        </p:txBody>
      </p:sp>
      <p:sp>
        <p:nvSpPr>
          <p:cNvPr id="1973578186" name="Rectangle: Rounded Corners 1325909977"/>
          <p:cNvSpPr>
            <a:spLocks noGrp="1"/>
          </p:cNvSpPr>
          <p:nvPr/>
        </p:nvSpPr>
        <p:spPr bwMode="auto">
          <a:xfrm>
            <a:off x="3333750" y="2952750"/>
            <a:ext cx="55245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573146813" name="Rectangle 1945518172"/>
          <p:cNvSpPr>
            <a:spLocks noGrp="1"/>
          </p:cNvSpPr>
          <p:nvPr/>
        </p:nvSpPr>
        <p:spPr bwMode="auto">
          <a:xfrm>
            <a:off x="3333750" y="2952750"/>
            <a:ext cx="55245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endParaRPr/>
          </a:p>
        </p:txBody>
      </p:sp>
      <p:sp>
        <p:nvSpPr>
          <p:cNvPr id="1778579359" name="Rectangle 1121480322"/>
          <p:cNvSpPr>
            <a:spLocks noGrp="1"/>
          </p:cNvSpPr>
          <p:nvPr/>
        </p:nvSpPr>
        <p:spPr bwMode="auto">
          <a:xfrm>
            <a:off x="2724150" y="3486150"/>
            <a:ext cx="400050" cy="400050"/>
          </a:xfrm>
          <a:prstGeom prst="rect">
            <a:avLst/>
          </a:prstGeom>
          <a:noFill/>
          <a:ln w="0">
            <a:noFill/>
            <a:prstDash val="solid"/>
          </a:ln>
        </p:spPr>
        <p:txBody>
          <a:bodyPr anchor="ctr"/>
          <a:lstStyle/>
          <a:p>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endParaRPr/>
          </a:p>
        </p:txBody>
      </p:sp>
      <p:sp>
        <p:nvSpPr>
          <p:cNvPr id="1448434868" name="Rectangle: Rounded Corners 1570394485"/>
          <p:cNvSpPr>
            <a:spLocks noGrp="1"/>
          </p:cNvSpPr>
          <p:nvPr/>
        </p:nvSpPr>
        <p:spPr bwMode="auto">
          <a:xfrm>
            <a:off x="1943100" y="4010025"/>
            <a:ext cx="1943100" cy="438149"/>
          </a:xfrm>
          <a:prstGeom prst="roundRect">
            <a:avLst>
              <a:gd name="adj" fmla="val 26087"/>
            </a:avLst>
          </a:prstGeom>
          <a:solidFill>
            <a:srgbClr val="FEE2E2"/>
          </a:solidFill>
          <a:ln w="9525">
            <a:solidFill>
              <a:srgbClr val="DC2626"/>
            </a:solidFill>
            <a:prstDash val="solid"/>
          </a:ln>
        </p:spPr>
        <p:txBody>
          <a:bodyPr/>
          <a:lstStyle/>
          <a:p>
            <a:pPr>
              <a:defRPr/>
            </a:pPr>
            <a:endParaRPr/>
          </a:p>
        </p:txBody>
      </p:sp>
      <p:sp>
        <p:nvSpPr>
          <p:cNvPr id="836572621" name="Rectangle 1928509982"/>
          <p:cNvSpPr>
            <a:spLocks noGrp="1"/>
          </p:cNvSpPr>
          <p:nvPr/>
        </p:nvSpPr>
        <p:spPr bwMode="auto">
          <a:xfrm>
            <a:off x="1943100" y="4010025"/>
            <a:ext cx="1943100" cy="438149"/>
          </a:xfrm>
          <a:prstGeom prst="rect">
            <a:avLst/>
          </a:prstGeom>
          <a:noFill/>
          <a:ln w="0">
            <a:noFill/>
            <a:prstDash val="solid"/>
          </a:ln>
        </p:spPr>
        <p:txBody>
          <a:bodyPr anchor="ctr"/>
          <a:lstStyle/>
          <a:p>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endParaRPr/>
          </a:p>
        </p:txBody>
      </p:sp>
      <p:sp>
        <p:nvSpPr>
          <p:cNvPr id="1276677320" name="Rectangle: Rounded Corners 1756776668"/>
          <p:cNvSpPr>
            <a:spLocks noGrp="1"/>
          </p:cNvSpPr>
          <p:nvPr/>
        </p:nvSpPr>
        <p:spPr bwMode="auto">
          <a:xfrm>
            <a:off x="5562600" y="1952625"/>
            <a:ext cx="5353050" cy="2857500"/>
          </a:xfrm>
          <a:prstGeom prst="roundRect">
            <a:avLst>
              <a:gd name="adj" fmla="val 4000"/>
            </a:avLst>
          </a:prstGeom>
          <a:solidFill>
            <a:srgbClr val="F8FAFC"/>
          </a:solidFill>
          <a:ln w="9525">
            <a:solidFill>
              <a:srgbClr val="CBD5E1"/>
            </a:solidFill>
            <a:prstDash val="solid"/>
          </a:ln>
        </p:spPr>
        <p:txBody>
          <a:bodyPr/>
          <a:lstStyle/>
          <a:p>
            <a:pPr>
              <a:defRPr/>
            </a:pPr>
            <a:endParaRPr/>
          </a:p>
        </p:txBody>
      </p:sp>
      <p:sp>
        <p:nvSpPr>
          <p:cNvPr id="268619002" name="Rectangle 1928182547"/>
          <p:cNvSpPr>
            <a:spLocks noGrp="1"/>
          </p:cNvSpPr>
          <p:nvPr/>
        </p:nvSpPr>
        <p:spPr bwMode="auto">
          <a:xfrm>
            <a:off x="5848350" y="2171700"/>
            <a:ext cx="2667000" cy="304800"/>
          </a:xfrm>
          <a:prstGeom prst="rect">
            <a:avLst/>
          </a:prstGeom>
          <a:noFill/>
          <a:ln w="0">
            <a:noFill/>
            <a:prstDash val="solid"/>
          </a:ln>
        </p:spPr>
        <p:txBody>
          <a:bodyPr anchor="ctr"/>
          <a:lstStyle/>
          <a:p>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endParaRPr/>
          </a:p>
        </p:txBody>
      </p:sp>
      <p:sp>
        <p:nvSpPr>
          <p:cNvPr id="189571846" name="Rectangle: Rounded Corners 1064166989"/>
          <p:cNvSpPr>
            <a:spLocks noGrp="1"/>
          </p:cNvSpPr>
          <p:nvPr/>
        </p:nvSpPr>
        <p:spPr bwMode="auto">
          <a:xfrm>
            <a:off x="6000750" y="2952750"/>
            <a:ext cx="57150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1698581184" name="Rectangle 935771941"/>
          <p:cNvSpPr>
            <a:spLocks noGrp="1"/>
          </p:cNvSpPr>
          <p:nvPr/>
        </p:nvSpPr>
        <p:spPr bwMode="auto">
          <a:xfrm>
            <a:off x="6000750"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endParaRPr/>
          </a:p>
        </p:txBody>
      </p:sp>
      <p:sp>
        <p:nvSpPr>
          <p:cNvPr id="1557155157" name="Rectangle: Rounded Corners 1450770126"/>
          <p:cNvSpPr>
            <a:spLocks noGrp="1"/>
          </p:cNvSpPr>
          <p:nvPr/>
        </p:nvSpPr>
        <p:spPr bwMode="auto">
          <a:xfrm>
            <a:off x="6734175" y="2952750"/>
            <a:ext cx="571500" cy="400050"/>
          </a:xfrm>
          <a:prstGeom prst="roundRect">
            <a:avLst>
              <a:gd name="adj" fmla="val 28571"/>
            </a:avLst>
          </a:prstGeom>
          <a:solidFill>
            <a:srgbClr val="EFF6FF"/>
          </a:solidFill>
          <a:ln w="9525">
            <a:solidFill>
              <a:srgbClr val="2563EB"/>
            </a:solidFill>
            <a:prstDash val="solid"/>
          </a:ln>
        </p:spPr>
        <p:txBody>
          <a:bodyPr/>
          <a:lstStyle/>
          <a:p>
            <a:pPr>
              <a:defRPr/>
            </a:pPr>
            <a:endParaRPr/>
          </a:p>
        </p:txBody>
      </p:sp>
      <p:sp>
        <p:nvSpPr>
          <p:cNvPr id="150595549" name="Rectangle 1657162875"/>
          <p:cNvSpPr>
            <a:spLocks noGrp="1"/>
          </p:cNvSpPr>
          <p:nvPr/>
        </p:nvSpPr>
        <p:spPr bwMode="auto">
          <a:xfrm>
            <a:off x="6734175"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endParaRPr/>
          </a:p>
        </p:txBody>
      </p:sp>
      <p:sp>
        <p:nvSpPr>
          <p:cNvPr id="2124506752" name="Rectangle: Rounded Corners 1853229096"/>
          <p:cNvSpPr>
            <a:spLocks noGrp="1"/>
          </p:cNvSpPr>
          <p:nvPr/>
        </p:nvSpPr>
        <p:spPr bwMode="auto">
          <a:xfrm>
            <a:off x="7467600" y="2952750"/>
            <a:ext cx="57150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1822295680" name="Rectangle 1466949096"/>
          <p:cNvSpPr>
            <a:spLocks noGrp="1"/>
          </p:cNvSpPr>
          <p:nvPr/>
        </p:nvSpPr>
        <p:spPr bwMode="auto">
          <a:xfrm>
            <a:off x="7467600"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endParaRPr/>
          </a:p>
        </p:txBody>
      </p:sp>
      <p:sp>
        <p:nvSpPr>
          <p:cNvPr id="2005361956" name="Rectangle: Rounded Corners 138396104"/>
          <p:cNvSpPr>
            <a:spLocks noGrp="1"/>
          </p:cNvSpPr>
          <p:nvPr/>
        </p:nvSpPr>
        <p:spPr bwMode="auto">
          <a:xfrm>
            <a:off x="8201025" y="2952750"/>
            <a:ext cx="571500" cy="400050"/>
          </a:xfrm>
          <a:prstGeom prst="roundRect">
            <a:avLst>
              <a:gd name="adj" fmla="val 28571"/>
            </a:avLst>
          </a:prstGeom>
          <a:solidFill>
            <a:srgbClr val="F1F5F9"/>
          </a:solidFill>
          <a:ln w="9525">
            <a:solidFill>
              <a:srgbClr val="CBD5E1"/>
            </a:solidFill>
            <a:prstDash val="solid"/>
          </a:ln>
        </p:spPr>
        <p:txBody>
          <a:bodyPr/>
          <a:lstStyle/>
          <a:p>
            <a:pPr>
              <a:defRPr/>
            </a:pPr>
            <a:endParaRPr/>
          </a:p>
        </p:txBody>
      </p:sp>
      <p:sp>
        <p:nvSpPr>
          <p:cNvPr id="236886457" name="Rectangle 227167135"/>
          <p:cNvSpPr>
            <a:spLocks noGrp="1"/>
          </p:cNvSpPr>
          <p:nvPr/>
        </p:nvSpPr>
        <p:spPr bwMode="auto">
          <a:xfrm>
            <a:off x="8201025" y="2952750"/>
            <a:ext cx="571500" cy="400050"/>
          </a:xfrm>
          <a:prstGeom prst="rect">
            <a:avLst/>
          </a:prstGeom>
          <a:noFill/>
          <a:ln w="0">
            <a:noFill/>
            <a:prstDash val="solid"/>
          </a:ln>
        </p:spPr>
        <p:txBody>
          <a:bodyPr anchor="ctr"/>
          <a:lstStyle/>
          <a:p>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endParaRPr/>
          </a:p>
        </p:txBody>
      </p:sp>
      <p:sp>
        <p:nvSpPr>
          <p:cNvPr id="379732135" name="Rectangle 1303371462"/>
          <p:cNvSpPr>
            <a:spLocks noGrp="1"/>
          </p:cNvSpPr>
          <p:nvPr/>
        </p:nvSpPr>
        <p:spPr bwMode="auto">
          <a:xfrm>
            <a:off x="9134475" y="2724150"/>
            <a:ext cx="1219200" cy="266700"/>
          </a:xfrm>
          <a:prstGeom prst="rect">
            <a:avLst/>
          </a:prstGeom>
          <a:noFill/>
          <a:ln w="0">
            <a:noFill/>
            <a:prstDash val="solid"/>
          </a:ln>
        </p:spPr>
        <p:txBody>
          <a:bodyPr anchor="ctr"/>
          <a:lstStyle/>
          <a:p>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endParaRPr/>
          </a:p>
        </p:txBody>
      </p:sp>
      <p:sp>
        <p:nvSpPr>
          <p:cNvPr id="1770583365" name="Rectangle: Rounded Corners 303264546"/>
          <p:cNvSpPr>
            <a:spLocks noGrp="1"/>
          </p:cNvSpPr>
          <p:nvPr/>
        </p:nvSpPr>
        <p:spPr bwMode="auto">
          <a:xfrm>
            <a:off x="9239250" y="3133725"/>
            <a:ext cx="1028700" cy="457200"/>
          </a:xfrm>
          <a:prstGeom prst="roundRect">
            <a:avLst>
              <a:gd name="adj" fmla="val 25000"/>
            </a:avLst>
          </a:prstGeom>
          <a:solidFill>
            <a:srgbClr val="DBEAFE"/>
          </a:solidFill>
          <a:ln w="9525">
            <a:solidFill>
              <a:srgbClr val="2563EB"/>
            </a:solidFill>
            <a:prstDash val="solid"/>
          </a:ln>
        </p:spPr>
        <p:txBody>
          <a:bodyPr/>
          <a:lstStyle/>
          <a:p>
            <a:pPr>
              <a:defRPr/>
            </a:pPr>
            <a:endParaRPr/>
          </a:p>
        </p:txBody>
      </p:sp>
      <p:sp>
        <p:nvSpPr>
          <p:cNvPr id="481187529" name="Rectangle 133050032"/>
          <p:cNvSpPr>
            <a:spLocks noGrp="1"/>
          </p:cNvSpPr>
          <p:nvPr/>
        </p:nvSpPr>
        <p:spPr bwMode="auto">
          <a:xfrm>
            <a:off x="9239250" y="3133725"/>
            <a:ext cx="1028700" cy="457200"/>
          </a:xfrm>
          <a:prstGeom prst="rect">
            <a:avLst/>
          </a:prstGeom>
          <a:noFill/>
          <a:ln w="0">
            <a:noFill/>
            <a:prstDash val="solid"/>
          </a:ln>
        </p:spPr>
        <p:txBody>
          <a:bodyPr anchor="ctr"/>
          <a:lstStyle/>
          <a:p>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endParaRPr/>
          </a:p>
        </p:txBody>
      </p:sp>
      <p:sp>
        <p:nvSpPr>
          <p:cNvPr id="1239728158" name="Straight Connector 1878246070"/>
          <p:cNvSpPr>
            <a:spLocks noGrp="1"/>
          </p:cNvSpPr>
          <p:nvPr/>
        </p:nvSpPr>
        <p:spPr bwMode="auto">
          <a:xfrm>
            <a:off x="6734175" y="2981325"/>
            <a:ext cx="2867025" cy="142875"/>
          </a:xfrm>
          <a:prstGeom prst="line">
            <a:avLst/>
          </a:prstGeom>
          <a:ln w="19050">
            <a:solidFill>
              <a:srgbClr val="2563EB"/>
            </a:solidFill>
            <a:prstDash val="solid"/>
          </a:ln>
        </p:spPr>
        <p:txBody>
          <a:bodyPr/>
          <a:lstStyle/>
          <a:p>
            <a:pPr>
              <a:defRPr/>
            </a:pPr>
            <a:endParaRPr/>
          </a:p>
        </p:txBody>
      </p:sp>
      <p:sp>
        <p:nvSpPr>
          <p:cNvPr id="497048787" name="Straight Connector 966688595"/>
          <p:cNvSpPr>
            <a:spLocks noGrp="1"/>
          </p:cNvSpPr>
          <p:nvPr/>
        </p:nvSpPr>
        <p:spPr bwMode="auto">
          <a:xfrm>
            <a:off x="8220075" y="2981325"/>
            <a:ext cx="1381125" cy="142875"/>
          </a:xfrm>
          <a:prstGeom prst="line">
            <a:avLst/>
          </a:prstGeom>
          <a:ln w="19050">
            <a:solidFill>
              <a:srgbClr val="93C5FD"/>
            </a:solidFill>
            <a:prstDash val="solid"/>
          </a:ln>
        </p:spPr>
        <p:txBody>
          <a:bodyPr/>
          <a:lstStyle/>
          <a:p>
            <a:pPr>
              <a:defRPr/>
            </a:pPr>
            <a:endParaRPr/>
          </a:p>
        </p:txBody>
      </p:sp>
      <p:sp>
        <p:nvSpPr>
          <p:cNvPr id="359750774" name="Rectangle 92084208"/>
          <p:cNvSpPr>
            <a:spLocks noGrp="1"/>
          </p:cNvSpPr>
          <p:nvPr/>
        </p:nvSpPr>
        <p:spPr bwMode="auto">
          <a:xfrm>
            <a:off x="6276975" y="4019550"/>
            <a:ext cx="409575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endParaRPr/>
          </a:p>
        </p:txBody>
      </p:sp>
      <p:sp>
        <p:nvSpPr>
          <p:cNvPr id="373861961" name="Rectangle 1719821599"/>
          <p:cNvSpPr>
            <a:spLocks noGrp="1"/>
          </p:cNvSpPr>
          <p:nvPr/>
        </p:nvSpPr>
        <p:spPr bwMode="auto">
          <a:xfrm>
            <a:off x="1143000" y="5400675"/>
            <a:ext cx="9906000" cy="285750"/>
          </a:xfrm>
          <a:prstGeom prst="rect">
            <a:avLst/>
          </a:prstGeom>
          <a:noFill/>
          <a:ln w="0">
            <a:noFill/>
            <a:prstDash val="solid"/>
          </a:ln>
        </p:spPr>
        <p:txBody>
          <a:bodyPr anchor="ctr"/>
          <a:lstStyle/>
          <a:p>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321381330"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endParaRPr/>
          </a:p>
        </p:txBody>
      </p:sp>
      <p:sp>
        <p:nvSpPr>
          <p:cNvPr id="1633830767" name="Rectangle 251777344"/>
          <p:cNvSpPr>
            <a:spLocks noGrp="1"/>
          </p:cNvSpPr>
          <p:nvPr/>
        </p:nvSpPr>
        <p:spPr bwMode="auto">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endParaRPr/>
          </a:p>
        </p:txBody>
      </p:sp>
      <p:sp>
        <p:nvSpPr>
          <p:cNvPr id="2115780595" name="Rectangle: Rounded Corners 145639234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134702712" name="Rectangle: Rounded Corners 1987074982"/>
          <p:cNvSpPr>
            <a:spLocks noGrp="1"/>
          </p:cNvSpPr>
          <p:nvPr/>
        </p:nvSpPr>
        <p:spPr bwMode="auto">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defRPr/>
            </a:pPr>
            <a:endParaRPr/>
          </a:p>
        </p:txBody>
      </p:sp>
      <p:sp>
        <p:nvSpPr>
          <p:cNvPr id="10019770" name="Rectangle 1286956634"/>
          <p:cNvSpPr>
            <a:spLocks noGrp="1"/>
          </p:cNvSpPr>
          <p:nvPr/>
        </p:nvSpPr>
        <p:spPr bwMode="auto">
          <a:xfrm>
            <a:off x="8153399"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endParaRPr/>
          </a:p>
        </p:txBody>
      </p:sp>
      <p:sp>
        <p:nvSpPr>
          <p:cNvPr id="543843185" name="Rectangle 399762638"/>
          <p:cNvSpPr>
            <a:spLocks noGrp="1"/>
          </p:cNvSpPr>
          <p:nvPr/>
        </p:nvSpPr>
        <p:spPr bwMode="auto">
          <a:xfrm>
            <a:off x="8153399" y="2686050"/>
            <a:ext cx="2476500" cy="685800"/>
          </a:xfrm>
          <a:prstGeom prst="rect">
            <a:avLst/>
          </a:prstGeom>
          <a:noFill/>
          <a:ln w="0">
            <a:noFill/>
            <a:prstDash val="solid"/>
          </a:ln>
        </p:spPr>
        <p:txBody>
          <a:bodyPr anchor="t"/>
          <a:lstStyle/>
          <a:p>
            <a:pPr algn="l">
              <a:buNone/>
              <a:defRPr sz="1600" b="0">
                <a:solidFill>
                  <a:srgbClr val="667085"/>
                </a:solidFill>
              </a:defRPr>
            </a:pPr>
            <a:r>
              <a:rPr sz="1600" b="0">
                <a:solidFill>
                  <a:srgbClr val="667085"/>
                </a:solidFill>
              </a:rPr>
              <a:t>self-attention</a:t>
            </a:r>
            <a:endParaRPr/>
          </a:p>
          <a:p>
            <a:pPr algn="l">
              <a:buNone/>
              <a:defRPr sz="1600" b="0">
                <a:solidFill>
                  <a:srgbClr val="667085"/>
                </a:solidFill>
              </a:defRPr>
            </a:pPr>
            <a:r>
              <a:rPr sz="1600" b="0">
                <a:solidFill>
                  <a:srgbClr val="667085"/>
                </a:solidFill>
              </a:rPr>
              <a:t>feed-forward</a:t>
            </a:r>
            <a:endParaRPr/>
          </a:p>
        </p:txBody>
      </p:sp>
      <p:sp>
        <p:nvSpPr>
          <p:cNvPr id="2085013145" name="Rectangle 1233632033"/>
          <p:cNvSpPr>
            <a:spLocks noGrp="1"/>
          </p:cNvSpPr>
          <p:nvPr/>
        </p:nvSpPr>
        <p:spPr bwMode="auto">
          <a:xfrm>
            <a:off x="8153399"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endParaRPr/>
          </a:p>
        </p:txBody>
      </p:sp>
      <p:sp>
        <p:nvSpPr>
          <p:cNvPr id="930057438" name="Rectangle 987778106"/>
          <p:cNvSpPr>
            <a:spLocks noGrp="1"/>
          </p:cNvSpPr>
          <p:nvPr/>
        </p:nvSpPr>
        <p:spPr bwMode="auto">
          <a:xfrm>
            <a:off x="8153399"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endParaRPr/>
          </a:p>
          <a:p>
            <a:pPr algn="l">
              <a:buNone/>
              <a:defRPr sz="1500" b="0">
                <a:solidFill>
                  <a:srgbClr val="667085"/>
                </a:solidFill>
              </a:defRPr>
            </a:pPr>
            <a:r>
              <a:rPr sz="1500" b="0">
                <a:solidFill>
                  <a:srgbClr val="667085"/>
                </a:solidFill>
              </a:rPr>
              <a:t>cross-attention</a:t>
            </a:r>
            <a:endParaRPr/>
          </a:p>
          <a:p>
            <a:pPr algn="l">
              <a:buNone/>
              <a:defRPr sz="1500" b="0">
                <a:solidFill>
                  <a:srgbClr val="667085"/>
                </a:solidFill>
              </a:defRPr>
            </a:pPr>
            <a:r>
              <a:rPr sz="1500" b="0">
                <a:solidFill>
                  <a:srgbClr val="667085"/>
                </a:solidFill>
              </a:rPr>
              <a:t>feed-forward</a:t>
            </a:r>
            <a:endParaRPr/>
          </a:p>
        </p:txBody>
      </p:sp>
      <p:sp>
        <p:nvSpPr>
          <p:cNvPr id="1960344652"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31</a:t>
            </a:r>
            <a:endParaRPr/>
          </a:p>
        </p:txBody>
      </p:sp>
      <p:pic>
        <p:nvPicPr>
          <p:cNvPr id="908879094" name="Picture 1987074993"/>
          <p:cNvPicPr>
            <a:picLocks noChangeAspect="1"/>
          </p:cNvPicPr>
          <p:nvPr/>
        </p:nvPicPr>
        <p:blipFill rotWithShape="1">
          <a:blip r:embed="rId3"/>
          <a:stretch/>
        </p:blipFill>
        <p:spPr bwMode="auto">
          <a:xfrm>
            <a:off x="2286000" y="1505808"/>
            <a:ext cx="3333750" cy="44750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82049032"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endParaRPr/>
          </a:p>
        </p:txBody>
      </p:sp>
      <p:sp>
        <p:nvSpPr>
          <p:cNvPr id="296800737"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endParaRPr/>
          </a:p>
        </p:txBody>
      </p:sp>
      <p:sp>
        <p:nvSpPr>
          <p:cNvPr id="1479920622"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32</a:t>
            </a:r>
            <a:endParaRPr/>
          </a:p>
        </p:txBody>
      </p:sp>
      <p:sp>
        <p:nvSpPr>
          <p:cNvPr id="1092398402" name="Rectangle 1073258181"/>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endParaRPr/>
          </a:p>
        </p:txBody>
      </p:sp>
      <p:sp>
        <p:nvSpPr>
          <p:cNvPr id="1542442248" name="Rectangle: Rounded Corners 26212804"/>
          <p:cNvSpPr>
            <a:spLocks noGrp="1"/>
          </p:cNvSpPr>
          <p:nvPr/>
        </p:nvSpPr>
        <p:spPr bwMode="auto">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pPr>
              <a:defRPr/>
            </a:pPr>
            <a:endParaRPr/>
          </a:p>
        </p:txBody>
      </p:sp>
      <p:sp>
        <p:nvSpPr>
          <p:cNvPr id="1639469087" name="Rectangle 212794744"/>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endParaRPr/>
          </a:p>
        </p:txBody>
      </p:sp>
      <p:sp>
        <p:nvSpPr>
          <p:cNvPr id="2047918547" name="Rectangle 1461007704"/>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endParaRPr/>
          </a:p>
        </p:txBody>
      </p:sp>
      <p:sp>
        <p:nvSpPr>
          <p:cNvPr id="1109664730" name="Rectangle: Rounded Corners 279736926"/>
          <p:cNvSpPr>
            <a:spLocks noGrp="1"/>
          </p:cNvSpPr>
          <p:nvPr/>
        </p:nvSpPr>
        <p:spPr bwMode="auto">
          <a:xfrm>
            <a:off x="1219200" y="4857750"/>
            <a:ext cx="876299" cy="438149"/>
          </a:xfrm>
          <a:prstGeom prst="roundRect">
            <a:avLst>
              <a:gd name="adj" fmla="val 26087"/>
            </a:avLst>
          </a:prstGeom>
          <a:solidFill>
            <a:srgbClr val="2563EB"/>
          </a:solidFill>
          <a:ln w="9525">
            <a:solidFill>
              <a:srgbClr val="2563EB"/>
            </a:solidFill>
            <a:prstDash val="solid"/>
          </a:ln>
        </p:spPr>
        <p:txBody>
          <a:bodyPr/>
          <a:lstStyle/>
          <a:p>
            <a:pPr>
              <a:defRPr/>
            </a:pPr>
            <a:endParaRPr/>
          </a:p>
        </p:txBody>
      </p:sp>
      <p:sp>
        <p:nvSpPr>
          <p:cNvPr id="847364997" name="Rectangle 1115151553"/>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endParaRPr/>
          </a:p>
        </p:txBody>
      </p:sp>
      <p:sp>
        <p:nvSpPr>
          <p:cNvPr id="2044104727" name="Straight Connector 1619670975"/>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589302348" name="Rectangle: Rounded Corners 1743333566"/>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39321827" name="Rectangle 1257660027"/>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1533483290" name="Straight Connector 145208638"/>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946223103" name="Rectangle: Rounded Corners 1609950337"/>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36707571" name="Rectangle 443182338"/>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348373404" name="Straight Connector 785359653"/>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1569372839" name="Rectangle: Rounded Corners 855638666"/>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975313627" name="Rectangle 940954365"/>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1755176660" name="Straight Connector 693332806"/>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2031658514" name="Rectangle: Rounded Corners 1926968986"/>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131489253" name="Rectangle 1151762913"/>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2109586272" name="Straight Connector 365425087"/>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446716099" name="Rectangle: Rounded Corners 245865221"/>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75591724" name="Rectangle 1416834568"/>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672349047" name="Straight Connector 275380547"/>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1617172061" name="Rectangle: Rounded Corners 2080764040"/>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836265594" name="Rectangle 403501063"/>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1501597907" name="Straight Connector 1060762689"/>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313576679" name="Rectangle: Rounded Corners 727588092"/>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343335242" name="Rectangle 1735481052"/>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2126231749" name="Straight Connector 1664930942"/>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1944990868" name="Rectangle: Rounded Corners 248230012"/>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843857179" name="Rectangle 1582970705"/>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724972669" name="Rectangle 2078376782"/>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15476363"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endParaRPr/>
          </a:p>
        </p:txBody>
      </p:sp>
      <p:sp>
        <p:nvSpPr>
          <p:cNvPr id="992800878"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endParaRPr/>
          </a:p>
        </p:txBody>
      </p:sp>
      <p:sp>
        <p:nvSpPr>
          <p:cNvPr id="89491951"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33</a:t>
            </a:r>
            <a:endParaRPr/>
          </a:p>
        </p:txBody>
      </p:sp>
      <p:sp>
        <p:nvSpPr>
          <p:cNvPr id="163612891" name="Rectangle 1430704302"/>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endParaRPr/>
          </a:p>
        </p:txBody>
      </p:sp>
      <p:sp>
        <p:nvSpPr>
          <p:cNvPr id="414908562" name="Rectangle: Rounded Corners 1012559160"/>
          <p:cNvSpPr>
            <a:spLocks noGrp="1"/>
          </p:cNvSpPr>
          <p:nvPr/>
        </p:nvSpPr>
        <p:spPr bwMode="auto">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pPr>
              <a:defRPr/>
            </a:pPr>
            <a:endParaRPr/>
          </a:p>
        </p:txBody>
      </p:sp>
      <p:sp>
        <p:nvSpPr>
          <p:cNvPr id="300705393" name="Rectangle 1158417423"/>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endParaRPr/>
          </a:p>
        </p:txBody>
      </p:sp>
      <p:sp>
        <p:nvSpPr>
          <p:cNvPr id="1540007498" name="Rectangle 427464004"/>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endParaRPr/>
          </a:p>
        </p:txBody>
      </p:sp>
      <p:sp>
        <p:nvSpPr>
          <p:cNvPr id="1392493118" name="Rectangle: Rounded Corners 215861248"/>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16163595" name="Rectangle 749351607"/>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944942306" name="Straight Connector 1927723798"/>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258793586" name="Rectangle: Rounded Corners 329236221"/>
          <p:cNvSpPr>
            <a:spLocks noGrp="1"/>
          </p:cNvSpPr>
          <p:nvPr/>
        </p:nvSpPr>
        <p:spPr bwMode="auto">
          <a:xfrm>
            <a:off x="2286000" y="4857750"/>
            <a:ext cx="876299" cy="438149"/>
          </a:xfrm>
          <a:prstGeom prst="roundRect">
            <a:avLst>
              <a:gd name="adj" fmla="val 26087"/>
            </a:avLst>
          </a:prstGeom>
          <a:solidFill>
            <a:srgbClr val="2563EB"/>
          </a:solidFill>
          <a:ln w="9525">
            <a:solidFill>
              <a:srgbClr val="2563EB"/>
            </a:solidFill>
            <a:prstDash val="solid"/>
          </a:ln>
        </p:spPr>
        <p:txBody>
          <a:bodyPr/>
          <a:lstStyle/>
          <a:p>
            <a:pPr>
              <a:defRPr/>
            </a:pPr>
            <a:endParaRPr/>
          </a:p>
        </p:txBody>
      </p:sp>
      <p:sp>
        <p:nvSpPr>
          <p:cNvPr id="1443790393" name="Rectangle 2041621471"/>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endParaRPr/>
          </a:p>
        </p:txBody>
      </p:sp>
      <p:sp>
        <p:nvSpPr>
          <p:cNvPr id="216923707" name="Straight Connector 1239363628"/>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687439965" name="Rectangle: Rounded Corners 1808606350"/>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96682144" name="Rectangle 1449320913"/>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619802473" name="Straight Connector 372799236"/>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749543797" name="Rectangle: Rounded Corners 39541051"/>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160372628" name="Rectangle 308467906"/>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844133108" name="Straight Connector 473089442"/>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2054981477" name="Rectangle: Rounded Corners 505397229"/>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673730409" name="Rectangle 1950580429"/>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570311381" name="Straight Connector 1353970452"/>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763830112" name="Rectangle: Rounded Corners 406273477"/>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494043098" name="Rectangle 186207925"/>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1721547938" name="Straight Connector 458049314"/>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1568867387" name="Rectangle: Rounded Corners 1206745481"/>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55082546" name="Rectangle 1993735714"/>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845433929" name="Straight Connector 547570178"/>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1221080105" name="Rectangle: Rounded Corners 1868051656"/>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100063788" name="Rectangle 383507330"/>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595509382" name="Straight Connector 1197472556"/>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1878257489" name="Rectangle: Rounded Corners 632538634"/>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20941642" name="Rectangle 1016229026"/>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1875777272" name="Rectangle 982950088"/>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40845213"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endParaRPr/>
          </a:p>
        </p:txBody>
      </p:sp>
      <p:sp>
        <p:nvSpPr>
          <p:cNvPr id="1794879530"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endParaRPr/>
          </a:p>
        </p:txBody>
      </p:sp>
      <p:sp>
        <p:nvSpPr>
          <p:cNvPr id="2007549596"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34</a:t>
            </a:r>
            <a:endParaRPr/>
          </a:p>
        </p:txBody>
      </p:sp>
      <p:sp>
        <p:nvSpPr>
          <p:cNvPr id="1202386648" name="Rectangle 958108388"/>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endParaRPr/>
          </a:p>
        </p:txBody>
      </p:sp>
      <p:sp>
        <p:nvSpPr>
          <p:cNvPr id="1180905644" name="Rectangle: Rounded Corners 223341809"/>
          <p:cNvSpPr>
            <a:spLocks noGrp="1"/>
          </p:cNvSpPr>
          <p:nvPr/>
        </p:nvSpPr>
        <p:spPr bwMode="auto">
          <a:xfrm>
            <a:off x="1619250" y="2381250"/>
            <a:ext cx="8953500" cy="1428750"/>
          </a:xfrm>
          <a:prstGeom prst="roundRect">
            <a:avLst>
              <a:gd name="adj" fmla="val 8000"/>
            </a:avLst>
          </a:prstGeom>
          <a:solidFill>
            <a:srgbClr val="F8FAFC"/>
          </a:solidFill>
          <a:ln w="9525">
            <a:solidFill>
              <a:srgbClr val="2563EB"/>
            </a:solidFill>
            <a:prstDash val="solid"/>
          </a:ln>
        </p:spPr>
        <p:txBody>
          <a:bodyPr/>
          <a:lstStyle/>
          <a:p>
            <a:pPr>
              <a:defRPr/>
            </a:pPr>
            <a:endParaRPr/>
          </a:p>
        </p:txBody>
      </p:sp>
      <p:sp>
        <p:nvSpPr>
          <p:cNvPr id="725030996" name="Rectangle 1189281663"/>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endParaRPr/>
          </a:p>
        </p:txBody>
      </p:sp>
      <p:sp>
        <p:nvSpPr>
          <p:cNvPr id="1531021293" name="Rectangle 67193432"/>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endParaRPr/>
          </a:p>
        </p:txBody>
      </p:sp>
      <p:sp>
        <p:nvSpPr>
          <p:cNvPr id="317263558" name="Rectangle: Rounded Corners 15823732"/>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524483829" name="Rectangle 1855104785"/>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1819936992" name="Straight Connector 525634098"/>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075317822" name="Rectangle: Rounded Corners 674286044"/>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044863394" name="Rectangle 468437566"/>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1881303582" name="Straight Connector 1426500242"/>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056002369" name="Rectangle: Rounded Corners 1367709388"/>
          <p:cNvSpPr>
            <a:spLocks noGrp="1"/>
          </p:cNvSpPr>
          <p:nvPr/>
        </p:nvSpPr>
        <p:spPr bwMode="auto">
          <a:xfrm>
            <a:off x="3352800" y="4857750"/>
            <a:ext cx="876299" cy="438149"/>
          </a:xfrm>
          <a:prstGeom prst="roundRect">
            <a:avLst>
              <a:gd name="adj" fmla="val 26087"/>
            </a:avLst>
          </a:prstGeom>
          <a:solidFill>
            <a:srgbClr val="2563EB"/>
          </a:solidFill>
          <a:ln w="9525">
            <a:solidFill>
              <a:srgbClr val="2563EB"/>
            </a:solidFill>
            <a:prstDash val="solid"/>
          </a:ln>
        </p:spPr>
        <p:txBody>
          <a:bodyPr/>
          <a:lstStyle/>
          <a:p>
            <a:pPr>
              <a:defRPr/>
            </a:pPr>
            <a:endParaRPr/>
          </a:p>
        </p:txBody>
      </p:sp>
      <p:sp>
        <p:nvSpPr>
          <p:cNvPr id="36356830" name="Rectangle 234797796"/>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endParaRPr/>
          </a:p>
        </p:txBody>
      </p:sp>
      <p:sp>
        <p:nvSpPr>
          <p:cNvPr id="439759244" name="Straight Connector 1500557142"/>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1499989972" name="Rectangle: Rounded Corners 1502394842"/>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32198059" name="Rectangle 1333887880"/>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1310048534" name="Straight Connector 799654873"/>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951481359" name="Rectangle: Rounded Corners 657808798"/>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33845567" name="Rectangle 241828910"/>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722400571" name="Straight Connector 1949861611"/>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27280403" name="Rectangle: Rounded Corners 375602484"/>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113121707" name="Rectangle 1465330688"/>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1781253872" name="Straight Connector 1424137737"/>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583967095" name="Rectangle: Rounded Corners 636703503"/>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12598323" name="Rectangle 1674599597"/>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1164911684" name="Straight Connector 587719898"/>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447216277" name="Rectangle: Rounded Corners 457359032"/>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77320500" name="Rectangle 498635459"/>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245692956" name="Straight Connector 1869277450"/>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1346895624" name="Rectangle: Rounded Corners 208888040"/>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380859354" name="Rectangle 67936322"/>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1828345261" name="Rectangle 1356855877"/>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57939800"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endParaRPr/>
          </a:p>
        </p:txBody>
      </p:sp>
      <p:sp>
        <p:nvSpPr>
          <p:cNvPr id="384399444"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endParaRPr/>
          </a:p>
        </p:txBody>
      </p:sp>
      <p:sp>
        <p:nvSpPr>
          <p:cNvPr id="1018712231"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35</a:t>
            </a:r>
            <a:endParaRPr/>
          </a:p>
        </p:txBody>
      </p:sp>
      <p:sp>
        <p:nvSpPr>
          <p:cNvPr id="1717968446" name="Rectangle 321697067"/>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endParaRPr/>
          </a:p>
        </p:txBody>
      </p:sp>
      <p:sp>
        <p:nvSpPr>
          <p:cNvPr id="1950823808" name="Rectangle: Rounded Corners 1349570965"/>
          <p:cNvSpPr>
            <a:spLocks noGrp="1"/>
          </p:cNvSpPr>
          <p:nvPr/>
        </p:nvSpPr>
        <p:spPr bwMode="auto">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pPr>
              <a:defRPr/>
            </a:pPr>
            <a:endParaRPr/>
          </a:p>
        </p:txBody>
      </p:sp>
      <p:sp>
        <p:nvSpPr>
          <p:cNvPr id="591687896" name="Rectangle 812796276"/>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endParaRPr/>
          </a:p>
        </p:txBody>
      </p:sp>
      <p:sp>
        <p:nvSpPr>
          <p:cNvPr id="721647034" name="Rectangle 1603395576"/>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endParaRPr/>
          </a:p>
        </p:txBody>
      </p:sp>
      <p:sp>
        <p:nvSpPr>
          <p:cNvPr id="555425896" name="Rectangle: Rounded Corners 176541761"/>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911807477" name="Rectangle 2141189746"/>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2052340038" name="Straight Connector 600780342"/>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798315085" name="Rectangle: Rounded Corners 192673418"/>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629647675" name="Rectangle 1357410290"/>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1178948240" name="Straight Connector 2115912948"/>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74574484" name="Rectangle: Rounded Corners 1669837260"/>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26533848" name="Rectangle 559641250"/>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695556682" name="Straight Connector 618109235"/>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1454833127" name="Rectangle: Rounded Corners 1448512622"/>
          <p:cNvSpPr>
            <a:spLocks noGrp="1"/>
          </p:cNvSpPr>
          <p:nvPr/>
        </p:nvSpPr>
        <p:spPr bwMode="auto">
          <a:xfrm>
            <a:off x="4419600" y="4857750"/>
            <a:ext cx="876299" cy="438149"/>
          </a:xfrm>
          <a:prstGeom prst="roundRect">
            <a:avLst>
              <a:gd name="adj" fmla="val 26087"/>
            </a:avLst>
          </a:prstGeom>
          <a:solidFill>
            <a:srgbClr val="059669"/>
          </a:solidFill>
          <a:ln w="9525">
            <a:solidFill>
              <a:srgbClr val="059669"/>
            </a:solidFill>
            <a:prstDash val="solid"/>
          </a:ln>
        </p:spPr>
        <p:txBody>
          <a:bodyPr/>
          <a:lstStyle/>
          <a:p>
            <a:pPr>
              <a:defRPr/>
            </a:pPr>
            <a:endParaRPr/>
          </a:p>
        </p:txBody>
      </p:sp>
      <p:sp>
        <p:nvSpPr>
          <p:cNvPr id="362477134" name="Rectangle 1449560420"/>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endParaRPr/>
          </a:p>
        </p:txBody>
      </p:sp>
      <p:sp>
        <p:nvSpPr>
          <p:cNvPr id="734806467" name="Straight Connector 611044704"/>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223916655" name="Rectangle: Rounded Corners 1801361334"/>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859453527" name="Rectangle 455852882"/>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86878094" name="Straight Connector 2062227753"/>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864459342" name="Rectangle: Rounded Corners 1885577813"/>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30934808" name="Rectangle 698636031"/>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673757605" name="Straight Connector 352979733"/>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1735836303" name="Rectangle: Rounded Corners 1336102285"/>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606051821" name="Rectangle 1385054654"/>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793214323" name="Straight Connector 1371789296"/>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847815257" name="Rectangle: Rounded Corners 511992750"/>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381157530" name="Rectangle 867618512"/>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180780212" name="Straight Connector 176145285"/>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103988556" name="Rectangle: Rounded Corners 938876559"/>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865739897" name="Rectangle 335637445"/>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1795338102" name="Rectangle 1549188428"/>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92651167"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endParaRPr/>
          </a:p>
        </p:txBody>
      </p:sp>
      <p:sp>
        <p:nvSpPr>
          <p:cNvPr id="1164508085"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endParaRPr/>
          </a:p>
        </p:txBody>
      </p:sp>
      <p:sp>
        <p:nvSpPr>
          <p:cNvPr id="1229975856"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36</a:t>
            </a:r>
            <a:endParaRPr/>
          </a:p>
        </p:txBody>
      </p:sp>
      <p:sp>
        <p:nvSpPr>
          <p:cNvPr id="494427089" name="Rectangle 1796615841"/>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endParaRPr/>
          </a:p>
        </p:txBody>
      </p:sp>
      <p:sp>
        <p:nvSpPr>
          <p:cNvPr id="1276159288" name="Rectangle: Rounded Corners 2124759827"/>
          <p:cNvSpPr>
            <a:spLocks noGrp="1"/>
          </p:cNvSpPr>
          <p:nvPr/>
        </p:nvSpPr>
        <p:spPr bwMode="auto">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pPr>
              <a:defRPr/>
            </a:pPr>
            <a:endParaRPr/>
          </a:p>
        </p:txBody>
      </p:sp>
      <p:sp>
        <p:nvSpPr>
          <p:cNvPr id="1338401100" name="Rectangle 1142861110"/>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endParaRPr/>
          </a:p>
        </p:txBody>
      </p:sp>
      <p:sp>
        <p:nvSpPr>
          <p:cNvPr id="582039119" name="Rectangle 880775109"/>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endParaRPr/>
          </a:p>
        </p:txBody>
      </p:sp>
      <p:sp>
        <p:nvSpPr>
          <p:cNvPr id="1317673371" name="Rectangle: Rounded Corners 1212521509"/>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602561873" name="Rectangle 403994550"/>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176032124" name="Straight Connector 1082776073"/>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321404583" name="Rectangle: Rounded Corners 889310825"/>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071230683" name="Rectangle 848291847"/>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738434151" name="Straight Connector 1627926123"/>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2080941619" name="Rectangle: Rounded Corners 1192935410"/>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789094540" name="Rectangle 376230541"/>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846975573" name="Straight Connector 407523360"/>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2144489061" name="Rectangle: Rounded Corners 139870702"/>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551084939" name="Rectangle 1588099186"/>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919899925" name="Straight Connector 1722433847"/>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541603998" name="Rectangle: Rounded Corners 1802370230"/>
          <p:cNvSpPr>
            <a:spLocks noGrp="1"/>
          </p:cNvSpPr>
          <p:nvPr/>
        </p:nvSpPr>
        <p:spPr bwMode="auto">
          <a:xfrm>
            <a:off x="5486400" y="4857750"/>
            <a:ext cx="876299" cy="438149"/>
          </a:xfrm>
          <a:prstGeom prst="roundRect">
            <a:avLst>
              <a:gd name="adj" fmla="val 26087"/>
            </a:avLst>
          </a:prstGeom>
          <a:solidFill>
            <a:srgbClr val="059669"/>
          </a:solidFill>
          <a:ln w="9525">
            <a:solidFill>
              <a:srgbClr val="059669"/>
            </a:solidFill>
            <a:prstDash val="solid"/>
          </a:ln>
        </p:spPr>
        <p:txBody>
          <a:bodyPr/>
          <a:lstStyle/>
          <a:p>
            <a:pPr>
              <a:defRPr/>
            </a:pPr>
            <a:endParaRPr/>
          </a:p>
        </p:txBody>
      </p:sp>
      <p:sp>
        <p:nvSpPr>
          <p:cNvPr id="1314980398" name="Rectangle 1371086357"/>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endParaRPr/>
          </a:p>
        </p:txBody>
      </p:sp>
      <p:sp>
        <p:nvSpPr>
          <p:cNvPr id="1235640540" name="Straight Connector 1897884152"/>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001917534" name="Rectangle: Rounded Corners 1387834287"/>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622993736" name="Rectangle 165609480"/>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1844298006" name="Straight Connector 452092562"/>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880772148" name="Rectangle: Rounded Corners 5361157"/>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390249181" name="Rectangle 1287749683"/>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1811848305" name="Straight Connector 75788939"/>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1927170422" name="Rectangle: Rounded Corners 321816876"/>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997732895" name="Rectangle 418740257"/>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1070203019" name="Straight Connector 730717556"/>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1605525606" name="Rectangle: Rounded Corners 403779116"/>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663980784" name="Rectangle 944859033"/>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342435507" name="Rectangle 620100845"/>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9937031"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endParaRPr/>
          </a:p>
        </p:txBody>
      </p:sp>
      <p:sp>
        <p:nvSpPr>
          <p:cNvPr id="120694187"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endParaRPr/>
          </a:p>
        </p:txBody>
      </p:sp>
      <p:sp>
        <p:nvSpPr>
          <p:cNvPr id="1391368291"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37</a:t>
            </a:r>
            <a:endParaRPr/>
          </a:p>
        </p:txBody>
      </p:sp>
      <p:sp>
        <p:nvSpPr>
          <p:cNvPr id="1563587225" name="Rectangle 1832370406"/>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endParaRPr/>
          </a:p>
        </p:txBody>
      </p:sp>
      <p:sp>
        <p:nvSpPr>
          <p:cNvPr id="245884987" name="Rectangle: Rounded Corners 1297482730"/>
          <p:cNvSpPr>
            <a:spLocks noGrp="1"/>
          </p:cNvSpPr>
          <p:nvPr/>
        </p:nvSpPr>
        <p:spPr bwMode="auto">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pPr>
              <a:defRPr/>
            </a:pPr>
            <a:endParaRPr/>
          </a:p>
        </p:txBody>
      </p:sp>
      <p:sp>
        <p:nvSpPr>
          <p:cNvPr id="1754422518" name="Rectangle 1200011164"/>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endParaRPr/>
          </a:p>
        </p:txBody>
      </p:sp>
      <p:sp>
        <p:nvSpPr>
          <p:cNvPr id="244663680" name="Rectangle 442300350"/>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endParaRPr/>
          </a:p>
        </p:txBody>
      </p:sp>
      <p:sp>
        <p:nvSpPr>
          <p:cNvPr id="1747110319" name="Rectangle: Rounded Corners 708556130"/>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479666227" name="Rectangle 100423533"/>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2106278674" name="Straight Connector 847957589"/>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178735432" name="Rectangle: Rounded Corners 1044367556"/>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166996756" name="Rectangle 1043684599"/>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853410610" name="Straight Connector 1339640358"/>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232775336" name="Rectangle: Rounded Corners 1174751442"/>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431031596" name="Rectangle 590160820"/>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313634786" name="Straight Connector 1896514296"/>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1336788443" name="Rectangle: Rounded Corners 1251191564"/>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841106089" name="Rectangle 314015275"/>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828748039" name="Straight Connector 1716038944"/>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725698786" name="Rectangle: Rounded Corners 82172497"/>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743220093" name="Rectangle 1567356553"/>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338669618" name="Straight Connector 1438817859"/>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997376550" name="Rectangle: Rounded Corners 311964682"/>
          <p:cNvSpPr>
            <a:spLocks noGrp="1"/>
          </p:cNvSpPr>
          <p:nvPr/>
        </p:nvSpPr>
        <p:spPr bwMode="auto">
          <a:xfrm>
            <a:off x="6553200" y="4857750"/>
            <a:ext cx="876299" cy="438149"/>
          </a:xfrm>
          <a:prstGeom prst="roundRect">
            <a:avLst>
              <a:gd name="adj" fmla="val 26087"/>
            </a:avLst>
          </a:prstGeom>
          <a:solidFill>
            <a:srgbClr val="059669"/>
          </a:solidFill>
          <a:ln w="9525">
            <a:solidFill>
              <a:srgbClr val="059669"/>
            </a:solidFill>
            <a:prstDash val="solid"/>
          </a:ln>
        </p:spPr>
        <p:txBody>
          <a:bodyPr/>
          <a:lstStyle/>
          <a:p>
            <a:pPr>
              <a:defRPr/>
            </a:pPr>
            <a:endParaRPr/>
          </a:p>
        </p:txBody>
      </p:sp>
      <p:sp>
        <p:nvSpPr>
          <p:cNvPr id="69994827" name="Rectangle 1398509589"/>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endParaRPr/>
          </a:p>
        </p:txBody>
      </p:sp>
      <p:sp>
        <p:nvSpPr>
          <p:cNvPr id="808631853" name="Straight Connector 172637880"/>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24382143" name="Rectangle: Rounded Corners 664865695"/>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471826843" name="Rectangle 643263200"/>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1732179822" name="Straight Connector 124461839"/>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194238399" name="Rectangle: Rounded Corners 1388074794"/>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011073435" name="Rectangle 1019969479"/>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1872342277" name="Straight Connector 626513158"/>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408454328" name="Rectangle: Rounded Corners 1348387769"/>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72597206" name="Rectangle 1272774206"/>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1314676321" name="Rectangle 578171324"/>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98439440"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endParaRPr/>
          </a:p>
        </p:txBody>
      </p:sp>
      <p:sp>
        <p:nvSpPr>
          <p:cNvPr id="263353687"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endParaRPr/>
          </a:p>
        </p:txBody>
      </p:sp>
      <p:sp>
        <p:nvSpPr>
          <p:cNvPr id="1245485336"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38</a:t>
            </a:r>
            <a:endParaRPr/>
          </a:p>
        </p:txBody>
      </p:sp>
      <p:sp>
        <p:nvSpPr>
          <p:cNvPr id="824740812" name="Rectangle 1424745271"/>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endParaRPr/>
          </a:p>
        </p:txBody>
      </p:sp>
      <p:sp>
        <p:nvSpPr>
          <p:cNvPr id="1767319676" name="Rectangle: Rounded Corners 27431758"/>
          <p:cNvSpPr>
            <a:spLocks noGrp="1"/>
          </p:cNvSpPr>
          <p:nvPr/>
        </p:nvSpPr>
        <p:spPr bwMode="auto">
          <a:xfrm>
            <a:off x="1619250" y="2381250"/>
            <a:ext cx="8953500" cy="1428750"/>
          </a:xfrm>
          <a:prstGeom prst="roundRect">
            <a:avLst>
              <a:gd name="adj" fmla="val 8000"/>
            </a:avLst>
          </a:prstGeom>
          <a:solidFill>
            <a:srgbClr val="F8FAFC"/>
          </a:solidFill>
          <a:ln w="9525">
            <a:solidFill>
              <a:srgbClr val="059669"/>
            </a:solidFill>
            <a:prstDash val="solid"/>
          </a:ln>
        </p:spPr>
        <p:txBody>
          <a:bodyPr/>
          <a:lstStyle/>
          <a:p>
            <a:pPr>
              <a:defRPr/>
            </a:pPr>
            <a:endParaRPr/>
          </a:p>
        </p:txBody>
      </p:sp>
      <p:sp>
        <p:nvSpPr>
          <p:cNvPr id="1421586668" name="Rectangle 491309082"/>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endParaRPr/>
          </a:p>
        </p:txBody>
      </p:sp>
      <p:sp>
        <p:nvSpPr>
          <p:cNvPr id="1767004130" name="Rectangle 1243841631"/>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endParaRPr/>
          </a:p>
        </p:txBody>
      </p:sp>
      <p:sp>
        <p:nvSpPr>
          <p:cNvPr id="1931017033" name="Rectangle: Rounded Corners 87767121"/>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627340456" name="Rectangle 297848100"/>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246894515" name="Straight Connector 517415219"/>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1712649215" name="Rectangle: Rounded Corners 1999558657"/>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811630123" name="Rectangle 1628592006"/>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63648171" name="Straight Connector 1626366937"/>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647654510" name="Rectangle: Rounded Corners 1349263431"/>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31103318" name="Rectangle 1489678665"/>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754917999" name="Straight Connector 1117391912"/>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734048648" name="Rectangle: Rounded Corners 2030421428"/>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662537566" name="Rectangle 1153048196"/>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567328801" name="Straight Connector 185798312"/>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055616369" name="Rectangle: Rounded Corners 1576514479"/>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71200549" name="Rectangle 2016774187"/>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639627080" name="Straight Connector 1984365111"/>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2054586825" name="Rectangle: Rounded Corners 869054346"/>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929477252" name="Rectangle 189843631"/>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221356379" name="Straight Connector 2029725028"/>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460455538" name="Rectangle: Rounded Corners 396229294"/>
          <p:cNvSpPr>
            <a:spLocks noGrp="1"/>
          </p:cNvSpPr>
          <p:nvPr/>
        </p:nvSpPr>
        <p:spPr bwMode="auto">
          <a:xfrm>
            <a:off x="7620000" y="4857750"/>
            <a:ext cx="876299" cy="438149"/>
          </a:xfrm>
          <a:prstGeom prst="roundRect">
            <a:avLst>
              <a:gd name="adj" fmla="val 26087"/>
            </a:avLst>
          </a:prstGeom>
          <a:solidFill>
            <a:srgbClr val="059669"/>
          </a:solidFill>
          <a:ln w="9525">
            <a:solidFill>
              <a:srgbClr val="059669"/>
            </a:solidFill>
            <a:prstDash val="solid"/>
          </a:ln>
        </p:spPr>
        <p:txBody>
          <a:bodyPr/>
          <a:lstStyle/>
          <a:p>
            <a:pPr>
              <a:defRPr/>
            </a:pPr>
            <a:endParaRPr/>
          </a:p>
        </p:txBody>
      </p:sp>
      <p:sp>
        <p:nvSpPr>
          <p:cNvPr id="1401192873" name="Rectangle 1914684955"/>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endParaRPr/>
          </a:p>
        </p:txBody>
      </p:sp>
      <p:sp>
        <p:nvSpPr>
          <p:cNvPr id="380404088" name="Straight Connector 875512187"/>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609010010" name="Rectangle: Rounded Corners 1677424928"/>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800851029" name="Rectangle 1176625682"/>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655651911" name="Straight Connector 842723330"/>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574667698" name="Rectangle: Rounded Corners 1153467284"/>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745796187" name="Rectangle 811084731"/>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52690702" name="Rectangle 1770185301"/>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43160953"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endParaRPr/>
          </a:p>
        </p:txBody>
      </p:sp>
      <p:sp>
        <p:nvSpPr>
          <p:cNvPr id="546167567"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endParaRPr/>
          </a:p>
        </p:txBody>
      </p:sp>
      <p:sp>
        <p:nvSpPr>
          <p:cNvPr id="920901686"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39</a:t>
            </a:r>
            <a:endParaRPr/>
          </a:p>
        </p:txBody>
      </p:sp>
      <p:sp>
        <p:nvSpPr>
          <p:cNvPr id="915532846" name="Rectangle 1880099824"/>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endParaRPr/>
          </a:p>
        </p:txBody>
      </p:sp>
      <p:sp>
        <p:nvSpPr>
          <p:cNvPr id="1573402937" name="Rectangle: Rounded Corners 1687046557"/>
          <p:cNvSpPr>
            <a:spLocks noGrp="1"/>
          </p:cNvSpPr>
          <p:nvPr/>
        </p:nvSpPr>
        <p:spPr bwMode="auto">
          <a:xfrm>
            <a:off x="1619250" y="2381250"/>
            <a:ext cx="8953500" cy="1428750"/>
          </a:xfrm>
          <a:prstGeom prst="roundRect">
            <a:avLst>
              <a:gd name="adj" fmla="val 8000"/>
            </a:avLst>
          </a:prstGeom>
          <a:solidFill>
            <a:srgbClr val="F8FAFC"/>
          </a:solidFill>
          <a:ln w="9525">
            <a:solidFill>
              <a:srgbClr val="D97706"/>
            </a:solidFill>
            <a:prstDash val="solid"/>
          </a:ln>
        </p:spPr>
        <p:txBody>
          <a:bodyPr/>
          <a:lstStyle/>
          <a:p>
            <a:pPr>
              <a:defRPr/>
            </a:pPr>
            <a:endParaRPr/>
          </a:p>
        </p:txBody>
      </p:sp>
      <p:sp>
        <p:nvSpPr>
          <p:cNvPr id="1645026023" name="Rectangle 1700787281"/>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endParaRPr/>
          </a:p>
        </p:txBody>
      </p:sp>
      <p:sp>
        <p:nvSpPr>
          <p:cNvPr id="26270336" name="Rectangle 1455969292"/>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endParaRPr/>
          </a:p>
        </p:txBody>
      </p:sp>
      <p:sp>
        <p:nvSpPr>
          <p:cNvPr id="584876497" name="Rectangle: Rounded Corners 648015228"/>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64586249" name="Rectangle 1798625459"/>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1600267681" name="Straight Connector 85389353"/>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2101348367" name="Rectangle: Rounded Corners 361100454"/>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55764264" name="Rectangle 789123921"/>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243402284" name="Straight Connector 2015909228"/>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950667835" name="Rectangle: Rounded Corners 142575113"/>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016401260" name="Rectangle 1004461929"/>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558284513" name="Straight Connector 1465333174"/>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573482239" name="Rectangle: Rounded Corners 1389563848"/>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102712413" name="Rectangle 2146563265"/>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1685471497" name="Straight Connector 1742930671"/>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840865199" name="Rectangle: Rounded Corners 1443619556"/>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846771927" name="Rectangle 1172166202"/>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915383061" name="Straight Connector 47922108"/>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469765645" name="Rectangle: Rounded Corners 1140412520"/>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529149528" name="Rectangle 1661576086"/>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1131811281" name="Straight Connector 1991870028"/>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1789894630" name="Rectangle: Rounded Corners 756682"/>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468773215" name="Rectangle 1360266164"/>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738364184" name="Straight Connector 1466953926"/>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1884687765" name="Rectangle: Rounded Corners 188622404"/>
          <p:cNvSpPr>
            <a:spLocks noGrp="1"/>
          </p:cNvSpPr>
          <p:nvPr/>
        </p:nvSpPr>
        <p:spPr bwMode="auto">
          <a:xfrm>
            <a:off x="8686800" y="4857750"/>
            <a:ext cx="876299" cy="438149"/>
          </a:xfrm>
          <a:prstGeom prst="roundRect">
            <a:avLst>
              <a:gd name="adj" fmla="val 26087"/>
            </a:avLst>
          </a:prstGeom>
          <a:solidFill>
            <a:srgbClr val="D97706"/>
          </a:solidFill>
          <a:ln w="9525">
            <a:solidFill>
              <a:srgbClr val="D97706"/>
            </a:solidFill>
            <a:prstDash val="solid"/>
          </a:ln>
        </p:spPr>
        <p:txBody>
          <a:bodyPr/>
          <a:lstStyle/>
          <a:p>
            <a:pPr>
              <a:defRPr/>
            </a:pPr>
            <a:endParaRPr/>
          </a:p>
        </p:txBody>
      </p:sp>
      <p:sp>
        <p:nvSpPr>
          <p:cNvPr id="391231773" name="Rectangle 358130833"/>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endParaRPr/>
          </a:p>
        </p:txBody>
      </p:sp>
      <p:sp>
        <p:nvSpPr>
          <p:cNvPr id="1151320469" name="Straight Connector 1064198225"/>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640023842" name="Rectangle: Rounded Corners 1706007458"/>
          <p:cNvSpPr>
            <a:spLocks noGrp="1"/>
          </p:cNvSpPr>
          <p:nvPr/>
        </p:nvSpPr>
        <p:spPr bwMode="auto">
          <a:xfrm>
            <a:off x="9753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307833233" name="Rectangle 535018738"/>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endParaRPr/>
          </a:p>
        </p:txBody>
      </p:sp>
      <p:sp>
        <p:nvSpPr>
          <p:cNvPr id="72055486" name="Rectangle 531362830"/>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43548911"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endParaRPr/>
          </a:p>
        </p:txBody>
      </p:sp>
      <p:sp>
        <p:nvSpPr>
          <p:cNvPr id="1570570729" name="Rectangle 251777344"/>
          <p:cNvSpPr>
            <a:spLocks noGrp="1"/>
          </p:cNvSpPr>
          <p:nvPr/>
        </p:nvSpPr>
        <p:spPr bwMode="auto">
          <a:xfrm>
            <a:off x="609600" y="590549"/>
            <a:ext cx="10287000" cy="590549"/>
          </a:xfrm>
          <a:prstGeom prst="rect">
            <a:avLst/>
          </a:prstGeom>
          <a:noFill/>
          <a:ln w="0">
            <a:noFill/>
            <a:prstDash val="solid"/>
          </a:ln>
        </p:spPr>
        <p:txBody>
          <a:bodyPr anchor="ctr"/>
          <a:lstStyle/>
          <a:p>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endParaRPr/>
          </a:p>
        </p:txBody>
      </p:sp>
      <p:sp>
        <p:nvSpPr>
          <p:cNvPr id="1702863240"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40</a:t>
            </a:r>
            <a:endParaRPr/>
          </a:p>
        </p:txBody>
      </p:sp>
      <p:sp>
        <p:nvSpPr>
          <p:cNvPr id="99737626" name="Rectangle 2053569446"/>
          <p:cNvSpPr>
            <a:spLocks noGrp="1"/>
          </p:cNvSpPr>
          <p:nvPr/>
        </p:nvSpPr>
        <p:spPr bwMode="auto">
          <a:xfrm>
            <a:off x="723900" y="1362075"/>
            <a:ext cx="10287000" cy="323850"/>
          </a:xfrm>
          <a:prstGeom prst="rect">
            <a:avLst/>
          </a:prstGeom>
          <a:noFill/>
          <a:ln w="0">
            <a:noFill/>
            <a:prstDash val="solid"/>
          </a:ln>
        </p:spPr>
        <p:txBody>
          <a:bodyPr anchor="ctr"/>
          <a:lstStyle/>
          <a:p>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endParaRPr/>
          </a:p>
        </p:txBody>
      </p:sp>
      <p:sp>
        <p:nvSpPr>
          <p:cNvPr id="1574607439" name="Rectangle: Rounded Corners 2093550814"/>
          <p:cNvSpPr>
            <a:spLocks noGrp="1"/>
          </p:cNvSpPr>
          <p:nvPr/>
        </p:nvSpPr>
        <p:spPr bwMode="auto">
          <a:xfrm>
            <a:off x="1619250" y="2381250"/>
            <a:ext cx="8953500" cy="1428750"/>
          </a:xfrm>
          <a:prstGeom prst="roundRect">
            <a:avLst>
              <a:gd name="adj" fmla="val 8000"/>
            </a:avLst>
          </a:prstGeom>
          <a:solidFill>
            <a:srgbClr val="F8FAFC"/>
          </a:solidFill>
          <a:ln w="9525">
            <a:solidFill>
              <a:srgbClr val="D97706"/>
            </a:solidFill>
            <a:prstDash val="solid"/>
          </a:ln>
        </p:spPr>
        <p:txBody>
          <a:bodyPr/>
          <a:lstStyle/>
          <a:p>
            <a:pPr>
              <a:defRPr/>
            </a:pPr>
            <a:endParaRPr/>
          </a:p>
        </p:txBody>
      </p:sp>
      <p:sp>
        <p:nvSpPr>
          <p:cNvPr id="943927740" name="Rectangle 1093967430"/>
          <p:cNvSpPr>
            <a:spLocks noGrp="1"/>
          </p:cNvSpPr>
          <p:nvPr/>
        </p:nvSpPr>
        <p:spPr bwMode="auto">
          <a:xfrm>
            <a:off x="1952625" y="2686050"/>
            <a:ext cx="8286750" cy="666750"/>
          </a:xfrm>
          <a:prstGeom prst="rect">
            <a:avLst/>
          </a:prstGeom>
          <a:noFill/>
          <a:ln w="0">
            <a:noFill/>
            <a:prstDash val="solid"/>
          </a:ln>
        </p:spPr>
        <p:txBody>
          <a:bodyPr anchor="ctr"/>
          <a:lstStyle/>
          <a:p>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endParaRPr/>
          </a:p>
        </p:txBody>
      </p:sp>
      <p:sp>
        <p:nvSpPr>
          <p:cNvPr id="997942045" name="Rectangle 135366073"/>
          <p:cNvSpPr>
            <a:spLocks noGrp="1"/>
          </p:cNvSpPr>
          <p:nvPr/>
        </p:nvSpPr>
        <p:spPr bwMode="auto">
          <a:xfrm>
            <a:off x="5143500" y="4114800"/>
            <a:ext cx="1905000" cy="247650"/>
          </a:xfrm>
          <a:prstGeom prst="rect">
            <a:avLst/>
          </a:prstGeom>
          <a:noFill/>
          <a:ln w="0">
            <a:noFill/>
            <a:prstDash val="solid"/>
          </a:ln>
        </p:spPr>
        <p:txBody>
          <a:bodyPr anchor="ctr"/>
          <a:lstStyle/>
          <a:p>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endParaRPr/>
          </a:p>
        </p:txBody>
      </p:sp>
      <p:sp>
        <p:nvSpPr>
          <p:cNvPr id="1321442362" name="Rectangle: Rounded Corners 1039537940"/>
          <p:cNvSpPr>
            <a:spLocks noGrp="1"/>
          </p:cNvSpPr>
          <p:nvPr/>
        </p:nvSpPr>
        <p:spPr bwMode="auto">
          <a:xfrm>
            <a:off x="1219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56825581" name="Rectangle 1828131138"/>
          <p:cNvSpPr>
            <a:spLocks noGrp="1"/>
          </p:cNvSpPr>
          <p:nvPr/>
        </p:nvSpPr>
        <p:spPr bwMode="auto">
          <a:xfrm>
            <a:off x="1266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endParaRPr/>
          </a:p>
        </p:txBody>
      </p:sp>
      <p:sp>
        <p:nvSpPr>
          <p:cNvPr id="80764986" name="Straight Connector 1845023768"/>
          <p:cNvSpPr>
            <a:spLocks noGrp="1"/>
          </p:cNvSpPr>
          <p:nvPr/>
        </p:nvSpPr>
        <p:spPr bwMode="auto">
          <a:xfrm>
            <a:off x="2095500" y="5076825"/>
            <a:ext cx="190500" cy="0"/>
          </a:xfrm>
          <a:prstGeom prst="line">
            <a:avLst/>
          </a:prstGeom>
          <a:ln w="9525">
            <a:solidFill>
              <a:srgbClr val="CBD5E1"/>
            </a:solidFill>
            <a:prstDash val="solid"/>
          </a:ln>
        </p:spPr>
        <p:txBody>
          <a:bodyPr/>
          <a:lstStyle/>
          <a:p>
            <a:pPr>
              <a:defRPr/>
            </a:pPr>
            <a:endParaRPr/>
          </a:p>
        </p:txBody>
      </p:sp>
      <p:sp>
        <p:nvSpPr>
          <p:cNvPr id="2023955598" name="Rectangle: Rounded Corners 1303166908"/>
          <p:cNvSpPr>
            <a:spLocks noGrp="1"/>
          </p:cNvSpPr>
          <p:nvPr/>
        </p:nvSpPr>
        <p:spPr bwMode="auto">
          <a:xfrm>
            <a:off x="2286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740949858" name="Rectangle 724551332"/>
          <p:cNvSpPr>
            <a:spLocks noGrp="1"/>
          </p:cNvSpPr>
          <p:nvPr/>
        </p:nvSpPr>
        <p:spPr bwMode="auto">
          <a:xfrm>
            <a:off x="2333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endParaRPr/>
          </a:p>
        </p:txBody>
      </p:sp>
      <p:sp>
        <p:nvSpPr>
          <p:cNvPr id="398135919" name="Straight Connector 197604630"/>
          <p:cNvSpPr>
            <a:spLocks noGrp="1"/>
          </p:cNvSpPr>
          <p:nvPr/>
        </p:nvSpPr>
        <p:spPr bwMode="auto">
          <a:xfrm>
            <a:off x="3162300" y="5076825"/>
            <a:ext cx="190500" cy="0"/>
          </a:xfrm>
          <a:prstGeom prst="line">
            <a:avLst/>
          </a:prstGeom>
          <a:ln w="9525">
            <a:solidFill>
              <a:srgbClr val="CBD5E1"/>
            </a:solidFill>
            <a:prstDash val="solid"/>
          </a:ln>
        </p:spPr>
        <p:txBody>
          <a:bodyPr/>
          <a:lstStyle/>
          <a:p>
            <a:pPr>
              <a:defRPr/>
            </a:pPr>
            <a:endParaRPr/>
          </a:p>
        </p:txBody>
      </p:sp>
      <p:sp>
        <p:nvSpPr>
          <p:cNvPr id="1363157149" name="Rectangle: Rounded Corners 1670026602"/>
          <p:cNvSpPr>
            <a:spLocks noGrp="1"/>
          </p:cNvSpPr>
          <p:nvPr/>
        </p:nvSpPr>
        <p:spPr bwMode="auto">
          <a:xfrm>
            <a:off x="3352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203516498" name="Rectangle 76571170"/>
          <p:cNvSpPr>
            <a:spLocks noGrp="1"/>
          </p:cNvSpPr>
          <p:nvPr/>
        </p:nvSpPr>
        <p:spPr bwMode="auto">
          <a:xfrm>
            <a:off x="3400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endParaRPr/>
          </a:p>
        </p:txBody>
      </p:sp>
      <p:sp>
        <p:nvSpPr>
          <p:cNvPr id="1504371980" name="Straight Connector 81515368"/>
          <p:cNvSpPr>
            <a:spLocks noGrp="1"/>
          </p:cNvSpPr>
          <p:nvPr/>
        </p:nvSpPr>
        <p:spPr bwMode="auto">
          <a:xfrm>
            <a:off x="4229100" y="5076825"/>
            <a:ext cx="190500" cy="0"/>
          </a:xfrm>
          <a:prstGeom prst="line">
            <a:avLst/>
          </a:prstGeom>
          <a:ln w="9525">
            <a:solidFill>
              <a:srgbClr val="CBD5E1"/>
            </a:solidFill>
            <a:prstDash val="solid"/>
          </a:ln>
        </p:spPr>
        <p:txBody>
          <a:bodyPr/>
          <a:lstStyle/>
          <a:p>
            <a:pPr>
              <a:defRPr/>
            </a:pPr>
            <a:endParaRPr/>
          </a:p>
        </p:txBody>
      </p:sp>
      <p:sp>
        <p:nvSpPr>
          <p:cNvPr id="1058927556" name="Rectangle: Rounded Corners 1561005203"/>
          <p:cNvSpPr>
            <a:spLocks noGrp="1"/>
          </p:cNvSpPr>
          <p:nvPr/>
        </p:nvSpPr>
        <p:spPr bwMode="auto">
          <a:xfrm>
            <a:off x="44196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485614134" name="Rectangle 508218615"/>
          <p:cNvSpPr>
            <a:spLocks noGrp="1"/>
          </p:cNvSpPr>
          <p:nvPr/>
        </p:nvSpPr>
        <p:spPr bwMode="auto">
          <a:xfrm>
            <a:off x="44672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endParaRPr/>
          </a:p>
        </p:txBody>
      </p:sp>
      <p:sp>
        <p:nvSpPr>
          <p:cNvPr id="476260472" name="Straight Connector 674230048"/>
          <p:cNvSpPr>
            <a:spLocks noGrp="1"/>
          </p:cNvSpPr>
          <p:nvPr/>
        </p:nvSpPr>
        <p:spPr bwMode="auto">
          <a:xfrm>
            <a:off x="5295899" y="5076825"/>
            <a:ext cx="190500" cy="0"/>
          </a:xfrm>
          <a:prstGeom prst="line">
            <a:avLst/>
          </a:prstGeom>
          <a:ln w="9525">
            <a:solidFill>
              <a:srgbClr val="CBD5E1"/>
            </a:solidFill>
            <a:prstDash val="solid"/>
          </a:ln>
        </p:spPr>
        <p:txBody>
          <a:bodyPr/>
          <a:lstStyle/>
          <a:p>
            <a:pPr>
              <a:defRPr/>
            </a:pPr>
            <a:endParaRPr/>
          </a:p>
        </p:txBody>
      </p:sp>
      <p:sp>
        <p:nvSpPr>
          <p:cNvPr id="1747864076" name="Rectangle: Rounded Corners 955373584"/>
          <p:cNvSpPr>
            <a:spLocks noGrp="1"/>
          </p:cNvSpPr>
          <p:nvPr/>
        </p:nvSpPr>
        <p:spPr bwMode="auto">
          <a:xfrm>
            <a:off x="54864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951706443" name="Rectangle 554375255"/>
          <p:cNvSpPr>
            <a:spLocks noGrp="1"/>
          </p:cNvSpPr>
          <p:nvPr/>
        </p:nvSpPr>
        <p:spPr bwMode="auto">
          <a:xfrm>
            <a:off x="55340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endParaRPr/>
          </a:p>
        </p:txBody>
      </p:sp>
      <p:sp>
        <p:nvSpPr>
          <p:cNvPr id="1137773126" name="Straight Connector 1938108988"/>
          <p:cNvSpPr>
            <a:spLocks noGrp="1"/>
          </p:cNvSpPr>
          <p:nvPr/>
        </p:nvSpPr>
        <p:spPr bwMode="auto">
          <a:xfrm>
            <a:off x="6362700" y="5076825"/>
            <a:ext cx="190500" cy="0"/>
          </a:xfrm>
          <a:prstGeom prst="line">
            <a:avLst/>
          </a:prstGeom>
          <a:ln w="9525">
            <a:solidFill>
              <a:srgbClr val="CBD5E1"/>
            </a:solidFill>
            <a:prstDash val="solid"/>
          </a:ln>
        </p:spPr>
        <p:txBody>
          <a:bodyPr/>
          <a:lstStyle/>
          <a:p>
            <a:pPr>
              <a:defRPr/>
            </a:pPr>
            <a:endParaRPr/>
          </a:p>
        </p:txBody>
      </p:sp>
      <p:sp>
        <p:nvSpPr>
          <p:cNvPr id="1439547465" name="Rectangle: Rounded Corners 159381263"/>
          <p:cNvSpPr>
            <a:spLocks noGrp="1"/>
          </p:cNvSpPr>
          <p:nvPr/>
        </p:nvSpPr>
        <p:spPr bwMode="auto">
          <a:xfrm>
            <a:off x="65532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393301843" name="Rectangle 128972315"/>
          <p:cNvSpPr>
            <a:spLocks noGrp="1"/>
          </p:cNvSpPr>
          <p:nvPr/>
        </p:nvSpPr>
        <p:spPr bwMode="auto">
          <a:xfrm>
            <a:off x="66008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endParaRPr/>
          </a:p>
        </p:txBody>
      </p:sp>
      <p:sp>
        <p:nvSpPr>
          <p:cNvPr id="2128868579" name="Straight Connector 1402802111"/>
          <p:cNvSpPr>
            <a:spLocks noGrp="1"/>
          </p:cNvSpPr>
          <p:nvPr/>
        </p:nvSpPr>
        <p:spPr bwMode="auto">
          <a:xfrm>
            <a:off x="7429500" y="5076825"/>
            <a:ext cx="190500" cy="0"/>
          </a:xfrm>
          <a:prstGeom prst="line">
            <a:avLst/>
          </a:prstGeom>
          <a:ln w="9525">
            <a:solidFill>
              <a:srgbClr val="CBD5E1"/>
            </a:solidFill>
            <a:prstDash val="solid"/>
          </a:ln>
        </p:spPr>
        <p:txBody>
          <a:bodyPr/>
          <a:lstStyle/>
          <a:p>
            <a:pPr>
              <a:defRPr/>
            </a:pPr>
            <a:endParaRPr/>
          </a:p>
        </p:txBody>
      </p:sp>
      <p:sp>
        <p:nvSpPr>
          <p:cNvPr id="1817564978" name="Rectangle: Rounded Corners 800324750"/>
          <p:cNvSpPr>
            <a:spLocks noGrp="1"/>
          </p:cNvSpPr>
          <p:nvPr/>
        </p:nvSpPr>
        <p:spPr bwMode="auto">
          <a:xfrm>
            <a:off x="76200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2043059597" name="Rectangle 333634537"/>
          <p:cNvSpPr>
            <a:spLocks noGrp="1"/>
          </p:cNvSpPr>
          <p:nvPr/>
        </p:nvSpPr>
        <p:spPr bwMode="auto">
          <a:xfrm>
            <a:off x="76676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endParaRPr/>
          </a:p>
        </p:txBody>
      </p:sp>
      <p:sp>
        <p:nvSpPr>
          <p:cNvPr id="1057330480" name="Straight Connector 1541871373"/>
          <p:cNvSpPr>
            <a:spLocks noGrp="1"/>
          </p:cNvSpPr>
          <p:nvPr/>
        </p:nvSpPr>
        <p:spPr bwMode="auto">
          <a:xfrm>
            <a:off x="8496300" y="5076825"/>
            <a:ext cx="190500" cy="0"/>
          </a:xfrm>
          <a:prstGeom prst="line">
            <a:avLst/>
          </a:prstGeom>
          <a:ln w="9525">
            <a:solidFill>
              <a:srgbClr val="CBD5E1"/>
            </a:solidFill>
            <a:prstDash val="solid"/>
          </a:ln>
        </p:spPr>
        <p:txBody>
          <a:bodyPr/>
          <a:lstStyle/>
          <a:p>
            <a:pPr>
              <a:defRPr/>
            </a:pPr>
            <a:endParaRPr/>
          </a:p>
        </p:txBody>
      </p:sp>
      <p:sp>
        <p:nvSpPr>
          <p:cNvPr id="582533504" name="Rectangle: Rounded Corners 1829725634"/>
          <p:cNvSpPr>
            <a:spLocks noGrp="1"/>
          </p:cNvSpPr>
          <p:nvPr/>
        </p:nvSpPr>
        <p:spPr bwMode="auto">
          <a:xfrm>
            <a:off x="8686800" y="4857750"/>
            <a:ext cx="876299" cy="438149"/>
          </a:xfrm>
          <a:prstGeom prst="roundRect">
            <a:avLst>
              <a:gd name="adj" fmla="val 26087"/>
            </a:avLst>
          </a:prstGeom>
          <a:solidFill>
            <a:srgbClr val="FFFFFF"/>
          </a:solidFill>
          <a:ln w="9525">
            <a:solidFill>
              <a:srgbClr val="CBD5E1"/>
            </a:solidFill>
            <a:prstDash val="solid"/>
          </a:ln>
        </p:spPr>
        <p:txBody>
          <a:bodyPr/>
          <a:lstStyle/>
          <a:p>
            <a:pPr>
              <a:defRPr/>
            </a:pPr>
            <a:endParaRPr/>
          </a:p>
        </p:txBody>
      </p:sp>
      <p:sp>
        <p:nvSpPr>
          <p:cNvPr id="136311893" name="Rectangle 908787350"/>
          <p:cNvSpPr>
            <a:spLocks noGrp="1"/>
          </p:cNvSpPr>
          <p:nvPr/>
        </p:nvSpPr>
        <p:spPr bwMode="auto">
          <a:xfrm>
            <a:off x="8734425" y="4924425"/>
            <a:ext cx="781050" cy="285750"/>
          </a:xfrm>
          <a:prstGeom prst="rect">
            <a:avLst/>
          </a:prstGeom>
          <a:noFill/>
          <a:ln w="0">
            <a:noFill/>
            <a:prstDash val="solid"/>
          </a:ln>
        </p:spPr>
        <p:txBody>
          <a:bodyPr anchor="ctr"/>
          <a:lstStyle/>
          <a:p>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endParaRPr/>
          </a:p>
        </p:txBody>
      </p:sp>
      <p:sp>
        <p:nvSpPr>
          <p:cNvPr id="1980918437" name="Straight Connector 372489361"/>
          <p:cNvSpPr>
            <a:spLocks noGrp="1"/>
          </p:cNvSpPr>
          <p:nvPr/>
        </p:nvSpPr>
        <p:spPr bwMode="auto">
          <a:xfrm>
            <a:off x="9563100" y="5076825"/>
            <a:ext cx="190500" cy="0"/>
          </a:xfrm>
          <a:prstGeom prst="line">
            <a:avLst/>
          </a:prstGeom>
          <a:ln w="9525">
            <a:solidFill>
              <a:srgbClr val="CBD5E1"/>
            </a:solidFill>
            <a:prstDash val="solid"/>
          </a:ln>
        </p:spPr>
        <p:txBody>
          <a:bodyPr/>
          <a:lstStyle/>
          <a:p>
            <a:pPr>
              <a:defRPr/>
            </a:pPr>
            <a:endParaRPr/>
          </a:p>
        </p:txBody>
      </p:sp>
      <p:sp>
        <p:nvSpPr>
          <p:cNvPr id="754573339" name="Rectangle: Rounded Corners 2057956785"/>
          <p:cNvSpPr>
            <a:spLocks noGrp="1"/>
          </p:cNvSpPr>
          <p:nvPr/>
        </p:nvSpPr>
        <p:spPr bwMode="auto">
          <a:xfrm>
            <a:off x="9753600" y="4857750"/>
            <a:ext cx="876299" cy="438149"/>
          </a:xfrm>
          <a:prstGeom prst="roundRect">
            <a:avLst>
              <a:gd name="adj" fmla="val 26087"/>
            </a:avLst>
          </a:prstGeom>
          <a:solidFill>
            <a:srgbClr val="D97706"/>
          </a:solidFill>
          <a:ln w="9525">
            <a:solidFill>
              <a:srgbClr val="D97706"/>
            </a:solidFill>
            <a:prstDash val="solid"/>
          </a:ln>
        </p:spPr>
        <p:txBody>
          <a:bodyPr/>
          <a:lstStyle/>
          <a:p>
            <a:pPr>
              <a:defRPr/>
            </a:pPr>
            <a:endParaRPr/>
          </a:p>
        </p:txBody>
      </p:sp>
      <p:sp>
        <p:nvSpPr>
          <p:cNvPr id="80419806" name="Rectangle 2028567005"/>
          <p:cNvSpPr>
            <a:spLocks noGrp="1"/>
          </p:cNvSpPr>
          <p:nvPr/>
        </p:nvSpPr>
        <p:spPr bwMode="auto">
          <a:xfrm>
            <a:off x="9801225" y="4924425"/>
            <a:ext cx="781050" cy="285750"/>
          </a:xfrm>
          <a:prstGeom prst="rect">
            <a:avLst/>
          </a:prstGeom>
          <a:noFill/>
          <a:ln w="0">
            <a:noFill/>
            <a:prstDash val="solid"/>
          </a:ln>
        </p:spPr>
        <p:txBody>
          <a:bodyPr anchor="ctr"/>
          <a:lstStyle/>
          <a:p>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endParaRPr/>
          </a:p>
        </p:txBody>
      </p:sp>
      <p:sp>
        <p:nvSpPr>
          <p:cNvPr id="380628936" name="Rectangle 1835411306"/>
          <p:cNvSpPr>
            <a:spLocks noGrp="1"/>
          </p:cNvSpPr>
          <p:nvPr/>
        </p:nvSpPr>
        <p:spPr bwMode="auto">
          <a:xfrm>
            <a:off x="4610100" y="5762625"/>
            <a:ext cx="2971800" cy="266700"/>
          </a:xfrm>
          <a:prstGeom prst="rect">
            <a:avLst/>
          </a:prstGeom>
          <a:noFill/>
          <a:ln w="0">
            <a:noFill/>
            <a:prstDash val="solid"/>
          </a:ln>
        </p:spPr>
        <p:txBody>
          <a:bodyPr anchor="ctr"/>
          <a:lstStyle/>
          <a:p>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06569364" name="Rectangle 59691255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endParaRPr/>
          </a:p>
        </p:txBody>
      </p:sp>
      <p:sp>
        <p:nvSpPr>
          <p:cNvPr id="210018992" name="Rectangle 290873250"/>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endParaRPr/>
          </a:p>
        </p:txBody>
      </p:sp>
      <p:sp>
        <p:nvSpPr>
          <p:cNvPr id="1068585640" name="Rectangle: Rounded Corners 81270832"/>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2073347082" name="Rectangle: Rounded Corners 1587413913"/>
          <p:cNvSpPr>
            <a:spLocks noGrp="1"/>
          </p:cNvSpPr>
          <p:nvPr/>
        </p:nvSpPr>
        <p:spPr bwMode="auto">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endParaRPr/>
          </a:p>
        </p:txBody>
      </p:sp>
      <p:sp>
        <p:nvSpPr>
          <p:cNvPr id="39218472" name="Rectangle: Rounded Corners 493815563"/>
          <p:cNvSpPr>
            <a:spLocks noGrp="1"/>
          </p:cNvSpPr>
          <p:nvPr/>
        </p:nvSpPr>
        <p:spPr bwMode="auto">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endParaRPr/>
          </a:p>
        </p:txBody>
      </p:sp>
      <p:sp>
        <p:nvSpPr>
          <p:cNvPr id="33989863" name="Rectangle: Rounded Corners 770580154"/>
          <p:cNvSpPr>
            <a:spLocks noGrp="1"/>
          </p:cNvSpPr>
          <p:nvPr/>
        </p:nvSpPr>
        <p:spPr bwMode="auto">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endParaRPr/>
          </a:p>
        </p:txBody>
      </p:sp>
      <p:sp>
        <p:nvSpPr>
          <p:cNvPr id="1316710794" name="Arrow: Right 719400496"/>
          <p:cNvSpPr>
            <a:spLocks noGrp="1"/>
          </p:cNvSpPr>
          <p:nvPr/>
        </p:nvSpPr>
        <p:spPr bwMode="auto">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2055646185" name="Rectangle: Rounded Corners 1479447591"/>
          <p:cNvSpPr>
            <a:spLocks noGrp="1"/>
          </p:cNvSpPr>
          <p:nvPr/>
        </p:nvSpPr>
        <p:spPr bwMode="auto">
          <a:xfrm>
            <a:off x="7429500" y="2500313"/>
            <a:ext cx="333375" cy="1214438"/>
          </a:xfrm>
          <a:prstGeom prst="roundRect">
            <a:avLst>
              <a:gd name="adj" fmla="val 5714"/>
            </a:avLst>
          </a:prstGeom>
          <a:solidFill>
            <a:srgbClr val="2563EB"/>
          </a:solidFill>
          <a:ln w="14288">
            <a:noFill/>
            <a:prstDash val="solid"/>
          </a:ln>
        </p:spPr>
        <p:txBody>
          <a:bodyPr/>
          <a:lstStyle/>
          <a:p>
            <a:pPr>
              <a:buNone/>
              <a:defRPr/>
            </a:pPr>
            <a:endParaRPr/>
          </a:p>
        </p:txBody>
      </p:sp>
      <p:sp>
        <p:nvSpPr>
          <p:cNvPr id="1505239703" name="Rectangle: Rounded Corners 2028005840"/>
          <p:cNvSpPr>
            <a:spLocks noGrp="1"/>
          </p:cNvSpPr>
          <p:nvPr/>
        </p:nvSpPr>
        <p:spPr bwMode="auto">
          <a:xfrm>
            <a:off x="7953375" y="3309937"/>
            <a:ext cx="333375" cy="404813"/>
          </a:xfrm>
          <a:prstGeom prst="roundRect">
            <a:avLst>
              <a:gd name="adj" fmla="val 5714"/>
            </a:avLst>
          </a:prstGeom>
          <a:solidFill>
            <a:srgbClr val="38BDF8"/>
          </a:solidFill>
          <a:ln w="14288">
            <a:noFill/>
            <a:prstDash val="solid"/>
          </a:ln>
        </p:spPr>
        <p:txBody>
          <a:bodyPr/>
          <a:lstStyle/>
          <a:p>
            <a:pPr>
              <a:buNone/>
              <a:defRPr/>
            </a:pPr>
            <a:endParaRPr/>
          </a:p>
        </p:txBody>
      </p:sp>
      <p:sp>
        <p:nvSpPr>
          <p:cNvPr id="1207031053" name="Rectangle: Rounded Corners 1882830141"/>
          <p:cNvSpPr>
            <a:spLocks noGrp="1"/>
          </p:cNvSpPr>
          <p:nvPr/>
        </p:nvSpPr>
        <p:spPr bwMode="auto">
          <a:xfrm>
            <a:off x="8477250" y="2257425"/>
            <a:ext cx="333375" cy="1457325"/>
          </a:xfrm>
          <a:prstGeom prst="roundRect">
            <a:avLst>
              <a:gd name="adj" fmla="val 5714"/>
            </a:avLst>
          </a:prstGeom>
          <a:solidFill>
            <a:srgbClr val="2563EB"/>
          </a:solidFill>
          <a:ln w="14288">
            <a:noFill/>
            <a:prstDash val="solid"/>
          </a:ln>
        </p:spPr>
        <p:txBody>
          <a:bodyPr/>
          <a:lstStyle/>
          <a:p>
            <a:pPr>
              <a:buNone/>
              <a:defRPr/>
            </a:pPr>
            <a:endParaRPr/>
          </a:p>
        </p:txBody>
      </p:sp>
      <p:sp>
        <p:nvSpPr>
          <p:cNvPr id="581921599" name="Rectangle: Rounded Corners 60243026"/>
          <p:cNvSpPr>
            <a:spLocks noGrp="1"/>
          </p:cNvSpPr>
          <p:nvPr/>
        </p:nvSpPr>
        <p:spPr bwMode="auto">
          <a:xfrm>
            <a:off x="9001125" y="3067050"/>
            <a:ext cx="333375" cy="647700"/>
          </a:xfrm>
          <a:prstGeom prst="roundRect">
            <a:avLst>
              <a:gd name="adj" fmla="val 5714"/>
            </a:avLst>
          </a:prstGeom>
          <a:solidFill>
            <a:srgbClr val="38BDF8"/>
          </a:solidFill>
          <a:ln w="14288">
            <a:noFill/>
            <a:prstDash val="solid"/>
          </a:ln>
        </p:spPr>
        <p:txBody>
          <a:bodyPr/>
          <a:lstStyle/>
          <a:p>
            <a:pPr>
              <a:buNone/>
              <a:defRPr/>
            </a:pPr>
            <a:endParaRPr/>
          </a:p>
        </p:txBody>
      </p:sp>
      <p:sp>
        <p:nvSpPr>
          <p:cNvPr id="683451845" name="Rectangle: Rounded Corners 1134928050"/>
          <p:cNvSpPr>
            <a:spLocks noGrp="1"/>
          </p:cNvSpPr>
          <p:nvPr/>
        </p:nvSpPr>
        <p:spPr bwMode="auto">
          <a:xfrm>
            <a:off x="9525000" y="2743200"/>
            <a:ext cx="333375" cy="971550"/>
          </a:xfrm>
          <a:prstGeom prst="roundRect">
            <a:avLst>
              <a:gd name="adj" fmla="val 5714"/>
            </a:avLst>
          </a:prstGeom>
          <a:solidFill>
            <a:srgbClr val="2563EB"/>
          </a:solidFill>
          <a:ln w="14288">
            <a:noFill/>
            <a:prstDash val="solid"/>
          </a:ln>
        </p:spPr>
        <p:txBody>
          <a:bodyPr/>
          <a:lstStyle/>
          <a:p>
            <a:pPr>
              <a:buNone/>
              <a:defRPr/>
            </a:pPr>
            <a:endParaRPr/>
          </a:p>
        </p:txBody>
      </p:sp>
      <p:sp>
        <p:nvSpPr>
          <p:cNvPr id="1369250192" name="Rectangle 1354337603"/>
          <p:cNvSpPr>
            <a:spLocks noGrp="1"/>
          </p:cNvSpPr>
          <p:nvPr/>
        </p:nvSpPr>
        <p:spPr bwMode="auto">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endParaRPr/>
          </a:p>
        </p:txBody>
      </p:sp>
      <p:sp>
        <p:nvSpPr>
          <p:cNvPr id="25310973" name="Rectangle 564634627"/>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70870518" name="Rectangle 80491349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endParaRPr/>
          </a:p>
        </p:txBody>
      </p:sp>
      <p:sp>
        <p:nvSpPr>
          <p:cNvPr id="1532504383" name="Rectangle 97757811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endParaRPr/>
          </a:p>
        </p:txBody>
      </p:sp>
      <p:sp>
        <p:nvSpPr>
          <p:cNvPr id="1849859298" name="Rectangle: Rounded Corners 1169649151"/>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783806152" name="Straight Connector 2011469827"/>
          <p:cNvSpPr>
            <a:spLocks noGrp="1"/>
          </p:cNvSpPr>
          <p:nvPr/>
        </p:nvSpPr>
        <p:spPr bwMode="auto">
          <a:xfrm>
            <a:off x="1857375" y="5095875"/>
            <a:ext cx="8143875" cy="9525"/>
          </a:xfrm>
          <a:prstGeom prst="line">
            <a:avLst/>
          </a:prstGeom>
          <a:noFill/>
          <a:ln w="19050">
            <a:solidFill>
              <a:srgbClr val="CBD5E1"/>
            </a:solidFill>
            <a:prstDash val="solid"/>
          </a:ln>
        </p:spPr>
        <p:txBody>
          <a:bodyPr/>
          <a:lstStyle/>
          <a:p>
            <a:pPr>
              <a:buNone/>
              <a:defRPr/>
            </a:pPr>
            <a:endParaRPr/>
          </a:p>
        </p:txBody>
      </p:sp>
      <p:sp>
        <p:nvSpPr>
          <p:cNvPr id="1547705476" name="Straight Connector 181034433"/>
          <p:cNvSpPr>
            <a:spLocks noGrp="1"/>
          </p:cNvSpPr>
          <p:nvPr/>
        </p:nvSpPr>
        <p:spPr bwMode="auto">
          <a:xfrm>
            <a:off x="1857375" y="1952625"/>
            <a:ext cx="9525" cy="3143250"/>
          </a:xfrm>
          <a:prstGeom prst="line">
            <a:avLst/>
          </a:prstGeom>
          <a:noFill/>
          <a:ln w="19050">
            <a:solidFill>
              <a:srgbClr val="CBD5E1"/>
            </a:solidFill>
            <a:prstDash val="solid"/>
          </a:ln>
        </p:spPr>
        <p:txBody>
          <a:bodyPr/>
          <a:lstStyle/>
          <a:p>
            <a:pPr>
              <a:buNone/>
              <a:defRPr/>
            </a:pPr>
            <a:endParaRPr/>
          </a:p>
        </p:txBody>
      </p:sp>
      <p:sp>
        <p:nvSpPr>
          <p:cNvPr id="2039758085" name="Oval 1553006746"/>
          <p:cNvSpPr>
            <a:spLocks noGrp="1"/>
          </p:cNvSpPr>
          <p:nvPr/>
        </p:nvSpPr>
        <p:spPr bwMode="auto">
          <a:xfrm>
            <a:off x="3419475" y="2609850"/>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1515193331" name="Rectangle 1709600281"/>
          <p:cNvSpPr>
            <a:spLocks noGrp="1"/>
          </p:cNvSpPr>
          <p:nvPr/>
        </p:nvSpPr>
        <p:spPr bwMode="auto">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endParaRPr/>
          </a:p>
        </p:txBody>
      </p:sp>
      <p:sp>
        <p:nvSpPr>
          <p:cNvPr id="1892342326" name="Oval 21898783"/>
          <p:cNvSpPr>
            <a:spLocks noGrp="1"/>
          </p:cNvSpPr>
          <p:nvPr/>
        </p:nvSpPr>
        <p:spPr bwMode="auto">
          <a:xfrm>
            <a:off x="3895725" y="2276475"/>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121747980" name="Rectangle 948343370"/>
          <p:cNvSpPr>
            <a:spLocks noGrp="1"/>
          </p:cNvSpPr>
          <p:nvPr/>
        </p:nvSpPr>
        <p:spPr bwMode="auto">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endParaRPr/>
          </a:p>
        </p:txBody>
      </p:sp>
      <p:sp>
        <p:nvSpPr>
          <p:cNvPr id="1311973374" name="Oval 2041526387"/>
          <p:cNvSpPr>
            <a:spLocks noGrp="1"/>
          </p:cNvSpPr>
          <p:nvPr/>
        </p:nvSpPr>
        <p:spPr bwMode="auto">
          <a:xfrm>
            <a:off x="3038475" y="3514725"/>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177656837" name="Rectangle 1876813262"/>
          <p:cNvSpPr>
            <a:spLocks noGrp="1"/>
          </p:cNvSpPr>
          <p:nvPr/>
        </p:nvSpPr>
        <p:spPr bwMode="auto">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endParaRPr/>
          </a:p>
        </p:txBody>
      </p:sp>
      <p:sp>
        <p:nvSpPr>
          <p:cNvPr id="1852973099" name="Oval 1942427474"/>
          <p:cNvSpPr>
            <a:spLocks noGrp="1"/>
          </p:cNvSpPr>
          <p:nvPr/>
        </p:nvSpPr>
        <p:spPr bwMode="auto">
          <a:xfrm>
            <a:off x="4038600" y="3371850"/>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27889367" name="Rectangle 888296365"/>
          <p:cNvSpPr>
            <a:spLocks noGrp="1"/>
          </p:cNvSpPr>
          <p:nvPr/>
        </p:nvSpPr>
        <p:spPr bwMode="auto">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endParaRPr/>
          </a:p>
        </p:txBody>
      </p:sp>
      <p:sp>
        <p:nvSpPr>
          <p:cNvPr id="428727915" name="Oval 358440105"/>
          <p:cNvSpPr>
            <a:spLocks noGrp="1"/>
          </p:cNvSpPr>
          <p:nvPr/>
        </p:nvSpPr>
        <p:spPr bwMode="auto">
          <a:xfrm>
            <a:off x="7134225" y="3038475"/>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667627183" name="Rectangle 1076600515"/>
          <p:cNvSpPr>
            <a:spLocks noGrp="1"/>
          </p:cNvSpPr>
          <p:nvPr/>
        </p:nvSpPr>
        <p:spPr bwMode="auto">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endParaRPr/>
          </a:p>
        </p:txBody>
      </p:sp>
      <p:sp>
        <p:nvSpPr>
          <p:cNvPr id="1308796940" name="Oval 1935212152"/>
          <p:cNvSpPr>
            <a:spLocks noGrp="1"/>
          </p:cNvSpPr>
          <p:nvPr/>
        </p:nvSpPr>
        <p:spPr bwMode="auto">
          <a:xfrm>
            <a:off x="7705725" y="2752725"/>
            <a:ext cx="209550" cy="209550"/>
          </a:xfrm>
          <a:prstGeom prst="ellipse">
            <a:avLst/>
          </a:prstGeom>
          <a:solidFill>
            <a:srgbClr val="2563EB"/>
          </a:solidFill>
          <a:ln w="19050">
            <a:solidFill>
              <a:srgbClr val="2563EB"/>
            </a:solidFill>
            <a:prstDash val="solid"/>
          </a:ln>
        </p:spPr>
        <p:txBody>
          <a:bodyPr/>
          <a:lstStyle/>
          <a:p>
            <a:pPr>
              <a:buNone/>
              <a:defRPr/>
            </a:pPr>
            <a:endParaRPr/>
          </a:p>
        </p:txBody>
      </p:sp>
      <p:sp>
        <p:nvSpPr>
          <p:cNvPr id="650657481" name="Rectangle 40298214"/>
          <p:cNvSpPr>
            <a:spLocks noGrp="1"/>
          </p:cNvSpPr>
          <p:nvPr/>
        </p:nvSpPr>
        <p:spPr bwMode="auto">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endParaRPr/>
          </a:p>
        </p:txBody>
      </p:sp>
      <p:sp>
        <p:nvSpPr>
          <p:cNvPr id="231365383" name="Oval 1096938976"/>
          <p:cNvSpPr>
            <a:spLocks noGrp="1"/>
          </p:cNvSpPr>
          <p:nvPr/>
        </p:nvSpPr>
        <p:spPr bwMode="auto">
          <a:xfrm>
            <a:off x="8753475" y="4419600"/>
            <a:ext cx="209550" cy="209550"/>
          </a:xfrm>
          <a:prstGeom prst="ellipse">
            <a:avLst/>
          </a:prstGeom>
          <a:solidFill>
            <a:srgbClr val="F97316"/>
          </a:solidFill>
          <a:ln w="19050">
            <a:solidFill>
              <a:srgbClr val="F97316"/>
            </a:solidFill>
            <a:prstDash val="solid"/>
          </a:ln>
        </p:spPr>
        <p:txBody>
          <a:bodyPr/>
          <a:lstStyle/>
          <a:p>
            <a:pPr>
              <a:buNone/>
              <a:defRPr/>
            </a:pPr>
            <a:endParaRPr/>
          </a:p>
        </p:txBody>
      </p:sp>
      <p:sp>
        <p:nvSpPr>
          <p:cNvPr id="354208698" name="Rectangle 251020529"/>
          <p:cNvSpPr>
            <a:spLocks noGrp="1"/>
          </p:cNvSpPr>
          <p:nvPr/>
        </p:nvSpPr>
        <p:spPr bwMode="auto">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endParaRPr/>
          </a:p>
        </p:txBody>
      </p:sp>
      <p:sp>
        <p:nvSpPr>
          <p:cNvPr id="164339259" name="Rectangle 184458011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60160094" name="Rectangle 31649078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endParaRPr/>
          </a:p>
        </p:txBody>
      </p:sp>
      <p:sp>
        <p:nvSpPr>
          <p:cNvPr id="457181478" name="Rectangle 1088829960"/>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endParaRPr/>
          </a:p>
        </p:txBody>
      </p:sp>
      <p:sp>
        <p:nvSpPr>
          <p:cNvPr id="761424530" name="Rectangle: Rounded Corners 1185614033"/>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098068149" name="Rectangle: Rounded Corners 1637263549"/>
          <p:cNvSpPr>
            <a:spLocks noGrp="1"/>
          </p:cNvSpPr>
          <p:nvPr/>
        </p:nvSpPr>
        <p:spPr bwMode="auto">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endParaRPr/>
          </a:p>
        </p:txBody>
      </p:sp>
      <p:sp>
        <p:nvSpPr>
          <p:cNvPr id="120542194" name="Arrow: Right 483904790"/>
          <p:cNvSpPr>
            <a:spLocks noGrp="1"/>
          </p:cNvSpPr>
          <p:nvPr/>
        </p:nvSpPr>
        <p:spPr bwMode="auto">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endParaRPr/>
          </a:p>
        </p:txBody>
      </p:sp>
      <p:sp>
        <p:nvSpPr>
          <p:cNvPr id="1658982460" name="Rectangle: Rounded Corners 112366508"/>
          <p:cNvSpPr>
            <a:spLocks noGrp="1"/>
          </p:cNvSpPr>
          <p:nvPr/>
        </p:nvSpPr>
        <p:spPr bwMode="auto">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endParaRPr/>
          </a:p>
        </p:txBody>
      </p:sp>
      <p:sp>
        <p:nvSpPr>
          <p:cNvPr id="1858179834" name="Rectangle: Rounded Corners 1684869887"/>
          <p:cNvSpPr>
            <a:spLocks noGrp="1"/>
          </p:cNvSpPr>
          <p:nvPr/>
        </p:nvSpPr>
        <p:spPr bwMode="auto">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endParaRPr/>
          </a:p>
        </p:txBody>
      </p:sp>
      <p:sp>
        <p:nvSpPr>
          <p:cNvPr id="1091076427" name="Arrow: Right 582027638"/>
          <p:cNvSpPr>
            <a:spLocks noGrp="1"/>
          </p:cNvSpPr>
          <p:nvPr/>
        </p:nvSpPr>
        <p:spPr bwMode="auto">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endParaRPr/>
          </a:p>
        </p:txBody>
      </p:sp>
      <p:sp>
        <p:nvSpPr>
          <p:cNvPr id="133379188" name="Rectangle: Rounded Corners 415203980"/>
          <p:cNvSpPr>
            <a:spLocks noGrp="1"/>
          </p:cNvSpPr>
          <p:nvPr/>
        </p:nvSpPr>
        <p:spPr bwMode="auto">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endParaRPr/>
          </a:p>
        </p:txBody>
      </p:sp>
      <p:sp>
        <p:nvSpPr>
          <p:cNvPr id="1582864459" name="Rectangle 165956515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18529692" name="Rectangle 203159567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endParaRPr/>
          </a:p>
        </p:txBody>
      </p:sp>
      <p:sp>
        <p:nvSpPr>
          <p:cNvPr id="1687443699" name="Rectangle 1958034541"/>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endParaRPr/>
          </a:p>
        </p:txBody>
      </p:sp>
      <p:sp>
        <p:nvSpPr>
          <p:cNvPr id="1437102879" name="Rectangle: Rounded Corners 856291304"/>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472060817" name="Oval 915562435"/>
          <p:cNvSpPr>
            <a:spLocks noGrp="1"/>
          </p:cNvSpPr>
          <p:nvPr/>
        </p:nvSpPr>
        <p:spPr bwMode="auto">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endParaRPr/>
          </a:p>
        </p:txBody>
      </p:sp>
      <p:sp>
        <p:nvSpPr>
          <p:cNvPr id="828728471" name="Oval 2063706273"/>
          <p:cNvSpPr>
            <a:spLocks noGrp="1"/>
          </p:cNvSpPr>
          <p:nvPr/>
        </p:nvSpPr>
        <p:spPr bwMode="auto">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endParaRPr/>
          </a:p>
        </p:txBody>
      </p:sp>
      <p:sp>
        <p:nvSpPr>
          <p:cNvPr id="1815149275" name="Oval 1843251255"/>
          <p:cNvSpPr>
            <a:spLocks noGrp="1"/>
          </p:cNvSpPr>
          <p:nvPr/>
        </p:nvSpPr>
        <p:spPr bwMode="auto">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endParaRPr/>
          </a:p>
        </p:txBody>
      </p:sp>
      <p:sp>
        <p:nvSpPr>
          <p:cNvPr id="1349255641" name="Arrow: Right 1047507270"/>
          <p:cNvSpPr>
            <a:spLocks noGrp="1"/>
          </p:cNvSpPr>
          <p:nvPr/>
        </p:nvSpPr>
        <p:spPr bwMode="auto">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endParaRPr/>
          </a:p>
        </p:txBody>
      </p:sp>
      <p:sp>
        <p:nvSpPr>
          <p:cNvPr id="1546244931" name="Arrow: Right 416431706"/>
          <p:cNvSpPr>
            <a:spLocks noGrp="1"/>
          </p:cNvSpPr>
          <p:nvPr/>
        </p:nvSpPr>
        <p:spPr bwMode="auto">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endParaRPr/>
          </a:p>
        </p:txBody>
      </p:sp>
      <p:sp>
        <p:nvSpPr>
          <p:cNvPr id="1886873815" name="Rectangle: Rounded Corners 685887359"/>
          <p:cNvSpPr>
            <a:spLocks noGrp="1"/>
          </p:cNvSpPr>
          <p:nvPr/>
        </p:nvSpPr>
        <p:spPr bwMode="auto">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endParaRPr/>
          </a:p>
        </p:txBody>
      </p:sp>
      <p:sp>
        <p:nvSpPr>
          <p:cNvPr id="1415974002" name="Rectangle 1087270730"/>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7865283" name="Rectangle 274056230"/>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endParaRPr/>
          </a:p>
        </p:txBody>
      </p:sp>
      <p:sp>
        <p:nvSpPr>
          <p:cNvPr id="825181505" name="Rectangle 2069842662"/>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endParaRPr/>
          </a:p>
        </p:txBody>
      </p:sp>
      <p:sp>
        <p:nvSpPr>
          <p:cNvPr id="1470341237" name="Rectangle: Rounded Corners 101208029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166790682" name="Rectangle: Rounded Corners 268010825"/>
          <p:cNvSpPr>
            <a:spLocks noGrp="1"/>
          </p:cNvSpPr>
          <p:nvPr/>
        </p:nvSpPr>
        <p:spPr bwMode="auto">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endParaRPr/>
          </a:p>
        </p:txBody>
      </p:sp>
      <p:sp>
        <p:nvSpPr>
          <p:cNvPr id="799037920" name="Rectangle 859411994"/>
          <p:cNvSpPr>
            <a:spLocks noGrp="1"/>
          </p:cNvSpPr>
          <p:nvPr/>
        </p:nvSpPr>
        <p:spPr bwMode="auto">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endParaRPr/>
          </a:p>
        </p:txBody>
      </p:sp>
      <p:sp>
        <p:nvSpPr>
          <p:cNvPr id="1957497616" name="Rectangle: Rounded Corners 462313761"/>
          <p:cNvSpPr>
            <a:spLocks noGrp="1"/>
          </p:cNvSpPr>
          <p:nvPr/>
        </p:nvSpPr>
        <p:spPr bwMode="auto">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endParaRPr/>
          </a:p>
        </p:txBody>
      </p:sp>
      <p:sp>
        <p:nvSpPr>
          <p:cNvPr id="588087696" name="Rectangle 256178726"/>
          <p:cNvSpPr>
            <a:spLocks noGrp="1"/>
          </p:cNvSpPr>
          <p:nvPr/>
        </p:nvSpPr>
        <p:spPr bwMode="auto">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endParaRPr/>
          </a:p>
        </p:txBody>
      </p:sp>
      <p:sp>
        <p:nvSpPr>
          <p:cNvPr id="2006093278" name="Rectangle: Rounded Corners 570514558"/>
          <p:cNvSpPr>
            <a:spLocks noGrp="1"/>
          </p:cNvSpPr>
          <p:nvPr/>
        </p:nvSpPr>
        <p:spPr bwMode="auto">
          <a:xfrm>
            <a:off x="7334250" y="3714750"/>
            <a:ext cx="285750" cy="381000"/>
          </a:xfrm>
          <a:prstGeom prst="roundRect">
            <a:avLst>
              <a:gd name="adj" fmla="val 6667"/>
            </a:avLst>
          </a:prstGeom>
          <a:solidFill>
            <a:srgbClr val="2563EB"/>
          </a:solidFill>
          <a:ln w="14288">
            <a:solidFill>
              <a:srgbClr val="2563EB"/>
            </a:solidFill>
            <a:prstDash val="solid"/>
          </a:ln>
        </p:spPr>
        <p:txBody>
          <a:bodyPr/>
          <a:lstStyle/>
          <a:p>
            <a:pPr>
              <a:buNone/>
              <a:defRPr/>
            </a:pPr>
            <a:endParaRPr/>
          </a:p>
        </p:txBody>
      </p:sp>
      <p:sp>
        <p:nvSpPr>
          <p:cNvPr id="2056227017" name="Rectangle: Rounded Corners 1825339525"/>
          <p:cNvSpPr>
            <a:spLocks noGrp="1"/>
          </p:cNvSpPr>
          <p:nvPr/>
        </p:nvSpPr>
        <p:spPr bwMode="auto">
          <a:xfrm>
            <a:off x="7791450" y="3381375"/>
            <a:ext cx="285750" cy="714375"/>
          </a:xfrm>
          <a:prstGeom prst="roundRect">
            <a:avLst>
              <a:gd name="adj" fmla="val 6667"/>
            </a:avLst>
          </a:prstGeom>
          <a:solidFill>
            <a:srgbClr val="2563EB"/>
          </a:solidFill>
          <a:ln w="14288">
            <a:solidFill>
              <a:srgbClr val="2563EB"/>
            </a:solidFill>
            <a:prstDash val="solid"/>
          </a:ln>
        </p:spPr>
        <p:txBody>
          <a:bodyPr/>
          <a:lstStyle/>
          <a:p>
            <a:pPr>
              <a:buNone/>
              <a:defRPr/>
            </a:pPr>
            <a:endParaRPr/>
          </a:p>
        </p:txBody>
      </p:sp>
      <p:sp>
        <p:nvSpPr>
          <p:cNvPr id="388681066" name="Rectangle: Rounded Corners 1330424870"/>
          <p:cNvSpPr>
            <a:spLocks noGrp="1"/>
          </p:cNvSpPr>
          <p:nvPr/>
        </p:nvSpPr>
        <p:spPr bwMode="auto">
          <a:xfrm>
            <a:off x="8248650" y="3857625"/>
            <a:ext cx="285750" cy="238125"/>
          </a:xfrm>
          <a:prstGeom prst="roundRect">
            <a:avLst>
              <a:gd name="adj" fmla="val 8000"/>
            </a:avLst>
          </a:prstGeom>
          <a:solidFill>
            <a:srgbClr val="2563EB"/>
          </a:solidFill>
          <a:ln w="14288">
            <a:solidFill>
              <a:srgbClr val="2563EB"/>
            </a:solidFill>
            <a:prstDash val="solid"/>
          </a:ln>
        </p:spPr>
        <p:txBody>
          <a:bodyPr/>
          <a:lstStyle/>
          <a:p>
            <a:pPr>
              <a:buNone/>
              <a:defRPr/>
            </a:pPr>
            <a:endParaRPr/>
          </a:p>
        </p:txBody>
      </p:sp>
      <p:sp>
        <p:nvSpPr>
          <p:cNvPr id="494111600" name="Rectangle: Rounded Corners 1894137061"/>
          <p:cNvSpPr>
            <a:spLocks noGrp="1"/>
          </p:cNvSpPr>
          <p:nvPr/>
        </p:nvSpPr>
        <p:spPr bwMode="auto">
          <a:xfrm>
            <a:off x="8705850" y="3190875"/>
            <a:ext cx="285750" cy="904875"/>
          </a:xfrm>
          <a:prstGeom prst="roundRect">
            <a:avLst>
              <a:gd name="adj" fmla="val 6667"/>
            </a:avLst>
          </a:prstGeom>
          <a:solidFill>
            <a:srgbClr val="2563EB"/>
          </a:solidFill>
          <a:ln w="14288">
            <a:solidFill>
              <a:srgbClr val="2563EB"/>
            </a:solidFill>
            <a:prstDash val="solid"/>
          </a:ln>
        </p:spPr>
        <p:txBody>
          <a:bodyPr/>
          <a:lstStyle/>
          <a:p>
            <a:pPr>
              <a:buNone/>
              <a:defRPr/>
            </a:pPr>
            <a:endParaRPr/>
          </a:p>
        </p:txBody>
      </p:sp>
      <p:sp>
        <p:nvSpPr>
          <p:cNvPr id="702384472" name="Rectangle: Rounded Corners 402898928"/>
          <p:cNvSpPr>
            <a:spLocks noGrp="1"/>
          </p:cNvSpPr>
          <p:nvPr/>
        </p:nvSpPr>
        <p:spPr bwMode="auto">
          <a:xfrm>
            <a:off x="9163050" y="3571875"/>
            <a:ext cx="285750" cy="523875"/>
          </a:xfrm>
          <a:prstGeom prst="roundRect">
            <a:avLst>
              <a:gd name="adj" fmla="val 6667"/>
            </a:avLst>
          </a:prstGeom>
          <a:solidFill>
            <a:srgbClr val="2563EB"/>
          </a:solidFill>
          <a:ln w="14288">
            <a:solidFill>
              <a:srgbClr val="2563EB"/>
            </a:solidFill>
            <a:prstDash val="solid"/>
          </a:ln>
        </p:spPr>
        <p:txBody>
          <a:bodyPr/>
          <a:lstStyle/>
          <a:p>
            <a:pPr>
              <a:buNone/>
              <a:defRPr/>
            </a:pPr>
            <a:endParaRPr/>
          </a:p>
        </p:txBody>
      </p:sp>
      <p:sp>
        <p:nvSpPr>
          <p:cNvPr id="790815137" name="Rectangle 1777770755"/>
          <p:cNvSpPr>
            <a:spLocks noGrp="1"/>
          </p:cNvSpPr>
          <p:nvPr/>
        </p:nvSpPr>
        <p:spPr bwMode="auto">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endParaRPr/>
          </a:p>
        </p:txBody>
      </p:sp>
      <p:sp>
        <p:nvSpPr>
          <p:cNvPr id="1635350215" name="Rectangle 66437467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45</a:t>
            </a:r>
            <a:endParaRPr/>
          </a:p>
        </p:txBody>
      </p:sp>
      <p:sp>
        <p:nvSpPr>
          <p:cNvPr id="49507534" name="qk-score-formula"/>
          <p:cNvSpPr>
            <a:spLocks noGrp="1"/>
          </p:cNvSpPr>
          <p:nvPr/>
        </p:nvSpPr>
        <p:spPr bwMode="auto">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endParaRPr/>
          </a:p>
        </p:txBody>
      </p:sp>
      <p:sp>
        <p:nvSpPr>
          <p:cNvPr id="2064355607" name="dot-product-explanation"/>
          <p:cNvSpPr>
            <a:spLocks noGrp="1"/>
          </p:cNvSpPr>
          <p:nvPr/>
        </p:nvSpPr>
        <p:spPr bwMode="auto">
          <a:xfrm>
            <a:off x="1619250" y="4857750"/>
            <a:ext cx="8953500" cy="742950"/>
          </a:xfrm>
          <a:prstGeom prst="rect">
            <a:avLst/>
          </a:prstGeom>
          <a:noFill/>
          <a:ln w="0">
            <a:noFill/>
            <a:prstDash val="solid"/>
          </a:ln>
        </p:spPr>
        <p:txBody>
          <a:bodyPr anchor="ctr"/>
          <a:lstStyle/>
          <a:p>
            <a:pPr algn="ctr">
              <a:buNone/>
              <a:defRPr sz="1600" b="0">
                <a:solidFill>
                  <a:srgbClr val="667085"/>
                </a:solidFill>
              </a:defRPr>
            </a:pPr>
            <a:r>
              <a:rPr sz="1600" b="0">
                <a:solidFill>
                  <a:srgbClr val="667085"/>
                </a:solidFill>
              </a:rPr>
              <a:t>Dot product: multiply matching dimensions, then add them.</a:t>
            </a:r>
            <a:endParaRPr/>
          </a:p>
          <a:p>
            <a:pPr algn="ctr">
              <a:buNone/>
              <a:defRPr sz="1600" b="0">
                <a:solidFill>
                  <a:srgbClr val="667085"/>
                </a:solidFill>
              </a:defRPr>
            </a:pPr>
            <a:r>
              <a:rPr sz="1600" b="0">
                <a:solidFill>
                  <a:srgbClr val="667085"/>
                </a:solidFill>
              </a:rPr>
              <a:t>&lt;BOS&gt; query · each encoder key → one score for each source token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65189413" name="Rectangle 170133869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endParaRPr/>
          </a:p>
        </p:txBody>
      </p:sp>
      <p:sp>
        <p:nvSpPr>
          <p:cNvPr id="1964310542" name="Rectangle 1786653114"/>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endParaRPr/>
          </a:p>
        </p:txBody>
      </p:sp>
      <p:sp>
        <p:nvSpPr>
          <p:cNvPr id="1851358018" name="Rectangle: Rounded Corners 46470581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75384133" name="Rectangle: Rounded Corners 1141548239"/>
          <p:cNvSpPr>
            <a:spLocks noGrp="1"/>
          </p:cNvSpPr>
          <p:nvPr/>
        </p:nvSpPr>
        <p:spPr bwMode="auto">
          <a:xfrm>
            <a:off x="2476500" y="3476625"/>
            <a:ext cx="285750" cy="33337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1618998179" name="Rectangle: Rounded Corners 498832919"/>
          <p:cNvSpPr>
            <a:spLocks noGrp="1"/>
          </p:cNvSpPr>
          <p:nvPr/>
        </p:nvSpPr>
        <p:spPr bwMode="auto">
          <a:xfrm>
            <a:off x="2933699" y="3048000"/>
            <a:ext cx="285750" cy="762000"/>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893817974" name="Rectangle: Rounded Corners 1769908897"/>
          <p:cNvSpPr>
            <a:spLocks noGrp="1"/>
          </p:cNvSpPr>
          <p:nvPr/>
        </p:nvSpPr>
        <p:spPr bwMode="auto">
          <a:xfrm>
            <a:off x="3390900" y="3619500"/>
            <a:ext cx="285750" cy="190500"/>
          </a:xfrm>
          <a:prstGeom prst="roundRect">
            <a:avLst>
              <a:gd name="adj" fmla="val 10000"/>
            </a:avLst>
          </a:prstGeom>
          <a:solidFill>
            <a:srgbClr val="F97316"/>
          </a:solidFill>
          <a:ln w="14288">
            <a:solidFill>
              <a:srgbClr val="F97316"/>
            </a:solidFill>
            <a:prstDash val="solid"/>
          </a:ln>
        </p:spPr>
        <p:txBody>
          <a:bodyPr/>
          <a:lstStyle/>
          <a:p>
            <a:pPr>
              <a:buNone/>
              <a:defRPr/>
            </a:pPr>
            <a:endParaRPr/>
          </a:p>
        </p:txBody>
      </p:sp>
      <p:sp>
        <p:nvSpPr>
          <p:cNvPr id="889871676" name="Rectangle: Rounded Corners 1914348486"/>
          <p:cNvSpPr>
            <a:spLocks noGrp="1"/>
          </p:cNvSpPr>
          <p:nvPr/>
        </p:nvSpPr>
        <p:spPr bwMode="auto">
          <a:xfrm>
            <a:off x="3848100" y="2905125"/>
            <a:ext cx="285750" cy="90487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1147678611" name="Rectangle: Rounded Corners 1678518739"/>
          <p:cNvSpPr>
            <a:spLocks noGrp="1"/>
          </p:cNvSpPr>
          <p:nvPr/>
        </p:nvSpPr>
        <p:spPr bwMode="auto">
          <a:xfrm>
            <a:off x="4305300" y="3381375"/>
            <a:ext cx="285750" cy="42862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821230766" name="Arrow: Right 2119966246"/>
          <p:cNvSpPr>
            <a:spLocks noGrp="1"/>
          </p:cNvSpPr>
          <p:nvPr/>
        </p:nvSpPr>
        <p:spPr bwMode="auto">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00" b="1">
                <a:solidFill>
                  <a:srgbClr val="0B0F19"/>
                </a:solidFill>
              </a:defRPr>
            </a:pPr>
            <a:r>
              <a:rPr sz="1300" b="1">
                <a:solidFill>
                  <a:srgbClr val="0B0F19"/>
                </a:solidFill>
              </a:rPr>
              <a:t>scale + softmax</a:t>
            </a:r>
            <a:endParaRPr/>
          </a:p>
        </p:txBody>
      </p:sp>
      <p:sp>
        <p:nvSpPr>
          <p:cNvPr id="1339717995" name="Rectangle: Rounded Corners 211572738"/>
          <p:cNvSpPr>
            <a:spLocks noGrp="1"/>
          </p:cNvSpPr>
          <p:nvPr/>
        </p:nvSpPr>
        <p:spPr bwMode="auto">
          <a:xfrm>
            <a:off x="7620000" y="3571875"/>
            <a:ext cx="285750" cy="238125"/>
          </a:xfrm>
          <a:prstGeom prst="roundRect">
            <a:avLst>
              <a:gd name="adj" fmla="val 8000"/>
            </a:avLst>
          </a:prstGeom>
          <a:solidFill>
            <a:srgbClr val="10B981"/>
          </a:solidFill>
          <a:ln w="14288">
            <a:solidFill>
              <a:srgbClr val="10B981"/>
            </a:solidFill>
            <a:prstDash val="solid"/>
          </a:ln>
        </p:spPr>
        <p:txBody>
          <a:bodyPr/>
          <a:lstStyle/>
          <a:p>
            <a:pPr>
              <a:buNone/>
              <a:defRPr/>
            </a:pPr>
            <a:endParaRPr/>
          </a:p>
        </p:txBody>
      </p:sp>
      <p:sp>
        <p:nvSpPr>
          <p:cNvPr id="109011909" name="Rectangle: Rounded Corners 1030269239"/>
          <p:cNvSpPr>
            <a:spLocks noGrp="1"/>
          </p:cNvSpPr>
          <p:nvPr/>
        </p:nvSpPr>
        <p:spPr bwMode="auto">
          <a:xfrm>
            <a:off x="8077200" y="3143250"/>
            <a:ext cx="285750" cy="666750"/>
          </a:xfrm>
          <a:prstGeom prst="roundRect">
            <a:avLst>
              <a:gd name="adj" fmla="val 6667"/>
            </a:avLst>
          </a:prstGeom>
          <a:solidFill>
            <a:srgbClr val="10B981"/>
          </a:solidFill>
          <a:ln w="14288">
            <a:solidFill>
              <a:srgbClr val="10B981"/>
            </a:solidFill>
            <a:prstDash val="solid"/>
          </a:ln>
        </p:spPr>
        <p:txBody>
          <a:bodyPr/>
          <a:lstStyle/>
          <a:p>
            <a:pPr>
              <a:buNone/>
              <a:defRPr/>
            </a:pPr>
            <a:endParaRPr/>
          </a:p>
        </p:txBody>
      </p:sp>
      <p:sp>
        <p:nvSpPr>
          <p:cNvPr id="23171142" name="Rectangle: Rounded Corners 642494706"/>
          <p:cNvSpPr>
            <a:spLocks noGrp="1"/>
          </p:cNvSpPr>
          <p:nvPr/>
        </p:nvSpPr>
        <p:spPr bwMode="auto">
          <a:xfrm>
            <a:off x="8534400" y="3667125"/>
            <a:ext cx="285750" cy="142875"/>
          </a:xfrm>
          <a:prstGeom prst="roundRect">
            <a:avLst>
              <a:gd name="adj" fmla="val 13333"/>
            </a:avLst>
          </a:prstGeom>
          <a:solidFill>
            <a:srgbClr val="10B981"/>
          </a:solidFill>
          <a:ln w="14288">
            <a:solidFill>
              <a:srgbClr val="10B981"/>
            </a:solidFill>
            <a:prstDash val="solid"/>
          </a:ln>
        </p:spPr>
        <p:txBody>
          <a:bodyPr/>
          <a:lstStyle/>
          <a:p>
            <a:pPr>
              <a:buNone/>
              <a:defRPr/>
            </a:pPr>
            <a:endParaRPr/>
          </a:p>
        </p:txBody>
      </p:sp>
      <p:sp>
        <p:nvSpPr>
          <p:cNvPr id="659025576" name="Rectangle: Rounded Corners 1203968868"/>
          <p:cNvSpPr>
            <a:spLocks noGrp="1"/>
          </p:cNvSpPr>
          <p:nvPr/>
        </p:nvSpPr>
        <p:spPr bwMode="auto">
          <a:xfrm>
            <a:off x="8991600" y="2952750"/>
            <a:ext cx="285750" cy="857250"/>
          </a:xfrm>
          <a:prstGeom prst="roundRect">
            <a:avLst>
              <a:gd name="adj" fmla="val 6667"/>
            </a:avLst>
          </a:prstGeom>
          <a:solidFill>
            <a:srgbClr val="10B981"/>
          </a:solidFill>
          <a:ln w="14288">
            <a:solidFill>
              <a:srgbClr val="10B981"/>
            </a:solidFill>
            <a:prstDash val="solid"/>
          </a:ln>
        </p:spPr>
        <p:txBody>
          <a:bodyPr/>
          <a:lstStyle/>
          <a:p>
            <a:pPr>
              <a:buNone/>
              <a:defRPr/>
            </a:pPr>
            <a:endParaRPr/>
          </a:p>
        </p:txBody>
      </p:sp>
      <p:sp>
        <p:nvSpPr>
          <p:cNvPr id="305258881" name="Rectangle: Rounded Corners 666818066"/>
          <p:cNvSpPr>
            <a:spLocks noGrp="1"/>
          </p:cNvSpPr>
          <p:nvPr/>
        </p:nvSpPr>
        <p:spPr bwMode="auto">
          <a:xfrm>
            <a:off x="9448799" y="3429000"/>
            <a:ext cx="285750" cy="381000"/>
          </a:xfrm>
          <a:prstGeom prst="roundRect">
            <a:avLst>
              <a:gd name="adj" fmla="val 6667"/>
            </a:avLst>
          </a:prstGeom>
          <a:solidFill>
            <a:srgbClr val="10B981"/>
          </a:solidFill>
          <a:ln w="14288">
            <a:solidFill>
              <a:srgbClr val="10B981"/>
            </a:solidFill>
            <a:prstDash val="solid"/>
          </a:ln>
        </p:spPr>
        <p:txBody>
          <a:bodyPr/>
          <a:lstStyle/>
          <a:p>
            <a:pPr>
              <a:buNone/>
              <a:defRPr/>
            </a:pPr>
            <a:endParaRPr/>
          </a:p>
        </p:txBody>
      </p:sp>
      <p:sp>
        <p:nvSpPr>
          <p:cNvPr id="448403429" name="Rectangle 1940968764"/>
          <p:cNvSpPr>
            <a:spLocks noGrp="1"/>
          </p:cNvSpPr>
          <p:nvPr/>
        </p:nvSpPr>
        <p:spPr bwMode="auto">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endParaRPr/>
          </a:p>
        </p:txBody>
      </p:sp>
      <p:sp>
        <p:nvSpPr>
          <p:cNvPr id="259104931" name="Rectangle 1848061419"/>
          <p:cNvSpPr>
            <a:spLocks noGrp="1"/>
          </p:cNvSpPr>
          <p:nvPr/>
        </p:nvSpPr>
        <p:spPr bwMode="auto">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endParaRPr/>
          </a:p>
        </p:txBody>
      </p:sp>
      <p:sp>
        <p:nvSpPr>
          <p:cNvPr id="1805108329" name="Rectangle 201623421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46</a:t>
            </a:r>
            <a:endParaRPr/>
          </a:p>
        </p:txBody>
      </p:sp>
      <p:sp>
        <p:nvSpPr>
          <p:cNvPr id="540504257" name="scaled-dot-product-attention-formula"/>
          <p:cNvSpPr>
            <a:spLocks noGrp="1"/>
          </p:cNvSpPr>
          <p:nvPr/>
        </p:nvSpPr>
        <p:spPr bwMode="auto">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endParaRPr/>
          </a:p>
        </p:txBody>
      </p:sp>
      <p:sp>
        <p:nvSpPr>
          <p:cNvPr id="946378586" name="scaling-explanation"/>
          <p:cNvSpPr>
            <a:spLocks noGrp="1"/>
          </p:cNvSpPr>
          <p:nvPr/>
        </p:nvSpPr>
        <p:spPr bwMode="auto">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15988896" name="Rectangle 667720717"/>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endParaRPr/>
          </a:p>
        </p:txBody>
      </p:sp>
      <p:sp>
        <p:nvSpPr>
          <p:cNvPr id="842750826" name="Rectangle 1521779778"/>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endParaRPr/>
          </a:p>
        </p:txBody>
      </p:sp>
      <p:sp>
        <p:nvSpPr>
          <p:cNvPr id="1589429643" name="Rectangle: Rounded Corners 83280789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59776508" name="Rectangle: Rounded Corners 1099418884"/>
          <p:cNvSpPr>
            <a:spLocks noGrp="1"/>
          </p:cNvSpPr>
          <p:nvPr/>
        </p:nvSpPr>
        <p:spPr bwMode="auto">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endParaRPr/>
          </a:p>
        </p:txBody>
      </p:sp>
      <p:sp>
        <p:nvSpPr>
          <p:cNvPr id="400866870" name="Rectangle 605842497"/>
          <p:cNvSpPr>
            <a:spLocks noGrp="1"/>
          </p:cNvSpPr>
          <p:nvPr/>
        </p:nvSpPr>
        <p:spPr bwMode="auto">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endParaRPr/>
          </a:p>
        </p:txBody>
      </p:sp>
      <p:sp>
        <p:nvSpPr>
          <p:cNvPr id="1378080219" name="Rectangle: Rounded Corners 1810780251"/>
          <p:cNvSpPr>
            <a:spLocks noGrp="1"/>
          </p:cNvSpPr>
          <p:nvPr/>
        </p:nvSpPr>
        <p:spPr bwMode="auto">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endParaRPr/>
          </a:p>
        </p:txBody>
      </p:sp>
      <p:sp>
        <p:nvSpPr>
          <p:cNvPr id="1305655075" name="Rectangle 1903860279"/>
          <p:cNvSpPr>
            <a:spLocks noGrp="1"/>
          </p:cNvSpPr>
          <p:nvPr/>
        </p:nvSpPr>
        <p:spPr bwMode="auto">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endParaRPr/>
          </a:p>
        </p:txBody>
      </p:sp>
      <p:sp>
        <p:nvSpPr>
          <p:cNvPr id="461030653" name="Rectangle: Rounded Corners 453837605"/>
          <p:cNvSpPr>
            <a:spLocks noGrp="1"/>
          </p:cNvSpPr>
          <p:nvPr/>
        </p:nvSpPr>
        <p:spPr bwMode="auto">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endParaRPr/>
          </a:p>
        </p:txBody>
      </p:sp>
      <p:sp>
        <p:nvSpPr>
          <p:cNvPr id="1213236231" name="Rectangle 1961512127"/>
          <p:cNvSpPr>
            <a:spLocks noGrp="1"/>
          </p:cNvSpPr>
          <p:nvPr/>
        </p:nvSpPr>
        <p:spPr bwMode="auto">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endParaRPr/>
          </a:p>
        </p:txBody>
      </p:sp>
      <p:sp>
        <p:nvSpPr>
          <p:cNvPr id="1783437427" name="Rectangle: Rounded Corners 866508350"/>
          <p:cNvSpPr>
            <a:spLocks noGrp="1"/>
          </p:cNvSpPr>
          <p:nvPr/>
        </p:nvSpPr>
        <p:spPr bwMode="auto">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endParaRPr/>
          </a:p>
        </p:txBody>
      </p:sp>
      <p:sp>
        <p:nvSpPr>
          <p:cNvPr id="1556162892" name="Rectangle 1031075147"/>
          <p:cNvSpPr>
            <a:spLocks noGrp="1"/>
          </p:cNvSpPr>
          <p:nvPr/>
        </p:nvSpPr>
        <p:spPr bwMode="auto">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endParaRPr/>
          </a:p>
        </p:txBody>
      </p:sp>
      <p:sp>
        <p:nvSpPr>
          <p:cNvPr id="713491280" name="Arrow: Right 691035972"/>
          <p:cNvSpPr>
            <a:spLocks noGrp="1"/>
          </p:cNvSpPr>
          <p:nvPr/>
        </p:nvSpPr>
        <p:spPr bwMode="auto">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endParaRPr/>
          </a:p>
        </p:txBody>
      </p:sp>
      <p:sp>
        <p:nvSpPr>
          <p:cNvPr id="627299618" name="Rectangle: Rounded Corners 997542731"/>
          <p:cNvSpPr>
            <a:spLocks noGrp="1"/>
          </p:cNvSpPr>
          <p:nvPr/>
        </p:nvSpPr>
        <p:spPr bwMode="auto">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endParaRPr/>
          </a:p>
        </p:txBody>
      </p:sp>
      <p:sp>
        <p:nvSpPr>
          <p:cNvPr id="1371326802" name="Rectangle 156200328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82593492" name="Rectangle 83646168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endParaRPr/>
          </a:p>
        </p:txBody>
      </p:sp>
      <p:sp>
        <p:nvSpPr>
          <p:cNvPr id="713492341" name="Rectangle 1767099124"/>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endParaRPr/>
          </a:p>
        </p:txBody>
      </p:sp>
      <p:sp>
        <p:nvSpPr>
          <p:cNvPr id="86964975" name="Rectangle: Rounded Corners 658275056"/>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710806230" name="Oval 1632534857"/>
          <p:cNvSpPr>
            <a:spLocks noGrp="1"/>
          </p:cNvSpPr>
          <p:nvPr/>
        </p:nvSpPr>
        <p:spPr bwMode="auto">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endParaRPr/>
          </a:p>
        </p:txBody>
      </p:sp>
      <p:sp>
        <p:nvSpPr>
          <p:cNvPr id="944539788" name="Oval 1413970628"/>
          <p:cNvSpPr>
            <a:spLocks noGrp="1"/>
          </p:cNvSpPr>
          <p:nvPr/>
        </p:nvSpPr>
        <p:spPr bwMode="auto">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endParaRPr/>
          </a:p>
        </p:txBody>
      </p:sp>
      <p:sp>
        <p:nvSpPr>
          <p:cNvPr id="877727845" name="Oval 1148745044"/>
          <p:cNvSpPr>
            <a:spLocks noGrp="1"/>
          </p:cNvSpPr>
          <p:nvPr/>
        </p:nvSpPr>
        <p:spPr bwMode="auto">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endParaRPr/>
          </a:p>
        </p:txBody>
      </p:sp>
      <p:sp>
        <p:nvSpPr>
          <p:cNvPr id="640111812" name="Oval 1579502936"/>
          <p:cNvSpPr>
            <a:spLocks noGrp="1"/>
          </p:cNvSpPr>
          <p:nvPr/>
        </p:nvSpPr>
        <p:spPr bwMode="auto">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endParaRPr/>
          </a:p>
        </p:txBody>
      </p:sp>
      <p:sp>
        <p:nvSpPr>
          <p:cNvPr id="1080712696" name="Oval 638914901"/>
          <p:cNvSpPr>
            <a:spLocks noGrp="1"/>
          </p:cNvSpPr>
          <p:nvPr/>
        </p:nvSpPr>
        <p:spPr bwMode="auto">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endParaRPr/>
          </a:p>
        </p:txBody>
      </p:sp>
      <p:sp>
        <p:nvSpPr>
          <p:cNvPr id="1395089636" name="Oval 1524084679"/>
          <p:cNvSpPr>
            <a:spLocks noGrp="1"/>
          </p:cNvSpPr>
          <p:nvPr/>
        </p:nvSpPr>
        <p:spPr bwMode="auto">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endParaRPr/>
          </a:p>
        </p:txBody>
      </p:sp>
      <p:sp>
        <p:nvSpPr>
          <p:cNvPr id="2005562897" name="Oval 1617060268"/>
          <p:cNvSpPr>
            <a:spLocks noGrp="1"/>
          </p:cNvSpPr>
          <p:nvPr/>
        </p:nvSpPr>
        <p:spPr bwMode="auto">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endParaRPr/>
          </a:p>
        </p:txBody>
      </p:sp>
      <p:sp>
        <p:nvSpPr>
          <p:cNvPr id="1390258988" name="Oval 1577893088"/>
          <p:cNvSpPr>
            <a:spLocks noGrp="1"/>
          </p:cNvSpPr>
          <p:nvPr/>
        </p:nvSpPr>
        <p:spPr bwMode="auto">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endParaRPr/>
          </a:p>
        </p:txBody>
      </p:sp>
      <p:sp>
        <p:nvSpPr>
          <p:cNvPr id="1004145354" name="Oval 1071333543"/>
          <p:cNvSpPr>
            <a:spLocks noGrp="1"/>
          </p:cNvSpPr>
          <p:nvPr/>
        </p:nvSpPr>
        <p:spPr bwMode="auto">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endParaRPr/>
          </a:p>
        </p:txBody>
      </p:sp>
      <p:sp>
        <p:nvSpPr>
          <p:cNvPr id="267382451" name="Oval 399974577"/>
          <p:cNvSpPr>
            <a:spLocks noGrp="1"/>
          </p:cNvSpPr>
          <p:nvPr/>
        </p:nvSpPr>
        <p:spPr bwMode="auto">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endParaRPr/>
          </a:p>
        </p:txBody>
      </p:sp>
      <p:sp>
        <p:nvSpPr>
          <p:cNvPr id="1504837965" name="Oval 1223483228"/>
          <p:cNvSpPr>
            <a:spLocks noGrp="1"/>
          </p:cNvSpPr>
          <p:nvPr/>
        </p:nvSpPr>
        <p:spPr bwMode="auto">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endParaRPr/>
          </a:p>
        </p:txBody>
      </p:sp>
      <p:sp>
        <p:nvSpPr>
          <p:cNvPr id="370658820" name="Oval 494721319"/>
          <p:cNvSpPr>
            <a:spLocks noGrp="1"/>
          </p:cNvSpPr>
          <p:nvPr/>
        </p:nvSpPr>
        <p:spPr bwMode="auto">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endParaRPr/>
          </a:p>
        </p:txBody>
      </p:sp>
      <p:sp>
        <p:nvSpPr>
          <p:cNvPr id="1573452922" name="Straight Connector 484203624"/>
          <p:cNvSpPr>
            <a:spLocks noGrp="1"/>
          </p:cNvSpPr>
          <p:nvPr/>
        </p:nvSpPr>
        <p:spPr bwMode="auto">
          <a:xfrm>
            <a:off x="2333625" y="3190875"/>
            <a:ext cx="9525" cy="1047750"/>
          </a:xfrm>
          <a:prstGeom prst="line">
            <a:avLst/>
          </a:prstGeom>
          <a:noFill/>
          <a:ln w="19050">
            <a:solidFill>
              <a:srgbClr val="CBD5E1"/>
            </a:solidFill>
            <a:prstDash val="solid"/>
          </a:ln>
        </p:spPr>
        <p:txBody>
          <a:bodyPr/>
          <a:lstStyle/>
          <a:p>
            <a:pPr>
              <a:buNone/>
              <a:defRPr/>
            </a:pPr>
            <a:endParaRPr/>
          </a:p>
        </p:txBody>
      </p:sp>
      <p:sp>
        <p:nvSpPr>
          <p:cNvPr id="2033604839" name="Straight Connector 390803704"/>
          <p:cNvSpPr>
            <a:spLocks noGrp="1"/>
          </p:cNvSpPr>
          <p:nvPr/>
        </p:nvSpPr>
        <p:spPr bwMode="auto">
          <a:xfrm>
            <a:off x="3762375" y="3190875"/>
            <a:ext cx="9525" cy="1047750"/>
          </a:xfrm>
          <a:prstGeom prst="line">
            <a:avLst/>
          </a:prstGeom>
          <a:noFill/>
          <a:ln w="19050">
            <a:solidFill>
              <a:srgbClr val="CBD5E1"/>
            </a:solidFill>
            <a:prstDash val="solid"/>
          </a:ln>
        </p:spPr>
        <p:txBody>
          <a:bodyPr/>
          <a:lstStyle/>
          <a:p>
            <a:pPr>
              <a:buNone/>
              <a:defRPr/>
            </a:pPr>
            <a:endParaRPr/>
          </a:p>
        </p:txBody>
      </p:sp>
      <p:sp>
        <p:nvSpPr>
          <p:cNvPr id="1524562909" name="Straight Connector 1483356268"/>
          <p:cNvSpPr>
            <a:spLocks noGrp="1"/>
          </p:cNvSpPr>
          <p:nvPr/>
        </p:nvSpPr>
        <p:spPr bwMode="auto">
          <a:xfrm>
            <a:off x="5191125" y="3190875"/>
            <a:ext cx="9525" cy="1047750"/>
          </a:xfrm>
          <a:prstGeom prst="line">
            <a:avLst/>
          </a:prstGeom>
          <a:noFill/>
          <a:ln w="19050">
            <a:solidFill>
              <a:srgbClr val="CBD5E1"/>
            </a:solidFill>
            <a:prstDash val="solid"/>
          </a:ln>
        </p:spPr>
        <p:txBody>
          <a:bodyPr/>
          <a:lstStyle/>
          <a:p>
            <a:pPr>
              <a:buNone/>
              <a:defRPr/>
            </a:pPr>
            <a:endParaRPr/>
          </a:p>
        </p:txBody>
      </p:sp>
      <p:sp>
        <p:nvSpPr>
          <p:cNvPr id="705910943" name="Straight Connector 491113418"/>
          <p:cNvSpPr>
            <a:spLocks noGrp="1"/>
          </p:cNvSpPr>
          <p:nvPr/>
        </p:nvSpPr>
        <p:spPr bwMode="auto">
          <a:xfrm>
            <a:off x="6619875" y="3190875"/>
            <a:ext cx="9525" cy="1047750"/>
          </a:xfrm>
          <a:prstGeom prst="line">
            <a:avLst/>
          </a:prstGeom>
          <a:noFill/>
          <a:ln w="19050">
            <a:solidFill>
              <a:srgbClr val="CBD5E1"/>
            </a:solidFill>
            <a:prstDash val="solid"/>
          </a:ln>
        </p:spPr>
        <p:txBody>
          <a:bodyPr/>
          <a:lstStyle/>
          <a:p>
            <a:pPr>
              <a:buNone/>
              <a:defRPr/>
            </a:pPr>
            <a:endParaRPr/>
          </a:p>
        </p:txBody>
      </p:sp>
      <p:sp>
        <p:nvSpPr>
          <p:cNvPr id="465575763" name="Straight Connector 1895177637"/>
          <p:cNvSpPr>
            <a:spLocks noGrp="1"/>
          </p:cNvSpPr>
          <p:nvPr/>
        </p:nvSpPr>
        <p:spPr bwMode="auto">
          <a:xfrm>
            <a:off x="8048625" y="3190875"/>
            <a:ext cx="9525" cy="1047750"/>
          </a:xfrm>
          <a:prstGeom prst="line">
            <a:avLst/>
          </a:prstGeom>
          <a:noFill/>
          <a:ln w="19050">
            <a:solidFill>
              <a:srgbClr val="CBD5E1"/>
            </a:solidFill>
            <a:prstDash val="solid"/>
          </a:ln>
        </p:spPr>
        <p:txBody>
          <a:bodyPr/>
          <a:lstStyle/>
          <a:p>
            <a:pPr>
              <a:buNone/>
              <a:defRPr/>
            </a:pPr>
            <a:endParaRPr/>
          </a:p>
        </p:txBody>
      </p:sp>
      <p:sp>
        <p:nvSpPr>
          <p:cNvPr id="2065153033" name="Straight Connector 1498279708"/>
          <p:cNvSpPr>
            <a:spLocks noGrp="1"/>
          </p:cNvSpPr>
          <p:nvPr/>
        </p:nvSpPr>
        <p:spPr bwMode="auto">
          <a:xfrm>
            <a:off x="9477375" y="3190875"/>
            <a:ext cx="9525" cy="1047750"/>
          </a:xfrm>
          <a:prstGeom prst="line">
            <a:avLst/>
          </a:prstGeom>
          <a:noFill/>
          <a:ln w="19050">
            <a:solidFill>
              <a:srgbClr val="CBD5E1"/>
            </a:solidFill>
            <a:prstDash val="solid"/>
          </a:ln>
        </p:spPr>
        <p:txBody>
          <a:bodyPr/>
          <a:lstStyle/>
          <a:p>
            <a:pPr>
              <a:buNone/>
              <a:defRPr/>
            </a:pPr>
            <a:endParaRPr/>
          </a:p>
        </p:txBody>
      </p:sp>
      <p:sp>
        <p:nvSpPr>
          <p:cNvPr id="1169187283" name="Straight Connector 139583842"/>
          <p:cNvSpPr>
            <a:spLocks noGrp="1"/>
          </p:cNvSpPr>
          <p:nvPr/>
        </p:nvSpPr>
        <p:spPr bwMode="auto">
          <a:xfrm>
            <a:off x="2333625" y="2857500"/>
            <a:ext cx="9525" cy="1714500"/>
          </a:xfrm>
          <a:prstGeom prst="line">
            <a:avLst/>
          </a:prstGeom>
          <a:noFill/>
          <a:ln w="9525">
            <a:solidFill>
              <a:srgbClr val="CBD5E1">
                <a:alpha val="35000"/>
              </a:srgbClr>
            </a:solidFill>
            <a:prstDash val="solid"/>
          </a:ln>
        </p:spPr>
        <p:txBody>
          <a:bodyPr/>
          <a:lstStyle/>
          <a:p>
            <a:pPr>
              <a:buNone/>
              <a:defRPr/>
            </a:pPr>
            <a:endParaRPr/>
          </a:p>
        </p:txBody>
      </p:sp>
      <p:sp>
        <p:nvSpPr>
          <p:cNvPr id="6233636" name="Straight Connector 810730709"/>
          <p:cNvSpPr>
            <a:spLocks noGrp="1"/>
          </p:cNvSpPr>
          <p:nvPr/>
        </p:nvSpPr>
        <p:spPr bwMode="auto">
          <a:xfrm>
            <a:off x="2333625" y="2857500"/>
            <a:ext cx="2857500" cy="1714500"/>
          </a:xfrm>
          <a:prstGeom prst="line">
            <a:avLst/>
          </a:prstGeom>
          <a:noFill/>
          <a:ln w="9525">
            <a:solidFill>
              <a:srgbClr val="CBD5E1">
                <a:alpha val="35000"/>
              </a:srgbClr>
            </a:solidFill>
            <a:prstDash val="solid"/>
          </a:ln>
        </p:spPr>
        <p:txBody>
          <a:bodyPr/>
          <a:lstStyle/>
          <a:p>
            <a:pPr>
              <a:buNone/>
              <a:defRPr/>
            </a:pPr>
            <a:endParaRPr/>
          </a:p>
        </p:txBody>
      </p:sp>
      <p:sp>
        <p:nvSpPr>
          <p:cNvPr id="384516017" name="Straight Connector 521066155"/>
          <p:cNvSpPr>
            <a:spLocks noGrp="1"/>
          </p:cNvSpPr>
          <p:nvPr/>
        </p:nvSpPr>
        <p:spPr bwMode="auto">
          <a:xfrm>
            <a:off x="2333625" y="2857500"/>
            <a:ext cx="5715000" cy="1714500"/>
          </a:xfrm>
          <a:prstGeom prst="line">
            <a:avLst/>
          </a:prstGeom>
          <a:noFill/>
          <a:ln w="9525">
            <a:solidFill>
              <a:srgbClr val="CBD5E1">
                <a:alpha val="35000"/>
              </a:srgbClr>
            </a:solidFill>
            <a:prstDash val="solid"/>
          </a:ln>
        </p:spPr>
        <p:txBody>
          <a:bodyPr/>
          <a:lstStyle/>
          <a:p>
            <a:pPr>
              <a:buNone/>
              <a:defRPr/>
            </a:pPr>
            <a:endParaRPr/>
          </a:p>
        </p:txBody>
      </p:sp>
      <p:sp>
        <p:nvSpPr>
          <p:cNvPr id="2108709145" name="Straight Connector 316407275"/>
          <p:cNvSpPr>
            <a:spLocks noGrp="1"/>
          </p:cNvSpPr>
          <p:nvPr/>
        </p:nvSpPr>
        <p:spPr bwMode="auto">
          <a:xfrm>
            <a:off x="2333625" y="2857500"/>
            <a:ext cx="1428750" cy="1714500"/>
          </a:xfrm>
          <a:prstGeom prst="line">
            <a:avLst/>
          </a:prstGeom>
          <a:noFill/>
          <a:ln w="9525">
            <a:solidFill>
              <a:srgbClr val="CBD5E1">
                <a:alpha val="35000"/>
              </a:srgbClr>
            </a:solidFill>
            <a:prstDash val="solid"/>
          </a:ln>
        </p:spPr>
        <p:txBody>
          <a:bodyPr/>
          <a:lstStyle/>
          <a:p>
            <a:pPr>
              <a:buNone/>
              <a:defRPr/>
            </a:pPr>
            <a:endParaRPr/>
          </a:p>
        </p:txBody>
      </p:sp>
      <p:sp>
        <p:nvSpPr>
          <p:cNvPr id="550383492" name="Straight Connector 218150276"/>
          <p:cNvSpPr>
            <a:spLocks noGrp="1"/>
          </p:cNvSpPr>
          <p:nvPr/>
        </p:nvSpPr>
        <p:spPr bwMode="auto">
          <a:xfrm>
            <a:off x="3762375" y="2857500"/>
            <a:ext cx="1428750" cy="1714500"/>
          </a:xfrm>
          <a:prstGeom prst="line">
            <a:avLst/>
          </a:prstGeom>
          <a:noFill/>
          <a:ln w="9525">
            <a:solidFill>
              <a:srgbClr val="CBD5E1">
                <a:alpha val="35000"/>
              </a:srgbClr>
            </a:solidFill>
            <a:prstDash val="solid"/>
          </a:ln>
        </p:spPr>
        <p:txBody>
          <a:bodyPr/>
          <a:lstStyle/>
          <a:p>
            <a:pPr>
              <a:buNone/>
              <a:defRPr/>
            </a:pPr>
            <a:endParaRPr/>
          </a:p>
        </p:txBody>
      </p:sp>
      <p:sp>
        <p:nvSpPr>
          <p:cNvPr id="78778389" name="Straight Connector 499927860"/>
          <p:cNvSpPr>
            <a:spLocks noGrp="1"/>
          </p:cNvSpPr>
          <p:nvPr/>
        </p:nvSpPr>
        <p:spPr bwMode="auto">
          <a:xfrm>
            <a:off x="3762375" y="2857500"/>
            <a:ext cx="4286250" cy="1714500"/>
          </a:xfrm>
          <a:prstGeom prst="line">
            <a:avLst/>
          </a:prstGeom>
          <a:noFill/>
          <a:ln w="9525">
            <a:solidFill>
              <a:srgbClr val="CBD5E1">
                <a:alpha val="35000"/>
              </a:srgbClr>
            </a:solidFill>
            <a:prstDash val="solid"/>
          </a:ln>
        </p:spPr>
        <p:txBody>
          <a:bodyPr/>
          <a:lstStyle/>
          <a:p>
            <a:pPr>
              <a:buNone/>
              <a:defRPr/>
            </a:pPr>
            <a:endParaRPr/>
          </a:p>
        </p:txBody>
      </p:sp>
      <p:sp>
        <p:nvSpPr>
          <p:cNvPr id="372732159" name="Straight Connector 1350622295"/>
          <p:cNvSpPr>
            <a:spLocks noGrp="1"/>
          </p:cNvSpPr>
          <p:nvPr/>
        </p:nvSpPr>
        <p:spPr bwMode="auto">
          <a:xfrm>
            <a:off x="2333625" y="2857500"/>
            <a:ext cx="2857500" cy="1714500"/>
          </a:xfrm>
          <a:prstGeom prst="line">
            <a:avLst/>
          </a:prstGeom>
          <a:noFill/>
          <a:ln w="9525">
            <a:solidFill>
              <a:srgbClr val="CBD5E1">
                <a:alpha val="35000"/>
              </a:srgbClr>
            </a:solidFill>
            <a:prstDash val="solid"/>
          </a:ln>
        </p:spPr>
        <p:txBody>
          <a:bodyPr/>
          <a:lstStyle/>
          <a:p>
            <a:pPr>
              <a:buNone/>
              <a:defRPr/>
            </a:pPr>
            <a:endParaRPr/>
          </a:p>
        </p:txBody>
      </p:sp>
      <p:sp>
        <p:nvSpPr>
          <p:cNvPr id="859734482" name="Straight Connector 45691064"/>
          <p:cNvSpPr>
            <a:spLocks noGrp="1"/>
          </p:cNvSpPr>
          <p:nvPr/>
        </p:nvSpPr>
        <p:spPr bwMode="auto">
          <a:xfrm>
            <a:off x="5191125" y="2857500"/>
            <a:ext cx="9525" cy="1714500"/>
          </a:xfrm>
          <a:prstGeom prst="line">
            <a:avLst/>
          </a:prstGeom>
          <a:noFill/>
          <a:ln w="9525">
            <a:solidFill>
              <a:srgbClr val="CBD5E1">
                <a:alpha val="35000"/>
              </a:srgbClr>
            </a:solidFill>
            <a:prstDash val="solid"/>
          </a:ln>
        </p:spPr>
        <p:txBody>
          <a:bodyPr/>
          <a:lstStyle/>
          <a:p>
            <a:pPr>
              <a:buNone/>
              <a:defRPr/>
            </a:pPr>
            <a:endParaRPr/>
          </a:p>
        </p:txBody>
      </p:sp>
      <p:sp>
        <p:nvSpPr>
          <p:cNvPr id="867710300" name="Straight Connector 1145050028"/>
          <p:cNvSpPr>
            <a:spLocks noGrp="1"/>
          </p:cNvSpPr>
          <p:nvPr/>
        </p:nvSpPr>
        <p:spPr bwMode="auto">
          <a:xfrm>
            <a:off x="5191125" y="2857500"/>
            <a:ext cx="2857500" cy="1714500"/>
          </a:xfrm>
          <a:prstGeom prst="line">
            <a:avLst/>
          </a:prstGeom>
          <a:noFill/>
          <a:ln w="9525">
            <a:solidFill>
              <a:srgbClr val="CBD5E1">
                <a:alpha val="35000"/>
              </a:srgbClr>
            </a:solidFill>
            <a:prstDash val="solid"/>
          </a:ln>
        </p:spPr>
        <p:txBody>
          <a:bodyPr/>
          <a:lstStyle/>
          <a:p>
            <a:pPr>
              <a:buNone/>
              <a:defRPr/>
            </a:pPr>
            <a:endParaRPr/>
          </a:p>
        </p:txBody>
      </p:sp>
      <p:sp>
        <p:nvSpPr>
          <p:cNvPr id="994345473" name="Straight Connector 969983034"/>
          <p:cNvSpPr>
            <a:spLocks noGrp="1"/>
          </p:cNvSpPr>
          <p:nvPr/>
        </p:nvSpPr>
        <p:spPr bwMode="auto">
          <a:xfrm>
            <a:off x="2333625" y="2857500"/>
            <a:ext cx="4286250" cy="1714500"/>
          </a:xfrm>
          <a:prstGeom prst="line">
            <a:avLst/>
          </a:prstGeom>
          <a:noFill/>
          <a:ln w="9525">
            <a:solidFill>
              <a:srgbClr val="CBD5E1">
                <a:alpha val="35000"/>
              </a:srgbClr>
            </a:solidFill>
            <a:prstDash val="solid"/>
          </a:ln>
        </p:spPr>
        <p:txBody>
          <a:bodyPr/>
          <a:lstStyle/>
          <a:p>
            <a:pPr>
              <a:buNone/>
              <a:defRPr/>
            </a:pPr>
            <a:endParaRPr/>
          </a:p>
        </p:txBody>
      </p:sp>
      <p:sp>
        <p:nvSpPr>
          <p:cNvPr id="167570887" name="Straight Connector 452016390"/>
          <p:cNvSpPr>
            <a:spLocks noGrp="1"/>
          </p:cNvSpPr>
          <p:nvPr/>
        </p:nvSpPr>
        <p:spPr bwMode="auto">
          <a:xfrm>
            <a:off x="5191125" y="2857500"/>
            <a:ext cx="1428750" cy="1714500"/>
          </a:xfrm>
          <a:prstGeom prst="line">
            <a:avLst/>
          </a:prstGeom>
          <a:noFill/>
          <a:ln w="9525">
            <a:solidFill>
              <a:srgbClr val="CBD5E1">
                <a:alpha val="35000"/>
              </a:srgbClr>
            </a:solidFill>
            <a:prstDash val="solid"/>
          </a:ln>
        </p:spPr>
        <p:txBody>
          <a:bodyPr/>
          <a:lstStyle/>
          <a:p>
            <a:pPr>
              <a:buNone/>
              <a:defRPr/>
            </a:pPr>
            <a:endParaRPr/>
          </a:p>
        </p:txBody>
      </p:sp>
      <p:sp>
        <p:nvSpPr>
          <p:cNvPr id="1466680304" name="Straight Connector 1200418004"/>
          <p:cNvSpPr>
            <a:spLocks noGrp="1"/>
          </p:cNvSpPr>
          <p:nvPr/>
        </p:nvSpPr>
        <p:spPr bwMode="auto">
          <a:xfrm>
            <a:off x="6619875" y="2857500"/>
            <a:ext cx="1428750" cy="1714500"/>
          </a:xfrm>
          <a:prstGeom prst="line">
            <a:avLst/>
          </a:prstGeom>
          <a:noFill/>
          <a:ln w="9525">
            <a:solidFill>
              <a:srgbClr val="CBD5E1">
                <a:alpha val="35000"/>
              </a:srgbClr>
            </a:solidFill>
            <a:prstDash val="solid"/>
          </a:ln>
        </p:spPr>
        <p:txBody>
          <a:bodyPr/>
          <a:lstStyle/>
          <a:p>
            <a:pPr>
              <a:buNone/>
              <a:defRPr/>
            </a:pPr>
            <a:endParaRPr/>
          </a:p>
        </p:txBody>
      </p:sp>
      <p:sp>
        <p:nvSpPr>
          <p:cNvPr id="1647415921" name="Straight Connector 1516866411"/>
          <p:cNvSpPr>
            <a:spLocks noGrp="1"/>
          </p:cNvSpPr>
          <p:nvPr/>
        </p:nvSpPr>
        <p:spPr bwMode="auto">
          <a:xfrm>
            <a:off x="2333625" y="2857500"/>
            <a:ext cx="5715000" cy="1714500"/>
          </a:xfrm>
          <a:prstGeom prst="line">
            <a:avLst/>
          </a:prstGeom>
          <a:noFill/>
          <a:ln w="9525">
            <a:solidFill>
              <a:srgbClr val="CBD5E1">
                <a:alpha val="35000"/>
              </a:srgbClr>
            </a:solidFill>
            <a:prstDash val="solid"/>
          </a:ln>
        </p:spPr>
        <p:txBody>
          <a:bodyPr/>
          <a:lstStyle/>
          <a:p>
            <a:pPr>
              <a:buNone/>
              <a:defRPr/>
            </a:pPr>
            <a:endParaRPr/>
          </a:p>
        </p:txBody>
      </p:sp>
      <p:sp>
        <p:nvSpPr>
          <p:cNvPr id="78304620" name="Straight Connector 251999135"/>
          <p:cNvSpPr>
            <a:spLocks noGrp="1"/>
          </p:cNvSpPr>
          <p:nvPr/>
        </p:nvSpPr>
        <p:spPr bwMode="auto">
          <a:xfrm>
            <a:off x="5191125" y="2857500"/>
            <a:ext cx="2857500" cy="1714500"/>
          </a:xfrm>
          <a:prstGeom prst="line">
            <a:avLst/>
          </a:prstGeom>
          <a:noFill/>
          <a:ln w="9525">
            <a:solidFill>
              <a:srgbClr val="CBD5E1">
                <a:alpha val="35000"/>
              </a:srgbClr>
            </a:solidFill>
            <a:prstDash val="solid"/>
          </a:ln>
        </p:spPr>
        <p:txBody>
          <a:bodyPr/>
          <a:lstStyle/>
          <a:p>
            <a:pPr>
              <a:buNone/>
              <a:defRPr/>
            </a:pPr>
            <a:endParaRPr/>
          </a:p>
        </p:txBody>
      </p:sp>
      <p:sp>
        <p:nvSpPr>
          <p:cNvPr id="174341427" name="Straight Connector 86571184"/>
          <p:cNvSpPr>
            <a:spLocks noGrp="1"/>
          </p:cNvSpPr>
          <p:nvPr/>
        </p:nvSpPr>
        <p:spPr bwMode="auto">
          <a:xfrm>
            <a:off x="8048625" y="2857500"/>
            <a:ext cx="9525" cy="1714500"/>
          </a:xfrm>
          <a:prstGeom prst="line">
            <a:avLst/>
          </a:prstGeom>
          <a:noFill/>
          <a:ln w="9525">
            <a:solidFill>
              <a:srgbClr val="CBD5E1">
                <a:alpha val="35000"/>
              </a:srgbClr>
            </a:solidFill>
            <a:prstDash val="solid"/>
          </a:ln>
        </p:spPr>
        <p:txBody>
          <a:bodyPr/>
          <a:lstStyle/>
          <a:p>
            <a:pPr>
              <a:buNone/>
              <a:defRPr/>
            </a:pPr>
            <a:endParaRPr/>
          </a:p>
        </p:txBody>
      </p:sp>
      <p:sp>
        <p:nvSpPr>
          <p:cNvPr id="1724685744" name="Straight Connector 602661193"/>
          <p:cNvSpPr>
            <a:spLocks noGrp="1"/>
          </p:cNvSpPr>
          <p:nvPr/>
        </p:nvSpPr>
        <p:spPr bwMode="auto">
          <a:xfrm>
            <a:off x="2333625" y="2857500"/>
            <a:ext cx="7143750" cy="1714500"/>
          </a:xfrm>
          <a:prstGeom prst="line">
            <a:avLst/>
          </a:prstGeom>
          <a:noFill/>
          <a:ln w="9525">
            <a:solidFill>
              <a:srgbClr val="CBD5E1">
                <a:alpha val="35000"/>
              </a:srgbClr>
            </a:solidFill>
            <a:prstDash val="solid"/>
          </a:ln>
        </p:spPr>
        <p:txBody>
          <a:bodyPr/>
          <a:lstStyle/>
          <a:p>
            <a:pPr>
              <a:buNone/>
              <a:defRPr/>
            </a:pPr>
            <a:endParaRPr/>
          </a:p>
        </p:txBody>
      </p:sp>
      <p:sp>
        <p:nvSpPr>
          <p:cNvPr id="1642941358" name="Straight Connector 2078817605"/>
          <p:cNvSpPr>
            <a:spLocks noGrp="1"/>
          </p:cNvSpPr>
          <p:nvPr/>
        </p:nvSpPr>
        <p:spPr bwMode="auto">
          <a:xfrm>
            <a:off x="5191125" y="2857500"/>
            <a:ext cx="4286250" cy="1714500"/>
          </a:xfrm>
          <a:prstGeom prst="line">
            <a:avLst/>
          </a:prstGeom>
          <a:noFill/>
          <a:ln w="9525">
            <a:solidFill>
              <a:srgbClr val="CBD5E1">
                <a:alpha val="35000"/>
              </a:srgbClr>
            </a:solidFill>
            <a:prstDash val="solid"/>
          </a:ln>
        </p:spPr>
        <p:txBody>
          <a:bodyPr/>
          <a:lstStyle/>
          <a:p>
            <a:pPr>
              <a:buNone/>
              <a:defRPr/>
            </a:pPr>
            <a:endParaRPr/>
          </a:p>
        </p:txBody>
      </p:sp>
      <p:sp>
        <p:nvSpPr>
          <p:cNvPr id="590235134" name="Straight Connector 37467791"/>
          <p:cNvSpPr>
            <a:spLocks noGrp="1"/>
          </p:cNvSpPr>
          <p:nvPr/>
        </p:nvSpPr>
        <p:spPr bwMode="auto">
          <a:xfrm>
            <a:off x="8048625" y="2857500"/>
            <a:ext cx="1428750" cy="1714500"/>
          </a:xfrm>
          <a:prstGeom prst="line">
            <a:avLst/>
          </a:prstGeom>
          <a:noFill/>
          <a:ln w="9525">
            <a:solidFill>
              <a:srgbClr val="CBD5E1">
                <a:alpha val="35000"/>
              </a:srgbClr>
            </a:solidFill>
            <a:prstDash val="solid"/>
          </a:ln>
        </p:spPr>
        <p:txBody>
          <a:bodyPr/>
          <a:lstStyle/>
          <a:p>
            <a:pPr>
              <a:buNone/>
              <a:defRPr/>
            </a:pPr>
            <a:endParaRPr/>
          </a:p>
        </p:txBody>
      </p:sp>
      <p:sp>
        <p:nvSpPr>
          <p:cNvPr id="448354554" name="Rectangle 11817249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2021829" name="Rectangle 1367258729"/>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endParaRPr/>
          </a:p>
        </p:txBody>
      </p:sp>
      <p:sp>
        <p:nvSpPr>
          <p:cNvPr id="1288481717" name="Rectangle 128467887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endParaRPr/>
          </a:p>
        </p:txBody>
      </p:sp>
      <p:sp>
        <p:nvSpPr>
          <p:cNvPr id="354955035" name="Rectangle: Rounded Corners 80086410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471911592" name="Oval 233773315"/>
          <p:cNvSpPr>
            <a:spLocks noGrp="1"/>
          </p:cNvSpPr>
          <p:nvPr/>
        </p:nvSpPr>
        <p:spPr bwMode="auto">
          <a:xfrm>
            <a:off x="1619250" y="2381250"/>
            <a:ext cx="1524000" cy="1524000"/>
          </a:xfrm>
          <a:prstGeom prst="ellipse">
            <a:avLst/>
          </a:prstGeom>
          <a:solidFill>
            <a:srgbClr val="2563EB">
              <a:alpha val="12000"/>
            </a:srgbClr>
          </a:solidFill>
          <a:ln w="28575">
            <a:solidFill>
              <a:srgbClr val="2563EB"/>
            </a:solidFill>
            <a:prstDash val="solid"/>
          </a:ln>
        </p:spPr>
        <p:txBody>
          <a:bodyPr/>
          <a:lstStyle/>
          <a:p>
            <a:pPr>
              <a:buNone/>
              <a:defRPr/>
            </a:pPr>
            <a:endParaRPr/>
          </a:p>
        </p:txBody>
      </p:sp>
      <p:sp>
        <p:nvSpPr>
          <p:cNvPr id="1458972255" name="Straight Connector 1564947674"/>
          <p:cNvSpPr>
            <a:spLocks noGrp="1"/>
          </p:cNvSpPr>
          <p:nvPr/>
        </p:nvSpPr>
        <p:spPr bwMode="auto">
          <a:xfrm>
            <a:off x="1952625" y="3143250"/>
            <a:ext cx="857250" cy="9525"/>
          </a:xfrm>
          <a:prstGeom prst="line">
            <a:avLst/>
          </a:prstGeom>
          <a:noFill/>
          <a:ln w="38100">
            <a:solidFill>
              <a:srgbClr val="2563EB"/>
            </a:solidFill>
            <a:prstDash val="solid"/>
          </a:ln>
        </p:spPr>
        <p:txBody>
          <a:bodyPr/>
          <a:lstStyle/>
          <a:p>
            <a:pPr>
              <a:buNone/>
              <a:defRPr/>
            </a:pPr>
            <a:endParaRPr/>
          </a:p>
        </p:txBody>
      </p:sp>
      <p:sp>
        <p:nvSpPr>
          <p:cNvPr id="274391185" name="Straight Connector 995560161"/>
          <p:cNvSpPr>
            <a:spLocks noGrp="1"/>
          </p:cNvSpPr>
          <p:nvPr/>
        </p:nvSpPr>
        <p:spPr bwMode="auto">
          <a:xfrm>
            <a:off x="2381250" y="2714625"/>
            <a:ext cx="9525" cy="857250"/>
          </a:xfrm>
          <a:prstGeom prst="line">
            <a:avLst/>
          </a:prstGeom>
          <a:noFill/>
          <a:ln w="38100">
            <a:solidFill>
              <a:srgbClr val="2563EB"/>
            </a:solidFill>
            <a:prstDash val="solid"/>
          </a:ln>
        </p:spPr>
        <p:txBody>
          <a:bodyPr/>
          <a:lstStyle/>
          <a:p>
            <a:pPr>
              <a:buNone/>
              <a:defRPr/>
            </a:pPr>
            <a:endParaRPr/>
          </a:p>
        </p:txBody>
      </p:sp>
      <p:sp>
        <p:nvSpPr>
          <p:cNvPr id="679343264" name="Rectangle 1698038425"/>
          <p:cNvSpPr>
            <a:spLocks noGrp="1"/>
          </p:cNvSpPr>
          <p:nvPr/>
        </p:nvSpPr>
        <p:spPr bwMode="auto">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endParaRPr/>
          </a:p>
        </p:txBody>
      </p:sp>
      <p:sp>
        <p:nvSpPr>
          <p:cNvPr id="760725515" name="Oval 79558485"/>
          <p:cNvSpPr>
            <a:spLocks noGrp="1"/>
          </p:cNvSpPr>
          <p:nvPr/>
        </p:nvSpPr>
        <p:spPr bwMode="auto">
          <a:xfrm>
            <a:off x="4143375" y="2381250"/>
            <a:ext cx="1524000" cy="1524000"/>
          </a:xfrm>
          <a:prstGeom prst="ellipse">
            <a:avLst/>
          </a:prstGeom>
          <a:solidFill>
            <a:srgbClr val="10B981">
              <a:alpha val="12000"/>
            </a:srgbClr>
          </a:solidFill>
          <a:ln w="28575">
            <a:solidFill>
              <a:srgbClr val="10B981"/>
            </a:solidFill>
            <a:prstDash val="solid"/>
          </a:ln>
        </p:spPr>
        <p:txBody>
          <a:bodyPr/>
          <a:lstStyle/>
          <a:p>
            <a:pPr>
              <a:buNone/>
              <a:defRPr/>
            </a:pPr>
            <a:endParaRPr/>
          </a:p>
        </p:txBody>
      </p:sp>
      <p:sp>
        <p:nvSpPr>
          <p:cNvPr id="953947135" name="Straight Connector 1609830998"/>
          <p:cNvSpPr>
            <a:spLocks noGrp="1"/>
          </p:cNvSpPr>
          <p:nvPr/>
        </p:nvSpPr>
        <p:spPr bwMode="auto">
          <a:xfrm>
            <a:off x="4476750" y="3143250"/>
            <a:ext cx="857250" cy="9525"/>
          </a:xfrm>
          <a:prstGeom prst="line">
            <a:avLst/>
          </a:prstGeom>
          <a:noFill/>
          <a:ln w="38100">
            <a:solidFill>
              <a:srgbClr val="10B981"/>
            </a:solidFill>
            <a:prstDash val="solid"/>
          </a:ln>
        </p:spPr>
        <p:txBody>
          <a:bodyPr/>
          <a:lstStyle/>
          <a:p>
            <a:pPr>
              <a:buNone/>
              <a:defRPr/>
            </a:pPr>
            <a:endParaRPr/>
          </a:p>
        </p:txBody>
      </p:sp>
      <p:sp>
        <p:nvSpPr>
          <p:cNvPr id="1061035239" name="Straight Connector 1713490366"/>
          <p:cNvSpPr>
            <a:spLocks noGrp="1"/>
          </p:cNvSpPr>
          <p:nvPr/>
        </p:nvSpPr>
        <p:spPr bwMode="auto">
          <a:xfrm>
            <a:off x="4905375" y="2714625"/>
            <a:ext cx="9525" cy="857250"/>
          </a:xfrm>
          <a:prstGeom prst="line">
            <a:avLst/>
          </a:prstGeom>
          <a:noFill/>
          <a:ln w="38100">
            <a:solidFill>
              <a:srgbClr val="10B981"/>
            </a:solidFill>
            <a:prstDash val="solid"/>
          </a:ln>
        </p:spPr>
        <p:txBody>
          <a:bodyPr/>
          <a:lstStyle/>
          <a:p>
            <a:pPr>
              <a:buNone/>
              <a:defRPr/>
            </a:pPr>
            <a:endParaRPr/>
          </a:p>
        </p:txBody>
      </p:sp>
      <p:sp>
        <p:nvSpPr>
          <p:cNvPr id="984140148" name="Rectangle 1540777176"/>
          <p:cNvSpPr>
            <a:spLocks noGrp="1"/>
          </p:cNvSpPr>
          <p:nvPr/>
        </p:nvSpPr>
        <p:spPr bwMode="auto">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endParaRPr/>
          </a:p>
        </p:txBody>
      </p:sp>
      <p:sp>
        <p:nvSpPr>
          <p:cNvPr id="1618144755" name="Oval 1805008483"/>
          <p:cNvSpPr>
            <a:spLocks noGrp="1"/>
          </p:cNvSpPr>
          <p:nvPr/>
        </p:nvSpPr>
        <p:spPr bwMode="auto">
          <a:xfrm>
            <a:off x="6667500" y="2381250"/>
            <a:ext cx="1524000" cy="1524000"/>
          </a:xfrm>
          <a:prstGeom prst="ellipse">
            <a:avLst/>
          </a:prstGeom>
          <a:solidFill>
            <a:srgbClr val="F97316">
              <a:alpha val="12000"/>
            </a:srgbClr>
          </a:solidFill>
          <a:ln w="28575">
            <a:solidFill>
              <a:srgbClr val="F97316"/>
            </a:solidFill>
            <a:prstDash val="solid"/>
          </a:ln>
        </p:spPr>
        <p:txBody>
          <a:bodyPr/>
          <a:lstStyle/>
          <a:p>
            <a:pPr>
              <a:buNone/>
              <a:defRPr/>
            </a:pPr>
            <a:endParaRPr/>
          </a:p>
        </p:txBody>
      </p:sp>
      <p:sp>
        <p:nvSpPr>
          <p:cNvPr id="2082126855" name="Straight Connector 1911549704"/>
          <p:cNvSpPr>
            <a:spLocks noGrp="1"/>
          </p:cNvSpPr>
          <p:nvPr/>
        </p:nvSpPr>
        <p:spPr bwMode="auto">
          <a:xfrm>
            <a:off x="7000875" y="3143250"/>
            <a:ext cx="857250" cy="9525"/>
          </a:xfrm>
          <a:prstGeom prst="line">
            <a:avLst/>
          </a:prstGeom>
          <a:noFill/>
          <a:ln w="38100">
            <a:solidFill>
              <a:srgbClr val="F97316"/>
            </a:solidFill>
            <a:prstDash val="solid"/>
          </a:ln>
        </p:spPr>
        <p:txBody>
          <a:bodyPr/>
          <a:lstStyle/>
          <a:p>
            <a:pPr>
              <a:buNone/>
              <a:defRPr/>
            </a:pPr>
            <a:endParaRPr/>
          </a:p>
        </p:txBody>
      </p:sp>
      <p:sp>
        <p:nvSpPr>
          <p:cNvPr id="134495588" name="Straight Connector 1791936671"/>
          <p:cNvSpPr>
            <a:spLocks noGrp="1"/>
          </p:cNvSpPr>
          <p:nvPr/>
        </p:nvSpPr>
        <p:spPr bwMode="auto">
          <a:xfrm>
            <a:off x="7429500" y="2714625"/>
            <a:ext cx="9525" cy="857250"/>
          </a:xfrm>
          <a:prstGeom prst="line">
            <a:avLst/>
          </a:prstGeom>
          <a:noFill/>
          <a:ln w="38100">
            <a:solidFill>
              <a:srgbClr val="F97316"/>
            </a:solidFill>
            <a:prstDash val="solid"/>
          </a:ln>
        </p:spPr>
        <p:txBody>
          <a:bodyPr/>
          <a:lstStyle/>
          <a:p>
            <a:pPr>
              <a:buNone/>
              <a:defRPr/>
            </a:pPr>
            <a:endParaRPr/>
          </a:p>
        </p:txBody>
      </p:sp>
      <p:sp>
        <p:nvSpPr>
          <p:cNvPr id="1289619589" name="Rectangle 109414286"/>
          <p:cNvSpPr>
            <a:spLocks noGrp="1"/>
          </p:cNvSpPr>
          <p:nvPr/>
        </p:nvSpPr>
        <p:spPr bwMode="auto">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endParaRPr/>
          </a:p>
        </p:txBody>
      </p:sp>
      <p:sp>
        <p:nvSpPr>
          <p:cNvPr id="1086837016" name="Oval 446622830"/>
          <p:cNvSpPr>
            <a:spLocks noGrp="1"/>
          </p:cNvSpPr>
          <p:nvPr/>
        </p:nvSpPr>
        <p:spPr bwMode="auto">
          <a:xfrm>
            <a:off x="9191625" y="2381250"/>
            <a:ext cx="1524000" cy="1524000"/>
          </a:xfrm>
          <a:prstGeom prst="ellipse">
            <a:avLst/>
          </a:prstGeom>
          <a:solidFill>
            <a:srgbClr val="7C3AED">
              <a:alpha val="12000"/>
            </a:srgbClr>
          </a:solidFill>
          <a:ln w="28575">
            <a:solidFill>
              <a:srgbClr val="7C3AED"/>
            </a:solidFill>
            <a:prstDash val="solid"/>
          </a:ln>
        </p:spPr>
        <p:txBody>
          <a:bodyPr/>
          <a:lstStyle/>
          <a:p>
            <a:pPr>
              <a:buNone/>
              <a:defRPr/>
            </a:pPr>
            <a:endParaRPr/>
          </a:p>
        </p:txBody>
      </p:sp>
      <p:sp>
        <p:nvSpPr>
          <p:cNvPr id="762172312" name="Straight Connector 858706386"/>
          <p:cNvSpPr>
            <a:spLocks noGrp="1"/>
          </p:cNvSpPr>
          <p:nvPr/>
        </p:nvSpPr>
        <p:spPr bwMode="auto">
          <a:xfrm>
            <a:off x="9525000" y="3143250"/>
            <a:ext cx="857250" cy="9525"/>
          </a:xfrm>
          <a:prstGeom prst="line">
            <a:avLst/>
          </a:prstGeom>
          <a:noFill/>
          <a:ln w="38100">
            <a:solidFill>
              <a:srgbClr val="7C3AED"/>
            </a:solidFill>
            <a:prstDash val="solid"/>
          </a:ln>
        </p:spPr>
        <p:txBody>
          <a:bodyPr/>
          <a:lstStyle/>
          <a:p>
            <a:pPr>
              <a:buNone/>
              <a:defRPr/>
            </a:pPr>
            <a:endParaRPr/>
          </a:p>
        </p:txBody>
      </p:sp>
      <p:sp>
        <p:nvSpPr>
          <p:cNvPr id="1868542920" name="Straight Connector 1428863682"/>
          <p:cNvSpPr>
            <a:spLocks noGrp="1"/>
          </p:cNvSpPr>
          <p:nvPr/>
        </p:nvSpPr>
        <p:spPr bwMode="auto">
          <a:xfrm>
            <a:off x="9953625" y="2714625"/>
            <a:ext cx="9525" cy="857250"/>
          </a:xfrm>
          <a:prstGeom prst="line">
            <a:avLst/>
          </a:prstGeom>
          <a:noFill/>
          <a:ln w="38100">
            <a:solidFill>
              <a:srgbClr val="7C3AED"/>
            </a:solidFill>
            <a:prstDash val="solid"/>
          </a:ln>
        </p:spPr>
        <p:txBody>
          <a:bodyPr/>
          <a:lstStyle/>
          <a:p>
            <a:pPr>
              <a:buNone/>
              <a:defRPr/>
            </a:pPr>
            <a:endParaRPr/>
          </a:p>
        </p:txBody>
      </p:sp>
      <p:sp>
        <p:nvSpPr>
          <p:cNvPr id="1147620362" name="Rectangle 1133392472"/>
          <p:cNvSpPr>
            <a:spLocks noGrp="1"/>
          </p:cNvSpPr>
          <p:nvPr/>
        </p:nvSpPr>
        <p:spPr bwMode="auto">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endParaRPr/>
          </a:p>
        </p:txBody>
      </p:sp>
      <p:sp>
        <p:nvSpPr>
          <p:cNvPr id="1034236118" name="Rectangle 43845656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89032492" name="Rectangle 1411052237"/>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endParaRPr/>
          </a:p>
        </p:txBody>
      </p:sp>
      <p:sp>
        <p:nvSpPr>
          <p:cNvPr id="266229788" name="Rectangle 106512870"/>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endParaRPr/>
          </a:p>
        </p:txBody>
      </p:sp>
      <p:sp>
        <p:nvSpPr>
          <p:cNvPr id="1229282622" name="Rectangle: Rounded Corners 87118212"/>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840421571" name="Rectangle: Rounded Corners 437710827"/>
          <p:cNvSpPr>
            <a:spLocks noGrp="1"/>
          </p:cNvSpPr>
          <p:nvPr/>
        </p:nvSpPr>
        <p:spPr bwMode="auto">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endParaRPr/>
          </a:p>
        </p:txBody>
      </p:sp>
      <p:sp>
        <p:nvSpPr>
          <p:cNvPr id="570459564" name="Rectangle 1111010882"/>
          <p:cNvSpPr>
            <a:spLocks noGrp="1"/>
          </p:cNvSpPr>
          <p:nvPr/>
        </p:nvSpPr>
        <p:spPr bwMode="auto">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endParaRPr/>
          </a:p>
        </p:txBody>
      </p:sp>
      <p:sp>
        <p:nvSpPr>
          <p:cNvPr id="2045334410" name="Rectangle: Rounded Corners 1831606846"/>
          <p:cNvSpPr>
            <a:spLocks noGrp="1"/>
          </p:cNvSpPr>
          <p:nvPr/>
        </p:nvSpPr>
        <p:spPr bwMode="auto">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endParaRPr/>
          </a:p>
        </p:txBody>
      </p:sp>
      <p:sp>
        <p:nvSpPr>
          <p:cNvPr id="303040157" name="Rectangle 1646324530"/>
          <p:cNvSpPr>
            <a:spLocks noGrp="1"/>
          </p:cNvSpPr>
          <p:nvPr/>
        </p:nvSpPr>
        <p:spPr bwMode="auto">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endParaRPr/>
          </a:p>
        </p:txBody>
      </p:sp>
      <p:sp>
        <p:nvSpPr>
          <p:cNvPr id="1215695500" name="Rectangle: Rounded Corners 1489327302"/>
          <p:cNvSpPr>
            <a:spLocks noGrp="1"/>
          </p:cNvSpPr>
          <p:nvPr/>
        </p:nvSpPr>
        <p:spPr bwMode="auto">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endParaRPr/>
          </a:p>
        </p:txBody>
      </p:sp>
      <p:sp>
        <p:nvSpPr>
          <p:cNvPr id="635415220" name="Rectangle 122937465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13889736" name="Rectangle 1844228020"/>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endParaRPr/>
          </a:p>
        </p:txBody>
      </p:sp>
      <p:sp>
        <p:nvSpPr>
          <p:cNvPr id="1100402987" name="Rectangle 61986886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endParaRPr/>
          </a:p>
        </p:txBody>
      </p:sp>
      <p:sp>
        <p:nvSpPr>
          <p:cNvPr id="854994030" name="Rectangle: Rounded Corners 1987948612"/>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80094654" name="Rectangle: Rounded Corners 1704183002"/>
          <p:cNvSpPr>
            <a:spLocks noGrp="1"/>
          </p:cNvSpPr>
          <p:nvPr/>
        </p:nvSpPr>
        <p:spPr bwMode="auto">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endParaRPr/>
          </a:p>
        </p:txBody>
      </p:sp>
      <p:sp>
        <p:nvSpPr>
          <p:cNvPr id="469997849" name="Rectangle: Rounded Corners 2064136095"/>
          <p:cNvSpPr>
            <a:spLocks noGrp="1"/>
          </p:cNvSpPr>
          <p:nvPr/>
        </p:nvSpPr>
        <p:spPr bwMode="auto">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endParaRPr/>
          </a:p>
        </p:txBody>
      </p:sp>
      <p:sp>
        <p:nvSpPr>
          <p:cNvPr id="423530157" name="Rectangle: Rounded Corners 1859104578"/>
          <p:cNvSpPr>
            <a:spLocks noGrp="1"/>
          </p:cNvSpPr>
          <p:nvPr/>
        </p:nvSpPr>
        <p:spPr bwMode="auto">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endParaRPr/>
          </a:p>
        </p:txBody>
      </p:sp>
      <p:sp>
        <p:nvSpPr>
          <p:cNvPr id="1389936131" name="Rectangle: Rounded Corners 1016569497"/>
          <p:cNvSpPr>
            <a:spLocks noGrp="1"/>
          </p:cNvSpPr>
          <p:nvPr/>
        </p:nvSpPr>
        <p:spPr bwMode="auto">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endParaRPr/>
          </a:p>
        </p:txBody>
      </p:sp>
      <p:sp>
        <p:nvSpPr>
          <p:cNvPr id="1738934677" name="Straight Connector 94601081"/>
          <p:cNvSpPr>
            <a:spLocks noGrp="1"/>
          </p:cNvSpPr>
          <p:nvPr/>
        </p:nvSpPr>
        <p:spPr bwMode="auto">
          <a:xfrm>
            <a:off x="3619500" y="4238625"/>
            <a:ext cx="619125" cy="638175"/>
          </a:xfrm>
          <a:prstGeom prst="line">
            <a:avLst/>
          </a:prstGeom>
          <a:noFill/>
          <a:ln w="28575">
            <a:solidFill>
              <a:srgbClr val="CBD5E1"/>
            </a:solidFill>
            <a:prstDash val="solid"/>
          </a:ln>
        </p:spPr>
        <p:txBody>
          <a:bodyPr/>
          <a:lstStyle/>
          <a:p>
            <a:pPr>
              <a:buNone/>
              <a:defRPr/>
            </a:pPr>
            <a:endParaRPr/>
          </a:p>
        </p:txBody>
      </p:sp>
      <p:sp>
        <p:nvSpPr>
          <p:cNvPr id="884114" name="Straight Connector 1000744926"/>
          <p:cNvSpPr>
            <a:spLocks noGrp="1"/>
          </p:cNvSpPr>
          <p:nvPr/>
        </p:nvSpPr>
        <p:spPr bwMode="auto">
          <a:xfrm>
            <a:off x="6715125" y="3095625"/>
            <a:ext cx="666750" cy="1143000"/>
          </a:xfrm>
          <a:prstGeom prst="line">
            <a:avLst/>
          </a:prstGeom>
          <a:noFill/>
          <a:ln w="28575">
            <a:solidFill>
              <a:srgbClr val="CBD5E1"/>
            </a:solidFill>
            <a:prstDash val="solid"/>
          </a:ln>
        </p:spPr>
        <p:txBody>
          <a:bodyPr/>
          <a:lstStyle/>
          <a:p>
            <a:pPr>
              <a:buNone/>
              <a:defRPr/>
            </a:pPr>
            <a:endParaRPr/>
          </a:p>
        </p:txBody>
      </p:sp>
      <p:sp>
        <p:nvSpPr>
          <p:cNvPr id="337515929" name="Straight Connector 781772780"/>
          <p:cNvSpPr>
            <a:spLocks noGrp="1"/>
          </p:cNvSpPr>
          <p:nvPr/>
        </p:nvSpPr>
        <p:spPr bwMode="auto">
          <a:xfrm>
            <a:off x="9525000" y="2333625"/>
            <a:ext cx="333375" cy="762000"/>
          </a:xfrm>
          <a:prstGeom prst="line">
            <a:avLst/>
          </a:prstGeom>
          <a:noFill/>
          <a:ln w="28575">
            <a:solidFill>
              <a:srgbClr val="CBD5E1"/>
            </a:solidFill>
            <a:prstDash val="solid"/>
          </a:ln>
        </p:spPr>
        <p:txBody>
          <a:bodyPr/>
          <a:lstStyle/>
          <a:p>
            <a:pPr>
              <a:buNone/>
              <a:defRPr/>
            </a:pPr>
            <a:endParaRPr/>
          </a:p>
        </p:txBody>
      </p:sp>
      <p:sp>
        <p:nvSpPr>
          <p:cNvPr id="1566375609" name="Rectangle 1007733503"/>
          <p:cNvSpPr>
            <a:spLocks noGrp="1"/>
          </p:cNvSpPr>
          <p:nvPr/>
        </p:nvSpPr>
        <p:spPr bwMode="auto">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endParaRPr/>
          </a:p>
        </p:txBody>
      </p:sp>
      <p:sp>
        <p:nvSpPr>
          <p:cNvPr id="909833851" name="Rectangle 1520419495"/>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43546830" name="Rectangle 186034946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endParaRPr/>
          </a:p>
        </p:txBody>
      </p:sp>
      <p:sp>
        <p:nvSpPr>
          <p:cNvPr id="1236474719" name="Rectangle 137985328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endParaRPr/>
          </a:p>
        </p:txBody>
      </p:sp>
      <p:sp>
        <p:nvSpPr>
          <p:cNvPr id="1133027842" name="Rectangle: Rounded Corners 1919655130"/>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580099858" name="Rectangle: Rounded Corners 1257118693"/>
          <p:cNvSpPr>
            <a:spLocks noGrp="1"/>
          </p:cNvSpPr>
          <p:nvPr/>
        </p:nvSpPr>
        <p:spPr bwMode="auto">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endParaRPr/>
          </a:p>
        </p:txBody>
      </p:sp>
      <p:sp>
        <p:nvSpPr>
          <p:cNvPr id="2126389341" name="Rectangle: Rounded Corners 139886069"/>
          <p:cNvSpPr>
            <a:spLocks noGrp="1"/>
          </p:cNvSpPr>
          <p:nvPr/>
        </p:nvSpPr>
        <p:spPr bwMode="auto">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endParaRPr/>
          </a:p>
        </p:txBody>
      </p:sp>
      <p:sp>
        <p:nvSpPr>
          <p:cNvPr id="1068094302" name="Rectangle: Rounded Corners 1995249494"/>
          <p:cNvSpPr>
            <a:spLocks noGrp="1"/>
          </p:cNvSpPr>
          <p:nvPr/>
        </p:nvSpPr>
        <p:spPr bwMode="auto">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endParaRPr/>
          </a:p>
        </p:txBody>
      </p:sp>
      <p:sp>
        <p:nvSpPr>
          <p:cNvPr id="1329128576" name="Rectangle: Rounded Corners 486029296"/>
          <p:cNvSpPr>
            <a:spLocks noGrp="1"/>
          </p:cNvSpPr>
          <p:nvPr/>
        </p:nvSpPr>
        <p:spPr bwMode="auto">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endParaRPr/>
          </a:p>
        </p:txBody>
      </p:sp>
      <p:sp>
        <p:nvSpPr>
          <p:cNvPr id="636398517" name="Rectangle: Rounded Corners 2009773558"/>
          <p:cNvSpPr>
            <a:spLocks noGrp="1"/>
          </p:cNvSpPr>
          <p:nvPr/>
        </p:nvSpPr>
        <p:spPr bwMode="auto">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endParaRPr/>
          </a:p>
        </p:txBody>
      </p:sp>
      <p:sp>
        <p:nvSpPr>
          <p:cNvPr id="1749264152" name="Rectangle: Rounded Corners 607891528"/>
          <p:cNvSpPr>
            <a:spLocks noGrp="1"/>
          </p:cNvSpPr>
          <p:nvPr/>
        </p:nvSpPr>
        <p:spPr bwMode="auto">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endParaRPr/>
          </a:p>
        </p:txBody>
      </p:sp>
      <p:sp>
        <p:nvSpPr>
          <p:cNvPr id="1283547004" name="Rectangle: Rounded Corners 1953501824"/>
          <p:cNvSpPr>
            <a:spLocks noGrp="1"/>
          </p:cNvSpPr>
          <p:nvPr/>
        </p:nvSpPr>
        <p:spPr bwMode="auto">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endParaRPr/>
          </a:p>
        </p:txBody>
      </p:sp>
      <p:sp>
        <p:nvSpPr>
          <p:cNvPr id="1630906586" name="Arrow: Right 237891345"/>
          <p:cNvSpPr>
            <a:spLocks noGrp="1"/>
          </p:cNvSpPr>
          <p:nvPr/>
        </p:nvSpPr>
        <p:spPr bwMode="auto">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1548842959" name="Rectangle 567787381"/>
          <p:cNvSpPr>
            <a:spLocks noGrp="1"/>
          </p:cNvSpPr>
          <p:nvPr/>
        </p:nvSpPr>
        <p:spPr bwMode="auto">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endParaRPr/>
          </a:p>
        </p:txBody>
      </p:sp>
      <p:sp>
        <p:nvSpPr>
          <p:cNvPr id="288330155" name="Rectangle 1811573039"/>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62926179" name="Rectangle 698847192"/>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endParaRPr/>
          </a:p>
        </p:txBody>
      </p:sp>
      <p:sp>
        <p:nvSpPr>
          <p:cNvPr id="823508019" name="Rectangle 892173066"/>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endParaRPr/>
          </a:p>
        </p:txBody>
      </p:sp>
      <p:sp>
        <p:nvSpPr>
          <p:cNvPr id="106363610" name="Rectangle: Rounded Corners 634225882"/>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006103416" name="Rectangle: Rounded Corners 2010502302"/>
          <p:cNvSpPr>
            <a:spLocks noGrp="1"/>
          </p:cNvSpPr>
          <p:nvPr/>
        </p:nvSpPr>
        <p:spPr bwMode="auto">
          <a:xfrm>
            <a:off x="3429000" y="22860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376601253" name="Rectangle: Rounded Corners 1366762973"/>
          <p:cNvSpPr>
            <a:spLocks noGrp="1"/>
          </p:cNvSpPr>
          <p:nvPr/>
        </p:nvSpPr>
        <p:spPr bwMode="auto">
          <a:xfrm>
            <a:off x="3867150" y="22860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118867272" name="Rectangle: Rounded Corners 1460632181"/>
          <p:cNvSpPr>
            <a:spLocks noGrp="1"/>
          </p:cNvSpPr>
          <p:nvPr/>
        </p:nvSpPr>
        <p:spPr bwMode="auto">
          <a:xfrm>
            <a:off x="4305300" y="22860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629278483" name="Rectangle: Rounded Corners 1175856486"/>
          <p:cNvSpPr>
            <a:spLocks noGrp="1"/>
          </p:cNvSpPr>
          <p:nvPr/>
        </p:nvSpPr>
        <p:spPr bwMode="auto">
          <a:xfrm>
            <a:off x="4743450" y="22860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212460875" name="Rectangle: Rounded Corners 2061757066"/>
          <p:cNvSpPr>
            <a:spLocks noGrp="1"/>
          </p:cNvSpPr>
          <p:nvPr/>
        </p:nvSpPr>
        <p:spPr bwMode="auto">
          <a:xfrm>
            <a:off x="5181600" y="22860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64536117" name="Rectangle: Rounded Corners 1169118889"/>
          <p:cNvSpPr>
            <a:spLocks noGrp="1"/>
          </p:cNvSpPr>
          <p:nvPr/>
        </p:nvSpPr>
        <p:spPr bwMode="auto">
          <a:xfrm>
            <a:off x="5619750" y="22860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490050362" name="Rectangle: Rounded Corners 238188300"/>
          <p:cNvSpPr>
            <a:spLocks noGrp="1"/>
          </p:cNvSpPr>
          <p:nvPr/>
        </p:nvSpPr>
        <p:spPr bwMode="auto">
          <a:xfrm>
            <a:off x="3429000" y="27241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689336488" name="Rectangle: Rounded Corners 2049301056"/>
          <p:cNvSpPr>
            <a:spLocks noGrp="1"/>
          </p:cNvSpPr>
          <p:nvPr/>
        </p:nvSpPr>
        <p:spPr bwMode="auto">
          <a:xfrm>
            <a:off x="3867150" y="27241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589633349" name="Rectangle: Rounded Corners 1282082344"/>
          <p:cNvSpPr>
            <a:spLocks noGrp="1"/>
          </p:cNvSpPr>
          <p:nvPr/>
        </p:nvSpPr>
        <p:spPr bwMode="auto">
          <a:xfrm>
            <a:off x="4305300" y="27241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353764304" name="Rectangle: Rounded Corners 1172922271"/>
          <p:cNvSpPr>
            <a:spLocks noGrp="1"/>
          </p:cNvSpPr>
          <p:nvPr/>
        </p:nvSpPr>
        <p:spPr bwMode="auto">
          <a:xfrm>
            <a:off x="4743450" y="27241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664606209" name="Rectangle: Rounded Corners 603029256"/>
          <p:cNvSpPr>
            <a:spLocks noGrp="1"/>
          </p:cNvSpPr>
          <p:nvPr/>
        </p:nvSpPr>
        <p:spPr bwMode="auto">
          <a:xfrm>
            <a:off x="5181600" y="27241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122387783" name="Rectangle: Rounded Corners 1879817439"/>
          <p:cNvSpPr>
            <a:spLocks noGrp="1"/>
          </p:cNvSpPr>
          <p:nvPr/>
        </p:nvSpPr>
        <p:spPr bwMode="auto">
          <a:xfrm>
            <a:off x="5619750" y="27241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914485165" name="Rectangle: Rounded Corners 875542064"/>
          <p:cNvSpPr>
            <a:spLocks noGrp="1"/>
          </p:cNvSpPr>
          <p:nvPr/>
        </p:nvSpPr>
        <p:spPr bwMode="auto">
          <a:xfrm>
            <a:off x="3429000" y="31623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886953488" name="Rectangle: Rounded Corners 51908471"/>
          <p:cNvSpPr>
            <a:spLocks noGrp="1"/>
          </p:cNvSpPr>
          <p:nvPr/>
        </p:nvSpPr>
        <p:spPr bwMode="auto">
          <a:xfrm>
            <a:off x="3867150" y="31623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526056704" name="Rectangle: Rounded Corners 1689509712"/>
          <p:cNvSpPr>
            <a:spLocks noGrp="1"/>
          </p:cNvSpPr>
          <p:nvPr/>
        </p:nvSpPr>
        <p:spPr bwMode="auto">
          <a:xfrm>
            <a:off x="4305300" y="31623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050662986" name="Rectangle: Rounded Corners 791720529"/>
          <p:cNvSpPr>
            <a:spLocks noGrp="1"/>
          </p:cNvSpPr>
          <p:nvPr/>
        </p:nvSpPr>
        <p:spPr bwMode="auto">
          <a:xfrm>
            <a:off x="4743450" y="31623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985090643" name="Rectangle: Rounded Corners 105367441"/>
          <p:cNvSpPr>
            <a:spLocks noGrp="1"/>
          </p:cNvSpPr>
          <p:nvPr/>
        </p:nvSpPr>
        <p:spPr bwMode="auto">
          <a:xfrm>
            <a:off x="5181600" y="31623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576176285" name="Rectangle: Rounded Corners 1563215529"/>
          <p:cNvSpPr>
            <a:spLocks noGrp="1"/>
          </p:cNvSpPr>
          <p:nvPr/>
        </p:nvSpPr>
        <p:spPr bwMode="auto">
          <a:xfrm>
            <a:off x="5619750" y="31623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2144128583" name="Rectangle: Rounded Corners 315081294"/>
          <p:cNvSpPr>
            <a:spLocks noGrp="1"/>
          </p:cNvSpPr>
          <p:nvPr/>
        </p:nvSpPr>
        <p:spPr bwMode="auto">
          <a:xfrm>
            <a:off x="3429000" y="36004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454928704" name="Rectangle: Rounded Corners 248452190"/>
          <p:cNvSpPr>
            <a:spLocks noGrp="1"/>
          </p:cNvSpPr>
          <p:nvPr/>
        </p:nvSpPr>
        <p:spPr bwMode="auto">
          <a:xfrm>
            <a:off x="3867150" y="36004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92431125" name="Rectangle: Rounded Corners 1671279799"/>
          <p:cNvSpPr>
            <a:spLocks noGrp="1"/>
          </p:cNvSpPr>
          <p:nvPr/>
        </p:nvSpPr>
        <p:spPr bwMode="auto">
          <a:xfrm>
            <a:off x="4305300" y="36004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942113551" name="Rectangle: Rounded Corners 1239843558"/>
          <p:cNvSpPr>
            <a:spLocks noGrp="1"/>
          </p:cNvSpPr>
          <p:nvPr/>
        </p:nvSpPr>
        <p:spPr bwMode="auto">
          <a:xfrm>
            <a:off x="4743450" y="36004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2024642752" name="Rectangle: Rounded Corners 1474960510"/>
          <p:cNvSpPr>
            <a:spLocks noGrp="1"/>
          </p:cNvSpPr>
          <p:nvPr/>
        </p:nvSpPr>
        <p:spPr bwMode="auto">
          <a:xfrm>
            <a:off x="5181600" y="36004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982965626" name="Rectangle: Rounded Corners 1705162463"/>
          <p:cNvSpPr>
            <a:spLocks noGrp="1"/>
          </p:cNvSpPr>
          <p:nvPr/>
        </p:nvSpPr>
        <p:spPr bwMode="auto">
          <a:xfrm>
            <a:off x="5619750" y="360045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63446132" name="Rectangle: Rounded Corners 7576924"/>
          <p:cNvSpPr>
            <a:spLocks noGrp="1"/>
          </p:cNvSpPr>
          <p:nvPr/>
        </p:nvSpPr>
        <p:spPr bwMode="auto">
          <a:xfrm>
            <a:off x="3429000" y="40386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632202397" name="Rectangle: Rounded Corners 426996610"/>
          <p:cNvSpPr>
            <a:spLocks noGrp="1"/>
          </p:cNvSpPr>
          <p:nvPr/>
        </p:nvSpPr>
        <p:spPr bwMode="auto">
          <a:xfrm>
            <a:off x="3867150" y="40386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2097474516" name="Rectangle: Rounded Corners 4937970"/>
          <p:cNvSpPr>
            <a:spLocks noGrp="1"/>
          </p:cNvSpPr>
          <p:nvPr/>
        </p:nvSpPr>
        <p:spPr bwMode="auto">
          <a:xfrm>
            <a:off x="4305300" y="40386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17603859" name="Rectangle: Rounded Corners 318411884"/>
          <p:cNvSpPr>
            <a:spLocks noGrp="1"/>
          </p:cNvSpPr>
          <p:nvPr/>
        </p:nvSpPr>
        <p:spPr bwMode="auto">
          <a:xfrm>
            <a:off x="4743450" y="40386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406080258" name="Rectangle: Rounded Corners 615608590"/>
          <p:cNvSpPr>
            <a:spLocks noGrp="1"/>
          </p:cNvSpPr>
          <p:nvPr/>
        </p:nvSpPr>
        <p:spPr bwMode="auto">
          <a:xfrm>
            <a:off x="5181600" y="403860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749155345" name="Rectangle: Rounded Corners 1731456271"/>
          <p:cNvSpPr>
            <a:spLocks noGrp="1"/>
          </p:cNvSpPr>
          <p:nvPr/>
        </p:nvSpPr>
        <p:spPr bwMode="auto">
          <a:xfrm>
            <a:off x="5619750" y="4038600"/>
            <a:ext cx="400050" cy="400050"/>
          </a:xfrm>
          <a:prstGeom prst="roundRect">
            <a:avLst>
              <a:gd name="adj" fmla="val 4762"/>
            </a:avLst>
          </a:prstGeom>
          <a:solidFill>
            <a:srgbClr val="FEE2E2"/>
          </a:solidFill>
          <a:ln w="14288">
            <a:solidFill>
              <a:srgbClr val="FFFFFF"/>
            </a:solidFill>
            <a:prstDash val="solid"/>
          </a:ln>
        </p:spPr>
        <p:txBody>
          <a:bodyPr/>
          <a:lstStyle/>
          <a:p>
            <a:pPr>
              <a:buNone/>
              <a:defRPr/>
            </a:pPr>
            <a:endParaRPr/>
          </a:p>
        </p:txBody>
      </p:sp>
      <p:sp>
        <p:nvSpPr>
          <p:cNvPr id="1188587947" name="Rectangle: Rounded Corners 484935539"/>
          <p:cNvSpPr>
            <a:spLocks noGrp="1"/>
          </p:cNvSpPr>
          <p:nvPr/>
        </p:nvSpPr>
        <p:spPr bwMode="auto">
          <a:xfrm>
            <a:off x="342900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235697545" name="Rectangle: Rounded Corners 1134420310"/>
          <p:cNvSpPr>
            <a:spLocks noGrp="1"/>
          </p:cNvSpPr>
          <p:nvPr/>
        </p:nvSpPr>
        <p:spPr bwMode="auto">
          <a:xfrm>
            <a:off x="386715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226550964" name="Rectangle: Rounded Corners 1355285829"/>
          <p:cNvSpPr>
            <a:spLocks noGrp="1"/>
          </p:cNvSpPr>
          <p:nvPr/>
        </p:nvSpPr>
        <p:spPr bwMode="auto">
          <a:xfrm>
            <a:off x="430530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584760615" name="Rectangle: Rounded Corners 1945716100"/>
          <p:cNvSpPr>
            <a:spLocks noGrp="1"/>
          </p:cNvSpPr>
          <p:nvPr/>
        </p:nvSpPr>
        <p:spPr bwMode="auto">
          <a:xfrm>
            <a:off x="474345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110298852" name="Rectangle: Rounded Corners 903673204"/>
          <p:cNvSpPr>
            <a:spLocks noGrp="1"/>
          </p:cNvSpPr>
          <p:nvPr/>
        </p:nvSpPr>
        <p:spPr bwMode="auto">
          <a:xfrm>
            <a:off x="518160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902400656" name="Rectangle: Rounded Corners 41920753"/>
          <p:cNvSpPr>
            <a:spLocks noGrp="1"/>
          </p:cNvSpPr>
          <p:nvPr/>
        </p:nvSpPr>
        <p:spPr bwMode="auto">
          <a:xfrm>
            <a:off x="5619750" y="4476750"/>
            <a:ext cx="400050" cy="400050"/>
          </a:xfrm>
          <a:prstGeom prst="roundRect">
            <a:avLst>
              <a:gd name="adj" fmla="val 4762"/>
            </a:avLst>
          </a:prstGeom>
          <a:solidFill>
            <a:srgbClr val="E0F2FE"/>
          </a:solidFill>
          <a:ln w="14288">
            <a:solidFill>
              <a:srgbClr val="FFFFFF"/>
            </a:solidFill>
            <a:prstDash val="solid"/>
          </a:ln>
        </p:spPr>
        <p:txBody>
          <a:bodyPr/>
          <a:lstStyle/>
          <a:p>
            <a:pPr>
              <a:buNone/>
              <a:defRPr/>
            </a:pPr>
            <a:endParaRPr/>
          </a:p>
        </p:txBody>
      </p:sp>
      <p:sp>
        <p:nvSpPr>
          <p:cNvPr id="11295751" name="Rectangle 1090731607"/>
          <p:cNvSpPr>
            <a:spLocks noGrp="1"/>
          </p:cNvSpPr>
          <p:nvPr/>
        </p:nvSpPr>
        <p:spPr bwMode="auto">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endParaRPr/>
          </a:p>
        </p:txBody>
      </p:sp>
      <p:sp>
        <p:nvSpPr>
          <p:cNvPr id="39316195" name="Rectangle 1864567656"/>
          <p:cNvSpPr>
            <a:spLocks noGrp="1"/>
          </p:cNvSpPr>
          <p:nvPr/>
        </p:nvSpPr>
        <p:spPr bwMode="auto">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endParaRPr/>
          </a:p>
        </p:txBody>
      </p:sp>
      <p:sp>
        <p:nvSpPr>
          <p:cNvPr id="1368533476" name="Rectangle 353583897"/>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61577658" name="Rectangle 352308475"/>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endParaRPr/>
          </a:p>
        </p:txBody>
      </p:sp>
      <p:sp>
        <p:nvSpPr>
          <p:cNvPr id="1969013361" name="Rectangle 890164865"/>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endParaRPr/>
          </a:p>
        </p:txBody>
      </p:sp>
      <p:sp>
        <p:nvSpPr>
          <p:cNvPr id="339447923" name="Rectangle: Rounded Corners 1302761572"/>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525616796" name="Rectangle: Rounded Corners 2031370086"/>
          <p:cNvSpPr>
            <a:spLocks noGrp="1"/>
          </p:cNvSpPr>
          <p:nvPr/>
        </p:nvSpPr>
        <p:spPr bwMode="auto">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endParaRPr/>
          </a:p>
          <a:p>
            <a:pPr algn="ctr">
              <a:buNone/>
              <a:defRPr sz="2250" b="1">
                <a:solidFill>
                  <a:srgbClr val="0B0F19"/>
                </a:solidFill>
              </a:defRPr>
            </a:pPr>
            <a:r>
              <a:rPr sz="2250" b="1">
                <a:solidFill>
                  <a:srgbClr val="0B0F19"/>
                </a:solidFill>
              </a:rPr>
              <a:t>step by step</a:t>
            </a:r>
            <a:endParaRPr/>
          </a:p>
        </p:txBody>
      </p:sp>
      <p:sp>
        <p:nvSpPr>
          <p:cNvPr id="112924798" name="Rectangle 1726456331"/>
          <p:cNvSpPr>
            <a:spLocks noGrp="1"/>
          </p:cNvSpPr>
          <p:nvPr/>
        </p:nvSpPr>
        <p:spPr bwMode="auto">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endParaRPr/>
          </a:p>
        </p:txBody>
      </p:sp>
      <p:sp>
        <p:nvSpPr>
          <p:cNvPr id="2045098216" name="Rectangle: Rounded Corners 412394112"/>
          <p:cNvSpPr>
            <a:spLocks noGrp="1"/>
          </p:cNvSpPr>
          <p:nvPr/>
        </p:nvSpPr>
        <p:spPr bwMode="auto">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endParaRPr/>
          </a:p>
          <a:p>
            <a:pPr algn="ctr">
              <a:buNone/>
              <a:defRPr sz="2250" b="1">
                <a:solidFill>
                  <a:srgbClr val="0B0F19"/>
                </a:solidFill>
              </a:defRPr>
            </a:pPr>
            <a:r>
              <a:rPr sz="2250" b="1">
                <a:solidFill>
                  <a:srgbClr val="0B0F19"/>
                </a:solidFill>
              </a:rPr>
              <a:t>direct comparison</a:t>
            </a:r>
            <a:endParaRPr/>
          </a:p>
        </p:txBody>
      </p:sp>
      <p:sp>
        <p:nvSpPr>
          <p:cNvPr id="1002339513" name="Rectangle 225213445"/>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56116331"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endParaRPr/>
          </a:p>
        </p:txBody>
      </p:sp>
      <p:sp>
        <p:nvSpPr>
          <p:cNvPr id="256452877" name="Rectangle 251777344"/>
          <p:cNvSpPr>
            <a:spLocks noGrp="1"/>
          </p:cNvSpPr>
          <p:nvPr/>
        </p:nvSpPr>
        <p:spPr bwMode="auto">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endParaRPr/>
          </a:p>
        </p:txBody>
      </p:sp>
      <p:sp>
        <p:nvSpPr>
          <p:cNvPr id="1606892938" name="Rectangle: Rounded Corners 145639234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440067453" name="Rectangle: Rounded Corners 1987074982"/>
          <p:cNvSpPr>
            <a:spLocks noGrp="1"/>
          </p:cNvSpPr>
          <p:nvPr/>
        </p:nvSpPr>
        <p:spPr bwMode="auto">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pPr>
              <a:buNone/>
              <a:defRPr/>
            </a:pPr>
            <a:endParaRPr/>
          </a:p>
        </p:txBody>
      </p:sp>
      <p:sp>
        <p:nvSpPr>
          <p:cNvPr id="1489227592" name="Rectangle 1286956634"/>
          <p:cNvSpPr>
            <a:spLocks noGrp="1"/>
          </p:cNvSpPr>
          <p:nvPr/>
        </p:nvSpPr>
        <p:spPr bwMode="auto">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endParaRPr/>
          </a:p>
        </p:txBody>
      </p:sp>
      <p:sp>
        <p:nvSpPr>
          <p:cNvPr id="709051719" name="Rectangle 399762638"/>
          <p:cNvSpPr>
            <a:spLocks noGrp="1"/>
          </p:cNvSpPr>
          <p:nvPr/>
        </p:nvSpPr>
        <p:spPr bwMode="auto">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endParaRPr/>
          </a:p>
          <a:p>
            <a:pPr algn="l">
              <a:buNone/>
              <a:defRPr sz="1500" b="0">
                <a:solidFill>
                  <a:srgbClr val="667085"/>
                </a:solidFill>
              </a:defRPr>
            </a:pPr>
            <a:r>
              <a:rPr sz="1500" b="0">
                <a:solidFill>
                  <a:srgbClr val="667085"/>
                </a:solidFill>
              </a:rPr>
              <a:t>feed-forward network</a:t>
            </a:r>
            <a:endParaRPr/>
          </a:p>
          <a:p>
            <a:pPr algn="l">
              <a:buNone/>
              <a:defRPr sz="1500" b="0">
                <a:solidFill>
                  <a:srgbClr val="667085"/>
                </a:solidFill>
              </a:defRPr>
            </a:pPr>
            <a:r>
              <a:rPr sz="1500" b="0">
                <a:solidFill>
                  <a:srgbClr val="667085"/>
                </a:solidFill>
              </a:rPr>
              <a:t>residual + LayerNorm</a:t>
            </a:r>
            <a:endParaRPr/>
          </a:p>
        </p:txBody>
      </p:sp>
      <p:sp>
        <p:nvSpPr>
          <p:cNvPr id="142204916" name="Rectangle 1233632033"/>
          <p:cNvSpPr>
            <a:spLocks noGrp="1"/>
          </p:cNvSpPr>
          <p:nvPr/>
        </p:nvSpPr>
        <p:spPr bwMode="auto">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endParaRPr/>
          </a:p>
        </p:txBody>
      </p:sp>
      <p:sp>
        <p:nvSpPr>
          <p:cNvPr id="908518253" name="Rectangle 987778106"/>
          <p:cNvSpPr>
            <a:spLocks noGrp="1"/>
          </p:cNvSpPr>
          <p:nvPr/>
        </p:nvSpPr>
        <p:spPr bwMode="auto">
          <a:xfrm>
            <a:off x="8096250" y="4495800"/>
            <a:ext cx="2857500" cy="685800"/>
          </a:xfrm>
          <a:prstGeom prst="rect">
            <a:avLst/>
          </a:prstGeom>
          <a:noFill/>
          <a:ln w="0">
            <a:noFill/>
            <a:prstDash val="solid"/>
          </a:ln>
        </p:spPr>
        <p:txBody>
          <a:bodyPr anchor="t"/>
          <a:lstStyle/>
          <a:p>
            <a:pPr algn="l">
              <a:buNone/>
              <a:defRPr sz="1450" b="0">
                <a:solidFill>
                  <a:srgbClr val="667085"/>
                </a:solidFill>
              </a:defRPr>
            </a:pPr>
            <a:r>
              <a:rPr sz="1450" b="0">
                <a:solidFill>
                  <a:srgbClr val="667085"/>
                </a:solidFill>
              </a:rPr>
              <a:t>Linear + Softmax turns the final state into a token distribution.</a:t>
            </a:r>
            <a:endParaRPr/>
          </a:p>
        </p:txBody>
      </p:sp>
      <p:sp>
        <p:nvSpPr>
          <p:cNvPr id="989272077"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55</a:t>
            </a:r>
            <a:endParaRPr/>
          </a:p>
        </p:txBody>
      </p:sp>
      <p:pic>
        <p:nvPicPr>
          <p:cNvPr id="965498010" name="Picture 1987074993"/>
          <p:cNvPicPr>
            <a:picLocks noChangeAspect="1"/>
          </p:cNvPicPr>
          <p:nvPr/>
        </p:nvPicPr>
        <p:blipFill rotWithShape="1">
          <a:blip r:embed="rId3"/>
          <a:stretch/>
        </p:blipFill>
        <p:spPr bwMode="auto">
          <a:xfrm>
            <a:off x="2417331" y="1524000"/>
            <a:ext cx="3737838" cy="44958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15405063" name="Rectangle 154845679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endParaRPr/>
          </a:p>
        </p:txBody>
      </p:sp>
      <p:sp>
        <p:nvSpPr>
          <p:cNvPr id="1297747462" name="Rectangle 1277068294"/>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endParaRPr/>
          </a:p>
        </p:txBody>
      </p:sp>
      <p:sp>
        <p:nvSpPr>
          <p:cNvPr id="49351347" name="Rectangle: Rounded Corners 70067784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213732247" name="Rectangle: Rounded Corners 614717420"/>
          <p:cNvSpPr>
            <a:spLocks noGrp="1"/>
          </p:cNvSpPr>
          <p:nvPr/>
        </p:nvSpPr>
        <p:spPr bwMode="auto">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endParaRPr/>
          </a:p>
        </p:txBody>
      </p:sp>
      <p:sp>
        <p:nvSpPr>
          <p:cNvPr id="1208667448" name="Rectangle: Rounded Corners 1854427874"/>
          <p:cNvSpPr>
            <a:spLocks noGrp="1"/>
          </p:cNvSpPr>
          <p:nvPr/>
        </p:nvSpPr>
        <p:spPr bwMode="auto">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endParaRPr/>
          </a:p>
        </p:txBody>
      </p:sp>
      <p:sp>
        <p:nvSpPr>
          <p:cNvPr id="1785225229" name="Rectangle: Rounded Corners 1506494527"/>
          <p:cNvSpPr>
            <a:spLocks noGrp="1"/>
          </p:cNvSpPr>
          <p:nvPr/>
        </p:nvSpPr>
        <p:spPr bwMode="auto">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endParaRPr/>
          </a:p>
        </p:txBody>
      </p:sp>
      <p:sp>
        <p:nvSpPr>
          <p:cNvPr id="9267478" name="Rectangle: Rounded Corners 310583424"/>
          <p:cNvSpPr>
            <a:spLocks noGrp="1"/>
          </p:cNvSpPr>
          <p:nvPr/>
        </p:nvSpPr>
        <p:spPr bwMode="auto">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endParaRPr/>
          </a:p>
        </p:txBody>
      </p:sp>
      <p:sp>
        <p:nvSpPr>
          <p:cNvPr id="1492858832" name="Rectangle: Rounded Corners 701546865"/>
          <p:cNvSpPr>
            <a:spLocks noGrp="1"/>
          </p:cNvSpPr>
          <p:nvPr/>
        </p:nvSpPr>
        <p:spPr bwMode="auto">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endParaRPr/>
          </a:p>
        </p:txBody>
      </p:sp>
      <p:sp>
        <p:nvSpPr>
          <p:cNvPr id="246900235" name="Arrow: Right 622048333"/>
          <p:cNvSpPr>
            <a:spLocks noGrp="1"/>
          </p:cNvSpPr>
          <p:nvPr/>
        </p:nvSpPr>
        <p:spPr bwMode="auto">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918093064" name="Arrow: Right 476163819"/>
          <p:cNvSpPr>
            <a:spLocks noGrp="1"/>
          </p:cNvSpPr>
          <p:nvPr/>
        </p:nvSpPr>
        <p:spPr bwMode="auto">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842465708" name="Rectangle: Rounded Corners 1396234520"/>
          <p:cNvSpPr>
            <a:spLocks noGrp="1"/>
          </p:cNvSpPr>
          <p:nvPr/>
        </p:nvSpPr>
        <p:spPr bwMode="auto">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endParaRPr/>
          </a:p>
        </p:txBody>
      </p:sp>
      <p:sp>
        <p:nvSpPr>
          <p:cNvPr id="829860588" name="Rectangle 192188968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83324288" name="Rectangle 771382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endParaRPr/>
          </a:p>
        </p:txBody>
      </p:sp>
      <p:sp>
        <p:nvSpPr>
          <p:cNvPr id="1559300754" name="Rectangle 1381388514"/>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endParaRPr/>
          </a:p>
        </p:txBody>
      </p:sp>
      <p:sp>
        <p:nvSpPr>
          <p:cNvPr id="1934191494" name="Rectangle: Rounded Corners 661849784"/>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442460884" name="Rectangle: Rounded Corners 1954931325"/>
          <p:cNvSpPr>
            <a:spLocks noGrp="1"/>
          </p:cNvSpPr>
          <p:nvPr/>
        </p:nvSpPr>
        <p:spPr bwMode="auto">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endParaRPr/>
          </a:p>
        </p:txBody>
      </p:sp>
      <p:sp>
        <p:nvSpPr>
          <p:cNvPr id="341788589" name="Rectangle: Rounded Corners 1479007971"/>
          <p:cNvSpPr>
            <a:spLocks noGrp="1"/>
          </p:cNvSpPr>
          <p:nvPr/>
        </p:nvSpPr>
        <p:spPr bwMode="auto">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endParaRPr/>
          </a:p>
        </p:txBody>
      </p:sp>
      <p:sp>
        <p:nvSpPr>
          <p:cNvPr id="747139244" name="Rectangle: Rounded Corners 337911440"/>
          <p:cNvSpPr>
            <a:spLocks noGrp="1"/>
          </p:cNvSpPr>
          <p:nvPr/>
        </p:nvSpPr>
        <p:spPr bwMode="auto">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endParaRPr/>
          </a:p>
        </p:txBody>
      </p:sp>
      <p:sp>
        <p:nvSpPr>
          <p:cNvPr id="1608358326" name="Rectangle: Rounded Corners 812565267"/>
          <p:cNvSpPr>
            <a:spLocks noGrp="1"/>
          </p:cNvSpPr>
          <p:nvPr/>
        </p:nvSpPr>
        <p:spPr bwMode="auto">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endParaRPr/>
          </a:p>
        </p:txBody>
      </p:sp>
      <p:sp>
        <p:nvSpPr>
          <p:cNvPr id="1100905768" name="Rectangle: Rounded Corners 210839016"/>
          <p:cNvSpPr>
            <a:spLocks noGrp="1"/>
          </p:cNvSpPr>
          <p:nvPr/>
        </p:nvSpPr>
        <p:spPr bwMode="auto">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endParaRPr/>
          </a:p>
        </p:txBody>
      </p:sp>
      <p:sp>
        <p:nvSpPr>
          <p:cNvPr id="205427796" name="Arrow: Right 923890290"/>
          <p:cNvSpPr>
            <a:spLocks noGrp="1"/>
          </p:cNvSpPr>
          <p:nvPr/>
        </p:nvSpPr>
        <p:spPr bwMode="auto">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1860512912" name="Rectangle: Rounded Corners 549922296"/>
          <p:cNvSpPr>
            <a:spLocks noGrp="1"/>
          </p:cNvSpPr>
          <p:nvPr/>
        </p:nvSpPr>
        <p:spPr bwMode="auto">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endParaRPr/>
          </a:p>
        </p:txBody>
      </p:sp>
      <p:sp>
        <p:nvSpPr>
          <p:cNvPr id="1715645203" name="Rectangle 313069816"/>
          <p:cNvSpPr>
            <a:spLocks noGrp="1"/>
          </p:cNvSpPr>
          <p:nvPr/>
        </p:nvSpPr>
        <p:spPr bwMode="auto">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endParaRPr/>
          </a:p>
        </p:txBody>
      </p:sp>
      <p:sp>
        <p:nvSpPr>
          <p:cNvPr id="1765258762" name="Rectangle 18118057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15145671" name="Rectangle 106407163"/>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endParaRPr/>
          </a:p>
        </p:txBody>
      </p:sp>
      <p:sp>
        <p:nvSpPr>
          <p:cNvPr id="1922235276" name="Rectangle 44013536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endParaRPr/>
          </a:p>
        </p:txBody>
      </p:sp>
      <p:sp>
        <p:nvSpPr>
          <p:cNvPr id="368794908" name="Rectangle: Rounded Corners 98913824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647509917" name="Rectangle: Rounded Corners 1616044445"/>
          <p:cNvSpPr>
            <a:spLocks noGrp="1"/>
          </p:cNvSpPr>
          <p:nvPr/>
        </p:nvSpPr>
        <p:spPr bwMode="auto">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endParaRPr/>
          </a:p>
        </p:txBody>
      </p:sp>
      <p:sp>
        <p:nvSpPr>
          <p:cNvPr id="496815800" name="Arrow: Right 594282241"/>
          <p:cNvSpPr>
            <a:spLocks noGrp="1"/>
          </p:cNvSpPr>
          <p:nvPr/>
        </p:nvSpPr>
        <p:spPr bwMode="auto">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endParaRPr/>
          </a:p>
        </p:txBody>
      </p:sp>
      <p:sp>
        <p:nvSpPr>
          <p:cNvPr id="605063570" name="Rectangle: Rounded Corners 733975538"/>
          <p:cNvSpPr>
            <a:spLocks noGrp="1"/>
          </p:cNvSpPr>
          <p:nvPr/>
        </p:nvSpPr>
        <p:spPr bwMode="auto">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endParaRPr/>
          </a:p>
        </p:txBody>
      </p:sp>
      <p:sp>
        <p:nvSpPr>
          <p:cNvPr id="620875955" name="Arrow: Right 826463740"/>
          <p:cNvSpPr>
            <a:spLocks noGrp="1"/>
          </p:cNvSpPr>
          <p:nvPr/>
        </p:nvSpPr>
        <p:spPr bwMode="auto">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endParaRPr/>
          </a:p>
        </p:txBody>
      </p:sp>
      <p:sp>
        <p:nvSpPr>
          <p:cNvPr id="926060402" name="Rectangle: Rounded Corners 1611946980"/>
          <p:cNvSpPr>
            <a:spLocks noGrp="1"/>
          </p:cNvSpPr>
          <p:nvPr/>
        </p:nvSpPr>
        <p:spPr bwMode="auto">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endParaRPr/>
          </a:p>
        </p:txBody>
      </p:sp>
      <p:sp>
        <p:nvSpPr>
          <p:cNvPr id="833139582" name="Arrow: Right 1141760594"/>
          <p:cNvSpPr>
            <a:spLocks noGrp="1"/>
          </p:cNvSpPr>
          <p:nvPr/>
        </p:nvSpPr>
        <p:spPr bwMode="auto">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1759425395" name="Oval 546463300"/>
          <p:cNvSpPr>
            <a:spLocks noGrp="1"/>
          </p:cNvSpPr>
          <p:nvPr/>
        </p:nvSpPr>
        <p:spPr bwMode="auto">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endParaRPr/>
          </a:p>
        </p:txBody>
      </p:sp>
      <p:sp>
        <p:nvSpPr>
          <p:cNvPr id="836894151" name="Rectangle 154779305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46124862" name="Rectangle 106407163"/>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endParaRPr/>
          </a:p>
        </p:txBody>
      </p:sp>
      <p:sp>
        <p:nvSpPr>
          <p:cNvPr id="196038102" name="Rectangle 440135367"/>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endParaRPr/>
          </a:p>
        </p:txBody>
      </p:sp>
      <p:sp>
        <p:nvSpPr>
          <p:cNvPr id="2073883779" name="Rectangle: Rounded Corners 989138248"/>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149846815" name="Rectangle 1547793054"/>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59</a:t>
            </a:r>
            <a:endParaRPr/>
          </a:p>
        </p:txBody>
      </p:sp>
      <p:sp>
        <p:nvSpPr>
          <p:cNvPr id="31948266" name="model-group-label"/>
          <p:cNvSpPr>
            <a:spLocks noGrp="1"/>
          </p:cNvSpPr>
          <p:nvPr/>
        </p:nvSpPr>
        <p:spPr bwMode="auto">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endParaRPr/>
          </a:p>
        </p:txBody>
      </p:sp>
      <p:sp>
        <p:nvSpPr>
          <p:cNvPr id="1997720157" name="config-component"/>
          <p:cNvSpPr>
            <a:spLocks noGrp="1"/>
          </p:cNvSpPr>
          <p:nvPr/>
        </p:nvSpPr>
        <p:spPr bwMode="auto">
          <a:xfrm>
            <a:off x="1028700" y="2305050"/>
            <a:ext cx="2857500" cy="2190750"/>
          </a:xfrm>
          <a:prstGeom prst="roundRect">
            <a:avLst>
              <a:gd name="adj" fmla="val 5217"/>
            </a:avLst>
          </a:prstGeom>
          <a:solidFill>
            <a:srgbClr val="E0F2FE"/>
          </a:solidFill>
          <a:ln w="19050">
            <a:solidFill>
              <a:srgbClr val="2563EB"/>
            </a:solidFill>
            <a:prstDash val="solid"/>
          </a:ln>
        </p:spPr>
        <p:txBody>
          <a:bodyPr/>
          <a:lstStyle/>
          <a:p>
            <a:pPr>
              <a:buNone/>
              <a:defRPr/>
            </a:pPr>
            <a:endParaRPr/>
          </a:p>
        </p:txBody>
      </p:sp>
      <p:sp>
        <p:nvSpPr>
          <p:cNvPr id="1087293762" name="config-label"/>
          <p:cNvSpPr>
            <a:spLocks noGrp="1"/>
          </p:cNvSpPr>
          <p:nvPr/>
        </p:nvSpPr>
        <p:spPr bwMode="auto">
          <a:xfrm>
            <a:off x="1257300" y="2495550"/>
            <a:ext cx="2400300" cy="266700"/>
          </a:xfrm>
          <a:prstGeom prst="rect">
            <a:avLst/>
          </a:prstGeom>
          <a:noFill/>
          <a:ln w="0">
            <a:noFill/>
            <a:prstDash val="solid"/>
          </a:ln>
        </p:spPr>
        <p:txBody>
          <a:bodyPr anchor="ctr"/>
          <a:lstStyle/>
          <a:p>
            <a:pPr algn="ctr">
              <a:buNone/>
              <a:defRPr sz="1150" b="1">
                <a:solidFill>
                  <a:srgbClr val="2563EB"/>
                </a:solidFill>
              </a:defRPr>
            </a:pPr>
            <a:r>
              <a:rPr sz="1150" b="1">
                <a:solidFill>
                  <a:srgbClr val="2563EB"/>
                </a:solidFill>
              </a:rPr>
              <a:t>CONFIG</a:t>
            </a:r>
            <a:endParaRPr/>
          </a:p>
        </p:txBody>
      </p:sp>
      <p:sp>
        <p:nvSpPr>
          <p:cNvPr id="987189608" name="config-title"/>
          <p:cNvSpPr>
            <a:spLocks noGrp="1"/>
          </p:cNvSpPr>
          <p:nvPr/>
        </p:nvSpPr>
        <p:spPr bwMode="auto">
          <a:xfrm>
            <a:off x="1238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Architecture</a:t>
            </a:r>
            <a:endParaRPr/>
          </a:p>
        </p:txBody>
      </p:sp>
      <p:sp>
        <p:nvSpPr>
          <p:cNvPr id="1932530224" name="config-detail"/>
          <p:cNvSpPr>
            <a:spLocks noGrp="1"/>
          </p:cNvSpPr>
          <p:nvPr/>
        </p:nvSpPr>
        <p:spPr bwMode="auto">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endParaRPr/>
          </a:p>
          <a:p>
            <a:pPr algn="ctr">
              <a:buNone/>
              <a:defRPr sz="1350" b="0">
                <a:solidFill>
                  <a:srgbClr val="667085"/>
                </a:solidFill>
              </a:defRPr>
            </a:pPr>
            <a:r>
              <a:rPr sz="1350" b="0">
                <a:solidFill>
                  <a:srgbClr val="667085"/>
                </a:solidFill>
              </a:rPr>
              <a:t>attention heads</a:t>
            </a:r>
            <a:endParaRPr/>
          </a:p>
        </p:txBody>
      </p:sp>
      <p:sp>
        <p:nvSpPr>
          <p:cNvPr id="1694503311" name="model-plus"/>
          <p:cNvSpPr>
            <a:spLocks noGrp="1"/>
          </p:cNvSpPr>
          <p:nvPr/>
        </p:nvSpPr>
        <p:spPr bwMode="auto">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endParaRPr/>
          </a:p>
        </p:txBody>
      </p:sp>
      <p:sp>
        <p:nvSpPr>
          <p:cNvPr id="1083202578" name="checkpoint-component"/>
          <p:cNvSpPr>
            <a:spLocks noGrp="1"/>
          </p:cNvSpPr>
          <p:nvPr/>
        </p:nvSpPr>
        <p:spPr bwMode="auto">
          <a:xfrm>
            <a:off x="4457700" y="2305050"/>
            <a:ext cx="2857500" cy="2190750"/>
          </a:xfrm>
          <a:prstGeom prst="roundRect">
            <a:avLst>
              <a:gd name="adj" fmla="val 5217"/>
            </a:avLst>
          </a:prstGeom>
          <a:solidFill>
            <a:srgbClr val="DCFCE7"/>
          </a:solidFill>
          <a:ln w="19050">
            <a:solidFill>
              <a:srgbClr val="10B981"/>
            </a:solidFill>
            <a:prstDash val="solid"/>
          </a:ln>
        </p:spPr>
        <p:txBody>
          <a:bodyPr/>
          <a:lstStyle/>
          <a:p>
            <a:pPr>
              <a:buNone/>
              <a:defRPr/>
            </a:pPr>
            <a:endParaRPr/>
          </a:p>
        </p:txBody>
      </p:sp>
      <p:sp>
        <p:nvSpPr>
          <p:cNvPr id="1570061777" name="checkpoint-label"/>
          <p:cNvSpPr>
            <a:spLocks noGrp="1"/>
          </p:cNvSpPr>
          <p:nvPr/>
        </p:nvSpPr>
        <p:spPr bwMode="auto">
          <a:xfrm>
            <a:off x="4686300" y="2495550"/>
            <a:ext cx="2400300" cy="266700"/>
          </a:xfrm>
          <a:prstGeom prst="rect">
            <a:avLst/>
          </a:prstGeom>
          <a:noFill/>
          <a:ln w="0">
            <a:noFill/>
            <a:prstDash val="solid"/>
          </a:ln>
        </p:spPr>
        <p:txBody>
          <a:bodyPr anchor="ctr"/>
          <a:lstStyle/>
          <a:p>
            <a:pPr algn="ctr">
              <a:buNone/>
              <a:defRPr sz="1150" b="1">
                <a:solidFill>
                  <a:srgbClr val="10B981"/>
                </a:solidFill>
              </a:defRPr>
            </a:pPr>
            <a:r>
              <a:rPr sz="1150" b="1">
                <a:solidFill>
                  <a:srgbClr val="10B981"/>
                </a:solidFill>
              </a:rPr>
              <a:t>CHECKPOINT</a:t>
            </a:r>
            <a:endParaRPr/>
          </a:p>
        </p:txBody>
      </p:sp>
      <p:sp>
        <p:nvSpPr>
          <p:cNvPr id="1593436093" name="checkpoint-title"/>
          <p:cNvSpPr>
            <a:spLocks noGrp="1"/>
          </p:cNvSpPr>
          <p:nvPr/>
        </p:nvSpPr>
        <p:spPr bwMode="auto">
          <a:xfrm>
            <a:off x="4667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Trained weights</a:t>
            </a:r>
            <a:endParaRPr/>
          </a:p>
        </p:txBody>
      </p:sp>
      <p:sp>
        <p:nvSpPr>
          <p:cNvPr id="896229395" name="checkpoint-detail"/>
          <p:cNvSpPr>
            <a:spLocks noGrp="1"/>
          </p:cNvSpPr>
          <p:nvPr/>
        </p:nvSpPr>
        <p:spPr bwMode="auto">
          <a:xfrm>
            <a:off x="4724399"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endParaRPr/>
          </a:p>
          <a:p>
            <a:pPr algn="ctr">
              <a:buNone/>
              <a:defRPr sz="1350" b="0">
                <a:solidFill>
                  <a:srgbClr val="667085"/>
                </a:solidFill>
              </a:defRPr>
            </a:pPr>
            <a:r>
              <a:rPr sz="1350" b="0">
                <a:solidFill>
                  <a:srgbClr val="667085"/>
                </a:solidFill>
              </a:rPr>
              <a:t>that store patterns</a:t>
            </a:r>
            <a:endParaRPr/>
          </a:p>
        </p:txBody>
      </p:sp>
      <p:sp>
        <p:nvSpPr>
          <p:cNvPr id="828679190" name="tokenizer-plus"/>
          <p:cNvSpPr>
            <a:spLocks noGrp="1"/>
          </p:cNvSpPr>
          <p:nvPr/>
        </p:nvSpPr>
        <p:spPr bwMode="auto">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endParaRPr/>
          </a:p>
        </p:txBody>
      </p:sp>
      <p:sp>
        <p:nvSpPr>
          <p:cNvPr id="2115112126" name="text ↔ ids-component"/>
          <p:cNvSpPr>
            <a:spLocks noGrp="1"/>
          </p:cNvSpPr>
          <p:nvPr/>
        </p:nvSpPr>
        <p:spPr bwMode="auto">
          <a:xfrm>
            <a:off x="7886700" y="2305050"/>
            <a:ext cx="2857500" cy="2190750"/>
          </a:xfrm>
          <a:prstGeom prst="roundRect">
            <a:avLst>
              <a:gd name="adj" fmla="val 5217"/>
            </a:avLst>
          </a:prstGeom>
          <a:solidFill>
            <a:srgbClr val="FEF3C7"/>
          </a:solidFill>
          <a:ln w="19050">
            <a:solidFill>
              <a:srgbClr val="F97316"/>
            </a:solidFill>
            <a:prstDash val="solid"/>
          </a:ln>
        </p:spPr>
        <p:txBody>
          <a:bodyPr/>
          <a:lstStyle/>
          <a:p>
            <a:pPr>
              <a:buNone/>
              <a:defRPr/>
            </a:pPr>
            <a:endParaRPr/>
          </a:p>
        </p:txBody>
      </p:sp>
      <p:sp>
        <p:nvSpPr>
          <p:cNvPr id="1606130687" name="text ↔ ids-label"/>
          <p:cNvSpPr>
            <a:spLocks noGrp="1"/>
          </p:cNvSpPr>
          <p:nvPr/>
        </p:nvSpPr>
        <p:spPr bwMode="auto">
          <a:xfrm>
            <a:off x="8115300" y="2495550"/>
            <a:ext cx="2400300" cy="266700"/>
          </a:xfrm>
          <a:prstGeom prst="rect">
            <a:avLst/>
          </a:prstGeom>
          <a:noFill/>
          <a:ln w="0">
            <a:noFill/>
            <a:prstDash val="solid"/>
          </a:ln>
        </p:spPr>
        <p:txBody>
          <a:bodyPr anchor="ctr"/>
          <a:lstStyle/>
          <a:p>
            <a:pPr algn="ctr">
              <a:buNone/>
              <a:defRPr sz="1150" b="1">
                <a:solidFill>
                  <a:srgbClr val="F97316"/>
                </a:solidFill>
              </a:defRPr>
            </a:pPr>
            <a:r>
              <a:rPr sz="1150" b="1">
                <a:solidFill>
                  <a:srgbClr val="F97316"/>
                </a:solidFill>
              </a:rPr>
              <a:t>TEXT ↔ IDS</a:t>
            </a:r>
            <a:endParaRPr/>
          </a:p>
        </p:txBody>
      </p:sp>
      <p:sp>
        <p:nvSpPr>
          <p:cNvPr id="1476305627" name="text ↔ ids-title"/>
          <p:cNvSpPr>
            <a:spLocks noGrp="1"/>
          </p:cNvSpPr>
          <p:nvPr/>
        </p:nvSpPr>
        <p:spPr bwMode="auto">
          <a:xfrm>
            <a:off x="8096250" y="2914650"/>
            <a:ext cx="2438400" cy="552450"/>
          </a:xfrm>
          <a:prstGeom prst="rect">
            <a:avLst/>
          </a:prstGeom>
          <a:noFill/>
          <a:ln w="0">
            <a:noFill/>
            <a:prstDash val="solid"/>
          </a:ln>
        </p:spPr>
        <p:txBody>
          <a:bodyPr anchor="ctr"/>
          <a:lstStyle/>
          <a:p>
            <a:pPr algn="ctr">
              <a:buNone/>
              <a:defRPr sz="2050" b="1">
                <a:solidFill>
                  <a:srgbClr val="0B0F19"/>
                </a:solidFill>
              </a:defRPr>
            </a:pPr>
            <a:r>
              <a:rPr sz="2050" b="1">
                <a:solidFill>
                  <a:srgbClr val="0B0F19"/>
                </a:solidFill>
              </a:rPr>
              <a:t>Tokenizer</a:t>
            </a:r>
            <a:endParaRPr/>
          </a:p>
        </p:txBody>
      </p:sp>
      <p:sp>
        <p:nvSpPr>
          <p:cNvPr id="699904551" name="text ↔ ids-detail"/>
          <p:cNvSpPr>
            <a:spLocks noGrp="1"/>
          </p:cNvSpPr>
          <p:nvPr/>
        </p:nvSpPr>
        <p:spPr bwMode="auto">
          <a:xfrm>
            <a:off x="8153399"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endParaRPr/>
          </a:p>
          <a:p>
            <a:pPr algn="ctr">
              <a:buNone/>
              <a:defRPr sz="1350" b="0">
                <a:solidFill>
                  <a:srgbClr val="667085"/>
                </a:solidFill>
              </a:defRPr>
            </a:pPr>
            <a:r>
              <a:rPr sz="1350" b="0">
                <a:solidFill>
                  <a:srgbClr val="667085"/>
                </a:solidFill>
              </a:rPr>
              <a:t>special tokens</a:t>
            </a:r>
            <a:endParaRPr/>
          </a:p>
        </p:txBody>
      </p:sp>
      <p:sp>
        <p:nvSpPr>
          <p:cNvPr id="1530876474" name="matching-takeaway"/>
          <p:cNvSpPr>
            <a:spLocks noGrp="1"/>
          </p:cNvSpPr>
          <p:nvPr/>
        </p:nvSpPr>
        <p:spPr bwMode="auto">
          <a:xfrm>
            <a:off x="1657350" y="5048250"/>
            <a:ext cx="8877300" cy="419100"/>
          </a:xfrm>
          <a:prstGeom prst="rect">
            <a:avLst/>
          </a:prstGeom>
          <a:noFill/>
          <a:ln w="0">
            <a:noFill/>
            <a:prstDash val="solid"/>
          </a:ln>
        </p:spPr>
        <p:txBody>
          <a:bodyPr anchor="ctr"/>
          <a:lstStyle/>
          <a:p>
            <a:pPr algn="ctr">
              <a:buNone/>
              <a:defRPr sz="1750" b="1">
                <a:solidFill>
                  <a:srgbClr val="0B0F19"/>
                </a:solidFill>
              </a:defRPr>
            </a:pPr>
            <a:r>
              <a:rPr sz="1750" b="1">
                <a:solidFill>
                  <a:srgbClr val="0B0F19"/>
                </a:solidFill>
              </a:rPr>
              <a:t>The tokenizer must match the checkpoint — otherwise token IDs mean something else.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65734595" name="Rectangle 965507380"/>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endParaRPr/>
          </a:p>
        </p:txBody>
      </p:sp>
      <p:sp>
        <p:nvSpPr>
          <p:cNvPr id="45241646" name="Rectangle 139921793"/>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endParaRPr/>
          </a:p>
        </p:txBody>
      </p:sp>
      <p:sp>
        <p:nvSpPr>
          <p:cNvPr id="100665244" name="Rectangle: Rounded Corners 1511732123"/>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91804114" name="Rectangle: Rounded Corners 2034787168"/>
          <p:cNvSpPr>
            <a:spLocks noGrp="1"/>
          </p:cNvSpPr>
          <p:nvPr/>
        </p:nvSpPr>
        <p:spPr bwMode="auto">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endParaRPr/>
          </a:p>
        </p:txBody>
      </p:sp>
      <p:sp>
        <p:nvSpPr>
          <p:cNvPr id="25127303" name="Arrow: Right 1804858146"/>
          <p:cNvSpPr>
            <a:spLocks noGrp="1"/>
          </p:cNvSpPr>
          <p:nvPr/>
        </p:nvSpPr>
        <p:spPr bwMode="auto">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2032759298" name="Rectangle: Rounded Corners 2119234794"/>
          <p:cNvSpPr>
            <a:spLocks noGrp="1"/>
          </p:cNvSpPr>
          <p:nvPr/>
        </p:nvSpPr>
        <p:spPr bwMode="auto">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endParaRPr/>
          </a:p>
        </p:txBody>
      </p:sp>
      <p:sp>
        <p:nvSpPr>
          <p:cNvPr id="1966429931" name="Arrow: Right 1610655777"/>
          <p:cNvSpPr>
            <a:spLocks noGrp="1"/>
          </p:cNvSpPr>
          <p:nvPr/>
        </p:nvSpPr>
        <p:spPr bwMode="auto">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1108603531" name="Rectangle: Rounded Corners 67679862"/>
          <p:cNvSpPr>
            <a:spLocks noGrp="1"/>
          </p:cNvSpPr>
          <p:nvPr/>
        </p:nvSpPr>
        <p:spPr bwMode="auto">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endParaRPr/>
          </a:p>
        </p:txBody>
      </p:sp>
      <p:sp>
        <p:nvSpPr>
          <p:cNvPr id="257258370" name="Straight Connector 1129615995"/>
          <p:cNvSpPr>
            <a:spLocks noGrp="1"/>
          </p:cNvSpPr>
          <p:nvPr/>
        </p:nvSpPr>
        <p:spPr bwMode="auto">
          <a:xfrm>
            <a:off x="2714625" y="3857625"/>
            <a:ext cx="6858000" cy="904875"/>
          </a:xfrm>
          <a:prstGeom prst="line">
            <a:avLst/>
          </a:prstGeom>
          <a:noFill/>
          <a:ln w="38100">
            <a:solidFill>
              <a:srgbClr val="10B981"/>
            </a:solidFill>
            <a:prstDash val="solid"/>
          </a:ln>
        </p:spPr>
        <p:txBody>
          <a:bodyPr/>
          <a:lstStyle/>
          <a:p>
            <a:pPr>
              <a:buNone/>
              <a:defRPr/>
            </a:pPr>
            <a:endParaRPr/>
          </a:p>
        </p:txBody>
      </p:sp>
      <p:sp>
        <p:nvSpPr>
          <p:cNvPr id="402265466" name="Rectangle 701260999"/>
          <p:cNvSpPr>
            <a:spLocks noGrp="1"/>
          </p:cNvSpPr>
          <p:nvPr/>
        </p:nvSpPr>
        <p:spPr bwMode="auto">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endParaRPr/>
          </a:p>
        </p:txBody>
      </p:sp>
      <p:sp>
        <p:nvSpPr>
          <p:cNvPr id="762082642" name="Rectangle 567537238"/>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40182437" name="Rectangle 1814109763"/>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endParaRPr/>
          </a:p>
        </p:txBody>
      </p:sp>
      <p:sp>
        <p:nvSpPr>
          <p:cNvPr id="978354719" name="Rectangle 2024296005"/>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endParaRPr/>
          </a:p>
        </p:txBody>
      </p:sp>
      <p:sp>
        <p:nvSpPr>
          <p:cNvPr id="2104417794" name="Rectangle: Rounded Corners 520397166"/>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154951626" name="Rectangle 1861104430"/>
          <p:cNvSpPr>
            <a:spLocks noGrp="1"/>
          </p:cNvSpPr>
          <p:nvPr/>
        </p:nvSpPr>
        <p:spPr bwMode="auto">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endParaRPr/>
          </a:p>
        </p:txBody>
      </p:sp>
      <p:sp>
        <p:nvSpPr>
          <p:cNvPr id="1100056681" name="Rectangle: Rounded Corners 1392389716"/>
          <p:cNvSpPr>
            <a:spLocks noGrp="1"/>
          </p:cNvSpPr>
          <p:nvPr/>
        </p:nvSpPr>
        <p:spPr bwMode="auto">
          <a:xfrm>
            <a:off x="2571750" y="3524250"/>
            <a:ext cx="285750" cy="904875"/>
          </a:xfrm>
          <a:prstGeom prst="roundRect">
            <a:avLst>
              <a:gd name="adj" fmla="val 6667"/>
            </a:avLst>
          </a:prstGeom>
          <a:solidFill>
            <a:srgbClr val="2563EB"/>
          </a:solidFill>
          <a:ln w="14288">
            <a:solidFill>
              <a:srgbClr val="2563EB"/>
            </a:solidFill>
            <a:prstDash val="solid"/>
          </a:ln>
        </p:spPr>
        <p:txBody>
          <a:bodyPr/>
          <a:lstStyle/>
          <a:p>
            <a:pPr>
              <a:buNone/>
              <a:defRPr/>
            </a:pPr>
            <a:endParaRPr/>
          </a:p>
        </p:txBody>
      </p:sp>
      <p:sp>
        <p:nvSpPr>
          <p:cNvPr id="717995805" name="Rectangle: Rounded Corners 304746229"/>
          <p:cNvSpPr>
            <a:spLocks noGrp="1"/>
          </p:cNvSpPr>
          <p:nvPr/>
        </p:nvSpPr>
        <p:spPr bwMode="auto">
          <a:xfrm>
            <a:off x="3028950" y="4191000"/>
            <a:ext cx="285750" cy="238125"/>
          </a:xfrm>
          <a:prstGeom prst="roundRect">
            <a:avLst>
              <a:gd name="adj" fmla="val 8000"/>
            </a:avLst>
          </a:prstGeom>
          <a:solidFill>
            <a:srgbClr val="2563EB"/>
          </a:solidFill>
          <a:ln w="14288">
            <a:solidFill>
              <a:srgbClr val="2563EB"/>
            </a:solidFill>
            <a:prstDash val="solid"/>
          </a:ln>
        </p:spPr>
        <p:txBody>
          <a:bodyPr/>
          <a:lstStyle/>
          <a:p>
            <a:pPr>
              <a:buNone/>
              <a:defRPr/>
            </a:pPr>
            <a:endParaRPr/>
          </a:p>
        </p:txBody>
      </p:sp>
      <p:sp>
        <p:nvSpPr>
          <p:cNvPr id="1590375878" name="Rectangle: Rounded Corners 1222174650"/>
          <p:cNvSpPr>
            <a:spLocks noGrp="1"/>
          </p:cNvSpPr>
          <p:nvPr/>
        </p:nvSpPr>
        <p:spPr bwMode="auto">
          <a:xfrm>
            <a:off x="3486150" y="4333875"/>
            <a:ext cx="285750" cy="95250"/>
          </a:xfrm>
          <a:prstGeom prst="roundRect">
            <a:avLst>
              <a:gd name="adj" fmla="val 20000"/>
            </a:avLst>
          </a:prstGeom>
          <a:solidFill>
            <a:srgbClr val="2563EB"/>
          </a:solidFill>
          <a:ln w="14288">
            <a:solidFill>
              <a:srgbClr val="2563EB"/>
            </a:solidFill>
            <a:prstDash val="solid"/>
          </a:ln>
        </p:spPr>
        <p:txBody>
          <a:bodyPr/>
          <a:lstStyle/>
          <a:p>
            <a:pPr>
              <a:buNone/>
              <a:defRPr/>
            </a:pPr>
            <a:endParaRPr/>
          </a:p>
        </p:txBody>
      </p:sp>
      <p:sp>
        <p:nvSpPr>
          <p:cNvPr id="973615282" name="Rectangle: Rounded Corners 221083532"/>
          <p:cNvSpPr>
            <a:spLocks noGrp="1"/>
          </p:cNvSpPr>
          <p:nvPr/>
        </p:nvSpPr>
        <p:spPr bwMode="auto">
          <a:xfrm>
            <a:off x="3943350" y="4352925"/>
            <a:ext cx="285750" cy="76200"/>
          </a:xfrm>
          <a:prstGeom prst="roundRect">
            <a:avLst>
              <a:gd name="adj" fmla="val 25000"/>
            </a:avLst>
          </a:prstGeom>
          <a:solidFill>
            <a:srgbClr val="2563EB"/>
          </a:solidFill>
          <a:ln w="14288">
            <a:solidFill>
              <a:srgbClr val="2563EB"/>
            </a:solidFill>
            <a:prstDash val="solid"/>
          </a:ln>
        </p:spPr>
        <p:txBody>
          <a:bodyPr/>
          <a:lstStyle/>
          <a:p>
            <a:pPr>
              <a:buNone/>
              <a:defRPr/>
            </a:pPr>
            <a:endParaRPr/>
          </a:p>
        </p:txBody>
      </p:sp>
      <p:sp>
        <p:nvSpPr>
          <p:cNvPr id="1369393599" name="Rectangle: Rounded Corners 1871169587"/>
          <p:cNvSpPr>
            <a:spLocks noGrp="1"/>
          </p:cNvSpPr>
          <p:nvPr/>
        </p:nvSpPr>
        <p:spPr bwMode="auto">
          <a:xfrm>
            <a:off x="4400550" y="4381500"/>
            <a:ext cx="285750" cy="47625"/>
          </a:xfrm>
          <a:prstGeom prst="roundRect">
            <a:avLst>
              <a:gd name="adj" fmla="val 40000"/>
            </a:avLst>
          </a:prstGeom>
          <a:solidFill>
            <a:srgbClr val="2563EB"/>
          </a:solidFill>
          <a:ln w="14288">
            <a:solidFill>
              <a:srgbClr val="2563EB"/>
            </a:solidFill>
            <a:prstDash val="solid"/>
          </a:ln>
        </p:spPr>
        <p:txBody>
          <a:bodyPr/>
          <a:lstStyle/>
          <a:p>
            <a:pPr>
              <a:buNone/>
              <a:defRPr/>
            </a:pPr>
            <a:endParaRPr/>
          </a:p>
        </p:txBody>
      </p:sp>
      <p:sp>
        <p:nvSpPr>
          <p:cNvPr id="1481594658" name="Rectangle 1899079274"/>
          <p:cNvSpPr>
            <a:spLocks noGrp="1"/>
          </p:cNvSpPr>
          <p:nvPr/>
        </p:nvSpPr>
        <p:spPr bwMode="auto">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endParaRPr/>
          </a:p>
        </p:txBody>
      </p:sp>
      <p:sp>
        <p:nvSpPr>
          <p:cNvPr id="495881845" name="Rectangle: Rounded Corners 557756631"/>
          <p:cNvSpPr>
            <a:spLocks noGrp="1"/>
          </p:cNvSpPr>
          <p:nvPr/>
        </p:nvSpPr>
        <p:spPr bwMode="auto">
          <a:xfrm>
            <a:off x="7620000" y="3905250"/>
            <a:ext cx="285750" cy="52387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1642454210" name="Rectangle: Rounded Corners 421477788"/>
          <p:cNvSpPr>
            <a:spLocks noGrp="1"/>
          </p:cNvSpPr>
          <p:nvPr/>
        </p:nvSpPr>
        <p:spPr bwMode="auto">
          <a:xfrm>
            <a:off x="8077200" y="3971925"/>
            <a:ext cx="285750" cy="457200"/>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986862969" name="Rectangle: Rounded Corners 358930618"/>
          <p:cNvSpPr>
            <a:spLocks noGrp="1"/>
          </p:cNvSpPr>
          <p:nvPr/>
        </p:nvSpPr>
        <p:spPr bwMode="auto">
          <a:xfrm>
            <a:off x="8534400" y="4019550"/>
            <a:ext cx="285750" cy="40957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756316275" name="Rectangle: Rounded Corners 92675593"/>
          <p:cNvSpPr>
            <a:spLocks noGrp="1"/>
          </p:cNvSpPr>
          <p:nvPr/>
        </p:nvSpPr>
        <p:spPr bwMode="auto">
          <a:xfrm>
            <a:off x="8991600" y="4095750"/>
            <a:ext cx="285750" cy="333375"/>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1099957820" name="Rectangle: Rounded Corners 1199041677"/>
          <p:cNvSpPr>
            <a:spLocks noGrp="1"/>
          </p:cNvSpPr>
          <p:nvPr/>
        </p:nvSpPr>
        <p:spPr bwMode="auto">
          <a:xfrm>
            <a:off x="9448799" y="4143375"/>
            <a:ext cx="285750" cy="285750"/>
          </a:xfrm>
          <a:prstGeom prst="roundRect">
            <a:avLst>
              <a:gd name="adj" fmla="val 6667"/>
            </a:avLst>
          </a:prstGeom>
          <a:solidFill>
            <a:srgbClr val="F97316"/>
          </a:solidFill>
          <a:ln w="14288">
            <a:solidFill>
              <a:srgbClr val="F97316"/>
            </a:solidFill>
            <a:prstDash val="solid"/>
          </a:ln>
        </p:spPr>
        <p:txBody>
          <a:bodyPr/>
          <a:lstStyle/>
          <a:p>
            <a:pPr>
              <a:buNone/>
              <a:defRPr/>
            </a:pPr>
            <a:endParaRPr/>
          </a:p>
        </p:txBody>
      </p:sp>
      <p:sp>
        <p:nvSpPr>
          <p:cNvPr id="1236194876" name="Rectangle 35073005"/>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89043052" name="Rectangle 642368024"/>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endParaRPr/>
          </a:p>
        </p:txBody>
      </p:sp>
      <p:sp>
        <p:nvSpPr>
          <p:cNvPr id="1332621856" name="Rectangle 1340580572"/>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endParaRPr/>
          </a:p>
        </p:txBody>
      </p:sp>
      <p:sp>
        <p:nvSpPr>
          <p:cNvPr id="334862352" name="Rectangle: Rounded Corners 1167098246"/>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488243200" name="Rectangle: Rounded Corners 391850247"/>
          <p:cNvSpPr>
            <a:spLocks noGrp="1"/>
          </p:cNvSpPr>
          <p:nvPr/>
        </p:nvSpPr>
        <p:spPr bwMode="auto">
          <a:xfrm>
            <a:off x="1028700" y="1943100"/>
            <a:ext cx="4762500" cy="2667000"/>
          </a:xfrm>
          <a:prstGeom prst="roundRect">
            <a:avLst>
              <a:gd name="adj" fmla="val 4286"/>
            </a:avLst>
          </a:prstGeom>
          <a:solidFill>
            <a:srgbClr val="FFFFFF"/>
          </a:solidFill>
          <a:ln w="14288">
            <a:solidFill>
              <a:srgbClr val="E2E8F0"/>
            </a:solidFill>
            <a:prstDash val="solid"/>
          </a:ln>
        </p:spPr>
        <p:txBody>
          <a:bodyPr/>
          <a:lstStyle/>
          <a:p>
            <a:pPr>
              <a:buNone/>
              <a:defRPr/>
            </a:pPr>
            <a:endParaRPr/>
          </a:p>
        </p:txBody>
      </p:sp>
      <p:sp>
        <p:nvSpPr>
          <p:cNvPr id="1984834932" name="Rectangle 558602476"/>
          <p:cNvSpPr>
            <a:spLocks noGrp="1"/>
          </p:cNvSpPr>
          <p:nvPr/>
        </p:nvSpPr>
        <p:spPr bwMode="auto">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endParaRPr/>
          </a:p>
        </p:txBody>
      </p:sp>
      <p:sp>
        <p:nvSpPr>
          <p:cNvPr id="362146434" name="Rectangle 908481340"/>
          <p:cNvSpPr>
            <a:spLocks noGrp="1"/>
          </p:cNvSpPr>
          <p:nvPr/>
        </p:nvSpPr>
        <p:spPr bwMode="auto">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endParaRPr/>
          </a:p>
        </p:txBody>
      </p:sp>
      <p:sp>
        <p:nvSpPr>
          <p:cNvPr id="1080496818" name="Rectangle 803342785"/>
          <p:cNvSpPr>
            <a:spLocks noGrp="1"/>
          </p:cNvSpPr>
          <p:nvPr/>
        </p:nvSpPr>
        <p:spPr bwMode="auto">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endParaRPr/>
          </a:p>
        </p:txBody>
      </p:sp>
      <p:sp>
        <p:nvSpPr>
          <p:cNvPr id="827546001" name="Rectangle: Rounded Corners 1990101030"/>
          <p:cNvSpPr>
            <a:spLocks noGrp="1"/>
          </p:cNvSpPr>
          <p:nvPr/>
        </p:nvSpPr>
        <p:spPr bwMode="auto">
          <a:xfrm>
            <a:off x="1524000" y="2609850"/>
            <a:ext cx="209550" cy="106680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1729438531" name="Rectangle 1511392786"/>
          <p:cNvSpPr>
            <a:spLocks noGrp="1"/>
          </p:cNvSpPr>
          <p:nvPr/>
        </p:nvSpPr>
        <p:spPr bwMode="auto">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endParaRPr/>
          </a:p>
        </p:txBody>
      </p:sp>
      <p:sp>
        <p:nvSpPr>
          <p:cNvPr id="916953148" name="Rectangle: Rounded Corners 768585734"/>
          <p:cNvSpPr>
            <a:spLocks noGrp="1"/>
          </p:cNvSpPr>
          <p:nvPr/>
        </p:nvSpPr>
        <p:spPr bwMode="auto">
          <a:xfrm>
            <a:off x="1847850" y="3181350"/>
            <a:ext cx="209550" cy="49530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190071595" name="Rectangle 734996419"/>
          <p:cNvSpPr>
            <a:spLocks noGrp="1"/>
          </p:cNvSpPr>
          <p:nvPr/>
        </p:nvSpPr>
        <p:spPr bwMode="auto">
          <a:xfrm>
            <a:off x="1771650" y="3771900"/>
            <a:ext cx="361950" cy="228600"/>
          </a:xfrm>
          <a:prstGeom prst="rect">
            <a:avLst/>
          </a:prstGeom>
          <a:noFill/>
          <a:ln w="0">
            <a:noFill/>
            <a:prstDash val="solid"/>
          </a:ln>
        </p:spPr>
        <p:txBody>
          <a:bodyPr/>
          <a:lstStyle/>
          <a:p>
            <a:pPr>
              <a:buNone/>
              <a:defRPr/>
            </a:pPr>
            <a:endParaRPr/>
          </a:p>
        </p:txBody>
      </p:sp>
      <p:sp>
        <p:nvSpPr>
          <p:cNvPr id="2046666729" name="Rectangle: Rounded Corners 904396018"/>
          <p:cNvSpPr>
            <a:spLocks noGrp="1"/>
          </p:cNvSpPr>
          <p:nvPr/>
        </p:nvSpPr>
        <p:spPr bwMode="auto">
          <a:xfrm>
            <a:off x="2171700" y="3409950"/>
            <a:ext cx="209550" cy="26670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376465013" name="Rectangle 1723400869"/>
          <p:cNvSpPr>
            <a:spLocks noGrp="1"/>
          </p:cNvSpPr>
          <p:nvPr/>
        </p:nvSpPr>
        <p:spPr bwMode="auto">
          <a:xfrm>
            <a:off x="2095500" y="3771900"/>
            <a:ext cx="361950" cy="228600"/>
          </a:xfrm>
          <a:prstGeom prst="rect">
            <a:avLst/>
          </a:prstGeom>
          <a:noFill/>
          <a:ln w="0">
            <a:noFill/>
            <a:prstDash val="solid"/>
          </a:ln>
        </p:spPr>
        <p:txBody>
          <a:bodyPr/>
          <a:lstStyle/>
          <a:p>
            <a:pPr>
              <a:buNone/>
              <a:defRPr/>
            </a:pPr>
            <a:endParaRPr/>
          </a:p>
        </p:txBody>
      </p:sp>
      <p:sp>
        <p:nvSpPr>
          <p:cNvPr id="1948643747" name="Rectangle: Rounded Corners 1904735606"/>
          <p:cNvSpPr>
            <a:spLocks noGrp="1"/>
          </p:cNvSpPr>
          <p:nvPr/>
        </p:nvSpPr>
        <p:spPr bwMode="auto">
          <a:xfrm>
            <a:off x="2495550" y="3533775"/>
            <a:ext cx="209550" cy="142875"/>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198531889" name="Rectangle 1977779495"/>
          <p:cNvSpPr>
            <a:spLocks noGrp="1"/>
          </p:cNvSpPr>
          <p:nvPr/>
        </p:nvSpPr>
        <p:spPr bwMode="auto">
          <a:xfrm>
            <a:off x="2419350" y="3771900"/>
            <a:ext cx="361950" cy="228600"/>
          </a:xfrm>
          <a:prstGeom prst="rect">
            <a:avLst/>
          </a:prstGeom>
          <a:noFill/>
          <a:ln w="0">
            <a:noFill/>
            <a:prstDash val="solid"/>
          </a:ln>
        </p:spPr>
        <p:txBody>
          <a:bodyPr/>
          <a:lstStyle/>
          <a:p>
            <a:pPr>
              <a:buNone/>
              <a:defRPr/>
            </a:pPr>
            <a:endParaRPr/>
          </a:p>
        </p:txBody>
      </p:sp>
      <p:sp>
        <p:nvSpPr>
          <p:cNvPr id="1629591377" name="Rectangle: Rounded Corners 758909754"/>
          <p:cNvSpPr>
            <a:spLocks noGrp="1"/>
          </p:cNvSpPr>
          <p:nvPr/>
        </p:nvSpPr>
        <p:spPr bwMode="auto">
          <a:xfrm>
            <a:off x="3886200" y="2971800"/>
            <a:ext cx="209550" cy="704850"/>
          </a:xfrm>
          <a:prstGeom prst="roundRect">
            <a:avLst>
              <a:gd name="adj" fmla="val 50000"/>
            </a:avLst>
          </a:prstGeom>
          <a:solidFill>
            <a:srgbClr val="F97316"/>
          </a:solidFill>
          <a:ln w="0">
            <a:solidFill>
              <a:srgbClr val="F97316"/>
            </a:solidFill>
            <a:prstDash val="solid"/>
          </a:ln>
        </p:spPr>
        <p:txBody>
          <a:bodyPr/>
          <a:lstStyle/>
          <a:p>
            <a:pPr>
              <a:buNone/>
              <a:defRPr/>
            </a:pPr>
            <a:endParaRPr/>
          </a:p>
        </p:txBody>
      </p:sp>
      <p:sp>
        <p:nvSpPr>
          <p:cNvPr id="1083986293" name="Rectangle 1103671468"/>
          <p:cNvSpPr>
            <a:spLocks noGrp="1"/>
          </p:cNvSpPr>
          <p:nvPr/>
        </p:nvSpPr>
        <p:spPr bwMode="auto">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endParaRPr/>
          </a:p>
        </p:txBody>
      </p:sp>
      <p:sp>
        <p:nvSpPr>
          <p:cNvPr id="404041806" name="Rectangle: Rounded Corners 1109785804"/>
          <p:cNvSpPr>
            <a:spLocks noGrp="1"/>
          </p:cNvSpPr>
          <p:nvPr/>
        </p:nvSpPr>
        <p:spPr bwMode="auto">
          <a:xfrm>
            <a:off x="4210050" y="3095625"/>
            <a:ext cx="209550" cy="581025"/>
          </a:xfrm>
          <a:prstGeom prst="roundRect">
            <a:avLst>
              <a:gd name="adj" fmla="val 50000"/>
            </a:avLst>
          </a:prstGeom>
          <a:solidFill>
            <a:srgbClr val="F97316"/>
          </a:solidFill>
          <a:ln w="0">
            <a:solidFill>
              <a:srgbClr val="F97316"/>
            </a:solidFill>
            <a:prstDash val="solid"/>
          </a:ln>
        </p:spPr>
        <p:txBody>
          <a:bodyPr/>
          <a:lstStyle/>
          <a:p>
            <a:pPr>
              <a:buNone/>
              <a:defRPr/>
            </a:pPr>
            <a:endParaRPr/>
          </a:p>
        </p:txBody>
      </p:sp>
      <p:sp>
        <p:nvSpPr>
          <p:cNvPr id="633508640" name="Rectangle 87535763"/>
          <p:cNvSpPr>
            <a:spLocks noGrp="1"/>
          </p:cNvSpPr>
          <p:nvPr/>
        </p:nvSpPr>
        <p:spPr bwMode="auto">
          <a:xfrm>
            <a:off x="4133850" y="3771900"/>
            <a:ext cx="361950" cy="228600"/>
          </a:xfrm>
          <a:prstGeom prst="rect">
            <a:avLst/>
          </a:prstGeom>
          <a:noFill/>
          <a:ln w="0">
            <a:noFill/>
            <a:prstDash val="solid"/>
          </a:ln>
        </p:spPr>
        <p:txBody>
          <a:bodyPr/>
          <a:lstStyle/>
          <a:p>
            <a:pPr>
              <a:buNone/>
              <a:defRPr/>
            </a:pPr>
            <a:endParaRPr/>
          </a:p>
        </p:txBody>
      </p:sp>
      <p:sp>
        <p:nvSpPr>
          <p:cNvPr id="1628181699" name="Rectangle: Rounded Corners 395524451"/>
          <p:cNvSpPr>
            <a:spLocks noGrp="1"/>
          </p:cNvSpPr>
          <p:nvPr/>
        </p:nvSpPr>
        <p:spPr bwMode="auto">
          <a:xfrm>
            <a:off x="4533900" y="3219449"/>
            <a:ext cx="209550" cy="457200"/>
          </a:xfrm>
          <a:prstGeom prst="roundRect">
            <a:avLst>
              <a:gd name="adj" fmla="val 50000"/>
            </a:avLst>
          </a:prstGeom>
          <a:solidFill>
            <a:srgbClr val="F97316"/>
          </a:solidFill>
          <a:ln w="0">
            <a:solidFill>
              <a:srgbClr val="F97316"/>
            </a:solidFill>
            <a:prstDash val="solid"/>
          </a:ln>
        </p:spPr>
        <p:txBody>
          <a:bodyPr/>
          <a:lstStyle/>
          <a:p>
            <a:pPr>
              <a:buNone/>
              <a:defRPr/>
            </a:pPr>
            <a:endParaRPr/>
          </a:p>
        </p:txBody>
      </p:sp>
      <p:sp>
        <p:nvSpPr>
          <p:cNvPr id="815553200" name="Rectangle 752117888"/>
          <p:cNvSpPr>
            <a:spLocks noGrp="1"/>
          </p:cNvSpPr>
          <p:nvPr/>
        </p:nvSpPr>
        <p:spPr bwMode="auto">
          <a:xfrm>
            <a:off x="4457700" y="3771900"/>
            <a:ext cx="361950" cy="228600"/>
          </a:xfrm>
          <a:prstGeom prst="rect">
            <a:avLst/>
          </a:prstGeom>
          <a:noFill/>
          <a:ln w="0">
            <a:noFill/>
            <a:prstDash val="solid"/>
          </a:ln>
        </p:spPr>
        <p:txBody>
          <a:bodyPr/>
          <a:lstStyle/>
          <a:p>
            <a:pPr>
              <a:buNone/>
              <a:defRPr/>
            </a:pPr>
            <a:endParaRPr/>
          </a:p>
        </p:txBody>
      </p:sp>
      <p:sp>
        <p:nvSpPr>
          <p:cNvPr id="792938820" name="Rectangle: Rounded Corners 1187034514"/>
          <p:cNvSpPr>
            <a:spLocks noGrp="1"/>
          </p:cNvSpPr>
          <p:nvPr/>
        </p:nvSpPr>
        <p:spPr bwMode="auto">
          <a:xfrm>
            <a:off x="4857750" y="3352800"/>
            <a:ext cx="209550" cy="323850"/>
          </a:xfrm>
          <a:prstGeom prst="roundRect">
            <a:avLst>
              <a:gd name="adj" fmla="val 50000"/>
            </a:avLst>
          </a:prstGeom>
          <a:solidFill>
            <a:srgbClr val="F97316"/>
          </a:solidFill>
          <a:ln w="0">
            <a:solidFill>
              <a:srgbClr val="F97316"/>
            </a:solidFill>
            <a:prstDash val="solid"/>
          </a:ln>
        </p:spPr>
        <p:txBody>
          <a:bodyPr/>
          <a:lstStyle/>
          <a:p>
            <a:pPr>
              <a:buNone/>
              <a:defRPr/>
            </a:pPr>
            <a:endParaRPr/>
          </a:p>
        </p:txBody>
      </p:sp>
      <p:sp>
        <p:nvSpPr>
          <p:cNvPr id="897189237" name="Rectangle 1239831952"/>
          <p:cNvSpPr>
            <a:spLocks noGrp="1"/>
          </p:cNvSpPr>
          <p:nvPr/>
        </p:nvSpPr>
        <p:spPr bwMode="auto">
          <a:xfrm>
            <a:off x="4781550" y="3771900"/>
            <a:ext cx="361950" cy="228600"/>
          </a:xfrm>
          <a:prstGeom prst="rect">
            <a:avLst/>
          </a:prstGeom>
          <a:noFill/>
          <a:ln w="0">
            <a:noFill/>
            <a:prstDash val="solid"/>
          </a:ln>
        </p:spPr>
        <p:txBody>
          <a:bodyPr/>
          <a:lstStyle/>
          <a:p>
            <a:pPr>
              <a:buNone/>
              <a:defRPr/>
            </a:pPr>
            <a:endParaRPr/>
          </a:p>
        </p:txBody>
      </p:sp>
      <p:sp>
        <p:nvSpPr>
          <p:cNvPr id="967924397" name="Rectangle: Rounded Corners 1990686703"/>
          <p:cNvSpPr>
            <a:spLocks noGrp="1"/>
          </p:cNvSpPr>
          <p:nvPr/>
        </p:nvSpPr>
        <p:spPr bwMode="auto">
          <a:xfrm>
            <a:off x="6400800" y="1943100"/>
            <a:ext cx="4762500" cy="2667000"/>
          </a:xfrm>
          <a:prstGeom prst="roundRect">
            <a:avLst>
              <a:gd name="adj" fmla="val 4286"/>
            </a:avLst>
          </a:prstGeom>
          <a:solidFill>
            <a:srgbClr val="FFFFFF"/>
          </a:solidFill>
          <a:ln w="14288">
            <a:solidFill>
              <a:srgbClr val="E2E8F0"/>
            </a:solidFill>
            <a:prstDash val="solid"/>
          </a:ln>
        </p:spPr>
        <p:txBody>
          <a:bodyPr/>
          <a:lstStyle/>
          <a:p>
            <a:pPr>
              <a:buNone/>
              <a:defRPr/>
            </a:pPr>
            <a:endParaRPr/>
          </a:p>
        </p:txBody>
      </p:sp>
      <p:sp>
        <p:nvSpPr>
          <p:cNvPr id="466178558" name="Rectangle 790741738"/>
          <p:cNvSpPr>
            <a:spLocks noGrp="1"/>
          </p:cNvSpPr>
          <p:nvPr/>
        </p:nvSpPr>
        <p:spPr bwMode="auto">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endParaRPr/>
          </a:p>
        </p:txBody>
      </p:sp>
      <p:sp>
        <p:nvSpPr>
          <p:cNvPr id="1728445978" name="Rectangle 1344716697"/>
          <p:cNvSpPr>
            <a:spLocks noGrp="1"/>
          </p:cNvSpPr>
          <p:nvPr/>
        </p:nvSpPr>
        <p:spPr bwMode="auto">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endParaRPr/>
          </a:p>
        </p:txBody>
      </p:sp>
      <p:sp>
        <p:nvSpPr>
          <p:cNvPr id="414835319" name="Rectangle: Rounded Corners 505587208"/>
          <p:cNvSpPr>
            <a:spLocks noGrp="1"/>
          </p:cNvSpPr>
          <p:nvPr/>
        </p:nvSpPr>
        <p:spPr bwMode="auto">
          <a:xfrm>
            <a:off x="6953250" y="2952750"/>
            <a:ext cx="323850" cy="838200"/>
          </a:xfrm>
          <a:prstGeom prst="roundRect">
            <a:avLst>
              <a:gd name="adj" fmla="val 35294"/>
            </a:avLst>
          </a:prstGeom>
          <a:solidFill>
            <a:srgbClr val="10B981"/>
          </a:solidFill>
          <a:ln w="0">
            <a:solidFill>
              <a:srgbClr val="10B981"/>
            </a:solidFill>
            <a:prstDash val="solid"/>
          </a:ln>
        </p:spPr>
        <p:txBody>
          <a:bodyPr/>
          <a:lstStyle/>
          <a:p>
            <a:pPr>
              <a:buNone/>
              <a:defRPr/>
            </a:pPr>
            <a:endParaRPr/>
          </a:p>
        </p:txBody>
      </p:sp>
      <p:sp>
        <p:nvSpPr>
          <p:cNvPr id="483023011" name="Rectangle 1817540189"/>
          <p:cNvSpPr>
            <a:spLocks noGrp="1"/>
          </p:cNvSpPr>
          <p:nvPr/>
        </p:nvSpPr>
        <p:spPr bwMode="auto">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endParaRPr/>
          </a:p>
        </p:txBody>
      </p:sp>
      <p:sp>
        <p:nvSpPr>
          <p:cNvPr id="1178108221" name="Rectangle: Rounded Corners 1412774459"/>
          <p:cNvSpPr>
            <a:spLocks noGrp="1"/>
          </p:cNvSpPr>
          <p:nvPr/>
        </p:nvSpPr>
        <p:spPr bwMode="auto">
          <a:xfrm>
            <a:off x="7477125" y="3143250"/>
            <a:ext cx="323850" cy="647700"/>
          </a:xfrm>
          <a:prstGeom prst="roundRect">
            <a:avLst>
              <a:gd name="adj" fmla="val 35294"/>
            </a:avLst>
          </a:prstGeom>
          <a:solidFill>
            <a:srgbClr val="10B981"/>
          </a:solidFill>
          <a:ln w="0">
            <a:solidFill>
              <a:srgbClr val="10B981"/>
            </a:solidFill>
            <a:prstDash val="solid"/>
          </a:ln>
        </p:spPr>
        <p:txBody>
          <a:bodyPr/>
          <a:lstStyle/>
          <a:p>
            <a:pPr>
              <a:buNone/>
              <a:defRPr/>
            </a:pPr>
            <a:endParaRPr/>
          </a:p>
        </p:txBody>
      </p:sp>
      <p:sp>
        <p:nvSpPr>
          <p:cNvPr id="1711999575" name="Rectangle 842999192"/>
          <p:cNvSpPr>
            <a:spLocks noGrp="1"/>
          </p:cNvSpPr>
          <p:nvPr/>
        </p:nvSpPr>
        <p:spPr bwMode="auto">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endParaRPr/>
          </a:p>
        </p:txBody>
      </p:sp>
      <p:sp>
        <p:nvSpPr>
          <p:cNvPr id="934433243" name="Rectangle: Rounded Corners 1720875966"/>
          <p:cNvSpPr>
            <a:spLocks noGrp="1"/>
          </p:cNvSpPr>
          <p:nvPr/>
        </p:nvSpPr>
        <p:spPr bwMode="auto">
          <a:xfrm>
            <a:off x="8001000" y="3314700"/>
            <a:ext cx="323850" cy="476250"/>
          </a:xfrm>
          <a:prstGeom prst="roundRect">
            <a:avLst>
              <a:gd name="adj" fmla="val 35294"/>
            </a:avLst>
          </a:prstGeom>
          <a:solidFill>
            <a:srgbClr val="10B981"/>
          </a:solidFill>
          <a:ln w="0">
            <a:solidFill>
              <a:srgbClr val="10B981"/>
            </a:solidFill>
            <a:prstDash val="solid"/>
          </a:ln>
        </p:spPr>
        <p:txBody>
          <a:bodyPr/>
          <a:lstStyle/>
          <a:p>
            <a:pPr>
              <a:buNone/>
              <a:defRPr/>
            </a:pPr>
            <a:endParaRPr/>
          </a:p>
        </p:txBody>
      </p:sp>
      <p:sp>
        <p:nvSpPr>
          <p:cNvPr id="1410312583" name="Rectangle 66502239"/>
          <p:cNvSpPr>
            <a:spLocks noGrp="1"/>
          </p:cNvSpPr>
          <p:nvPr/>
        </p:nvSpPr>
        <p:spPr bwMode="auto">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endParaRPr/>
          </a:p>
        </p:txBody>
      </p:sp>
      <p:sp>
        <p:nvSpPr>
          <p:cNvPr id="1979011560" name="Rectangle: Rounded Corners 2118371450"/>
          <p:cNvSpPr>
            <a:spLocks noGrp="1"/>
          </p:cNvSpPr>
          <p:nvPr/>
        </p:nvSpPr>
        <p:spPr bwMode="auto">
          <a:xfrm>
            <a:off x="8524875" y="3486150"/>
            <a:ext cx="323850" cy="304800"/>
          </a:xfrm>
          <a:prstGeom prst="roundRect">
            <a:avLst>
              <a:gd name="adj" fmla="val 37500"/>
            </a:avLst>
          </a:prstGeom>
          <a:solidFill>
            <a:srgbClr val="E5E7EB"/>
          </a:solidFill>
          <a:ln w="0">
            <a:solidFill>
              <a:srgbClr val="E5E7EB"/>
            </a:solidFill>
            <a:prstDash val="solid"/>
          </a:ln>
        </p:spPr>
        <p:txBody>
          <a:bodyPr/>
          <a:lstStyle/>
          <a:p>
            <a:pPr>
              <a:buNone/>
              <a:defRPr/>
            </a:pPr>
            <a:endParaRPr/>
          </a:p>
        </p:txBody>
      </p:sp>
      <p:sp>
        <p:nvSpPr>
          <p:cNvPr id="836218366" name="Rectangle 1265886563"/>
          <p:cNvSpPr>
            <a:spLocks noGrp="1"/>
          </p:cNvSpPr>
          <p:nvPr/>
        </p:nvSpPr>
        <p:spPr bwMode="auto">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endParaRPr/>
          </a:p>
        </p:txBody>
      </p:sp>
      <p:sp>
        <p:nvSpPr>
          <p:cNvPr id="1572193941" name="Rectangle: Rounded Corners 2042608732"/>
          <p:cNvSpPr>
            <a:spLocks noGrp="1"/>
          </p:cNvSpPr>
          <p:nvPr/>
        </p:nvSpPr>
        <p:spPr bwMode="auto">
          <a:xfrm>
            <a:off x="9048750" y="3600450"/>
            <a:ext cx="323850" cy="190500"/>
          </a:xfrm>
          <a:prstGeom prst="roundRect">
            <a:avLst>
              <a:gd name="adj" fmla="val 50000"/>
            </a:avLst>
          </a:prstGeom>
          <a:solidFill>
            <a:srgbClr val="E5E7EB"/>
          </a:solidFill>
          <a:ln w="0">
            <a:solidFill>
              <a:srgbClr val="E5E7EB"/>
            </a:solidFill>
            <a:prstDash val="solid"/>
          </a:ln>
        </p:spPr>
        <p:txBody>
          <a:bodyPr/>
          <a:lstStyle/>
          <a:p>
            <a:pPr>
              <a:buNone/>
              <a:defRPr/>
            </a:pPr>
            <a:endParaRPr/>
          </a:p>
        </p:txBody>
      </p:sp>
      <p:sp>
        <p:nvSpPr>
          <p:cNvPr id="1907505016" name="Rectangle 661207096"/>
          <p:cNvSpPr>
            <a:spLocks noGrp="1"/>
          </p:cNvSpPr>
          <p:nvPr/>
        </p:nvSpPr>
        <p:spPr bwMode="auto">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endParaRPr/>
          </a:p>
        </p:txBody>
      </p:sp>
      <p:sp>
        <p:nvSpPr>
          <p:cNvPr id="415560175" name="Rectangle: Rounded Corners 1098391783"/>
          <p:cNvSpPr>
            <a:spLocks noGrp="1"/>
          </p:cNvSpPr>
          <p:nvPr/>
        </p:nvSpPr>
        <p:spPr bwMode="auto">
          <a:xfrm>
            <a:off x="9572625" y="3676650"/>
            <a:ext cx="323850" cy="114300"/>
          </a:xfrm>
          <a:prstGeom prst="roundRect">
            <a:avLst>
              <a:gd name="adj" fmla="val 50000"/>
            </a:avLst>
          </a:prstGeom>
          <a:solidFill>
            <a:srgbClr val="E5E7EB"/>
          </a:solidFill>
          <a:ln w="0">
            <a:solidFill>
              <a:srgbClr val="E5E7EB"/>
            </a:solidFill>
            <a:prstDash val="solid"/>
          </a:ln>
        </p:spPr>
        <p:txBody>
          <a:bodyPr/>
          <a:lstStyle/>
          <a:p>
            <a:pPr>
              <a:buNone/>
              <a:defRPr/>
            </a:pPr>
            <a:endParaRPr/>
          </a:p>
        </p:txBody>
      </p:sp>
      <p:sp>
        <p:nvSpPr>
          <p:cNvPr id="1252223155" name="Rectangle 1867510340"/>
          <p:cNvSpPr>
            <a:spLocks noGrp="1"/>
          </p:cNvSpPr>
          <p:nvPr/>
        </p:nvSpPr>
        <p:spPr bwMode="auto">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endParaRPr/>
          </a:p>
        </p:txBody>
      </p:sp>
      <p:sp>
        <p:nvSpPr>
          <p:cNvPr id="1488834888" name="Rectangle 610821016"/>
          <p:cNvSpPr>
            <a:spLocks noGrp="1"/>
          </p:cNvSpPr>
          <p:nvPr/>
        </p:nvSpPr>
        <p:spPr bwMode="auto">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endParaRPr/>
          </a:p>
        </p:txBody>
      </p:sp>
      <p:sp>
        <p:nvSpPr>
          <p:cNvPr id="337831831" name="Rectangle: Rounded Corners 1846748793"/>
          <p:cNvSpPr>
            <a:spLocks noGrp="1"/>
          </p:cNvSpPr>
          <p:nvPr/>
        </p:nvSpPr>
        <p:spPr bwMode="auto">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endParaRPr/>
          </a:p>
        </p:txBody>
      </p:sp>
      <p:sp>
        <p:nvSpPr>
          <p:cNvPr id="918717732" name="Rectangle 569626175"/>
          <p:cNvSpPr>
            <a:spLocks noGrp="1"/>
          </p:cNvSpPr>
          <p:nvPr/>
        </p:nvSpPr>
        <p:spPr bwMode="auto">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endParaRPr/>
          </a:p>
        </p:txBody>
      </p:sp>
      <p:sp>
        <p:nvSpPr>
          <p:cNvPr id="387581517" name="Rectangle: Rounded Corners 43298065"/>
          <p:cNvSpPr>
            <a:spLocks noGrp="1"/>
          </p:cNvSpPr>
          <p:nvPr/>
        </p:nvSpPr>
        <p:spPr bwMode="auto">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endParaRPr/>
          </a:p>
        </p:txBody>
      </p:sp>
      <p:sp>
        <p:nvSpPr>
          <p:cNvPr id="1879099790" name="Rectangle 114239354"/>
          <p:cNvSpPr>
            <a:spLocks noGrp="1"/>
          </p:cNvSpPr>
          <p:nvPr/>
        </p:nvSpPr>
        <p:spPr bwMode="auto">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endParaRPr/>
          </a:p>
        </p:txBody>
      </p:sp>
      <p:sp>
        <p:nvSpPr>
          <p:cNvPr id="1992925877" name="Rectangle: Rounded Corners 1589723464"/>
          <p:cNvSpPr>
            <a:spLocks noGrp="1"/>
          </p:cNvSpPr>
          <p:nvPr/>
        </p:nvSpPr>
        <p:spPr bwMode="auto">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endParaRPr/>
          </a:p>
        </p:txBody>
      </p:sp>
      <p:sp>
        <p:nvSpPr>
          <p:cNvPr id="158025697" name="Rectangle 127230098"/>
          <p:cNvSpPr>
            <a:spLocks noGrp="1"/>
          </p:cNvSpPr>
          <p:nvPr/>
        </p:nvSpPr>
        <p:spPr bwMode="auto">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endParaRPr/>
          </a:p>
        </p:txBody>
      </p:sp>
      <p:sp>
        <p:nvSpPr>
          <p:cNvPr id="948801048" name="Rectangle 760303360"/>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62</a:t>
            </a:r>
            <a:endParaRPr/>
          </a:p>
        </p:txBody>
      </p:sp>
      <p:pic>
        <p:nvPicPr>
          <p:cNvPr id="543901376" name="Graphic 2118371498"/>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0" y="0"/>
            <a:ext cx="12192000"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20217676" name="Rectangle 1109576543"/>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endParaRPr/>
          </a:p>
        </p:txBody>
      </p:sp>
      <p:sp>
        <p:nvSpPr>
          <p:cNvPr id="1465563913" name="Rectangle 165357682"/>
          <p:cNvSpPr>
            <a:spLocks noGrp="1"/>
          </p:cNvSpPr>
          <p:nvPr/>
        </p:nvSpPr>
        <p:spPr bwMode="auto">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endParaRPr/>
          </a:p>
        </p:txBody>
      </p:sp>
      <p:sp>
        <p:nvSpPr>
          <p:cNvPr id="431205978" name="Rectangle: Rounded Corners 1373434995"/>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555562975" name="Straight Connector 247695513"/>
          <p:cNvSpPr>
            <a:spLocks noGrp="1"/>
          </p:cNvSpPr>
          <p:nvPr/>
        </p:nvSpPr>
        <p:spPr bwMode="auto">
          <a:xfrm>
            <a:off x="1428750" y="3619500"/>
            <a:ext cx="8858250" cy="9525"/>
          </a:xfrm>
          <a:prstGeom prst="line">
            <a:avLst/>
          </a:prstGeom>
          <a:noFill/>
          <a:ln w="38100">
            <a:solidFill>
              <a:srgbClr val="CBD5E1"/>
            </a:solidFill>
            <a:prstDash val="solid"/>
          </a:ln>
        </p:spPr>
        <p:txBody>
          <a:bodyPr/>
          <a:lstStyle/>
          <a:p>
            <a:pPr>
              <a:buNone/>
              <a:defRPr/>
            </a:pPr>
            <a:endParaRPr/>
          </a:p>
        </p:txBody>
      </p:sp>
      <p:sp>
        <p:nvSpPr>
          <p:cNvPr id="42346921" name="Oval 628746849"/>
          <p:cNvSpPr>
            <a:spLocks noGrp="1"/>
          </p:cNvSpPr>
          <p:nvPr/>
        </p:nvSpPr>
        <p:spPr bwMode="auto">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endParaRPr/>
          </a:p>
        </p:txBody>
      </p:sp>
      <p:sp>
        <p:nvSpPr>
          <p:cNvPr id="744313137" name="Rectangle 1898660202"/>
          <p:cNvSpPr>
            <a:spLocks noGrp="1"/>
          </p:cNvSpPr>
          <p:nvPr/>
        </p:nvSpPr>
        <p:spPr bwMode="auto">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endParaRPr/>
          </a:p>
        </p:txBody>
      </p:sp>
      <p:sp>
        <p:nvSpPr>
          <p:cNvPr id="1562482906" name="Oval 901053968"/>
          <p:cNvSpPr>
            <a:spLocks noGrp="1"/>
          </p:cNvSpPr>
          <p:nvPr/>
        </p:nvSpPr>
        <p:spPr bwMode="auto">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endParaRPr/>
          </a:p>
        </p:txBody>
      </p:sp>
      <p:sp>
        <p:nvSpPr>
          <p:cNvPr id="1230342748" name="Rectangle 2049675483"/>
          <p:cNvSpPr>
            <a:spLocks noGrp="1"/>
          </p:cNvSpPr>
          <p:nvPr/>
        </p:nvSpPr>
        <p:spPr bwMode="auto">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endParaRPr/>
          </a:p>
        </p:txBody>
      </p:sp>
      <p:sp>
        <p:nvSpPr>
          <p:cNvPr id="607997578" name="Oval 80204406"/>
          <p:cNvSpPr>
            <a:spLocks noGrp="1"/>
          </p:cNvSpPr>
          <p:nvPr/>
        </p:nvSpPr>
        <p:spPr bwMode="auto">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endParaRPr/>
          </a:p>
        </p:txBody>
      </p:sp>
      <p:sp>
        <p:nvSpPr>
          <p:cNvPr id="1925607713" name="Rectangle 1419699716"/>
          <p:cNvSpPr>
            <a:spLocks noGrp="1"/>
          </p:cNvSpPr>
          <p:nvPr/>
        </p:nvSpPr>
        <p:spPr bwMode="auto">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endParaRPr/>
          </a:p>
        </p:txBody>
      </p:sp>
      <p:sp>
        <p:nvSpPr>
          <p:cNvPr id="1509017545" name="Oval 1824188964"/>
          <p:cNvSpPr>
            <a:spLocks noGrp="1"/>
          </p:cNvSpPr>
          <p:nvPr/>
        </p:nvSpPr>
        <p:spPr bwMode="auto">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endParaRPr/>
          </a:p>
        </p:txBody>
      </p:sp>
      <p:sp>
        <p:nvSpPr>
          <p:cNvPr id="394814573" name="Rectangle 1161191516"/>
          <p:cNvSpPr>
            <a:spLocks noGrp="1"/>
          </p:cNvSpPr>
          <p:nvPr/>
        </p:nvSpPr>
        <p:spPr bwMode="auto">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endParaRPr/>
          </a:p>
        </p:txBody>
      </p:sp>
      <p:sp>
        <p:nvSpPr>
          <p:cNvPr id="304702327" name="Oval 506955708"/>
          <p:cNvSpPr>
            <a:spLocks noGrp="1"/>
          </p:cNvSpPr>
          <p:nvPr/>
        </p:nvSpPr>
        <p:spPr bwMode="auto">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endParaRPr/>
          </a:p>
        </p:txBody>
      </p:sp>
      <p:sp>
        <p:nvSpPr>
          <p:cNvPr id="1869214438" name="Rectangle 1606354811"/>
          <p:cNvSpPr>
            <a:spLocks noGrp="1"/>
          </p:cNvSpPr>
          <p:nvPr/>
        </p:nvSpPr>
        <p:spPr bwMode="auto">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endParaRPr/>
          </a:p>
        </p:txBody>
      </p:sp>
      <p:sp>
        <p:nvSpPr>
          <p:cNvPr id="2036239671" name="Oval 759270822"/>
          <p:cNvSpPr>
            <a:spLocks noGrp="1"/>
          </p:cNvSpPr>
          <p:nvPr/>
        </p:nvSpPr>
        <p:spPr bwMode="auto">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endParaRPr/>
          </a:p>
        </p:txBody>
      </p:sp>
      <p:sp>
        <p:nvSpPr>
          <p:cNvPr id="1932745903" name="Rectangle 2044500735"/>
          <p:cNvSpPr>
            <a:spLocks noGrp="1"/>
          </p:cNvSpPr>
          <p:nvPr/>
        </p:nvSpPr>
        <p:spPr bwMode="auto">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endParaRPr/>
          </a:p>
        </p:txBody>
      </p:sp>
      <p:sp>
        <p:nvSpPr>
          <p:cNvPr id="580765458" name="Rectangle 421878984"/>
          <p:cNvSpPr>
            <a:spLocks noGrp="1"/>
          </p:cNvSpPr>
          <p:nvPr/>
        </p:nvSpPr>
        <p:spPr bwMode="auto">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endParaRPr/>
          </a:p>
        </p:txBody>
      </p:sp>
      <p:sp>
        <p:nvSpPr>
          <p:cNvPr id="1398252625" name="Rectangle 865122751"/>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67481098" name="Rectangle 72014441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endParaRPr/>
          </a:p>
        </p:txBody>
      </p:sp>
      <p:sp>
        <p:nvSpPr>
          <p:cNvPr id="1690059518" name="Rectangle 1225833152"/>
          <p:cNvSpPr>
            <a:spLocks noGrp="1"/>
          </p:cNvSpPr>
          <p:nvPr/>
        </p:nvSpPr>
        <p:spPr bwMode="auto">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endParaRPr/>
          </a:p>
        </p:txBody>
      </p:sp>
      <p:sp>
        <p:nvSpPr>
          <p:cNvPr id="223966021" name="Rectangle: Rounded Corners 259784900"/>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543128422" name="Rectangle: Rounded Corners 590363604"/>
          <p:cNvSpPr>
            <a:spLocks noGrp="1"/>
          </p:cNvSpPr>
          <p:nvPr/>
        </p:nvSpPr>
        <p:spPr bwMode="auto">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endParaRPr/>
          </a:p>
        </p:txBody>
      </p:sp>
      <p:sp>
        <p:nvSpPr>
          <p:cNvPr id="1250988402" name="Rectangle: Rounded Corners 646256513"/>
          <p:cNvSpPr>
            <a:spLocks noGrp="1"/>
          </p:cNvSpPr>
          <p:nvPr/>
        </p:nvSpPr>
        <p:spPr bwMode="auto">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endParaRPr/>
          </a:p>
        </p:txBody>
      </p:sp>
      <p:sp>
        <p:nvSpPr>
          <p:cNvPr id="1575484527" name="Rectangle: Rounded Corners 904291872"/>
          <p:cNvSpPr>
            <a:spLocks noGrp="1"/>
          </p:cNvSpPr>
          <p:nvPr/>
        </p:nvSpPr>
        <p:spPr bwMode="auto">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endParaRPr/>
          </a:p>
        </p:txBody>
      </p:sp>
      <p:sp>
        <p:nvSpPr>
          <p:cNvPr id="2082633885" name="Rectangle: Rounded Corners 1609756684"/>
          <p:cNvSpPr>
            <a:spLocks noGrp="1"/>
          </p:cNvSpPr>
          <p:nvPr/>
        </p:nvSpPr>
        <p:spPr bwMode="auto">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endParaRPr/>
          </a:p>
        </p:txBody>
      </p:sp>
      <p:sp>
        <p:nvSpPr>
          <p:cNvPr id="33294963" name="Rectangle: Rounded Corners 855592258"/>
          <p:cNvSpPr>
            <a:spLocks noGrp="1"/>
          </p:cNvSpPr>
          <p:nvPr/>
        </p:nvSpPr>
        <p:spPr bwMode="auto">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endParaRPr/>
          </a:p>
        </p:txBody>
      </p:sp>
      <p:sp>
        <p:nvSpPr>
          <p:cNvPr id="748986957" name="Straight Connector 607889825"/>
          <p:cNvSpPr>
            <a:spLocks noGrp="1"/>
          </p:cNvSpPr>
          <p:nvPr/>
        </p:nvSpPr>
        <p:spPr bwMode="auto">
          <a:xfrm>
            <a:off x="1428750" y="4143375"/>
            <a:ext cx="8858250" cy="9525"/>
          </a:xfrm>
          <a:prstGeom prst="line">
            <a:avLst/>
          </a:prstGeom>
          <a:noFill/>
          <a:ln w="28575">
            <a:solidFill>
              <a:srgbClr val="CBD5E1"/>
            </a:solidFill>
            <a:prstDash val="solid"/>
          </a:ln>
        </p:spPr>
        <p:txBody>
          <a:bodyPr/>
          <a:lstStyle/>
          <a:p>
            <a:pPr>
              <a:buNone/>
              <a:defRPr/>
            </a:pPr>
            <a:endParaRPr/>
          </a:p>
        </p:txBody>
      </p:sp>
      <p:sp>
        <p:nvSpPr>
          <p:cNvPr id="661696046" name="Rectangle 1601584250"/>
          <p:cNvSpPr>
            <a:spLocks noGrp="1"/>
          </p:cNvSpPr>
          <p:nvPr/>
        </p:nvSpPr>
        <p:spPr bwMode="auto">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endParaRPr/>
          </a:p>
        </p:txBody>
      </p:sp>
      <p:sp>
        <p:nvSpPr>
          <p:cNvPr id="1358912657" name="Rectangle 734795484"/>
          <p:cNvSpPr>
            <a:spLocks noGrp="1"/>
          </p:cNvSpPr>
          <p:nvPr/>
        </p:nvSpPr>
        <p:spPr bwMode="auto">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endParaRPr/>
          </a:p>
        </p:txBody>
      </p:sp>
      <p:sp>
        <p:nvSpPr>
          <p:cNvPr id="1423609628" name="Rectangle 28239208"/>
          <p:cNvSpPr>
            <a:spLocks noGrp="1"/>
          </p:cNvSpPr>
          <p:nvPr/>
        </p:nvSpPr>
        <p:spPr bwMode="auto">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endParaRPr/>
          </a:p>
        </p:txBody>
      </p:sp>
      <p:sp>
        <p:nvSpPr>
          <p:cNvPr id="1873280703" name="Rectangle 125038690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58819581" name="Rectangle 166713552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endParaRPr/>
          </a:p>
        </p:txBody>
      </p:sp>
      <p:sp>
        <p:nvSpPr>
          <p:cNvPr id="843552744" name="Rectangle 753528189"/>
          <p:cNvSpPr>
            <a:spLocks noGrp="1"/>
          </p:cNvSpPr>
          <p:nvPr/>
        </p:nvSpPr>
        <p:spPr bwMode="auto">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endParaRPr/>
          </a:p>
        </p:txBody>
      </p:sp>
      <p:sp>
        <p:nvSpPr>
          <p:cNvPr id="1917431269" name="Rectangle: Rounded Corners 870951437"/>
          <p:cNvSpPr>
            <a:spLocks noGrp="1"/>
          </p:cNvSpPr>
          <p:nvPr/>
        </p:nvSpPr>
        <p:spPr bwMode="auto">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pPr>
              <a:buNone/>
              <a:defRPr/>
            </a:pPr>
            <a:endParaRPr/>
          </a:p>
        </p:txBody>
      </p:sp>
      <p:sp>
        <p:nvSpPr>
          <p:cNvPr id="1210504430" name="Rectangle: Rounded Corners 1803074334"/>
          <p:cNvSpPr>
            <a:spLocks noGrp="1"/>
          </p:cNvSpPr>
          <p:nvPr/>
        </p:nvSpPr>
        <p:spPr bwMode="auto">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endParaRPr/>
          </a:p>
        </p:txBody>
      </p:sp>
      <p:sp>
        <p:nvSpPr>
          <p:cNvPr id="1050347146" name="Arrow: Right 2018184415"/>
          <p:cNvSpPr>
            <a:spLocks noGrp="1"/>
          </p:cNvSpPr>
          <p:nvPr/>
        </p:nvSpPr>
        <p:spPr bwMode="auto">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1046148278" name="Rectangle: Rounded Corners 850855695"/>
          <p:cNvSpPr>
            <a:spLocks noGrp="1"/>
          </p:cNvSpPr>
          <p:nvPr/>
        </p:nvSpPr>
        <p:spPr bwMode="auto">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endParaRPr/>
          </a:p>
        </p:txBody>
      </p:sp>
      <p:sp>
        <p:nvSpPr>
          <p:cNvPr id="1564227438" name="Arrow: Right 1111035308"/>
          <p:cNvSpPr>
            <a:spLocks noGrp="1"/>
          </p:cNvSpPr>
          <p:nvPr/>
        </p:nvSpPr>
        <p:spPr bwMode="auto">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293094491" name="Rectangle: Rounded Corners 360549355"/>
          <p:cNvSpPr>
            <a:spLocks noGrp="1"/>
          </p:cNvSpPr>
          <p:nvPr/>
        </p:nvSpPr>
        <p:spPr bwMode="auto">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endParaRPr/>
          </a:p>
        </p:txBody>
      </p:sp>
      <p:sp>
        <p:nvSpPr>
          <p:cNvPr id="1291006185" name="Arrow: Right 1294665978"/>
          <p:cNvSpPr>
            <a:spLocks noGrp="1"/>
          </p:cNvSpPr>
          <p:nvPr/>
        </p:nvSpPr>
        <p:spPr bwMode="auto">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pPr>
              <a:buNone/>
              <a:defRPr/>
            </a:pPr>
            <a:endParaRPr/>
          </a:p>
        </p:txBody>
      </p:sp>
      <p:sp>
        <p:nvSpPr>
          <p:cNvPr id="320198073" name="Rectangle: Rounded Corners 1581615348"/>
          <p:cNvSpPr>
            <a:spLocks noGrp="1"/>
          </p:cNvSpPr>
          <p:nvPr/>
        </p:nvSpPr>
        <p:spPr bwMode="auto">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endParaRPr/>
          </a:p>
        </p:txBody>
      </p:sp>
      <p:sp>
        <p:nvSpPr>
          <p:cNvPr id="1006204126" name="Rectangle: Rounded Corners 143885393"/>
          <p:cNvSpPr>
            <a:spLocks noGrp="1"/>
          </p:cNvSpPr>
          <p:nvPr/>
        </p:nvSpPr>
        <p:spPr bwMode="auto">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endParaRPr/>
          </a:p>
        </p:txBody>
      </p:sp>
      <p:sp>
        <p:nvSpPr>
          <p:cNvPr id="1813036071" name="Rectangle 310012483"/>
          <p:cNvSpPr>
            <a:spLocks noGrp="1"/>
          </p:cNvSpPr>
          <p:nvPr/>
        </p:nvSpPr>
        <p:spPr bwMode="auto">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endParaRPr/>
          </a:p>
        </p:txBody>
      </p:sp>
      <p:sp>
        <p:nvSpPr>
          <p:cNvPr id="938338951" name="Rectangle 131870986"/>
          <p:cNvSpPr>
            <a:spLocks noGrp="1"/>
          </p:cNvSpPr>
          <p:nvPr/>
        </p:nvSpPr>
        <p:spPr bwMode="auto">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endParaRPr/>
          </a:p>
        </p:txBody>
      </p:sp>
      <p:sp>
        <p:nvSpPr>
          <p:cNvPr id="1628474823" name="Rectangle 20420905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96797490" name="Rectangle 174762547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endParaRPr/>
          </a:p>
        </p:txBody>
      </p:sp>
      <p:sp>
        <p:nvSpPr>
          <p:cNvPr id="753062319" name="Rectangle 1692741899"/>
          <p:cNvSpPr>
            <a:spLocks noGrp="1"/>
          </p:cNvSpPr>
          <p:nvPr/>
        </p:nvSpPr>
        <p:spPr bwMode="auto">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endParaRPr/>
          </a:p>
        </p:txBody>
      </p:sp>
      <p:sp>
        <p:nvSpPr>
          <p:cNvPr id="456531164" name="Rectangle: Rounded Corners 258575892"/>
          <p:cNvSpPr>
            <a:spLocks noGrp="1"/>
          </p:cNvSpPr>
          <p:nvPr/>
        </p:nvSpPr>
        <p:spPr bwMode="auto">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pPr>
              <a:buNone/>
              <a:defRPr/>
            </a:pPr>
            <a:endParaRPr/>
          </a:p>
        </p:txBody>
      </p:sp>
      <p:sp>
        <p:nvSpPr>
          <p:cNvPr id="1577463981" name="Rectangle: Rounded Corners 1069258196"/>
          <p:cNvSpPr>
            <a:spLocks noGrp="1"/>
          </p:cNvSpPr>
          <p:nvPr/>
        </p:nvSpPr>
        <p:spPr bwMode="auto">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600" b="1">
                <a:solidFill>
                  <a:srgbClr val="0B0F19"/>
                </a:solidFill>
              </a:defRPr>
            </a:pPr>
            <a:r>
              <a:rPr sz="1600" b="1">
                <a:solidFill>
                  <a:srgbClr val="0B0F19"/>
                </a:solidFill>
              </a:rPr>
              <a:t>Known: FFNs detect and combine learned features.</a:t>
            </a:r>
            <a:endParaRPr/>
          </a:p>
        </p:txBody>
      </p:sp>
      <p:sp>
        <p:nvSpPr>
          <p:cNvPr id="1084804629" name="Rectangle: Rounded Corners 1837153769"/>
          <p:cNvSpPr>
            <a:spLocks noGrp="1"/>
          </p:cNvSpPr>
          <p:nvPr/>
        </p:nvSpPr>
        <p:spPr bwMode="auto">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50" b="1">
                <a:solidFill>
                  <a:srgbClr val="0B0F19"/>
                </a:solidFill>
              </a:defRPr>
            </a:pPr>
            <a:r>
              <a:rPr sz="1450" b="1">
                <a:solidFill>
                  <a:srgbClr val="0B0F19"/>
                </a:solidFill>
              </a:rPr>
              <a:t>Evidence: FFN weights can act like key–value parameter memory.</a:t>
            </a:r>
            <a:endParaRPr/>
          </a:p>
        </p:txBody>
      </p:sp>
      <p:sp>
        <p:nvSpPr>
          <p:cNvPr id="1134617090" name="Rectangle: Rounded Corners 744058578"/>
          <p:cNvSpPr>
            <a:spLocks noGrp="1"/>
          </p:cNvSpPr>
          <p:nvPr/>
        </p:nvSpPr>
        <p:spPr bwMode="auto">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50" b="1">
                <a:solidFill>
                  <a:srgbClr val="FF4D4F"/>
                </a:solidFill>
              </a:defRPr>
            </a:pPr>
            <a:r>
              <a:rPr sz="1450" b="1">
                <a:solidFill>
                  <a:srgbClr val="FF4D4F"/>
                </a:solidFill>
              </a:rPr>
              <a:t>Ablations: reducing FFN capacity shifts work elsewhere and can cost more compute.</a:t>
            </a:r>
            <a:endParaRPr/>
          </a:p>
        </p:txBody>
      </p:sp>
      <p:sp>
        <p:nvSpPr>
          <p:cNvPr id="1310362286" name="Rectangle 1294874812"/>
          <p:cNvSpPr>
            <a:spLocks noGrp="1"/>
          </p:cNvSpPr>
          <p:nvPr/>
        </p:nvSpPr>
        <p:spPr bwMode="auto">
          <a:xfrm>
            <a:off x="1000125" y="1657350"/>
            <a:ext cx="4953000" cy="609600"/>
          </a:xfrm>
          <a:prstGeom prst="rect">
            <a:avLst/>
          </a:prstGeom>
          <a:noFill/>
          <a:ln w="0">
            <a:noFill/>
            <a:prstDash val="solid"/>
          </a:ln>
        </p:spPr>
        <p:txBody>
          <a:bodyPr anchor="ctr"/>
          <a:lstStyle/>
          <a:p>
            <a:pPr algn="l">
              <a:buNone/>
              <a:defRPr sz="1600" b="1">
                <a:solidFill>
                  <a:srgbClr val="2563EB"/>
                </a:solidFill>
              </a:defRPr>
            </a:pPr>
            <a:r>
              <a:rPr sz="1600" b="1">
                <a:solidFill>
                  <a:srgbClr val="2563EB"/>
                </a:solidFill>
              </a:rPr>
              <a:t>Attention mixes tokens; the FFN transforms each token nonlinearly.</a:t>
            </a:r>
            <a:endParaRPr/>
          </a:p>
        </p:txBody>
      </p:sp>
      <p:sp>
        <p:nvSpPr>
          <p:cNvPr id="389216636" name="Rectangle 1106276676"/>
          <p:cNvSpPr>
            <a:spLocks noGrp="1"/>
          </p:cNvSpPr>
          <p:nvPr/>
        </p:nvSpPr>
        <p:spPr bwMode="auto">
          <a:xfrm>
            <a:off x="1000125" y="5124450"/>
            <a:ext cx="4953000" cy="590549"/>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endParaRPr/>
          </a:p>
        </p:txBody>
      </p:sp>
      <p:sp>
        <p:nvSpPr>
          <p:cNvPr id="1246339734" name="Rectangle 1479918333"/>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66</a:t>
            </a:r>
            <a:endParaRPr/>
          </a:p>
        </p:txBody>
      </p:sp>
      <p:pic>
        <p:nvPicPr>
          <p:cNvPr id="665599973" name="Picture 1837153780"/>
          <p:cNvPicPr>
            <a:picLocks noChangeAspect="1"/>
          </p:cNvPicPr>
          <p:nvPr/>
        </p:nvPicPr>
        <p:blipFill rotWithShape="1">
          <a:blip r:embed="rId3"/>
          <a:stretch/>
        </p:blipFill>
        <p:spPr bwMode="auto">
          <a:xfrm>
            <a:off x="7084067" y="1543050"/>
            <a:ext cx="3310241" cy="43815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23215175" name="Rectangle 935271156"/>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Diffusion</a:t>
            </a:r>
            <a:endParaRPr/>
          </a:p>
        </p:txBody>
      </p:sp>
      <p:sp>
        <p:nvSpPr>
          <p:cNvPr id="598188933" name="Rectangle 251777344"/>
          <p:cNvSpPr>
            <a:spLocks noGrp="1"/>
          </p:cNvSpPr>
          <p:nvPr/>
        </p:nvSpPr>
        <p:spPr bwMode="auto">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Diffusion learns to reverse noise</a:t>
            </a:r>
            <a:endParaRPr/>
          </a:p>
        </p:txBody>
      </p:sp>
      <p:sp>
        <p:nvSpPr>
          <p:cNvPr id="1421802763" name="Rectangle: Rounded Corners 1456392341"/>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242434450" name="Rectangle 149597573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67</a:t>
            </a:r>
            <a:endParaRPr/>
          </a:p>
        </p:txBody>
      </p:sp>
      <p:pic>
        <p:nvPicPr>
          <p:cNvPr id="1539530433" name="Picture 1495975738"/>
          <p:cNvPicPr>
            <a:picLocks noChangeAspect="1"/>
          </p:cNvPicPr>
          <p:nvPr/>
        </p:nvPicPr>
        <p:blipFill rotWithShape="1">
          <a:blip r:embed="rId3"/>
          <a:srcRect l="0" t="15961" r="0" b="15960"/>
          <a:stretch/>
        </p:blipFill>
        <p:spPr bwMode="auto">
          <a:xfrm>
            <a:off x="1000125" y="1695450"/>
            <a:ext cx="10191750" cy="3905250"/>
          </a:xfrm>
          <a:prstGeom prst="rect">
            <a:avLst/>
          </a:prstGeom>
        </p:spPr>
      </p:pic>
      <p:sp>
        <p:nvSpPr>
          <p:cNvPr id="169255831" name="diffusion-forward-label"/>
          <p:cNvSpPr>
            <a:spLocks noGrp="1"/>
          </p:cNvSpPr>
          <p:nvPr/>
        </p:nvSpPr>
        <p:spPr bwMode="auto">
          <a:xfrm>
            <a:off x="1571625" y="1600200"/>
            <a:ext cx="3429000" cy="342900"/>
          </a:xfrm>
          <a:prstGeom prst="rect">
            <a:avLst/>
          </a:prstGeom>
          <a:noFill/>
          <a:ln w="0">
            <a:noFill/>
            <a:prstDash val="solid"/>
          </a:ln>
        </p:spPr>
        <p:txBody>
          <a:bodyPr/>
          <a:lstStyle/>
          <a:p>
            <a:pPr algn="l">
              <a:buNone/>
              <a:defRPr sz="1500" b="1">
                <a:solidFill>
                  <a:srgbClr val="667085"/>
                </a:solidFill>
              </a:defRPr>
            </a:pPr>
            <a:r>
              <a:rPr sz="1500" b="1">
                <a:solidFill>
                  <a:srgbClr val="667085"/>
                </a:solidFill>
              </a:rPr>
              <a:t>Forward: gradually add noise →</a:t>
            </a:r>
            <a:endParaRPr/>
          </a:p>
        </p:txBody>
      </p:sp>
      <p:sp>
        <p:nvSpPr>
          <p:cNvPr id="2104070213" name="diffusion-reverse-label"/>
          <p:cNvSpPr>
            <a:spLocks noGrp="1"/>
          </p:cNvSpPr>
          <p:nvPr/>
        </p:nvSpPr>
        <p:spPr bwMode="auto">
          <a:xfrm>
            <a:off x="6381750" y="5467350"/>
            <a:ext cx="4381500" cy="381000"/>
          </a:xfrm>
          <a:prstGeom prst="rect">
            <a:avLst/>
          </a:prstGeom>
          <a:noFill/>
          <a:ln w="0">
            <a:noFill/>
            <a:prstDash val="solid"/>
          </a:ln>
        </p:spPr>
        <p:txBody>
          <a:bodyPr/>
          <a:lstStyle/>
          <a:p>
            <a:pPr algn="r">
              <a:buNone/>
              <a:defRPr sz="1500" b="1">
                <a:solidFill>
                  <a:srgbClr val="2563EB"/>
                </a:solidFill>
              </a:defRPr>
            </a:pPr>
            <a:r>
              <a:rPr sz="1500" b="1">
                <a:solidFill>
                  <a:srgbClr val="2563EB"/>
                </a:solidFill>
              </a:rPr>
              <a:t>← Generation: predict and remove noise step by step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03436654" name="Rectangle 550399601"/>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endParaRPr/>
          </a:p>
        </p:txBody>
      </p:sp>
      <p:sp>
        <p:nvSpPr>
          <p:cNvPr id="1634925376" name="Rectangle 882538346"/>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endParaRPr/>
          </a:p>
        </p:txBody>
      </p:sp>
      <p:sp>
        <p:nvSpPr>
          <p:cNvPr id="116802075" name="Rectangle: Rounded Corners 1990867235"/>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863817680" name="Rectangle 9623160"/>
          <p:cNvSpPr>
            <a:spLocks noGrp="1"/>
          </p:cNvSpPr>
          <p:nvPr/>
        </p:nvSpPr>
        <p:spPr bwMode="auto">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endParaRPr/>
          </a:p>
        </p:txBody>
      </p:sp>
      <p:sp>
        <p:nvSpPr>
          <p:cNvPr id="1957445447" name="Rectangle: Rounded Corners 114855872"/>
          <p:cNvSpPr>
            <a:spLocks noGrp="1"/>
          </p:cNvSpPr>
          <p:nvPr/>
        </p:nvSpPr>
        <p:spPr bwMode="auto">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266360215" name="Rectangle: Rounded Corners 734158913"/>
          <p:cNvSpPr>
            <a:spLocks noGrp="1"/>
          </p:cNvSpPr>
          <p:nvPr/>
        </p:nvSpPr>
        <p:spPr bwMode="auto">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211754511" name="Rectangle: Rounded Corners 1596678256"/>
          <p:cNvSpPr>
            <a:spLocks noGrp="1"/>
          </p:cNvSpPr>
          <p:nvPr/>
        </p:nvSpPr>
        <p:spPr bwMode="auto">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1033512906" name="Rectangle: Rounded Corners 2059288131"/>
          <p:cNvSpPr>
            <a:spLocks noGrp="1"/>
          </p:cNvSpPr>
          <p:nvPr/>
        </p:nvSpPr>
        <p:spPr bwMode="auto">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283720931" name="Rectangle: Rounded Corners 1010991302"/>
          <p:cNvSpPr>
            <a:spLocks noGrp="1"/>
          </p:cNvSpPr>
          <p:nvPr/>
        </p:nvSpPr>
        <p:spPr bwMode="auto">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1451448650" name="Rectangle: Rounded Corners 1730168992"/>
          <p:cNvSpPr>
            <a:spLocks noGrp="1"/>
          </p:cNvSpPr>
          <p:nvPr/>
        </p:nvSpPr>
        <p:spPr bwMode="auto">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1150487945" name="Straight Connector 427538637"/>
          <p:cNvSpPr>
            <a:spLocks noGrp="1"/>
          </p:cNvSpPr>
          <p:nvPr/>
        </p:nvSpPr>
        <p:spPr bwMode="auto">
          <a:xfrm>
            <a:off x="5524500" y="2819400"/>
            <a:ext cx="9525" cy="285750"/>
          </a:xfrm>
          <a:prstGeom prst="line">
            <a:avLst/>
          </a:prstGeom>
          <a:noFill/>
          <a:ln w="23813">
            <a:solidFill>
              <a:srgbClr val="CBD5E1"/>
            </a:solidFill>
            <a:prstDash val="solid"/>
          </a:ln>
        </p:spPr>
        <p:txBody>
          <a:bodyPr/>
          <a:lstStyle/>
          <a:p>
            <a:pPr>
              <a:buNone/>
              <a:defRPr/>
            </a:pPr>
            <a:endParaRPr/>
          </a:p>
        </p:txBody>
      </p:sp>
      <p:sp>
        <p:nvSpPr>
          <p:cNvPr id="2101512647" name="Rectangle 317775176"/>
          <p:cNvSpPr>
            <a:spLocks noGrp="1"/>
          </p:cNvSpPr>
          <p:nvPr/>
        </p:nvSpPr>
        <p:spPr bwMode="auto">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endParaRPr/>
          </a:p>
        </p:txBody>
      </p:sp>
      <p:sp>
        <p:nvSpPr>
          <p:cNvPr id="1527463253" name="Rectangle: Rounded Corners 947755655"/>
          <p:cNvSpPr>
            <a:spLocks noGrp="1"/>
          </p:cNvSpPr>
          <p:nvPr/>
        </p:nvSpPr>
        <p:spPr bwMode="auto">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endParaRPr/>
          </a:p>
        </p:txBody>
      </p:sp>
      <p:sp>
        <p:nvSpPr>
          <p:cNvPr id="208228509" name="Rectangle: Rounded Corners 1310797679"/>
          <p:cNvSpPr>
            <a:spLocks noGrp="1"/>
          </p:cNvSpPr>
          <p:nvPr/>
        </p:nvSpPr>
        <p:spPr bwMode="auto">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2060535956" name="Rectangle: Rounded Corners 1996140323"/>
          <p:cNvSpPr>
            <a:spLocks noGrp="1"/>
          </p:cNvSpPr>
          <p:nvPr/>
        </p:nvSpPr>
        <p:spPr bwMode="auto">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endParaRPr/>
          </a:p>
        </p:txBody>
      </p:sp>
      <p:sp>
        <p:nvSpPr>
          <p:cNvPr id="466085495" name="Rectangle: Rounded Corners 242163070"/>
          <p:cNvSpPr>
            <a:spLocks noGrp="1"/>
          </p:cNvSpPr>
          <p:nvPr/>
        </p:nvSpPr>
        <p:spPr bwMode="auto">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939271043" name="Rectangle: Rounded Corners 787924439"/>
          <p:cNvSpPr>
            <a:spLocks noGrp="1"/>
          </p:cNvSpPr>
          <p:nvPr/>
        </p:nvSpPr>
        <p:spPr bwMode="auto">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1120146947" name="Rectangle: Rounded Corners 2036973233"/>
          <p:cNvSpPr>
            <a:spLocks noGrp="1"/>
          </p:cNvSpPr>
          <p:nvPr/>
        </p:nvSpPr>
        <p:spPr bwMode="auto">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endParaRPr/>
          </a:p>
        </p:txBody>
      </p:sp>
      <p:sp>
        <p:nvSpPr>
          <p:cNvPr id="1874336483" name="Straight Connector 2017847098"/>
          <p:cNvSpPr>
            <a:spLocks noGrp="1"/>
          </p:cNvSpPr>
          <p:nvPr/>
        </p:nvSpPr>
        <p:spPr bwMode="auto">
          <a:xfrm>
            <a:off x="5524500" y="3848100"/>
            <a:ext cx="9525" cy="285750"/>
          </a:xfrm>
          <a:prstGeom prst="line">
            <a:avLst/>
          </a:prstGeom>
          <a:noFill/>
          <a:ln w="23813">
            <a:solidFill>
              <a:srgbClr val="CBD5E1"/>
            </a:solidFill>
            <a:prstDash val="solid"/>
          </a:ln>
        </p:spPr>
        <p:txBody>
          <a:bodyPr/>
          <a:lstStyle/>
          <a:p>
            <a:pPr>
              <a:buNone/>
              <a:defRPr/>
            </a:pPr>
            <a:endParaRPr/>
          </a:p>
        </p:txBody>
      </p:sp>
      <p:sp>
        <p:nvSpPr>
          <p:cNvPr id="1092181606" name="Rectangle 420069148"/>
          <p:cNvSpPr>
            <a:spLocks noGrp="1"/>
          </p:cNvSpPr>
          <p:nvPr/>
        </p:nvSpPr>
        <p:spPr bwMode="auto">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endParaRPr/>
          </a:p>
        </p:txBody>
      </p:sp>
      <p:sp>
        <p:nvSpPr>
          <p:cNvPr id="231824384" name="Rectangle: Rounded Corners 1532010383"/>
          <p:cNvSpPr>
            <a:spLocks noGrp="1"/>
          </p:cNvSpPr>
          <p:nvPr/>
        </p:nvSpPr>
        <p:spPr bwMode="auto">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endParaRPr/>
          </a:p>
        </p:txBody>
      </p:sp>
      <p:sp>
        <p:nvSpPr>
          <p:cNvPr id="1198861054" name="Rectangle: Rounded Corners 1983276117"/>
          <p:cNvSpPr>
            <a:spLocks noGrp="1"/>
          </p:cNvSpPr>
          <p:nvPr/>
        </p:nvSpPr>
        <p:spPr bwMode="auto">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endParaRPr/>
          </a:p>
        </p:txBody>
      </p:sp>
      <p:sp>
        <p:nvSpPr>
          <p:cNvPr id="1924573370" name="Rectangle: Rounded Corners 1047163946"/>
          <p:cNvSpPr>
            <a:spLocks noGrp="1"/>
          </p:cNvSpPr>
          <p:nvPr/>
        </p:nvSpPr>
        <p:spPr bwMode="auto">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endParaRPr/>
          </a:p>
        </p:txBody>
      </p:sp>
      <p:sp>
        <p:nvSpPr>
          <p:cNvPr id="286367865" name="Rectangle: Rounded Corners 523171807"/>
          <p:cNvSpPr>
            <a:spLocks noGrp="1"/>
          </p:cNvSpPr>
          <p:nvPr/>
        </p:nvSpPr>
        <p:spPr bwMode="auto">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endParaRPr/>
          </a:p>
        </p:txBody>
      </p:sp>
      <p:sp>
        <p:nvSpPr>
          <p:cNvPr id="688011616" name="Rectangle: Rounded Corners 752356456"/>
          <p:cNvSpPr>
            <a:spLocks noGrp="1"/>
          </p:cNvSpPr>
          <p:nvPr/>
        </p:nvSpPr>
        <p:spPr bwMode="auto">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endParaRPr/>
          </a:p>
        </p:txBody>
      </p:sp>
      <p:sp>
        <p:nvSpPr>
          <p:cNvPr id="1383838002" name="Rectangle: Rounded Corners 816374805"/>
          <p:cNvSpPr>
            <a:spLocks noGrp="1"/>
          </p:cNvSpPr>
          <p:nvPr/>
        </p:nvSpPr>
        <p:spPr bwMode="auto">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endParaRPr/>
          </a:p>
        </p:txBody>
      </p:sp>
      <p:sp>
        <p:nvSpPr>
          <p:cNvPr id="791878272" name="Straight Connector 1386166301"/>
          <p:cNvSpPr>
            <a:spLocks noGrp="1"/>
          </p:cNvSpPr>
          <p:nvPr/>
        </p:nvSpPr>
        <p:spPr bwMode="auto">
          <a:xfrm>
            <a:off x="5524500" y="4876800"/>
            <a:ext cx="9525" cy="285750"/>
          </a:xfrm>
          <a:prstGeom prst="line">
            <a:avLst/>
          </a:prstGeom>
          <a:noFill/>
          <a:ln w="23813">
            <a:solidFill>
              <a:srgbClr val="CBD5E1"/>
            </a:solidFill>
            <a:prstDash val="solid"/>
          </a:ln>
        </p:spPr>
        <p:txBody>
          <a:bodyPr/>
          <a:lstStyle/>
          <a:p>
            <a:pPr>
              <a:buNone/>
              <a:defRPr/>
            </a:pPr>
            <a:endParaRPr/>
          </a:p>
        </p:txBody>
      </p:sp>
      <p:sp>
        <p:nvSpPr>
          <p:cNvPr id="926479976" name="Rectangle 1180679312"/>
          <p:cNvSpPr>
            <a:spLocks noGrp="1"/>
          </p:cNvSpPr>
          <p:nvPr/>
        </p:nvSpPr>
        <p:spPr bwMode="auto">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endParaRPr/>
          </a:p>
        </p:txBody>
      </p:sp>
      <p:sp>
        <p:nvSpPr>
          <p:cNvPr id="401557387" name="Rectangle: Rounded Corners 1119801345"/>
          <p:cNvSpPr>
            <a:spLocks noGrp="1"/>
          </p:cNvSpPr>
          <p:nvPr/>
        </p:nvSpPr>
        <p:spPr bwMode="auto">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endParaRPr/>
          </a:p>
        </p:txBody>
      </p:sp>
      <p:sp>
        <p:nvSpPr>
          <p:cNvPr id="909026014" name="Rectangle: Rounded Corners 563472098"/>
          <p:cNvSpPr>
            <a:spLocks noGrp="1"/>
          </p:cNvSpPr>
          <p:nvPr/>
        </p:nvSpPr>
        <p:spPr bwMode="auto">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endParaRPr/>
          </a:p>
        </p:txBody>
      </p:sp>
      <p:sp>
        <p:nvSpPr>
          <p:cNvPr id="1127714135" name="Rectangle: Rounded Corners 1869507790"/>
          <p:cNvSpPr>
            <a:spLocks noGrp="1"/>
          </p:cNvSpPr>
          <p:nvPr/>
        </p:nvSpPr>
        <p:spPr bwMode="auto">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endParaRPr/>
          </a:p>
        </p:txBody>
      </p:sp>
      <p:sp>
        <p:nvSpPr>
          <p:cNvPr id="692187432" name="Rectangle: Rounded Corners 2113559938"/>
          <p:cNvSpPr>
            <a:spLocks noGrp="1"/>
          </p:cNvSpPr>
          <p:nvPr/>
        </p:nvSpPr>
        <p:spPr bwMode="auto">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endParaRPr/>
          </a:p>
        </p:txBody>
      </p:sp>
      <p:sp>
        <p:nvSpPr>
          <p:cNvPr id="664996071" name="Rectangle: Rounded Corners 274418513"/>
          <p:cNvSpPr>
            <a:spLocks noGrp="1"/>
          </p:cNvSpPr>
          <p:nvPr/>
        </p:nvSpPr>
        <p:spPr bwMode="auto">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endParaRPr/>
          </a:p>
        </p:txBody>
      </p:sp>
      <p:sp>
        <p:nvSpPr>
          <p:cNvPr id="190386458" name="Rectangle: Rounded Corners 1941550636"/>
          <p:cNvSpPr>
            <a:spLocks noGrp="1"/>
          </p:cNvSpPr>
          <p:nvPr/>
        </p:nvSpPr>
        <p:spPr bwMode="auto">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endParaRPr/>
          </a:p>
        </p:txBody>
      </p:sp>
      <p:sp>
        <p:nvSpPr>
          <p:cNvPr id="1210216265" name="Rectangle 1798355039"/>
          <p:cNvSpPr>
            <a:spLocks noGrp="1"/>
          </p:cNvSpPr>
          <p:nvPr/>
        </p:nvSpPr>
        <p:spPr bwMode="auto">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endParaRPr/>
          </a:p>
        </p:txBody>
      </p:sp>
      <p:sp>
        <p:nvSpPr>
          <p:cNvPr id="1588861362" name="Rectangle 116188698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68</a:t>
            </a:r>
            <a:endParaRPr/>
          </a:p>
        </p:txBody>
      </p:sp>
      <p:sp>
        <p:nvSpPr>
          <p:cNvPr id="1957337183" name="mercury-example-divider"/>
          <p:cNvSpPr>
            <a:spLocks noGrp="1"/>
          </p:cNvSpPr>
          <p:nvPr/>
        </p:nvSpPr>
        <p:spPr bwMode="auto">
          <a:xfrm>
            <a:off x="8763000" y="2266950"/>
            <a:ext cx="9525" cy="2857500"/>
          </a:xfrm>
          <a:prstGeom prst="line">
            <a:avLst/>
          </a:prstGeom>
          <a:noFill/>
          <a:ln w="14288">
            <a:solidFill>
              <a:srgbClr val="CBD5E1"/>
            </a:solidFill>
            <a:prstDash val="solid"/>
          </a:ln>
        </p:spPr>
        <p:txBody>
          <a:bodyPr/>
          <a:lstStyle/>
          <a:p>
            <a:pPr>
              <a:buNone/>
              <a:defRPr/>
            </a:pPr>
            <a:endParaRPr/>
          </a:p>
        </p:txBody>
      </p:sp>
      <p:sp>
        <p:nvSpPr>
          <p:cNvPr id="1518258513" name="mercury-example-label"/>
          <p:cNvSpPr>
            <a:spLocks noGrp="1"/>
          </p:cNvSpPr>
          <p:nvPr/>
        </p:nvSpPr>
        <p:spPr bwMode="auto">
          <a:xfrm>
            <a:off x="9067800" y="2362199"/>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endParaRPr/>
          </a:p>
        </p:txBody>
      </p:sp>
      <p:sp>
        <p:nvSpPr>
          <p:cNvPr id="423970931" name="mercury-2-link"/>
          <p:cNvSpPr>
            <a:spLocks noGrp="1"/>
          </p:cNvSpPr>
          <p:nvPr/>
        </p:nvSpPr>
        <p:spPr bwMode="auto">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u="sng">
                <a:solidFill>
                  <a:srgbClr val="7C3AED"/>
                </a:solidFill>
                <a:hlinkClick r:id="rId3" tooltip=""/>
              </a:rPr>
              <a:t>Transformer dLLM</a:t>
            </a:r>
            <a:endParaRPr/>
          </a:p>
        </p:txBody>
      </p:sp>
      <p:sp>
        <p:nvSpPr>
          <p:cNvPr id="1142289383" name="mercury-example-description"/>
          <p:cNvSpPr>
            <a:spLocks noGrp="1"/>
          </p:cNvSpPr>
          <p:nvPr/>
        </p:nvSpPr>
        <p:spPr bwMode="auto">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endParaRPr/>
          </a:p>
          <a:p>
            <a:pPr algn="l">
              <a:buNone/>
              <a:defRPr sz="1350" b="0">
                <a:solidFill>
                  <a:srgbClr val="0B0F19"/>
                </a:solidFill>
              </a:defRPr>
            </a:pPr>
            <a:r>
              <a:rPr sz="1350" b="0">
                <a:solidFill>
                  <a:srgbClr val="0B0F19"/>
                </a:solidFill>
              </a:rPr>
              <a:t>→ parallel predictions</a:t>
            </a:r>
            <a:endParaRPr/>
          </a:p>
        </p:txBody>
      </p:sp>
      <p:sp>
        <p:nvSpPr>
          <p:cNvPr id="1382571546" name="mercury-example-contrast"/>
          <p:cNvSpPr>
            <a:spLocks noGrp="1"/>
          </p:cNvSpPr>
          <p:nvPr/>
        </p:nvSpPr>
        <p:spPr bwMode="auto">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endParaRPr/>
          </a:p>
          <a:p>
            <a:pPr algn="l">
              <a:buNone/>
              <a:defRPr sz="1350" b="1">
                <a:solidFill>
                  <a:srgbClr val="2563EB"/>
                </a:solidFill>
              </a:defRPr>
            </a:pPr>
            <a:r>
              <a:rPr sz="1350" b="1">
                <a:solidFill>
                  <a:srgbClr val="2563EB"/>
                </a:solidFill>
              </a:rPr>
              <a:t>→ final text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396102285" name="Rectangle 1487198538"/>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endParaRPr/>
          </a:p>
        </p:txBody>
      </p:sp>
      <p:sp>
        <p:nvSpPr>
          <p:cNvPr id="1601302715" name="Rectangle 1518038747"/>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endParaRPr/>
          </a:p>
        </p:txBody>
      </p:sp>
      <p:sp>
        <p:nvSpPr>
          <p:cNvPr id="1096378761" name="Rectangle: Rounded Corners 1531743003"/>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1107988747" name="Rectangle: Rounded Corners 369702881"/>
          <p:cNvSpPr>
            <a:spLocks noGrp="1"/>
          </p:cNvSpPr>
          <p:nvPr/>
        </p:nvSpPr>
        <p:spPr bwMode="auto">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endParaRPr/>
          </a:p>
        </p:txBody>
      </p:sp>
      <p:sp>
        <p:nvSpPr>
          <p:cNvPr id="1095895379" name="Rectangle 1197178350"/>
          <p:cNvSpPr>
            <a:spLocks noGrp="1"/>
          </p:cNvSpPr>
          <p:nvPr/>
        </p:nvSpPr>
        <p:spPr bwMode="auto">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endParaRPr/>
          </a:p>
        </p:txBody>
      </p:sp>
      <p:sp>
        <p:nvSpPr>
          <p:cNvPr id="1719257165" name="Rectangle: Rounded Corners 1914676260"/>
          <p:cNvSpPr>
            <a:spLocks noGrp="1"/>
          </p:cNvSpPr>
          <p:nvPr/>
        </p:nvSpPr>
        <p:spPr bwMode="auto">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endParaRPr/>
          </a:p>
        </p:txBody>
      </p:sp>
      <p:sp>
        <p:nvSpPr>
          <p:cNvPr id="811502965" name="Rectangle: Rounded Corners 58582831"/>
          <p:cNvSpPr>
            <a:spLocks noGrp="1"/>
          </p:cNvSpPr>
          <p:nvPr/>
        </p:nvSpPr>
        <p:spPr bwMode="auto">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endParaRPr/>
          </a:p>
        </p:txBody>
      </p:sp>
      <p:sp>
        <p:nvSpPr>
          <p:cNvPr id="1518206881" name="Rectangle: Rounded Corners 1580617481"/>
          <p:cNvSpPr>
            <a:spLocks noGrp="1"/>
          </p:cNvSpPr>
          <p:nvPr/>
        </p:nvSpPr>
        <p:spPr bwMode="auto">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endParaRPr/>
          </a:p>
        </p:txBody>
      </p:sp>
      <p:sp>
        <p:nvSpPr>
          <p:cNvPr id="1397477054" name="Rectangle: Rounded Corners 1783142644"/>
          <p:cNvSpPr>
            <a:spLocks noGrp="1"/>
          </p:cNvSpPr>
          <p:nvPr/>
        </p:nvSpPr>
        <p:spPr bwMode="auto">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endParaRPr/>
          </a:p>
        </p:txBody>
      </p:sp>
      <p:sp>
        <p:nvSpPr>
          <p:cNvPr id="58700981" name="Rectangle 1697788859"/>
          <p:cNvSpPr>
            <a:spLocks noGrp="1"/>
          </p:cNvSpPr>
          <p:nvPr/>
        </p:nvSpPr>
        <p:spPr bwMode="auto">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endParaRPr/>
          </a:p>
        </p:txBody>
      </p:sp>
      <p:sp>
        <p:nvSpPr>
          <p:cNvPr id="277715831" name="Rectangle: Rounded Corners 1686198037"/>
          <p:cNvSpPr>
            <a:spLocks noGrp="1"/>
          </p:cNvSpPr>
          <p:nvPr/>
        </p:nvSpPr>
        <p:spPr bwMode="auto">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endParaRPr/>
          </a:p>
        </p:txBody>
      </p:sp>
      <p:sp>
        <p:nvSpPr>
          <p:cNvPr id="700169388" name="Rectangle 1556928439"/>
          <p:cNvSpPr>
            <a:spLocks noGrp="1"/>
          </p:cNvSpPr>
          <p:nvPr/>
        </p:nvSpPr>
        <p:spPr bwMode="auto">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endParaRPr/>
          </a:p>
        </p:txBody>
      </p:sp>
      <p:sp>
        <p:nvSpPr>
          <p:cNvPr id="2103815175" name="Straight Connector 170693198"/>
          <p:cNvSpPr>
            <a:spLocks noGrp="1"/>
          </p:cNvSpPr>
          <p:nvPr/>
        </p:nvSpPr>
        <p:spPr bwMode="auto">
          <a:xfrm>
            <a:off x="3714750" y="2543175"/>
            <a:ext cx="495300" cy="9525"/>
          </a:xfrm>
          <a:prstGeom prst="line">
            <a:avLst/>
          </a:prstGeom>
          <a:noFill/>
          <a:ln w="28575">
            <a:solidFill>
              <a:srgbClr val="CBD5E1"/>
            </a:solidFill>
            <a:prstDash val="solid"/>
          </a:ln>
        </p:spPr>
        <p:txBody>
          <a:bodyPr/>
          <a:lstStyle/>
          <a:p>
            <a:pPr>
              <a:buNone/>
              <a:defRPr/>
            </a:pPr>
            <a:endParaRPr/>
          </a:p>
        </p:txBody>
      </p:sp>
      <p:sp>
        <p:nvSpPr>
          <p:cNvPr id="284593330" name="Straight Connector 2021615088"/>
          <p:cNvSpPr>
            <a:spLocks noGrp="1"/>
          </p:cNvSpPr>
          <p:nvPr/>
        </p:nvSpPr>
        <p:spPr bwMode="auto">
          <a:xfrm>
            <a:off x="8001000" y="2543175"/>
            <a:ext cx="400050" cy="9525"/>
          </a:xfrm>
          <a:prstGeom prst="line">
            <a:avLst/>
          </a:prstGeom>
          <a:noFill/>
          <a:ln w="28575">
            <a:solidFill>
              <a:srgbClr val="CBD5E1"/>
            </a:solidFill>
            <a:prstDash val="solid"/>
          </a:ln>
        </p:spPr>
        <p:txBody>
          <a:bodyPr/>
          <a:lstStyle/>
          <a:p>
            <a:pPr>
              <a:buNone/>
              <a:defRPr/>
            </a:pPr>
            <a:endParaRPr/>
          </a:p>
        </p:txBody>
      </p:sp>
      <p:sp>
        <p:nvSpPr>
          <p:cNvPr id="352197931" name="Rectangle 1396476378"/>
          <p:cNvSpPr>
            <a:spLocks noGrp="1"/>
          </p:cNvSpPr>
          <p:nvPr/>
        </p:nvSpPr>
        <p:spPr bwMode="auto">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endParaRPr/>
          </a:p>
        </p:txBody>
      </p:sp>
      <p:sp>
        <p:nvSpPr>
          <p:cNvPr id="378272967" name="Rectangle: Rounded Corners 910307424"/>
          <p:cNvSpPr>
            <a:spLocks noGrp="1"/>
          </p:cNvSpPr>
          <p:nvPr/>
        </p:nvSpPr>
        <p:spPr bwMode="auto">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endParaRPr/>
          </a:p>
        </p:txBody>
      </p:sp>
      <p:sp>
        <p:nvSpPr>
          <p:cNvPr id="161017837" name="Rectangle: Rounded Corners 760188915"/>
          <p:cNvSpPr>
            <a:spLocks noGrp="1"/>
          </p:cNvSpPr>
          <p:nvPr/>
        </p:nvSpPr>
        <p:spPr bwMode="auto">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endParaRPr/>
          </a:p>
        </p:txBody>
      </p:sp>
      <p:sp>
        <p:nvSpPr>
          <p:cNvPr id="299105632" name="Rectangle: Rounded Corners 1604029254"/>
          <p:cNvSpPr>
            <a:spLocks noGrp="1"/>
          </p:cNvSpPr>
          <p:nvPr/>
        </p:nvSpPr>
        <p:spPr bwMode="auto">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endParaRPr/>
          </a:p>
        </p:txBody>
      </p:sp>
      <p:sp>
        <p:nvSpPr>
          <p:cNvPr id="1671329096" name="Rectangle 583346847"/>
          <p:cNvSpPr>
            <a:spLocks noGrp="1"/>
          </p:cNvSpPr>
          <p:nvPr/>
        </p:nvSpPr>
        <p:spPr bwMode="auto">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endParaRPr/>
          </a:p>
        </p:txBody>
      </p:sp>
      <p:sp>
        <p:nvSpPr>
          <p:cNvPr id="1646377999" name="Rectangle: Rounded Corners 5957980"/>
          <p:cNvSpPr>
            <a:spLocks noGrp="1"/>
          </p:cNvSpPr>
          <p:nvPr/>
        </p:nvSpPr>
        <p:spPr bwMode="auto">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endParaRPr/>
          </a:p>
        </p:txBody>
      </p:sp>
      <p:sp>
        <p:nvSpPr>
          <p:cNvPr id="1661973097" name="Rectangle: Rounded Corners 410294816"/>
          <p:cNvSpPr>
            <a:spLocks noGrp="1"/>
          </p:cNvSpPr>
          <p:nvPr/>
        </p:nvSpPr>
        <p:spPr bwMode="auto">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endParaRPr/>
          </a:p>
        </p:txBody>
      </p:sp>
      <p:sp>
        <p:nvSpPr>
          <p:cNvPr id="1322521146" name="Straight Connector 1668590987"/>
          <p:cNvSpPr>
            <a:spLocks noGrp="1"/>
          </p:cNvSpPr>
          <p:nvPr/>
        </p:nvSpPr>
        <p:spPr bwMode="auto">
          <a:xfrm>
            <a:off x="7981950" y="4448175"/>
            <a:ext cx="133350" cy="9525"/>
          </a:xfrm>
          <a:prstGeom prst="line">
            <a:avLst/>
          </a:prstGeom>
          <a:noFill/>
          <a:ln w="23813">
            <a:solidFill>
              <a:srgbClr val="F97316"/>
            </a:solidFill>
            <a:prstDash val="solid"/>
          </a:ln>
        </p:spPr>
        <p:txBody>
          <a:bodyPr/>
          <a:lstStyle/>
          <a:p>
            <a:pPr>
              <a:buNone/>
              <a:defRPr/>
            </a:pPr>
            <a:endParaRPr/>
          </a:p>
        </p:txBody>
      </p:sp>
      <p:sp>
        <p:nvSpPr>
          <p:cNvPr id="118112911" name="Rectangle 1956440405"/>
          <p:cNvSpPr>
            <a:spLocks noGrp="1"/>
          </p:cNvSpPr>
          <p:nvPr/>
        </p:nvSpPr>
        <p:spPr bwMode="auto">
          <a:xfrm>
            <a:off x="2857500" y="5162550"/>
            <a:ext cx="6477000" cy="666750"/>
          </a:xfrm>
          <a:prstGeom prst="rect">
            <a:avLst/>
          </a:prstGeom>
          <a:noFill/>
          <a:ln w="0">
            <a:noFill/>
            <a:prstDash val="solid"/>
          </a:ln>
        </p:spPr>
        <p:txBody>
          <a:bodyPr anchor="ctr"/>
          <a:lstStyle/>
          <a:p>
            <a:pPr algn="ctr">
              <a:buNone/>
              <a:defRPr sz="1450" b="1">
                <a:solidFill>
                  <a:srgbClr val="0B0F19"/>
                </a:solidFill>
              </a:defRPr>
            </a:pPr>
            <a:r>
              <a:rPr sz="1450" b="1">
                <a:solidFill>
                  <a:srgbClr val="0B0F19"/>
                </a:solidFill>
              </a:rPr>
              <a:t>draft → verify → accept / resample → repeat</a:t>
            </a:r>
            <a:endParaRPr/>
          </a:p>
          <a:p>
            <a:pPr algn="ctr">
              <a:buNone/>
              <a:defRPr sz="1450" b="1">
                <a:solidFill>
                  <a:srgbClr val="0B0F19"/>
                </a:solidFill>
              </a:defRPr>
            </a:pPr>
            <a:r>
              <a:rPr sz="1450" b="1">
                <a:solidFill>
                  <a:srgbClr val="0B0F19"/>
                </a:solidFill>
              </a:rPr>
              <a:t>same target distribution, fewer serial waits</a:t>
            </a:r>
            <a:endParaRPr/>
          </a:p>
        </p:txBody>
      </p:sp>
      <p:sp>
        <p:nvSpPr>
          <p:cNvPr id="955693005" name="Rectangle 91891999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24691603" name="Rectangle 1682307419"/>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endParaRPr/>
          </a:p>
        </p:txBody>
      </p:sp>
      <p:sp>
        <p:nvSpPr>
          <p:cNvPr id="734772042" name="Rectangle 1048423222"/>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endParaRPr/>
          </a:p>
        </p:txBody>
      </p:sp>
      <p:sp>
        <p:nvSpPr>
          <p:cNvPr id="226357148" name="Rectangle 1821451500"/>
          <p:cNvSpPr>
            <a:spLocks noGrp="1"/>
          </p:cNvSpPr>
          <p:nvPr/>
        </p:nvSpPr>
        <p:spPr bwMode="auto">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endParaRPr/>
          </a:p>
        </p:txBody>
      </p:sp>
      <p:sp>
        <p:nvSpPr>
          <p:cNvPr id="1993307450" name="Rectangle: Rounded Corners 1912787708"/>
          <p:cNvSpPr>
            <a:spLocks noGrp="1"/>
          </p:cNvSpPr>
          <p:nvPr/>
        </p:nvSpPr>
        <p:spPr bwMode="auto">
          <a:xfrm>
            <a:off x="704850" y="1562100"/>
            <a:ext cx="10782300" cy="4343400"/>
          </a:xfrm>
          <a:prstGeom prst="roundRect">
            <a:avLst>
              <a:gd name="adj" fmla="val 2632"/>
            </a:avLst>
          </a:prstGeom>
          <a:solidFill>
            <a:srgbClr val="F8FAFC"/>
          </a:solidFill>
          <a:ln w="14288">
            <a:solidFill>
              <a:srgbClr val="E2E8F0"/>
            </a:solidFill>
            <a:prstDash val="solid"/>
          </a:ln>
        </p:spPr>
        <p:txBody>
          <a:bodyPr/>
          <a:lstStyle/>
          <a:p>
            <a:pPr>
              <a:buNone/>
              <a:defRPr/>
            </a:pPr>
            <a:endParaRPr/>
          </a:p>
        </p:txBody>
      </p:sp>
      <p:sp>
        <p:nvSpPr>
          <p:cNvPr id="962108296" name="Rectangle 698160899"/>
          <p:cNvSpPr>
            <a:spLocks noGrp="1"/>
          </p:cNvSpPr>
          <p:nvPr/>
        </p:nvSpPr>
        <p:spPr bwMode="auto">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endParaRPr/>
          </a:p>
        </p:txBody>
      </p:sp>
      <p:sp>
        <p:nvSpPr>
          <p:cNvPr id="1643694812" name="Straight Connector 820052219"/>
          <p:cNvSpPr>
            <a:spLocks noGrp="1"/>
          </p:cNvSpPr>
          <p:nvPr/>
        </p:nvSpPr>
        <p:spPr bwMode="auto">
          <a:xfrm>
            <a:off x="2609850" y="2152650"/>
            <a:ext cx="6972300" cy="9525"/>
          </a:xfrm>
          <a:prstGeom prst="line">
            <a:avLst/>
          </a:prstGeom>
          <a:noFill/>
          <a:ln w="38100">
            <a:solidFill>
              <a:srgbClr val="CBD5E1"/>
            </a:solidFill>
            <a:prstDash val="solid"/>
          </a:ln>
        </p:spPr>
        <p:txBody>
          <a:bodyPr/>
          <a:lstStyle/>
          <a:p>
            <a:pPr>
              <a:buNone/>
              <a:defRPr/>
            </a:pPr>
            <a:endParaRPr/>
          </a:p>
        </p:txBody>
      </p:sp>
      <p:sp>
        <p:nvSpPr>
          <p:cNvPr id="2147409403" name="Rectangle: Rounded Corners 1977383084"/>
          <p:cNvSpPr>
            <a:spLocks noGrp="1"/>
          </p:cNvSpPr>
          <p:nvPr/>
        </p:nvSpPr>
        <p:spPr bwMode="auto">
          <a:xfrm>
            <a:off x="106680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defRPr/>
            </a:pPr>
            <a:endParaRPr/>
          </a:p>
        </p:txBody>
      </p:sp>
      <p:sp>
        <p:nvSpPr>
          <p:cNvPr id="1635434126" name="Rectangle: Rounded Corners 1598161198"/>
          <p:cNvSpPr>
            <a:spLocks noGrp="1"/>
          </p:cNvSpPr>
          <p:nvPr/>
        </p:nvSpPr>
        <p:spPr bwMode="auto">
          <a:xfrm>
            <a:off x="1714500" y="3105150"/>
            <a:ext cx="114300" cy="17145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1271143212" name="Rectangle: Rounded Corners 1558195880"/>
          <p:cNvSpPr>
            <a:spLocks noGrp="1"/>
          </p:cNvSpPr>
          <p:nvPr/>
        </p:nvSpPr>
        <p:spPr bwMode="auto">
          <a:xfrm>
            <a:off x="1885950" y="2990850"/>
            <a:ext cx="114300" cy="28575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626087374" name="Rectangle: Rounded Corners 521701979"/>
          <p:cNvSpPr>
            <a:spLocks noGrp="1"/>
          </p:cNvSpPr>
          <p:nvPr/>
        </p:nvSpPr>
        <p:spPr bwMode="auto">
          <a:xfrm>
            <a:off x="2057400" y="2876550"/>
            <a:ext cx="114300" cy="40005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2118311509" name="Rectangle: Rounded Corners 1995606132"/>
          <p:cNvSpPr>
            <a:spLocks noGrp="1"/>
          </p:cNvSpPr>
          <p:nvPr/>
        </p:nvSpPr>
        <p:spPr bwMode="auto">
          <a:xfrm>
            <a:off x="2228850" y="2762250"/>
            <a:ext cx="114300" cy="514350"/>
          </a:xfrm>
          <a:prstGeom prst="roundRect">
            <a:avLst>
              <a:gd name="adj" fmla="val 50000"/>
            </a:avLst>
          </a:prstGeom>
          <a:solidFill>
            <a:srgbClr val="2563EB"/>
          </a:solidFill>
          <a:ln w="0">
            <a:solidFill>
              <a:srgbClr val="2563EB"/>
            </a:solidFill>
            <a:prstDash val="solid"/>
          </a:ln>
        </p:spPr>
        <p:txBody>
          <a:bodyPr/>
          <a:lstStyle/>
          <a:p>
            <a:pPr>
              <a:buNone/>
              <a:defRPr/>
            </a:pPr>
            <a:endParaRPr/>
          </a:p>
        </p:txBody>
      </p:sp>
      <p:sp>
        <p:nvSpPr>
          <p:cNvPr id="1000129319" name="Rectangle 1524836487"/>
          <p:cNvSpPr>
            <a:spLocks noGrp="1"/>
          </p:cNvSpPr>
          <p:nvPr/>
        </p:nvSpPr>
        <p:spPr bwMode="auto">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endParaRPr/>
          </a:p>
        </p:txBody>
      </p:sp>
      <p:sp>
        <p:nvSpPr>
          <p:cNvPr id="1472669288" name="Rectangle 2124862657"/>
          <p:cNvSpPr>
            <a:spLocks noGrp="1"/>
          </p:cNvSpPr>
          <p:nvPr/>
        </p:nvSpPr>
        <p:spPr bwMode="auto">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endParaRPr/>
          </a:p>
          <a:p>
            <a:pPr algn="ctr">
              <a:buNone/>
              <a:defRPr sz="1450" b="0">
                <a:solidFill>
                  <a:srgbClr val="0B0F19"/>
                </a:solidFill>
              </a:defRPr>
            </a:pPr>
            <a:r>
              <a:rPr sz="1450" b="0">
                <a:solidFill>
                  <a:srgbClr val="0B0F19"/>
                </a:solidFill>
              </a:rPr>
              <a:t>more data</a:t>
            </a:r>
            <a:endParaRPr/>
          </a:p>
        </p:txBody>
      </p:sp>
      <p:sp>
        <p:nvSpPr>
          <p:cNvPr id="241676975" name="Rectangle 8219971"/>
          <p:cNvSpPr>
            <a:spLocks noGrp="1"/>
          </p:cNvSpPr>
          <p:nvPr/>
        </p:nvSpPr>
        <p:spPr bwMode="auto">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endParaRPr/>
          </a:p>
        </p:txBody>
      </p:sp>
      <p:sp>
        <p:nvSpPr>
          <p:cNvPr id="1713834188" name="Rectangle: Rounded Corners 1401385986"/>
          <p:cNvSpPr>
            <a:spLocks noGrp="1"/>
          </p:cNvSpPr>
          <p:nvPr/>
        </p:nvSpPr>
        <p:spPr bwMode="auto">
          <a:xfrm>
            <a:off x="367665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defRPr/>
            </a:pPr>
            <a:endParaRPr/>
          </a:p>
        </p:txBody>
      </p:sp>
      <p:sp>
        <p:nvSpPr>
          <p:cNvPr id="279227390" name="Oval 2082712540"/>
          <p:cNvSpPr>
            <a:spLocks noGrp="1"/>
          </p:cNvSpPr>
          <p:nvPr/>
        </p:nvSpPr>
        <p:spPr bwMode="auto">
          <a:xfrm>
            <a:off x="4619625" y="2876550"/>
            <a:ext cx="266700" cy="266700"/>
          </a:xfrm>
          <a:prstGeom prst="ellipse">
            <a:avLst/>
          </a:prstGeom>
          <a:solidFill>
            <a:srgbClr val="7C3AED"/>
          </a:solidFill>
          <a:ln w="14288">
            <a:solidFill>
              <a:srgbClr val="7C3AED"/>
            </a:solidFill>
            <a:prstDash val="solid"/>
          </a:ln>
        </p:spPr>
        <p:txBody>
          <a:bodyPr/>
          <a:lstStyle/>
          <a:p>
            <a:pPr>
              <a:buNone/>
              <a:defRPr/>
            </a:pPr>
            <a:endParaRPr/>
          </a:p>
        </p:txBody>
      </p:sp>
      <p:sp>
        <p:nvSpPr>
          <p:cNvPr id="165026601" name="Oval 1800286295"/>
          <p:cNvSpPr>
            <a:spLocks noGrp="1"/>
          </p:cNvSpPr>
          <p:nvPr/>
        </p:nvSpPr>
        <p:spPr bwMode="auto">
          <a:xfrm>
            <a:off x="5067300" y="2905125"/>
            <a:ext cx="209550" cy="209550"/>
          </a:xfrm>
          <a:prstGeom prst="ellipse">
            <a:avLst/>
          </a:prstGeom>
          <a:solidFill>
            <a:srgbClr val="10B981"/>
          </a:solidFill>
          <a:ln w="14288">
            <a:solidFill>
              <a:srgbClr val="10B981"/>
            </a:solidFill>
            <a:prstDash val="solid"/>
          </a:ln>
        </p:spPr>
        <p:txBody>
          <a:bodyPr/>
          <a:lstStyle/>
          <a:p>
            <a:pPr>
              <a:buNone/>
              <a:defRPr/>
            </a:pPr>
            <a:endParaRPr/>
          </a:p>
        </p:txBody>
      </p:sp>
      <p:sp>
        <p:nvSpPr>
          <p:cNvPr id="1324320044" name="Straight Connector 1377652961"/>
          <p:cNvSpPr>
            <a:spLocks noGrp="1"/>
          </p:cNvSpPr>
          <p:nvPr/>
        </p:nvSpPr>
        <p:spPr bwMode="auto">
          <a:xfrm>
            <a:off x="4752975" y="3009900"/>
            <a:ext cx="419100" cy="9525"/>
          </a:xfrm>
          <a:prstGeom prst="line">
            <a:avLst/>
          </a:prstGeom>
          <a:noFill/>
          <a:ln w="19050">
            <a:solidFill>
              <a:srgbClr val="10B981"/>
            </a:solidFill>
            <a:prstDash val="solid"/>
          </a:ln>
        </p:spPr>
        <p:txBody>
          <a:bodyPr/>
          <a:lstStyle/>
          <a:p>
            <a:pPr>
              <a:buNone/>
              <a:defRPr/>
            </a:pPr>
            <a:endParaRPr/>
          </a:p>
        </p:txBody>
      </p:sp>
      <p:sp>
        <p:nvSpPr>
          <p:cNvPr id="191795471" name="Oval 1129487082"/>
          <p:cNvSpPr>
            <a:spLocks noGrp="1"/>
          </p:cNvSpPr>
          <p:nvPr/>
        </p:nvSpPr>
        <p:spPr bwMode="auto">
          <a:xfrm>
            <a:off x="4857750" y="3185587"/>
            <a:ext cx="209550" cy="209550"/>
          </a:xfrm>
          <a:prstGeom prst="ellipse">
            <a:avLst/>
          </a:prstGeom>
          <a:solidFill>
            <a:srgbClr val="10B981"/>
          </a:solidFill>
          <a:ln w="14288">
            <a:solidFill>
              <a:srgbClr val="10B981"/>
            </a:solidFill>
            <a:prstDash val="solid"/>
          </a:ln>
        </p:spPr>
        <p:txBody>
          <a:bodyPr/>
          <a:lstStyle/>
          <a:p>
            <a:pPr>
              <a:buNone/>
              <a:defRPr/>
            </a:pPr>
            <a:endParaRPr/>
          </a:p>
        </p:txBody>
      </p:sp>
      <p:sp>
        <p:nvSpPr>
          <p:cNvPr id="2033723094" name="Straight Connector 1835573147"/>
          <p:cNvSpPr>
            <a:spLocks noGrp="1"/>
          </p:cNvSpPr>
          <p:nvPr/>
        </p:nvSpPr>
        <p:spPr bwMode="auto">
          <a:xfrm>
            <a:off x="4752975" y="3009900"/>
            <a:ext cx="209550" cy="280462"/>
          </a:xfrm>
          <a:prstGeom prst="line">
            <a:avLst/>
          </a:prstGeom>
          <a:noFill/>
          <a:ln w="19050">
            <a:solidFill>
              <a:srgbClr val="10B981"/>
            </a:solidFill>
            <a:prstDash val="solid"/>
          </a:ln>
        </p:spPr>
        <p:txBody>
          <a:bodyPr/>
          <a:lstStyle/>
          <a:p>
            <a:pPr>
              <a:buNone/>
              <a:defRPr/>
            </a:pPr>
            <a:endParaRPr/>
          </a:p>
        </p:txBody>
      </p:sp>
      <p:sp>
        <p:nvSpPr>
          <p:cNvPr id="404803697" name="Oval 1354002711"/>
          <p:cNvSpPr>
            <a:spLocks noGrp="1"/>
          </p:cNvSpPr>
          <p:nvPr/>
        </p:nvSpPr>
        <p:spPr bwMode="auto">
          <a:xfrm>
            <a:off x="4438650" y="3185587"/>
            <a:ext cx="209550" cy="209550"/>
          </a:xfrm>
          <a:prstGeom prst="ellipse">
            <a:avLst/>
          </a:prstGeom>
          <a:solidFill>
            <a:srgbClr val="E5E7EB"/>
          </a:solidFill>
          <a:ln w="14288">
            <a:solidFill>
              <a:srgbClr val="CBD5E1"/>
            </a:solidFill>
            <a:prstDash val="solid"/>
          </a:ln>
        </p:spPr>
        <p:txBody>
          <a:bodyPr/>
          <a:lstStyle/>
          <a:p>
            <a:pPr>
              <a:buNone/>
              <a:defRPr/>
            </a:pPr>
            <a:endParaRPr/>
          </a:p>
        </p:txBody>
      </p:sp>
      <p:sp>
        <p:nvSpPr>
          <p:cNvPr id="186628882" name="Straight Connector 1642711494"/>
          <p:cNvSpPr>
            <a:spLocks noGrp="1"/>
          </p:cNvSpPr>
          <p:nvPr/>
        </p:nvSpPr>
        <p:spPr bwMode="auto">
          <a:xfrm>
            <a:off x="4543425" y="3009900"/>
            <a:ext cx="209550" cy="280462"/>
          </a:xfrm>
          <a:prstGeom prst="line">
            <a:avLst/>
          </a:prstGeom>
          <a:noFill/>
          <a:ln w="9525">
            <a:solidFill>
              <a:srgbClr val="D8DEE8"/>
            </a:solidFill>
            <a:prstDash val="solid"/>
          </a:ln>
        </p:spPr>
        <p:txBody>
          <a:bodyPr/>
          <a:lstStyle/>
          <a:p>
            <a:pPr>
              <a:buNone/>
              <a:defRPr/>
            </a:pPr>
            <a:endParaRPr/>
          </a:p>
        </p:txBody>
      </p:sp>
      <p:sp>
        <p:nvSpPr>
          <p:cNvPr id="1247843438" name="Oval 1162477815"/>
          <p:cNvSpPr>
            <a:spLocks noGrp="1"/>
          </p:cNvSpPr>
          <p:nvPr/>
        </p:nvSpPr>
        <p:spPr bwMode="auto">
          <a:xfrm>
            <a:off x="4229100" y="2905125"/>
            <a:ext cx="209550" cy="209550"/>
          </a:xfrm>
          <a:prstGeom prst="ellipse">
            <a:avLst/>
          </a:prstGeom>
          <a:solidFill>
            <a:srgbClr val="E5E7EB"/>
          </a:solidFill>
          <a:ln w="14288">
            <a:solidFill>
              <a:srgbClr val="CBD5E1"/>
            </a:solidFill>
            <a:prstDash val="solid"/>
          </a:ln>
        </p:spPr>
        <p:txBody>
          <a:bodyPr/>
          <a:lstStyle/>
          <a:p>
            <a:pPr>
              <a:buNone/>
              <a:defRPr/>
            </a:pPr>
            <a:endParaRPr/>
          </a:p>
        </p:txBody>
      </p:sp>
      <p:sp>
        <p:nvSpPr>
          <p:cNvPr id="1234990950" name="Straight Connector 754093467"/>
          <p:cNvSpPr>
            <a:spLocks noGrp="1"/>
          </p:cNvSpPr>
          <p:nvPr/>
        </p:nvSpPr>
        <p:spPr bwMode="auto">
          <a:xfrm>
            <a:off x="4333875" y="3009900"/>
            <a:ext cx="419100" cy="9525"/>
          </a:xfrm>
          <a:prstGeom prst="line">
            <a:avLst/>
          </a:prstGeom>
          <a:noFill/>
          <a:ln w="9525">
            <a:solidFill>
              <a:srgbClr val="D8DEE8"/>
            </a:solidFill>
            <a:prstDash val="solid"/>
          </a:ln>
        </p:spPr>
        <p:txBody>
          <a:bodyPr/>
          <a:lstStyle/>
          <a:p>
            <a:pPr>
              <a:buNone/>
              <a:defRPr/>
            </a:pPr>
            <a:endParaRPr/>
          </a:p>
        </p:txBody>
      </p:sp>
      <p:sp>
        <p:nvSpPr>
          <p:cNvPr id="616845095" name="Oval 926903494"/>
          <p:cNvSpPr>
            <a:spLocks noGrp="1"/>
          </p:cNvSpPr>
          <p:nvPr/>
        </p:nvSpPr>
        <p:spPr bwMode="auto">
          <a:xfrm>
            <a:off x="4438650" y="2624663"/>
            <a:ext cx="209550" cy="209550"/>
          </a:xfrm>
          <a:prstGeom prst="ellipse">
            <a:avLst/>
          </a:prstGeom>
          <a:solidFill>
            <a:srgbClr val="E5E7EB"/>
          </a:solidFill>
          <a:ln w="14288">
            <a:solidFill>
              <a:srgbClr val="CBD5E1"/>
            </a:solidFill>
            <a:prstDash val="solid"/>
          </a:ln>
        </p:spPr>
        <p:txBody>
          <a:bodyPr/>
          <a:lstStyle/>
          <a:p>
            <a:pPr>
              <a:buNone/>
              <a:defRPr/>
            </a:pPr>
            <a:endParaRPr/>
          </a:p>
        </p:txBody>
      </p:sp>
      <p:sp>
        <p:nvSpPr>
          <p:cNvPr id="802393591" name="Straight Connector 1314704656"/>
          <p:cNvSpPr>
            <a:spLocks noGrp="1"/>
          </p:cNvSpPr>
          <p:nvPr/>
        </p:nvSpPr>
        <p:spPr bwMode="auto">
          <a:xfrm>
            <a:off x="4543425" y="2729437"/>
            <a:ext cx="209550" cy="280462"/>
          </a:xfrm>
          <a:prstGeom prst="line">
            <a:avLst/>
          </a:prstGeom>
          <a:noFill/>
          <a:ln w="9525">
            <a:solidFill>
              <a:srgbClr val="D8DEE8"/>
            </a:solidFill>
            <a:prstDash val="solid"/>
          </a:ln>
        </p:spPr>
        <p:txBody>
          <a:bodyPr/>
          <a:lstStyle/>
          <a:p>
            <a:pPr>
              <a:buNone/>
              <a:defRPr/>
            </a:pPr>
            <a:endParaRPr/>
          </a:p>
        </p:txBody>
      </p:sp>
      <p:sp>
        <p:nvSpPr>
          <p:cNvPr id="221449626" name="Oval 297993689"/>
          <p:cNvSpPr>
            <a:spLocks noGrp="1"/>
          </p:cNvSpPr>
          <p:nvPr/>
        </p:nvSpPr>
        <p:spPr bwMode="auto">
          <a:xfrm>
            <a:off x="4857750" y="2624663"/>
            <a:ext cx="209550" cy="209550"/>
          </a:xfrm>
          <a:prstGeom prst="ellipse">
            <a:avLst/>
          </a:prstGeom>
          <a:solidFill>
            <a:srgbClr val="E5E7EB"/>
          </a:solidFill>
          <a:ln w="14288">
            <a:solidFill>
              <a:srgbClr val="CBD5E1"/>
            </a:solidFill>
            <a:prstDash val="solid"/>
          </a:ln>
        </p:spPr>
        <p:txBody>
          <a:bodyPr/>
          <a:lstStyle/>
          <a:p>
            <a:pPr>
              <a:buNone/>
              <a:defRPr/>
            </a:pPr>
            <a:endParaRPr/>
          </a:p>
        </p:txBody>
      </p:sp>
      <p:sp>
        <p:nvSpPr>
          <p:cNvPr id="2015549420" name="Straight Connector 1869335124"/>
          <p:cNvSpPr>
            <a:spLocks noGrp="1"/>
          </p:cNvSpPr>
          <p:nvPr/>
        </p:nvSpPr>
        <p:spPr bwMode="auto">
          <a:xfrm>
            <a:off x="4752975" y="2729437"/>
            <a:ext cx="209550" cy="280462"/>
          </a:xfrm>
          <a:prstGeom prst="line">
            <a:avLst/>
          </a:prstGeom>
          <a:noFill/>
          <a:ln w="9525">
            <a:solidFill>
              <a:srgbClr val="D8DEE8"/>
            </a:solidFill>
            <a:prstDash val="solid"/>
          </a:ln>
        </p:spPr>
        <p:txBody>
          <a:bodyPr/>
          <a:lstStyle/>
          <a:p>
            <a:pPr>
              <a:buNone/>
              <a:defRPr/>
            </a:pPr>
            <a:endParaRPr/>
          </a:p>
        </p:txBody>
      </p:sp>
      <p:sp>
        <p:nvSpPr>
          <p:cNvPr id="788901114" name="Rectangle 1902597770"/>
          <p:cNvSpPr>
            <a:spLocks noGrp="1"/>
          </p:cNvSpPr>
          <p:nvPr/>
        </p:nvSpPr>
        <p:spPr bwMode="auto">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endParaRPr/>
          </a:p>
        </p:txBody>
      </p:sp>
      <p:sp>
        <p:nvSpPr>
          <p:cNvPr id="1706184777" name="Rectangle 1200483564"/>
          <p:cNvSpPr>
            <a:spLocks noGrp="1"/>
          </p:cNvSpPr>
          <p:nvPr/>
        </p:nvSpPr>
        <p:spPr bwMode="auto">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endParaRPr/>
          </a:p>
          <a:p>
            <a:pPr algn="ctr">
              <a:buNone/>
              <a:defRPr sz="1450" b="0">
                <a:solidFill>
                  <a:srgbClr val="0B0F19"/>
                </a:solidFill>
              </a:defRPr>
            </a:pPr>
            <a:r>
              <a:rPr sz="1450" b="0">
                <a:solidFill>
                  <a:srgbClr val="0B0F19"/>
                </a:solidFill>
              </a:rPr>
              <a:t>few active</a:t>
            </a:r>
            <a:endParaRPr/>
          </a:p>
        </p:txBody>
      </p:sp>
      <p:sp>
        <p:nvSpPr>
          <p:cNvPr id="1635433020" name="Rectangle 713949086"/>
          <p:cNvSpPr>
            <a:spLocks noGrp="1"/>
          </p:cNvSpPr>
          <p:nvPr/>
        </p:nvSpPr>
        <p:spPr bwMode="auto">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endParaRPr/>
          </a:p>
        </p:txBody>
      </p:sp>
      <p:sp>
        <p:nvSpPr>
          <p:cNvPr id="174216945" name="Rectangle: Rounded Corners 731916211"/>
          <p:cNvSpPr>
            <a:spLocks noGrp="1"/>
          </p:cNvSpPr>
          <p:nvPr/>
        </p:nvSpPr>
        <p:spPr bwMode="auto">
          <a:xfrm>
            <a:off x="628650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defRPr/>
            </a:pPr>
            <a:endParaRPr/>
          </a:p>
        </p:txBody>
      </p:sp>
      <p:sp>
        <p:nvSpPr>
          <p:cNvPr id="1428219955" name="Oval 1174154410"/>
          <p:cNvSpPr>
            <a:spLocks noGrp="1"/>
          </p:cNvSpPr>
          <p:nvPr/>
        </p:nvSpPr>
        <p:spPr bwMode="auto">
          <a:xfrm>
            <a:off x="6991350" y="2971800"/>
            <a:ext cx="228600" cy="228600"/>
          </a:xfrm>
          <a:prstGeom prst="ellipse">
            <a:avLst/>
          </a:prstGeom>
          <a:solidFill>
            <a:srgbClr val="F97316"/>
          </a:solidFill>
          <a:ln w="14288">
            <a:solidFill>
              <a:srgbClr val="F97316"/>
            </a:solidFill>
            <a:prstDash val="solid"/>
          </a:ln>
        </p:spPr>
        <p:txBody>
          <a:bodyPr/>
          <a:lstStyle/>
          <a:p>
            <a:pPr>
              <a:buNone/>
              <a:defRPr/>
            </a:pPr>
            <a:endParaRPr/>
          </a:p>
        </p:txBody>
      </p:sp>
      <p:sp>
        <p:nvSpPr>
          <p:cNvPr id="935755614" name="Oval 125293162"/>
          <p:cNvSpPr>
            <a:spLocks noGrp="1"/>
          </p:cNvSpPr>
          <p:nvPr/>
        </p:nvSpPr>
        <p:spPr bwMode="auto">
          <a:xfrm>
            <a:off x="7343775" y="2838450"/>
            <a:ext cx="228600" cy="228600"/>
          </a:xfrm>
          <a:prstGeom prst="ellipse">
            <a:avLst/>
          </a:prstGeom>
          <a:solidFill>
            <a:srgbClr val="F97316"/>
          </a:solidFill>
          <a:ln w="14288">
            <a:solidFill>
              <a:srgbClr val="F97316"/>
            </a:solidFill>
            <a:prstDash val="solid"/>
          </a:ln>
        </p:spPr>
        <p:txBody>
          <a:bodyPr/>
          <a:lstStyle/>
          <a:p>
            <a:pPr>
              <a:buNone/>
              <a:defRPr/>
            </a:pPr>
            <a:endParaRPr/>
          </a:p>
        </p:txBody>
      </p:sp>
      <p:sp>
        <p:nvSpPr>
          <p:cNvPr id="1507113798" name="Oval 1712601375"/>
          <p:cNvSpPr>
            <a:spLocks noGrp="1"/>
          </p:cNvSpPr>
          <p:nvPr/>
        </p:nvSpPr>
        <p:spPr bwMode="auto">
          <a:xfrm>
            <a:off x="7696200" y="2971800"/>
            <a:ext cx="228600" cy="228600"/>
          </a:xfrm>
          <a:prstGeom prst="ellipse">
            <a:avLst/>
          </a:prstGeom>
          <a:solidFill>
            <a:srgbClr val="F97316"/>
          </a:solidFill>
          <a:ln w="14288">
            <a:solidFill>
              <a:srgbClr val="F97316"/>
            </a:solidFill>
            <a:prstDash val="solid"/>
          </a:ln>
        </p:spPr>
        <p:txBody>
          <a:bodyPr/>
          <a:lstStyle/>
          <a:p>
            <a:pPr>
              <a:buNone/>
              <a:defRPr/>
            </a:pPr>
            <a:endParaRPr/>
          </a:p>
        </p:txBody>
      </p:sp>
      <p:sp>
        <p:nvSpPr>
          <p:cNvPr id="170642400" name="Straight Connector 361292721"/>
          <p:cNvSpPr>
            <a:spLocks noGrp="1"/>
          </p:cNvSpPr>
          <p:nvPr/>
        </p:nvSpPr>
        <p:spPr bwMode="auto">
          <a:xfrm>
            <a:off x="7200900" y="2981325"/>
            <a:ext cx="161925" cy="66675"/>
          </a:xfrm>
          <a:prstGeom prst="line">
            <a:avLst/>
          </a:prstGeom>
          <a:noFill/>
          <a:ln w="19050">
            <a:solidFill>
              <a:srgbClr val="F97316"/>
            </a:solidFill>
            <a:prstDash val="solid"/>
          </a:ln>
        </p:spPr>
        <p:txBody>
          <a:bodyPr/>
          <a:lstStyle/>
          <a:p>
            <a:pPr>
              <a:buNone/>
              <a:defRPr/>
            </a:pPr>
            <a:endParaRPr/>
          </a:p>
        </p:txBody>
      </p:sp>
      <p:sp>
        <p:nvSpPr>
          <p:cNvPr id="449628582" name="Straight Connector 1216392229"/>
          <p:cNvSpPr>
            <a:spLocks noGrp="1"/>
          </p:cNvSpPr>
          <p:nvPr/>
        </p:nvSpPr>
        <p:spPr bwMode="auto">
          <a:xfrm>
            <a:off x="7553325" y="2981325"/>
            <a:ext cx="161925" cy="66675"/>
          </a:xfrm>
          <a:prstGeom prst="line">
            <a:avLst/>
          </a:prstGeom>
          <a:noFill/>
          <a:ln w="19050">
            <a:solidFill>
              <a:srgbClr val="F97316"/>
            </a:solidFill>
            <a:prstDash val="solid"/>
          </a:ln>
        </p:spPr>
        <p:txBody>
          <a:bodyPr/>
          <a:lstStyle/>
          <a:p>
            <a:pPr>
              <a:buNone/>
              <a:defRPr/>
            </a:pPr>
            <a:endParaRPr/>
          </a:p>
        </p:txBody>
      </p:sp>
      <p:sp>
        <p:nvSpPr>
          <p:cNvPr id="247407975" name="Rectangle 1760216901"/>
          <p:cNvSpPr>
            <a:spLocks noGrp="1"/>
          </p:cNvSpPr>
          <p:nvPr/>
        </p:nvSpPr>
        <p:spPr bwMode="auto">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endParaRPr/>
          </a:p>
        </p:txBody>
      </p:sp>
      <p:sp>
        <p:nvSpPr>
          <p:cNvPr id="907291972" name="Rectangle 1432423854"/>
          <p:cNvSpPr>
            <a:spLocks noGrp="1"/>
          </p:cNvSpPr>
          <p:nvPr/>
        </p:nvSpPr>
        <p:spPr bwMode="auto">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endParaRPr/>
          </a:p>
          <a:p>
            <a:pPr algn="ctr">
              <a:buNone/>
              <a:defRPr sz="1450" b="0">
                <a:solidFill>
                  <a:srgbClr val="0B0F19"/>
                </a:solidFill>
              </a:defRPr>
            </a:pPr>
            <a:r>
              <a:rPr sz="1450" b="0">
                <a:solidFill>
                  <a:srgbClr val="0B0F19"/>
                </a:solidFill>
              </a:rPr>
              <a:t>feedback loops</a:t>
            </a:r>
            <a:endParaRPr/>
          </a:p>
        </p:txBody>
      </p:sp>
      <p:sp>
        <p:nvSpPr>
          <p:cNvPr id="413504381" name="Rectangle 1426602610"/>
          <p:cNvSpPr>
            <a:spLocks noGrp="1"/>
          </p:cNvSpPr>
          <p:nvPr/>
        </p:nvSpPr>
        <p:spPr bwMode="auto">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endParaRPr/>
          </a:p>
        </p:txBody>
      </p:sp>
      <p:sp>
        <p:nvSpPr>
          <p:cNvPr id="2012743991" name="Rectangle: Rounded Corners 1132936319"/>
          <p:cNvSpPr>
            <a:spLocks noGrp="1"/>
          </p:cNvSpPr>
          <p:nvPr/>
        </p:nvSpPr>
        <p:spPr bwMode="auto">
          <a:xfrm>
            <a:off x="8896350" y="2400300"/>
            <a:ext cx="2333625" cy="2819400"/>
          </a:xfrm>
          <a:prstGeom prst="roundRect">
            <a:avLst>
              <a:gd name="adj" fmla="val 4898"/>
            </a:avLst>
          </a:prstGeom>
          <a:solidFill>
            <a:srgbClr val="FFFFFF"/>
          </a:solidFill>
          <a:ln w="14288">
            <a:solidFill>
              <a:srgbClr val="E2E8F0"/>
            </a:solidFill>
            <a:prstDash val="solid"/>
          </a:ln>
        </p:spPr>
        <p:txBody>
          <a:bodyPr/>
          <a:lstStyle/>
          <a:p>
            <a:pPr>
              <a:buNone/>
              <a:defRPr/>
            </a:pPr>
            <a:endParaRPr/>
          </a:p>
        </p:txBody>
      </p:sp>
      <p:sp>
        <p:nvSpPr>
          <p:cNvPr id="1453568076" name="Oval 848102302"/>
          <p:cNvSpPr>
            <a:spLocks noGrp="1"/>
          </p:cNvSpPr>
          <p:nvPr/>
        </p:nvSpPr>
        <p:spPr bwMode="auto">
          <a:xfrm>
            <a:off x="9639300" y="2705100"/>
            <a:ext cx="723900" cy="723900"/>
          </a:xfrm>
          <a:prstGeom prst="ellipse">
            <a:avLst/>
          </a:prstGeom>
          <a:solidFill>
            <a:srgbClr val="FFFFFF"/>
          </a:solidFill>
          <a:ln w="14288">
            <a:solidFill>
              <a:srgbClr val="2563EB"/>
            </a:solidFill>
            <a:prstDash val="solid"/>
          </a:ln>
        </p:spPr>
        <p:txBody>
          <a:bodyPr/>
          <a:lstStyle/>
          <a:p>
            <a:pPr>
              <a:buNone/>
              <a:defRPr/>
            </a:pPr>
            <a:endParaRPr/>
          </a:p>
        </p:txBody>
      </p:sp>
      <p:sp>
        <p:nvSpPr>
          <p:cNvPr id="8907930" name="Straight Connector 2140277386"/>
          <p:cNvSpPr>
            <a:spLocks noGrp="1"/>
          </p:cNvSpPr>
          <p:nvPr/>
        </p:nvSpPr>
        <p:spPr bwMode="auto">
          <a:xfrm>
            <a:off x="10001250" y="2857500"/>
            <a:ext cx="9525" cy="209550"/>
          </a:xfrm>
          <a:prstGeom prst="line">
            <a:avLst/>
          </a:prstGeom>
          <a:noFill/>
          <a:ln w="28575">
            <a:solidFill>
              <a:srgbClr val="2563EB"/>
            </a:solidFill>
            <a:prstDash val="solid"/>
          </a:ln>
        </p:spPr>
        <p:txBody>
          <a:bodyPr/>
          <a:lstStyle/>
          <a:p>
            <a:pPr>
              <a:buNone/>
              <a:defRPr/>
            </a:pPr>
            <a:endParaRPr/>
          </a:p>
        </p:txBody>
      </p:sp>
      <p:sp>
        <p:nvSpPr>
          <p:cNvPr id="1189493688" name="Straight Connector 546058830"/>
          <p:cNvSpPr>
            <a:spLocks noGrp="1"/>
          </p:cNvSpPr>
          <p:nvPr/>
        </p:nvSpPr>
        <p:spPr bwMode="auto">
          <a:xfrm>
            <a:off x="10001250" y="3067050"/>
            <a:ext cx="200025" cy="57150"/>
          </a:xfrm>
          <a:prstGeom prst="line">
            <a:avLst/>
          </a:prstGeom>
          <a:noFill/>
          <a:ln w="28575">
            <a:solidFill>
              <a:srgbClr val="2563EB"/>
            </a:solidFill>
            <a:prstDash val="solid"/>
          </a:ln>
        </p:spPr>
        <p:txBody>
          <a:bodyPr/>
          <a:lstStyle/>
          <a:p>
            <a:pPr>
              <a:buNone/>
              <a:defRPr/>
            </a:pPr>
            <a:endParaRPr/>
          </a:p>
        </p:txBody>
      </p:sp>
      <p:sp>
        <p:nvSpPr>
          <p:cNvPr id="2130827150" name="Straight Connector 634911421"/>
          <p:cNvSpPr>
            <a:spLocks noGrp="1"/>
          </p:cNvSpPr>
          <p:nvPr/>
        </p:nvSpPr>
        <p:spPr bwMode="auto">
          <a:xfrm>
            <a:off x="10382250" y="3067050"/>
            <a:ext cx="266700" cy="9525"/>
          </a:xfrm>
          <a:prstGeom prst="line">
            <a:avLst/>
          </a:prstGeom>
          <a:noFill/>
          <a:ln w="23813">
            <a:solidFill>
              <a:srgbClr val="2563EB"/>
            </a:solidFill>
            <a:prstDash val="solid"/>
          </a:ln>
        </p:spPr>
        <p:txBody>
          <a:bodyPr/>
          <a:lstStyle/>
          <a:p>
            <a:pPr>
              <a:buNone/>
              <a:defRPr/>
            </a:pPr>
            <a:endParaRPr/>
          </a:p>
        </p:txBody>
      </p:sp>
      <p:sp>
        <p:nvSpPr>
          <p:cNvPr id="96680765" name="Rectangle 253059330"/>
          <p:cNvSpPr>
            <a:spLocks noGrp="1"/>
          </p:cNvSpPr>
          <p:nvPr/>
        </p:nvSpPr>
        <p:spPr bwMode="auto">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endParaRPr/>
          </a:p>
        </p:txBody>
      </p:sp>
      <p:sp>
        <p:nvSpPr>
          <p:cNvPr id="839432742" name="Rectangle 1961211258"/>
          <p:cNvSpPr>
            <a:spLocks noGrp="1"/>
          </p:cNvSpPr>
          <p:nvPr/>
        </p:nvSpPr>
        <p:spPr bwMode="auto">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endParaRPr/>
          </a:p>
          <a:p>
            <a:pPr algn="ctr">
              <a:buNone/>
              <a:defRPr sz="1450" b="0">
                <a:solidFill>
                  <a:srgbClr val="0B0F19"/>
                </a:solidFill>
              </a:defRPr>
            </a:pPr>
            <a:r>
              <a:rPr sz="1450" b="0">
                <a:solidFill>
                  <a:srgbClr val="0B0F19"/>
                </a:solidFill>
              </a:rPr>
              <a:t>before answer</a:t>
            </a:r>
            <a:endParaRPr/>
          </a:p>
        </p:txBody>
      </p:sp>
      <p:sp>
        <p:nvSpPr>
          <p:cNvPr id="1301385105" name="Rectangle 902052220"/>
          <p:cNvSpPr>
            <a:spLocks noGrp="1"/>
          </p:cNvSpPr>
          <p:nvPr/>
        </p:nvSpPr>
        <p:spPr bwMode="auto">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endParaRPr/>
          </a:p>
        </p:txBody>
      </p:sp>
      <p:sp>
        <p:nvSpPr>
          <p:cNvPr id="768403070" name="Rectangle 110604859"/>
          <p:cNvSpPr>
            <a:spLocks noGrp="1"/>
          </p:cNvSpPr>
          <p:nvPr/>
        </p:nvSpPr>
        <p:spPr bwMode="auto">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endParaRPr/>
          </a:p>
        </p:txBody>
      </p:sp>
      <p:sp>
        <p:nvSpPr>
          <p:cNvPr id="1937650834" name="Rectangle 1570659082"/>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369226157" name="Rectangle 1748329787"/>
          <p:cNvSpPr>
            <a:spLocks noGrp="1"/>
          </p:cNvSpPr>
          <p:nvPr/>
        </p:nvSpPr>
        <p:spPr bwMode="auto">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endParaRPr/>
          </a:p>
        </p:txBody>
      </p:sp>
      <p:sp>
        <p:nvSpPr>
          <p:cNvPr id="639976804" name="Rectangle 1611343531"/>
          <p:cNvSpPr>
            <a:spLocks noGrp="1"/>
          </p:cNvSpPr>
          <p:nvPr/>
        </p:nvSpPr>
        <p:spPr bwMode="auto">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endParaRPr/>
          </a:p>
        </p:txBody>
      </p:sp>
      <p:sp>
        <p:nvSpPr>
          <p:cNvPr id="2113117401" name="Rectangle: Rounded Corners 1015940866"/>
          <p:cNvSpPr>
            <a:spLocks noGrp="1"/>
          </p:cNvSpPr>
          <p:nvPr/>
        </p:nvSpPr>
        <p:spPr bwMode="auto">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pPr>
              <a:buNone/>
              <a:defRPr/>
            </a:pPr>
            <a:endParaRPr/>
          </a:p>
        </p:txBody>
      </p:sp>
      <p:sp>
        <p:nvSpPr>
          <p:cNvPr id="380545478" name="Rectangle: Rounded Corners 1808652943"/>
          <p:cNvSpPr>
            <a:spLocks noGrp="1"/>
          </p:cNvSpPr>
          <p:nvPr/>
        </p:nvSpPr>
        <p:spPr bwMode="auto">
          <a:xfrm>
            <a:off x="1390650" y="2571750"/>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630927105" name="Rectangle: Rounded Corners 1081078089"/>
          <p:cNvSpPr>
            <a:spLocks noGrp="1"/>
          </p:cNvSpPr>
          <p:nvPr/>
        </p:nvSpPr>
        <p:spPr bwMode="auto">
          <a:xfrm>
            <a:off x="1485900" y="2447925"/>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1680526263" name="Rectangle: Rounded Corners 492680344"/>
          <p:cNvSpPr>
            <a:spLocks noGrp="1"/>
          </p:cNvSpPr>
          <p:nvPr/>
        </p:nvSpPr>
        <p:spPr bwMode="auto">
          <a:xfrm>
            <a:off x="1581150" y="2324100"/>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76756954" name="Rectangle: Rounded Corners 1482722514"/>
          <p:cNvSpPr>
            <a:spLocks noGrp="1"/>
          </p:cNvSpPr>
          <p:nvPr/>
        </p:nvSpPr>
        <p:spPr bwMode="auto">
          <a:xfrm>
            <a:off x="1676400" y="2200275"/>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1847632951" name="Rectangle: Rounded Corners 121026446"/>
          <p:cNvSpPr>
            <a:spLocks noGrp="1"/>
          </p:cNvSpPr>
          <p:nvPr/>
        </p:nvSpPr>
        <p:spPr bwMode="auto">
          <a:xfrm>
            <a:off x="1771650" y="2076450"/>
            <a:ext cx="1562100" cy="533400"/>
          </a:xfrm>
          <a:prstGeom prst="roundRect">
            <a:avLst>
              <a:gd name="adj" fmla="val 21429"/>
            </a:avLst>
          </a:prstGeom>
          <a:solidFill>
            <a:srgbClr val="FFFFFF"/>
          </a:solidFill>
          <a:ln w="20955">
            <a:solidFill>
              <a:srgbClr val="7C3AED"/>
            </a:solidFill>
            <a:prstDash val="solid"/>
          </a:ln>
        </p:spPr>
        <p:txBody>
          <a:bodyPr/>
          <a:lstStyle/>
          <a:p>
            <a:pPr>
              <a:buNone/>
              <a:defRPr/>
            </a:pPr>
            <a:endParaRPr/>
          </a:p>
        </p:txBody>
      </p:sp>
      <p:sp>
        <p:nvSpPr>
          <p:cNvPr id="251419582" name="Rectangle 163980103"/>
          <p:cNvSpPr>
            <a:spLocks noGrp="1"/>
          </p:cNvSpPr>
          <p:nvPr/>
        </p:nvSpPr>
        <p:spPr bwMode="auto">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endParaRPr/>
          </a:p>
        </p:txBody>
      </p:sp>
      <p:sp>
        <p:nvSpPr>
          <p:cNvPr id="1132907416" name="Rectangle 693850306"/>
          <p:cNvSpPr>
            <a:spLocks noGrp="1"/>
          </p:cNvSpPr>
          <p:nvPr/>
        </p:nvSpPr>
        <p:spPr bwMode="auto">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endParaRPr/>
          </a:p>
        </p:txBody>
      </p:sp>
      <p:sp>
        <p:nvSpPr>
          <p:cNvPr id="1212050772" name="Straight Connector 1622472842"/>
          <p:cNvSpPr>
            <a:spLocks noGrp="1"/>
          </p:cNvSpPr>
          <p:nvPr/>
        </p:nvSpPr>
        <p:spPr bwMode="auto">
          <a:xfrm>
            <a:off x="3429000" y="2838450"/>
            <a:ext cx="1047750" cy="9525"/>
          </a:xfrm>
          <a:prstGeom prst="line">
            <a:avLst/>
          </a:prstGeom>
          <a:noFill/>
          <a:ln w="28575">
            <a:solidFill>
              <a:srgbClr val="CBD5E1"/>
            </a:solidFill>
            <a:prstDash val="solid"/>
          </a:ln>
        </p:spPr>
        <p:txBody>
          <a:bodyPr/>
          <a:lstStyle/>
          <a:p>
            <a:pPr>
              <a:buNone/>
              <a:defRPr/>
            </a:pPr>
            <a:endParaRPr/>
          </a:p>
        </p:txBody>
      </p:sp>
      <p:sp>
        <p:nvSpPr>
          <p:cNvPr id="1830714691" name="Rectangle: Rounded Corners 1311020404"/>
          <p:cNvSpPr>
            <a:spLocks noGrp="1"/>
          </p:cNvSpPr>
          <p:nvPr/>
        </p:nvSpPr>
        <p:spPr bwMode="auto">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endParaRPr/>
          </a:p>
        </p:txBody>
      </p:sp>
      <p:sp>
        <p:nvSpPr>
          <p:cNvPr id="1336016474" name="Rectangle 481459380"/>
          <p:cNvSpPr>
            <a:spLocks noGrp="1"/>
          </p:cNvSpPr>
          <p:nvPr/>
        </p:nvSpPr>
        <p:spPr bwMode="auto">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endParaRPr/>
          </a:p>
        </p:txBody>
      </p:sp>
      <p:sp>
        <p:nvSpPr>
          <p:cNvPr id="241932263" name="Rectangle: Rounded Corners 1942037177"/>
          <p:cNvSpPr>
            <a:spLocks noGrp="1"/>
          </p:cNvSpPr>
          <p:nvPr/>
        </p:nvSpPr>
        <p:spPr bwMode="auto">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endParaRPr/>
          </a:p>
        </p:txBody>
      </p:sp>
      <p:sp>
        <p:nvSpPr>
          <p:cNvPr id="682276455" name="Rectangle: Rounded Corners 75602190"/>
          <p:cNvSpPr>
            <a:spLocks noGrp="1"/>
          </p:cNvSpPr>
          <p:nvPr/>
        </p:nvSpPr>
        <p:spPr bwMode="auto">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endParaRPr/>
          </a:p>
        </p:txBody>
      </p:sp>
      <p:sp>
        <p:nvSpPr>
          <p:cNvPr id="759444065" name="Rectangle: Rounded Corners 1789658254"/>
          <p:cNvSpPr>
            <a:spLocks noGrp="1"/>
          </p:cNvSpPr>
          <p:nvPr/>
        </p:nvSpPr>
        <p:spPr bwMode="auto">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endParaRPr/>
          </a:p>
        </p:txBody>
      </p:sp>
      <p:sp>
        <p:nvSpPr>
          <p:cNvPr id="757540424" name="Rectangle: Rounded Corners 1953288476"/>
          <p:cNvSpPr>
            <a:spLocks noGrp="1"/>
          </p:cNvSpPr>
          <p:nvPr/>
        </p:nvSpPr>
        <p:spPr bwMode="auto">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endParaRPr/>
          </a:p>
        </p:txBody>
      </p:sp>
      <p:sp>
        <p:nvSpPr>
          <p:cNvPr id="552303895" name="Straight Connector 319643796"/>
          <p:cNvSpPr>
            <a:spLocks noGrp="1"/>
          </p:cNvSpPr>
          <p:nvPr/>
        </p:nvSpPr>
        <p:spPr bwMode="auto">
          <a:xfrm>
            <a:off x="7848600" y="2838450"/>
            <a:ext cx="895350" cy="9525"/>
          </a:xfrm>
          <a:prstGeom prst="line">
            <a:avLst/>
          </a:prstGeom>
          <a:noFill/>
          <a:ln w="28575">
            <a:solidFill>
              <a:srgbClr val="CBD5E1"/>
            </a:solidFill>
            <a:prstDash val="solid"/>
          </a:ln>
        </p:spPr>
        <p:txBody>
          <a:bodyPr/>
          <a:lstStyle/>
          <a:p>
            <a:pPr>
              <a:buNone/>
              <a:defRPr/>
            </a:pPr>
            <a:endParaRPr/>
          </a:p>
        </p:txBody>
      </p:sp>
      <p:sp>
        <p:nvSpPr>
          <p:cNvPr id="79205449" name="Rectangle: Rounded Corners 647942513"/>
          <p:cNvSpPr>
            <a:spLocks noGrp="1"/>
          </p:cNvSpPr>
          <p:nvPr/>
        </p:nvSpPr>
        <p:spPr bwMode="auto">
          <a:xfrm>
            <a:off x="8972550" y="2819400"/>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684234471" name="Rectangle: Rounded Corners 636131648"/>
          <p:cNvSpPr>
            <a:spLocks noGrp="1"/>
          </p:cNvSpPr>
          <p:nvPr/>
        </p:nvSpPr>
        <p:spPr bwMode="auto">
          <a:xfrm>
            <a:off x="9067800" y="2695575"/>
            <a:ext cx="1562100" cy="533400"/>
          </a:xfrm>
          <a:prstGeom prst="roundRect">
            <a:avLst>
              <a:gd name="adj" fmla="val 21429"/>
            </a:avLst>
          </a:prstGeom>
          <a:solidFill>
            <a:srgbClr val="EEF2F7"/>
          </a:solidFill>
          <a:ln w="11430">
            <a:solidFill>
              <a:srgbClr val="CBD5E1"/>
            </a:solidFill>
            <a:prstDash val="solid"/>
          </a:ln>
        </p:spPr>
        <p:txBody>
          <a:bodyPr/>
          <a:lstStyle/>
          <a:p>
            <a:pPr>
              <a:buNone/>
              <a:defRPr/>
            </a:pPr>
            <a:endParaRPr/>
          </a:p>
        </p:txBody>
      </p:sp>
      <p:sp>
        <p:nvSpPr>
          <p:cNvPr id="6273945" name="Rectangle: Rounded Corners 261513705"/>
          <p:cNvSpPr>
            <a:spLocks noGrp="1"/>
          </p:cNvSpPr>
          <p:nvPr/>
        </p:nvSpPr>
        <p:spPr bwMode="auto">
          <a:xfrm>
            <a:off x="9163050" y="2571750"/>
            <a:ext cx="1562100" cy="533400"/>
          </a:xfrm>
          <a:prstGeom prst="roundRect">
            <a:avLst>
              <a:gd name="adj" fmla="val 21429"/>
            </a:avLst>
          </a:prstGeom>
          <a:solidFill>
            <a:srgbClr val="FFFFFF"/>
          </a:solidFill>
          <a:ln w="20955">
            <a:solidFill>
              <a:srgbClr val="10B981"/>
            </a:solidFill>
            <a:prstDash val="solid"/>
          </a:ln>
        </p:spPr>
        <p:txBody>
          <a:bodyPr/>
          <a:lstStyle/>
          <a:p>
            <a:pPr>
              <a:buNone/>
              <a:defRPr/>
            </a:pPr>
            <a:endParaRPr/>
          </a:p>
        </p:txBody>
      </p:sp>
      <p:sp>
        <p:nvSpPr>
          <p:cNvPr id="1514111994" name="Rectangle 1466779702"/>
          <p:cNvSpPr>
            <a:spLocks noGrp="1"/>
          </p:cNvSpPr>
          <p:nvPr/>
        </p:nvSpPr>
        <p:spPr bwMode="auto">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endParaRPr/>
          </a:p>
        </p:txBody>
      </p:sp>
      <p:sp>
        <p:nvSpPr>
          <p:cNvPr id="528799686" name="Rectangle 2140567318"/>
          <p:cNvSpPr>
            <a:spLocks noGrp="1"/>
          </p:cNvSpPr>
          <p:nvPr/>
        </p:nvSpPr>
        <p:spPr bwMode="auto">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endParaRPr/>
          </a:p>
        </p:txBody>
      </p:sp>
      <p:sp>
        <p:nvSpPr>
          <p:cNvPr id="307743939" name="Rectangle 800090932"/>
          <p:cNvSpPr>
            <a:spLocks noGrp="1"/>
          </p:cNvSpPr>
          <p:nvPr/>
        </p:nvSpPr>
        <p:spPr bwMode="auto">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endParaRPr/>
          </a:p>
        </p:txBody>
      </p:sp>
      <p:sp>
        <p:nvSpPr>
          <p:cNvPr id="100185971" name="Oval 663275864"/>
          <p:cNvSpPr>
            <a:spLocks noGrp="1"/>
          </p:cNvSpPr>
          <p:nvPr/>
        </p:nvSpPr>
        <p:spPr bwMode="auto">
          <a:xfrm>
            <a:off x="9534525" y="2038349"/>
            <a:ext cx="171450" cy="171450"/>
          </a:xfrm>
          <a:prstGeom prst="ellipse">
            <a:avLst/>
          </a:prstGeom>
          <a:solidFill>
            <a:srgbClr val="10B981"/>
          </a:solidFill>
          <a:ln w="13335">
            <a:solidFill>
              <a:srgbClr val="10B981"/>
            </a:solidFill>
            <a:prstDash val="solid"/>
          </a:ln>
        </p:spPr>
        <p:txBody>
          <a:bodyPr/>
          <a:lstStyle/>
          <a:p>
            <a:pPr>
              <a:buNone/>
              <a:defRPr/>
            </a:pPr>
            <a:endParaRPr/>
          </a:p>
        </p:txBody>
      </p:sp>
      <p:sp>
        <p:nvSpPr>
          <p:cNvPr id="72706494" name="Oval 302896655"/>
          <p:cNvSpPr>
            <a:spLocks noGrp="1"/>
          </p:cNvSpPr>
          <p:nvPr/>
        </p:nvSpPr>
        <p:spPr bwMode="auto">
          <a:xfrm>
            <a:off x="9820275" y="2038349"/>
            <a:ext cx="171450" cy="171450"/>
          </a:xfrm>
          <a:prstGeom prst="ellipse">
            <a:avLst/>
          </a:prstGeom>
          <a:solidFill>
            <a:srgbClr val="10B981"/>
          </a:solidFill>
          <a:ln w="13335">
            <a:solidFill>
              <a:srgbClr val="10B981"/>
            </a:solidFill>
            <a:prstDash val="solid"/>
          </a:ln>
        </p:spPr>
        <p:txBody>
          <a:bodyPr/>
          <a:lstStyle/>
          <a:p>
            <a:pPr>
              <a:buNone/>
              <a:defRPr/>
            </a:pPr>
            <a:endParaRPr/>
          </a:p>
        </p:txBody>
      </p:sp>
      <p:sp>
        <p:nvSpPr>
          <p:cNvPr id="1652618158" name="Oval 1173073258"/>
          <p:cNvSpPr>
            <a:spLocks noGrp="1"/>
          </p:cNvSpPr>
          <p:nvPr/>
        </p:nvSpPr>
        <p:spPr bwMode="auto">
          <a:xfrm>
            <a:off x="10106025" y="2038349"/>
            <a:ext cx="171450" cy="171450"/>
          </a:xfrm>
          <a:prstGeom prst="ellipse">
            <a:avLst/>
          </a:prstGeom>
          <a:solidFill>
            <a:srgbClr val="10B981"/>
          </a:solidFill>
          <a:ln w="13335">
            <a:solidFill>
              <a:srgbClr val="10B981"/>
            </a:solidFill>
            <a:prstDash val="solid"/>
          </a:ln>
        </p:spPr>
        <p:txBody>
          <a:bodyPr/>
          <a:lstStyle/>
          <a:p>
            <a:pPr>
              <a:buNone/>
              <a:defRPr/>
            </a:pPr>
            <a:endParaRPr/>
          </a:p>
        </p:txBody>
      </p:sp>
      <p:sp>
        <p:nvSpPr>
          <p:cNvPr id="315519380" name="Rectangle 1351287707"/>
          <p:cNvSpPr>
            <a:spLocks noGrp="1"/>
          </p:cNvSpPr>
          <p:nvPr/>
        </p:nvSpPr>
        <p:spPr bwMode="auto">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endParaRPr/>
          </a:p>
        </p:txBody>
      </p:sp>
      <p:sp>
        <p:nvSpPr>
          <p:cNvPr id="882863619" name="Rectangle 1523385386"/>
          <p:cNvSpPr>
            <a:spLocks noGrp="1"/>
          </p:cNvSpPr>
          <p:nvPr/>
        </p:nvSpPr>
        <p:spPr bwMode="auto">
          <a:xfrm>
            <a:off x="11106150" y="6286500"/>
            <a:ext cx="476250" cy="228600"/>
          </a:xfrm>
          <a:prstGeom prst="rect">
            <a:avLst/>
          </a:prstGeom>
          <a:noFill/>
          <a:ln w="0">
            <a:noFill/>
            <a:prstDash val="solid"/>
          </a:ln>
        </p:spPr>
        <p:txBody>
          <a:bodyPr/>
          <a:lstStyle/>
          <a:p>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DocSecurity>0</DocSecurity>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
  <cp:revision>2</cp:revision>
  <dcterms:created xsi:type="dcterms:W3CDTF">2026-07-28T05:47:24Z</dcterms:created>
  <dcterms:modified xsi:type="dcterms:W3CDTF">2026-07-29T09:56:25Z</dcterms:modified>
</cp:coreProperties>
</file>