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dc4c1dd87e48bc" /><Relationship Type="http://schemas.openxmlformats.org/officeDocument/2006/relationships/extended-properties" Target="/docProps/app.xml" Id="Raca461153595442f" /><Relationship Type="http://schemas.openxmlformats.org/officeDocument/2006/relationships/officeDocument" Target="/ppt/presentation.xml" Id="Rf02789ba92ab4865" /></Relationships>
</file>

<file path=ppt/presentation.xml><?xml version="1.0" encoding="utf-8"?>
<p:presentation xmlns:p="http://schemas.openxmlformats.org/presentationml/2006/main">
  <p:sldMasterIdLst>
    <p:sldMasterId xmlns:r="http://schemas.openxmlformats.org/officeDocument/2006/relationships" id="2147483648" r:id="R5dfddefd0a274523"/>
  </p:sldMasterIdLst>
  <p:notesMasterIdLst>
    <p:notesMasterId xmlns:r="http://schemas.openxmlformats.org/officeDocument/2006/relationships" r:id="R9e04ce5cc8fc4f42"/>
  </p:notesMasterIdLst>
  <p:sldIdLst>
    <p:sldId xmlns:r="http://schemas.openxmlformats.org/officeDocument/2006/relationships" id="256" r:id="R9d055dab4261438a"/>
    <p:sldId xmlns:r="http://schemas.openxmlformats.org/officeDocument/2006/relationships" id="257" r:id="R6d9da61b21ba4e7a"/>
    <p:sldId xmlns:r="http://schemas.openxmlformats.org/officeDocument/2006/relationships" id="258" r:id="R5f4b0d3f20b04771"/>
    <p:sldId xmlns:r="http://schemas.openxmlformats.org/officeDocument/2006/relationships" id="259" r:id="R5b2acac5077c48a3"/>
    <p:sldId xmlns:r="http://schemas.openxmlformats.org/officeDocument/2006/relationships" id="260" r:id="R62c57eef36ce4e02"/>
    <p:sldId xmlns:r="http://schemas.openxmlformats.org/officeDocument/2006/relationships" id="261" r:id="Ref562af48ea943a9"/>
    <p:sldId xmlns:r="http://schemas.openxmlformats.org/officeDocument/2006/relationships" id="262" r:id="R7386de3979d44dfa"/>
    <p:sldId xmlns:r="http://schemas.openxmlformats.org/officeDocument/2006/relationships" id="263" r:id="Rbf0fa8685c5147af"/>
    <p:sldId xmlns:r="http://schemas.openxmlformats.org/officeDocument/2006/relationships" id="264" r:id="R318ad598456e4722"/>
    <p:sldId xmlns:r="http://schemas.openxmlformats.org/officeDocument/2006/relationships" id="265" r:id="R9eb6a6abbd374827"/>
    <p:sldId xmlns:r="http://schemas.openxmlformats.org/officeDocument/2006/relationships" id="266" r:id="Rdb3d45f2fa8b441a"/>
    <p:sldId xmlns:r="http://schemas.openxmlformats.org/officeDocument/2006/relationships" id="267" r:id="R5ea418b230e54205"/>
    <p:sldId xmlns:r="http://schemas.openxmlformats.org/officeDocument/2006/relationships" id="268" r:id="R9d72be9a4ae740a5"/>
    <p:sldId xmlns:r="http://schemas.openxmlformats.org/officeDocument/2006/relationships" id="269" r:id="R296ffe8290544336"/>
    <p:sldId xmlns:r="http://schemas.openxmlformats.org/officeDocument/2006/relationships" id="270" r:id="R9c1387a5013e47ae"/>
    <p:sldId xmlns:r="http://schemas.openxmlformats.org/officeDocument/2006/relationships" id="271" r:id="R504d48fd74f542ef"/>
    <p:sldId xmlns:r="http://schemas.openxmlformats.org/officeDocument/2006/relationships" id="272" r:id="R47cf5a616ed04a16"/>
    <p:sldId xmlns:r="http://schemas.openxmlformats.org/officeDocument/2006/relationships" id="273" r:id="Ra29f79599b50436b"/>
    <p:sldId xmlns:r="http://schemas.openxmlformats.org/officeDocument/2006/relationships" id="274" r:id="Ra73da2b6582d4a71"/>
    <p:sldId xmlns:r="http://schemas.openxmlformats.org/officeDocument/2006/relationships" id="275" r:id="Rd5a9b46fe1db45fb"/>
    <p:sldId xmlns:r="http://schemas.openxmlformats.org/officeDocument/2006/relationships" id="276" r:id="R7c186af5c2764887"/>
    <p:sldId xmlns:r="http://schemas.openxmlformats.org/officeDocument/2006/relationships" id="277" r:id="R397ad92143d94cce"/>
    <p:sldId xmlns:r="http://schemas.openxmlformats.org/officeDocument/2006/relationships" id="278" r:id="Rb76726949e3e418a"/>
    <p:sldId xmlns:r="http://schemas.openxmlformats.org/officeDocument/2006/relationships" id="279" r:id="R563128cc99074825"/>
    <p:sldId xmlns:r="http://schemas.openxmlformats.org/officeDocument/2006/relationships" id="280" r:id="R28290a3b9562449c"/>
    <p:sldId xmlns:r="http://schemas.openxmlformats.org/officeDocument/2006/relationships" id="281" r:id="Rbffd2857e798409d"/>
    <p:sldId xmlns:r="http://schemas.openxmlformats.org/officeDocument/2006/relationships" id="282" r:id="R028ffd8234334957"/>
    <p:sldId xmlns:r="http://schemas.openxmlformats.org/officeDocument/2006/relationships" id="283" r:id="R39031972252a4d59"/>
    <p:sldId xmlns:r="http://schemas.openxmlformats.org/officeDocument/2006/relationships" id="284" r:id="Rf2569cd4e09148e9"/>
    <p:sldId xmlns:r="http://schemas.openxmlformats.org/officeDocument/2006/relationships" id="285" r:id="R6f736978a7af4d72"/>
    <p:sldId xmlns:r="http://schemas.openxmlformats.org/officeDocument/2006/relationships" id="286" r:id="R3dfdc28930c946ef"/>
    <p:sldId xmlns:r="http://schemas.openxmlformats.org/officeDocument/2006/relationships" id="287" r:id="R91b23ccc107e4228"/>
    <p:sldId xmlns:r="http://schemas.openxmlformats.org/officeDocument/2006/relationships" id="288" r:id="R113f7dcd28b64576"/>
    <p:sldId xmlns:r="http://schemas.openxmlformats.org/officeDocument/2006/relationships" id="289" r:id="R82ea34664acb4735"/>
    <p:sldId xmlns:r="http://schemas.openxmlformats.org/officeDocument/2006/relationships" id="290" r:id="R5b55126151074d3d"/>
    <p:sldId xmlns:r="http://schemas.openxmlformats.org/officeDocument/2006/relationships" id="291" r:id="R0acb3f0805294558"/>
    <p:sldId xmlns:r="http://schemas.openxmlformats.org/officeDocument/2006/relationships" id="292" r:id="R4b249891bf1c4d90"/>
    <p:sldId xmlns:r="http://schemas.openxmlformats.org/officeDocument/2006/relationships" id="293" r:id="R15305af7f7d74679"/>
    <p:sldId xmlns:r="http://schemas.openxmlformats.org/officeDocument/2006/relationships" id="294" r:id="R28c00cd683e04418"/>
    <p:sldId xmlns:r="http://schemas.openxmlformats.org/officeDocument/2006/relationships" id="295" r:id="Rbbb8cc0569ea4f87"/>
    <p:sldId xmlns:r="http://schemas.openxmlformats.org/officeDocument/2006/relationships" id="296" r:id="R44f69c09b1044408"/>
    <p:sldId xmlns:r="http://schemas.openxmlformats.org/officeDocument/2006/relationships" id="297" r:id="R82edb426a27b4f3f"/>
    <p:sldId xmlns:r="http://schemas.openxmlformats.org/officeDocument/2006/relationships" id="298" r:id="R372c2566a5db497c"/>
    <p:sldId xmlns:r="http://schemas.openxmlformats.org/officeDocument/2006/relationships" id="299" r:id="R0a2c2933aadd44fb"/>
    <p:sldId xmlns:r="http://schemas.openxmlformats.org/officeDocument/2006/relationships" id="300" r:id="Rd4d509f4cb75427b"/>
    <p:sldId xmlns:r="http://schemas.openxmlformats.org/officeDocument/2006/relationships" id="301" r:id="Rc70ef80be2d44978"/>
    <p:sldId xmlns:r="http://schemas.openxmlformats.org/officeDocument/2006/relationships" id="302" r:id="Re92bdcc70af3465f"/>
    <p:sldId xmlns:r="http://schemas.openxmlformats.org/officeDocument/2006/relationships" id="303" r:id="R7c56e9935fff414c"/>
    <p:sldId xmlns:r="http://schemas.openxmlformats.org/officeDocument/2006/relationships" id="304" r:id="R295b7fd96d7e4ab1"/>
    <p:sldId xmlns:r="http://schemas.openxmlformats.org/officeDocument/2006/relationships" id="305" r:id="Ra0ce626fa6ad4cbf"/>
    <p:sldId xmlns:r="http://schemas.openxmlformats.org/officeDocument/2006/relationships" id="306" r:id="Rad76512a30624dfc"/>
    <p:sldId xmlns:r="http://schemas.openxmlformats.org/officeDocument/2006/relationships" id="307" r:id="R06cd782fe07a45c8"/>
    <p:sldId xmlns:r="http://schemas.openxmlformats.org/officeDocument/2006/relationships" id="308" r:id="R4cd5f2a9e22b4d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69ff44cc8a4d34" /><Relationship Type="http://schemas.openxmlformats.org/officeDocument/2006/relationships/slideMaster" Target="/ppt/slideMasters/slideMaster1.xml" Id="R5dfddefd0a274523" /><Relationship Type="http://schemas.openxmlformats.org/officeDocument/2006/relationships/notesMaster" Target="/ppt/notesMasters/notesMaster1.xml" Id="R9e04ce5cc8fc4f42" /><Relationship Type="http://schemas.openxmlformats.org/officeDocument/2006/relationships/presProps" Target="/ppt/presProps.xml" Id="R490902dc643940d4" /><Relationship Type="http://schemas.openxmlformats.org/officeDocument/2006/relationships/tableStyles" Target="/ppt/tableStyles.xml" Id="Re311e883561c41bb" /><Relationship Type="http://schemas.openxmlformats.org/officeDocument/2006/relationships/slide" Target="/ppt/slides/slide1.xml" Id="R9d055dab4261438a" /><Relationship Type="http://schemas.openxmlformats.org/officeDocument/2006/relationships/slide" Target="/ppt/slides/slide2.xml" Id="R6d9da61b21ba4e7a" /><Relationship Type="http://schemas.openxmlformats.org/officeDocument/2006/relationships/slide" Target="/ppt/slides/slide3.xml" Id="R5f4b0d3f20b04771" /><Relationship Type="http://schemas.openxmlformats.org/officeDocument/2006/relationships/slide" Target="/ppt/slides/slide4.xml" Id="R5b2acac5077c48a3" /><Relationship Type="http://schemas.openxmlformats.org/officeDocument/2006/relationships/slide" Target="/ppt/slides/slide5.xml" Id="R62c57eef36ce4e02" /><Relationship Type="http://schemas.openxmlformats.org/officeDocument/2006/relationships/slide" Target="/ppt/slides/slide6.xml" Id="Ref562af48ea943a9" /><Relationship Type="http://schemas.openxmlformats.org/officeDocument/2006/relationships/slide" Target="/ppt/slides/slide7.xml" Id="R7386de3979d44dfa" /><Relationship Type="http://schemas.openxmlformats.org/officeDocument/2006/relationships/slide" Target="/ppt/slides/slide8.xml" Id="Rbf0fa8685c5147af" /><Relationship Type="http://schemas.openxmlformats.org/officeDocument/2006/relationships/slide" Target="/ppt/slides/slide9.xml" Id="R318ad598456e4722" /><Relationship Type="http://schemas.openxmlformats.org/officeDocument/2006/relationships/slide" Target="/ppt/slides/slide10.xml" Id="R9eb6a6abbd374827" /><Relationship Type="http://schemas.openxmlformats.org/officeDocument/2006/relationships/slide" Target="/ppt/slides/slide11.xml" Id="Rdb3d45f2fa8b441a" /><Relationship Type="http://schemas.openxmlformats.org/officeDocument/2006/relationships/slide" Target="/ppt/slides/slide12.xml" Id="R5ea418b230e54205" /><Relationship Type="http://schemas.openxmlformats.org/officeDocument/2006/relationships/slide" Target="/ppt/slides/slide13.xml" Id="R9d72be9a4ae740a5" /><Relationship Type="http://schemas.openxmlformats.org/officeDocument/2006/relationships/slide" Target="/ppt/slides/slide14.xml" Id="R296ffe8290544336" /><Relationship Type="http://schemas.openxmlformats.org/officeDocument/2006/relationships/slide" Target="/ppt/slides/slide15.xml" Id="R9c1387a5013e47ae" /><Relationship Type="http://schemas.openxmlformats.org/officeDocument/2006/relationships/slide" Target="/ppt/slides/slide16.xml" Id="R504d48fd74f542ef" /><Relationship Type="http://schemas.openxmlformats.org/officeDocument/2006/relationships/slide" Target="/ppt/slides/slide17.xml" Id="R47cf5a616ed04a16" /><Relationship Type="http://schemas.openxmlformats.org/officeDocument/2006/relationships/slide" Target="/ppt/slides/slide18.xml" Id="Ra29f79599b50436b" /><Relationship Type="http://schemas.openxmlformats.org/officeDocument/2006/relationships/slide" Target="/ppt/slides/slide19.xml" Id="Ra73da2b6582d4a71" /><Relationship Type="http://schemas.openxmlformats.org/officeDocument/2006/relationships/slide" Target="/ppt/slides/slide20.xml" Id="Rd5a9b46fe1db45fb" /><Relationship Type="http://schemas.openxmlformats.org/officeDocument/2006/relationships/slide" Target="/ppt/slides/slide21.xml" Id="R7c186af5c2764887" /><Relationship Type="http://schemas.openxmlformats.org/officeDocument/2006/relationships/slide" Target="/ppt/slides/slide22.xml" Id="R397ad92143d94cce" /><Relationship Type="http://schemas.openxmlformats.org/officeDocument/2006/relationships/slide" Target="/ppt/slides/slide23.xml" Id="Rb76726949e3e418a" /><Relationship Type="http://schemas.openxmlformats.org/officeDocument/2006/relationships/slide" Target="/ppt/slides/slide24.xml" Id="R563128cc99074825" /><Relationship Type="http://schemas.openxmlformats.org/officeDocument/2006/relationships/slide" Target="/ppt/slides/slide25.xml" Id="R28290a3b9562449c" /><Relationship Type="http://schemas.openxmlformats.org/officeDocument/2006/relationships/slide" Target="/ppt/slides/slide26.xml" Id="Rbffd2857e798409d" /><Relationship Type="http://schemas.openxmlformats.org/officeDocument/2006/relationships/slide" Target="/ppt/slides/slide27.xml" Id="R028ffd8234334957" /><Relationship Type="http://schemas.openxmlformats.org/officeDocument/2006/relationships/slide" Target="/ppt/slides/slide28.xml" Id="R39031972252a4d59" /><Relationship Type="http://schemas.openxmlformats.org/officeDocument/2006/relationships/slide" Target="/ppt/slides/slide29.xml" Id="Rf2569cd4e09148e9" /><Relationship Type="http://schemas.openxmlformats.org/officeDocument/2006/relationships/slide" Target="/ppt/slides/slide30.xml" Id="R6f736978a7af4d72" /><Relationship Type="http://schemas.openxmlformats.org/officeDocument/2006/relationships/slide" Target="/ppt/slides/slide31.xml" Id="R3dfdc28930c946ef" /><Relationship Type="http://schemas.openxmlformats.org/officeDocument/2006/relationships/slide" Target="/ppt/slides/slide32.xml" Id="R91b23ccc107e4228" /><Relationship Type="http://schemas.openxmlformats.org/officeDocument/2006/relationships/slide" Target="/ppt/slides/slide33.xml" Id="R113f7dcd28b64576" /><Relationship Type="http://schemas.openxmlformats.org/officeDocument/2006/relationships/slide" Target="/ppt/slides/slide34.xml" Id="R82ea34664acb4735" /><Relationship Type="http://schemas.openxmlformats.org/officeDocument/2006/relationships/slide" Target="/ppt/slides/slide35.xml" Id="R5b55126151074d3d" /><Relationship Type="http://schemas.openxmlformats.org/officeDocument/2006/relationships/slide" Target="/ppt/slides/slide36.xml" Id="R0acb3f0805294558" /><Relationship Type="http://schemas.openxmlformats.org/officeDocument/2006/relationships/slide" Target="/ppt/slides/slide37.xml" Id="R4b249891bf1c4d90" /><Relationship Type="http://schemas.openxmlformats.org/officeDocument/2006/relationships/slide" Target="/ppt/slides/slide38.xml" Id="R15305af7f7d74679" /><Relationship Type="http://schemas.openxmlformats.org/officeDocument/2006/relationships/slide" Target="/ppt/slides/slide39.xml" Id="R28c00cd683e04418" /><Relationship Type="http://schemas.openxmlformats.org/officeDocument/2006/relationships/slide" Target="/ppt/slides/slide40.xml" Id="Rbbb8cc0569ea4f87" /><Relationship Type="http://schemas.openxmlformats.org/officeDocument/2006/relationships/slide" Target="/ppt/slides/slide41.xml" Id="R44f69c09b1044408" /><Relationship Type="http://schemas.openxmlformats.org/officeDocument/2006/relationships/slide" Target="/ppt/slides/slide42.xml" Id="R82edb426a27b4f3f" /><Relationship Type="http://schemas.openxmlformats.org/officeDocument/2006/relationships/slide" Target="/ppt/slides/slide43.xml" Id="R372c2566a5db497c" /><Relationship Type="http://schemas.openxmlformats.org/officeDocument/2006/relationships/slide" Target="/ppt/slides/slide44.xml" Id="R0a2c2933aadd44fb" /><Relationship Type="http://schemas.openxmlformats.org/officeDocument/2006/relationships/slide" Target="/ppt/slides/slide45.xml" Id="Rd4d509f4cb75427b" /><Relationship Type="http://schemas.openxmlformats.org/officeDocument/2006/relationships/slide" Target="/ppt/slides/slide46.xml" Id="Rc70ef80be2d44978" /><Relationship Type="http://schemas.openxmlformats.org/officeDocument/2006/relationships/slide" Target="/ppt/slides/slide47.xml" Id="Re92bdcc70af3465f" /><Relationship Type="http://schemas.openxmlformats.org/officeDocument/2006/relationships/slide" Target="/ppt/slides/slide48.xml" Id="R7c56e9935fff414c" /><Relationship Type="http://schemas.openxmlformats.org/officeDocument/2006/relationships/slide" Target="/ppt/slides/slide49.xml" Id="R295b7fd96d7e4ab1" /><Relationship Type="http://schemas.openxmlformats.org/officeDocument/2006/relationships/slide" Target="/ppt/slides/slide50.xml" Id="Ra0ce626fa6ad4cbf" /><Relationship Type="http://schemas.openxmlformats.org/officeDocument/2006/relationships/slide" Target="/ppt/slides/slide51.xml" Id="Rad76512a30624dfc" /><Relationship Type="http://schemas.openxmlformats.org/officeDocument/2006/relationships/slide" Target="/ppt/slides/slide52.xml" Id="R06cd782fe07a45c8" /><Relationship Type="http://schemas.openxmlformats.org/officeDocument/2006/relationships/slide" Target="/ppt/slides/slide53.xml" Id="R4cd5f2a9e22b4d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4bf7ce1bcc4a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31652af83d4851" /><Relationship Type="http://schemas.openxmlformats.org/officeDocument/2006/relationships/notesMaster" Target="/ppt/notesMasters/notesMaster1.xml" Id="R1cee6c7163c843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30e53a58324db6" /><Relationship Type="http://schemas.openxmlformats.org/officeDocument/2006/relationships/notesMaster" Target="/ppt/notesMasters/notesMaster1.xml" Id="R681bcf7a635549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76f58572b847c2" /><Relationship Type="http://schemas.openxmlformats.org/officeDocument/2006/relationships/notesMaster" Target="/ppt/notesMasters/notesMaster1.xml" Id="R276820bd75df40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1718ac5b8b4f74" /><Relationship Type="http://schemas.openxmlformats.org/officeDocument/2006/relationships/notesMaster" Target="/ppt/notesMasters/notesMaster1.xml" Id="R3a359b0c6fda47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e701c172744d06" /><Relationship Type="http://schemas.openxmlformats.org/officeDocument/2006/relationships/notesMaster" Target="/ppt/notesMasters/notesMaster1.xml" Id="R8fea320f04304c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b222f956ba4d4d" /><Relationship Type="http://schemas.openxmlformats.org/officeDocument/2006/relationships/notesMaster" Target="/ppt/notesMasters/notesMaster1.xml" Id="R96ff6462991343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26fff482d54897" /><Relationship Type="http://schemas.openxmlformats.org/officeDocument/2006/relationships/notesMaster" Target="/ppt/notesMasters/notesMaster1.xml" Id="R7974dfebfd434c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7c3216b0934df3" /><Relationship Type="http://schemas.openxmlformats.org/officeDocument/2006/relationships/notesMaster" Target="/ppt/notesMasters/notesMaster1.xml" Id="R17b1d826e27541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65dbaa03cc4b36" /><Relationship Type="http://schemas.openxmlformats.org/officeDocument/2006/relationships/notesMaster" Target="/ppt/notesMasters/notesMaster1.xml" Id="R626066c8891747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816e564c5b4352" /><Relationship Type="http://schemas.openxmlformats.org/officeDocument/2006/relationships/notesMaster" Target="/ppt/notesMasters/notesMaster1.xml" Id="R629cc6911b8040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7b4946745f4c18" /><Relationship Type="http://schemas.openxmlformats.org/officeDocument/2006/relationships/notesMaster" Target="/ppt/notesMasters/notesMaster1.xml" Id="R0ed6145f6947469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59e62744554fe7" /><Relationship Type="http://schemas.openxmlformats.org/officeDocument/2006/relationships/notesMaster" Target="/ppt/notesMasters/notesMaster1.xml" Id="R3e1b2ff8bcf540f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5beca582774347" /><Relationship Type="http://schemas.openxmlformats.org/officeDocument/2006/relationships/notesMaster" Target="/ppt/notesMasters/notesMaster1.xml" Id="Rd63bf744dba04ae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145218d544040f0" /><Relationship Type="http://schemas.openxmlformats.org/officeDocument/2006/relationships/notesMaster" Target="/ppt/notesMasters/notesMaster1.xml" Id="R29640777e3a64e3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596b75d92104e37" /><Relationship Type="http://schemas.openxmlformats.org/officeDocument/2006/relationships/notesMaster" Target="/ppt/notesMasters/notesMaster1.xml" Id="R48bbe47fce0a45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442f1f3b2e34859" /><Relationship Type="http://schemas.openxmlformats.org/officeDocument/2006/relationships/notesMaster" Target="/ppt/notesMasters/notesMaster1.xml" Id="R4e7ba2ad55aa46a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37e7bebb9a348a2" /><Relationship Type="http://schemas.openxmlformats.org/officeDocument/2006/relationships/notesMaster" Target="/ppt/notesMasters/notesMaster1.xml" Id="R087864e69c414f7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9e54d6e947e4d62" /><Relationship Type="http://schemas.openxmlformats.org/officeDocument/2006/relationships/notesMaster" Target="/ppt/notesMasters/notesMaster1.xml" Id="R476faac93ccf43d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935ad9cb47249c9" /><Relationship Type="http://schemas.openxmlformats.org/officeDocument/2006/relationships/notesMaster" Target="/ppt/notesMasters/notesMaster1.xml" Id="R4e072e00877548c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44d05d135604479" /><Relationship Type="http://schemas.openxmlformats.org/officeDocument/2006/relationships/notesMaster" Target="/ppt/notesMasters/notesMaster1.xml" Id="Rad51776c55e94e1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e59492226174298" /><Relationship Type="http://schemas.openxmlformats.org/officeDocument/2006/relationships/notesMaster" Target="/ppt/notesMasters/notesMaster1.xml" Id="R30ef4b32a234422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22b3d3a18324264" /><Relationship Type="http://schemas.openxmlformats.org/officeDocument/2006/relationships/notesMaster" Target="/ppt/notesMasters/notesMaster1.xml" Id="Rb902ea5f741d40f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8e89b4545194bf9" /><Relationship Type="http://schemas.openxmlformats.org/officeDocument/2006/relationships/notesMaster" Target="/ppt/notesMasters/notesMaster1.xml" Id="R23ba1cff06bf46d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f0538ddfaf341e8" /><Relationship Type="http://schemas.openxmlformats.org/officeDocument/2006/relationships/notesMaster" Target="/ppt/notesMasters/notesMaster1.xml" Id="Rab5f6f42cf6641f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7ed844227f74df5" /><Relationship Type="http://schemas.openxmlformats.org/officeDocument/2006/relationships/notesMaster" Target="/ppt/notesMasters/notesMaster1.xml" Id="R356397cfe4c145f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aac5782010f4da3" /><Relationship Type="http://schemas.openxmlformats.org/officeDocument/2006/relationships/notesMaster" Target="/ppt/notesMasters/notesMaster1.xml" Id="R04eb4c90ffd6400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8fd0fd496174f20" /><Relationship Type="http://schemas.openxmlformats.org/officeDocument/2006/relationships/notesMaster" Target="/ppt/notesMasters/notesMaster1.xml" Id="Re8fbf67c81ca454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3ecb15436c74e7a" /><Relationship Type="http://schemas.openxmlformats.org/officeDocument/2006/relationships/notesMaster" Target="/ppt/notesMasters/notesMaster1.xml" Id="Racffa20478ad464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bb5d0c072e74075" /><Relationship Type="http://schemas.openxmlformats.org/officeDocument/2006/relationships/notesMaster" Target="/ppt/notesMasters/notesMaster1.xml" Id="Re35d3aca47a2415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2dded06cfc34cf3" /><Relationship Type="http://schemas.openxmlformats.org/officeDocument/2006/relationships/notesMaster" Target="/ppt/notesMasters/notesMaster1.xml" Id="R375acd177c6549f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811acf7494f4c71" /><Relationship Type="http://schemas.openxmlformats.org/officeDocument/2006/relationships/notesMaster" Target="/ppt/notesMasters/notesMaster1.xml" Id="R18e8f62a7e1141c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08927ddd88a491d" /><Relationship Type="http://schemas.openxmlformats.org/officeDocument/2006/relationships/notesMaster" Target="/ppt/notesMasters/notesMaster1.xml" Id="R6ff0587fa2e54b4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de3ee3c6f7c43f4" /><Relationship Type="http://schemas.openxmlformats.org/officeDocument/2006/relationships/notesMaster" Target="/ppt/notesMasters/notesMaster1.xml" Id="R19521224d26044c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10556c622b649fc" /><Relationship Type="http://schemas.openxmlformats.org/officeDocument/2006/relationships/notesMaster" Target="/ppt/notesMasters/notesMaster1.xml" Id="R9f75bf8b95a943c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87bf2daf5f34e70" /><Relationship Type="http://schemas.openxmlformats.org/officeDocument/2006/relationships/notesMaster" Target="/ppt/notesMasters/notesMaster1.xml" Id="R95e1262b48d244f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2589b534ab14758" /><Relationship Type="http://schemas.openxmlformats.org/officeDocument/2006/relationships/notesMaster" Target="/ppt/notesMasters/notesMaster1.xml" Id="R23e9dab9eb9342a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1cb25ae390543b7" /><Relationship Type="http://schemas.openxmlformats.org/officeDocument/2006/relationships/notesMaster" Target="/ppt/notesMasters/notesMaster1.xml" Id="R2d673edbda7c478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945e4ba4c4d4579" /><Relationship Type="http://schemas.openxmlformats.org/officeDocument/2006/relationships/notesMaster" Target="/ppt/notesMasters/notesMaster1.xml" Id="Rae8df1f21d6c430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6b74fb0c41c4a93" /><Relationship Type="http://schemas.openxmlformats.org/officeDocument/2006/relationships/notesMaster" Target="/ppt/notesMasters/notesMaster1.xml" Id="R987146be721d45b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0786e63c4fd4b1b" /><Relationship Type="http://schemas.openxmlformats.org/officeDocument/2006/relationships/notesMaster" Target="/ppt/notesMasters/notesMaster1.xml" Id="R96ad0d23a0fc4b1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6fc2669a0334d9e" /><Relationship Type="http://schemas.openxmlformats.org/officeDocument/2006/relationships/notesMaster" Target="/ppt/notesMasters/notesMaster1.xml" Id="R407ce038763f4bd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ec40e8ee8b242dc" /><Relationship Type="http://schemas.openxmlformats.org/officeDocument/2006/relationships/notesMaster" Target="/ppt/notesMasters/notesMaster1.xml" Id="Re93989b0ee324fd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aaf9cb4bbbf4c86" /><Relationship Type="http://schemas.openxmlformats.org/officeDocument/2006/relationships/notesMaster" Target="/ppt/notesMasters/notesMaster1.xml" Id="Rf0607449c34b476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30d1967543f4af2" /><Relationship Type="http://schemas.openxmlformats.org/officeDocument/2006/relationships/notesMaster" Target="/ppt/notesMasters/notesMaster1.xml" Id="Rf1837ace3b5d4b4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0bf23dd422a4ded" /><Relationship Type="http://schemas.openxmlformats.org/officeDocument/2006/relationships/notesMaster" Target="/ppt/notesMasters/notesMaster1.xml" Id="R16e8087b754844c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c93ebd88d1347b3" /><Relationship Type="http://schemas.openxmlformats.org/officeDocument/2006/relationships/notesMaster" Target="/ppt/notesMasters/notesMaster1.xml" Id="R74fc55d45c4145f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4ed1a3e79be44e6" /><Relationship Type="http://schemas.openxmlformats.org/officeDocument/2006/relationships/notesMaster" Target="/ppt/notesMasters/notesMaster1.xml" Id="Ra15f9b9b4ee047e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88818cbba924cc5" /><Relationship Type="http://schemas.openxmlformats.org/officeDocument/2006/relationships/notesMaster" Target="/ppt/notesMasters/notesMaster1.xml" Id="Ra980e803d8e0494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0f3a2cb2fef4468" /><Relationship Type="http://schemas.openxmlformats.org/officeDocument/2006/relationships/notesMaster" Target="/ppt/notesMasters/notesMaster1.xml" Id="Rd23f82365f5f4a6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e583e48872747be" /><Relationship Type="http://schemas.openxmlformats.org/officeDocument/2006/relationships/notesMaster" Target="/ppt/notesMasters/notesMaster1.xml" Id="Rfa308a64cdb94bc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650dea2f287484d" /><Relationship Type="http://schemas.openxmlformats.org/officeDocument/2006/relationships/notesMaster" Target="/ppt/notesMasters/notesMaster1.xml" Id="Rc00e370d04f0414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11b83f81e7d41d5" /><Relationship Type="http://schemas.openxmlformats.org/officeDocument/2006/relationships/notesMaster" Target="/ppt/notesMasters/notesMaster1.xml" Id="R70cd4f7379af43e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cfc0db29388466f" /><Relationship Type="http://schemas.openxmlformats.org/officeDocument/2006/relationships/notesMaster" Target="/ppt/notesMasters/notesMaster1.xml" Id="R6be8790276cd48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Geva et al., 2021, 'Transformer Feed-Forward Layers Are Key-Value Memories', arXiv:2012.14913, https://arxiv.org/abs/2012.14913</a:t>
            </a:r>
          </a:p>
          <a:p xmlns:a="http://schemas.openxmlformats.org/drawingml/2006/main">
            <a:pPr>
              <a:buNone/>
            </a:pPr>
            <a:r>
              <a:t>Ndubuaku et al., 2026, 'A Controlled Study of Attention-Only Transformers', arXiv:2607.18363v1, https://arxiv.org/html/2607.18363v1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Discrete Diffusion in Large Language and Multimodal Models: https://arxiv.org/abs/2506.13759</a:t>
            </a:r>
          </a:p>
          <a:p xmlns:a="http://schemas.openxmlformats.org/drawingml/2006/main">
            <a:pPr>
              <a:buNone/>
            </a:pPr>
            <a:r>
              <a:t>Large Language Diffusion Models / LLaDA: https://arxiv.org/abs/2502.09992</a:t>
            </a:r>
          </a:p>
          <a:p xmlns:a="http://schemas.openxmlformats.org/drawingml/2006/main">
            <a:pPr>
              <a:buNone/>
            </a:pPr>
            <a:r>
              <a:t>Simple and Effective Masked Diffusion Language Models: https://arxiv.org/abs/2406.07524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Fast Inference from Transformers via Speculative Decoding: https://arxiv.org/abs/2211.17192</a:t>
            </a:r>
          </a:p>
          <a:p xmlns:a="http://schemas.openxmlformats.org/drawingml/2006/main">
            <a:pPr>
              <a:buNone/>
            </a:pPr>
            <a:r>
              <a:t>Google Research, Looking back at speculative decoding: https://research.google/blog/looking-back-at-speculative-decoding/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20488160db4e65" /></Relationships>
</file>

<file path=ppt/slideLayouts/slideLayout1.xml><?xml version="1.0" encoding="utf-8"?>
<p:sldLayout xmlns:p="http://schemas.openxmlformats.org/presentationml/2006/main" showMasterSp="1" showMasterPhAnim="0" matchingName="" type="title" preserve="0"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6f51b60aa04880" /><Relationship Type="http://schemas.openxmlformats.org/officeDocument/2006/relationships/slideLayout" Target="/ppt/slideLayouts/slideLayout1.xml" Id="Raaec660cae1243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ec660cae1243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1471c6944c456c" /><Relationship Type="http://schemas.openxmlformats.org/officeDocument/2006/relationships/notesSlide" Target="/ppt/notesSlides/notesSlide1.xml" Id="Rb81cd682044d4f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0af759a6854722" /><Relationship Type="http://schemas.openxmlformats.org/officeDocument/2006/relationships/image" Target="/ppt/media/image.png" Id="Red6da21ac24545c2" /><Relationship Type="http://schemas.openxmlformats.org/officeDocument/2006/relationships/notesSlide" Target="/ppt/notesSlides/notesSlide2.xml" Id="R262ea75a093d4b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ec168a6253c44fc" /><Relationship Type="http://schemas.openxmlformats.org/officeDocument/2006/relationships/image" Target="/ppt/media/image2.png" Id="Rbaa2c9e96c404837" /><Relationship Type="http://schemas.openxmlformats.org/officeDocument/2006/relationships/notesSlide" Target="/ppt/notesSlides/notesSlide3.xml" Id="R02ce900f845349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28a1c0b77a4eea" /><Relationship Type="http://schemas.openxmlformats.org/officeDocument/2006/relationships/image" Target="/ppt/media/image3.png" Id="Re18c1803d267409c" /><Relationship Type="http://schemas.openxmlformats.org/officeDocument/2006/relationships/notesSlide" Target="/ppt/notesSlides/notesSlide4.xml" Id="R787ebfb0879e4b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47b1380f3a42cf" /><Relationship Type="http://schemas.openxmlformats.org/officeDocument/2006/relationships/notesSlide" Target="/ppt/notesSlides/notesSlide5.xml" Id="R244d851add8742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7bc60b5a6ac482f" /><Relationship Type="http://schemas.openxmlformats.org/officeDocument/2006/relationships/image" Target="/ppt/media/image.svg" Id="R79d3673d00124e88" /><Relationship Type="http://schemas.openxmlformats.org/officeDocument/2006/relationships/image" Target="/ppt/media/image.png" Id="Rc24c6d50039940cc" /><Relationship Type="http://schemas.openxmlformats.org/officeDocument/2006/relationships/notesSlide" Target="/ppt/notesSlides/notesSlide6.xml" Id="R0b81c17ef67946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4d327854b304859" /><Relationship Type="http://schemas.openxmlformats.org/officeDocument/2006/relationships/image" Target="/ppt/media/image2.svg" Id="Rff90b3c3029d4f6c" /><Relationship Type="http://schemas.openxmlformats.org/officeDocument/2006/relationships/image" Target="/ppt/media/image2.png" Id="R411bca2e65ab4d64" /><Relationship Type="http://schemas.openxmlformats.org/officeDocument/2006/relationships/notesSlide" Target="/ppt/notesSlides/notesSlide7.xml" Id="R5663b19df95748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c8cc1a2b4a248bc" /><Relationship Type="http://schemas.openxmlformats.org/officeDocument/2006/relationships/notesSlide" Target="/ppt/notesSlides/notesSlide8.xml" Id="Raa51946d81014e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4e051e12ec54594" /><Relationship Type="http://schemas.openxmlformats.org/officeDocument/2006/relationships/image" Target="/ppt/media/image3.svg" Id="R9b800a6e4f144585" /><Relationship Type="http://schemas.openxmlformats.org/officeDocument/2006/relationships/image" Target="/ppt/media/image3.png" Id="R003ed2dc2805405f" /><Relationship Type="http://schemas.openxmlformats.org/officeDocument/2006/relationships/notesSlide" Target="/ppt/notesSlides/notesSlide9.xml" Id="R36db945033304d6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abea2d646764237" /><Relationship Type="http://schemas.openxmlformats.org/officeDocument/2006/relationships/image" Target="/ppt/media/image4.png" Id="Rcdc2d914f52f45fa" /><Relationship Type="http://schemas.openxmlformats.org/officeDocument/2006/relationships/notesSlide" Target="/ppt/notesSlides/notesSlide10.xml" Id="Ra0f882e3a8bd4c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04315e5c50486f" /><Relationship Type="http://schemas.openxmlformats.org/officeDocument/2006/relationships/image" Target="/ppt/media/image5.png" Id="R6f32791131b44f0d" /><Relationship Type="http://schemas.openxmlformats.org/officeDocument/2006/relationships/image" Target="/ppt/media/image4.svg" Id="Rc4426db88f4f412f" /><Relationship Type="http://schemas.openxmlformats.org/officeDocument/2006/relationships/image" Target="/ppt/media/image4.png" Id="Rb455133e9b8940d0" /><Relationship Type="http://schemas.openxmlformats.org/officeDocument/2006/relationships/notesSlide" Target="/ppt/notesSlides/notesSlide11.xml" Id="R42142925c09349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3f76d2ded9c4e7b" /><Relationship Type="http://schemas.openxmlformats.org/officeDocument/2006/relationships/image" Target="/ppt/media/image5.svg" Id="R663ef13645334df7" /><Relationship Type="http://schemas.openxmlformats.org/officeDocument/2006/relationships/image" Target="/ppt/media/image5.png" Id="R3dd5fa4cf9414593" /><Relationship Type="http://schemas.openxmlformats.org/officeDocument/2006/relationships/notesSlide" Target="/ppt/notesSlides/notesSlide12.xml" Id="Rfa591e506eda4e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16814137abc42a4" /><Relationship Type="http://schemas.openxmlformats.org/officeDocument/2006/relationships/image" Target="/ppt/media/image6.png" Id="Re6cf233578a94f5f" /><Relationship Type="http://schemas.openxmlformats.org/officeDocument/2006/relationships/image" Target="/ppt/media/image6.svg" Id="Rc43ed382f5a345f8" /><Relationship Type="http://schemas.openxmlformats.org/officeDocument/2006/relationships/image" Target="/ppt/media/image7.png" Id="R752fa715363841ab" /><Relationship Type="http://schemas.openxmlformats.org/officeDocument/2006/relationships/image" Target="/ppt/media/image7.svg" Id="Rf0730f6f49bd42d0" /><Relationship Type="http://schemas.openxmlformats.org/officeDocument/2006/relationships/notesSlide" Target="/ppt/notesSlides/notesSlide13.xml" Id="R35a5a78f21b7420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d6f1f4c6e4d48ad" /><Relationship Type="http://schemas.openxmlformats.org/officeDocument/2006/relationships/image" Target="/ppt/media/image8.png" Id="R406d3208538f460c" /><Relationship Type="http://schemas.openxmlformats.org/officeDocument/2006/relationships/image" Target="/ppt/media/image8.svg" Id="R68c050ef8ab344be" /><Relationship Type="http://schemas.openxmlformats.org/officeDocument/2006/relationships/notesSlide" Target="/ppt/notesSlides/notesSlide14.xml" Id="Rc13843d1e3904c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bee0fb9c70c4d13" /><Relationship Type="http://schemas.openxmlformats.org/officeDocument/2006/relationships/image" Target="/ppt/media/image9.png" Id="Rcd95709ae25748a8" /><Relationship Type="http://schemas.openxmlformats.org/officeDocument/2006/relationships/image" Target="/ppt/media/image9.svg" Id="R823e244cacca421d" /><Relationship Type="http://schemas.openxmlformats.org/officeDocument/2006/relationships/notesSlide" Target="/ppt/notesSlides/notesSlide15.xml" Id="R0ce628fe5cc644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9dd34eb55994ea2" /><Relationship Type="http://schemas.openxmlformats.org/officeDocument/2006/relationships/notesSlide" Target="/ppt/notesSlides/notesSlide16.xml" Id="R599e4306322949f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f9725d828894d3d" /><Relationship Type="http://schemas.openxmlformats.org/officeDocument/2006/relationships/notesSlide" Target="/ppt/notesSlides/notesSlide17.xml" Id="R64ac510aa651447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ba019bc4b04418c" /><Relationship Type="http://schemas.openxmlformats.org/officeDocument/2006/relationships/notesSlide" Target="/ppt/notesSlides/notesSlide18.xml" Id="Rc732a96b2ce1420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24c646741b34438" /><Relationship Type="http://schemas.openxmlformats.org/officeDocument/2006/relationships/image" Target="/ppt/media/image6.png" Id="R63a98c0446a54822" /><Relationship Type="http://schemas.openxmlformats.org/officeDocument/2006/relationships/image" Target="/ppt/media/image6.svg" Id="Rd519ed922f2a444e" /><Relationship Type="http://schemas.openxmlformats.org/officeDocument/2006/relationships/image" Target="/ppt/media/image7.png" Id="R40d70a485e424f26" /><Relationship Type="http://schemas.openxmlformats.org/officeDocument/2006/relationships/image" Target="/ppt/media/image7.svg" Id="R75d74f4c0d9b459e" /><Relationship Type="http://schemas.openxmlformats.org/officeDocument/2006/relationships/notesSlide" Target="/ppt/notesSlides/notesSlide19.xml" Id="R7fa94d4f439248a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1a64b7de0114789" /><Relationship Type="http://schemas.openxmlformats.org/officeDocument/2006/relationships/notesSlide" Target="/ppt/notesSlides/notesSlide20.xml" Id="Re8449c4fa2a34db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57bd67e1acd4fca" /><Relationship Type="http://schemas.openxmlformats.org/officeDocument/2006/relationships/notesSlide" Target="/ppt/notesSlides/notesSlide21.xml" Id="R0963123b2ae246d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d54498c9bf8437b" /><Relationship Type="http://schemas.openxmlformats.org/officeDocument/2006/relationships/notesSlide" Target="/ppt/notesSlides/notesSlide22.xml" Id="Rf2defa681164453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612c413c1bd4667" /><Relationship Type="http://schemas.openxmlformats.org/officeDocument/2006/relationships/notesSlide" Target="/ppt/notesSlides/notesSlide23.xml" Id="Rd7999826be044ff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bdec8b9986d4693" /><Relationship Type="http://schemas.openxmlformats.org/officeDocument/2006/relationships/notesSlide" Target="/ppt/notesSlides/notesSlide24.xml" Id="R783c32f093d046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63c5aa2750e4878" /><Relationship Type="http://schemas.openxmlformats.org/officeDocument/2006/relationships/notesSlide" Target="/ppt/notesSlides/notesSlide25.xml" Id="R11477b6144c542c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d12b03d66d74bb1" /><Relationship Type="http://schemas.openxmlformats.org/officeDocument/2006/relationships/notesSlide" Target="/ppt/notesSlides/notesSlide26.xml" Id="R66617b9e39204e2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52fcdf0b43242e2" /><Relationship Type="http://schemas.openxmlformats.org/officeDocument/2006/relationships/notesSlide" Target="/ppt/notesSlides/notesSlide27.xml" Id="R8d5fb082862b4e4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4736174e1b34aaf" /><Relationship Type="http://schemas.openxmlformats.org/officeDocument/2006/relationships/notesSlide" Target="/ppt/notesSlides/notesSlide28.xml" Id="Rea87eb75c92249f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e770b7a0cf34a17" /><Relationship Type="http://schemas.openxmlformats.org/officeDocument/2006/relationships/notesSlide" Target="/ppt/notesSlides/notesSlide29.xml" Id="R4400d0f9908a4b0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ef5f9e74a554c58" /><Relationship Type="http://schemas.openxmlformats.org/officeDocument/2006/relationships/notesSlide" Target="/ppt/notesSlides/notesSlide30.xml" Id="Rc38c3b20188448b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2865f4bde784469" /><Relationship Type="http://schemas.openxmlformats.org/officeDocument/2006/relationships/notesSlide" Target="/ppt/notesSlides/notesSlide31.xml" Id="R61ea19bca14d4b6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b10da5364044fd0" /><Relationship Type="http://schemas.openxmlformats.org/officeDocument/2006/relationships/notesSlide" Target="/ppt/notesSlides/notesSlide32.xml" Id="R05008594cc264a1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f480704c48b49f2" /><Relationship Type="http://schemas.openxmlformats.org/officeDocument/2006/relationships/notesSlide" Target="/ppt/notesSlides/notesSlide33.xml" Id="Rdc4bb7b8c3d14be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5d5ee8904ca4146" /><Relationship Type="http://schemas.openxmlformats.org/officeDocument/2006/relationships/notesSlide" Target="/ppt/notesSlides/notesSlide34.xml" Id="R63aa1fd42e71413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3f195aa5dd04553" /><Relationship Type="http://schemas.openxmlformats.org/officeDocument/2006/relationships/notesSlide" Target="/ppt/notesSlides/notesSlide35.xml" Id="R067dc6359fe24d2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3fec692902541ac" /><Relationship Type="http://schemas.openxmlformats.org/officeDocument/2006/relationships/notesSlide" Target="/ppt/notesSlides/notesSlide36.xml" Id="R4b57c6b12acb4c5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8f183e203a341dc" /><Relationship Type="http://schemas.openxmlformats.org/officeDocument/2006/relationships/notesSlide" Target="/ppt/notesSlides/notesSlide37.xml" Id="R0f15506c6198418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74cff6fa00540c2" /><Relationship Type="http://schemas.openxmlformats.org/officeDocument/2006/relationships/notesSlide" Target="/ppt/notesSlides/notesSlide38.xml" Id="Ra207059292d34fb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3bea268a6a614a66" /><Relationship Type="http://schemas.openxmlformats.org/officeDocument/2006/relationships/notesSlide" Target="/ppt/notesSlides/notesSlide39.xml" Id="R088a3310accc4a1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9c9805046d64e07" /><Relationship Type="http://schemas.openxmlformats.org/officeDocument/2006/relationships/notesSlide" Target="/ppt/notesSlides/notesSlide40.xml" Id="Rfc1e81a03fd14bb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52833bd0ae4647c0" /><Relationship Type="http://schemas.openxmlformats.org/officeDocument/2006/relationships/notesSlide" Target="/ppt/notesSlides/notesSlide41.xml" Id="R5180f2faceff4db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fd902be6db346a6" /><Relationship Type="http://schemas.openxmlformats.org/officeDocument/2006/relationships/notesSlide" Target="/ppt/notesSlides/notesSlide42.xml" Id="R934a3386087f4cb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256121d0d394c3e" /><Relationship Type="http://schemas.openxmlformats.org/officeDocument/2006/relationships/notesSlide" Target="/ppt/notesSlides/notesSlide43.xml" Id="Rb387c279f421498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ac0f9dc488a449dc" /><Relationship Type="http://schemas.openxmlformats.org/officeDocument/2006/relationships/notesSlide" Target="/ppt/notesSlides/notesSlide44.xml" Id="R128b328067724b5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3a34adc9fccd465a" /><Relationship Type="http://schemas.openxmlformats.org/officeDocument/2006/relationships/image" Target="/ppt/media/image10.png" Id="Rbcdc5911dfa04ea3" /><Relationship Type="http://schemas.openxmlformats.org/officeDocument/2006/relationships/image" Target="/ppt/media/image10.svg" Id="R847ff69df77143ea" /><Relationship Type="http://schemas.openxmlformats.org/officeDocument/2006/relationships/notesSlide" Target="/ppt/notesSlides/notesSlide45.xml" Id="R6c623666ff714d3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1dd24e13dc6f4256" /><Relationship Type="http://schemas.openxmlformats.org/officeDocument/2006/relationships/notesSlide" Target="/ppt/notesSlides/notesSlide46.xml" Id="R1b11e797b0e74d0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4f2a383513044041" /><Relationship Type="http://schemas.openxmlformats.org/officeDocument/2006/relationships/notesSlide" Target="/ppt/notesSlides/notesSlide47.xml" Id="R487f7b76a69b4a1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6a4d735b5074e3c" /><Relationship Type="http://schemas.openxmlformats.org/officeDocument/2006/relationships/notesSlide" Target="/ppt/notesSlides/notesSlide48.xml" Id="Re1d7e22737a342b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3075c194e512403d" /><Relationship Type="http://schemas.openxmlformats.org/officeDocument/2006/relationships/notesSlide" Target="/ppt/notesSlides/notesSlide49.xml" Id="R129fbdd06447452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05f910fcb0641e9" /><Relationship Type="http://schemas.openxmlformats.org/officeDocument/2006/relationships/notesSlide" Target="/ppt/notesSlides/notesSlide50.xml" Id="R0854cdabde06434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6bda8be57f874176" /><Relationship Type="http://schemas.openxmlformats.org/officeDocument/2006/relationships/notesSlide" Target="/ppt/notesSlides/notesSlide51.xml" Id="R14c84a74fab244a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c5ca3c1273b943a8" /><Relationship Type="http://schemas.openxmlformats.org/officeDocument/2006/relationships/notesSlide" Target="/ppt/notesSlides/notesSlide52.xml" Id="R0fba7c951a0e4569"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0d4414cda5234027" /><Relationship Type="http://schemas.openxmlformats.org/officeDocument/2006/relationships/notesSlide" Target="/ppt/notesSlides/notesSlide53.xml" Id="R802e2713f3c04aea"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sp>
      <p:sp>
        <p:nvSpPr>
          <p:cNvPr id="453704307" name="">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sp>
      <p:sp>
        <p:nvSpPr>
          <p:cNvPr id="1383570776" name="">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2-20</a:t>
            </a:r>
          </a:p>
        </p:txBody>
      </p:sp>
      <p:sp>
        <p:nvSpPr>
          <p:cNvPr id="517207119" name="">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21-25</a:t>
            </a:r>
          </a:p>
        </p:txBody>
      </p:sp>
      <p:sp>
        <p:nvSpPr>
          <p:cNvPr id="1011337881" name="">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26-33</a:t>
            </a:r>
          </a:p>
        </p:txBody>
      </p:sp>
      <p:sp>
        <p:nvSpPr>
          <p:cNvPr id="1242283890" name="">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34-37</a:t>
            </a:r>
          </a:p>
        </p:txBody>
      </p:sp>
      <p:sp>
        <p:nvSpPr>
          <p:cNvPr id="886147112" name="">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38-52</a:t>
            </a:r>
          </a:p>
        </p:txBody>
      </p:sp>
      <p:sp>
        <p:nvSpPr>
          <p:cNvPr id="612628766" name="">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7688688" name=""/>
          <p:cNvPicPr>
            <a:picLocks xmlns:a="http://schemas.openxmlformats.org/drawingml/2006/main" noChangeAspect="1"/>
          </p:cNvPicPr>
          <p:nvPr/>
        </p:nvPicPr>
        <p:blipFill rotWithShape="1">
          <a:blip xmlns:r="http://schemas.openxmlformats.org/officeDocument/2006/relationships" xmlns:a="http://schemas.openxmlformats.org/drawingml/2006/main" r:embed="Red6da21ac24545c2"/>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1902173" name="">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898681239" name="">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308551118" name="">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22530922" name="">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902723884" name="">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7498951" name="">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59963358" name="">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86469559" name="">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45200306" name="">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46813434" name="">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2137688683" name="">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696285494" name="">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445698390" name="">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06024004" name="">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sp>
        <p:nvSpPr>
          <p:cNvPr id="523934701" name="">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Tree>
    <p:extLst>
      <p:ext uri="{BB962C8B-B14F-4D97-AF65-F5344CB8AC3E}">
        <p14:creationId xmlns:p14="http://schemas.microsoft.com/office/powerpoint/2010/main" val="1616670336"/>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9346077" name=""/>
          <p:cNvPicPr>
            <a:picLocks xmlns:a="http://schemas.openxmlformats.org/drawingml/2006/main" noChangeAspect="1"/>
          </p:cNvPicPr>
          <p:nvPr/>
        </p:nvPicPr>
        <p:blipFill rotWithShape="1">
          <a:blip xmlns:r="http://schemas.openxmlformats.org/officeDocument/2006/relationships" xmlns:a="http://schemas.openxmlformats.org/drawingml/2006/main" r:embed="Rbaa2c9e96c404837"/>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31783795" name="">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519439691" name="">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723606973" name="">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295429067" name="">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8682069" name="">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39346072" name="">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2066189597" name="">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72593583" name="">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34232464" name="">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75049892" name="">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072269509" name="">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82061215" name="">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509233171" name="">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5713910" name="">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980599752"/>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08938200" name=""/>
          <p:cNvPicPr>
            <a:picLocks xmlns:a="http://schemas.openxmlformats.org/drawingml/2006/main" noChangeAspect="1"/>
          </p:cNvPicPr>
          <p:nvPr/>
        </p:nvPicPr>
        <p:blipFill rotWithShape="1">
          <a:blip xmlns:r="http://schemas.openxmlformats.org/officeDocument/2006/relationships" xmlns:a="http://schemas.openxmlformats.org/drawingml/2006/main" r:embed="Re18c1803d267409c"/>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52169603" name="">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7000958" name="">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583075003" name="">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37929436" name="">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2108938195" name="">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89038475" name="">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344103134" name="">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6319934" name="">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7503669" name="">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98652274" name="">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635056807" name="">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00162546" name="">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781560172" name="">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75462252" name="">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51612478"/>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6707614" name="">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73988393" name="">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04586366" name="">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2749498" name="">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073900985" name="">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25225898" name="">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93992284" name="">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02577505" name="">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71923821" name="">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53025885" name="">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468286776" name="">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03532534" name="">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98580290" name="">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47856203" name="">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15170769" name="">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58272405" name="">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539647181" name="">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82130370" name="">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47626964" name="">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34367547" name="">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442887370"/>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37688958" name="">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2007704338" name="">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5599506" name="">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15448563" name="">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03472678" name="">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674269757" name="">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3294810" name="">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33278307" name="">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80799254" name="">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34346435" name="">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58427811" name="">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580509646" name="">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2736302" name="">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777734923" name="">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3252182" name="">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2038153" name="">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81702023" name="">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4012885" name="">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991339260" name="">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31926645" name="">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pic>
        <p:nvPicPr>
          <p:cNvPr id="2031926677" name=""/>
          <p:cNvPicPr>
            <a:picLocks xmlns:a="http://schemas.openxmlformats.org/drawingml/2006/main" noChangeAspect="1"/>
          </p:cNvPicPr>
          <p:nvPr/>
        </p:nvPicPr>
        <p:blipFill rotWithShape="1">
          <a:blip xmlns:r="http://schemas.openxmlformats.org/officeDocument/2006/relationships" xmlns:a="http://schemas.openxmlformats.org/drawingml/2006/main" r:embed="Rc24c6d50039940cc">
            <a:extLst>
              <a:ext uri="{96DAC541-7B7A-43D3-8B79-37D633B846F1}">
                <asvg:svgBlip xmlns:asvg="http://schemas.microsoft.com/office/drawing/2016/SVG/main" r:embed="R79d3673d00124e88"/>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68719097" name="">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324465774" name="">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0257485" name="">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53346287" name="">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18228279" name="">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89599103" name="">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457916703" name="">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250923538" name="">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9714092" name="">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88193175" name="">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75857353" name="">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60739157" name="">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72597424" name="">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11162584" name="">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18592259" name="">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91215338" name="">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7420592" name="">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24466290" name="">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67646444" name="">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67024098" name="">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pic>
        <p:nvPicPr>
          <p:cNvPr id="2096192662" name=""/>
          <p:cNvPicPr>
            <a:picLocks xmlns:a="http://schemas.openxmlformats.org/drawingml/2006/main" noChangeAspect="1"/>
          </p:cNvPicPr>
          <p:nvPr/>
        </p:nvPicPr>
        <p:blipFill rotWithShape="1">
          <a:blip xmlns:r="http://schemas.openxmlformats.org/officeDocument/2006/relationships" xmlns:a="http://schemas.openxmlformats.org/drawingml/2006/main" r:embed="R411bca2e65ab4d64">
            <a:extLst>
              <a:ext uri="{96DAC541-7B7A-43D3-8B79-37D633B846F1}">
                <asvg:svgBlip xmlns:asvg="http://schemas.microsoft.com/office/drawing/2016/SVG/main" r:embed="Rff90b3c3029d4f6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8426565"/>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050748595" name="">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sp>
      <p:sp>
        <p:nvSpPr>
          <p:cNvPr id="1752567776" name="">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391317271" name="">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65170773" name="">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sp>
      <p:sp>
        <p:nvSpPr>
          <p:cNvPr id="1638876600" name="">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5109746" name="">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256120153" name="">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sp>
      <p:sp>
        <p:nvSpPr>
          <p:cNvPr id="2086773710" name="">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50430571" name="">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50138994" name="">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35810552" name="">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00880980" name="">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spTree>
    <p:extLst>
      <p:ext uri="{BB962C8B-B14F-4D97-AF65-F5344CB8AC3E}">
        <p14:creationId xmlns:p14="http://schemas.microsoft.com/office/powerpoint/2010/main" val="289445840"/>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56722813" name="">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42243680" name="">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sp>
      <p:sp>
        <p:nvSpPr>
          <p:cNvPr id="944728693" name="">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92924598" name="">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97545628" name="">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sp>
      <p:pic>
        <p:nvPicPr>
          <p:cNvPr id="2106832542" name=""/>
          <p:cNvPicPr>
            <a:picLocks xmlns:a="http://schemas.openxmlformats.org/drawingml/2006/main" noChangeAspect="1"/>
          </p:cNvPicPr>
          <p:nvPr/>
        </p:nvPicPr>
        <p:blipFill rotWithShape="1">
          <a:blip xmlns:r="http://schemas.openxmlformats.org/officeDocument/2006/relationships" xmlns:a="http://schemas.openxmlformats.org/drawingml/2006/main" r:embed="R003ed2dc2805405f">
            <a:extLst>
              <a:ext uri="{96DAC541-7B7A-43D3-8B79-37D633B846F1}">
                <asvg:svgBlip xmlns:asvg="http://schemas.microsoft.com/office/drawing/2016/SVG/main" r:embed="R9b800a6e4f14458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856458313" name=""/>
          <p:cNvPicPr>
            <a:picLocks xmlns:a="http://schemas.openxmlformats.org/drawingml/2006/main" noChangeAspect="1"/>
          </p:cNvPicPr>
          <p:nvPr/>
        </p:nvPicPr>
        <p:blipFill rotWithShape="1">
          <a:blip xmlns:r="http://schemas.openxmlformats.org/officeDocument/2006/relationships" xmlns:a="http://schemas.openxmlformats.org/drawingml/2006/main" r:embed="Rcdc2d914f52f45fa"/>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Tree>
    <p:extLst>
      <p:ext uri="{BB962C8B-B14F-4D97-AF65-F5344CB8AC3E}">
        <p14:creationId xmlns:p14="http://schemas.microsoft.com/office/powerpoint/2010/main" val="1231659528"/>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22458407" name=""/>
          <p:cNvPicPr>
            <a:picLocks xmlns:a="http://schemas.openxmlformats.org/drawingml/2006/main" noChangeAspect="1"/>
          </p:cNvPicPr>
          <p:nvPr/>
        </p:nvPicPr>
        <p:blipFill rotWithShape="1">
          <a:blip xmlns:r="http://schemas.openxmlformats.org/officeDocument/2006/relationships" xmlns:a="http://schemas.openxmlformats.org/drawingml/2006/main" r:embed="R6f32791131b44f0d"/>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68100699" name="">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922458401" name="">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772079833" name="">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H="0"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3081964" name="">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125848368" name="">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431459788" name="">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
        <p:nvSpPr>
          <p:cNvPr id="1489075410" name="">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H="0"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768615075" name="">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H="0"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pic>
        <p:nvPicPr>
          <p:cNvPr id="1922458421" name=""/>
          <p:cNvPicPr>
            <a:picLocks xmlns:a="http://schemas.openxmlformats.org/drawingml/2006/main" noChangeAspect="1"/>
          </p:cNvPicPr>
          <p:nvPr/>
        </p:nvPicPr>
        <p:blipFill rotWithShape="1">
          <a:blip xmlns:r="http://schemas.openxmlformats.org/officeDocument/2006/relationships" xmlns:a="http://schemas.openxmlformats.org/drawingml/2006/main" r:embed="Rb455133e9b8940d0">
            <a:extLst>
              <a:ext uri="{96DAC541-7B7A-43D3-8B79-37D633B846F1}">
                <asvg:svgBlip xmlns:asvg="http://schemas.microsoft.com/office/drawing/2016/SVG/main" r:embed="Rc4426db88f4f412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3979158" name="">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27639123" name="">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66830899" name="">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47861545" name="">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453648763" name="">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758550889" name="">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781569674" name="">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pic>
        <p:nvPicPr>
          <p:cNvPr id="1905296006" name=""/>
          <p:cNvPicPr>
            <a:picLocks xmlns:a="http://schemas.openxmlformats.org/drawingml/2006/main" noChangeAspect="1"/>
          </p:cNvPicPr>
          <p:nvPr/>
        </p:nvPicPr>
        <p:blipFill rotWithShape="1">
          <a:blip xmlns:r="http://schemas.openxmlformats.org/officeDocument/2006/relationships" xmlns:a="http://schemas.openxmlformats.org/drawingml/2006/main" r:embed="R3dd5fa4cf9414593">
            <a:extLst>
              <a:ext uri="{96DAC541-7B7A-43D3-8B79-37D633B846F1}">
                <asvg:svgBlip xmlns:asvg="http://schemas.microsoft.com/office/drawing/2016/SVG/main" r:embed="R663ef13645334df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e6cf233578a94f5f">
            <a:extLst>
              <a:ext uri="{96DAC541-7B7A-43D3-8B79-37D633B846F1}">
                <asvg:svgBlip xmlns:asvg="http://schemas.microsoft.com/office/drawing/2016/SVG/main" r:embed="Rc43ed382f5a345f8"/>
              </a:ext>
            </a:extLst>
          </a:blip>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752fa715363841ab">
            <a:extLst>
              <a:ext uri="{96DAC541-7B7A-43D3-8B79-37D633B846F1}">
                <asvg:svgBlip xmlns:asvg="http://schemas.microsoft.com/office/drawing/2016/SVG/main" r:embed="Rf0730f6f49bd42d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57330897" name=""/>
          <p:cNvPicPr>
            <a:picLocks xmlns:a="http://schemas.openxmlformats.org/drawingml/2006/main" noChangeAspect="1"/>
          </p:cNvPicPr>
          <p:nvPr/>
        </p:nvPicPr>
        <p:blipFill rotWithShape="1">
          <a:blip xmlns:r="http://schemas.openxmlformats.org/officeDocument/2006/relationships" xmlns:a="http://schemas.openxmlformats.org/drawingml/2006/main" r:embed="R406d3208538f460c"/>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076861611" name="">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618224150" name="">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324772" name="">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474916118" name="">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335518816" name="">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4476750" y="29527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7239000" y="4000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1957330909" name=""/>
          <p:cNvPicPr>
            <a:picLocks xmlns:a="http://schemas.openxmlformats.org/drawingml/2006/main" noChangeAspect="1"/>
          </p:cNvPicPr>
          <p:nvPr/>
        </p:nvPicPr>
        <p:blipFill>
          <a:blip xmlns:r="http://schemas.openxmlformats.org/officeDocument/2006/relationships" xmlns:a="http://schemas.openxmlformats.org/drawingml/2006/main" r:embed="R406d3208538f460c">
            <a:extLst>
              <a:ext uri="{96DAC541-7B7A-43D3-8B79-37D633B846F1}">
                <asvg:svgBlip xmlns:asvg="http://schemas.microsoft.com/office/drawing/2016/SVG/main" r:embed="R68c050ef8ab344b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93719312"/>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3172435" name="">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36248176" name="">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98425089" name="">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6802491" name="">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70986400" name="">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pic>
        <p:nvPicPr>
          <p:cNvPr id="2030273749" name=""/>
          <p:cNvPicPr>
            <a:picLocks xmlns:a="http://schemas.openxmlformats.org/drawingml/2006/main" noChangeAspect="1"/>
          </p:cNvPicPr>
          <p:nvPr/>
        </p:nvPicPr>
        <p:blipFill>
          <a:blip xmlns:r="http://schemas.openxmlformats.org/officeDocument/2006/relationships" xmlns:a="http://schemas.openxmlformats.org/drawingml/2006/main" r:embed="Rcd95709ae25748a8">
            <a:extLst>
              <a:ext uri="{96DAC541-7B7A-43D3-8B79-37D633B846F1}">
                <asvg:svgBlip xmlns:asvg="http://schemas.microsoft.com/office/drawing/2016/SVG/main" r:embed="R823e244cacca421d"/>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5830070" name="">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452150448" name="">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659401502" name="">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5312810" name="">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825399563" name="">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0932631" name="">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492072" name="">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671063485" name="">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403415365" name="">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0162865" name="">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273965733" name="">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97345787" name="">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860215716" name="">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6647181" name="">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791552307" name="">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084589956" name="">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776304204" name="">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376179568" name="">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139234869" name="">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41367546" name="">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8548040" name="">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95708786" name="">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880226908" name="">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137418370" name="">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053205" name="">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939440644" name="">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522633996" name="">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274213" name="">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072463859" name="">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45922740" name="">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3271563" name="">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549215513" name="">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4461918" name="">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4278905" name="">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9519881" name="">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27524538" name="">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25063416" name="">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87962698" name="">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17106716" name="">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217876156" name="">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973209119" name="">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92029274" name="">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30725396" name="">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09978097" name="">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784116433" name="">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20917595" name="">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352837899" name="">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11812882" name="">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spTree>
    <p:extLst>
      <p:ext uri="{BB962C8B-B14F-4D97-AF65-F5344CB8AC3E}">
        <p14:creationId xmlns:p14="http://schemas.microsoft.com/office/powerpoint/2010/main" val="167305593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2794978" name="">
            <a:extLst xmlns:a="http://schemas.openxmlformats.org/drawingml/2006/main">
              <a:ext uri="{FF2B5EF4-FFF2-40B4-BE49-F238E27FC236}">
                <a16:creationId xmlns:a16="http://schemas.microsoft.com/office/drawing/2014/main" id="{BF7328BF-ED2C-432B-8B31-FB13969BB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16799355" name="">
            <a:extLst xmlns:a="http://schemas.openxmlformats.org/drawingml/2006/main">
              <a:ext uri="{FF2B5EF4-FFF2-40B4-BE49-F238E27FC236}">
                <a16:creationId xmlns:a16="http://schemas.microsoft.com/office/drawing/2014/main" id="{FF3AF5BC-538E-47D5-9395-27CD8DE80E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neuron is a tiny calculator</a:t>
            </a:r>
          </a:p>
        </p:txBody>
      </p:sp>
      <p:sp>
        <p:nvSpPr>
          <p:cNvPr id="37188915" name="">
            <a:extLst xmlns:a="http://schemas.openxmlformats.org/drawingml/2006/main">
              <a:ext uri="{FF2B5EF4-FFF2-40B4-BE49-F238E27FC236}">
                <a16:creationId xmlns:a16="http://schemas.microsoft.com/office/drawing/2014/main" id="{06C99113-503D-4917-8B18-73655B4E597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92873312" name="">
            <a:extLst xmlns:a="http://schemas.openxmlformats.org/drawingml/2006/main">
              <a:ext uri="{FF2B5EF4-FFF2-40B4-BE49-F238E27FC236}">
                <a16:creationId xmlns:a16="http://schemas.microsoft.com/office/drawing/2014/main" id="{A759BE25-0F4E-4455-9438-3D0569490E74}"/>
              </a:ext>
            </a:extLst>
          </p:cNvPr>
          <p:cNvSpPr>
            <a:spLocks xmlns:a="http://schemas.openxmlformats.org/drawingml/2006/main" noGrp="1"/>
          </p:cNvSpPr>
          <p:nvPr/>
        </p:nvSpPr>
        <p:spPr>
          <a:xfrm xmlns:a="http://schemas.openxmlformats.org/drawingml/2006/main">
            <a:off x="1866900" y="2152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x1</a:t>
            </a:r>
          </a:p>
        </p:txBody>
      </p:sp>
      <p:sp>
        <p:nvSpPr>
          <p:cNvPr id="1797194109" name="">
            <a:extLst xmlns:a="http://schemas.openxmlformats.org/drawingml/2006/main">
              <a:ext uri="{FF2B5EF4-FFF2-40B4-BE49-F238E27FC236}">
                <a16:creationId xmlns:a16="http://schemas.microsoft.com/office/drawing/2014/main" id="{C0125F2C-BB71-44E4-8F94-380274FBE12C}"/>
              </a:ext>
            </a:extLst>
          </p:cNvPr>
          <p:cNvSpPr>
            <a:spLocks xmlns:a="http://schemas.openxmlformats.org/drawingml/2006/main" noGrp="1"/>
          </p:cNvSpPr>
          <p:nvPr/>
        </p:nvSpPr>
        <p:spPr>
          <a:xfrm xmlns:a="http://schemas.openxmlformats.org/drawingml/2006/main">
            <a:off x="2524125" y="24765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2417402" name="">
            <a:extLst xmlns:a="http://schemas.openxmlformats.org/drawingml/2006/main">
              <a:ext uri="{FF2B5EF4-FFF2-40B4-BE49-F238E27FC236}">
                <a16:creationId xmlns:a16="http://schemas.microsoft.com/office/drawing/2014/main" id="{35A2BCDA-FC1B-4C2C-85A3-F2E98DF24D6E}"/>
              </a:ext>
            </a:extLst>
          </p:cNvPr>
          <p:cNvSpPr>
            <a:spLocks xmlns:a="http://schemas.openxmlformats.org/drawingml/2006/main" noGrp="1"/>
          </p:cNvSpPr>
          <p:nvPr/>
        </p:nvSpPr>
        <p:spPr>
          <a:xfrm xmlns:a="http://schemas.openxmlformats.org/drawingml/2006/main">
            <a:off x="3381375" y="224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w1</a:t>
            </a:r>
          </a:p>
        </p:txBody>
      </p:sp>
      <p:sp>
        <p:nvSpPr>
          <p:cNvPr id="1168657456" name="">
            <a:extLst xmlns:a="http://schemas.openxmlformats.org/drawingml/2006/main">
              <a:ext uri="{FF2B5EF4-FFF2-40B4-BE49-F238E27FC236}">
                <a16:creationId xmlns:a16="http://schemas.microsoft.com/office/drawing/2014/main" id="{ED68BCEC-489C-44E0-BA66-F95AF4DC3415}"/>
              </a:ext>
            </a:extLst>
          </p:cNvPr>
          <p:cNvSpPr>
            <a:spLocks xmlns:a="http://schemas.openxmlformats.org/drawingml/2006/main" noGrp="1"/>
          </p:cNvSpPr>
          <p:nvPr/>
        </p:nvSpPr>
        <p:spPr>
          <a:xfrm xmlns:a="http://schemas.openxmlformats.org/drawingml/2006/main">
            <a:off x="1866900" y="31051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x2</a:t>
            </a:r>
          </a:p>
        </p:txBody>
      </p:sp>
      <p:sp>
        <p:nvSpPr>
          <p:cNvPr id="924600820" name="">
            <a:extLst xmlns:a="http://schemas.openxmlformats.org/drawingml/2006/main">
              <a:ext uri="{FF2B5EF4-FFF2-40B4-BE49-F238E27FC236}">
                <a16:creationId xmlns:a16="http://schemas.microsoft.com/office/drawing/2014/main" id="{418FE044-D252-4FFE-8486-76A4829B3386}"/>
              </a:ext>
            </a:extLst>
          </p:cNvPr>
          <p:cNvSpPr>
            <a:spLocks xmlns:a="http://schemas.openxmlformats.org/drawingml/2006/main" noGrp="1"/>
          </p:cNvSpPr>
          <p:nvPr/>
        </p:nvSpPr>
        <p:spPr>
          <a:xfrm xmlns:a="http://schemas.openxmlformats.org/drawingml/2006/main">
            <a:off x="2524125" y="3429000"/>
            <a:ext cx="26670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67578859" name="">
            <a:extLst xmlns:a="http://schemas.openxmlformats.org/drawingml/2006/main">
              <a:ext uri="{FF2B5EF4-FFF2-40B4-BE49-F238E27FC236}">
                <a16:creationId xmlns:a16="http://schemas.microsoft.com/office/drawing/2014/main" id="{A206BFC1-12BB-4158-9409-23132E6430C3}"/>
              </a:ext>
            </a:extLst>
          </p:cNvPr>
          <p:cNvSpPr>
            <a:spLocks xmlns:a="http://schemas.openxmlformats.org/drawingml/2006/main" noGrp="1"/>
          </p:cNvSpPr>
          <p:nvPr/>
        </p:nvSpPr>
        <p:spPr>
          <a:xfrm xmlns:a="http://schemas.openxmlformats.org/drawingml/2006/main">
            <a:off x="3381375" y="32004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w2</a:t>
            </a:r>
          </a:p>
        </p:txBody>
      </p:sp>
      <p:sp>
        <p:nvSpPr>
          <p:cNvPr id="435668246" name="">
            <a:extLst xmlns:a="http://schemas.openxmlformats.org/drawingml/2006/main">
              <a:ext uri="{FF2B5EF4-FFF2-40B4-BE49-F238E27FC236}">
                <a16:creationId xmlns:a16="http://schemas.microsoft.com/office/drawing/2014/main" id="{2CD5A1D5-72F7-45CF-B349-1D8401A0C11D}"/>
              </a:ext>
            </a:extLst>
          </p:cNvPr>
          <p:cNvSpPr>
            <a:spLocks xmlns:a="http://schemas.openxmlformats.org/drawingml/2006/main" noGrp="1"/>
          </p:cNvSpPr>
          <p:nvPr/>
        </p:nvSpPr>
        <p:spPr>
          <a:xfrm xmlns:a="http://schemas.openxmlformats.org/drawingml/2006/main">
            <a:off x="1866900" y="4057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x3</a:t>
            </a:r>
          </a:p>
        </p:txBody>
      </p:sp>
      <p:sp>
        <p:nvSpPr>
          <p:cNvPr id="231409220" name="">
            <a:extLst xmlns:a="http://schemas.openxmlformats.org/drawingml/2006/main">
              <a:ext uri="{FF2B5EF4-FFF2-40B4-BE49-F238E27FC236}">
                <a16:creationId xmlns:a16="http://schemas.microsoft.com/office/drawing/2014/main" id="{2ACF0519-F056-41BB-A7D4-A4020377E389}"/>
              </a:ext>
            </a:extLst>
          </p:cNvPr>
          <p:cNvSpPr>
            <a:spLocks xmlns:a="http://schemas.openxmlformats.org/drawingml/2006/main" noGrp="1"/>
          </p:cNvSpPr>
          <p:nvPr/>
        </p:nvSpPr>
        <p:spPr>
          <a:xfrm xmlns:a="http://schemas.openxmlformats.org/drawingml/2006/main">
            <a:off x="2524125" y="34290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4827986" name="">
            <a:extLst xmlns:a="http://schemas.openxmlformats.org/drawingml/2006/main">
              <a:ext uri="{FF2B5EF4-FFF2-40B4-BE49-F238E27FC236}">
                <a16:creationId xmlns:a16="http://schemas.microsoft.com/office/drawing/2014/main" id="{A3FA2100-02C0-49C7-97C9-B56CBB175AB3}"/>
              </a:ext>
            </a:extLst>
          </p:cNvPr>
          <p:cNvSpPr>
            <a:spLocks xmlns:a="http://schemas.openxmlformats.org/drawingml/2006/main" noGrp="1"/>
          </p:cNvSpPr>
          <p:nvPr/>
        </p:nvSpPr>
        <p:spPr>
          <a:xfrm xmlns:a="http://schemas.openxmlformats.org/drawingml/2006/main">
            <a:off x="3381375" y="4152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w3</a:t>
            </a:r>
          </a:p>
        </p:txBody>
      </p:sp>
      <p:sp>
        <p:nvSpPr>
          <p:cNvPr id="1572993834" name="">
            <a:extLst xmlns:a="http://schemas.openxmlformats.org/drawingml/2006/main">
              <a:ext uri="{FF2B5EF4-FFF2-40B4-BE49-F238E27FC236}">
                <a16:creationId xmlns:a16="http://schemas.microsoft.com/office/drawing/2014/main" id="{72B6DEE1-215C-45F3-9696-4A7B26A1DEF9}"/>
              </a:ext>
            </a:extLst>
          </p:cNvPr>
          <p:cNvSpPr>
            <a:spLocks xmlns:a="http://schemas.openxmlformats.org/drawingml/2006/main" noGrp="1"/>
          </p:cNvSpPr>
          <p:nvPr/>
        </p:nvSpPr>
        <p:spPr>
          <a:xfrm xmlns:a="http://schemas.openxmlformats.org/drawingml/2006/main">
            <a:off x="504825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sum</a:t>
            </a:r>
          </a:p>
        </p:txBody>
      </p:sp>
      <p:sp>
        <p:nvSpPr>
          <p:cNvPr id="1639036693" name="">
            <a:extLst xmlns:a="http://schemas.openxmlformats.org/drawingml/2006/main">
              <a:ext uri="{FF2B5EF4-FFF2-40B4-BE49-F238E27FC236}">
                <a16:creationId xmlns:a16="http://schemas.microsoft.com/office/drawing/2014/main" id="{494A9E46-E91D-436A-A837-4A0764D9BA53}"/>
              </a:ext>
            </a:extLst>
          </p:cNvPr>
          <p:cNvSpPr>
            <a:spLocks xmlns:a="http://schemas.openxmlformats.org/drawingml/2006/main" noGrp="1"/>
          </p:cNvSpPr>
          <p:nvPr/>
        </p:nvSpPr>
        <p:spPr>
          <a:xfrm xmlns:a="http://schemas.openxmlformats.org/drawingml/2006/main">
            <a:off x="6572250" y="3219449"/>
            <a:ext cx="1143000" cy="4191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f</a:t>
            </a:r>
          </a:p>
        </p:txBody>
      </p:sp>
      <p:sp>
        <p:nvSpPr>
          <p:cNvPr id="890415303" name="">
            <a:extLst xmlns:a="http://schemas.openxmlformats.org/drawingml/2006/main">
              <a:ext uri="{FF2B5EF4-FFF2-40B4-BE49-F238E27FC236}">
                <a16:creationId xmlns:a16="http://schemas.microsoft.com/office/drawing/2014/main" id="{DE1B6420-9479-4D8E-8178-119BBB2F2F3A}"/>
              </a:ext>
            </a:extLst>
          </p:cNvPr>
          <p:cNvSpPr>
            <a:spLocks xmlns:a="http://schemas.openxmlformats.org/drawingml/2006/main" noGrp="1"/>
          </p:cNvSpPr>
          <p:nvPr/>
        </p:nvSpPr>
        <p:spPr>
          <a:xfrm xmlns:a="http://schemas.openxmlformats.org/drawingml/2006/main">
            <a:off x="8020050"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output</a:t>
            </a:r>
          </a:p>
        </p:txBody>
      </p:sp>
      <p:sp>
        <p:nvSpPr>
          <p:cNvPr id="889951819" name="">
            <a:extLst xmlns:a="http://schemas.openxmlformats.org/drawingml/2006/main">
              <a:ext uri="{FF2B5EF4-FFF2-40B4-BE49-F238E27FC236}">
                <a16:creationId xmlns:a16="http://schemas.microsoft.com/office/drawing/2014/main" id="{B1810CAC-5CBF-4A42-83A6-DD760204C5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spTree>
    <p:extLst>
      <p:ext uri="{BB962C8B-B14F-4D97-AF65-F5344CB8AC3E}">
        <p14:creationId xmlns:p14="http://schemas.microsoft.com/office/powerpoint/2010/main" val="531226958"/>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13827264" name="">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324013537" name="">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149235492" name="">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750953690" name="">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513393047" name="">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496081327" name="">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953579844" name="">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268581153" name="">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782461719" name="">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638488984" name="">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18913498" name="">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92287630" name="">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10545747" name="">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923839339" name="">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452248782" name="">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2036757280" name="">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cxnSp>
        <p:nvCxnSpPr>
          <p:cNvPr id="2036757427" name=""/>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28" name=""/>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29" name=""/>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30" name=""/>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31" name=""/>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32" name=""/>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33" name=""/>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34" name=""/>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35" name=""/>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36" name=""/>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37" name=""/>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38" name=""/>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39" name=""/>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40" name=""/>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41" name=""/>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42" name=""/>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43" name=""/>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44" name=""/>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45" name=""/>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46" name=""/>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47" name=""/>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48" name=""/>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49" name=""/>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50" name=""/>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51" name=""/>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52" name=""/>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53" name=""/>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54" name=""/>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55" name=""/>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56" name=""/>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57" name=""/>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58" name=""/>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59" name=""/>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60" name=""/>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61" name=""/>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62" name=""/>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63" name=""/>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64" name=""/>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65" name=""/>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66" name=""/>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67" name=""/>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68" name=""/>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69" name=""/>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70" name=""/>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71" name=""/>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72" name=""/>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73" name=""/>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74" name=""/>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75" name=""/>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476" name=""/>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63a98c0446a54822">
            <a:extLst>
              <a:ext uri="{96DAC541-7B7A-43D3-8B79-37D633B846F1}">
                <asvg:svgBlip xmlns:asvg="http://schemas.microsoft.com/office/drawing/2016/SVG/main" r:embed="Rd519ed922f2a444e"/>
              </a:ext>
            </a:extLst>
          </a:blip>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40d70a485e424f26">
            <a:extLst>
              <a:ext uri="{96DAC541-7B7A-43D3-8B79-37D633B846F1}">
                <asvg:svgBlip xmlns:asvg="http://schemas.microsoft.com/office/drawing/2016/SVG/main" r:embed="R75d74f4c0d9b459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7806763" name="">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785835782" name="">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89529181" name="">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31720124" name="">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39340521" name="">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357252726" name="">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785836936" name="">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915421948" name="">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1920294035" name="">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spTree>
    <p:extLst>
      <p:ext uri="{BB962C8B-B14F-4D97-AF65-F5344CB8AC3E}">
        <p14:creationId xmlns:p14="http://schemas.microsoft.com/office/powerpoint/2010/main" val="1354689912"/>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25871867" name="">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41999000" name="">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54648644" name="">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015649990" name="">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286149261" name="">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spTree>
    <p:extLst>
      <p:ext uri="{BB962C8B-B14F-4D97-AF65-F5344CB8AC3E}">
        <p14:creationId xmlns:p14="http://schemas.microsoft.com/office/powerpoint/2010/main" val="1416649966"/>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7413914" name="">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79447592" name="">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2028005841" name="">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882830142" name="">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60243027" name="">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134928051" name="">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1354337604" name="">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390093606"/>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1469828" name="">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1034434" name="">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53006747" name="">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09600282" name="">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8343371" name="">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876813263" name="">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88296366" name="">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76600516" name="">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40298215" name="">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251020530" name="">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864052704"/>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7263550" name="">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1171702209"/>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0614388" name="">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38775389" name="">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064614973" name="">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139349876" name="">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635700101" name="">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9883121" name="">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32593897" name="">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58237289" name="">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639831968"/>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60434668" name="">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sp>
      <p:sp>
        <p:nvSpPr>
          <p:cNvPr id="1613721531" name="">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579085890" name="">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2077149346" name="">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872952086" name="">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20816397" name="">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677953629" name="">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792512940" name="">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915767504" name="">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260106200"/>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378451327" name="">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366393266" name="">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82316422" name="">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32998769" name="">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sp>
      <p:sp>
        <p:nvSpPr>
          <p:cNvPr id="2040235338" name="">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984515109"/>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915562436" name="">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71783635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Scores come from dot products</a:t>
            </a:r>
          </a:p>
        </p:txBody>
      </p:sp>
      <p:sp>
        <p:nvSpPr>
          <p:cNvPr id="1012080299" name="">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68010826" name="">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dot</a:t>
            </a:r>
          </a:p>
        </p:txBody>
      </p:sp>
      <p:sp>
        <p:nvSpPr>
          <p:cNvPr id="462313762" name="">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825339526" name="">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330424871" name="">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894137062" name="">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402898929" name="">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777770756" name="">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relevance</a:t>
            </a:r>
          </a:p>
        </p:txBody>
      </p:sp>
      <p:sp>
        <p:nvSpPr>
          <p:cNvPr id="664374674" name="">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spTree>
    <p:extLst>
      <p:ext uri="{BB962C8B-B14F-4D97-AF65-F5344CB8AC3E}">
        <p14:creationId xmlns:p14="http://schemas.microsoft.com/office/powerpoint/2010/main" val="2029365712"/>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Softmax makes weights</a:t>
            </a:r>
          </a:p>
        </p:txBody>
      </p:sp>
      <p:sp>
        <p:nvSpPr>
          <p:cNvPr id="464705819" name="">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1548240" name="">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98832920" name="">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769908898" name="">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sp>
      <p:sp>
        <p:nvSpPr>
          <p:cNvPr id="1914348487" name="">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678518740" name="">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2119966247" name="">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softmax</a:t>
            </a:r>
          </a:p>
        </p:txBody>
      </p:sp>
      <p:sp>
        <p:nvSpPr>
          <p:cNvPr id="211572739" name="">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sp>
      <p:sp>
        <p:nvSpPr>
          <p:cNvPr id="1030269240" name="">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42494707" name="">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sp>
      <p:sp>
        <p:nvSpPr>
          <p:cNvPr id="1203968869" name="">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66818067" name="">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1940968765" name="">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raw scores</a:t>
            </a:r>
          </a:p>
        </p:txBody>
      </p:sp>
      <p:sp>
        <p:nvSpPr>
          <p:cNvPr id="1848061420" name="">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weights sum to 1</a:t>
            </a:r>
          </a:p>
        </p:txBody>
      </p:sp>
      <p:sp>
        <p:nvSpPr>
          <p:cNvPr id="2016234215" name="">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spTree>
    <p:extLst>
      <p:ext uri="{BB962C8B-B14F-4D97-AF65-F5344CB8AC3E}">
        <p14:creationId xmlns:p14="http://schemas.microsoft.com/office/powerpoint/2010/main" val="990315218"/>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099418885" name="">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1760736853"/>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2534858" name="">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90803705" name="">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83356269" name="">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91113419" name="">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95177638" name="">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98279709" name="">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39583843" name="">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10730710" name="">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521066156" name="">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16407276" name="">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18150277" name="">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99927861" name="">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350622296" name="">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691065" name="">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45050029" name="">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969983035" name="">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2016391" name="">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200418005" name="">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516866412" name="">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51999136" name="">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6571185" name="">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602661194" name="">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078817606" name="">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7467792" name="">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8172493" name="">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1533082640"/>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33773316" name="">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sp>
      <p:sp>
        <p:nvSpPr>
          <p:cNvPr id="1564947675" name="">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95560162" name="">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698038426" name="">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sp>
      <p:sp>
        <p:nvSpPr>
          <p:cNvPr id="1609830999" name="">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713490367" name="">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540777177" name="">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sp>
      <p:sp>
        <p:nvSpPr>
          <p:cNvPr id="1911549705" name="">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791936672" name="">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09414287" name="">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sp>
      <p:sp>
        <p:nvSpPr>
          <p:cNvPr id="858706387" name="">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428863683" name="">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133392473" name="">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Tree>
    <p:extLst>
      <p:ext uri="{BB962C8B-B14F-4D97-AF65-F5344CB8AC3E}">
        <p14:creationId xmlns:p14="http://schemas.microsoft.com/office/powerpoint/2010/main" val="1312299002"/>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437710828" name="">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Tree>
    <p:extLst>
      <p:ext uri="{BB962C8B-B14F-4D97-AF65-F5344CB8AC3E}">
        <p14:creationId xmlns:p14="http://schemas.microsoft.com/office/powerpoint/2010/main" val="2065765339"/>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04183003" name="">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0744927" name="">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81772781" name="">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7733504" name="">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458622812"/>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257118694" name="">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67787382" name="">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584152699"/>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0502303" name="">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66762974" name="">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460632182" name="">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5856487" name="">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061757067" name="">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69118890" name="">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38188301" name="">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049301057" name="">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82082345" name="">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2922272" name="">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603029257" name="">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879817440" name="">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875542065" name="">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51908472" name="">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89509713" name="">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791720530" name="">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05367442" name="">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563215530" name="">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315081295" name="">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48452191" name="">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71279800" name="">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39843559" name="">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474960511" name="">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705162464" name="">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7576925" name="">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26996611" name="">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937971" name="">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318411885" name="">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615608591" name="">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731456272" name="">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484935540" name="">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134420311" name="">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55285830" name="">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945716101" name="">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903673205" name="">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1920754" name="">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090731608" name="">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139751437"/>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1370087" name="">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1171357872"/>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14717421" name="">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476163820" name="">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96234521" name="">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spTree>
    <p:extLst>
      <p:ext uri="{BB962C8B-B14F-4D97-AF65-F5344CB8AC3E}">
        <p14:creationId xmlns:p14="http://schemas.microsoft.com/office/powerpoint/2010/main" val="1806896858"/>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4931326" name="">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9922297" name="">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1545776099"/>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16044446" name="">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6463301" name="">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372569667"/>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4787169" name="">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2119234795" name="">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7679863" name="">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701261000" name="">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444992567"/>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61104431" name="">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304746230" name="">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222174651" name="">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sp>
      <p:sp>
        <p:nvSpPr>
          <p:cNvPr id="221083533" name="">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sp>
      <p:sp>
        <p:nvSpPr>
          <p:cNvPr id="1871169588" name="">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sp>
      <p:sp>
        <p:nvSpPr>
          <p:cNvPr id="1899079275" name="">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21477789" name="">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8930619" name="">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92675594" name="">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199041678" name="">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073006" name="">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spTree>
    <p:extLst>
      <p:ext uri="{BB962C8B-B14F-4D97-AF65-F5344CB8AC3E}">
        <p14:creationId xmlns:p14="http://schemas.microsoft.com/office/powerpoint/2010/main" val="489948602"/>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91850248" name="">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558602477" name="">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11392787" name="">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34996420" name="">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723400870" name="">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77779496" name="">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103671469" name="">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87535764" name="">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752117889" name="">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239831953" name="">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790741739" name="">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1817540190" name="">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842999193" name="">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66502240" name="">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sp>
      <p:sp>
        <p:nvSpPr>
          <p:cNvPr id="1265886564" name="">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661207097" name="">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1867510341" name="">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pic>
        <p:nvPicPr>
          <p:cNvPr id="2118371499" name=""/>
          <p:cNvPicPr>
            <a:picLocks xmlns:a="http://schemas.openxmlformats.org/drawingml/2006/main" noChangeAspect="1"/>
          </p:cNvPicPr>
          <p:nvPr/>
        </p:nvPicPr>
        <p:blipFill>
          <a:blip xmlns:r="http://schemas.openxmlformats.org/officeDocument/2006/relationships" xmlns:a="http://schemas.openxmlformats.org/drawingml/2006/main" r:embed="Rbcdc5911dfa04ea3">
            <a:extLst>
              <a:ext uri="{96DAC541-7B7A-43D3-8B79-37D633B846F1}">
                <asvg:svgBlip xmlns:asvg="http://schemas.microsoft.com/office/drawing/2016/SVG/main" r:embed="R847ff69df77143e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47695514" name="">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628746850" name="">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813735675"/>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90363605" name="">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601584251" name="">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884948398"/>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03074335" name="">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850855696" name="">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360549356" name="">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581615349" name="">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Tree>
    <p:extLst>
      <p:ext uri="{BB962C8B-B14F-4D97-AF65-F5344CB8AC3E}">
        <p14:creationId xmlns:p14="http://schemas.microsoft.com/office/powerpoint/2010/main" val="686667865"/>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FFN helps, but the full reason is not settled</a:t>
            </a:r>
          </a:p>
        </p:txBody>
      </p:sp>
      <p:sp>
        <p:nvSpPr>
          <p:cNvPr id="258575893" name="">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66835795" name="">
            <a:extLst xmlns:a="http://schemas.openxmlformats.org/drawingml/2006/main">
              <a:ext uri="{FF2B5EF4-FFF2-40B4-BE49-F238E27FC236}">
                <a16:creationId xmlns:a16="http://schemas.microsoft.com/office/drawing/2014/main" id="{853BEDB9-649B-4EEE-AC6A-7D3315115E8F}"/>
              </a:ext>
            </a:extLst>
          </p:cNvPr>
          <p:cNvSpPr>
            <a:spLocks xmlns:a="http://schemas.openxmlformats.org/drawingml/2006/main" noGrp="1"/>
          </p:cNvSpPr>
          <p:nvPr/>
        </p:nvSpPr>
        <p:spPr>
          <a:xfrm xmlns:a="http://schemas.openxmlformats.org/drawingml/2006/main">
            <a:off x="1285875" y="2952750"/>
            <a:ext cx="1619250" cy="742950"/>
          </a:xfrm>
          <a:prstGeom xmlns:a="http://schemas.openxmlformats.org/drawingml/2006/main" prst="roundRect">
            <a:avLst>
              <a:gd name="adj" fmla="val 1538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attention</a:t>
            </a:r>
          </a:p>
        </p:txBody>
      </p:sp>
      <p:sp>
        <p:nvSpPr>
          <p:cNvPr id="1735354039" name="">
            <a:extLst xmlns:a="http://schemas.openxmlformats.org/drawingml/2006/main">
              <a:ext uri="{FF2B5EF4-FFF2-40B4-BE49-F238E27FC236}">
                <a16:creationId xmlns:a16="http://schemas.microsoft.com/office/drawing/2014/main" id="{0724D511-6FF3-4674-961A-181F34B88D3F}"/>
              </a:ext>
            </a:extLst>
          </p:cNvPr>
          <p:cNvSpPr>
            <a:spLocks xmlns:a="http://schemas.openxmlformats.org/drawingml/2006/main" noGrp="1"/>
          </p:cNvSpPr>
          <p:nvPr/>
        </p:nvSpPr>
        <p:spPr>
          <a:xfrm xmlns:a="http://schemas.openxmlformats.org/drawingml/2006/main">
            <a:off x="314325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mix</a:t>
            </a:r>
          </a:p>
        </p:txBody>
      </p:sp>
      <p:sp>
        <p:nvSpPr>
          <p:cNvPr id="2066902203" name="">
            <a:extLst xmlns:a="http://schemas.openxmlformats.org/drawingml/2006/main">
              <a:ext uri="{FF2B5EF4-FFF2-40B4-BE49-F238E27FC236}">
                <a16:creationId xmlns:a16="http://schemas.microsoft.com/office/drawing/2014/main" id="{A12C777B-F7D9-4F25-AAC9-D225AB64F317}"/>
              </a:ext>
            </a:extLst>
          </p:cNvPr>
          <p:cNvSpPr>
            <a:spLocks xmlns:a="http://schemas.openxmlformats.org/drawingml/2006/main" noGrp="1"/>
          </p:cNvSpPr>
          <p:nvPr/>
        </p:nvSpPr>
        <p:spPr>
          <a:xfrm xmlns:a="http://schemas.openxmlformats.org/drawingml/2006/main">
            <a:off x="4429125" y="2714625"/>
            <a:ext cx="1809750" cy="1219200"/>
          </a:xfrm>
          <a:prstGeom xmlns:a="http://schemas.openxmlformats.org/drawingml/2006/main" prst="roundRect">
            <a:avLst>
              <a:gd name="adj" fmla="val 9375"/>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F97316"/>
                </a:solidFill>
              </a:defRPr>
            </a:pPr>
            <a:r>
              <a:rPr sz="2850" b="1">
                <a:solidFill>
                  <a:srgbClr val="F97316"/>
                </a:solidFill>
              </a:rPr>
              <a:t>FFN</a:t>
            </a:r>
          </a:p>
        </p:txBody>
      </p:sp>
      <p:sp>
        <p:nvSpPr>
          <p:cNvPr id="1680256151" name="">
            <a:extLst xmlns:a="http://schemas.openxmlformats.org/drawingml/2006/main">
              <a:ext uri="{FF2B5EF4-FFF2-40B4-BE49-F238E27FC236}">
                <a16:creationId xmlns:a16="http://schemas.microsoft.com/office/drawing/2014/main" id="{B93AE542-8BE4-4016-8C82-124F3714E319}"/>
              </a:ext>
            </a:extLst>
          </p:cNvPr>
          <p:cNvSpPr>
            <a:spLocks xmlns:a="http://schemas.openxmlformats.org/drawingml/2006/main" noGrp="1"/>
          </p:cNvSpPr>
          <p:nvPr/>
        </p:nvSpPr>
        <p:spPr>
          <a:xfrm xmlns:a="http://schemas.openxmlformats.org/drawingml/2006/main">
            <a:off x="647700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transform</a:t>
            </a:r>
          </a:p>
        </p:txBody>
      </p:sp>
      <p:sp>
        <p:nvSpPr>
          <p:cNvPr id="1012692986" name="">
            <a:extLst xmlns:a="http://schemas.openxmlformats.org/drawingml/2006/main">
              <a:ext uri="{FF2B5EF4-FFF2-40B4-BE49-F238E27FC236}">
                <a16:creationId xmlns:a16="http://schemas.microsoft.com/office/drawing/2014/main" id="{C1CCEA06-6E90-4F61-9E23-12E5CA23ECA0}"/>
              </a:ext>
            </a:extLst>
          </p:cNvPr>
          <p:cNvSpPr>
            <a:spLocks xmlns:a="http://schemas.openxmlformats.org/drawingml/2006/main" noGrp="1"/>
          </p:cNvSpPr>
          <p:nvPr/>
        </p:nvSpPr>
        <p:spPr>
          <a:xfrm xmlns:a="http://schemas.openxmlformats.org/drawingml/2006/main">
            <a:off x="7762875" y="2952750"/>
            <a:ext cx="1619250" cy="7429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features</a:t>
            </a:r>
          </a:p>
        </p:txBody>
      </p:sp>
      <p:sp>
        <p:nvSpPr>
          <p:cNvPr id="1069258197" name="">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66687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nonlinear feature transform</a:t>
            </a:r>
          </a:p>
        </p:txBody>
      </p:sp>
      <p:sp>
        <p:nvSpPr>
          <p:cNvPr id="1837153770" name="">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481012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key-value memory evidence</a:t>
            </a:r>
          </a:p>
        </p:txBody>
      </p:sp>
      <p:sp>
        <p:nvSpPr>
          <p:cNvPr id="744058579" name="">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7953375" y="4476750"/>
            <a:ext cx="2619375"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not a single settled cause</a:t>
            </a:r>
          </a:p>
        </p:txBody>
      </p:sp>
      <p:sp>
        <p:nvSpPr>
          <p:cNvPr id="1294874813" name="">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2095500" y="180975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Known: FFNs store and combine useful patterns.</a:t>
            </a:r>
          </a:p>
        </p:txBody>
      </p:sp>
      <p:sp>
        <p:nvSpPr>
          <p:cNvPr id="1106276677" name="">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619250" y="55245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defRPr>
            </a:pPr>
            <a:r>
              <a:rPr sz="1900" b="1">
                <a:solidFill>
                  <a:srgbClr val="EF4444"/>
                </a:solidFill>
              </a:rPr>
              <a:t>Open question: how much is form, capacity, or compute efficiency?</a:t>
            </a:r>
          </a:p>
        </p:txBody>
      </p:sp>
      <p:sp>
        <p:nvSpPr>
          <p:cNvPr id="1479918334" name="">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017838657"/>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Diffusion language models (dLLMs) denoise tokens</a:t>
            </a:r>
          </a:p>
        </p:txBody>
      </p:sp>
      <p:sp>
        <p:nvSpPr>
          <p:cNvPr id="1990867236" name="">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9623161" name="">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317775177" name="">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420069149" name="">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180679313" name="">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389812742"/>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drafts, then verifies</a:t>
            </a:r>
          </a:p>
        </p:txBody>
      </p:sp>
      <p:sp>
        <p:nvSpPr>
          <p:cNvPr id="1531743004" name="">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69702882" name="">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small draft model</a:t>
            </a:r>
          </a:p>
        </p:txBody>
      </p:sp>
      <p:sp>
        <p:nvSpPr>
          <p:cNvPr id="1197178351" name="">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candidate tokens</a:t>
            </a:r>
          </a:p>
        </p:txBody>
      </p:sp>
      <p:sp>
        <p:nvSpPr>
          <p:cNvPr id="1686198038" name="">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large target model</a:t>
            </a:r>
          </a:p>
        </p:txBody>
      </p:sp>
      <p:sp>
        <p:nvSpPr>
          <p:cNvPr id="1556928440" name="">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parallel check</a:t>
            </a:r>
          </a:p>
        </p:txBody>
      </p:sp>
      <p:sp>
        <p:nvSpPr>
          <p:cNvPr id="170693199" name="">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021615089" name="">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96476379" name="">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 prefix</a:t>
            </a:r>
          </a:p>
        </p:txBody>
      </p:sp>
      <p:sp>
        <p:nvSpPr>
          <p:cNvPr id="910307425" name="">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reject / resample</a:t>
            </a:r>
          </a:p>
        </p:txBody>
      </p:sp>
      <p:sp>
        <p:nvSpPr>
          <p:cNvPr id="5957981" name="">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sp>
        <p:nvSpPr>
          <p:cNvPr id="1956440406" name="">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3562350" y="54292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same target behavior, fewer serial waits</a:t>
            </a:r>
          </a:p>
        </p:txBody>
      </p:sp>
      <p:sp>
        <p:nvSpPr>
          <p:cNvPr id="918919993" name="">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spTree>
    <p:extLst>
      <p:ext uri="{BB962C8B-B14F-4D97-AF65-F5344CB8AC3E}">
        <p14:creationId xmlns:p14="http://schemas.microsoft.com/office/powerpoint/2010/main" val="715632642"/>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698160900" name="">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1977383085" name="">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598161199" name="">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58195881" name="">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21701980" name="">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95606133" name="">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24836488" name="">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2082712541" name="">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sp>
      <p:sp>
        <p:nvSpPr>
          <p:cNvPr id="1800286296" name="">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377652962" name="">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129487083" name="">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835573148" name="">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354002712" name="">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642711495" name="">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162477816" name="">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754093468" name="">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926903495" name="">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314704657" name="">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297993690" name="">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869335125" name="">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902597771" name="">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174154411" name="">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25293163" name="">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712601376" name="">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361292722" name="">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216392230" name="">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760216902" name="">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848102303" name="">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sp>
      <p:sp>
        <p:nvSpPr>
          <p:cNvPr id="2140277387" name="">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546058831" name="">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634911422" name="">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sp>
      <p:sp>
        <p:nvSpPr>
          <p:cNvPr id="253059331" name="">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2093280641"/>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808652944" name="">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081078090" name="">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492680345" name="">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482722515" name="">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21026447" name="">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sp>
      <p:sp>
        <p:nvSpPr>
          <p:cNvPr id="163980104" name="">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11020405" name="">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47942514" name="">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636131649" name="">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261513706" name="">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sp>
      <p:sp>
        <p:nvSpPr>
          <p:cNvPr id="1466779703" name="">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302896656" name="">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173073259" name="">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351287708" name="">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2026-07-27T02:57:16.8120000Z</dcterms:created>
  <dcterms:modified xsi:type="dcterms:W3CDTF">2026-07-27T02:57:16.8130000Z</dcterms:modified>
</coreProperties>
</file>