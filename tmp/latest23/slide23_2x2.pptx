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d4f4d052dc4b86" /><Relationship Type="http://schemas.openxmlformats.org/officeDocument/2006/relationships/extended-properties" Target="/docProps/app.xml" Id="Rd95859b382e54866" /><Relationship Type="http://schemas.openxmlformats.org/officeDocument/2006/relationships/officeDocument" Target="/ppt/presentation.xml" Id="R843ef60be42b4db3" /></Relationships>
</file>

<file path=ppt/presentation.xml><?xml version="1.0" encoding="utf-8"?>
<p:presentation xmlns:p="http://schemas.openxmlformats.org/presentationml/2006/main">
  <p:sldMasterIdLst>
    <p:sldMasterId xmlns:r="http://schemas.openxmlformats.org/officeDocument/2006/relationships" id="2147483648" r:id="R9424faa9fe094ea4"/>
  </p:sldMasterIdLst>
  <p:notesMasterIdLst>
    <p:notesMasterId xmlns:r="http://schemas.openxmlformats.org/officeDocument/2006/relationships" r:id="R708654f7abf44146"/>
  </p:notesMasterIdLst>
  <p:sldIdLst>
    <p:sldId xmlns:r="http://schemas.openxmlformats.org/officeDocument/2006/relationships" id="256" r:id="R9fcf598a4a8a4bdd"/>
    <p:sldId xmlns:r="http://schemas.openxmlformats.org/officeDocument/2006/relationships" id="257" r:id="R6326bacbdd434231"/>
    <p:sldId xmlns:r="http://schemas.openxmlformats.org/officeDocument/2006/relationships" id="258" r:id="R98b86be8839342c7"/>
    <p:sldId xmlns:r="http://schemas.openxmlformats.org/officeDocument/2006/relationships" id="259" r:id="Ra34565c06e4747ee"/>
    <p:sldId xmlns:r="http://schemas.openxmlformats.org/officeDocument/2006/relationships" id="260" r:id="R7733367516334188"/>
    <p:sldId xmlns:r="http://schemas.openxmlformats.org/officeDocument/2006/relationships" id="261" r:id="Rfef872ff4b9447d6"/>
    <p:sldId xmlns:r="http://schemas.openxmlformats.org/officeDocument/2006/relationships" id="262" r:id="Rd0f956f0e06a402f"/>
    <p:sldId xmlns:r="http://schemas.openxmlformats.org/officeDocument/2006/relationships" id="263" r:id="R4839d7feed534c17"/>
    <p:sldId xmlns:r="http://schemas.openxmlformats.org/officeDocument/2006/relationships" id="264" r:id="R1abb04501a4b4dd4"/>
    <p:sldId xmlns:r="http://schemas.openxmlformats.org/officeDocument/2006/relationships" id="265" r:id="R2760c61d9ac34293"/>
    <p:sldId xmlns:r="http://schemas.openxmlformats.org/officeDocument/2006/relationships" id="266" r:id="R9a6a36bbedc34078"/>
    <p:sldId xmlns:r="http://schemas.openxmlformats.org/officeDocument/2006/relationships" id="267" r:id="R2d698ce88453477e"/>
    <p:sldId xmlns:r="http://schemas.openxmlformats.org/officeDocument/2006/relationships" id="268" r:id="R28ecd88dc6824406"/>
    <p:sldId xmlns:r="http://schemas.openxmlformats.org/officeDocument/2006/relationships" id="269" r:id="R5d1ced10a2be4ee4"/>
    <p:sldId xmlns:r="http://schemas.openxmlformats.org/officeDocument/2006/relationships" id="270" r:id="Recf49f9d4b744780"/>
    <p:sldId xmlns:r="http://schemas.openxmlformats.org/officeDocument/2006/relationships" id="271" r:id="R617ebbeca6cb4e10"/>
    <p:sldId xmlns:r="http://schemas.openxmlformats.org/officeDocument/2006/relationships" id="272" r:id="R5648f100ee824031"/>
    <p:sldId xmlns:r="http://schemas.openxmlformats.org/officeDocument/2006/relationships" id="273" r:id="R7cb2d01c755b4a43"/>
    <p:sldId xmlns:r="http://schemas.openxmlformats.org/officeDocument/2006/relationships" id="274" r:id="R9f82dcba404e4450"/>
    <p:sldId xmlns:r="http://schemas.openxmlformats.org/officeDocument/2006/relationships" id="275" r:id="Rbba6cbf54c644ad1"/>
    <p:sldId xmlns:r="http://schemas.openxmlformats.org/officeDocument/2006/relationships" id="276" r:id="R07fe267d86b74d76"/>
    <p:sldId xmlns:r="http://schemas.openxmlformats.org/officeDocument/2006/relationships" id="277" r:id="Rda9c496a96134a41"/>
    <p:sldId xmlns:r="http://schemas.openxmlformats.org/officeDocument/2006/relationships" id="278" r:id="R39f72f33cb044df9"/>
    <p:sldId xmlns:r="http://schemas.openxmlformats.org/officeDocument/2006/relationships" id="279" r:id="Ra77298b6c0a346a8"/>
    <p:sldId xmlns:r="http://schemas.openxmlformats.org/officeDocument/2006/relationships" id="280" r:id="R028210f87d6a4e67"/>
    <p:sldId xmlns:r="http://schemas.openxmlformats.org/officeDocument/2006/relationships" id="281" r:id="Rb2959669f6034848"/>
    <p:sldId xmlns:r="http://schemas.openxmlformats.org/officeDocument/2006/relationships" id="282" r:id="Rcd528073b6c44796"/>
    <p:sldId xmlns:r="http://schemas.openxmlformats.org/officeDocument/2006/relationships" id="283" r:id="Rba0eec599e2148c6"/>
    <p:sldId xmlns:r="http://schemas.openxmlformats.org/officeDocument/2006/relationships" id="284" r:id="Rc9172f3c6b52448b"/>
    <p:sldId xmlns:r="http://schemas.openxmlformats.org/officeDocument/2006/relationships" id="285" r:id="R4c21a4db79074d0f"/>
    <p:sldId xmlns:r="http://schemas.openxmlformats.org/officeDocument/2006/relationships" id="286" r:id="R6520ea2052ab4edc"/>
    <p:sldId xmlns:r="http://schemas.openxmlformats.org/officeDocument/2006/relationships" id="287" r:id="R610b4ecf03d64896"/>
    <p:sldId xmlns:r="http://schemas.openxmlformats.org/officeDocument/2006/relationships" id="288" r:id="R3c7599d7ab5647de"/>
    <p:sldId xmlns:r="http://schemas.openxmlformats.org/officeDocument/2006/relationships" id="289" r:id="R4eaf5444ec2e49ab"/>
    <p:sldId xmlns:r="http://schemas.openxmlformats.org/officeDocument/2006/relationships" id="290" r:id="Rf96f03747cfb4a8f"/>
    <p:sldId xmlns:r="http://schemas.openxmlformats.org/officeDocument/2006/relationships" id="291" r:id="R9b6c49dbd797498b"/>
    <p:sldId xmlns:r="http://schemas.openxmlformats.org/officeDocument/2006/relationships" id="292" r:id="R12481698b8064a9e"/>
    <p:sldId xmlns:r="http://schemas.openxmlformats.org/officeDocument/2006/relationships" id="293" r:id="R1f824e9e0cc94182"/>
    <p:sldId xmlns:r="http://schemas.openxmlformats.org/officeDocument/2006/relationships" id="294" r:id="R3615520ae72c4de3"/>
    <p:sldId xmlns:r="http://schemas.openxmlformats.org/officeDocument/2006/relationships" id="295" r:id="R774a2b4d9dc349b6"/>
    <p:sldId xmlns:r="http://schemas.openxmlformats.org/officeDocument/2006/relationships" id="296" r:id="Rc6f6e8c970434486"/>
    <p:sldId xmlns:r="http://schemas.openxmlformats.org/officeDocument/2006/relationships" id="297" r:id="R4f372adcff7d44d4"/>
    <p:sldId xmlns:r="http://schemas.openxmlformats.org/officeDocument/2006/relationships" id="298" r:id="Rbaaed97c134a4ece"/>
    <p:sldId xmlns:r="http://schemas.openxmlformats.org/officeDocument/2006/relationships" id="299" r:id="R575f6034a4f04208"/>
    <p:sldId xmlns:r="http://schemas.openxmlformats.org/officeDocument/2006/relationships" id="300" r:id="R975a7b7684db46f6"/>
    <p:sldId xmlns:r="http://schemas.openxmlformats.org/officeDocument/2006/relationships" id="301" r:id="R9f7fc99f3f2d4bfb"/>
    <p:sldId xmlns:r="http://schemas.openxmlformats.org/officeDocument/2006/relationships" id="302" r:id="R7d98b75f26434e5c"/>
    <p:sldId xmlns:r="http://schemas.openxmlformats.org/officeDocument/2006/relationships" id="303" r:id="Ra62334fd2e2f41cc"/>
    <p:sldId xmlns:r="http://schemas.openxmlformats.org/officeDocument/2006/relationships" id="304" r:id="Rcc189201e8a14c00"/>
    <p:sldId xmlns:r="http://schemas.openxmlformats.org/officeDocument/2006/relationships" id="305" r:id="R9728c518c8d248be"/>
    <p:sldId xmlns:r="http://schemas.openxmlformats.org/officeDocument/2006/relationships" id="306" r:id="R46a6d95149264ea0"/>
    <p:sldId xmlns:r="http://schemas.openxmlformats.org/officeDocument/2006/relationships" id="307" r:id="R71c3bcfe60314dcb"/>
    <p:sldId xmlns:r="http://schemas.openxmlformats.org/officeDocument/2006/relationships" id="308" r:id="R96b2f10c046a4c34"/>
    <p:sldId xmlns:r="http://schemas.openxmlformats.org/officeDocument/2006/relationships" id="309" r:id="R52bc10e2f8fa4dd2"/>
    <p:sldId xmlns:r="http://schemas.openxmlformats.org/officeDocument/2006/relationships" id="310" r:id="Rc5ec4feb2ca14b1c"/>
    <p:sldId xmlns:r="http://schemas.openxmlformats.org/officeDocument/2006/relationships" id="311" r:id="Ra68a44d9051549db"/>
    <p:sldId xmlns:r="http://schemas.openxmlformats.org/officeDocument/2006/relationships" id="312" r:id="Rd9f59f2db8ce46cd"/>
    <p:sldId xmlns:r="http://schemas.openxmlformats.org/officeDocument/2006/relationships" id="313" r:id="R2d8033e284c14e47"/>
    <p:sldId xmlns:r="http://schemas.openxmlformats.org/officeDocument/2006/relationships" id="314" r:id="Rb3236e4eaf764409"/>
    <p:sldId xmlns:r="http://schemas.openxmlformats.org/officeDocument/2006/relationships" id="315" r:id="Rc0c625422adf4ed2"/>
    <p:sldId xmlns:r="http://schemas.openxmlformats.org/officeDocument/2006/relationships" id="316" r:id="R243c6973492c4d4e"/>
    <p:sldId xmlns:r="http://schemas.openxmlformats.org/officeDocument/2006/relationships" id="317" r:id="R94463f7c47fa42fa"/>
    <p:sldId xmlns:r="http://schemas.openxmlformats.org/officeDocument/2006/relationships" id="318" r:id="Rd19a10f426ee450a"/>
    <p:sldId xmlns:r="http://schemas.openxmlformats.org/officeDocument/2006/relationships" id="319" r:id="Rc545c577c06e425c"/>
    <p:sldId xmlns:r="http://schemas.openxmlformats.org/officeDocument/2006/relationships" id="320" r:id="R9de5a2f796ed439c"/>
    <p:sldId xmlns:r="http://schemas.openxmlformats.org/officeDocument/2006/relationships" id="321" r:id="R5d26e59116fc4efc"/>
    <p:sldId xmlns:r="http://schemas.openxmlformats.org/officeDocument/2006/relationships" id="322" r:id="Rcbfc19372421477a"/>
    <p:sldId xmlns:r="http://schemas.openxmlformats.org/officeDocument/2006/relationships" id="323" r:id="Rfd504c9cee5c417f"/>
    <p:sldId xmlns:r="http://schemas.openxmlformats.org/officeDocument/2006/relationships" id="324" r:id="R63f3767073d943d3"/>
    <p:sldId xmlns:r="http://schemas.openxmlformats.org/officeDocument/2006/relationships" id="325" r:id="Rf8aa715cbed2481c"/>
    <p:sldId xmlns:r="http://schemas.openxmlformats.org/officeDocument/2006/relationships" id="326" r:id="R3da300421fea48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f79dc2dc4e245c9" /><Relationship Type="http://schemas.openxmlformats.org/officeDocument/2006/relationships/slideMaster" Target="/ppt/slideMasters/slideMaster1.xml" Id="R9424faa9fe094ea4" /><Relationship Type="http://schemas.openxmlformats.org/officeDocument/2006/relationships/notesMaster" Target="/ppt/notesMasters/notesMaster1.xml" Id="R708654f7abf44146" /><Relationship Type="http://schemas.openxmlformats.org/officeDocument/2006/relationships/presProps" Target="/ppt/presProps.xml" Id="R794fadc915e447eb" /><Relationship Type="http://schemas.openxmlformats.org/officeDocument/2006/relationships/viewProps" Target="/ppt/viewProps.xml" Id="R00fa25e141494d17" /><Relationship Type="http://schemas.openxmlformats.org/officeDocument/2006/relationships/tableStyles" Target="/ppt/tableStyles.xml" Id="Rffc657bc9fdd4f2c" /><Relationship Type="http://schemas.openxmlformats.org/officeDocument/2006/relationships/slide" Target="/ppt/slides/slide1.xml" Id="R9fcf598a4a8a4bdd" /><Relationship Type="http://schemas.openxmlformats.org/officeDocument/2006/relationships/slide" Target="/ppt/slides/slide2.xml" Id="R6326bacbdd434231" /><Relationship Type="http://schemas.openxmlformats.org/officeDocument/2006/relationships/slide" Target="/ppt/slides/slide3.xml" Id="R98b86be8839342c7" /><Relationship Type="http://schemas.openxmlformats.org/officeDocument/2006/relationships/slide" Target="/ppt/slides/slide4.xml" Id="Ra34565c06e4747ee" /><Relationship Type="http://schemas.openxmlformats.org/officeDocument/2006/relationships/slide" Target="/ppt/slides/slide5.xml" Id="R7733367516334188" /><Relationship Type="http://schemas.openxmlformats.org/officeDocument/2006/relationships/slide" Target="/ppt/slides/slide6.xml" Id="Rfef872ff4b9447d6" /><Relationship Type="http://schemas.openxmlformats.org/officeDocument/2006/relationships/slide" Target="/ppt/slides/slide7.xml" Id="Rd0f956f0e06a402f" /><Relationship Type="http://schemas.openxmlformats.org/officeDocument/2006/relationships/slide" Target="/ppt/slides/slide8.xml" Id="R4839d7feed534c17" /><Relationship Type="http://schemas.openxmlformats.org/officeDocument/2006/relationships/slide" Target="/ppt/slides/slide9.xml" Id="R1abb04501a4b4dd4" /><Relationship Type="http://schemas.openxmlformats.org/officeDocument/2006/relationships/slide" Target="/ppt/slides/slide10.xml" Id="R2760c61d9ac34293" /><Relationship Type="http://schemas.openxmlformats.org/officeDocument/2006/relationships/slide" Target="/ppt/slides/slide11.xml" Id="R9a6a36bbedc34078" /><Relationship Type="http://schemas.openxmlformats.org/officeDocument/2006/relationships/slide" Target="/ppt/slides/slide12.xml" Id="R2d698ce88453477e" /><Relationship Type="http://schemas.openxmlformats.org/officeDocument/2006/relationships/slide" Target="/ppt/slides/slide13.xml" Id="R28ecd88dc6824406" /><Relationship Type="http://schemas.openxmlformats.org/officeDocument/2006/relationships/slide" Target="/ppt/slides/slide14.xml" Id="R5d1ced10a2be4ee4" /><Relationship Type="http://schemas.openxmlformats.org/officeDocument/2006/relationships/slide" Target="/ppt/slides/slide15.xml" Id="Recf49f9d4b744780" /><Relationship Type="http://schemas.openxmlformats.org/officeDocument/2006/relationships/slide" Target="/ppt/slides/slide16.xml" Id="R617ebbeca6cb4e10" /><Relationship Type="http://schemas.openxmlformats.org/officeDocument/2006/relationships/slide" Target="/ppt/slides/slide17.xml" Id="R5648f100ee824031" /><Relationship Type="http://schemas.openxmlformats.org/officeDocument/2006/relationships/slide" Target="/ppt/slides/slide18.xml" Id="R7cb2d01c755b4a43" /><Relationship Type="http://schemas.openxmlformats.org/officeDocument/2006/relationships/slide" Target="/ppt/slides/slide19.xml" Id="R9f82dcba404e4450" /><Relationship Type="http://schemas.openxmlformats.org/officeDocument/2006/relationships/slide" Target="/ppt/slides/slide20.xml" Id="Rbba6cbf54c644ad1" /><Relationship Type="http://schemas.openxmlformats.org/officeDocument/2006/relationships/slide" Target="/ppt/slides/slide21.xml" Id="R07fe267d86b74d76" /><Relationship Type="http://schemas.openxmlformats.org/officeDocument/2006/relationships/slide" Target="/ppt/slides/slide22.xml" Id="Rda9c496a96134a41" /><Relationship Type="http://schemas.openxmlformats.org/officeDocument/2006/relationships/slide" Target="/ppt/slides/slide23.xml" Id="R39f72f33cb044df9" /><Relationship Type="http://schemas.openxmlformats.org/officeDocument/2006/relationships/slide" Target="/ppt/slides/slide24.xml" Id="Ra77298b6c0a346a8" /><Relationship Type="http://schemas.openxmlformats.org/officeDocument/2006/relationships/slide" Target="/ppt/slides/slide25.xml" Id="R028210f87d6a4e67" /><Relationship Type="http://schemas.openxmlformats.org/officeDocument/2006/relationships/slide" Target="/ppt/slides/slide26.xml" Id="Rb2959669f6034848" /><Relationship Type="http://schemas.openxmlformats.org/officeDocument/2006/relationships/slide" Target="/ppt/slides/slide27.xml" Id="Rcd528073b6c44796" /><Relationship Type="http://schemas.openxmlformats.org/officeDocument/2006/relationships/slide" Target="/ppt/slides/slide28.xml" Id="Rba0eec599e2148c6" /><Relationship Type="http://schemas.openxmlformats.org/officeDocument/2006/relationships/slide" Target="/ppt/slides/slide29.xml" Id="Rc9172f3c6b52448b" /><Relationship Type="http://schemas.openxmlformats.org/officeDocument/2006/relationships/slide" Target="/ppt/slides/slide30.xml" Id="R4c21a4db79074d0f" /><Relationship Type="http://schemas.openxmlformats.org/officeDocument/2006/relationships/slide" Target="/ppt/slides/slide31.xml" Id="R6520ea2052ab4edc" /><Relationship Type="http://schemas.openxmlformats.org/officeDocument/2006/relationships/slide" Target="/ppt/slides/slide32.xml" Id="R610b4ecf03d64896" /><Relationship Type="http://schemas.openxmlformats.org/officeDocument/2006/relationships/slide" Target="/ppt/slides/slide33.xml" Id="R3c7599d7ab5647de" /><Relationship Type="http://schemas.openxmlformats.org/officeDocument/2006/relationships/slide" Target="/ppt/slides/slide34.xml" Id="R4eaf5444ec2e49ab" /><Relationship Type="http://schemas.openxmlformats.org/officeDocument/2006/relationships/slide" Target="/ppt/slides/slide35.xml" Id="Rf96f03747cfb4a8f" /><Relationship Type="http://schemas.openxmlformats.org/officeDocument/2006/relationships/slide" Target="/ppt/slides/slide36.xml" Id="R9b6c49dbd797498b" /><Relationship Type="http://schemas.openxmlformats.org/officeDocument/2006/relationships/slide" Target="/ppt/slides/slide37.xml" Id="R12481698b8064a9e" /><Relationship Type="http://schemas.openxmlformats.org/officeDocument/2006/relationships/slide" Target="/ppt/slides/slide38.xml" Id="R1f824e9e0cc94182" /><Relationship Type="http://schemas.openxmlformats.org/officeDocument/2006/relationships/slide" Target="/ppt/slides/slide39.xml" Id="R3615520ae72c4de3" /><Relationship Type="http://schemas.openxmlformats.org/officeDocument/2006/relationships/slide" Target="/ppt/slides/slide40.xml" Id="R774a2b4d9dc349b6" /><Relationship Type="http://schemas.openxmlformats.org/officeDocument/2006/relationships/slide" Target="/ppt/slides/slide41.xml" Id="Rc6f6e8c970434486" /><Relationship Type="http://schemas.openxmlformats.org/officeDocument/2006/relationships/slide" Target="/ppt/slides/slide42.xml" Id="R4f372adcff7d44d4" /><Relationship Type="http://schemas.openxmlformats.org/officeDocument/2006/relationships/slide" Target="/ppt/slides/slide43.xml" Id="Rbaaed97c134a4ece" /><Relationship Type="http://schemas.openxmlformats.org/officeDocument/2006/relationships/slide" Target="/ppt/slides/slide44.xml" Id="R575f6034a4f04208" /><Relationship Type="http://schemas.openxmlformats.org/officeDocument/2006/relationships/slide" Target="/ppt/slides/slide45.xml" Id="R975a7b7684db46f6" /><Relationship Type="http://schemas.openxmlformats.org/officeDocument/2006/relationships/slide" Target="/ppt/slides/slide46.xml" Id="R9f7fc99f3f2d4bfb" /><Relationship Type="http://schemas.openxmlformats.org/officeDocument/2006/relationships/slide" Target="/ppt/slides/slide47.xml" Id="R7d98b75f26434e5c" /><Relationship Type="http://schemas.openxmlformats.org/officeDocument/2006/relationships/slide" Target="/ppt/slides/slide48.xml" Id="Ra62334fd2e2f41cc" /><Relationship Type="http://schemas.openxmlformats.org/officeDocument/2006/relationships/slide" Target="/ppt/slides/slide49.xml" Id="Rcc189201e8a14c00" /><Relationship Type="http://schemas.openxmlformats.org/officeDocument/2006/relationships/slide" Target="/ppt/slides/slide50.xml" Id="R9728c518c8d248be" /><Relationship Type="http://schemas.openxmlformats.org/officeDocument/2006/relationships/slide" Target="/ppt/slides/slide51.xml" Id="R46a6d95149264ea0" /><Relationship Type="http://schemas.openxmlformats.org/officeDocument/2006/relationships/slide" Target="/ppt/slides/slide52.xml" Id="R71c3bcfe60314dcb" /><Relationship Type="http://schemas.openxmlformats.org/officeDocument/2006/relationships/slide" Target="/ppt/slides/slide53.xml" Id="R96b2f10c046a4c34" /><Relationship Type="http://schemas.openxmlformats.org/officeDocument/2006/relationships/slide" Target="/ppt/slides/slide54.xml" Id="R52bc10e2f8fa4dd2" /><Relationship Type="http://schemas.openxmlformats.org/officeDocument/2006/relationships/slide" Target="/ppt/slides/slide55.xml" Id="Rc5ec4feb2ca14b1c" /><Relationship Type="http://schemas.openxmlformats.org/officeDocument/2006/relationships/slide" Target="/ppt/slides/slide56.xml" Id="Ra68a44d9051549db" /><Relationship Type="http://schemas.openxmlformats.org/officeDocument/2006/relationships/slide" Target="/ppt/slides/slide57.xml" Id="Rd9f59f2db8ce46cd" /><Relationship Type="http://schemas.openxmlformats.org/officeDocument/2006/relationships/slide" Target="/ppt/slides/slide58.xml" Id="R2d8033e284c14e47" /><Relationship Type="http://schemas.openxmlformats.org/officeDocument/2006/relationships/slide" Target="/ppt/slides/slide59.xml" Id="Rb3236e4eaf764409" /><Relationship Type="http://schemas.openxmlformats.org/officeDocument/2006/relationships/slide" Target="/ppt/slides/slide60.xml" Id="Rc0c625422adf4ed2" /><Relationship Type="http://schemas.openxmlformats.org/officeDocument/2006/relationships/slide" Target="/ppt/slides/slide61.xml" Id="R243c6973492c4d4e" /><Relationship Type="http://schemas.openxmlformats.org/officeDocument/2006/relationships/slide" Target="/ppt/slides/slide62.xml" Id="R94463f7c47fa42fa" /><Relationship Type="http://schemas.openxmlformats.org/officeDocument/2006/relationships/slide" Target="/ppt/slides/slide63.xml" Id="Rd19a10f426ee450a" /><Relationship Type="http://schemas.openxmlformats.org/officeDocument/2006/relationships/slide" Target="/ppt/slides/slide64.xml" Id="Rc545c577c06e425c" /><Relationship Type="http://schemas.openxmlformats.org/officeDocument/2006/relationships/slide" Target="/ppt/slides/slide65.xml" Id="R9de5a2f796ed439c" /><Relationship Type="http://schemas.openxmlformats.org/officeDocument/2006/relationships/slide" Target="/ppt/slides/slide66.xml" Id="R5d26e59116fc4efc" /><Relationship Type="http://schemas.openxmlformats.org/officeDocument/2006/relationships/slide" Target="/ppt/slides/slide67.xml" Id="Rcbfc19372421477a" /><Relationship Type="http://schemas.openxmlformats.org/officeDocument/2006/relationships/slide" Target="/ppt/slides/slide68.xml" Id="Rfd504c9cee5c417f" /><Relationship Type="http://schemas.openxmlformats.org/officeDocument/2006/relationships/slide" Target="/ppt/slides/slide69.xml" Id="R63f3767073d943d3" /><Relationship Type="http://schemas.openxmlformats.org/officeDocument/2006/relationships/slide" Target="/ppt/slides/slide70.xml" Id="Rf8aa715cbed2481c" /><Relationship Type="http://schemas.openxmlformats.org/officeDocument/2006/relationships/slide" Target="/ppt/slides/slide71.xml" Id="R3da300421fea48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fb269995bb4f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d33b3cfcaf41e5" /><Relationship Type="http://schemas.openxmlformats.org/officeDocument/2006/relationships/notesMaster" Target="/ppt/notesMasters/notesMaster1.xml" Id="R7db25f34b02c4a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68fa3c6aaa46ac" /><Relationship Type="http://schemas.openxmlformats.org/officeDocument/2006/relationships/notesMaster" Target="/ppt/notesMasters/notesMaster1.xml" Id="Rce9c667abaf248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e912c81b9f4c19" /><Relationship Type="http://schemas.openxmlformats.org/officeDocument/2006/relationships/notesMaster" Target="/ppt/notesMasters/notesMaster1.xml" Id="Raafe74e3b3044c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6f6d70cdf84f53" /><Relationship Type="http://schemas.openxmlformats.org/officeDocument/2006/relationships/notesMaster" Target="/ppt/notesMasters/notesMaster1.xml" Id="Ra167a42b992944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3c90581aa14ea0" /><Relationship Type="http://schemas.openxmlformats.org/officeDocument/2006/relationships/notesMaster" Target="/ppt/notesMasters/notesMaster1.xml" Id="R1438224a52e04d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1bf28dbe17495a" /><Relationship Type="http://schemas.openxmlformats.org/officeDocument/2006/relationships/notesMaster" Target="/ppt/notesMasters/notesMaster1.xml" Id="Rfe4bb6b6f2f84d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6df0fbcf1e4884" /><Relationship Type="http://schemas.openxmlformats.org/officeDocument/2006/relationships/notesMaster" Target="/ppt/notesMasters/notesMaster1.xml" Id="R2e94f316cba546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4007f51ba840ac" /><Relationship Type="http://schemas.openxmlformats.org/officeDocument/2006/relationships/notesMaster" Target="/ppt/notesMasters/notesMaster1.xml" Id="R7cef643789e942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beefd0a09e4d15" /><Relationship Type="http://schemas.openxmlformats.org/officeDocument/2006/relationships/notesMaster" Target="/ppt/notesMasters/notesMaster1.xml" Id="R7f51011ccd9a44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59e47a65ea40be" /><Relationship Type="http://schemas.openxmlformats.org/officeDocument/2006/relationships/notesMaster" Target="/ppt/notesMasters/notesMaster1.xml" Id="R1a3140293f9e449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2885bac94a45c8" /><Relationship Type="http://schemas.openxmlformats.org/officeDocument/2006/relationships/notesMaster" Target="/ppt/notesMasters/notesMaster1.xml" Id="Rd7302ddb69f74f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d1c9d5982234579" /><Relationship Type="http://schemas.openxmlformats.org/officeDocument/2006/relationships/notesMaster" Target="/ppt/notesMasters/notesMaster1.xml" Id="R91e49c310c9c481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6710acc71b6471a" /><Relationship Type="http://schemas.openxmlformats.org/officeDocument/2006/relationships/notesMaster" Target="/ppt/notesMasters/notesMaster1.xml" Id="R3452fcad154949b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4f9d525f1d40d6" /><Relationship Type="http://schemas.openxmlformats.org/officeDocument/2006/relationships/notesMaster" Target="/ppt/notesMasters/notesMaster1.xml" Id="R8074107eeaa745a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1335edd45554223" /><Relationship Type="http://schemas.openxmlformats.org/officeDocument/2006/relationships/notesMaster" Target="/ppt/notesMasters/notesMaster1.xml" Id="Rbc8e72cf530542f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e98c753b4f14bca" /><Relationship Type="http://schemas.openxmlformats.org/officeDocument/2006/relationships/notesMaster" Target="/ppt/notesMasters/notesMaster1.xml" Id="Rdb97cfa61a234c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e4a0f541794a68" /><Relationship Type="http://schemas.openxmlformats.org/officeDocument/2006/relationships/notesMaster" Target="/ppt/notesMasters/notesMaster1.xml" Id="R3893e9795a2b4c4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bd98a0cd28c4010" /><Relationship Type="http://schemas.openxmlformats.org/officeDocument/2006/relationships/notesMaster" Target="/ppt/notesMasters/notesMaster1.xml" Id="R520eff00c4e6410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f253b53f3eb4f69" /><Relationship Type="http://schemas.openxmlformats.org/officeDocument/2006/relationships/notesMaster" Target="/ppt/notesMasters/notesMaster1.xml" Id="Rac086c3473e0493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ff7fddf8e7d40ee" /><Relationship Type="http://schemas.openxmlformats.org/officeDocument/2006/relationships/notesMaster" Target="/ppt/notesMasters/notesMaster1.xml" Id="Rba660f1b6b1249d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d247c0004e44b68" /><Relationship Type="http://schemas.openxmlformats.org/officeDocument/2006/relationships/notesMaster" Target="/ppt/notesMasters/notesMaster1.xml" Id="R36948391df4f4ee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095feed5f334dc4" /><Relationship Type="http://schemas.openxmlformats.org/officeDocument/2006/relationships/notesMaster" Target="/ppt/notesMasters/notesMaster1.xml" Id="Rba9ea35fe0fd4ec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653bb5999b4447b" /><Relationship Type="http://schemas.openxmlformats.org/officeDocument/2006/relationships/notesMaster" Target="/ppt/notesMasters/notesMaster1.xml" Id="R81aa1cab3805462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d4b4d60903c48a6" /><Relationship Type="http://schemas.openxmlformats.org/officeDocument/2006/relationships/notesMaster" Target="/ppt/notesMasters/notesMaster1.xml" Id="R93d4a000c05f4e5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7bbb5167dfe4aeb" /><Relationship Type="http://schemas.openxmlformats.org/officeDocument/2006/relationships/notesMaster" Target="/ppt/notesMasters/notesMaster1.xml" Id="R52bd12405aa249f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dd6e09e13d34be0" /><Relationship Type="http://schemas.openxmlformats.org/officeDocument/2006/relationships/notesMaster" Target="/ppt/notesMasters/notesMaster1.xml" Id="R6323af91e318492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c90ffd921cf4e7a" /><Relationship Type="http://schemas.openxmlformats.org/officeDocument/2006/relationships/notesMaster" Target="/ppt/notesMasters/notesMaster1.xml" Id="R2e3e5e13d8254a1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afef99465b842a1" /><Relationship Type="http://schemas.openxmlformats.org/officeDocument/2006/relationships/notesMaster" Target="/ppt/notesMasters/notesMaster1.xml" Id="Race03dc6a55641e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0f295762f0b4208" /><Relationship Type="http://schemas.openxmlformats.org/officeDocument/2006/relationships/notesMaster" Target="/ppt/notesMasters/notesMaster1.xml" Id="R2106f21d4ffd48e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b37a27e1a354459" /><Relationship Type="http://schemas.openxmlformats.org/officeDocument/2006/relationships/notesMaster" Target="/ppt/notesMasters/notesMaster1.xml" Id="R92f0e982310847f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b4f92c660994410" /><Relationship Type="http://schemas.openxmlformats.org/officeDocument/2006/relationships/notesMaster" Target="/ppt/notesMasters/notesMaster1.xml" Id="R6dce6b69926e4cd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d2816d542844d87" /><Relationship Type="http://schemas.openxmlformats.org/officeDocument/2006/relationships/notesMaster" Target="/ppt/notesMasters/notesMaster1.xml" Id="R2b4187c3f31e4bf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3a820483ca94351" /><Relationship Type="http://schemas.openxmlformats.org/officeDocument/2006/relationships/notesMaster" Target="/ppt/notesMasters/notesMaster1.xml" Id="R0774cb130670406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7886de7827e45c8" /><Relationship Type="http://schemas.openxmlformats.org/officeDocument/2006/relationships/notesMaster" Target="/ppt/notesMasters/notesMaster1.xml" Id="Ra924aa8da77842d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5d689721c764804" /><Relationship Type="http://schemas.openxmlformats.org/officeDocument/2006/relationships/notesMaster" Target="/ppt/notesMasters/notesMaster1.xml" Id="Rc406925eb384417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95807ae653e4cca" /><Relationship Type="http://schemas.openxmlformats.org/officeDocument/2006/relationships/notesMaster" Target="/ppt/notesMasters/notesMaster1.xml" Id="R5efe9ccc216d4ae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9b049493d534f98" /><Relationship Type="http://schemas.openxmlformats.org/officeDocument/2006/relationships/notesMaster" Target="/ppt/notesMasters/notesMaster1.xml" Id="R58d4720e64de4e3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9d1a1fd41b94e41" /><Relationship Type="http://schemas.openxmlformats.org/officeDocument/2006/relationships/notesMaster" Target="/ppt/notesMasters/notesMaster1.xml" Id="Rfd0440e046b9405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86df358e1ea45a9" /><Relationship Type="http://schemas.openxmlformats.org/officeDocument/2006/relationships/notesMaster" Target="/ppt/notesMasters/notesMaster1.xml" Id="Re672c07406db496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dd145a71d5e4e6f" /><Relationship Type="http://schemas.openxmlformats.org/officeDocument/2006/relationships/notesMaster" Target="/ppt/notesMasters/notesMaster1.xml" Id="R74e59222207a449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1fa2b13f4134c7e" /><Relationship Type="http://schemas.openxmlformats.org/officeDocument/2006/relationships/notesMaster" Target="/ppt/notesMasters/notesMaster1.xml" Id="R9e5d911e3c79407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a4a04f25a0d4e74" /><Relationship Type="http://schemas.openxmlformats.org/officeDocument/2006/relationships/notesMaster" Target="/ppt/notesMasters/notesMaster1.xml" Id="Ref3eff8c6c44460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1c8257388054018" /><Relationship Type="http://schemas.openxmlformats.org/officeDocument/2006/relationships/notesMaster" Target="/ppt/notesMasters/notesMaster1.xml" Id="R4de7b08bde0541d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0e67ecd8ae21405e" /><Relationship Type="http://schemas.openxmlformats.org/officeDocument/2006/relationships/notesMaster" Target="/ppt/notesMasters/notesMaster1.xml" Id="Rafdb0cccc72c498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337a59aa1bb24605" /><Relationship Type="http://schemas.openxmlformats.org/officeDocument/2006/relationships/notesMaster" Target="/ppt/notesMasters/notesMaster1.xml" Id="Rf5cb5f18432b49c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e4939af7f5a4c62" /><Relationship Type="http://schemas.openxmlformats.org/officeDocument/2006/relationships/notesMaster" Target="/ppt/notesMasters/notesMaster1.xml" Id="Rbba6533b45ec448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688599df5c54870" /><Relationship Type="http://schemas.openxmlformats.org/officeDocument/2006/relationships/notesMaster" Target="/ppt/notesMasters/notesMaster1.xml" Id="Rbcbaed12e4c44dc0"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0858e35bd294bb9" /><Relationship Type="http://schemas.openxmlformats.org/officeDocument/2006/relationships/notesMaster" Target="/ppt/notesMasters/notesMaster1.xml" Id="Ra97dfadc6cfb43e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7b3f5b356914f28" /><Relationship Type="http://schemas.openxmlformats.org/officeDocument/2006/relationships/notesMaster" Target="/ppt/notesMasters/notesMaster1.xml" Id="Rcc2251084b5743c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4efd78180434c99" /><Relationship Type="http://schemas.openxmlformats.org/officeDocument/2006/relationships/notesMaster" Target="/ppt/notesMasters/notesMaster1.xml" Id="R0e424ff5f2674d1d"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6cc4d1a2d6d439f" /><Relationship Type="http://schemas.openxmlformats.org/officeDocument/2006/relationships/notesMaster" Target="/ppt/notesMasters/notesMaster1.xml" Id="R362e7b29a266452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9503640b96248de" /><Relationship Type="http://schemas.openxmlformats.org/officeDocument/2006/relationships/notesMaster" Target="/ppt/notesMasters/notesMaster1.xml" Id="R01cfb46f7c4549a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77a42960b5a49ae" /><Relationship Type="http://schemas.openxmlformats.org/officeDocument/2006/relationships/notesMaster" Target="/ppt/notesMasters/notesMaster1.xml" Id="Rf190cc67a4fa4d0b"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b836a45ccc074b75" /><Relationship Type="http://schemas.openxmlformats.org/officeDocument/2006/relationships/notesMaster" Target="/ppt/notesMasters/notesMaster1.xml" Id="R425061e37dcc409d"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d6c5ec17ad024985" /><Relationship Type="http://schemas.openxmlformats.org/officeDocument/2006/relationships/notesMaster" Target="/ppt/notesMasters/notesMaster1.xml" Id="R928578ed8b8a455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bceafb46c764bf9" /><Relationship Type="http://schemas.openxmlformats.org/officeDocument/2006/relationships/notesMaster" Target="/ppt/notesMasters/notesMaster1.xml" Id="Rd5170a40662e4e2b"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7331747b6f0d4251" /><Relationship Type="http://schemas.openxmlformats.org/officeDocument/2006/relationships/notesMaster" Target="/ppt/notesMasters/notesMaster1.xml" Id="R1440342625dc406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f1e47dd2cac74e25" /><Relationship Type="http://schemas.openxmlformats.org/officeDocument/2006/relationships/notesMaster" Target="/ppt/notesMasters/notesMaster1.xml" Id="R7e212e9f0b6b43a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bd2282d0752c42ee" /><Relationship Type="http://schemas.openxmlformats.org/officeDocument/2006/relationships/notesMaster" Target="/ppt/notesMasters/notesMaster1.xml" Id="Rd932e4acb22245bc"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46a3c04fc62451a" /><Relationship Type="http://schemas.openxmlformats.org/officeDocument/2006/relationships/notesMaster" Target="/ppt/notesMasters/notesMaster1.xml" Id="R9398e6c8022247c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4ddc19dea20a49f9" /><Relationship Type="http://schemas.openxmlformats.org/officeDocument/2006/relationships/notesMaster" Target="/ppt/notesMasters/notesMaster1.xml" Id="Rfaa3301fb84b495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4f4eea66ba664d7b" /><Relationship Type="http://schemas.openxmlformats.org/officeDocument/2006/relationships/notesMaster" Target="/ppt/notesMasters/notesMaster1.xml" Id="Rc966dfceed8a490d"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4c1855bbf654000" /><Relationship Type="http://schemas.openxmlformats.org/officeDocument/2006/relationships/notesMaster" Target="/ppt/notesMasters/notesMaster1.xml" Id="Re43557103c934c61"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ee5abbac0c3a4175" /><Relationship Type="http://schemas.openxmlformats.org/officeDocument/2006/relationships/notesMaster" Target="/ppt/notesMasters/notesMaster1.xml" Id="Rf56dd0436ad547d4"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7eb9873b6dad4e17" /><Relationship Type="http://schemas.openxmlformats.org/officeDocument/2006/relationships/notesMaster" Target="/ppt/notesMasters/notesMaster1.xml" Id="R1d3ffd2e94bc47ec"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98a0bdcc3b8f493b" /><Relationship Type="http://schemas.openxmlformats.org/officeDocument/2006/relationships/notesMaster" Target="/ppt/notesMasters/notesMaster1.xml" Id="Rd3718f180eb74ca1"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3d833dc423414658" /><Relationship Type="http://schemas.openxmlformats.org/officeDocument/2006/relationships/notesMaster" Target="/ppt/notesMasters/notesMaster1.xml" Id="R077452ecc519430e"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bd440ac10eda48e8" /><Relationship Type="http://schemas.openxmlformats.org/officeDocument/2006/relationships/notesMaster" Target="/ppt/notesMasters/notesMaster1.xml" Id="R15147a7a38434c08"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d4d8780c259f4df6" /><Relationship Type="http://schemas.openxmlformats.org/officeDocument/2006/relationships/notesMaster" Target="/ppt/notesMasters/notesMaster1.xml" Id="R64966a1a6a1a4306"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bf47b962e4f646e5" /><Relationship Type="http://schemas.openxmlformats.org/officeDocument/2006/relationships/notesMaster" Target="/ppt/notesMasters/notesMaster1.xml" Id="R1c799f4faa944714"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fda015c713594000" /><Relationship Type="http://schemas.openxmlformats.org/officeDocument/2006/relationships/notesMaster" Target="/ppt/notesMasters/notesMaster1.xml" Id="R865f0d3033ea43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dense-layer computation.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dense-layer matrix multiplication.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convolutional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https://miro.medium.com/v2/resize:fit:1100/format:webp/1*AeKfV2uAPeMg9j8HhQZk2w.png</a:t>
            </a:r>
          </a:p>
          <a:p xmlns:a="http://schemas.openxmlformats.org/drawingml/2006/main">
            <a:pPr>
              <a:buNone/>
            </a:pPr>
            <a:r>
              <a:t>Educational synthesis based on standard recurrent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RNN, LSTM, and GRU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https://miro.medium.com/v2/resize:fit:1100/format:webp/1*H_heJCepouMYEqd8IwF0mQ.png</a:t>
            </a:r>
          </a:p>
          <a:p xmlns:a="http://schemas.openxmlformats.org/drawingml/2006/main">
            <a:pPr>
              <a:buNone/>
            </a:pPr>
            <a:r>
              <a:t>Educational synthesis based on standard encoder-decoder sequence-to-sequence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sequence-to-sequence attention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7cf0bde33a04662" /><Relationship Type="http://schemas.openxmlformats.org/officeDocument/2006/relationships/image" Target="/ppt/media/image.png" Id="R6c3caca7beb946e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9fcddf613143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a2e3d02dc1e410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b8bfef6a8a403b" /><Relationship Type="http://schemas.openxmlformats.org/officeDocument/2006/relationships/image" Target="/ppt/media/image.png" Id="Ra432eca3eced45a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11100002cf4410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ef3a4613ec401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3d16ad62bd8412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e5219d483504957" /><Relationship Type="http://schemas.openxmlformats.org/officeDocument/2006/relationships/image" Target="/ppt/media/image.png" Id="R63f9dad549b8439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7a808a819f54a2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9cfbec64a954a9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732508553e949cd"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a66ff99154f14b8e"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836235950" name=""/>
          <p:cNvPicPr>
            <a:picLocks xmlns:a="http://schemas.openxmlformats.org/drawingml/2006/main" noChangeAspect="1"/>
          </p:cNvPicPr>
          <p:nvPr/>
        </p:nvPicPr>
        <p:blipFill rotWithShape="1">
          <a:blip xmlns:r="http://schemas.openxmlformats.org/officeDocument/2006/relationships" xmlns:a="http://schemas.openxmlformats.org/drawingml/2006/main" r:embed="R6c3caca7beb946eb">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1491780456" name="">
            <a:extLst xmlns:a="http://schemas.openxmlformats.org/drawingml/2006/main">
              <a:ext uri="{FF2B5EF4-FFF2-40B4-BE49-F238E27FC236}">
                <a16:creationId xmlns:a16="http://schemas.microsoft.com/office/drawing/2014/main" id="{2B8E8238-7188-45AD-8374-171E7AB6E005}"/>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2994406" name="Title 1">
            <a:extLst xmlns:a="http://schemas.openxmlformats.org/drawingml/2006/main">
              <a:ext uri="{FF2B5EF4-FFF2-40B4-BE49-F238E27FC236}">
                <a16:creationId xmlns:a16="http://schemas.microsoft.com/office/drawing/2014/main" id="{ECA6B4B4-32ED-42A5-B7BF-25A6ED5AFFF7}"/>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652705375" name="Subtitle 2">
            <a:extLst xmlns:a="http://schemas.openxmlformats.org/drawingml/2006/main">
              <a:ext uri="{FF2B5EF4-FFF2-40B4-BE49-F238E27FC236}">
                <a16:creationId xmlns:a16="http://schemas.microsoft.com/office/drawing/2014/main" id="{C0802CEF-2D27-4653-9D6D-E2F2AEA96B46}"/>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836235948" name="Date Placeholder 3">
            <a:extLst xmlns:a="http://schemas.openxmlformats.org/drawingml/2006/main">
              <a:ext uri="{FF2B5EF4-FFF2-40B4-BE49-F238E27FC236}">
                <a16:creationId xmlns:a16="http://schemas.microsoft.com/office/drawing/2014/main" id="{5262F61B-76DB-4246-88EA-D1763C8F828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69194230" name="Footer Placeholder 4">
            <a:extLst xmlns:a="http://schemas.openxmlformats.org/drawingml/2006/main">
              <a:ext uri="{FF2B5EF4-FFF2-40B4-BE49-F238E27FC236}">
                <a16:creationId xmlns:a16="http://schemas.microsoft.com/office/drawing/2014/main" id="{520922C4-3C79-49FC-9763-70464B0D0B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83887946" name="Slide Number Placeholder 5">
            <a:extLst xmlns:a="http://schemas.openxmlformats.org/drawingml/2006/main">
              <a:ext uri="{FF2B5EF4-FFF2-40B4-BE49-F238E27FC236}">
                <a16:creationId xmlns:a16="http://schemas.microsoft.com/office/drawing/2014/main" id="{CDC45A82-ACAC-4984-BD7C-2AD94024B63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68035220" name="Rectangle 640957806">
            <a:extLst xmlns:a="http://schemas.openxmlformats.org/drawingml/2006/main">
              <a:ext uri="{FF2B5EF4-FFF2-40B4-BE49-F238E27FC236}">
                <a16:creationId xmlns:a16="http://schemas.microsoft.com/office/drawing/2014/main" id="{885B735A-17B1-47CE-8461-DF49FEEF8AAF}"/>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642383236" name="Title 1">
            <a:extLst xmlns:a="http://schemas.openxmlformats.org/drawingml/2006/main">
              <a:ext uri="{FF2B5EF4-FFF2-40B4-BE49-F238E27FC236}">
                <a16:creationId xmlns:a16="http://schemas.microsoft.com/office/drawing/2014/main" id="{2838BF62-ADF6-4906-AD65-679A2A0D596A}"/>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658446872" name="Content Placeholder 2">
            <a:extLst xmlns:a="http://schemas.openxmlformats.org/drawingml/2006/main">
              <a:ext uri="{FF2B5EF4-FFF2-40B4-BE49-F238E27FC236}">
                <a16:creationId xmlns:a16="http://schemas.microsoft.com/office/drawing/2014/main" id="{84D8866F-1AEC-46AB-9267-EBA33B267F46}"/>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71087717" name="Date Placeholder 3">
            <a:extLst xmlns:a="http://schemas.openxmlformats.org/drawingml/2006/main">
              <a:ext uri="{FF2B5EF4-FFF2-40B4-BE49-F238E27FC236}">
                <a16:creationId xmlns:a16="http://schemas.microsoft.com/office/drawing/2014/main" id="{73E7DB05-B31A-42FD-9243-9DBED70CE3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845868505" name="Footer Placeholder 4">
            <a:extLst xmlns:a="http://schemas.openxmlformats.org/drawingml/2006/main">
              <a:ext uri="{FF2B5EF4-FFF2-40B4-BE49-F238E27FC236}">
                <a16:creationId xmlns:a16="http://schemas.microsoft.com/office/drawing/2014/main" id="{9FC93A7B-4361-4DF1-AD36-635BE8206E3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29116278" name="Slide Number Placeholder 5">
            <a:extLst xmlns:a="http://schemas.openxmlformats.org/drawingml/2006/main">
              <a:ext uri="{FF2B5EF4-FFF2-40B4-BE49-F238E27FC236}">
                <a16:creationId xmlns:a16="http://schemas.microsoft.com/office/drawing/2014/main" id="{D73D5FD7-399D-4886-9BA8-592BF422DB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958387382" name="Rectangle 640957806">
            <a:extLst xmlns:a="http://schemas.openxmlformats.org/drawingml/2006/main">
              <a:ext uri="{FF2B5EF4-FFF2-40B4-BE49-F238E27FC236}">
                <a16:creationId xmlns:a16="http://schemas.microsoft.com/office/drawing/2014/main" id="{32A9AE00-4132-4C37-97AA-795C68F0DAAC}"/>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457814691" name="Title 1">
            <a:extLst xmlns:a="http://schemas.openxmlformats.org/drawingml/2006/main">
              <a:ext uri="{FF2B5EF4-FFF2-40B4-BE49-F238E27FC236}">
                <a16:creationId xmlns:a16="http://schemas.microsoft.com/office/drawing/2014/main" id="{F5F23967-CF35-4ACD-83BE-0474B380A5B2}"/>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1067746373" name="Content Placeholder 2">
            <a:extLst xmlns:a="http://schemas.openxmlformats.org/drawingml/2006/main">
              <a:ext uri="{FF2B5EF4-FFF2-40B4-BE49-F238E27FC236}">
                <a16:creationId xmlns:a16="http://schemas.microsoft.com/office/drawing/2014/main" id="{43721A37-4F51-44F2-8C21-F0293BB4EE87}"/>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19494017" name="Date Placeholder 3">
            <a:extLst xmlns:a="http://schemas.openxmlformats.org/drawingml/2006/main">
              <a:ext uri="{FF2B5EF4-FFF2-40B4-BE49-F238E27FC236}">
                <a16:creationId xmlns:a16="http://schemas.microsoft.com/office/drawing/2014/main" id="{3B4D0317-464D-45EC-9535-160EBD17F72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695082856" name="Footer Placeholder 4">
            <a:extLst xmlns:a="http://schemas.openxmlformats.org/drawingml/2006/main">
              <a:ext uri="{FF2B5EF4-FFF2-40B4-BE49-F238E27FC236}">
                <a16:creationId xmlns:a16="http://schemas.microsoft.com/office/drawing/2014/main" id="{95A8E5D3-3587-4949-812F-FD1F418507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07619612" name="Slide Number Placeholder 5">
            <a:extLst xmlns:a="http://schemas.openxmlformats.org/drawingml/2006/main">
              <a:ext uri="{FF2B5EF4-FFF2-40B4-BE49-F238E27FC236}">
                <a16:creationId xmlns:a16="http://schemas.microsoft.com/office/drawing/2014/main" id="{8D103C1D-7695-449A-9DB5-23B2B98E56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391433583" name="Rectangle 640957806">
            <a:extLst xmlns:a="http://schemas.openxmlformats.org/drawingml/2006/main">
              <a:ext uri="{FF2B5EF4-FFF2-40B4-BE49-F238E27FC236}">
                <a16:creationId xmlns:a16="http://schemas.microsoft.com/office/drawing/2014/main" id="{F7523584-2877-468B-B9EF-60F0A24B9199}"/>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017961741" name=""/>
          <p:cNvPicPr>
            <a:picLocks xmlns:a="http://schemas.openxmlformats.org/drawingml/2006/main" noChangeAspect="1"/>
          </p:cNvPicPr>
          <p:nvPr/>
        </p:nvPicPr>
        <p:blipFill rotWithShape="1">
          <a:blip xmlns:r="http://schemas.openxmlformats.org/officeDocument/2006/relationships" xmlns:a="http://schemas.openxmlformats.org/drawingml/2006/main" r:embed="Ra432eca3eced45a7">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1249075125" name="Title 1">
            <a:extLst xmlns:a="http://schemas.openxmlformats.org/drawingml/2006/main">
              <a:ext uri="{FF2B5EF4-FFF2-40B4-BE49-F238E27FC236}">
                <a16:creationId xmlns:a16="http://schemas.microsoft.com/office/drawing/2014/main" id="{1B8E7003-35FE-4FF0-A7EE-DAFB5E2A37D4}"/>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742498160" name="Text Placeholder 2">
            <a:extLst xmlns:a="http://schemas.openxmlformats.org/drawingml/2006/main">
              <a:ext uri="{FF2B5EF4-FFF2-40B4-BE49-F238E27FC236}">
                <a16:creationId xmlns:a16="http://schemas.microsoft.com/office/drawing/2014/main" id="{722C05CF-E0BE-4C53-8DA1-9BFFA5A6D07A}"/>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017961739" name="Date Placeholder 3">
            <a:extLst xmlns:a="http://schemas.openxmlformats.org/drawingml/2006/main">
              <a:ext uri="{FF2B5EF4-FFF2-40B4-BE49-F238E27FC236}">
                <a16:creationId xmlns:a16="http://schemas.microsoft.com/office/drawing/2014/main" id="{ACA20EE6-D154-4942-87B9-5809543C9EB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308668247" name="Footer Placeholder 4">
            <a:extLst xmlns:a="http://schemas.openxmlformats.org/drawingml/2006/main">
              <a:ext uri="{FF2B5EF4-FFF2-40B4-BE49-F238E27FC236}">
                <a16:creationId xmlns:a16="http://schemas.microsoft.com/office/drawing/2014/main" id="{E4E6653D-9C5E-4BA8-9CE0-CB858FCC19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81234325" name="Slide Number Placeholder 5">
            <a:extLst xmlns:a="http://schemas.openxmlformats.org/drawingml/2006/main">
              <a:ext uri="{FF2B5EF4-FFF2-40B4-BE49-F238E27FC236}">
                <a16:creationId xmlns:a16="http://schemas.microsoft.com/office/drawing/2014/main" id="{6A3C0EA7-2AFB-4488-B2CB-D304FCAFE1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02213538" name="Rectangle 640957806">
            <a:extLst xmlns:a="http://schemas.openxmlformats.org/drawingml/2006/main">
              <a:ext uri="{FF2B5EF4-FFF2-40B4-BE49-F238E27FC236}">
                <a16:creationId xmlns:a16="http://schemas.microsoft.com/office/drawing/2014/main" id="{C81DA00A-C70F-4596-82A9-88379696EFB4}"/>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1783247032" name="Title 1">
            <a:extLst xmlns:a="http://schemas.openxmlformats.org/drawingml/2006/main">
              <a:ext uri="{FF2B5EF4-FFF2-40B4-BE49-F238E27FC236}">
                <a16:creationId xmlns:a16="http://schemas.microsoft.com/office/drawing/2014/main" id="{194F8071-4BE8-47AB-8FBC-36DD8CB4502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760936821" name="Content Placeholder 2">
            <a:extLst xmlns:a="http://schemas.openxmlformats.org/drawingml/2006/main">
              <a:ext uri="{FF2B5EF4-FFF2-40B4-BE49-F238E27FC236}">
                <a16:creationId xmlns:a16="http://schemas.microsoft.com/office/drawing/2014/main" id="{D6DCE3FF-9667-4178-A4A5-6865AEEEC3B7}"/>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09249437" name="Content Placeholder 3">
            <a:extLst xmlns:a="http://schemas.openxmlformats.org/drawingml/2006/main">
              <a:ext uri="{FF2B5EF4-FFF2-40B4-BE49-F238E27FC236}">
                <a16:creationId xmlns:a16="http://schemas.microsoft.com/office/drawing/2014/main" id="{B0FA9115-2F70-492A-8274-B5638BDB7BF6}"/>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03097362" name="Date Placeholder 4">
            <a:extLst xmlns:a="http://schemas.openxmlformats.org/drawingml/2006/main">
              <a:ext uri="{FF2B5EF4-FFF2-40B4-BE49-F238E27FC236}">
                <a16:creationId xmlns:a16="http://schemas.microsoft.com/office/drawing/2014/main" id="{7C2CA445-A63E-4DE2-AB66-0FFA70F22A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0562713" name="Footer Placeholder 5">
            <a:extLst xmlns:a="http://schemas.openxmlformats.org/drawingml/2006/main">
              <a:ext uri="{FF2B5EF4-FFF2-40B4-BE49-F238E27FC236}">
                <a16:creationId xmlns:a16="http://schemas.microsoft.com/office/drawing/2014/main" id="{8D22A6F0-335E-47B9-9249-087E7CFE040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07590954" name="Slide Number Placeholder 6">
            <a:extLst xmlns:a="http://schemas.openxmlformats.org/drawingml/2006/main">
              <a:ext uri="{FF2B5EF4-FFF2-40B4-BE49-F238E27FC236}">
                <a16:creationId xmlns:a16="http://schemas.microsoft.com/office/drawing/2014/main" id="{8EC183BD-5916-45C8-B8A1-12F4A5FB56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570551992" name="Rectangle 640957806">
            <a:extLst xmlns:a="http://schemas.openxmlformats.org/drawingml/2006/main">
              <a:ext uri="{FF2B5EF4-FFF2-40B4-BE49-F238E27FC236}">
                <a16:creationId xmlns:a16="http://schemas.microsoft.com/office/drawing/2014/main" id="{D6F0F570-F78A-49CA-BF6D-2157610A8E07}"/>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2137238749" name="Title 1">
            <a:extLst xmlns:a="http://schemas.openxmlformats.org/drawingml/2006/main">
              <a:ext uri="{FF2B5EF4-FFF2-40B4-BE49-F238E27FC236}">
                <a16:creationId xmlns:a16="http://schemas.microsoft.com/office/drawing/2014/main" id="{825B2409-65D4-4AA7-8318-A9A47A9AC6E9}"/>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557348470" name="Text Placeholder 2">
            <a:extLst xmlns:a="http://schemas.openxmlformats.org/drawingml/2006/main">
              <a:ext uri="{FF2B5EF4-FFF2-40B4-BE49-F238E27FC236}">
                <a16:creationId xmlns:a16="http://schemas.microsoft.com/office/drawing/2014/main" id="{59AA1210-091A-4D02-B0E5-07D06C068CAF}"/>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241853152" name="Content Placeholder 3">
            <a:extLst xmlns:a="http://schemas.openxmlformats.org/drawingml/2006/main">
              <a:ext uri="{FF2B5EF4-FFF2-40B4-BE49-F238E27FC236}">
                <a16:creationId xmlns:a16="http://schemas.microsoft.com/office/drawing/2014/main" id="{DE8567FB-D758-46FB-A276-28C976899EE5}"/>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145138411" name="Text Placeholder 4">
            <a:extLst xmlns:a="http://schemas.openxmlformats.org/drawingml/2006/main">
              <a:ext uri="{FF2B5EF4-FFF2-40B4-BE49-F238E27FC236}">
                <a16:creationId xmlns:a16="http://schemas.microsoft.com/office/drawing/2014/main" id="{4AF07908-23D5-4EDB-85C5-C57DD8DE29E9}"/>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021670720" name="Content Placeholder 5">
            <a:extLst xmlns:a="http://schemas.openxmlformats.org/drawingml/2006/main">
              <a:ext uri="{FF2B5EF4-FFF2-40B4-BE49-F238E27FC236}">
                <a16:creationId xmlns:a16="http://schemas.microsoft.com/office/drawing/2014/main" id="{1816084F-7D23-4545-B666-43F3430CEEC6}"/>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030531335" name="Date Placeholder 6">
            <a:extLst xmlns:a="http://schemas.openxmlformats.org/drawingml/2006/main">
              <a:ext uri="{FF2B5EF4-FFF2-40B4-BE49-F238E27FC236}">
                <a16:creationId xmlns:a16="http://schemas.microsoft.com/office/drawing/2014/main" id="{84FED875-E85F-4C64-A8A4-634E60AC912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35896805" name="Footer Placeholder 7">
            <a:extLst xmlns:a="http://schemas.openxmlformats.org/drawingml/2006/main">
              <a:ext uri="{FF2B5EF4-FFF2-40B4-BE49-F238E27FC236}">
                <a16:creationId xmlns:a16="http://schemas.microsoft.com/office/drawing/2014/main" id="{606F5A80-A971-4CCF-ACB5-E0125C22FD6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82397345" name="Slide Number Placeholder 8">
            <a:extLst xmlns:a="http://schemas.openxmlformats.org/drawingml/2006/main">
              <a:ext uri="{FF2B5EF4-FFF2-40B4-BE49-F238E27FC236}">
                <a16:creationId xmlns:a16="http://schemas.microsoft.com/office/drawing/2014/main" id="{8B83941A-7820-4260-900D-D42C2E657D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028919254" name="Rectangle 640957806">
            <a:extLst xmlns:a="http://schemas.openxmlformats.org/drawingml/2006/main">
              <a:ext uri="{FF2B5EF4-FFF2-40B4-BE49-F238E27FC236}">
                <a16:creationId xmlns:a16="http://schemas.microsoft.com/office/drawing/2014/main" id="{AD8CE0D0-2538-4CD7-9D6F-259D0DE9D52D}"/>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302102789" name="Title 1">
            <a:extLst xmlns:a="http://schemas.openxmlformats.org/drawingml/2006/main">
              <a:ext uri="{FF2B5EF4-FFF2-40B4-BE49-F238E27FC236}">
                <a16:creationId xmlns:a16="http://schemas.microsoft.com/office/drawing/2014/main" id="{B2D5944E-C2EA-47C5-8749-F95B957B23D8}"/>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026796454" name="Picture Placeholder 2">
            <a:extLst xmlns:a="http://schemas.openxmlformats.org/drawingml/2006/main">
              <a:ext uri="{FF2B5EF4-FFF2-40B4-BE49-F238E27FC236}">
                <a16:creationId xmlns:a16="http://schemas.microsoft.com/office/drawing/2014/main" id="{ABC578EE-0E05-41EC-88C3-D38F111BA088}"/>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679675005" name="Text Placeholder 3">
            <a:extLst xmlns:a="http://schemas.openxmlformats.org/drawingml/2006/main">
              <a:ext uri="{FF2B5EF4-FFF2-40B4-BE49-F238E27FC236}">
                <a16:creationId xmlns:a16="http://schemas.microsoft.com/office/drawing/2014/main" id="{BB325C63-8C8D-4E3A-97D9-5A70C97B5571}"/>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1419912922" name="Date Placeholder 4">
            <a:extLst xmlns:a="http://schemas.openxmlformats.org/drawingml/2006/main">
              <a:ext uri="{FF2B5EF4-FFF2-40B4-BE49-F238E27FC236}">
                <a16:creationId xmlns:a16="http://schemas.microsoft.com/office/drawing/2014/main" id="{A250A03E-9C6E-4E24-85F4-8F3E9DAD363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54642556" name="Footer Placeholder 5">
            <a:extLst xmlns:a="http://schemas.openxmlformats.org/drawingml/2006/main">
              <a:ext uri="{FF2B5EF4-FFF2-40B4-BE49-F238E27FC236}">
                <a16:creationId xmlns:a16="http://schemas.microsoft.com/office/drawing/2014/main" id="{FD223421-39F6-44A4-A19F-0D8ABA8BA5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6755788" name="Slide Number Placeholder 6">
            <a:extLst xmlns:a="http://schemas.openxmlformats.org/drawingml/2006/main">
              <a:ext uri="{FF2B5EF4-FFF2-40B4-BE49-F238E27FC236}">
                <a16:creationId xmlns:a16="http://schemas.microsoft.com/office/drawing/2014/main" id="{0D93A14F-2ACD-480A-82AE-0D65FF3D577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249870048" name="Rectangle 640957806">
            <a:extLst xmlns:a="http://schemas.openxmlformats.org/drawingml/2006/main">
              <a:ext uri="{FF2B5EF4-FFF2-40B4-BE49-F238E27FC236}">
                <a16:creationId xmlns:a16="http://schemas.microsoft.com/office/drawing/2014/main" id="{73232935-193B-4AB0-BB01-517E7F79032E}"/>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842850023" name=""/>
          <p:cNvPicPr>
            <a:picLocks xmlns:a="http://schemas.openxmlformats.org/drawingml/2006/main" noChangeAspect="1"/>
          </p:cNvPicPr>
          <p:nvPr/>
        </p:nvPicPr>
        <p:blipFill rotWithShape="1">
          <a:blip xmlns:r="http://schemas.openxmlformats.org/officeDocument/2006/relationships" xmlns:a="http://schemas.openxmlformats.org/drawingml/2006/main" r:embed="R63f9dad549b8439a">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732643051" name="Title 1">
            <a:extLst xmlns:a="http://schemas.openxmlformats.org/drawingml/2006/main">
              <a:ext uri="{FF2B5EF4-FFF2-40B4-BE49-F238E27FC236}">
                <a16:creationId xmlns:a16="http://schemas.microsoft.com/office/drawing/2014/main" id="{3873472F-DFFB-48DD-A1BB-3ACF020FBB1D}"/>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1842850021" name="Date Placeholder 2">
            <a:extLst xmlns:a="http://schemas.openxmlformats.org/drawingml/2006/main">
              <a:ext uri="{FF2B5EF4-FFF2-40B4-BE49-F238E27FC236}">
                <a16:creationId xmlns:a16="http://schemas.microsoft.com/office/drawing/2014/main" id="{8073875E-7919-4664-B4D4-557EDB427E1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499709617" name="Footer Placeholder 3">
            <a:extLst xmlns:a="http://schemas.openxmlformats.org/drawingml/2006/main">
              <a:ext uri="{FF2B5EF4-FFF2-40B4-BE49-F238E27FC236}">
                <a16:creationId xmlns:a16="http://schemas.microsoft.com/office/drawing/2014/main" id="{B9450937-C2BB-4E5B-AE52-B5AB2A3521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29742832" name="Slide Number Placeholder 4">
            <a:extLst xmlns:a="http://schemas.openxmlformats.org/drawingml/2006/main">
              <a:ext uri="{FF2B5EF4-FFF2-40B4-BE49-F238E27FC236}">
                <a16:creationId xmlns:a16="http://schemas.microsoft.com/office/drawing/2014/main" id="{0D5EDCA9-A8E4-479B-BB5E-3A5E0A60DF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335502507" name="Date Placeholder 1">
            <a:extLst xmlns:a="http://schemas.openxmlformats.org/drawingml/2006/main">
              <a:ext uri="{FF2B5EF4-FFF2-40B4-BE49-F238E27FC236}">
                <a16:creationId xmlns:a16="http://schemas.microsoft.com/office/drawing/2014/main" id="{AD32590F-04CB-4574-A286-B0D581EF7D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946046316" name="Footer Placeholder 2">
            <a:extLst xmlns:a="http://schemas.openxmlformats.org/drawingml/2006/main">
              <a:ext uri="{FF2B5EF4-FFF2-40B4-BE49-F238E27FC236}">
                <a16:creationId xmlns:a16="http://schemas.microsoft.com/office/drawing/2014/main" id="{C1BBD23F-953F-40AA-89AE-0E25C738A0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41927987" name="Slide Number Placeholder 3">
            <a:extLst xmlns:a="http://schemas.openxmlformats.org/drawingml/2006/main">
              <a:ext uri="{FF2B5EF4-FFF2-40B4-BE49-F238E27FC236}">
                <a16:creationId xmlns:a16="http://schemas.microsoft.com/office/drawing/2014/main" id="{9F9F4BCD-2A12-4B11-BDBB-690D2C26B8B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384383806" name="Title 1">
            <a:extLst xmlns:a="http://schemas.openxmlformats.org/drawingml/2006/main">
              <a:ext uri="{FF2B5EF4-FFF2-40B4-BE49-F238E27FC236}">
                <a16:creationId xmlns:a16="http://schemas.microsoft.com/office/drawing/2014/main" id="{CE369BDE-A825-4DD5-A913-35F2FECCEAB2}"/>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872715703" name="Content Placeholder 2">
            <a:extLst xmlns:a="http://schemas.openxmlformats.org/drawingml/2006/main">
              <a:ext uri="{FF2B5EF4-FFF2-40B4-BE49-F238E27FC236}">
                <a16:creationId xmlns:a16="http://schemas.microsoft.com/office/drawing/2014/main" id="{0183E39B-22A0-483F-917A-7D0AAA6B504D}"/>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80760511" name="Text Placeholder 3">
            <a:extLst xmlns:a="http://schemas.openxmlformats.org/drawingml/2006/main">
              <a:ext uri="{FF2B5EF4-FFF2-40B4-BE49-F238E27FC236}">
                <a16:creationId xmlns:a16="http://schemas.microsoft.com/office/drawing/2014/main" id="{9B149FC0-3B45-4758-80CC-44FA6183F0AB}"/>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92979996" name="Date Placeholder 4">
            <a:extLst xmlns:a="http://schemas.openxmlformats.org/drawingml/2006/main">
              <a:ext uri="{FF2B5EF4-FFF2-40B4-BE49-F238E27FC236}">
                <a16:creationId xmlns:a16="http://schemas.microsoft.com/office/drawing/2014/main" id="{6ED52DD9-6C80-486C-A484-9CDACEFD06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46219264" name="Footer Placeholder 5">
            <a:extLst xmlns:a="http://schemas.openxmlformats.org/drawingml/2006/main">
              <a:ext uri="{FF2B5EF4-FFF2-40B4-BE49-F238E27FC236}">
                <a16:creationId xmlns:a16="http://schemas.microsoft.com/office/drawing/2014/main" id="{BF667F5C-6CBE-4DC0-B3BE-CC7C8C5E89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33472322" name="Slide Number Placeholder 6">
            <a:extLst xmlns:a="http://schemas.openxmlformats.org/drawingml/2006/main">
              <a:ext uri="{FF2B5EF4-FFF2-40B4-BE49-F238E27FC236}">
                <a16:creationId xmlns:a16="http://schemas.microsoft.com/office/drawing/2014/main" id="{684E4CE4-01F2-4DC2-8B71-8C9FD92F5DC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401732165" name="Title 1">
            <a:extLst xmlns:a="http://schemas.openxmlformats.org/drawingml/2006/main">
              <a:ext uri="{FF2B5EF4-FFF2-40B4-BE49-F238E27FC236}">
                <a16:creationId xmlns:a16="http://schemas.microsoft.com/office/drawing/2014/main" id="{4DF11493-B63F-44B9-9FE6-905F4CABB8F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1035302589" name="Vertical Text Placeholder 2">
            <a:extLst xmlns:a="http://schemas.openxmlformats.org/drawingml/2006/main">
              <a:ext uri="{FF2B5EF4-FFF2-40B4-BE49-F238E27FC236}">
                <a16:creationId xmlns:a16="http://schemas.microsoft.com/office/drawing/2014/main" id="{FB1AEF50-5984-491C-9B75-954A91EA9AF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1748734" name="Date Placeholder 3">
            <a:extLst xmlns:a="http://schemas.openxmlformats.org/drawingml/2006/main">
              <a:ext uri="{FF2B5EF4-FFF2-40B4-BE49-F238E27FC236}">
                <a16:creationId xmlns:a16="http://schemas.microsoft.com/office/drawing/2014/main" id="{322167B2-E04E-450D-B4F9-73696F14B1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303265275" name="Footer Placeholder 4">
            <a:extLst xmlns:a="http://schemas.openxmlformats.org/drawingml/2006/main">
              <a:ext uri="{FF2B5EF4-FFF2-40B4-BE49-F238E27FC236}">
                <a16:creationId xmlns:a16="http://schemas.microsoft.com/office/drawing/2014/main" id="{3ABD53AA-8B52-48FD-A7B3-36D8A759E8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882255914" name="Slide Number Placeholder 5">
            <a:extLst xmlns:a="http://schemas.openxmlformats.org/drawingml/2006/main">
              <a:ext uri="{FF2B5EF4-FFF2-40B4-BE49-F238E27FC236}">
                <a16:creationId xmlns:a16="http://schemas.microsoft.com/office/drawing/2014/main" id="{E0035AF8-7867-43CA-BA62-36449B68CA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1264411000" name="Vertical Title 1">
            <a:extLst xmlns:a="http://schemas.openxmlformats.org/drawingml/2006/main">
              <a:ext uri="{FF2B5EF4-FFF2-40B4-BE49-F238E27FC236}">
                <a16:creationId xmlns:a16="http://schemas.microsoft.com/office/drawing/2014/main" id="{C2456E1A-4388-4EC1-A230-90F07993A1A9}"/>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733671387" name="Vertical Text Placeholder 2">
            <a:extLst xmlns:a="http://schemas.openxmlformats.org/drawingml/2006/main">
              <a:ext uri="{FF2B5EF4-FFF2-40B4-BE49-F238E27FC236}">
                <a16:creationId xmlns:a16="http://schemas.microsoft.com/office/drawing/2014/main" id="{0FEF9D2E-17FF-468C-9556-C7F9EAF5BEFE}"/>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138325574" name="Date Placeholder 3">
            <a:extLst xmlns:a="http://schemas.openxmlformats.org/drawingml/2006/main">
              <a:ext uri="{FF2B5EF4-FFF2-40B4-BE49-F238E27FC236}">
                <a16:creationId xmlns:a16="http://schemas.microsoft.com/office/drawing/2014/main" id="{52915038-E132-4D06-9CCE-FEC416E5E3A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11521882" name="Footer Placeholder 4">
            <a:extLst xmlns:a="http://schemas.openxmlformats.org/drawingml/2006/main">
              <a:ext uri="{FF2B5EF4-FFF2-40B4-BE49-F238E27FC236}">
                <a16:creationId xmlns:a16="http://schemas.microsoft.com/office/drawing/2014/main" id="{68CECE31-1478-4478-A338-36F09DEDA3C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73356165" name="Slide Number Placeholder 5">
            <a:extLst xmlns:a="http://schemas.openxmlformats.org/drawingml/2006/main">
              <a:ext uri="{FF2B5EF4-FFF2-40B4-BE49-F238E27FC236}">
                <a16:creationId xmlns:a16="http://schemas.microsoft.com/office/drawing/2014/main" id="{757202D1-B905-4451-A61A-A733B79F6E9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903c2a4e9c449b" /><Relationship Type="http://schemas.openxmlformats.org/officeDocument/2006/relationships/slideLayout" Target="/ppt/slideLayouts/slideLayout1.xml" Id="R3cc59b6fdc0347be" /><Relationship Type="http://schemas.openxmlformats.org/officeDocument/2006/relationships/slideLayout" Target="/ppt/slideLayouts/slideLayout2.xml" Id="Rfff11c74cdbe4366" /><Relationship Type="http://schemas.openxmlformats.org/officeDocument/2006/relationships/slideLayout" Target="/ppt/slideLayouts/slideLayout3.xml" Id="Rf6885643c67b40a1" /><Relationship Type="http://schemas.openxmlformats.org/officeDocument/2006/relationships/slideLayout" Target="/ppt/slideLayouts/slideLayout4.xml" Id="R64ad3691a8874654" /><Relationship Type="http://schemas.openxmlformats.org/officeDocument/2006/relationships/slideLayout" Target="/ppt/slideLayouts/slideLayout5.xml" Id="R599ac370dbc741a0" /><Relationship Type="http://schemas.openxmlformats.org/officeDocument/2006/relationships/slideLayout" Target="/ppt/slideLayouts/slideLayout6.xml" Id="R797eed1fa6024341" /><Relationship Type="http://schemas.openxmlformats.org/officeDocument/2006/relationships/slideLayout" Target="/ppt/slideLayouts/slideLayout7.xml" Id="R4a9410a89e03452e" /><Relationship Type="http://schemas.openxmlformats.org/officeDocument/2006/relationships/slideLayout" Target="/ppt/slideLayouts/slideLayout8.xml" Id="Rb6d48e0701074041" /><Relationship Type="http://schemas.openxmlformats.org/officeDocument/2006/relationships/slideLayout" Target="/ppt/slideLayouts/slideLayout9.xml" Id="Rf3157f51a5384b82" /><Relationship Type="http://schemas.openxmlformats.org/officeDocument/2006/relationships/slideLayout" Target="/ppt/slideLayouts/slideLayout10.xml" Id="Ra9b411b2f45645e8" /><Relationship Type="http://schemas.openxmlformats.org/officeDocument/2006/relationships/slideLayout" Target="/ppt/slideLayouts/slideLayout11.xml" Id="R9e3e2cb091574814" /><Relationship Type="http://schemas.openxmlformats.org/officeDocument/2006/relationships/slideLayout" Target="/ppt/slideLayouts/slideLayout12.xml" Id="R3631bf669e6d4981"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1405113561" name="Title Placeholder 1">
            <a:extLst xmlns:a="http://schemas.openxmlformats.org/drawingml/2006/main">
              <a:ext uri="{FF2B5EF4-FFF2-40B4-BE49-F238E27FC236}">
                <a16:creationId xmlns:a16="http://schemas.microsoft.com/office/drawing/2014/main" id="{F644032C-F9CE-415D-ABD6-EE443F45AB8E}"/>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004079933" name="Text Placeholder 2">
            <a:extLst xmlns:a="http://schemas.openxmlformats.org/drawingml/2006/main">
              <a:ext uri="{FF2B5EF4-FFF2-40B4-BE49-F238E27FC236}">
                <a16:creationId xmlns:a16="http://schemas.microsoft.com/office/drawing/2014/main" id="{CD6C9269-0A9C-4F53-BAFB-97FFFB0060F6}"/>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00010348" name="Date Placeholder 3">
            <a:extLst xmlns:a="http://schemas.openxmlformats.org/drawingml/2006/main">
              <a:ext uri="{FF2B5EF4-FFF2-40B4-BE49-F238E27FC236}">
                <a16:creationId xmlns:a16="http://schemas.microsoft.com/office/drawing/2014/main" id="{0E79184C-883C-411B-8320-63CEA468A089}"/>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1941595988" name="Footer Placeholder 4">
            <a:extLst xmlns:a="http://schemas.openxmlformats.org/drawingml/2006/main">
              <a:ext uri="{FF2B5EF4-FFF2-40B4-BE49-F238E27FC236}">
                <a16:creationId xmlns:a16="http://schemas.microsoft.com/office/drawing/2014/main" id="{C4170922-5CEA-464E-BD74-2482A159231F}"/>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984291607" name="Slide Number Placeholder 5">
            <a:extLst xmlns:a="http://schemas.openxmlformats.org/drawingml/2006/main">
              <a:ext uri="{FF2B5EF4-FFF2-40B4-BE49-F238E27FC236}">
                <a16:creationId xmlns:a16="http://schemas.microsoft.com/office/drawing/2014/main" id="{322E81A9-8F63-4959-B4D5-C85A95B0843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c59b6fdc0347be"/>
    <p:sldLayoutId xmlns:r="http://schemas.openxmlformats.org/officeDocument/2006/relationships" id="2147483650" r:id="Rfff11c74cdbe4366"/>
    <p:sldLayoutId xmlns:r="http://schemas.openxmlformats.org/officeDocument/2006/relationships" id="2147483651" r:id="Rf6885643c67b40a1"/>
    <p:sldLayoutId xmlns:r="http://schemas.openxmlformats.org/officeDocument/2006/relationships" id="2147483652" r:id="R64ad3691a8874654"/>
    <p:sldLayoutId xmlns:r="http://schemas.openxmlformats.org/officeDocument/2006/relationships" id="2147483653" r:id="R599ac370dbc741a0"/>
    <p:sldLayoutId xmlns:r="http://schemas.openxmlformats.org/officeDocument/2006/relationships" id="2147483654" r:id="R797eed1fa6024341"/>
    <p:sldLayoutId xmlns:r="http://schemas.openxmlformats.org/officeDocument/2006/relationships" id="2147483655" r:id="R4a9410a89e03452e"/>
    <p:sldLayoutId xmlns:r="http://schemas.openxmlformats.org/officeDocument/2006/relationships" id="2147483656" r:id="Rb6d48e0701074041"/>
    <p:sldLayoutId xmlns:r="http://schemas.openxmlformats.org/officeDocument/2006/relationships" id="2147483657" r:id="Rf3157f51a5384b82"/>
    <p:sldLayoutId xmlns:r="http://schemas.openxmlformats.org/officeDocument/2006/relationships" id="2147483658" r:id="Ra9b411b2f45645e8"/>
    <p:sldLayoutId xmlns:r="http://schemas.openxmlformats.org/officeDocument/2006/relationships" id="2147483659" r:id="R9e3e2cb091574814"/>
    <p:sldLayoutId xmlns:r="http://schemas.openxmlformats.org/officeDocument/2006/relationships" id="2147483660" r:id="R3631bf669e6d4981"/>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4ae8d9a8b424d66" /><Relationship Type="http://schemas.openxmlformats.org/officeDocument/2006/relationships/notesSlide" Target="/ppt/notesSlides/notesSlide1.xml" Id="R36d673e9a92542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33bba2eb31a41b0" /><Relationship Type="http://schemas.openxmlformats.org/officeDocument/2006/relationships/image" Target="/ppt/media/image.jpeg" Id="Rda650fe692c04238" /><Relationship Type="http://schemas.openxmlformats.org/officeDocument/2006/relationships/notesSlide" Target="/ppt/notesSlides/notesSlide2.xml" Id="R797119d1376b4b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cfe1d5b9204280" /><Relationship Type="http://schemas.openxmlformats.org/officeDocument/2006/relationships/image" Target="/ppt/media/image2.png" Id="R48b5731b807f4cb2" /><Relationship Type="http://schemas.openxmlformats.org/officeDocument/2006/relationships/notesSlide" Target="/ppt/notesSlides/notesSlide3.xml" Id="Rc8d80ce3f67d4c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03915ef880415e" /><Relationship Type="http://schemas.openxmlformats.org/officeDocument/2006/relationships/image" Target="/ppt/media/image2.png" Id="R9ee51c211bff4fd2" /><Relationship Type="http://schemas.openxmlformats.org/officeDocument/2006/relationships/notesSlide" Target="/ppt/notesSlides/notesSlide4.xml" Id="R743cceda152049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eafabde4444923" /><Relationship Type="http://schemas.openxmlformats.org/officeDocument/2006/relationships/image" Target="/ppt/media/image2.png" Id="R0c5f8486fe2f4517" /><Relationship Type="http://schemas.openxmlformats.org/officeDocument/2006/relationships/notesSlide" Target="/ppt/notesSlides/notesSlide5.xml" Id="R9836f0cb8cb743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05eae7874f4a12" /><Relationship Type="http://schemas.openxmlformats.org/officeDocument/2006/relationships/notesSlide" Target="/ppt/notesSlides/notesSlide6.xml" Id="R2e99efb1644c4f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cc83e1b630d47ce" /><Relationship Type="http://schemas.openxmlformats.org/officeDocument/2006/relationships/image" Target="/ppt/media/image3.png" Id="R4a7feb2a0a2e4fc6" /><Relationship Type="http://schemas.openxmlformats.org/officeDocument/2006/relationships/image" Target="/ppt/media/image.svg" Id="Rd60ef46ebd1a455b" /><Relationship Type="http://schemas.openxmlformats.org/officeDocument/2006/relationships/notesSlide" Target="/ppt/notesSlides/notesSlide7.xml" Id="Ref0bfcc117174f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d38b1e802e247fe" /><Relationship Type="http://schemas.openxmlformats.org/officeDocument/2006/relationships/image" Target="/ppt/media/image4.png" Id="Ra635f6224a424465" /><Relationship Type="http://schemas.openxmlformats.org/officeDocument/2006/relationships/image" Target="/ppt/media/image2.svg" Id="Rbcf6112556534962" /><Relationship Type="http://schemas.openxmlformats.org/officeDocument/2006/relationships/notesSlide" Target="/ppt/notesSlides/notesSlide8.xml" Id="Raaf473f370d54d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29dd0c281ef4a52" /><Relationship Type="http://schemas.openxmlformats.org/officeDocument/2006/relationships/notesSlide" Target="/ppt/notesSlides/notesSlide9.xml" Id="R0c95a38ecdc146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037c4b4b7634438" /><Relationship Type="http://schemas.openxmlformats.org/officeDocument/2006/relationships/image" Target="/ppt/media/image5.png" Id="R69a2352af0304687" /><Relationship Type="http://schemas.openxmlformats.org/officeDocument/2006/relationships/image" Target="/ppt/media/image3.svg" Id="R4f316cd63fd941ac" /><Relationship Type="http://schemas.openxmlformats.org/officeDocument/2006/relationships/notesSlide" Target="/ppt/notesSlides/notesSlide10.xml" Id="Rad21cc5a7afa454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143c70a8abe4b33" /><Relationship Type="http://schemas.openxmlformats.org/officeDocument/2006/relationships/image" Target="/ppt/media/image6.png" Id="R5be0498d01a047ee" /><Relationship Type="http://schemas.openxmlformats.org/officeDocument/2006/relationships/notesSlide" Target="/ppt/notesSlides/notesSlide11.xml" Id="Raa0327e41d9f46b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ba4af101c5b4b76" /><Relationship Type="http://schemas.openxmlformats.org/officeDocument/2006/relationships/image" Target="/ppt/media/image7.png" Id="R90a7fcdf83c64c2c" /><Relationship Type="http://schemas.openxmlformats.org/officeDocument/2006/relationships/image" Target="/ppt/media/image8.png" Id="R5d3fbe5266d84d19" /><Relationship Type="http://schemas.openxmlformats.org/officeDocument/2006/relationships/image" Target="/ppt/media/image4.svg" Id="R6ae939733d3a47f7" /><Relationship Type="http://schemas.openxmlformats.org/officeDocument/2006/relationships/notesSlide" Target="/ppt/notesSlides/notesSlide12.xml" Id="R5adf089a45c4497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029cc5025394696" /><Relationship Type="http://schemas.openxmlformats.org/officeDocument/2006/relationships/image" Target="/ppt/media/image9.png" Id="R527d258a04f64e50" /><Relationship Type="http://schemas.openxmlformats.org/officeDocument/2006/relationships/notesSlide" Target="/ppt/notesSlides/notesSlide13.xml" Id="R8ae763209053421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d41560aa999487e" /><Relationship Type="http://schemas.openxmlformats.org/officeDocument/2006/relationships/image" Target="/ppt/media/image10.png" Id="R9ccd2061398448a4" /><Relationship Type="http://schemas.openxmlformats.org/officeDocument/2006/relationships/notesSlide" Target="/ppt/notesSlides/notesSlide14.xml" Id="R9ae6ff2187eb4f3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ef76ada009a401a" /><Relationship Type="http://schemas.openxmlformats.org/officeDocument/2006/relationships/image" Target="/ppt/media/image11.png" Id="Ra21d2720e98040dd" /><Relationship Type="http://schemas.openxmlformats.org/officeDocument/2006/relationships/image" Target="/ppt/media/image12.png" Id="R0bcb24afe4634f4c" /><Relationship Type="http://schemas.openxmlformats.org/officeDocument/2006/relationships/image" Target="/ppt/media/image5.svg" Id="Rb3457489a3d44dcd" /><Relationship Type="http://schemas.openxmlformats.org/officeDocument/2006/relationships/notesSlide" Target="/ppt/notesSlides/notesSlide15.xml" Id="R89eb6c7a137d43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12f08fea5454ef3" /><Relationship Type="http://schemas.openxmlformats.org/officeDocument/2006/relationships/notesSlide" Target="/ppt/notesSlides/notesSlide16.xml" Id="R0954e06dc6034b4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4fdb9f2219e4c8e" /><Relationship Type="http://schemas.openxmlformats.org/officeDocument/2006/relationships/notesSlide" Target="/ppt/notesSlides/notesSlide17.xml" Id="R0ae0ae6f69004eb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bb5b373adb244f8" /><Relationship Type="http://schemas.openxmlformats.org/officeDocument/2006/relationships/notesSlide" Target="/ppt/notesSlides/notesSlide18.xml" Id="Rf86f84761dea401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f92be20e3994638" /><Relationship Type="http://schemas.openxmlformats.org/officeDocument/2006/relationships/image" Target="/ppt/media/image13.png" Id="R1f6623be1ffe49ad" /><Relationship Type="http://schemas.openxmlformats.org/officeDocument/2006/relationships/notesSlide" Target="/ppt/notesSlides/notesSlide19.xml" Id="Raf73f743679e41c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4d868b6e9cc46bf" /><Relationship Type="http://schemas.openxmlformats.org/officeDocument/2006/relationships/image" Target="/ppt/media/image14.png" Id="Rbc30830c0dc74c34" /><Relationship Type="http://schemas.openxmlformats.org/officeDocument/2006/relationships/image" Target="/ppt/media/image6.svg" Id="Rfd4a6dd4cd724d12" /><Relationship Type="http://schemas.openxmlformats.org/officeDocument/2006/relationships/notesSlide" Target="/ppt/notesSlides/notesSlide20.xml" Id="R5b232303e2e34a7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a4382d704574189" /><Relationship Type="http://schemas.openxmlformats.org/officeDocument/2006/relationships/image" Target="/ppt/media/image15.png" Id="Re6164edb68a74aa3" /><Relationship Type="http://schemas.openxmlformats.org/officeDocument/2006/relationships/image" Target="/ppt/media/image7.svg" Id="R114343efceb347b2" /><Relationship Type="http://schemas.openxmlformats.org/officeDocument/2006/relationships/image" Target="/ppt/media/image16.png" Id="R6e78adb5f0a24361" /><Relationship Type="http://schemas.openxmlformats.org/officeDocument/2006/relationships/image" Target="/ppt/media/image8.svg" Id="R49c50253b9514542" /><Relationship Type="http://schemas.openxmlformats.org/officeDocument/2006/relationships/image" Target="/ppt/media/image17.png" Id="Rf515a3d0383746ce" /><Relationship Type="http://schemas.openxmlformats.org/officeDocument/2006/relationships/image" Target="/ppt/media/image9.svg" Id="R64091645565c46d4" /><Relationship Type="http://schemas.openxmlformats.org/officeDocument/2006/relationships/image" Target="/ppt/media/image18.png" Id="Rbcf2973b7c7d4325" /><Relationship Type="http://schemas.openxmlformats.org/officeDocument/2006/relationships/image" Target="/ppt/media/image10.svg" Id="R440e0cd9854847f8" /><Relationship Type="http://schemas.openxmlformats.org/officeDocument/2006/relationships/image" Target="/ppt/media/image19.png" Id="Rfbefdea1e6954863" /><Relationship Type="http://schemas.openxmlformats.org/officeDocument/2006/relationships/image" Target="/ppt/media/image11.svg" Id="R100489d142694561" /><Relationship Type="http://schemas.openxmlformats.org/officeDocument/2006/relationships/image" Target="/ppt/media/image20.png" Id="R701516360ba34d0b" /><Relationship Type="http://schemas.openxmlformats.org/officeDocument/2006/relationships/image" Target="/ppt/media/image12.svg" Id="R3e129fbc1254487c" /><Relationship Type="http://schemas.openxmlformats.org/officeDocument/2006/relationships/notesSlide" Target="/ppt/notesSlides/notesSlide21.xml" Id="R9e0265141d0c44a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53c1f086cae487f" /><Relationship Type="http://schemas.openxmlformats.org/officeDocument/2006/relationships/image" Target="/ppt/media/image21.png" Id="Rdcddb3ea69f9451a" /><Relationship Type="http://schemas.openxmlformats.org/officeDocument/2006/relationships/image" Target="/ppt/media/image13.svg" Id="R5c2c7ffc9bb94942" /><Relationship Type="http://schemas.openxmlformats.org/officeDocument/2006/relationships/image" Target="/ppt/media/image22.png" Id="R312b2987c68241b7" /><Relationship Type="http://schemas.openxmlformats.org/officeDocument/2006/relationships/image" Target="/ppt/media/image14.svg" Id="Re3134a7c9f8444f6" /><Relationship Type="http://schemas.openxmlformats.org/officeDocument/2006/relationships/notesSlide" Target="/ppt/notesSlides/notesSlide22.xml" Id="R5ba23aff0938488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a4b4d12abac4d1a" /><Relationship Type="http://schemas.openxmlformats.org/officeDocument/2006/relationships/notesSlide" Target="/ppt/notesSlides/notesSlide23.xml" Id="Re4ec344712e44b3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650df7db46e4cbb" /><Relationship Type="http://schemas.openxmlformats.org/officeDocument/2006/relationships/image" Target="/ppt/media/image23.png" Id="R04d9a06a87de45eb" /><Relationship Type="http://schemas.openxmlformats.org/officeDocument/2006/relationships/image" Target="/ppt/media/image24.png" Id="R64106298a4074187" /><Relationship Type="http://schemas.openxmlformats.org/officeDocument/2006/relationships/notesSlide" Target="/ppt/notesSlides/notesSlide24.xml" Id="Rc5896fa03c984ad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e0ccd25797e4c2b" /><Relationship Type="http://schemas.openxmlformats.org/officeDocument/2006/relationships/image" Target="/ppt/media/image25.png" Id="R07376b10ff294785" /><Relationship Type="http://schemas.openxmlformats.org/officeDocument/2006/relationships/notesSlide" Target="/ppt/notesSlides/notesSlide25.xml" Id="R5304efa90f0647e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b7106e0945c416d" /><Relationship Type="http://schemas.openxmlformats.org/officeDocument/2006/relationships/notesSlide" Target="/ppt/notesSlides/notesSlide26.xml" Id="Rd903b77a247d416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32a2749dd154bab" /><Relationship Type="http://schemas.openxmlformats.org/officeDocument/2006/relationships/image" Target="/ppt/media/image26.png" Id="R3bcae6f3ddd94943" /><Relationship Type="http://schemas.openxmlformats.org/officeDocument/2006/relationships/notesSlide" Target="/ppt/notesSlides/notesSlide27.xml" Id="Rcd20ded8c8ee481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ce0af22e8b84779" /><Relationship Type="http://schemas.openxmlformats.org/officeDocument/2006/relationships/notesSlide" Target="/ppt/notesSlides/notesSlide28.xml" Id="R366ae0f4a03a489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f020cee0c0b456a" /><Relationship Type="http://schemas.openxmlformats.org/officeDocument/2006/relationships/image" Target="/ppt/media/image27.png" Id="Rbee838cf33554d04" /><Relationship Type="http://schemas.openxmlformats.org/officeDocument/2006/relationships/notesSlide" Target="/ppt/notesSlides/notesSlide29.xml" Id="R91a1a79613e74a6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fba0bf298d340b9" /><Relationship Type="http://schemas.openxmlformats.org/officeDocument/2006/relationships/notesSlide" Target="/ppt/notesSlides/notesSlide30.xml" Id="R4bc99d0e3e89457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dc9a6e573884f0b" /><Relationship Type="http://schemas.openxmlformats.org/officeDocument/2006/relationships/image" Target="/ppt/media/image28.png" Id="R93d16033960f4fc9" /><Relationship Type="http://schemas.openxmlformats.org/officeDocument/2006/relationships/notesSlide" Target="/ppt/notesSlides/notesSlide31.xml" Id="Rc6d9f3dbae5f45a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eb083429d46460b" /><Relationship Type="http://schemas.openxmlformats.org/officeDocument/2006/relationships/notesSlide" Target="/ppt/notesSlides/notesSlide32.xml" Id="Rf578d0b26dac412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f46dff46f014566" /><Relationship Type="http://schemas.openxmlformats.org/officeDocument/2006/relationships/notesSlide" Target="/ppt/notesSlides/notesSlide33.xml" Id="Raaa74005bd744d7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9333e73f9224b25" /><Relationship Type="http://schemas.openxmlformats.org/officeDocument/2006/relationships/notesSlide" Target="/ppt/notesSlides/notesSlide34.xml" Id="Rdaf164bf47f047d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1ef1882aa2446c8" /><Relationship Type="http://schemas.openxmlformats.org/officeDocument/2006/relationships/notesSlide" Target="/ppt/notesSlides/notesSlide35.xml" Id="Rddfe9bbdf8fd4e4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688dade20a04f7f" /><Relationship Type="http://schemas.openxmlformats.org/officeDocument/2006/relationships/notesSlide" Target="/ppt/notesSlides/notesSlide36.xml" Id="R9daba82971b847c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42830b7bf4c44b4" /><Relationship Type="http://schemas.openxmlformats.org/officeDocument/2006/relationships/notesSlide" Target="/ppt/notesSlides/notesSlide37.xml" Id="R32a7c3a75677428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6320f5416dd4f9f" /><Relationship Type="http://schemas.openxmlformats.org/officeDocument/2006/relationships/notesSlide" Target="/ppt/notesSlides/notesSlide38.xml" Id="Rd37c43919cb743c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d5290b837214e29" /><Relationship Type="http://schemas.openxmlformats.org/officeDocument/2006/relationships/notesSlide" Target="/ppt/notesSlides/notesSlide39.xml" Id="R59a9f83829bd47b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7146aba4321d4b6d" /><Relationship Type="http://schemas.openxmlformats.org/officeDocument/2006/relationships/notesSlide" Target="/ppt/notesSlides/notesSlide40.xml" Id="Rd6fb9e3e9958485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98783dd85f844e80" /><Relationship Type="http://schemas.openxmlformats.org/officeDocument/2006/relationships/notesSlide" Target="/ppt/notesSlides/notesSlide41.xml" Id="R13d9da6f7d0c4da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fd5555204cc4a44" /><Relationship Type="http://schemas.openxmlformats.org/officeDocument/2006/relationships/notesSlide" Target="/ppt/notesSlides/notesSlide42.xml" Id="R64502ef06a9348f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01af3026e1ef44d2" /><Relationship Type="http://schemas.openxmlformats.org/officeDocument/2006/relationships/notesSlide" Target="/ppt/notesSlides/notesSlide43.xml" Id="R628885b783004c6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654a7edc206f4c68" /><Relationship Type="http://schemas.openxmlformats.org/officeDocument/2006/relationships/notesSlide" Target="/ppt/notesSlides/notesSlide44.xml" Id="Re831a53922c6453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2df5d178cc7e4b7e" /><Relationship Type="http://schemas.openxmlformats.org/officeDocument/2006/relationships/notesSlide" Target="/ppt/notesSlides/notesSlide45.xml" Id="R1254ca17685d4d0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b883bae57853442d" /><Relationship Type="http://schemas.openxmlformats.org/officeDocument/2006/relationships/notesSlide" Target="/ppt/notesSlides/notesSlide46.xml" Id="Rfa13931a47dd4a5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3ad1e922b0a438a" /><Relationship Type="http://schemas.openxmlformats.org/officeDocument/2006/relationships/notesSlide" Target="/ppt/notesSlides/notesSlide47.xml" Id="R531a29f0edce42f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f58a16c34cb94a9e" /><Relationship Type="http://schemas.openxmlformats.org/officeDocument/2006/relationships/notesSlide" Target="/ppt/notesSlides/notesSlide48.xml" Id="Re31c6906b60240e8"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3b6e9c48808f4843" /><Relationship Type="http://schemas.openxmlformats.org/officeDocument/2006/relationships/notesSlide" Target="/ppt/notesSlides/notesSlide49.xml" Id="R8b2f5790545742b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5b58597f103c46fe" /><Relationship Type="http://schemas.openxmlformats.org/officeDocument/2006/relationships/notesSlide" Target="/ppt/notesSlides/notesSlide50.xml" Id="R5ac5faeb1f9340a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0a3543cf696943ab" /><Relationship Type="http://schemas.openxmlformats.org/officeDocument/2006/relationships/notesSlide" Target="/ppt/notesSlides/notesSlide51.xml" Id="Rac0578bb637541f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34287e5775754cc4" /><Relationship Type="http://schemas.openxmlformats.org/officeDocument/2006/relationships/notesSlide" Target="/ppt/notesSlides/notesSlide52.xml" Id="Rc14f012b34a4499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158be8b7a088454d" /><Relationship Type="http://schemas.openxmlformats.org/officeDocument/2006/relationships/notesSlide" Target="/ppt/notesSlides/notesSlide53.xml" Id="R783cdbe42f9443f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53938e383c1441eb" /><Relationship Type="http://schemas.openxmlformats.org/officeDocument/2006/relationships/notesSlide" Target="/ppt/notesSlides/notesSlide54.xml" Id="Rb6313915b5f545a4"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a91c7f03e73342c8" /><Relationship Type="http://schemas.openxmlformats.org/officeDocument/2006/relationships/image" Target="/ppt/media/image2.jpeg" Id="R089831bfa44142b4" /><Relationship Type="http://schemas.openxmlformats.org/officeDocument/2006/relationships/notesSlide" Target="/ppt/notesSlides/notesSlide55.xml" Id="Rec0a7252ab9e401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53ce7c0899f54efc" /><Relationship Type="http://schemas.openxmlformats.org/officeDocument/2006/relationships/notesSlide" Target="/ppt/notesSlides/notesSlide56.xml" Id="R81b9b5628c644de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ca7d949c70a9429d" /><Relationship Type="http://schemas.openxmlformats.org/officeDocument/2006/relationships/notesSlide" Target="/ppt/notesSlides/notesSlide57.xml" Id="R8170cc52bd6043b3"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0a875bfcb3384f6a" /><Relationship Type="http://schemas.openxmlformats.org/officeDocument/2006/relationships/notesSlide" Target="/ppt/notesSlides/notesSlide58.xml" Id="Rfd5200865db74ef8"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d3fbeb91a494405a" /><Relationship Type="http://schemas.openxmlformats.org/officeDocument/2006/relationships/notesSlide" Target="/ppt/notesSlides/notesSlide59.xml" Id="R83baadbd01f64e0b"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fb8ab66daa6e41d6" /><Relationship Type="http://schemas.openxmlformats.org/officeDocument/2006/relationships/notesSlide" Target="/ppt/notesSlides/notesSlide60.xml" Id="Rf1a11f57a1ae4899"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dce8fa37f9694347" /><Relationship Type="http://schemas.openxmlformats.org/officeDocument/2006/relationships/notesSlide" Target="/ppt/notesSlides/notesSlide61.xml" Id="R0b1e98dc0149420c"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244e173e2178479b" /><Relationship Type="http://schemas.openxmlformats.org/officeDocument/2006/relationships/image" Target="/ppt/media/image29.png" Id="Rf34dfc1e043b442d" /><Relationship Type="http://schemas.openxmlformats.org/officeDocument/2006/relationships/image" Target="/ppt/media/image15.svg" Id="Rf6a095c0a3da4918" /><Relationship Type="http://schemas.openxmlformats.org/officeDocument/2006/relationships/notesSlide" Target="/ppt/notesSlides/notesSlide62.xml" Id="R3db8646f080b4f10"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3e5fd304cf524519" /><Relationship Type="http://schemas.openxmlformats.org/officeDocument/2006/relationships/notesSlide" Target="/ppt/notesSlides/notesSlide63.xml" Id="Rc9023a18ced84aa8"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11e3a09409a6404f" /><Relationship Type="http://schemas.openxmlformats.org/officeDocument/2006/relationships/notesSlide" Target="/ppt/notesSlides/notesSlide64.xml" Id="Rc1a902bbfa16458d"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45fe9c5509cd4450" /><Relationship Type="http://schemas.openxmlformats.org/officeDocument/2006/relationships/notesSlide" Target="/ppt/notesSlides/notesSlide65.xml" Id="Rfbb8b5db90704ea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cb4f89480df34dab" /><Relationship Type="http://schemas.openxmlformats.org/officeDocument/2006/relationships/image" Target="/ppt/media/image30.png" Id="R47f6564312734da6" /><Relationship Type="http://schemas.openxmlformats.org/officeDocument/2006/relationships/notesSlide" Target="/ppt/notesSlides/notesSlide66.xml" Id="R64d4940fdeb04e07"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661b889e577c4ce3" /><Relationship Type="http://schemas.openxmlformats.org/officeDocument/2006/relationships/image" Target="/ppt/media/image31.png" Id="Ra2b79f4cdc034ba4" /><Relationship Type="http://schemas.openxmlformats.org/officeDocument/2006/relationships/notesSlide" Target="/ppt/notesSlides/notesSlide67.xml" Id="R478514fa3c3242ba"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af26a33680404fca" /><Relationship Type="http://schemas.openxmlformats.org/officeDocument/2006/relationships/hyperlink" Target="https://www.inceptionlabs.ai/blog/introducing-mercury-2" TargetMode="External" Id="Rd8abce718d164789" /><Relationship Type="http://schemas.openxmlformats.org/officeDocument/2006/relationships/notesSlide" Target="/ppt/notesSlides/notesSlide68.xml" Id="Rea7003b560314602"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6b6918936a924a20" /><Relationship Type="http://schemas.openxmlformats.org/officeDocument/2006/relationships/notesSlide" Target="/ppt/notesSlides/notesSlide69.xml" Id="Rd6549471ce6f4dea"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fe5ca7b827564c92" /><Relationship Type="http://schemas.openxmlformats.org/officeDocument/2006/relationships/notesSlide" Target="/ppt/notesSlides/notesSlide70.xml" Id="R093ea73bb61a49bb"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e36d4b3aacf843af" /><Relationship Type="http://schemas.openxmlformats.org/officeDocument/2006/relationships/notesSlide" Target="/ppt/notesSlides/notesSlide71.xml" Id="Ra07349a8ee324c17"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2042701" name="Rectangle 1959211399">
            <a:extLst xmlns:a="http://schemas.openxmlformats.org/drawingml/2006/main">
              <a:ext uri="{FF2B5EF4-FFF2-40B4-BE49-F238E27FC236}">
                <a16:creationId xmlns:a16="http://schemas.microsoft.com/office/drawing/2014/main" id="{158AF339-1345-41B6-9D23-7DE741DEBFEC}"/>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723083615" name="Rectangle 1850301699">
            <a:extLst xmlns:a="http://schemas.openxmlformats.org/drawingml/2006/main">
              <a:ext uri="{FF2B5EF4-FFF2-40B4-BE49-F238E27FC236}">
                <a16:creationId xmlns:a16="http://schemas.microsoft.com/office/drawing/2014/main" id="{3F8148E0-7E96-4478-A024-5CFC3C24EAA4}"/>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401614643" name="Rectangle 2018958639">
            <a:extLst xmlns:a="http://schemas.openxmlformats.org/drawingml/2006/main">
              <a:ext uri="{FF2B5EF4-FFF2-40B4-BE49-F238E27FC236}">
                <a16:creationId xmlns:a16="http://schemas.microsoft.com/office/drawing/2014/main" id="{AD614BC0-D4C5-49CB-8A5A-84CBA3D7E972}"/>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252555493" name="Rectangle: Rounded Corners 90328709">
            <a:extLst xmlns:a="http://schemas.openxmlformats.org/drawingml/2006/main">
              <a:ext uri="{FF2B5EF4-FFF2-40B4-BE49-F238E27FC236}">
                <a16:creationId xmlns:a16="http://schemas.microsoft.com/office/drawing/2014/main" id="{BA2A56D7-5515-4718-8286-F69B73A23635}"/>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557266" name="Straight Connector 453704306">
            <a:extLst xmlns:a="http://schemas.openxmlformats.org/drawingml/2006/main">
              <a:ext uri="{FF2B5EF4-FFF2-40B4-BE49-F238E27FC236}">
                <a16:creationId xmlns:a16="http://schemas.microsoft.com/office/drawing/2014/main" id="{061016DC-D800-49E8-AE59-79F1F6337147}"/>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462880" name="Oval 1383570775">
            <a:extLst xmlns:a="http://schemas.openxmlformats.org/drawingml/2006/main">
              <a:ext uri="{FF2B5EF4-FFF2-40B4-BE49-F238E27FC236}">
                <a16:creationId xmlns:a16="http://schemas.microsoft.com/office/drawing/2014/main" id="{2B581740-7ED3-4143-B98C-F9BE652F212C}"/>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73457509" name="Rectangle 1909465558">
            <a:extLst xmlns:a="http://schemas.openxmlformats.org/drawingml/2006/main">
              <a:ext uri="{FF2B5EF4-FFF2-40B4-BE49-F238E27FC236}">
                <a16:creationId xmlns:a16="http://schemas.microsoft.com/office/drawing/2014/main" id="{7D5A2899-543E-4FD3-8D5B-888940F9C8A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7702328" name="Rectangle 373098539">
            <a:extLst xmlns:a="http://schemas.openxmlformats.org/drawingml/2006/main">
              <a:ext uri="{FF2B5EF4-FFF2-40B4-BE49-F238E27FC236}">
                <a16:creationId xmlns:a16="http://schemas.microsoft.com/office/drawing/2014/main" id="{A57C2AFB-3EEA-48B4-9AFF-254DDB57A589}"/>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2087984670" name="Rectangle 1435247823">
            <a:extLst xmlns:a="http://schemas.openxmlformats.org/drawingml/2006/main">
              <a:ext uri="{FF2B5EF4-FFF2-40B4-BE49-F238E27FC236}">
                <a16:creationId xmlns:a16="http://schemas.microsoft.com/office/drawing/2014/main" id="{A729803D-56D2-485B-B500-9F46D42ABE30}"/>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1954240303" name="Oval 517207118">
            <a:extLst xmlns:a="http://schemas.openxmlformats.org/drawingml/2006/main">
              <a:ext uri="{FF2B5EF4-FFF2-40B4-BE49-F238E27FC236}">
                <a16:creationId xmlns:a16="http://schemas.microsoft.com/office/drawing/2014/main" id="{1151170B-B05D-46CA-B533-BEF37568B76A}"/>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441394867" name="Rectangle 1431946798">
            <a:extLst xmlns:a="http://schemas.openxmlformats.org/drawingml/2006/main">
              <a:ext uri="{FF2B5EF4-FFF2-40B4-BE49-F238E27FC236}">
                <a16:creationId xmlns:a16="http://schemas.microsoft.com/office/drawing/2014/main" id="{BE9EA56B-D339-4BB1-810A-3206AE6397C7}"/>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2132154481" name="Rectangle 1613992743">
            <a:extLst xmlns:a="http://schemas.openxmlformats.org/drawingml/2006/main">
              <a:ext uri="{FF2B5EF4-FFF2-40B4-BE49-F238E27FC236}">
                <a16:creationId xmlns:a16="http://schemas.microsoft.com/office/drawing/2014/main" id="{ECE25B9B-D6CF-4A22-904C-2374027A49B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358266540" name="Rectangle 1819292424">
            <a:extLst xmlns:a="http://schemas.openxmlformats.org/drawingml/2006/main">
              <a:ext uri="{FF2B5EF4-FFF2-40B4-BE49-F238E27FC236}">
                <a16:creationId xmlns:a16="http://schemas.microsoft.com/office/drawing/2014/main" id="{587BA133-3C66-4875-84E4-988844DB679A}"/>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010383989" name="Oval 1011337880">
            <a:extLst xmlns:a="http://schemas.openxmlformats.org/drawingml/2006/main">
              <a:ext uri="{FF2B5EF4-FFF2-40B4-BE49-F238E27FC236}">
                <a16:creationId xmlns:a16="http://schemas.microsoft.com/office/drawing/2014/main" id="{2AB2AB80-A6DF-4C1B-A8D6-166E9E5B418F}"/>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495219185" name="Rectangle 231300994">
            <a:extLst xmlns:a="http://schemas.openxmlformats.org/drawingml/2006/main">
              <a:ext uri="{FF2B5EF4-FFF2-40B4-BE49-F238E27FC236}">
                <a16:creationId xmlns:a16="http://schemas.microsoft.com/office/drawing/2014/main" id="{CA72C236-CD96-4F8C-BB22-74E139F87FA1}"/>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501077083" name="Rectangle 1085761315">
            <a:extLst xmlns:a="http://schemas.openxmlformats.org/drawingml/2006/main">
              <a:ext uri="{FF2B5EF4-FFF2-40B4-BE49-F238E27FC236}">
                <a16:creationId xmlns:a16="http://schemas.microsoft.com/office/drawing/2014/main" id="{5D48D7D7-2906-49F1-B2C1-55F8FB2A2AF1}"/>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35472679" name="Rectangle 9026134">
            <a:extLst xmlns:a="http://schemas.openxmlformats.org/drawingml/2006/main">
              <a:ext uri="{FF2B5EF4-FFF2-40B4-BE49-F238E27FC236}">
                <a16:creationId xmlns:a16="http://schemas.microsoft.com/office/drawing/2014/main" id="{384D8532-475A-44B9-8F42-5C3F358A5D98}"/>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858507525" name="Oval 1242283889">
            <a:extLst xmlns:a="http://schemas.openxmlformats.org/drawingml/2006/main">
              <a:ext uri="{FF2B5EF4-FFF2-40B4-BE49-F238E27FC236}">
                <a16:creationId xmlns:a16="http://schemas.microsoft.com/office/drawing/2014/main" id="{EE040D4E-79E0-4959-A016-C8CFC120D40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18167601" name="Rectangle 760971764">
            <a:extLst xmlns:a="http://schemas.openxmlformats.org/drawingml/2006/main">
              <a:ext uri="{FF2B5EF4-FFF2-40B4-BE49-F238E27FC236}">
                <a16:creationId xmlns:a16="http://schemas.microsoft.com/office/drawing/2014/main" id="{457A8FCE-BC4E-4B77-BE68-9CA51EB8F659}"/>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815955447" name="Rectangle 236810503">
            <a:extLst xmlns:a="http://schemas.openxmlformats.org/drawingml/2006/main">
              <a:ext uri="{FF2B5EF4-FFF2-40B4-BE49-F238E27FC236}">
                <a16:creationId xmlns:a16="http://schemas.microsoft.com/office/drawing/2014/main" id="{C6983A4A-AC6E-4639-AF5B-F7195F246A8C}"/>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65115637" name="Rectangle 297379142">
            <a:extLst xmlns:a="http://schemas.openxmlformats.org/drawingml/2006/main">
              <a:ext uri="{FF2B5EF4-FFF2-40B4-BE49-F238E27FC236}">
                <a16:creationId xmlns:a16="http://schemas.microsoft.com/office/drawing/2014/main" id="{E5A5B7CF-2616-47F1-BDE8-BB3FD861F35E}"/>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779000080" name="Oval 886147111">
            <a:extLst xmlns:a="http://schemas.openxmlformats.org/drawingml/2006/main">
              <a:ext uri="{FF2B5EF4-FFF2-40B4-BE49-F238E27FC236}">
                <a16:creationId xmlns:a16="http://schemas.microsoft.com/office/drawing/2014/main" id="{B0545CE6-1C0B-44C9-9070-BDC00038B1E6}"/>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610419508" name="Rectangle 1979103398">
            <a:extLst xmlns:a="http://schemas.openxmlformats.org/drawingml/2006/main">
              <a:ext uri="{FF2B5EF4-FFF2-40B4-BE49-F238E27FC236}">
                <a16:creationId xmlns:a16="http://schemas.microsoft.com/office/drawing/2014/main" id="{FA2A77B4-5DC1-445E-8DB1-68D17720A1A8}"/>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654713572" name="Rectangle 668892514">
            <a:extLst xmlns:a="http://schemas.openxmlformats.org/drawingml/2006/main">
              <a:ext uri="{FF2B5EF4-FFF2-40B4-BE49-F238E27FC236}">
                <a16:creationId xmlns:a16="http://schemas.microsoft.com/office/drawing/2014/main" id="{7A530B4A-216E-4ACA-B4F8-82845A244486}"/>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778592785" name="Rectangle 846714876">
            <a:extLst xmlns:a="http://schemas.openxmlformats.org/drawingml/2006/main">
              <a:ext uri="{FF2B5EF4-FFF2-40B4-BE49-F238E27FC236}">
                <a16:creationId xmlns:a16="http://schemas.microsoft.com/office/drawing/2014/main" id="{31E26989-97C6-47A5-A3B7-3BF8B747A8BA}"/>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148453133" name="Rectangle 612628765">
            <a:extLst xmlns:a="http://schemas.openxmlformats.org/drawingml/2006/main">
              <a:ext uri="{FF2B5EF4-FFF2-40B4-BE49-F238E27FC236}">
                <a16:creationId xmlns:a16="http://schemas.microsoft.com/office/drawing/2014/main" id="{FCA731EB-D329-4426-9C7C-4858E006A105}"/>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451651558" name="Rectangle 1343619986">
            <a:extLst xmlns:a="http://schemas.openxmlformats.org/drawingml/2006/main">
              <a:ext uri="{FF2B5EF4-FFF2-40B4-BE49-F238E27FC236}">
                <a16:creationId xmlns:a16="http://schemas.microsoft.com/office/drawing/2014/main" id="{1CCA9DCC-304A-43FB-9674-B473BC3AF7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a:t>
            </a:r>
          </a:p>
        </p:txBody>
      </p:sp>
    </p:spTree>
    <p:extLst>
      <p:ext uri="{BB962C8B-B14F-4D97-AF65-F5344CB8AC3E}">
        <p14:creationId xmlns:p14="http://schemas.microsoft.com/office/powerpoint/2010/main" val="774803355"/>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281732" name="Rectangle 935271156">
            <a:extLst xmlns:a="http://schemas.openxmlformats.org/drawingml/2006/main">
              <a:ext uri="{FF2B5EF4-FFF2-40B4-BE49-F238E27FC236}">
                <a16:creationId xmlns:a16="http://schemas.microsoft.com/office/drawing/2014/main" id="{76BE8903-8F08-4D8C-B9AE-C6E4E7F2D9D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545652972" name="Rectangle 251777344">
            <a:extLst xmlns:a="http://schemas.openxmlformats.org/drawingml/2006/main">
              <a:ext uri="{FF2B5EF4-FFF2-40B4-BE49-F238E27FC236}">
                <a16:creationId xmlns:a16="http://schemas.microsoft.com/office/drawing/2014/main" id="{B3D50419-7EAA-4AD4-BF69-DB4D43C37DD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713319668" name="Rectangle: Rounded Corners 1456392341">
            <a:extLst xmlns:a="http://schemas.openxmlformats.org/drawingml/2006/main">
              <a:ext uri="{FF2B5EF4-FFF2-40B4-BE49-F238E27FC236}">
                <a16:creationId xmlns:a16="http://schemas.microsoft.com/office/drawing/2014/main" id="{2F0B6322-D258-4963-9E53-078A93373BF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1065775" name="Rectangle: Rounded Corners 1987074982">
            <a:extLst xmlns:a="http://schemas.openxmlformats.org/drawingml/2006/main">
              <a:ext uri="{FF2B5EF4-FFF2-40B4-BE49-F238E27FC236}">
                <a16:creationId xmlns:a16="http://schemas.microsoft.com/office/drawing/2014/main" id="{C4915991-A3B3-489F-87A0-3E6B504A7D9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9697744" name="Rectangle 1286956634">
            <a:extLst xmlns:a="http://schemas.openxmlformats.org/drawingml/2006/main">
              <a:ext uri="{FF2B5EF4-FFF2-40B4-BE49-F238E27FC236}">
                <a16:creationId xmlns:a16="http://schemas.microsoft.com/office/drawing/2014/main" id="{6DE34933-AD6E-4EA5-B16B-E4EE8DA40EAD}"/>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154242458" name="Rectangle 399762638">
            <a:extLst xmlns:a="http://schemas.openxmlformats.org/drawingml/2006/main">
              <a:ext uri="{FF2B5EF4-FFF2-40B4-BE49-F238E27FC236}">
                <a16:creationId xmlns:a16="http://schemas.microsoft.com/office/drawing/2014/main" id="{84F63ED5-DE3E-4A88-943F-16D11BF1FB9B}"/>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1468440366" name="Rectangle 1233632033">
            <a:extLst xmlns:a="http://schemas.openxmlformats.org/drawingml/2006/main">
              <a:ext uri="{FF2B5EF4-FFF2-40B4-BE49-F238E27FC236}">
                <a16:creationId xmlns:a16="http://schemas.microsoft.com/office/drawing/2014/main" id="{2FCBE2EF-39ED-4EBD-BE26-6DD73474A16E}"/>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956626533" name="Rectangle 987778106">
            <a:extLst xmlns:a="http://schemas.openxmlformats.org/drawingml/2006/main">
              <a:ext uri="{FF2B5EF4-FFF2-40B4-BE49-F238E27FC236}">
                <a16:creationId xmlns:a16="http://schemas.microsoft.com/office/drawing/2014/main" id="{790D3EB3-E69A-445D-9C46-60180D27DA18}"/>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076599265" name="Rectangle 1495975732">
            <a:extLst xmlns:a="http://schemas.openxmlformats.org/drawingml/2006/main">
              <a:ext uri="{FF2B5EF4-FFF2-40B4-BE49-F238E27FC236}">
                <a16:creationId xmlns:a16="http://schemas.microsoft.com/office/drawing/2014/main" id="{2A56FCC5-B18B-41B5-BBA0-0053534DA59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a:t>
            </a:r>
          </a:p>
        </p:txBody>
      </p:sp>
      <p:pic>
        <p:nvPicPr>
          <p:cNvPr id="1799697755"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da650fe692c04238"/>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42561190"/>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5369283" name="Rectangle 197505908">
            <a:extLst xmlns:a="http://schemas.openxmlformats.org/drawingml/2006/main">
              <a:ext uri="{FF2B5EF4-FFF2-40B4-BE49-F238E27FC236}">
                <a16:creationId xmlns:a16="http://schemas.microsoft.com/office/drawing/2014/main" id="{525B000D-E10B-43F1-8D3C-175F452DE32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22936375" name="Rectangle 1909048147">
            <a:extLst xmlns:a="http://schemas.openxmlformats.org/drawingml/2006/main">
              <a:ext uri="{FF2B5EF4-FFF2-40B4-BE49-F238E27FC236}">
                <a16:creationId xmlns:a16="http://schemas.microsoft.com/office/drawing/2014/main" id="{F67EE0B1-B4C1-43A9-BAFC-BDC3F9CF0B9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833806047" name="Rectangle: Rounded Corners 816331080">
            <a:extLst xmlns:a="http://schemas.openxmlformats.org/drawingml/2006/main">
              <a:ext uri="{FF2B5EF4-FFF2-40B4-BE49-F238E27FC236}">
                <a16:creationId xmlns:a16="http://schemas.microsoft.com/office/drawing/2014/main" id="{289216CE-A8AF-414D-8685-E037E7932AF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10737796"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48b5731b807f4cb2"/>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06910332" name="Straight Connector 161416146">
            <a:extLst xmlns:a="http://schemas.openxmlformats.org/drawingml/2006/main">
              <a:ext uri="{FF2B5EF4-FFF2-40B4-BE49-F238E27FC236}">
                <a16:creationId xmlns:a16="http://schemas.microsoft.com/office/drawing/2014/main" id="{F6A39F73-ED83-4C08-AC50-41AC285A0760}"/>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255620" name="Straight Connector 61902172">
            <a:extLst xmlns:a="http://schemas.openxmlformats.org/drawingml/2006/main">
              <a:ext uri="{FF2B5EF4-FFF2-40B4-BE49-F238E27FC236}">
                <a16:creationId xmlns:a16="http://schemas.microsoft.com/office/drawing/2014/main" id="{5395CE67-118F-4CC1-98C9-D50D4F2099B2}"/>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6992999" name="Rectangle: Rounded Corners 898681238">
            <a:extLst xmlns:a="http://schemas.openxmlformats.org/drawingml/2006/main">
              <a:ext uri="{FF2B5EF4-FFF2-40B4-BE49-F238E27FC236}">
                <a16:creationId xmlns:a16="http://schemas.microsoft.com/office/drawing/2014/main" id="{9ACCD148-897F-4D6F-9176-67CDB9055631}"/>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158590973" name="Rectangle 1225503430">
            <a:extLst xmlns:a="http://schemas.openxmlformats.org/drawingml/2006/main">
              <a:ext uri="{FF2B5EF4-FFF2-40B4-BE49-F238E27FC236}">
                <a16:creationId xmlns:a16="http://schemas.microsoft.com/office/drawing/2014/main" id="{A0478A0A-2D23-45EF-922A-F7621B68647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614617610" name="Straight Connector 1461826591">
            <a:extLst xmlns:a="http://schemas.openxmlformats.org/drawingml/2006/main">
              <a:ext uri="{FF2B5EF4-FFF2-40B4-BE49-F238E27FC236}">
                <a16:creationId xmlns:a16="http://schemas.microsoft.com/office/drawing/2014/main" id="{5FEA07C6-C104-4DD5-97CA-D39DA7CED909}"/>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6608202" name="Oval 308551117">
            <a:extLst xmlns:a="http://schemas.openxmlformats.org/drawingml/2006/main">
              <a:ext uri="{FF2B5EF4-FFF2-40B4-BE49-F238E27FC236}">
                <a16:creationId xmlns:a16="http://schemas.microsoft.com/office/drawing/2014/main" id="{AE7DCCD1-2D55-442A-A4B9-F665E860AE50}"/>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2830703" name="Straight Connector 2122530921">
            <a:extLst xmlns:a="http://schemas.openxmlformats.org/drawingml/2006/main">
              <a:ext uri="{FF2B5EF4-FFF2-40B4-BE49-F238E27FC236}">
                <a16:creationId xmlns:a16="http://schemas.microsoft.com/office/drawing/2014/main" id="{5A4A2B42-61E3-4B62-966B-8951E99BFFF1}"/>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8957228" name="Oval 1902723883">
            <a:extLst xmlns:a="http://schemas.openxmlformats.org/drawingml/2006/main">
              <a:ext uri="{FF2B5EF4-FFF2-40B4-BE49-F238E27FC236}">
                <a16:creationId xmlns:a16="http://schemas.microsoft.com/office/drawing/2014/main" id="{F476B572-76A5-4AC9-92CF-F051E8A0BC8C}"/>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1177943" name="Straight Connector 167498950">
            <a:extLst xmlns:a="http://schemas.openxmlformats.org/drawingml/2006/main">
              <a:ext uri="{FF2B5EF4-FFF2-40B4-BE49-F238E27FC236}">
                <a16:creationId xmlns:a16="http://schemas.microsoft.com/office/drawing/2014/main" id="{FF1AFA90-2C3C-4510-BDBF-52AC417C697F}"/>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679950" name="Oval 1159963357">
            <a:extLst xmlns:a="http://schemas.openxmlformats.org/drawingml/2006/main">
              <a:ext uri="{FF2B5EF4-FFF2-40B4-BE49-F238E27FC236}">
                <a16:creationId xmlns:a16="http://schemas.microsoft.com/office/drawing/2014/main" id="{03832C1D-9672-41A6-8C26-910B9C4633E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5700849" name="Straight Connector 1986469558">
            <a:extLst xmlns:a="http://schemas.openxmlformats.org/drawingml/2006/main">
              <a:ext uri="{FF2B5EF4-FFF2-40B4-BE49-F238E27FC236}">
                <a16:creationId xmlns:a16="http://schemas.microsoft.com/office/drawing/2014/main" id="{0F89CA44-7001-49E3-9CB6-B1BD27E357A4}"/>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6239831" name="Oval 1145200305">
            <a:extLst xmlns:a="http://schemas.openxmlformats.org/drawingml/2006/main">
              <a:ext uri="{FF2B5EF4-FFF2-40B4-BE49-F238E27FC236}">
                <a16:creationId xmlns:a16="http://schemas.microsoft.com/office/drawing/2014/main" id="{5B2D0C7E-B3D5-488C-A816-0BF23AA108E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288688" name="Straight Connector 1746813433">
            <a:extLst xmlns:a="http://schemas.openxmlformats.org/drawingml/2006/main">
              <a:ext uri="{FF2B5EF4-FFF2-40B4-BE49-F238E27FC236}">
                <a16:creationId xmlns:a16="http://schemas.microsoft.com/office/drawing/2014/main" id="{6B907A32-81B7-4CC0-959E-FD3CDE75E460}"/>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613116" name="Oval 2137688682">
            <a:extLst xmlns:a="http://schemas.openxmlformats.org/drawingml/2006/main">
              <a:ext uri="{FF2B5EF4-FFF2-40B4-BE49-F238E27FC236}">
                <a16:creationId xmlns:a16="http://schemas.microsoft.com/office/drawing/2014/main" id="{80E7B60B-0C60-4B4A-B4A1-14B856EB6B34}"/>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8872652" name="Straight Connector 696285493">
            <a:extLst xmlns:a="http://schemas.openxmlformats.org/drawingml/2006/main">
              <a:ext uri="{FF2B5EF4-FFF2-40B4-BE49-F238E27FC236}">
                <a16:creationId xmlns:a16="http://schemas.microsoft.com/office/drawing/2014/main" id="{13733043-6F6D-4D0A-AF47-FD96A24D3793}"/>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8022742" name="Oval 1445698389">
            <a:extLst xmlns:a="http://schemas.openxmlformats.org/drawingml/2006/main">
              <a:ext uri="{FF2B5EF4-FFF2-40B4-BE49-F238E27FC236}">
                <a16:creationId xmlns:a16="http://schemas.microsoft.com/office/drawing/2014/main" id="{9261BA62-9993-477E-B450-B27CD7FA6042}"/>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4685909" name="Rectangle 1506024003">
            <a:extLst xmlns:a="http://schemas.openxmlformats.org/drawingml/2006/main">
              <a:ext uri="{FF2B5EF4-FFF2-40B4-BE49-F238E27FC236}">
                <a16:creationId xmlns:a16="http://schemas.microsoft.com/office/drawing/2014/main" id="{B0179D77-D1BD-45FE-925A-0FDFC582B774}"/>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2099173443" name="Rectangle 340544592">
            <a:extLst xmlns:a="http://schemas.openxmlformats.org/drawingml/2006/main">
              <a:ext uri="{FF2B5EF4-FFF2-40B4-BE49-F238E27FC236}">
                <a16:creationId xmlns:a16="http://schemas.microsoft.com/office/drawing/2014/main" id="{5669DD3F-8CC9-4F65-938C-F0E23AC264E4}"/>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117036893" name="Rectangle 191215672">
            <a:extLst xmlns:a="http://schemas.openxmlformats.org/drawingml/2006/main">
              <a:ext uri="{FF2B5EF4-FFF2-40B4-BE49-F238E27FC236}">
                <a16:creationId xmlns:a16="http://schemas.microsoft.com/office/drawing/2014/main" id="{124CD802-5D62-4530-9392-B1C40EED793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a:t>
            </a:r>
          </a:p>
        </p:txBody>
      </p:sp>
      <p:sp>
        <p:nvSpPr>
          <p:cNvPr id="2110737791" name="Straight Connector 523934700">
            <a:extLst xmlns:a="http://schemas.openxmlformats.org/drawingml/2006/main">
              <a:ext uri="{FF2B5EF4-FFF2-40B4-BE49-F238E27FC236}">
                <a16:creationId xmlns:a16="http://schemas.microsoft.com/office/drawing/2014/main" id="{8D51BA43-C2F5-4060-9E86-B862DD11DD82}"/>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87901806"/>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71259515" name="Rectangle 764921179">
            <a:extLst xmlns:a="http://schemas.openxmlformats.org/drawingml/2006/main">
              <a:ext uri="{FF2B5EF4-FFF2-40B4-BE49-F238E27FC236}">
                <a16:creationId xmlns:a16="http://schemas.microsoft.com/office/drawing/2014/main" id="{7DD2F820-6C23-4357-8947-5A631996535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736669761" name="Rectangle 1306971651">
            <a:extLst xmlns:a="http://schemas.openxmlformats.org/drawingml/2006/main">
              <a:ext uri="{FF2B5EF4-FFF2-40B4-BE49-F238E27FC236}">
                <a16:creationId xmlns:a16="http://schemas.microsoft.com/office/drawing/2014/main" id="{BA8D9D6F-8A6C-4FAB-B90B-576C21F3F2C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593023862" name="Rectangle: Rounded Corners 1651333515">
            <a:extLst xmlns:a="http://schemas.openxmlformats.org/drawingml/2006/main">
              <a:ext uri="{FF2B5EF4-FFF2-40B4-BE49-F238E27FC236}">
                <a16:creationId xmlns:a16="http://schemas.microsoft.com/office/drawing/2014/main" id="{1B566C12-F335-455F-9D7A-E8EC830EDB0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23095464"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9ee51c211bff4fd2"/>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79536663" name="Straight Connector 673215582">
            <a:extLst xmlns:a="http://schemas.openxmlformats.org/drawingml/2006/main">
              <a:ext uri="{FF2B5EF4-FFF2-40B4-BE49-F238E27FC236}">
                <a16:creationId xmlns:a16="http://schemas.microsoft.com/office/drawing/2014/main" id="{D21B0532-6542-41A1-A92B-C0C36F9AF619}"/>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2393921" name="Straight Connector 1831783794">
            <a:extLst xmlns:a="http://schemas.openxmlformats.org/drawingml/2006/main">
              <a:ext uri="{FF2B5EF4-FFF2-40B4-BE49-F238E27FC236}">
                <a16:creationId xmlns:a16="http://schemas.microsoft.com/office/drawing/2014/main" id="{F97D9604-8708-4101-A011-22758F740CA7}"/>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3339374" name="Rectangle: Rounded Corners 1519439690">
            <a:extLst xmlns:a="http://schemas.openxmlformats.org/drawingml/2006/main">
              <a:ext uri="{FF2B5EF4-FFF2-40B4-BE49-F238E27FC236}">
                <a16:creationId xmlns:a16="http://schemas.microsoft.com/office/drawing/2014/main" id="{42897EA4-872F-482A-BD4C-771987ED8179}"/>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035962418" name="Rectangle 1880411001">
            <a:extLst xmlns:a="http://schemas.openxmlformats.org/drawingml/2006/main">
              <a:ext uri="{FF2B5EF4-FFF2-40B4-BE49-F238E27FC236}">
                <a16:creationId xmlns:a16="http://schemas.microsoft.com/office/drawing/2014/main" id="{A0142C2F-7162-4315-BF5A-56686EFCEEF7}"/>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045472459" name="Straight Connector 63070562">
            <a:extLst xmlns:a="http://schemas.openxmlformats.org/drawingml/2006/main">
              <a:ext uri="{FF2B5EF4-FFF2-40B4-BE49-F238E27FC236}">
                <a16:creationId xmlns:a16="http://schemas.microsoft.com/office/drawing/2014/main" id="{182E843E-0682-4065-B93C-11CB38DEE012}"/>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608137" name="Oval 723606972">
            <a:extLst xmlns:a="http://schemas.openxmlformats.org/drawingml/2006/main">
              <a:ext uri="{FF2B5EF4-FFF2-40B4-BE49-F238E27FC236}">
                <a16:creationId xmlns:a16="http://schemas.microsoft.com/office/drawing/2014/main" id="{67DEB584-9333-43C6-8092-A3CC810FF88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5882313" name="Straight Connector 1295429066">
            <a:extLst xmlns:a="http://schemas.openxmlformats.org/drawingml/2006/main">
              <a:ext uri="{FF2B5EF4-FFF2-40B4-BE49-F238E27FC236}">
                <a16:creationId xmlns:a16="http://schemas.microsoft.com/office/drawing/2014/main" id="{57031058-E78A-4A2D-8A06-F6889AAE8183}"/>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8534907" name="Oval 8682068">
            <a:extLst xmlns:a="http://schemas.openxmlformats.org/drawingml/2006/main">
              <a:ext uri="{FF2B5EF4-FFF2-40B4-BE49-F238E27FC236}">
                <a16:creationId xmlns:a16="http://schemas.microsoft.com/office/drawing/2014/main" id="{3EEF85EC-3E10-440A-8253-CC5B444DD4EF}"/>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507105" name="Straight Connector 2139346071">
            <a:extLst xmlns:a="http://schemas.openxmlformats.org/drawingml/2006/main">
              <a:ext uri="{FF2B5EF4-FFF2-40B4-BE49-F238E27FC236}">
                <a16:creationId xmlns:a16="http://schemas.microsoft.com/office/drawing/2014/main" id="{7B2508A1-DC14-416C-AC2C-D8932976EED7}"/>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2466489" name="Oval 2066189596">
            <a:extLst xmlns:a="http://schemas.openxmlformats.org/drawingml/2006/main">
              <a:ext uri="{FF2B5EF4-FFF2-40B4-BE49-F238E27FC236}">
                <a16:creationId xmlns:a16="http://schemas.microsoft.com/office/drawing/2014/main" id="{E2FE002C-DC97-4E91-9879-552A20DE04A0}"/>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3095459" name="Straight Connector 272593582">
            <a:extLst xmlns:a="http://schemas.openxmlformats.org/drawingml/2006/main">
              <a:ext uri="{FF2B5EF4-FFF2-40B4-BE49-F238E27FC236}">
                <a16:creationId xmlns:a16="http://schemas.microsoft.com/office/drawing/2014/main" id="{FB73B18A-9A26-4330-8001-22C7F21EFDD8}"/>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6478316" name="Oval 134232463">
            <a:extLst xmlns:a="http://schemas.openxmlformats.org/drawingml/2006/main">
              <a:ext uri="{FF2B5EF4-FFF2-40B4-BE49-F238E27FC236}">
                <a16:creationId xmlns:a16="http://schemas.microsoft.com/office/drawing/2014/main" id="{4F410E4E-F282-4A51-B5F6-1CF5EC4B0138}"/>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3486319" name="Straight Connector 775049891">
            <a:extLst xmlns:a="http://schemas.openxmlformats.org/drawingml/2006/main">
              <a:ext uri="{FF2B5EF4-FFF2-40B4-BE49-F238E27FC236}">
                <a16:creationId xmlns:a16="http://schemas.microsoft.com/office/drawing/2014/main" id="{1693BB3F-D6A5-4F36-926F-904638A04067}"/>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5705812" name="Oval 1072269508">
            <a:extLst xmlns:a="http://schemas.openxmlformats.org/drawingml/2006/main">
              <a:ext uri="{FF2B5EF4-FFF2-40B4-BE49-F238E27FC236}">
                <a16:creationId xmlns:a16="http://schemas.microsoft.com/office/drawing/2014/main" id="{41CECC5E-797B-473A-AB47-E98E8EED515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5595301" name="Straight Connector 982061214">
            <a:extLst xmlns:a="http://schemas.openxmlformats.org/drawingml/2006/main">
              <a:ext uri="{FF2B5EF4-FFF2-40B4-BE49-F238E27FC236}">
                <a16:creationId xmlns:a16="http://schemas.microsoft.com/office/drawing/2014/main" id="{09589296-CE6C-4558-84DB-5257FEA5B72D}"/>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5007090" name="Oval 1509233170">
            <a:extLst xmlns:a="http://schemas.openxmlformats.org/drawingml/2006/main">
              <a:ext uri="{FF2B5EF4-FFF2-40B4-BE49-F238E27FC236}">
                <a16:creationId xmlns:a16="http://schemas.microsoft.com/office/drawing/2014/main" id="{E8944CD4-CDB0-49B0-A524-69BA4728D8F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6137245" name="Rectangle 835713909">
            <a:extLst xmlns:a="http://schemas.openxmlformats.org/drawingml/2006/main">
              <a:ext uri="{FF2B5EF4-FFF2-40B4-BE49-F238E27FC236}">
                <a16:creationId xmlns:a16="http://schemas.microsoft.com/office/drawing/2014/main" id="{D0115107-5048-48EC-BD28-C496B6EB3C84}"/>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02534435" name="Rectangle 891411324">
            <a:extLst xmlns:a="http://schemas.openxmlformats.org/drawingml/2006/main">
              <a:ext uri="{FF2B5EF4-FFF2-40B4-BE49-F238E27FC236}">
                <a16:creationId xmlns:a16="http://schemas.microsoft.com/office/drawing/2014/main" id="{A89FD945-C87C-4DDF-B73F-B422A66DF3D0}"/>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93804891" name="Rectangle 1615394469">
            <a:extLst xmlns:a="http://schemas.openxmlformats.org/drawingml/2006/main">
              <a:ext uri="{FF2B5EF4-FFF2-40B4-BE49-F238E27FC236}">
                <a16:creationId xmlns:a16="http://schemas.microsoft.com/office/drawing/2014/main" id="{3D0206B6-B2D4-4ECF-BE9A-1989D6033F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a:t>
            </a:r>
          </a:p>
        </p:txBody>
      </p:sp>
      <p:sp>
        <p:nvSpPr>
          <p:cNvPr id="1855964106" name="solidguide_flipV">
            <a:extLst xmlns:a="http://schemas.openxmlformats.org/drawingml/2006/main">
              <a:ext uri="{FF2B5EF4-FFF2-40B4-BE49-F238E27FC236}">
                <a16:creationId xmlns:a16="http://schemas.microsoft.com/office/drawing/2014/main" id="{997EA5FF-6D94-40FC-A339-420684DBEE45}"/>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13786411"/>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5360046" name="Rectangle 810486817">
            <a:extLst xmlns:a="http://schemas.openxmlformats.org/drawingml/2006/main">
              <a:ext uri="{FF2B5EF4-FFF2-40B4-BE49-F238E27FC236}">
                <a16:creationId xmlns:a16="http://schemas.microsoft.com/office/drawing/2014/main" id="{2732DA53-1C4C-4E33-A49E-A5E3DCE6626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572197020" name="Rectangle 1387195607">
            <a:extLst xmlns:a="http://schemas.openxmlformats.org/drawingml/2006/main">
              <a:ext uri="{FF2B5EF4-FFF2-40B4-BE49-F238E27FC236}">
                <a16:creationId xmlns:a16="http://schemas.microsoft.com/office/drawing/2014/main" id="{60EB66EE-1DC1-418E-AD98-07CB5B3DA10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1592556582" name="Rectangle: Rounded Corners 2010506367">
            <a:extLst xmlns:a="http://schemas.openxmlformats.org/drawingml/2006/main">
              <a:ext uri="{FF2B5EF4-FFF2-40B4-BE49-F238E27FC236}">
                <a16:creationId xmlns:a16="http://schemas.microsoft.com/office/drawing/2014/main" id="{5F0DBC26-7ADC-4734-A1BD-0895D18A63B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8537880"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0c5f8486fe2f4517"/>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93675855" name="Straight Connector 1226520373">
            <a:extLst xmlns:a="http://schemas.openxmlformats.org/drawingml/2006/main">
              <a:ext uri="{FF2B5EF4-FFF2-40B4-BE49-F238E27FC236}">
                <a16:creationId xmlns:a16="http://schemas.microsoft.com/office/drawing/2014/main" id="{14B97089-AF16-465E-A016-B6684195A588}"/>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3528015" name="Straight Connector 1752169602">
            <a:extLst xmlns:a="http://schemas.openxmlformats.org/drawingml/2006/main">
              <a:ext uri="{FF2B5EF4-FFF2-40B4-BE49-F238E27FC236}">
                <a16:creationId xmlns:a16="http://schemas.microsoft.com/office/drawing/2014/main" id="{3C1D2182-DC9C-4EC5-BE17-12799348661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8249479" name="Rectangle: Rounded Corners 917000957">
            <a:extLst xmlns:a="http://schemas.openxmlformats.org/drawingml/2006/main">
              <a:ext uri="{FF2B5EF4-FFF2-40B4-BE49-F238E27FC236}">
                <a16:creationId xmlns:a16="http://schemas.microsoft.com/office/drawing/2014/main" id="{01AF87F2-985C-4D75-981E-C45B83763666}"/>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350769000" name="Rectangle 835812764">
            <a:extLst xmlns:a="http://schemas.openxmlformats.org/drawingml/2006/main">
              <a:ext uri="{FF2B5EF4-FFF2-40B4-BE49-F238E27FC236}">
                <a16:creationId xmlns:a16="http://schemas.microsoft.com/office/drawing/2014/main" id="{373EE675-7901-48CC-BCBA-B1EC9978DF87}"/>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815823045" name="Straight Connector 1136040176">
            <a:extLst xmlns:a="http://schemas.openxmlformats.org/drawingml/2006/main">
              <a:ext uri="{FF2B5EF4-FFF2-40B4-BE49-F238E27FC236}">
                <a16:creationId xmlns:a16="http://schemas.microsoft.com/office/drawing/2014/main" id="{371F5BDD-1B48-4B9A-AA40-AEDBDC4FDD52}"/>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7913727" name="Oval 583075002">
            <a:extLst xmlns:a="http://schemas.openxmlformats.org/drawingml/2006/main">
              <a:ext uri="{FF2B5EF4-FFF2-40B4-BE49-F238E27FC236}">
                <a16:creationId xmlns:a16="http://schemas.microsoft.com/office/drawing/2014/main" id="{6EE44418-C60D-4B18-A92E-FAB69B120C5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1519608" name="Straight Connector 337929435">
            <a:extLst xmlns:a="http://schemas.openxmlformats.org/drawingml/2006/main">
              <a:ext uri="{FF2B5EF4-FFF2-40B4-BE49-F238E27FC236}">
                <a16:creationId xmlns:a16="http://schemas.microsoft.com/office/drawing/2014/main" id="{FA168917-7162-42EC-838D-B0AE850D7454}"/>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6032387" name="Oval 2108938194">
            <a:extLst xmlns:a="http://schemas.openxmlformats.org/drawingml/2006/main">
              <a:ext uri="{FF2B5EF4-FFF2-40B4-BE49-F238E27FC236}">
                <a16:creationId xmlns:a16="http://schemas.microsoft.com/office/drawing/2014/main" id="{26B77A08-D389-4D76-8C99-C275073EFE80}"/>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8537875" name="Straight Connector 1089038474">
            <a:extLst xmlns:a="http://schemas.openxmlformats.org/drawingml/2006/main">
              <a:ext uri="{FF2B5EF4-FFF2-40B4-BE49-F238E27FC236}">
                <a16:creationId xmlns:a16="http://schemas.microsoft.com/office/drawing/2014/main" id="{A7ACAA1D-AAA2-44E3-BE56-8710413E05E2}"/>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7305071" name="Oval 344103133">
            <a:extLst xmlns:a="http://schemas.openxmlformats.org/drawingml/2006/main">
              <a:ext uri="{FF2B5EF4-FFF2-40B4-BE49-F238E27FC236}">
                <a16:creationId xmlns:a16="http://schemas.microsoft.com/office/drawing/2014/main" id="{888B52F9-FC50-4603-A0CA-1A111349E537}"/>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9960512" name="Straight Connector 116319933">
            <a:extLst xmlns:a="http://schemas.openxmlformats.org/drawingml/2006/main">
              <a:ext uri="{FF2B5EF4-FFF2-40B4-BE49-F238E27FC236}">
                <a16:creationId xmlns:a16="http://schemas.microsoft.com/office/drawing/2014/main" id="{CE84B5CC-A9C5-403C-B916-41E91C7909B7}"/>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416968" name="Oval 1497503668">
            <a:extLst xmlns:a="http://schemas.openxmlformats.org/drawingml/2006/main">
              <a:ext uri="{FF2B5EF4-FFF2-40B4-BE49-F238E27FC236}">
                <a16:creationId xmlns:a16="http://schemas.microsoft.com/office/drawing/2014/main" id="{918A19DF-D7EE-4D54-ABFE-1CDA8C1BEBA7}"/>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7912996" name="Straight Connector 1398652273">
            <a:extLst xmlns:a="http://schemas.openxmlformats.org/drawingml/2006/main">
              <a:ext uri="{FF2B5EF4-FFF2-40B4-BE49-F238E27FC236}">
                <a16:creationId xmlns:a16="http://schemas.microsoft.com/office/drawing/2014/main" id="{379A5285-BE2C-403F-8359-2B1D7BD75B77}"/>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5709126" name="Oval 1635056806">
            <a:extLst xmlns:a="http://schemas.openxmlformats.org/drawingml/2006/main">
              <a:ext uri="{FF2B5EF4-FFF2-40B4-BE49-F238E27FC236}">
                <a16:creationId xmlns:a16="http://schemas.microsoft.com/office/drawing/2014/main" id="{556948B8-DBB1-4D8C-AFA8-BEA4E9D245D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2905749" name="Straight Connector 1900162545">
            <a:extLst xmlns:a="http://schemas.openxmlformats.org/drawingml/2006/main">
              <a:ext uri="{FF2B5EF4-FFF2-40B4-BE49-F238E27FC236}">
                <a16:creationId xmlns:a16="http://schemas.microsoft.com/office/drawing/2014/main" id="{F39326FB-A025-44AD-A062-23845641C43A}"/>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7500767" name="Oval 781560171">
            <a:extLst xmlns:a="http://schemas.openxmlformats.org/drawingml/2006/main">
              <a:ext uri="{FF2B5EF4-FFF2-40B4-BE49-F238E27FC236}">
                <a16:creationId xmlns:a16="http://schemas.microsoft.com/office/drawing/2014/main" id="{2FA5F59E-01F4-4E1E-8A61-C3B39F56EA78}"/>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5117646" name="Rectangle 1575462251">
            <a:extLst xmlns:a="http://schemas.openxmlformats.org/drawingml/2006/main">
              <a:ext uri="{FF2B5EF4-FFF2-40B4-BE49-F238E27FC236}">
                <a16:creationId xmlns:a16="http://schemas.microsoft.com/office/drawing/2014/main" id="{F90126C3-1C3A-4A82-9194-568510C7DDF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788934288" name="Rectangle 1355267839">
            <a:extLst xmlns:a="http://schemas.openxmlformats.org/drawingml/2006/main">
              <a:ext uri="{FF2B5EF4-FFF2-40B4-BE49-F238E27FC236}">
                <a16:creationId xmlns:a16="http://schemas.microsoft.com/office/drawing/2014/main" id="{265D515D-FB21-4B5F-AF8A-6FD5935D71C6}"/>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069910007" name="Rectangle 1311817854">
            <a:extLst xmlns:a="http://schemas.openxmlformats.org/drawingml/2006/main">
              <a:ext uri="{FF2B5EF4-FFF2-40B4-BE49-F238E27FC236}">
                <a16:creationId xmlns:a16="http://schemas.microsoft.com/office/drawing/2014/main" id="{3D57BDD4-39B3-49EB-A5C4-B87A2900344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a:t>
            </a:r>
          </a:p>
        </p:txBody>
      </p:sp>
      <p:sp>
        <p:nvSpPr>
          <p:cNvPr id="1579713778" name="solidguide_flipV">
            <a:extLst xmlns:a="http://schemas.openxmlformats.org/drawingml/2006/main">
              <a:ext uri="{FF2B5EF4-FFF2-40B4-BE49-F238E27FC236}">
                <a16:creationId xmlns:a16="http://schemas.microsoft.com/office/drawing/2014/main" id="{C2A84ABF-ED33-45FF-934B-6460819F7FB9}"/>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68386240"/>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41600776" name="Rectangle 896921065">
            <a:extLst xmlns:a="http://schemas.openxmlformats.org/drawingml/2006/main">
              <a:ext uri="{FF2B5EF4-FFF2-40B4-BE49-F238E27FC236}">
                <a16:creationId xmlns:a16="http://schemas.microsoft.com/office/drawing/2014/main" id="{224F0A80-2C6A-4B91-A8D9-B66F490DA9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525479522" name="Rectangle 873289791">
            <a:extLst xmlns:a="http://schemas.openxmlformats.org/drawingml/2006/main">
              <a:ext uri="{FF2B5EF4-FFF2-40B4-BE49-F238E27FC236}">
                <a16:creationId xmlns:a16="http://schemas.microsoft.com/office/drawing/2014/main" id="{424B5827-90AF-45AA-82AC-1A23F537761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239445810" name="Rectangle: Rounded Corners 1535529518">
            <a:extLst xmlns:a="http://schemas.openxmlformats.org/drawingml/2006/main">
              <a:ext uri="{FF2B5EF4-FFF2-40B4-BE49-F238E27FC236}">
                <a16:creationId xmlns:a16="http://schemas.microsoft.com/office/drawing/2014/main" id="{5543A01B-3B50-4382-9F2C-407B1A0933D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8882656" name="Straight Connector 56707613">
            <a:extLst xmlns:a="http://schemas.openxmlformats.org/drawingml/2006/main">
              <a:ext uri="{FF2B5EF4-FFF2-40B4-BE49-F238E27FC236}">
                <a16:creationId xmlns:a16="http://schemas.microsoft.com/office/drawing/2014/main" id="{2EAFD22E-0649-44FE-9C7C-82C0138E63E4}"/>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5767729" name="Straight Connector 1473988392">
            <a:extLst xmlns:a="http://schemas.openxmlformats.org/drawingml/2006/main">
              <a:ext uri="{FF2B5EF4-FFF2-40B4-BE49-F238E27FC236}">
                <a16:creationId xmlns:a16="http://schemas.microsoft.com/office/drawing/2014/main" id="{5571E491-4CD1-435A-BE97-FE4A07EAEDD2}"/>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776655" name="Rectangle 1804586365">
            <a:extLst xmlns:a="http://schemas.openxmlformats.org/drawingml/2006/main">
              <a:ext uri="{FF2B5EF4-FFF2-40B4-BE49-F238E27FC236}">
                <a16:creationId xmlns:a16="http://schemas.microsoft.com/office/drawing/2014/main" id="{F8EDB5A0-E598-4387-835C-4240A50DEAD7}"/>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74800367" name="Rectangle 1864669960">
            <a:extLst xmlns:a="http://schemas.openxmlformats.org/drawingml/2006/main">
              <a:ext uri="{FF2B5EF4-FFF2-40B4-BE49-F238E27FC236}">
                <a16:creationId xmlns:a16="http://schemas.microsoft.com/office/drawing/2014/main" id="{12607E34-CD8C-4A27-90FE-299AFCD057AE}"/>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282656672" name="Oval 1888914903">
            <a:extLst xmlns:a="http://schemas.openxmlformats.org/drawingml/2006/main">
              <a:ext uri="{FF2B5EF4-FFF2-40B4-BE49-F238E27FC236}">
                <a16:creationId xmlns:a16="http://schemas.microsoft.com/office/drawing/2014/main" id="{6C0FA4A7-EEBE-416D-B727-6B6CC0E0907E}"/>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7796825" name="Oval 832749497">
            <a:extLst xmlns:a="http://schemas.openxmlformats.org/drawingml/2006/main">
              <a:ext uri="{FF2B5EF4-FFF2-40B4-BE49-F238E27FC236}">
                <a16:creationId xmlns:a16="http://schemas.microsoft.com/office/drawing/2014/main" id="{9BB97ADF-9AF7-4BE7-8F83-9EA883F7142D}"/>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6069941" name="Oval 2073900984">
            <a:extLst xmlns:a="http://schemas.openxmlformats.org/drawingml/2006/main">
              <a:ext uri="{FF2B5EF4-FFF2-40B4-BE49-F238E27FC236}">
                <a16:creationId xmlns:a16="http://schemas.microsoft.com/office/drawing/2014/main" id="{36577BB2-D80F-44FD-97E3-7A93926CF180}"/>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0272342" name="Oval 1025225897">
            <a:extLst xmlns:a="http://schemas.openxmlformats.org/drawingml/2006/main">
              <a:ext uri="{FF2B5EF4-FFF2-40B4-BE49-F238E27FC236}">
                <a16:creationId xmlns:a16="http://schemas.microsoft.com/office/drawing/2014/main" id="{FE06B75E-C40D-4F42-870D-3DEA98DEAA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653557" name="Oval 393992283">
            <a:extLst xmlns:a="http://schemas.openxmlformats.org/drawingml/2006/main">
              <a:ext uri="{FF2B5EF4-FFF2-40B4-BE49-F238E27FC236}">
                <a16:creationId xmlns:a16="http://schemas.microsoft.com/office/drawing/2014/main" id="{F1FC451B-C5D2-4999-93B1-F6DCA023ABC6}"/>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780559" name="Oval 1602577504">
            <a:extLst xmlns:a="http://schemas.openxmlformats.org/drawingml/2006/main">
              <a:ext uri="{FF2B5EF4-FFF2-40B4-BE49-F238E27FC236}">
                <a16:creationId xmlns:a16="http://schemas.microsoft.com/office/drawing/2014/main" id="{A9808CE2-F845-4D07-945B-D8910C367251}"/>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9250414" name="Oval 1371923820">
            <a:extLst xmlns:a="http://schemas.openxmlformats.org/drawingml/2006/main">
              <a:ext uri="{FF2B5EF4-FFF2-40B4-BE49-F238E27FC236}">
                <a16:creationId xmlns:a16="http://schemas.microsoft.com/office/drawing/2014/main" id="{4347DA81-C225-4785-8936-325BFD5C59E3}"/>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3215900" name="Oval 1753025884">
            <a:extLst xmlns:a="http://schemas.openxmlformats.org/drawingml/2006/main">
              <a:ext uri="{FF2B5EF4-FFF2-40B4-BE49-F238E27FC236}">
                <a16:creationId xmlns:a16="http://schemas.microsoft.com/office/drawing/2014/main" id="{BE40A0F6-F2EE-40BD-8403-E74C219CEC90}"/>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9094785" name="Oval 1468286775">
            <a:extLst xmlns:a="http://schemas.openxmlformats.org/drawingml/2006/main">
              <a:ext uri="{FF2B5EF4-FFF2-40B4-BE49-F238E27FC236}">
                <a16:creationId xmlns:a16="http://schemas.microsoft.com/office/drawing/2014/main" id="{9F576224-30AA-4803-AFD0-0BCD7B56578A}"/>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3074832" name="Oval 1303532533">
            <a:extLst xmlns:a="http://schemas.openxmlformats.org/drawingml/2006/main">
              <a:ext uri="{FF2B5EF4-FFF2-40B4-BE49-F238E27FC236}">
                <a16:creationId xmlns:a16="http://schemas.microsoft.com/office/drawing/2014/main" id="{4F8F40F3-97F0-4753-8CFB-18BBEC54AA99}"/>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8104552" name="Oval 1098580289">
            <a:extLst xmlns:a="http://schemas.openxmlformats.org/drawingml/2006/main">
              <a:ext uri="{FF2B5EF4-FFF2-40B4-BE49-F238E27FC236}">
                <a16:creationId xmlns:a16="http://schemas.microsoft.com/office/drawing/2014/main" id="{DF32DD74-82A6-4614-A475-F4AC0E7E976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2150639" name="Oval 747856202">
            <a:extLst xmlns:a="http://schemas.openxmlformats.org/drawingml/2006/main">
              <a:ext uri="{FF2B5EF4-FFF2-40B4-BE49-F238E27FC236}">
                <a16:creationId xmlns:a16="http://schemas.microsoft.com/office/drawing/2014/main" id="{B05BE676-1341-4F80-9B00-2A0864A0E6D6}"/>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9729612" name="Oval 1515170768">
            <a:extLst xmlns:a="http://schemas.openxmlformats.org/drawingml/2006/main">
              <a:ext uri="{FF2B5EF4-FFF2-40B4-BE49-F238E27FC236}">
                <a16:creationId xmlns:a16="http://schemas.microsoft.com/office/drawing/2014/main" id="{17EB5CFA-5712-488C-997A-AD76C237C4F1}"/>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6691021" name="Oval 758272404">
            <a:extLst xmlns:a="http://schemas.openxmlformats.org/drawingml/2006/main">
              <a:ext uri="{FF2B5EF4-FFF2-40B4-BE49-F238E27FC236}">
                <a16:creationId xmlns:a16="http://schemas.microsoft.com/office/drawing/2014/main" id="{F72593CF-7DDD-4B44-869C-42B91B9CBF49}"/>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0381983" name="Oval 539647180">
            <a:extLst xmlns:a="http://schemas.openxmlformats.org/drawingml/2006/main">
              <a:ext uri="{FF2B5EF4-FFF2-40B4-BE49-F238E27FC236}">
                <a16:creationId xmlns:a16="http://schemas.microsoft.com/office/drawing/2014/main" id="{52B94230-FF5C-468E-B4FC-A86F44B7EBAF}"/>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4660605" name="Oval 382130369">
            <a:extLst xmlns:a="http://schemas.openxmlformats.org/drawingml/2006/main">
              <a:ext uri="{FF2B5EF4-FFF2-40B4-BE49-F238E27FC236}">
                <a16:creationId xmlns:a16="http://schemas.microsoft.com/office/drawing/2014/main" id="{6BFE7A79-DD92-4913-8E0D-7D59CF9878C5}"/>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4261948" name="Oval 347626963">
            <a:extLst xmlns:a="http://schemas.openxmlformats.org/drawingml/2006/main">
              <a:ext uri="{FF2B5EF4-FFF2-40B4-BE49-F238E27FC236}">
                <a16:creationId xmlns:a16="http://schemas.microsoft.com/office/drawing/2014/main" id="{A236EBAA-8475-4759-AEA9-0A6C5E655858}"/>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8289989" name="Rectangle: Rounded Corners 1734367546">
            <a:extLst xmlns:a="http://schemas.openxmlformats.org/drawingml/2006/main">
              <a:ext uri="{FF2B5EF4-FFF2-40B4-BE49-F238E27FC236}">
                <a16:creationId xmlns:a16="http://schemas.microsoft.com/office/drawing/2014/main" id="{940134BE-CAE7-4C68-AA3A-4707C17391AF}"/>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931719142" name="Rectangle: Rounded Corners 1497716320">
            <a:extLst xmlns:a="http://schemas.openxmlformats.org/drawingml/2006/main">
              <a:ext uri="{FF2B5EF4-FFF2-40B4-BE49-F238E27FC236}">
                <a16:creationId xmlns:a16="http://schemas.microsoft.com/office/drawing/2014/main" id="{50E3885E-944D-4F23-A430-9FFEECA726EF}"/>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076554020" name="Rectangle: Rounded Corners 119055209">
            <a:extLst xmlns:a="http://schemas.openxmlformats.org/drawingml/2006/main">
              <a:ext uri="{FF2B5EF4-FFF2-40B4-BE49-F238E27FC236}">
                <a16:creationId xmlns:a16="http://schemas.microsoft.com/office/drawing/2014/main" id="{CFB2BAC3-BCB6-4CAF-8C50-BBC4D1788416}"/>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082223993" name="Rectangle 1782549367">
            <a:extLst xmlns:a="http://schemas.openxmlformats.org/drawingml/2006/main">
              <a:ext uri="{FF2B5EF4-FFF2-40B4-BE49-F238E27FC236}">
                <a16:creationId xmlns:a16="http://schemas.microsoft.com/office/drawing/2014/main" id="{2B062B14-1FE3-4441-86F5-7D29A77DA3C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330332420" name="Rectangle 1717240199">
            <a:extLst xmlns:a="http://schemas.openxmlformats.org/drawingml/2006/main">
              <a:ext uri="{FF2B5EF4-FFF2-40B4-BE49-F238E27FC236}">
                <a16:creationId xmlns:a16="http://schemas.microsoft.com/office/drawing/2014/main" id="{56EFF2AC-6774-4584-A825-DF76424A78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a:t>
            </a:r>
          </a:p>
        </p:txBody>
      </p:sp>
      <p:sp>
        <p:nvSpPr>
          <p:cNvPr id="660009718" name="solidguide_flipV">
            <a:extLst xmlns:a="http://schemas.openxmlformats.org/drawingml/2006/main">
              <a:ext uri="{FF2B5EF4-FFF2-40B4-BE49-F238E27FC236}">
                <a16:creationId xmlns:a16="http://schemas.microsoft.com/office/drawing/2014/main" id="{08A17692-930A-4BEB-AFC2-BF4A793E6F4D}"/>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41587710"/>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97954225" name="Rectangle 876043219">
            <a:extLst xmlns:a="http://schemas.openxmlformats.org/drawingml/2006/main">
              <a:ext uri="{FF2B5EF4-FFF2-40B4-BE49-F238E27FC236}">
                <a16:creationId xmlns:a16="http://schemas.microsoft.com/office/drawing/2014/main" id="{3693E4D4-405E-4A14-B599-5D4D8F6D18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45631998" name="Rectangle 1970303406">
            <a:extLst xmlns:a="http://schemas.openxmlformats.org/drawingml/2006/main">
              <a:ext uri="{FF2B5EF4-FFF2-40B4-BE49-F238E27FC236}">
                <a16:creationId xmlns:a16="http://schemas.microsoft.com/office/drawing/2014/main" id="{9E7B62B0-EBAA-4236-9D2F-0B461C38731C}"/>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472280616" name="Rectangle: Rounded Corners 1375366023">
            <a:extLst xmlns:a="http://schemas.openxmlformats.org/drawingml/2006/main">
              <a:ext uri="{FF2B5EF4-FFF2-40B4-BE49-F238E27FC236}">
                <a16:creationId xmlns:a16="http://schemas.microsoft.com/office/drawing/2014/main" id="{74A00B58-4632-4A2C-A98B-4ECDA53CD4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073862" name="Straight Connector 1537688957">
            <a:extLst xmlns:a="http://schemas.openxmlformats.org/drawingml/2006/main">
              <a:ext uri="{FF2B5EF4-FFF2-40B4-BE49-F238E27FC236}">
                <a16:creationId xmlns:a16="http://schemas.microsoft.com/office/drawing/2014/main" id="{82EE7084-2F84-4E8A-9F5C-7B0C7EA9E042}"/>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9605465" name="Straight Connector 2007704337">
            <a:extLst xmlns:a="http://schemas.openxmlformats.org/drawingml/2006/main">
              <a:ext uri="{FF2B5EF4-FFF2-40B4-BE49-F238E27FC236}">
                <a16:creationId xmlns:a16="http://schemas.microsoft.com/office/drawing/2014/main" id="{AED5A486-AC08-4118-86AD-A8BF9B4F25DD}"/>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2395053" name="Rectangle 65599505">
            <a:extLst xmlns:a="http://schemas.openxmlformats.org/drawingml/2006/main">
              <a:ext uri="{FF2B5EF4-FFF2-40B4-BE49-F238E27FC236}">
                <a16:creationId xmlns:a16="http://schemas.microsoft.com/office/drawing/2014/main" id="{CE385D76-ABC3-407E-A75F-223DA71E16D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440789553" name="Rectangle 1251237696">
            <a:extLst xmlns:a="http://schemas.openxmlformats.org/drawingml/2006/main">
              <a:ext uri="{FF2B5EF4-FFF2-40B4-BE49-F238E27FC236}">
                <a16:creationId xmlns:a16="http://schemas.microsoft.com/office/drawing/2014/main" id="{E95A5E48-AC54-4F66-9010-F972901656C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243589839" name="Oval 1695470153">
            <a:extLst xmlns:a="http://schemas.openxmlformats.org/drawingml/2006/main">
              <a:ext uri="{FF2B5EF4-FFF2-40B4-BE49-F238E27FC236}">
                <a16:creationId xmlns:a16="http://schemas.microsoft.com/office/drawing/2014/main" id="{0DCE9B22-B585-4865-BDEB-4FA362106191}"/>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618389" name="Oval 815448562">
            <a:extLst xmlns:a="http://schemas.openxmlformats.org/drawingml/2006/main">
              <a:ext uri="{FF2B5EF4-FFF2-40B4-BE49-F238E27FC236}">
                <a16:creationId xmlns:a16="http://schemas.microsoft.com/office/drawing/2014/main" id="{8908C5DB-3169-4463-8F1A-C04B990EB321}"/>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7324374" name="Oval 1303472677">
            <a:extLst xmlns:a="http://schemas.openxmlformats.org/drawingml/2006/main">
              <a:ext uri="{FF2B5EF4-FFF2-40B4-BE49-F238E27FC236}">
                <a16:creationId xmlns:a16="http://schemas.microsoft.com/office/drawing/2014/main" id="{3EF5FF1F-5AE9-4DCA-B215-3E3B29F60F2D}"/>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0337210" name="Oval 674269756">
            <a:extLst xmlns:a="http://schemas.openxmlformats.org/drawingml/2006/main">
              <a:ext uri="{FF2B5EF4-FFF2-40B4-BE49-F238E27FC236}">
                <a16:creationId xmlns:a16="http://schemas.microsoft.com/office/drawing/2014/main" id="{AFEF2CF7-E654-4EA8-BE85-1EA403BBFE0A}"/>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9383017" name="Oval 163294809">
            <a:extLst xmlns:a="http://schemas.openxmlformats.org/drawingml/2006/main">
              <a:ext uri="{FF2B5EF4-FFF2-40B4-BE49-F238E27FC236}">
                <a16:creationId xmlns:a16="http://schemas.microsoft.com/office/drawing/2014/main" id="{4B1C0AA9-5C0C-428E-8D63-77DEDA093D58}"/>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8858152" name="Oval 1733278306">
            <a:extLst xmlns:a="http://schemas.openxmlformats.org/drawingml/2006/main">
              <a:ext uri="{FF2B5EF4-FFF2-40B4-BE49-F238E27FC236}">
                <a16:creationId xmlns:a16="http://schemas.microsoft.com/office/drawing/2014/main" id="{E33F89D5-7245-43E3-B692-BFF23525C471}"/>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330249" name="Oval 880799253">
            <a:extLst xmlns:a="http://schemas.openxmlformats.org/drawingml/2006/main">
              <a:ext uri="{FF2B5EF4-FFF2-40B4-BE49-F238E27FC236}">
                <a16:creationId xmlns:a16="http://schemas.microsoft.com/office/drawing/2014/main" id="{17C5117E-5B67-4530-B1CF-8A944F076D8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6498969" name="Oval 834346434">
            <a:extLst xmlns:a="http://schemas.openxmlformats.org/drawingml/2006/main">
              <a:ext uri="{FF2B5EF4-FFF2-40B4-BE49-F238E27FC236}">
                <a16:creationId xmlns:a16="http://schemas.microsoft.com/office/drawing/2014/main" id="{1CD21770-BB70-4E9F-8D09-64FBC188FFD4}"/>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166661" name="Oval 558427810">
            <a:extLst xmlns:a="http://schemas.openxmlformats.org/drawingml/2006/main">
              <a:ext uri="{FF2B5EF4-FFF2-40B4-BE49-F238E27FC236}">
                <a16:creationId xmlns:a16="http://schemas.microsoft.com/office/drawing/2014/main" id="{46E80239-93E9-4E34-AFD3-9B6E23C8D935}"/>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5833195" name="Oval 1580509645">
            <a:extLst xmlns:a="http://schemas.openxmlformats.org/drawingml/2006/main">
              <a:ext uri="{FF2B5EF4-FFF2-40B4-BE49-F238E27FC236}">
                <a16:creationId xmlns:a16="http://schemas.microsoft.com/office/drawing/2014/main" id="{34C2A7AE-AEB3-42B3-AA17-E078D52C6669}"/>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9684912" name="Oval 572736301">
            <a:extLst xmlns:a="http://schemas.openxmlformats.org/drawingml/2006/main">
              <a:ext uri="{FF2B5EF4-FFF2-40B4-BE49-F238E27FC236}">
                <a16:creationId xmlns:a16="http://schemas.microsoft.com/office/drawing/2014/main" id="{478E98F1-7E88-4138-9A13-6D50202EB4F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5819433" name="Oval 777734922">
            <a:extLst xmlns:a="http://schemas.openxmlformats.org/drawingml/2006/main">
              <a:ext uri="{FF2B5EF4-FFF2-40B4-BE49-F238E27FC236}">
                <a16:creationId xmlns:a16="http://schemas.microsoft.com/office/drawing/2014/main" id="{903D96F7-E695-4174-A0D8-0078DF013652}"/>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8577549" name="Oval 113252181">
            <a:extLst xmlns:a="http://schemas.openxmlformats.org/drawingml/2006/main">
              <a:ext uri="{FF2B5EF4-FFF2-40B4-BE49-F238E27FC236}">
                <a16:creationId xmlns:a16="http://schemas.microsoft.com/office/drawing/2014/main" id="{19ADC527-C51A-456B-8772-07966495AA9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8015294" name="Oval 1702038152">
            <a:extLst xmlns:a="http://schemas.openxmlformats.org/drawingml/2006/main">
              <a:ext uri="{FF2B5EF4-FFF2-40B4-BE49-F238E27FC236}">
                <a16:creationId xmlns:a16="http://schemas.microsoft.com/office/drawing/2014/main" id="{1E0FC88D-C744-4C5C-8082-C8F4031EC3F0}"/>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5665689" name="Oval 1781702022">
            <a:extLst xmlns:a="http://schemas.openxmlformats.org/drawingml/2006/main">
              <a:ext uri="{FF2B5EF4-FFF2-40B4-BE49-F238E27FC236}">
                <a16:creationId xmlns:a16="http://schemas.microsoft.com/office/drawing/2014/main" id="{251D6110-7D8F-47A3-A1BA-9BCEE211F420}"/>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014382" name="Oval 164012884">
            <a:extLst xmlns:a="http://schemas.openxmlformats.org/drawingml/2006/main">
              <a:ext uri="{FF2B5EF4-FFF2-40B4-BE49-F238E27FC236}">
                <a16:creationId xmlns:a16="http://schemas.microsoft.com/office/drawing/2014/main" id="{777305C7-F3A6-4360-9C08-A37C43154AC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648755" name="Oval 991339259">
            <a:extLst xmlns:a="http://schemas.openxmlformats.org/drawingml/2006/main">
              <a:ext uri="{FF2B5EF4-FFF2-40B4-BE49-F238E27FC236}">
                <a16:creationId xmlns:a16="http://schemas.microsoft.com/office/drawing/2014/main" id="{1A65B522-E6D7-44A3-B759-CD8CE51BD4EF}"/>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1764204" name="Rectangle: Rounded Corners 2031926644">
            <a:extLst xmlns:a="http://schemas.openxmlformats.org/drawingml/2006/main">
              <a:ext uri="{FF2B5EF4-FFF2-40B4-BE49-F238E27FC236}">
                <a16:creationId xmlns:a16="http://schemas.microsoft.com/office/drawing/2014/main" id="{06301F98-009A-4792-8478-2C246B218908}"/>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808924251" name="Rectangle: Rounded Corners 1514015500">
            <a:extLst xmlns:a="http://schemas.openxmlformats.org/drawingml/2006/main">
              <a:ext uri="{FF2B5EF4-FFF2-40B4-BE49-F238E27FC236}">
                <a16:creationId xmlns:a16="http://schemas.microsoft.com/office/drawing/2014/main" id="{DA8DE206-3E26-4B7F-9D3A-19F922D359F4}"/>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654175134" name="Rectangle 738739686">
            <a:extLst xmlns:a="http://schemas.openxmlformats.org/drawingml/2006/main">
              <a:ext uri="{FF2B5EF4-FFF2-40B4-BE49-F238E27FC236}">
                <a16:creationId xmlns:a16="http://schemas.microsoft.com/office/drawing/2014/main" id="{557D8B58-D0A3-4F43-B6C9-C23740659145}"/>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277262029" name="Rectangle 1843306662">
            <a:extLst xmlns:a="http://schemas.openxmlformats.org/drawingml/2006/main">
              <a:ext uri="{FF2B5EF4-FFF2-40B4-BE49-F238E27FC236}">
                <a16:creationId xmlns:a16="http://schemas.microsoft.com/office/drawing/2014/main" id="{7000C97B-849A-4209-9A03-A418070680F8}"/>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2144023571" name="Rectangle 940562735">
            <a:extLst xmlns:a="http://schemas.openxmlformats.org/drawingml/2006/main">
              <a:ext uri="{FF2B5EF4-FFF2-40B4-BE49-F238E27FC236}">
                <a16:creationId xmlns:a16="http://schemas.microsoft.com/office/drawing/2014/main" id="{026936AF-36B3-4606-B095-5AB78CF9D6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7</a:t>
            </a:r>
          </a:p>
        </p:txBody>
      </p:sp>
      <p:sp>
        <p:nvSpPr>
          <p:cNvPr id="927593692" name="solidguide_flipV">
            <a:extLst xmlns:a="http://schemas.openxmlformats.org/drawingml/2006/main">
              <a:ext uri="{FF2B5EF4-FFF2-40B4-BE49-F238E27FC236}">
                <a16:creationId xmlns:a16="http://schemas.microsoft.com/office/drawing/2014/main" id="{0896E529-35CC-44A3-8438-00172D6C991C}"/>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4023603"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4a7feb2a0a2e4fc6">
            <a:extLst>
              <a:ext uri="{96DAC541-7B7A-43D3-8B79-37D633B846F1}">
                <asvg:svgBlip xmlns:asvg="http://schemas.microsoft.com/office/drawing/2016/SVG/main" r:embed="Rd60ef46ebd1a455b"/>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852636035"/>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8627928" name="Rectangle 1896240478">
            <a:extLst xmlns:a="http://schemas.openxmlformats.org/drawingml/2006/main">
              <a:ext uri="{FF2B5EF4-FFF2-40B4-BE49-F238E27FC236}">
                <a16:creationId xmlns:a16="http://schemas.microsoft.com/office/drawing/2014/main" id="{42715652-F1A1-4406-A77F-37C55507A87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39992337" name="Rectangle 574298503">
            <a:extLst xmlns:a="http://schemas.openxmlformats.org/drawingml/2006/main">
              <a:ext uri="{FF2B5EF4-FFF2-40B4-BE49-F238E27FC236}">
                <a16:creationId xmlns:a16="http://schemas.microsoft.com/office/drawing/2014/main" id="{7E8E4CED-40F2-4A7A-AD0B-86D6AE16695F}"/>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1408828768" name="Rectangle: Rounded Corners 682947437">
            <a:extLst xmlns:a="http://schemas.openxmlformats.org/drawingml/2006/main">
              <a:ext uri="{FF2B5EF4-FFF2-40B4-BE49-F238E27FC236}">
                <a16:creationId xmlns:a16="http://schemas.microsoft.com/office/drawing/2014/main" id="{AD72368A-A115-4176-BB48-8953562D16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157314" name="Straight Connector 1968719096">
            <a:extLst xmlns:a="http://schemas.openxmlformats.org/drawingml/2006/main">
              <a:ext uri="{FF2B5EF4-FFF2-40B4-BE49-F238E27FC236}">
                <a16:creationId xmlns:a16="http://schemas.microsoft.com/office/drawing/2014/main" id="{18718173-7085-4CBB-80E7-71E99EF25429}"/>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1402578" name="Straight Connector 1324465773">
            <a:extLst xmlns:a="http://schemas.openxmlformats.org/drawingml/2006/main">
              <a:ext uri="{FF2B5EF4-FFF2-40B4-BE49-F238E27FC236}">
                <a16:creationId xmlns:a16="http://schemas.microsoft.com/office/drawing/2014/main" id="{FECD4AE8-4457-48CD-B6BD-D7FF6875DAE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691445" name="Rectangle 910257484">
            <a:extLst xmlns:a="http://schemas.openxmlformats.org/drawingml/2006/main">
              <a:ext uri="{FF2B5EF4-FFF2-40B4-BE49-F238E27FC236}">
                <a16:creationId xmlns:a16="http://schemas.microsoft.com/office/drawing/2014/main" id="{2C8566AE-13EC-4240-A750-A02315DBE5A8}"/>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998840980" name="Rectangle 1246496868">
            <a:extLst xmlns:a="http://schemas.openxmlformats.org/drawingml/2006/main">
              <a:ext uri="{FF2B5EF4-FFF2-40B4-BE49-F238E27FC236}">
                <a16:creationId xmlns:a16="http://schemas.microsoft.com/office/drawing/2014/main" id="{9AC022B0-CFA9-44F7-9FF6-D1E2D740CC0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128381309" name="Oval 1811837015">
            <a:extLst xmlns:a="http://schemas.openxmlformats.org/drawingml/2006/main">
              <a:ext uri="{FF2B5EF4-FFF2-40B4-BE49-F238E27FC236}">
                <a16:creationId xmlns:a16="http://schemas.microsoft.com/office/drawing/2014/main" id="{72C9AD13-75EA-472B-87D4-BBAC673DAB31}"/>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277565" name="Oval 453346286">
            <a:extLst xmlns:a="http://schemas.openxmlformats.org/drawingml/2006/main">
              <a:ext uri="{FF2B5EF4-FFF2-40B4-BE49-F238E27FC236}">
                <a16:creationId xmlns:a16="http://schemas.microsoft.com/office/drawing/2014/main" id="{595F5D82-E1EB-4B21-A0DE-618A7638EB5B}"/>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560900" name="Oval 1618228278">
            <a:extLst xmlns:a="http://schemas.openxmlformats.org/drawingml/2006/main">
              <a:ext uri="{FF2B5EF4-FFF2-40B4-BE49-F238E27FC236}">
                <a16:creationId xmlns:a16="http://schemas.microsoft.com/office/drawing/2014/main" id="{3F9DC613-99F2-4797-AD75-16EABCC1E35D}"/>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4527971" name="Oval 2089599102">
            <a:extLst xmlns:a="http://schemas.openxmlformats.org/drawingml/2006/main">
              <a:ext uri="{FF2B5EF4-FFF2-40B4-BE49-F238E27FC236}">
                <a16:creationId xmlns:a16="http://schemas.microsoft.com/office/drawing/2014/main" id="{4C044690-175E-4A2D-8D30-F33EC763EFB9}"/>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6050988" name="Oval 1457916702">
            <a:extLst xmlns:a="http://schemas.openxmlformats.org/drawingml/2006/main">
              <a:ext uri="{FF2B5EF4-FFF2-40B4-BE49-F238E27FC236}">
                <a16:creationId xmlns:a16="http://schemas.microsoft.com/office/drawing/2014/main" id="{38A967F1-D1ED-4C44-A873-E8D7E59F3B1E}"/>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0452397" name="Oval 1250923537">
            <a:extLst xmlns:a="http://schemas.openxmlformats.org/drawingml/2006/main">
              <a:ext uri="{FF2B5EF4-FFF2-40B4-BE49-F238E27FC236}">
                <a16:creationId xmlns:a16="http://schemas.microsoft.com/office/drawing/2014/main" id="{4EC4E0CC-262B-443E-843A-78B07A67266A}"/>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7332100" name="Oval 579714091">
            <a:extLst xmlns:a="http://schemas.openxmlformats.org/drawingml/2006/main">
              <a:ext uri="{FF2B5EF4-FFF2-40B4-BE49-F238E27FC236}">
                <a16:creationId xmlns:a16="http://schemas.microsoft.com/office/drawing/2014/main" id="{551D13AC-F175-41AA-96C5-2529FB0AE07D}"/>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7873346" name="Oval 1188193174">
            <a:extLst xmlns:a="http://schemas.openxmlformats.org/drawingml/2006/main">
              <a:ext uri="{FF2B5EF4-FFF2-40B4-BE49-F238E27FC236}">
                <a16:creationId xmlns:a16="http://schemas.microsoft.com/office/drawing/2014/main" id="{FBBBEE47-3019-4376-A9A8-861032F489A1}"/>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1263338" name="Oval 2075857352">
            <a:extLst xmlns:a="http://schemas.openxmlformats.org/drawingml/2006/main">
              <a:ext uri="{FF2B5EF4-FFF2-40B4-BE49-F238E27FC236}">
                <a16:creationId xmlns:a16="http://schemas.microsoft.com/office/drawing/2014/main" id="{FD7BFE45-2FE6-4063-9C7C-4CBEB8C742A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5671716" name="Oval 260739156">
            <a:extLst xmlns:a="http://schemas.openxmlformats.org/drawingml/2006/main">
              <a:ext uri="{FF2B5EF4-FFF2-40B4-BE49-F238E27FC236}">
                <a16:creationId xmlns:a16="http://schemas.microsoft.com/office/drawing/2014/main" id="{1EDA26EB-96F8-45E5-82C2-9326CE725DC8}"/>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9347644" name="Oval 472597423">
            <a:extLst xmlns:a="http://schemas.openxmlformats.org/drawingml/2006/main">
              <a:ext uri="{FF2B5EF4-FFF2-40B4-BE49-F238E27FC236}">
                <a16:creationId xmlns:a16="http://schemas.microsoft.com/office/drawing/2014/main" id="{BE819171-24C7-457D-AF67-050C9676414F}"/>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6391664" name="Oval 311162583">
            <a:extLst xmlns:a="http://schemas.openxmlformats.org/drawingml/2006/main">
              <a:ext uri="{FF2B5EF4-FFF2-40B4-BE49-F238E27FC236}">
                <a16:creationId xmlns:a16="http://schemas.microsoft.com/office/drawing/2014/main" id="{B5C4BE78-B34F-4B05-9196-9F7935511076}"/>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6544589" name="Oval 418592258">
            <a:extLst xmlns:a="http://schemas.openxmlformats.org/drawingml/2006/main">
              <a:ext uri="{FF2B5EF4-FFF2-40B4-BE49-F238E27FC236}">
                <a16:creationId xmlns:a16="http://schemas.microsoft.com/office/drawing/2014/main" id="{36733BF1-D663-4257-B8CD-86FEC687A0A6}"/>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7792252" name="Oval 391215337">
            <a:extLst xmlns:a="http://schemas.openxmlformats.org/drawingml/2006/main">
              <a:ext uri="{FF2B5EF4-FFF2-40B4-BE49-F238E27FC236}">
                <a16:creationId xmlns:a16="http://schemas.microsoft.com/office/drawing/2014/main" id="{2506A04F-E2BB-43A7-8886-5FD084A44F3E}"/>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1735391" name="Oval 1707420591">
            <a:extLst xmlns:a="http://schemas.openxmlformats.org/drawingml/2006/main">
              <a:ext uri="{FF2B5EF4-FFF2-40B4-BE49-F238E27FC236}">
                <a16:creationId xmlns:a16="http://schemas.microsoft.com/office/drawing/2014/main" id="{9C62504F-2633-4306-B4FC-7FF3AF40C8C2}"/>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5522429" name="Oval 1324466289">
            <a:extLst xmlns:a="http://schemas.openxmlformats.org/drawingml/2006/main">
              <a:ext uri="{FF2B5EF4-FFF2-40B4-BE49-F238E27FC236}">
                <a16:creationId xmlns:a16="http://schemas.microsoft.com/office/drawing/2014/main" id="{B014C34E-B693-4CD9-9123-25453C6276AA}"/>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971820" name="Oval 1167646443">
            <a:extLst xmlns:a="http://schemas.openxmlformats.org/drawingml/2006/main">
              <a:ext uri="{FF2B5EF4-FFF2-40B4-BE49-F238E27FC236}">
                <a16:creationId xmlns:a16="http://schemas.microsoft.com/office/drawing/2014/main" id="{3E16C2B9-2E65-43F8-9CAB-4005BAC19AC8}"/>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950888" name="Rectangle: Rounded Corners 1367024097">
            <a:extLst xmlns:a="http://schemas.openxmlformats.org/drawingml/2006/main">
              <a:ext uri="{FF2B5EF4-FFF2-40B4-BE49-F238E27FC236}">
                <a16:creationId xmlns:a16="http://schemas.microsoft.com/office/drawing/2014/main" id="{59FB03F1-07FA-47E0-97DA-0B62A7795B6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526933981" name="Rectangle: Rounded Corners 2069871042">
            <a:extLst xmlns:a="http://schemas.openxmlformats.org/drawingml/2006/main">
              <a:ext uri="{FF2B5EF4-FFF2-40B4-BE49-F238E27FC236}">
                <a16:creationId xmlns:a16="http://schemas.microsoft.com/office/drawing/2014/main" id="{816411E5-261F-4A68-A5D4-C1FB01D5995E}"/>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124217290" name="Rectangle 2096192631">
            <a:extLst xmlns:a="http://schemas.openxmlformats.org/drawingml/2006/main">
              <a:ext uri="{FF2B5EF4-FFF2-40B4-BE49-F238E27FC236}">
                <a16:creationId xmlns:a16="http://schemas.microsoft.com/office/drawing/2014/main" id="{CB7EE8F2-0719-41ED-8B26-9C19FD3C419D}"/>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827730812" name="Rectangle 969777747">
            <a:extLst xmlns:a="http://schemas.openxmlformats.org/drawingml/2006/main">
              <a:ext uri="{FF2B5EF4-FFF2-40B4-BE49-F238E27FC236}">
                <a16:creationId xmlns:a16="http://schemas.microsoft.com/office/drawing/2014/main" id="{E8D0CE83-57BB-470D-8ED9-834BB8FBC4C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8</a:t>
            </a:r>
          </a:p>
        </p:txBody>
      </p:sp>
      <p:pic>
        <p:nvPicPr>
          <p:cNvPr id="2007332130"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a635f6224a424465">
            <a:extLst>
              <a:ext uri="{96DAC541-7B7A-43D3-8B79-37D633B846F1}">
                <asvg:svgBlip xmlns:asvg="http://schemas.microsoft.com/office/drawing/2016/SVG/main" r:embed="Rbcf611255653496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753598886" name="solidguide_flipV">
            <a:extLst xmlns:a="http://schemas.openxmlformats.org/drawingml/2006/main">
              <a:ext uri="{FF2B5EF4-FFF2-40B4-BE49-F238E27FC236}">
                <a16:creationId xmlns:a16="http://schemas.microsoft.com/office/drawing/2014/main" id="{51CD3B1C-9323-4354-A4E3-885E5213A332}"/>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944328849"/>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0122008" name="Rectangle 1890818175">
            <a:extLst xmlns:a="http://schemas.openxmlformats.org/drawingml/2006/main">
              <a:ext uri="{FF2B5EF4-FFF2-40B4-BE49-F238E27FC236}">
                <a16:creationId xmlns:a16="http://schemas.microsoft.com/office/drawing/2014/main" id="{28E85326-BE9E-45D8-896D-D94C9C37B90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98994471" name="Rectangle 785272061">
            <a:extLst xmlns:a="http://schemas.openxmlformats.org/drawingml/2006/main">
              <a:ext uri="{FF2B5EF4-FFF2-40B4-BE49-F238E27FC236}">
                <a16:creationId xmlns:a16="http://schemas.microsoft.com/office/drawing/2014/main" id="{95ED7CC9-CF31-47BA-8E85-25819B9E053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204464654" name="Rectangle: Rounded Corners 1266136651">
            <a:extLst xmlns:a="http://schemas.openxmlformats.org/drawingml/2006/main">
              <a:ext uri="{FF2B5EF4-FFF2-40B4-BE49-F238E27FC236}">
                <a16:creationId xmlns:a16="http://schemas.microsoft.com/office/drawing/2014/main" id="{6436F354-6BD5-498C-BB02-DB2E0432074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8536006" name="Rectangle: Rounded Corners 1050748594">
            <a:extLst xmlns:a="http://schemas.openxmlformats.org/drawingml/2006/main">
              <a:ext uri="{FF2B5EF4-FFF2-40B4-BE49-F238E27FC236}">
                <a16:creationId xmlns:a16="http://schemas.microsoft.com/office/drawing/2014/main" id="{460B5E94-E5D1-4541-86B6-969D029CA310}"/>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3090453" name="Rectangle 1752567775">
            <a:extLst xmlns:a="http://schemas.openxmlformats.org/drawingml/2006/main">
              <a:ext uri="{FF2B5EF4-FFF2-40B4-BE49-F238E27FC236}">
                <a16:creationId xmlns:a16="http://schemas.microsoft.com/office/drawing/2014/main" id="{9A122355-E5B3-4297-BF8D-A490ED5BFB4B}"/>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747547119" name="Rectangle 397256149">
            <a:extLst xmlns:a="http://schemas.openxmlformats.org/drawingml/2006/main">
              <a:ext uri="{FF2B5EF4-FFF2-40B4-BE49-F238E27FC236}">
                <a16:creationId xmlns:a16="http://schemas.microsoft.com/office/drawing/2014/main" id="{F52C364F-4060-4714-BCCC-344C5E94A833}"/>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466625619" name="Rectangle 528734129">
            <a:extLst xmlns:a="http://schemas.openxmlformats.org/drawingml/2006/main">
              <a:ext uri="{FF2B5EF4-FFF2-40B4-BE49-F238E27FC236}">
                <a16:creationId xmlns:a16="http://schemas.microsoft.com/office/drawing/2014/main" id="{E8B56587-4365-4980-A869-067B1D0444A0}"/>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935429575" name="Rectangle 1008566192">
            <a:extLst xmlns:a="http://schemas.openxmlformats.org/drawingml/2006/main">
              <a:ext uri="{FF2B5EF4-FFF2-40B4-BE49-F238E27FC236}">
                <a16:creationId xmlns:a16="http://schemas.microsoft.com/office/drawing/2014/main" id="{2F652133-F8FA-4078-AA56-4F681FD84016}"/>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63108651" name="Straight Connector 2104166465">
            <a:extLst xmlns:a="http://schemas.openxmlformats.org/drawingml/2006/main">
              <a:ext uri="{FF2B5EF4-FFF2-40B4-BE49-F238E27FC236}">
                <a16:creationId xmlns:a16="http://schemas.microsoft.com/office/drawing/2014/main" id="{55E4B2BD-E804-4C33-B260-5BE993ECFFE7}"/>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0878225" name="Rectangle 1391317270">
            <a:extLst xmlns:a="http://schemas.openxmlformats.org/drawingml/2006/main">
              <a:ext uri="{FF2B5EF4-FFF2-40B4-BE49-F238E27FC236}">
                <a16:creationId xmlns:a16="http://schemas.microsoft.com/office/drawing/2014/main" id="{0D6E3760-535E-49F4-AF7D-FD3EA096B9EE}"/>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99411592" name="Rectangle 2139818398">
            <a:extLst xmlns:a="http://schemas.openxmlformats.org/drawingml/2006/main">
              <a:ext uri="{FF2B5EF4-FFF2-40B4-BE49-F238E27FC236}">
                <a16:creationId xmlns:a16="http://schemas.microsoft.com/office/drawing/2014/main" id="{A785249C-EC50-4757-9DDB-8EED462E82DD}"/>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908783089" name="Straight Connector 756114381">
            <a:extLst xmlns:a="http://schemas.openxmlformats.org/drawingml/2006/main">
              <a:ext uri="{FF2B5EF4-FFF2-40B4-BE49-F238E27FC236}">
                <a16:creationId xmlns:a16="http://schemas.microsoft.com/office/drawing/2014/main" id="{19E91086-7011-4CD4-813D-F6B5FA869995}"/>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9983531" name="Rectangle 1665170772">
            <a:extLst xmlns:a="http://schemas.openxmlformats.org/drawingml/2006/main">
              <a:ext uri="{FF2B5EF4-FFF2-40B4-BE49-F238E27FC236}">
                <a16:creationId xmlns:a16="http://schemas.microsoft.com/office/drawing/2014/main" id="{9A07AB65-E990-4BB2-A187-EEC21C7D4E1A}"/>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692878865" name="Rectangle 1710634736">
            <a:extLst xmlns:a="http://schemas.openxmlformats.org/drawingml/2006/main">
              <a:ext uri="{FF2B5EF4-FFF2-40B4-BE49-F238E27FC236}">
                <a16:creationId xmlns:a16="http://schemas.microsoft.com/office/drawing/2014/main" id="{23198C1D-13F3-41A4-AAC0-1E2DA247FE41}"/>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2050684069" name="Rectangle: Rounded Corners 1872312689">
            <a:extLst xmlns:a="http://schemas.openxmlformats.org/drawingml/2006/main">
              <a:ext uri="{FF2B5EF4-FFF2-40B4-BE49-F238E27FC236}">
                <a16:creationId xmlns:a16="http://schemas.microsoft.com/office/drawing/2014/main" id="{9996662E-B12F-44E7-8566-3CE37F83710E}"/>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9392796" name="Rectangle 1638876599">
            <a:extLst xmlns:a="http://schemas.openxmlformats.org/drawingml/2006/main">
              <a:ext uri="{FF2B5EF4-FFF2-40B4-BE49-F238E27FC236}">
                <a16:creationId xmlns:a16="http://schemas.microsoft.com/office/drawing/2014/main" id="{DA26B515-E8BE-40CD-B144-2D79008BFA93}"/>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259163081" name="Rectangle 815678976">
            <a:extLst xmlns:a="http://schemas.openxmlformats.org/drawingml/2006/main">
              <a:ext uri="{FF2B5EF4-FFF2-40B4-BE49-F238E27FC236}">
                <a16:creationId xmlns:a16="http://schemas.microsoft.com/office/drawing/2014/main" id="{A590F087-1D57-48FA-BB0D-E9381C659A5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995371627" name="Rectangle 815528297">
            <a:extLst xmlns:a="http://schemas.openxmlformats.org/drawingml/2006/main">
              <a:ext uri="{FF2B5EF4-FFF2-40B4-BE49-F238E27FC236}">
                <a16:creationId xmlns:a16="http://schemas.microsoft.com/office/drawing/2014/main" id="{9EC5F50E-733D-4AF9-932F-95CE0EBF3603}"/>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1197900401" name="Rectangle 478170369">
            <a:extLst xmlns:a="http://schemas.openxmlformats.org/drawingml/2006/main">
              <a:ext uri="{FF2B5EF4-FFF2-40B4-BE49-F238E27FC236}">
                <a16:creationId xmlns:a16="http://schemas.microsoft.com/office/drawing/2014/main" id="{4FBB1CA6-58EC-4B44-A6C3-EA8F9B33657D}"/>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03710839" name="Straight Connector 533968529">
            <a:extLst xmlns:a="http://schemas.openxmlformats.org/drawingml/2006/main">
              <a:ext uri="{FF2B5EF4-FFF2-40B4-BE49-F238E27FC236}">
                <a16:creationId xmlns:a16="http://schemas.microsoft.com/office/drawing/2014/main" id="{41BB7936-29C8-46D6-BE70-2090A632F094}"/>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4261712" name="Rectangle 195109745">
            <a:extLst xmlns:a="http://schemas.openxmlformats.org/drawingml/2006/main">
              <a:ext uri="{FF2B5EF4-FFF2-40B4-BE49-F238E27FC236}">
                <a16:creationId xmlns:a16="http://schemas.microsoft.com/office/drawing/2014/main" id="{E4855D7D-4D51-4992-BDD1-FA0563C1C868}"/>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2072904512" name="Rectangle 1008757044">
            <a:extLst xmlns:a="http://schemas.openxmlformats.org/drawingml/2006/main">
              <a:ext uri="{FF2B5EF4-FFF2-40B4-BE49-F238E27FC236}">
                <a16:creationId xmlns:a16="http://schemas.microsoft.com/office/drawing/2014/main" id="{3C3A89D4-35A6-434F-A7F6-007D6FCA054A}"/>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05527894" name="Straight Connector 1685278168">
            <a:extLst xmlns:a="http://schemas.openxmlformats.org/drawingml/2006/main">
              <a:ext uri="{FF2B5EF4-FFF2-40B4-BE49-F238E27FC236}">
                <a16:creationId xmlns:a16="http://schemas.microsoft.com/office/drawing/2014/main" id="{A4C42562-1895-41B1-988C-98ACA837FB86}"/>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1501146" name="Rectangle 1256120152">
            <a:extLst xmlns:a="http://schemas.openxmlformats.org/drawingml/2006/main">
              <a:ext uri="{FF2B5EF4-FFF2-40B4-BE49-F238E27FC236}">
                <a16:creationId xmlns:a16="http://schemas.microsoft.com/office/drawing/2014/main" id="{926B024C-0638-48CE-BC60-FC9A218499EE}"/>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1883701794" name="Rectangle 686280821">
            <a:extLst xmlns:a="http://schemas.openxmlformats.org/drawingml/2006/main">
              <a:ext uri="{FF2B5EF4-FFF2-40B4-BE49-F238E27FC236}">
                <a16:creationId xmlns:a16="http://schemas.microsoft.com/office/drawing/2014/main" id="{D33A1E1D-BDBB-4238-BE40-A08BBFDB3D8D}"/>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1398488406" name="Rectangle: Rounded Corners 312764701">
            <a:extLst xmlns:a="http://schemas.openxmlformats.org/drawingml/2006/main">
              <a:ext uri="{FF2B5EF4-FFF2-40B4-BE49-F238E27FC236}">
                <a16:creationId xmlns:a16="http://schemas.microsoft.com/office/drawing/2014/main" id="{17A19117-5211-4291-8548-E2724906589F}"/>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6025636" name="Rectangle 2086773709">
            <a:extLst xmlns:a="http://schemas.openxmlformats.org/drawingml/2006/main">
              <a:ext uri="{FF2B5EF4-FFF2-40B4-BE49-F238E27FC236}">
                <a16:creationId xmlns:a16="http://schemas.microsoft.com/office/drawing/2014/main" id="{20850736-0744-4916-A062-4EFF9E35F84A}"/>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1252147832" name="Rectangle 2025467514">
            <a:extLst xmlns:a="http://schemas.openxmlformats.org/drawingml/2006/main">
              <a:ext uri="{FF2B5EF4-FFF2-40B4-BE49-F238E27FC236}">
                <a16:creationId xmlns:a16="http://schemas.microsoft.com/office/drawing/2014/main" id="{27515C99-D55C-4787-8FBB-99B231A1388A}"/>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788856379" name="Rectangle 957358411">
            <a:extLst xmlns:a="http://schemas.openxmlformats.org/drawingml/2006/main">
              <a:ext uri="{FF2B5EF4-FFF2-40B4-BE49-F238E27FC236}">
                <a16:creationId xmlns:a16="http://schemas.microsoft.com/office/drawing/2014/main" id="{22A6F918-23BE-48E5-8490-0E51FA39B7F7}"/>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271376166" name="Rectangle 1167683203">
            <a:extLst xmlns:a="http://schemas.openxmlformats.org/drawingml/2006/main">
              <a:ext uri="{FF2B5EF4-FFF2-40B4-BE49-F238E27FC236}">
                <a16:creationId xmlns:a16="http://schemas.microsoft.com/office/drawing/2014/main" id="{907D85E8-FECA-4AF5-BDA3-D2A7AF144B91}"/>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651458064" name="Straight Connector 935775799">
            <a:extLst xmlns:a="http://schemas.openxmlformats.org/drawingml/2006/main">
              <a:ext uri="{FF2B5EF4-FFF2-40B4-BE49-F238E27FC236}">
                <a16:creationId xmlns:a16="http://schemas.microsoft.com/office/drawing/2014/main" id="{B13DEB2A-FD3D-47B3-9CF3-1ED8C6629431}"/>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7972601" name="Rectangle 1650430570">
            <a:extLst xmlns:a="http://schemas.openxmlformats.org/drawingml/2006/main">
              <a:ext uri="{FF2B5EF4-FFF2-40B4-BE49-F238E27FC236}">
                <a16:creationId xmlns:a16="http://schemas.microsoft.com/office/drawing/2014/main" id="{D2CF66DE-22F6-4BF4-8BB2-5073512C7BE1}"/>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256065966" name="Rectangle 1673598855">
            <a:extLst xmlns:a="http://schemas.openxmlformats.org/drawingml/2006/main">
              <a:ext uri="{FF2B5EF4-FFF2-40B4-BE49-F238E27FC236}">
                <a16:creationId xmlns:a16="http://schemas.microsoft.com/office/drawing/2014/main" id="{309B10ED-53ED-4A7F-B5ED-5CC6A17C5E9A}"/>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1949468134" name="Straight Connector 796017482">
            <a:extLst xmlns:a="http://schemas.openxmlformats.org/drawingml/2006/main">
              <a:ext uri="{FF2B5EF4-FFF2-40B4-BE49-F238E27FC236}">
                <a16:creationId xmlns:a16="http://schemas.microsoft.com/office/drawing/2014/main" id="{B768E158-35BF-4522-BDBF-D2A2A63735A7}"/>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70686" name="Rectangle 150138993">
            <a:extLst xmlns:a="http://schemas.openxmlformats.org/drawingml/2006/main">
              <a:ext uri="{FF2B5EF4-FFF2-40B4-BE49-F238E27FC236}">
                <a16:creationId xmlns:a16="http://schemas.microsoft.com/office/drawing/2014/main" id="{3333A01E-9158-4460-B71F-EA70EBFCCF1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219676070" name="Rectangle 1355132477">
            <a:extLst xmlns:a="http://schemas.openxmlformats.org/drawingml/2006/main">
              <a:ext uri="{FF2B5EF4-FFF2-40B4-BE49-F238E27FC236}">
                <a16:creationId xmlns:a16="http://schemas.microsoft.com/office/drawing/2014/main" id="{164189FD-E1DA-472E-9D34-346759653E49}"/>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566746008" name="Straight Connector 2121780220">
            <a:extLst xmlns:a="http://schemas.openxmlformats.org/drawingml/2006/main">
              <a:ext uri="{FF2B5EF4-FFF2-40B4-BE49-F238E27FC236}">
                <a16:creationId xmlns:a16="http://schemas.microsoft.com/office/drawing/2014/main" id="{B9A8C8BA-26D3-4B25-9357-86A2EE0540CB}"/>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4809354" name="Straight Connector 835810551">
            <a:extLst xmlns:a="http://schemas.openxmlformats.org/drawingml/2006/main">
              <a:ext uri="{FF2B5EF4-FFF2-40B4-BE49-F238E27FC236}">
                <a16:creationId xmlns:a16="http://schemas.microsoft.com/office/drawing/2014/main" id="{630533AC-30E8-41E6-A98D-CB455739B471}"/>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6283667" name="Rectangle 1100880979">
            <a:extLst xmlns:a="http://schemas.openxmlformats.org/drawingml/2006/main">
              <a:ext uri="{FF2B5EF4-FFF2-40B4-BE49-F238E27FC236}">
                <a16:creationId xmlns:a16="http://schemas.microsoft.com/office/drawing/2014/main" id="{00732070-6306-45A6-84F6-EB4EBF29D92E}"/>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211386022" name="Rectangle 1811406449">
            <a:extLst xmlns:a="http://schemas.openxmlformats.org/drawingml/2006/main">
              <a:ext uri="{FF2B5EF4-FFF2-40B4-BE49-F238E27FC236}">
                <a16:creationId xmlns:a16="http://schemas.microsoft.com/office/drawing/2014/main" id="{43E91586-5C44-4524-A070-9EAFC583BAC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9</a:t>
            </a:r>
          </a:p>
        </p:txBody>
      </p:sp>
    </p:spTree>
    <p:extLst>
      <p:ext uri="{BB962C8B-B14F-4D97-AF65-F5344CB8AC3E}">
        <p14:creationId xmlns:p14="http://schemas.microsoft.com/office/powerpoint/2010/main" val="1067778812"/>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1952525" name="Rectangle 854926774">
            <a:extLst xmlns:a="http://schemas.openxmlformats.org/drawingml/2006/main">
              <a:ext uri="{FF2B5EF4-FFF2-40B4-BE49-F238E27FC236}">
                <a16:creationId xmlns:a16="http://schemas.microsoft.com/office/drawing/2014/main" id="{FF121364-6AB1-4191-8234-8F0E06ECB92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419161614" name="Rectangle 1150295720">
            <a:extLst xmlns:a="http://schemas.openxmlformats.org/drawingml/2006/main">
              <a:ext uri="{FF2B5EF4-FFF2-40B4-BE49-F238E27FC236}">
                <a16:creationId xmlns:a16="http://schemas.microsoft.com/office/drawing/2014/main" id="{0F72BFF2-916D-40C5-9772-745C03E1789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370040405" name="Rectangle: Rounded Corners 2106832513">
            <a:extLst xmlns:a="http://schemas.openxmlformats.org/drawingml/2006/main">
              <a:ext uri="{FF2B5EF4-FFF2-40B4-BE49-F238E27FC236}">
                <a16:creationId xmlns:a16="http://schemas.microsoft.com/office/drawing/2014/main" id="{4EDFB321-BD79-4FC5-B5B6-2229FF690512}"/>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934147861" name="Rectangle 537144149">
            <a:extLst xmlns:a="http://schemas.openxmlformats.org/drawingml/2006/main">
              <a:ext uri="{FF2B5EF4-FFF2-40B4-BE49-F238E27FC236}">
                <a16:creationId xmlns:a16="http://schemas.microsoft.com/office/drawing/2014/main" id="{B24822D1-2A7B-4FC7-A7BC-76D7358CE855}"/>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953695517" name="Straight Connector 1844070667">
            <a:extLst xmlns:a="http://schemas.openxmlformats.org/drawingml/2006/main">
              <a:ext uri="{FF2B5EF4-FFF2-40B4-BE49-F238E27FC236}">
                <a16:creationId xmlns:a16="http://schemas.microsoft.com/office/drawing/2014/main" id="{2FE39B96-7747-4DEC-BFC5-B245AAABCD05}"/>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7019942" name="Rectangle: Rounded Corners 1156722812">
            <a:extLst xmlns:a="http://schemas.openxmlformats.org/drawingml/2006/main">
              <a:ext uri="{FF2B5EF4-FFF2-40B4-BE49-F238E27FC236}">
                <a16:creationId xmlns:a16="http://schemas.microsoft.com/office/drawing/2014/main" id="{B827D28F-1B89-47BE-9908-42C5C69BB541}"/>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1021758849" name="Rectangle 555957418">
            <a:extLst xmlns:a="http://schemas.openxmlformats.org/drawingml/2006/main">
              <a:ext uri="{FF2B5EF4-FFF2-40B4-BE49-F238E27FC236}">
                <a16:creationId xmlns:a16="http://schemas.microsoft.com/office/drawing/2014/main" id="{BC6B6317-F604-4249-9FA3-DC75C5242E32}"/>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2109136882" name="Straight Connector 1221881980">
            <a:extLst xmlns:a="http://schemas.openxmlformats.org/drawingml/2006/main">
              <a:ext uri="{FF2B5EF4-FFF2-40B4-BE49-F238E27FC236}">
                <a16:creationId xmlns:a16="http://schemas.microsoft.com/office/drawing/2014/main" id="{73E4C07F-33C8-4829-858E-BDECE48179A9}"/>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409098" name="Rectangle: Rounded Corners 942243679">
            <a:extLst xmlns:a="http://schemas.openxmlformats.org/drawingml/2006/main">
              <a:ext uri="{FF2B5EF4-FFF2-40B4-BE49-F238E27FC236}">
                <a16:creationId xmlns:a16="http://schemas.microsoft.com/office/drawing/2014/main" id="{D3ED209E-636F-4499-AA3E-3BD0AA24DE59}"/>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927279648" name="Rectangle 1558388499">
            <a:extLst xmlns:a="http://schemas.openxmlformats.org/drawingml/2006/main">
              <a:ext uri="{FF2B5EF4-FFF2-40B4-BE49-F238E27FC236}">
                <a16:creationId xmlns:a16="http://schemas.microsoft.com/office/drawing/2014/main" id="{549D9687-FD13-4474-B9AD-CF8B0F32028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663674367" name="Rectangle: Rounded Corners 497016789">
            <a:extLst xmlns:a="http://schemas.openxmlformats.org/drawingml/2006/main">
              <a:ext uri="{FF2B5EF4-FFF2-40B4-BE49-F238E27FC236}">
                <a16:creationId xmlns:a16="http://schemas.microsoft.com/office/drawing/2014/main" id="{BD485378-F835-4006-AD16-E1609FF1CE46}"/>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5733994" name="Straight Connector 944728692">
            <a:extLst xmlns:a="http://schemas.openxmlformats.org/drawingml/2006/main">
              <a:ext uri="{FF2B5EF4-FFF2-40B4-BE49-F238E27FC236}">
                <a16:creationId xmlns:a16="http://schemas.microsoft.com/office/drawing/2014/main" id="{27DB5673-4CA4-45A2-A1B9-0E9C355EAA1A}"/>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0078088" name="Straight Connector 492924597">
            <a:extLst xmlns:a="http://schemas.openxmlformats.org/drawingml/2006/main">
              <a:ext uri="{FF2B5EF4-FFF2-40B4-BE49-F238E27FC236}">
                <a16:creationId xmlns:a16="http://schemas.microsoft.com/office/drawing/2014/main" id="{EF14A1F5-13E5-4968-B93C-D1990B85CA92}"/>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4054731" name="Rectangle 1897545627">
            <a:extLst xmlns:a="http://schemas.openxmlformats.org/drawingml/2006/main">
              <a:ext uri="{FF2B5EF4-FFF2-40B4-BE49-F238E27FC236}">
                <a16:creationId xmlns:a16="http://schemas.microsoft.com/office/drawing/2014/main" id="{B741A5B0-C7E7-4F8A-B681-B826C4AF265E}"/>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959987973" name="Rectangle 567799544">
            <a:extLst xmlns:a="http://schemas.openxmlformats.org/drawingml/2006/main">
              <a:ext uri="{FF2B5EF4-FFF2-40B4-BE49-F238E27FC236}">
                <a16:creationId xmlns:a16="http://schemas.microsoft.com/office/drawing/2014/main" id="{0088051F-BB3E-4CE2-A5B2-E06EF456BF34}"/>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615786388" name="Rectangle 163568202">
            <a:extLst xmlns:a="http://schemas.openxmlformats.org/drawingml/2006/main">
              <a:ext uri="{FF2B5EF4-FFF2-40B4-BE49-F238E27FC236}">
                <a16:creationId xmlns:a16="http://schemas.microsoft.com/office/drawing/2014/main" id="{4DB78DE4-1534-46C5-B51B-44FE70E0E9B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2043446652" name="Rectangle 1723731144">
            <a:extLst xmlns:a="http://schemas.openxmlformats.org/drawingml/2006/main">
              <a:ext uri="{FF2B5EF4-FFF2-40B4-BE49-F238E27FC236}">
                <a16:creationId xmlns:a16="http://schemas.microsoft.com/office/drawing/2014/main" id="{03C3BB53-EB5E-4344-A114-856279959F3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462340992" name="Rectangle 326786159">
            <a:extLst xmlns:a="http://schemas.openxmlformats.org/drawingml/2006/main">
              <a:ext uri="{FF2B5EF4-FFF2-40B4-BE49-F238E27FC236}">
                <a16:creationId xmlns:a16="http://schemas.microsoft.com/office/drawing/2014/main" id="{5A774F8A-E1FA-4A72-90D3-243A3042142F}"/>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488561428" name="Rectangle 1482802785">
            <a:extLst xmlns:a="http://schemas.openxmlformats.org/drawingml/2006/main">
              <a:ext uri="{FF2B5EF4-FFF2-40B4-BE49-F238E27FC236}">
                <a16:creationId xmlns:a16="http://schemas.microsoft.com/office/drawing/2014/main" id="{3B7CFB81-7613-4DF6-B6FF-B8D5E150C0A3}"/>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2045879367" name="Rectangle 947956942">
            <a:extLst xmlns:a="http://schemas.openxmlformats.org/drawingml/2006/main">
              <a:ext uri="{FF2B5EF4-FFF2-40B4-BE49-F238E27FC236}">
                <a16:creationId xmlns:a16="http://schemas.microsoft.com/office/drawing/2014/main" id="{462BBF24-7E09-46D0-B606-293C9DF37977}"/>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273584966" name="Rectangle 2016319604">
            <a:extLst xmlns:a="http://schemas.openxmlformats.org/drawingml/2006/main">
              <a:ext uri="{FF2B5EF4-FFF2-40B4-BE49-F238E27FC236}">
                <a16:creationId xmlns:a16="http://schemas.microsoft.com/office/drawing/2014/main" id="{8BE58458-7E13-4A4C-8954-294CC29DD67D}"/>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037742730" name="Rectangle 759240474">
            <a:extLst xmlns:a="http://schemas.openxmlformats.org/drawingml/2006/main">
              <a:ext uri="{FF2B5EF4-FFF2-40B4-BE49-F238E27FC236}">
                <a16:creationId xmlns:a16="http://schemas.microsoft.com/office/drawing/2014/main" id="{FF8E25C7-F682-4FD7-BAA4-D4B444D32A6C}"/>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869628777" name="Rectangle 1102304899">
            <a:extLst xmlns:a="http://schemas.openxmlformats.org/drawingml/2006/main">
              <a:ext uri="{FF2B5EF4-FFF2-40B4-BE49-F238E27FC236}">
                <a16:creationId xmlns:a16="http://schemas.microsoft.com/office/drawing/2014/main" id="{387CA7DF-4A3C-4D71-BF13-2D1622AD59ED}"/>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221158325" name="Rectangle 1141042966">
            <a:extLst xmlns:a="http://schemas.openxmlformats.org/drawingml/2006/main">
              <a:ext uri="{FF2B5EF4-FFF2-40B4-BE49-F238E27FC236}">
                <a16:creationId xmlns:a16="http://schemas.microsoft.com/office/drawing/2014/main" id="{C5519643-FD15-466A-A386-AFEB39183DF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10</a:t>
            </a:r>
          </a:p>
        </p:txBody>
      </p:sp>
      <p:sp>
        <p:nvSpPr>
          <p:cNvPr id="1284089165" name="solidguide_normal">
            <a:extLst xmlns:a="http://schemas.openxmlformats.org/drawingml/2006/main">
              <a:ext uri="{FF2B5EF4-FFF2-40B4-BE49-F238E27FC236}">
                <a16:creationId xmlns:a16="http://schemas.microsoft.com/office/drawing/2014/main" id="{710C56EF-40A4-44D2-A70B-FFB431AAF7CA}"/>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9096309" name="solidguide_normal">
            <a:extLst xmlns:a="http://schemas.openxmlformats.org/drawingml/2006/main">
              <a:ext uri="{FF2B5EF4-FFF2-40B4-BE49-F238E27FC236}">
                <a16:creationId xmlns:a16="http://schemas.microsoft.com/office/drawing/2014/main" id="{51B0BE53-7D5E-4A0E-807C-E24830BF8F85}"/>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19096337"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69a2352af0304687">
            <a:extLst>
              <a:ext uri="{96DAC541-7B7A-43D3-8B79-37D633B846F1}">
                <asvg:svgBlip xmlns:asvg="http://schemas.microsoft.com/office/drawing/2016/SVG/main" r:embed="R4f316cd63fd941a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76979695"/>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6684712" name="Rectangle 1470283906">
            <a:extLst xmlns:a="http://schemas.openxmlformats.org/drawingml/2006/main">
              <a:ext uri="{FF2B5EF4-FFF2-40B4-BE49-F238E27FC236}">
                <a16:creationId xmlns:a16="http://schemas.microsoft.com/office/drawing/2014/main" id="{DB8E13C2-A1D8-4B1B-8D5F-DFC406B782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369685078" name="Rectangle 843139879">
            <a:extLst xmlns:a="http://schemas.openxmlformats.org/drawingml/2006/main">
              <a:ext uri="{FF2B5EF4-FFF2-40B4-BE49-F238E27FC236}">
                <a16:creationId xmlns:a16="http://schemas.microsoft.com/office/drawing/2014/main" id="{1348F72B-0979-4080-8C74-6099CE438DD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19242991" name="Rectangle: Rounded Corners 441777437">
            <a:extLst xmlns:a="http://schemas.openxmlformats.org/drawingml/2006/main">
              <a:ext uri="{FF2B5EF4-FFF2-40B4-BE49-F238E27FC236}">
                <a16:creationId xmlns:a16="http://schemas.microsoft.com/office/drawing/2014/main" id="{F380D6EC-5865-471E-AF81-4EC3ED4225F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698674389"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5be0498d01a047ee"/>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091042576" name="Oval 1369448292">
            <a:extLst xmlns:a="http://schemas.openxmlformats.org/drawingml/2006/main">
              <a:ext uri="{FF2B5EF4-FFF2-40B4-BE49-F238E27FC236}">
                <a16:creationId xmlns:a16="http://schemas.microsoft.com/office/drawing/2014/main" id="{9EE90DE8-7942-4B42-A9CD-85F4E5632817}"/>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403346369" name="Rectangle 119453285">
            <a:extLst xmlns:a="http://schemas.openxmlformats.org/drawingml/2006/main">
              <a:ext uri="{FF2B5EF4-FFF2-40B4-BE49-F238E27FC236}">
                <a16:creationId xmlns:a16="http://schemas.microsoft.com/office/drawing/2014/main" id="{25BA20DD-8601-4E2E-8704-BE4226D87A38}"/>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810052297" name="Oval 1329949566">
            <a:extLst xmlns:a="http://schemas.openxmlformats.org/drawingml/2006/main">
              <a:ext uri="{FF2B5EF4-FFF2-40B4-BE49-F238E27FC236}">
                <a16:creationId xmlns:a16="http://schemas.microsoft.com/office/drawing/2014/main" id="{3056EA4D-44F8-4857-A7C7-82EA46E66F6D}"/>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698674384" name="Rectangle 1856458307">
            <a:extLst xmlns:a="http://schemas.openxmlformats.org/drawingml/2006/main">
              <a:ext uri="{FF2B5EF4-FFF2-40B4-BE49-F238E27FC236}">
                <a16:creationId xmlns:a16="http://schemas.microsoft.com/office/drawing/2014/main" id="{30372F7B-90CD-4585-93B0-C2A7B695F9B9}"/>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10521254" name="Oval 167515331">
            <a:extLst xmlns:a="http://schemas.openxmlformats.org/drawingml/2006/main">
              <a:ext uri="{FF2B5EF4-FFF2-40B4-BE49-F238E27FC236}">
                <a16:creationId xmlns:a16="http://schemas.microsoft.com/office/drawing/2014/main" id="{CFE12A81-AC24-4ED2-A579-9CAF497539D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30791011" name="Rectangle 324280658">
            <a:extLst xmlns:a="http://schemas.openxmlformats.org/drawingml/2006/main">
              <a:ext uri="{FF2B5EF4-FFF2-40B4-BE49-F238E27FC236}">
                <a16:creationId xmlns:a16="http://schemas.microsoft.com/office/drawing/2014/main" id="{AAF0084B-0386-4B5F-A1B3-B70641F68E0E}"/>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474103462" name="Rectangle 220100613">
            <a:extLst xmlns:a="http://schemas.openxmlformats.org/drawingml/2006/main">
              <a:ext uri="{FF2B5EF4-FFF2-40B4-BE49-F238E27FC236}">
                <a16:creationId xmlns:a16="http://schemas.microsoft.com/office/drawing/2014/main" id="{B2C3E722-47E0-4F6D-AE31-344FD3885D2D}"/>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765071483" name="Rectangle 1638243303">
            <a:extLst xmlns:a="http://schemas.openxmlformats.org/drawingml/2006/main">
              <a:ext uri="{FF2B5EF4-FFF2-40B4-BE49-F238E27FC236}">
                <a16:creationId xmlns:a16="http://schemas.microsoft.com/office/drawing/2014/main" id="{615A7CEF-589B-4FC0-8C31-E7713FE2352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11</a:t>
            </a:r>
          </a:p>
        </p:txBody>
      </p:sp>
    </p:spTree>
    <p:extLst>
      <p:ext uri="{BB962C8B-B14F-4D97-AF65-F5344CB8AC3E}">
        <p14:creationId xmlns:p14="http://schemas.microsoft.com/office/powerpoint/2010/main" val="1285265550"/>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9773454" name="Rectangle 914741475">
            <a:extLst xmlns:a="http://schemas.openxmlformats.org/drawingml/2006/main">
              <a:ext uri="{FF2B5EF4-FFF2-40B4-BE49-F238E27FC236}">
                <a16:creationId xmlns:a16="http://schemas.microsoft.com/office/drawing/2014/main" id="{6E19FD17-DBB5-47EC-96E4-1B89A3D4DDD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772710048" name="Rectangle 763526406">
            <a:extLst xmlns:a="http://schemas.openxmlformats.org/drawingml/2006/main">
              <a:ext uri="{FF2B5EF4-FFF2-40B4-BE49-F238E27FC236}">
                <a16:creationId xmlns:a16="http://schemas.microsoft.com/office/drawing/2014/main" id="{638733C5-76D9-4D64-AFAF-9296B50D1EE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931020438" name="Rectangle: Rounded Corners 611293625">
            <a:extLst xmlns:a="http://schemas.openxmlformats.org/drawingml/2006/main">
              <a:ext uri="{FF2B5EF4-FFF2-40B4-BE49-F238E27FC236}">
                <a16:creationId xmlns:a16="http://schemas.microsoft.com/office/drawing/2014/main" id="{C1BA2121-E246-45EB-8E15-B4162035FCFA}"/>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8913885"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90a7fcdf83c64c2c"/>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316934917" name="Straight Connector 1032169778">
            <a:extLst xmlns:a="http://schemas.openxmlformats.org/drawingml/2006/main">
              <a:ext uri="{FF2B5EF4-FFF2-40B4-BE49-F238E27FC236}">
                <a16:creationId xmlns:a16="http://schemas.microsoft.com/office/drawing/2014/main" id="{E9C69630-122F-4619-BDAE-2C0799141DB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1289569" name="Straight Connector 1768100698">
            <a:extLst xmlns:a="http://schemas.openxmlformats.org/drawingml/2006/main">
              <a:ext uri="{FF2B5EF4-FFF2-40B4-BE49-F238E27FC236}">
                <a16:creationId xmlns:a16="http://schemas.microsoft.com/office/drawing/2014/main" id="{281AB893-7439-406C-9863-8CDCDE6C18A4}"/>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0568111" name="Rectangle 1922458400">
            <a:extLst xmlns:a="http://schemas.openxmlformats.org/drawingml/2006/main">
              <a:ext uri="{FF2B5EF4-FFF2-40B4-BE49-F238E27FC236}">
                <a16:creationId xmlns:a16="http://schemas.microsoft.com/office/drawing/2014/main" id="{1BC27671-07DD-400E-A2BB-F618E9A029E9}"/>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214581643" name="Rectangle 1402654062">
            <a:extLst xmlns:a="http://schemas.openxmlformats.org/drawingml/2006/main">
              <a:ext uri="{FF2B5EF4-FFF2-40B4-BE49-F238E27FC236}">
                <a16:creationId xmlns:a16="http://schemas.microsoft.com/office/drawing/2014/main" id="{1EAD35A3-AC6D-44B4-835A-147CE2835C0E}"/>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45377273" name="Oval 1006697960">
            <a:extLst xmlns:a="http://schemas.openxmlformats.org/drawingml/2006/main">
              <a:ext uri="{FF2B5EF4-FFF2-40B4-BE49-F238E27FC236}">
                <a16:creationId xmlns:a16="http://schemas.microsoft.com/office/drawing/2014/main" id="{3B3449D0-85D3-4407-9DF4-DDE6F78B65F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8913879" name="Straight Connector 772079832">
            <a:extLst xmlns:a="http://schemas.openxmlformats.org/drawingml/2006/main">
              <a:ext uri="{FF2B5EF4-FFF2-40B4-BE49-F238E27FC236}">
                <a16:creationId xmlns:a16="http://schemas.microsoft.com/office/drawing/2014/main" id="{1B6A2FC3-5456-4978-8722-D44280DE0517}"/>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2737773" name="Oval 1493081963">
            <a:extLst xmlns:a="http://schemas.openxmlformats.org/drawingml/2006/main">
              <a:ext uri="{FF2B5EF4-FFF2-40B4-BE49-F238E27FC236}">
                <a16:creationId xmlns:a16="http://schemas.microsoft.com/office/drawing/2014/main" id="{3742CF30-1F3D-4DD0-8329-4F7E21DB7B2D}"/>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0659119" name="Oval 1125848367">
            <a:extLst xmlns:a="http://schemas.openxmlformats.org/drawingml/2006/main">
              <a:ext uri="{FF2B5EF4-FFF2-40B4-BE49-F238E27FC236}">
                <a16:creationId xmlns:a16="http://schemas.microsoft.com/office/drawing/2014/main" id="{67C8B016-24B4-4FAD-85AD-3EDBE04306A7}"/>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48532" name="Rectangle 1431459787">
            <a:extLst xmlns:a="http://schemas.openxmlformats.org/drawingml/2006/main">
              <a:ext uri="{FF2B5EF4-FFF2-40B4-BE49-F238E27FC236}">
                <a16:creationId xmlns:a16="http://schemas.microsoft.com/office/drawing/2014/main" id="{1517E0A4-118D-4205-AEB5-DCE34A329D2B}"/>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2071631995" name="Rectangle 551453139">
            <a:extLst xmlns:a="http://schemas.openxmlformats.org/drawingml/2006/main">
              <a:ext uri="{FF2B5EF4-FFF2-40B4-BE49-F238E27FC236}">
                <a16:creationId xmlns:a16="http://schemas.microsoft.com/office/drawing/2014/main" id="{97079D3C-3214-4EC3-BFF1-5ECCF0CB5193}"/>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745197206" name="Rectangle 1387627842">
            <a:extLst xmlns:a="http://schemas.openxmlformats.org/drawingml/2006/main">
              <a:ext uri="{FF2B5EF4-FFF2-40B4-BE49-F238E27FC236}">
                <a16:creationId xmlns:a16="http://schemas.microsoft.com/office/drawing/2014/main" id="{C7A34541-94D7-4446-AF0B-CF3DF36D02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12</a:t>
            </a:r>
          </a:p>
        </p:txBody>
      </p:sp>
      <p:sp>
        <p:nvSpPr>
          <p:cNvPr id="313606871" name="Straight Connector 1489075409">
            <a:extLst xmlns:a="http://schemas.openxmlformats.org/drawingml/2006/main">
              <a:ext uri="{FF2B5EF4-FFF2-40B4-BE49-F238E27FC236}">
                <a16:creationId xmlns:a16="http://schemas.microsoft.com/office/drawing/2014/main" id="{49D59007-16CA-4886-8455-6840A15718C6}"/>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3171258" name="Straight Connector 768615074">
            <a:extLst xmlns:a="http://schemas.openxmlformats.org/drawingml/2006/main">
              <a:ext uri="{FF2B5EF4-FFF2-40B4-BE49-F238E27FC236}">
                <a16:creationId xmlns:a16="http://schemas.microsoft.com/office/drawing/2014/main" id="{54BAAC4A-837B-4C29-BA58-B0DD035A9EDE}"/>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8913899"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5d3fbe5266d84d19">
            <a:extLst>
              <a:ext uri="{96DAC541-7B7A-43D3-8B79-37D633B846F1}">
                <asvg:svgBlip xmlns:asvg="http://schemas.microsoft.com/office/drawing/2016/SVG/main" r:embed="R6ae939733d3a47f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98084714"/>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319224" name="Rectangle 151304597">
            <a:extLst xmlns:a="http://schemas.openxmlformats.org/drawingml/2006/main">
              <a:ext uri="{FF2B5EF4-FFF2-40B4-BE49-F238E27FC236}">
                <a16:creationId xmlns:a16="http://schemas.microsoft.com/office/drawing/2014/main" id="{75A96555-B932-4EC2-9392-0EBD7CCB312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338427868" name="Rectangle 177396171">
            <a:extLst xmlns:a="http://schemas.openxmlformats.org/drawingml/2006/main">
              <a:ext uri="{FF2B5EF4-FFF2-40B4-BE49-F238E27FC236}">
                <a16:creationId xmlns:a16="http://schemas.microsoft.com/office/drawing/2014/main" id="{E2BA991E-C496-480F-BA82-0E9B1FE67AC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215267849" name="Rectangle: Rounded Corners 960318418">
            <a:extLst xmlns:a="http://schemas.openxmlformats.org/drawingml/2006/main">
              <a:ext uri="{FF2B5EF4-FFF2-40B4-BE49-F238E27FC236}">
                <a16:creationId xmlns:a16="http://schemas.microsoft.com/office/drawing/2014/main" id="{A7F6B025-2C5E-4856-8E66-FF650C9EACA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879110" name="Straight Connector 53979157">
            <a:extLst xmlns:a="http://schemas.openxmlformats.org/drawingml/2006/main">
              <a:ext uri="{FF2B5EF4-FFF2-40B4-BE49-F238E27FC236}">
                <a16:creationId xmlns:a16="http://schemas.microsoft.com/office/drawing/2014/main" id="{F145879A-48EF-4539-ACD3-FA92C98EBFA8}"/>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245331" name="Straight Connector 627639122">
            <a:extLst xmlns:a="http://schemas.openxmlformats.org/drawingml/2006/main">
              <a:ext uri="{FF2B5EF4-FFF2-40B4-BE49-F238E27FC236}">
                <a16:creationId xmlns:a16="http://schemas.microsoft.com/office/drawing/2014/main" id="{9F00F2C6-B3E7-4B49-BF4F-EB8C1F8D6DC7}"/>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746736" name="Rectangle 466830898">
            <a:extLst xmlns:a="http://schemas.openxmlformats.org/drawingml/2006/main">
              <a:ext uri="{FF2B5EF4-FFF2-40B4-BE49-F238E27FC236}">
                <a16:creationId xmlns:a16="http://schemas.microsoft.com/office/drawing/2014/main" id="{85BEB599-CEBF-4108-B367-3997FE652FB1}"/>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2057285237" name="Rectangle 1905295987">
            <a:extLst xmlns:a="http://schemas.openxmlformats.org/drawingml/2006/main">
              <a:ext uri="{FF2B5EF4-FFF2-40B4-BE49-F238E27FC236}">
                <a16:creationId xmlns:a16="http://schemas.microsoft.com/office/drawing/2014/main" id="{DD4EB4C6-371D-41F5-8B91-8F77CF6717CF}"/>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877588808" name="Oval 917868853">
            <a:extLst xmlns:a="http://schemas.openxmlformats.org/drawingml/2006/main">
              <a:ext uri="{FF2B5EF4-FFF2-40B4-BE49-F238E27FC236}">
                <a16:creationId xmlns:a16="http://schemas.microsoft.com/office/drawing/2014/main" id="{CF75E9BE-78ED-4319-A08A-F05FC3CFD31A}"/>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6994258" name="Oval 1147861544">
            <a:extLst xmlns:a="http://schemas.openxmlformats.org/drawingml/2006/main">
              <a:ext uri="{FF2B5EF4-FFF2-40B4-BE49-F238E27FC236}">
                <a16:creationId xmlns:a16="http://schemas.microsoft.com/office/drawing/2014/main" id="{90940BC8-A010-4DF7-9A78-2963BBF3063A}"/>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0297494" name="Oval 453648762">
            <a:extLst xmlns:a="http://schemas.openxmlformats.org/drawingml/2006/main">
              <a:ext uri="{FF2B5EF4-FFF2-40B4-BE49-F238E27FC236}">
                <a16:creationId xmlns:a16="http://schemas.microsoft.com/office/drawing/2014/main" id="{F7545C8F-E2A2-4516-A7E9-65FF3586F60B}"/>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9400396" name="Oval 1758550888">
            <a:extLst xmlns:a="http://schemas.openxmlformats.org/drawingml/2006/main">
              <a:ext uri="{FF2B5EF4-FFF2-40B4-BE49-F238E27FC236}">
                <a16:creationId xmlns:a16="http://schemas.microsoft.com/office/drawing/2014/main" id="{C9C0E57D-3239-4100-94E2-C0E3C5ED9C2F}"/>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101796" name="Rectangle: Rounded Corners 1781569673">
            <a:extLst xmlns:a="http://schemas.openxmlformats.org/drawingml/2006/main">
              <a:ext uri="{FF2B5EF4-FFF2-40B4-BE49-F238E27FC236}">
                <a16:creationId xmlns:a16="http://schemas.microsoft.com/office/drawing/2014/main" id="{49AC2105-12BD-45B9-AEA9-ADE710726533}"/>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222535747" name="Rectangle: Rounded Corners 140372676">
            <a:extLst xmlns:a="http://schemas.openxmlformats.org/drawingml/2006/main">
              <a:ext uri="{FF2B5EF4-FFF2-40B4-BE49-F238E27FC236}">
                <a16:creationId xmlns:a16="http://schemas.microsoft.com/office/drawing/2014/main" id="{97607B4E-925E-4887-B9A4-FE4AD40BA829}"/>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987887712" name="Rectangle: Rounded Corners 457547252">
            <a:extLst xmlns:a="http://schemas.openxmlformats.org/drawingml/2006/main">
              <a:ext uri="{FF2B5EF4-FFF2-40B4-BE49-F238E27FC236}">
                <a16:creationId xmlns:a16="http://schemas.microsoft.com/office/drawing/2014/main" id="{1B36858D-699A-4CB9-83CF-D23FDBB36EBC}"/>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215606970" name="Rectangle 126664147">
            <a:extLst xmlns:a="http://schemas.openxmlformats.org/drawingml/2006/main">
              <a:ext uri="{FF2B5EF4-FFF2-40B4-BE49-F238E27FC236}">
                <a16:creationId xmlns:a16="http://schemas.microsoft.com/office/drawing/2014/main" id="{386C9F4A-F057-4123-A82D-F60150F93B3A}"/>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1867282408" name="Rectangle 638283189">
            <a:extLst xmlns:a="http://schemas.openxmlformats.org/drawingml/2006/main">
              <a:ext uri="{FF2B5EF4-FFF2-40B4-BE49-F238E27FC236}">
                <a16:creationId xmlns:a16="http://schemas.microsoft.com/office/drawing/2014/main" id="{34D21C52-B10C-4140-B12F-BAC7C7DCDE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13</a:t>
            </a:r>
          </a:p>
        </p:txBody>
      </p:sp>
      <p:pic>
        <p:nvPicPr>
          <p:cNvPr id="2057285255"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527d258a04f64e5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77666898"/>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6917571" name="Rectangle 1072400785">
            <a:extLst xmlns:a="http://schemas.openxmlformats.org/drawingml/2006/main">
              <a:ext uri="{FF2B5EF4-FFF2-40B4-BE49-F238E27FC236}">
                <a16:creationId xmlns:a16="http://schemas.microsoft.com/office/drawing/2014/main" id="{3AAAD9BB-43AD-42B5-978E-B025AB4CC23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494731783" name="Rectangle 1682929385">
            <a:extLst xmlns:a="http://schemas.openxmlformats.org/drawingml/2006/main">
              <a:ext uri="{FF2B5EF4-FFF2-40B4-BE49-F238E27FC236}">
                <a16:creationId xmlns:a16="http://schemas.microsoft.com/office/drawing/2014/main" id="{9222F152-580E-47F7-B1F8-D035DDADFCC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368286039" name="Rectangle: Rounded Corners 1080314407">
            <a:extLst xmlns:a="http://schemas.openxmlformats.org/drawingml/2006/main">
              <a:ext uri="{FF2B5EF4-FFF2-40B4-BE49-F238E27FC236}">
                <a16:creationId xmlns:a16="http://schemas.microsoft.com/office/drawing/2014/main" id="{241527DE-39BC-4B74-8967-22D6326C2F3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63785952"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9ccd2061398448a4"/>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135807286" name="Straight Connector 707499443">
            <a:extLst xmlns:a="http://schemas.openxmlformats.org/drawingml/2006/main">
              <a:ext uri="{FF2B5EF4-FFF2-40B4-BE49-F238E27FC236}">
                <a16:creationId xmlns:a16="http://schemas.microsoft.com/office/drawing/2014/main" id="{B2F22484-D8BD-4D94-BB05-43AE334BFE96}"/>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1540210" name="Straight Connector 1076861610">
            <a:extLst xmlns:a="http://schemas.openxmlformats.org/drawingml/2006/main">
              <a:ext uri="{FF2B5EF4-FFF2-40B4-BE49-F238E27FC236}">
                <a16:creationId xmlns:a16="http://schemas.microsoft.com/office/drawing/2014/main" id="{FC11C8CE-3D34-4EC4-A49B-5CE8CE62561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8037900" name="Rectangle 1618224149">
            <a:extLst xmlns:a="http://schemas.openxmlformats.org/drawingml/2006/main">
              <a:ext uri="{FF2B5EF4-FFF2-40B4-BE49-F238E27FC236}">
                <a16:creationId xmlns:a16="http://schemas.microsoft.com/office/drawing/2014/main" id="{F27CCF25-E366-434D-A37D-70179B973C1F}"/>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18204112" name="Rectangle 1957330890">
            <a:extLst xmlns:a="http://schemas.openxmlformats.org/drawingml/2006/main">
              <a:ext uri="{FF2B5EF4-FFF2-40B4-BE49-F238E27FC236}">
                <a16:creationId xmlns:a16="http://schemas.microsoft.com/office/drawing/2014/main" id="{5C8BF0C9-034D-4A4C-BE6F-5F6AB64FCE0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345429677" name="Oval 1428842632">
            <a:extLst xmlns:a="http://schemas.openxmlformats.org/drawingml/2006/main">
              <a:ext uri="{FF2B5EF4-FFF2-40B4-BE49-F238E27FC236}">
                <a16:creationId xmlns:a16="http://schemas.microsoft.com/office/drawing/2014/main" id="{7CD38EC8-730A-46A4-94F5-91D582B2CB7E}"/>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8113762" name="Oval 94324771">
            <a:extLst xmlns:a="http://schemas.openxmlformats.org/drawingml/2006/main">
              <a:ext uri="{FF2B5EF4-FFF2-40B4-BE49-F238E27FC236}">
                <a16:creationId xmlns:a16="http://schemas.microsoft.com/office/drawing/2014/main" id="{16671B02-4492-43C6-B467-79A0A3290706}"/>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4589077" name="Oval 1474916117">
            <a:extLst xmlns:a="http://schemas.openxmlformats.org/drawingml/2006/main">
              <a:ext uri="{FF2B5EF4-FFF2-40B4-BE49-F238E27FC236}">
                <a16:creationId xmlns:a16="http://schemas.microsoft.com/office/drawing/2014/main" id="{46939398-1A3C-4D70-AE1E-86B996FF274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3785947" name="Rectangle 1335518815">
            <a:extLst xmlns:a="http://schemas.openxmlformats.org/drawingml/2006/main">
              <a:ext uri="{FF2B5EF4-FFF2-40B4-BE49-F238E27FC236}">
                <a16:creationId xmlns:a16="http://schemas.microsoft.com/office/drawing/2014/main" id="{B37A2440-7251-442D-81F8-23B2E107ED0D}"/>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1088521439" name="Rectangle 971869567">
            <a:extLst xmlns:a="http://schemas.openxmlformats.org/drawingml/2006/main">
              <a:ext uri="{FF2B5EF4-FFF2-40B4-BE49-F238E27FC236}">
                <a16:creationId xmlns:a16="http://schemas.microsoft.com/office/drawing/2014/main" id="{0355371A-A67F-4563-BD4A-624C4246354A}"/>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142226158" name="Rectangle: Rounded Corners 76329123">
            <a:extLst xmlns:a="http://schemas.openxmlformats.org/drawingml/2006/main">
              <a:ext uri="{FF2B5EF4-FFF2-40B4-BE49-F238E27FC236}">
                <a16:creationId xmlns:a16="http://schemas.microsoft.com/office/drawing/2014/main" id="{9ED87602-CEAF-42AD-843C-12EB2E85033B}"/>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2401802" name="Rectangle 237806933">
            <a:extLst xmlns:a="http://schemas.openxmlformats.org/drawingml/2006/main">
              <a:ext uri="{FF2B5EF4-FFF2-40B4-BE49-F238E27FC236}">
                <a16:creationId xmlns:a16="http://schemas.microsoft.com/office/drawing/2014/main" id="{8A218DEB-390A-47D3-8526-BFFE963FF0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14</a:t>
            </a:r>
          </a:p>
        </p:txBody>
      </p:sp>
      <p:sp>
        <p:nvSpPr>
          <p:cNvPr id="164394465" name="solid-loss-curve">
            <a:extLst xmlns:a="http://schemas.openxmlformats.org/drawingml/2006/main">
              <a:ext uri="{FF2B5EF4-FFF2-40B4-BE49-F238E27FC236}">
                <a16:creationId xmlns:a16="http://schemas.microsoft.com/office/drawing/2014/main" id="{A822CF82-B96A-4B6E-BE03-80240EA712D9}"/>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569431408"/>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8919508" name="Rectangle 935271156">
            <a:extLst xmlns:a="http://schemas.openxmlformats.org/drawingml/2006/main">
              <a:ext uri="{FF2B5EF4-FFF2-40B4-BE49-F238E27FC236}">
                <a16:creationId xmlns:a16="http://schemas.microsoft.com/office/drawing/2014/main" id="{6B769018-B425-4DB1-A033-A1F34C93B3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861816396" name="Rectangle 251777344">
            <a:extLst xmlns:a="http://schemas.openxmlformats.org/drawingml/2006/main">
              <a:ext uri="{FF2B5EF4-FFF2-40B4-BE49-F238E27FC236}">
                <a16:creationId xmlns:a16="http://schemas.microsoft.com/office/drawing/2014/main" id="{9C80F334-B1AA-4971-920E-0586014F81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523641362" name="Rectangle: Rounded Corners 1456392341">
            <a:extLst xmlns:a="http://schemas.openxmlformats.org/drawingml/2006/main">
              <a:ext uri="{FF2B5EF4-FFF2-40B4-BE49-F238E27FC236}">
                <a16:creationId xmlns:a16="http://schemas.microsoft.com/office/drawing/2014/main" id="{64F98161-5378-47C0-9CB2-25CFD64AC4A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278170" name="Rectangle 615225220">
            <a:extLst xmlns:a="http://schemas.openxmlformats.org/drawingml/2006/main">
              <a:ext uri="{FF2B5EF4-FFF2-40B4-BE49-F238E27FC236}">
                <a16:creationId xmlns:a16="http://schemas.microsoft.com/office/drawing/2014/main" id="{0609B09F-73C2-420B-AE33-87E40FC2BFFE}"/>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224985028" name="Rectangle: Rounded Corners 1987074982">
            <a:extLst xmlns:a="http://schemas.openxmlformats.org/drawingml/2006/main">
              <a:ext uri="{FF2B5EF4-FFF2-40B4-BE49-F238E27FC236}">
                <a16:creationId xmlns:a16="http://schemas.microsoft.com/office/drawing/2014/main" id="{6D053122-D8D5-4E21-97E5-C7185A95D0D4}"/>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5389694" name="Rectangle 1286956634">
            <a:extLst xmlns:a="http://schemas.openxmlformats.org/drawingml/2006/main">
              <a:ext uri="{FF2B5EF4-FFF2-40B4-BE49-F238E27FC236}">
                <a16:creationId xmlns:a16="http://schemas.microsoft.com/office/drawing/2014/main" id="{51C8D89B-E1D6-44D3-9088-8292EF426E03}"/>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033639203" name="Rectangle 399762638">
            <a:extLst xmlns:a="http://schemas.openxmlformats.org/drawingml/2006/main">
              <a:ext uri="{FF2B5EF4-FFF2-40B4-BE49-F238E27FC236}">
                <a16:creationId xmlns:a16="http://schemas.microsoft.com/office/drawing/2014/main" id="{0912EB22-4F2F-4AAF-A2E0-408CE20968E0}"/>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564278089" name="Straight Connector 1664744869">
            <a:extLst xmlns:a="http://schemas.openxmlformats.org/drawingml/2006/main">
              <a:ext uri="{FF2B5EF4-FFF2-40B4-BE49-F238E27FC236}">
                <a16:creationId xmlns:a16="http://schemas.microsoft.com/office/drawing/2014/main" id="{754D8945-2983-42EA-9B33-85EA61927DB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0589738" name="Straight Connector 598323690">
            <a:extLst xmlns:a="http://schemas.openxmlformats.org/drawingml/2006/main">
              <a:ext uri="{FF2B5EF4-FFF2-40B4-BE49-F238E27FC236}">
                <a16:creationId xmlns:a16="http://schemas.microsoft.com/office/drawing/2014/main" id="{2B09ABFB-C822-4854-B506-2511087718D4}"/>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7512779" name="Rectangle 1233632033">
            <a:extLst xmlns:a="http://schemas.openxmlformats.org/drawingml/2006/main">
              <a:ext uri="{FF2B5EF4-FFF2-40B4-BE49-F238E27FC236}">
                <a16:creationId xmlns:a16="http://schemas.microsoft.com/office/drawing/2014/main" id="{D5D2B077-6658-4A08-9572-76C1604DE2F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305609222" name="Rectangle 987778106">
            <a:extLst xmlns:a="http://schemas.openxmlformats.org/drawingml/2006/main">
              <a:ext uri="{FF2B5EF4-FFF2-40B4-BE49-F238E27FC236}">
                <a16:creationId xmlns:a16="http://schemas.microsoft.com/office/drawing/2014/main" id="{FAC9FDD6-94B3-4C00-B2B4-87B746127DFD}"/>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565732397" name="Rectangle 1454394643">
            <a:extLst xmlns:a="http://schemas.openxmlformats.org/drawingml/2006/main">
              <a:ext uri="{FF2B5EF4-FFF2-40B4-BE49-F238E27FC236}">
                <a16:creationId xmlns:a16="http://schemas.microsoft.com/office/drawing/2014/main" id="{661040A9-5C1A-4ABF-985E-5CFA07289E64}"/>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621714998" name="Oval 1043049251">
            <a:extLst xmlns:a="http://schemas.openxmlformats.org/drawingml/2006/main">
              <a:ext uri="{FF2B5EF4-FFF2-40B4-BE49-F238E27FC236}">
                <a16:creationId xmlns:a16="http://schemas.microsoft.com/office/drawing/2014/main" id="{34E00AAF-B3C5-4990-AA4C-6CCC6DB935D3}"/>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4318963" name="Oval 103022139">
            <a:extLst xmlns:a="http://schemas.openxmlformats.org/drawingml/2006/main">
              <a:ext uri="{FF2B5EF4-FFF2-40B4-BE49-F238E27FC236}">
                <a16:creationId xmlns:a16="http://schemas.microsoft.com/office/drawing/2014/main" id="{C2FB16B0-E92D-4CD2-9715-52801A7F7754}"/>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035476" name="Rectangle 1601714725">
            <a:extLst xmlns:a="http://schemas.openxmlformats.org/drawingml/2006/main">
              <a:ext uri="{FF2B5EF4-FFF2-40B4-BE49-F238E27FC236}">
                <a16:creationId xmlns:a16="http://schemas.microsoft.com/office/drawing/2014/main" id="{58C21EC9-3B8C-4321-8911-B2032795C48E}"/>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07815741" name="Rectangle 1242132362">
            <a:extLst xmlns:a="http://schemas.openxmlformats.org/drawingml/2006/main">
              <a:ext uri="{FF2B5EF4-FFF2-40B4-BE49-F238E27FC236}">
                <a16:creationId xmlns:a16="http://schemas.microsoft.com/office/drawing/2014/main" id="{B5E1CBEF-6790-4FB3-8DF0-FBDB6C691822}"/>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1897991489" name="Rectangle 2132047703">
            <a:extLst xmlns:a="http://schemas.openxmlformats.org/drawingml/2006/main">
              <a:ext uri="{FF2B5EF4-FFF2-40B4-BE49-F238E27FC236}">
                <a16:creationId xmlns:a16="http://schemas.microsoft.com/office/drawing/2014/main" id="{939D9AFF-015C-4032-8ECB-B72E656B4C2B}"/>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956012868" name="Rectangle 1495975732">
            <a:extLst xmlns:a="http://schemas.openxmlformats.org/drawingml/2006/main">
              <a:ext uri="{FF2B5EF4-FFF2-40B4-BE49-F238E27FC236}">
                <a16:creationId xmlns:a16="http://schemas.microsoft.com/office/drawing/2014/main" id="{83605990-FEE7-4428-9BFB-47FE055370F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15</a:t>
            </a:r>
          </a:p>
        </p:txBody>
      </p:sp>
      <p:pic>
        <p:nvPicPr>
          <p:cNvPr id="1977512800"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a21d2720e98040dd"/>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1977512801"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0bcb24afe4634f4c">
            <a:extLst>
              <a:ext uri="{96DAC541-7B7A-43D3-8B79-37D633B846F1}">
                <asvg:svgBlip xmlns:asvg="http://schemas.microsoft.com/office/drawing/2016/SVG/main" r:embed="Rb3457489a3d44dcd"/>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67419932"/>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38980926" name="Rectangle 549712311">
            <a:extLst xmlns:a="http://schemas.openxmlformats.org/drawingml/2006/main">
              <a:ext uri="{FF2B5EF4-FFF2-40B4-BE49-F238E27FC236}">
                <a16:creationId xmlns:a16="http://schemas.microsoft.com/office/drawing/2014/main" id="{53979CBA-84DF-45AB-92F4-137CDC70B7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536984312" name="Rectangle 504424573">
            <a:extLst xmlns:a="http://schemas.openxmlformats.org/drawingml/2006/main">
              <a:ext uri="{FF2B5EF4-FFF2-40B4-BE49-F238E27FC236}">
                <a16:creationId xmlns:a16="http://schemas.microsoft.com/office/drawing/2014/main" id="{99770731-A493-4CFD-A622-C22BEFB419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85317126" name="Rectangle: Rounded Corners 8473207">
            <a:extLst xmlns:a="http://schemas.openxmlformats.org/drawingml/2006/main">
              <a:ext uri="{FF2B5EF4-FFF2-40B4-BE49-F238E27FC236}">
                <a16:creationId xmlns:a16="http://schemas.microsoft.com/office/drawing/2014/main" id="{5DDE561D-F87E-45C6-ACD8-FDB7C0096A5A}"/>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2137899" name="Oval 1713827263">
            <a:extLst xmlns:a="http://schemas.openxmlformats.org/drawingml/2006/main">
              <a:ext uri="{FF2B5EF4-FFF2-40B4-BE49-F238E27FC236}">
                <a16:creationId xmlns:a16="http://schemas.microsoft.com/office/drawing/2014/main" id="{8544ECA9-19A9-40C5-92E4-513CADCFBCE9}"/>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718934" name="Oval 324013536">
            <a:extLst xmlns:a="http://schemas.openxmlformats.org/drawingml/2006/main">
              <a:ext uri="{FF2B5EF4-FFF2-40B4-BE49-F238E27FC236}">
                <a16:creationId xmlns:a16="http://schemas.microsoft.com/office/drawing/2014/main" id="{C8643870-FCC7-44BC-9348-9F22C4535E10}"/>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4771232" name="Oval 1149235491">
            <a:extLst xmlns:a="http://schemas.openxmlformats.org/drawingml/2006/main">
              <a:ext uri="{FF2B5EF4-FFF2-40B4-BE49-F238E27FC236}">
                <a16:creationId xmlns:a16="http://schemas.microsoft.com/office/drawing/2014/main" id="{664A4CF7-1494-45A0-884C-96FE35CEE788}"/>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9425265" name="Oval 1750953689">
            <a:extLst xmlns:a="http://schemas.openxmlformats.org/drawingml/2006/main">
              <a:ext uri="{FF2B5EF4-FFF2-40B4-BE49-F238E27FC236}">
                <a16:creationId xmlns:a16="http://schemas.microsoft.com/office/drawing/2014/main" id="{62658BA5-5F1E-4D4E-9F80-9A36AA187C58}"/>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590367" name="Oval 1513393046">
            <a:extLst xmlns:a="http://schemas.openxmlformats.org/drawingml/2006/main">
              <a:ext uri="{FF2B5EF4-FFF2-40B4-BE49-F238E27FC236}">
                <a16:creationId xmlns:a16="http://schemas.microsoft.com/office/drawing/2014/main" id="{93C96539-EEF9-4E65-BDCF-514B30CC264F}"/>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6996018" name="Oval 496081326">
            <a:extLst xmlns:a="http://schemas.openxmlformats.org/drawingml/2006/main">
              <a:ext uri="{FF2B5EF4-FFF2-40B4-BE49-F238E27FC236}">
                <a16:creationId xmlns:a16="http://schemas.microsoft.com/office/drawing/2014/main" id="{A7852AEC-FE7D-494F-BE13-B816D290F2DE}"/>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4929244" name="Oval 953579843">
            <a:extLst xmlns:a="http://schemas.openxmlformats.org/drawingml/2006/main">
              <a:ext uri="{FF2B5EF4-FFF2-40B4-BE49-F238E27FC236}">
                <a16:creationId xmlns:a16="http://schemas.microsoft.com/office/drawing/2014/main" id="{40BD9A6C-1938-41F7-85DF-A2520C534B39}"/>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1711287" name="Oval 268581152">
            <a:extLst xmlns:a="http://schemas.openxmlformats.org/drawingml/2006/main">
              <a:ext uri="{FF2B5EF4-FFF2-40B4-BE49-F238E27FC236}">
                <a16:creationId xmlns:a16="http://schemas.microsoft.com/office/drawing/2014/main" id="{B9F74B27-D7E1-426B-9FF5-7E85E8531CC7}"/>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2195321" name="Oval 1782461718">
            <a:extLst xmlns:a="http://schemas.openxmlformats.org/drawingml/2006/main">
              <a:ext uri="{FF2B5EF4-FFF2-40B4-BE49-F238E27FC236}">
                <a16:creationId xmlns:a16="http://schemas.microsoft.com/office/drawing/2014/main" id="{F73B7CA6-2F2F-4B74-A0E1-2D8DE5660B61}"/>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9428764" name="Oval 1638488983">
            <a:extLst xmlns:a="http://schemas.openxmlformats.org/drawingml/2006/main">
              <a:ext uri="{FF2B5EF4-FFF2-40B4-BE49-F238E27FC236}">
                <a16:creationId xmlns:a16="http://schemas.microsoft.com/office/drawing/2014/main" id="{07AC4023-ED7D-4AE6-B967-8508DA2B1285}"/>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514280" name="Oval 1018913497">
            <a:extLst xmlns:a="http://schemas.openxmlformats.org/drawingml/2006/main">
              <a:ext uri="{FF2B5EF4-FFF2-40B4-BE49-F238E27FC236}">
                <a16:creationId xmlns:a16="http://schemas.microsoft.com/office/drawing/2014/main" id="{274248B7-2CC2-463B-B678-6C9B224172E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9614042" name="Oval 1292287629">
            <a:extLst xmlns:a="http://schemas.openxmlformats.org/drawingml/2006/main">
              <a:ext uri="{FF2B5EF4-FFF2-40B4-BE49-F238E27FC236}">
                <a16:creationId xmlns:a16="http://schemas.microsoft.com/office/drawing/2014/main" id="{666C200D-8335-4BE4-8CF2-D38944082ADB}"/>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0207310" name="Oval 1410545746">
            <a:extLst xmlns:a="http://schemas.openxmlformats.org/drawingml/2006/main">
              <a:ext uri="{FF2B5EF4-FFF2-40B4-BE49-F238E27FC236}">
                <a16:creationId xmlns:a16="http://schemas.microsoft.com/office/drawing/2014/main" id="{EF65F714-A280-42A3-8F02-8DE78354AE51}"/>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4649138" name="Oval 1923839338">
            <a:extLst xmlns:a="http://schemas.openxmlformats.org/drawingml/2006/main">
              <a:ext uri="{FF2B5EF4-FFF2-40B4-BE49-F238E27FC236}">
                <a16:creationId xmlns:a16="http://schemas.microsoft.com/office/drawing/2014/main" id="{EF2A452C-901C-45C7-9DA9-5D1B4174F9B5}"/>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8232416" name="Oval 452248781">
            <a:extLst xmlns:a="http://schemas.openxmlformats.org/drawingml/2006/main">
              <a:ext uri="{FF2B5EF4-FFF2-40B4-BE49-F238E27FC236}">
                <a16:creationId xmlns:a16="http://schemas.microsoft.com/office/drawing/2014/main" id="{34469C33-F241-4500-9207-36EC1D73730B}"/>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5006800" name="Rectangle 2036757279">
            <a:extLst xmlns:a="http://schemas.openxmlformats.org/drawingml/2006/main">
              <a:ext uri="{FF2B5EF4-FFF2-40B4-BE49-F238E27FC236}">
                <a16:creationId xmlns:a16="http://schemas.microsoft.com/office/drawing/2014/main" id="{D1ADCF10-CEC8-4AD1-8214-5179E8E17ACC}"/>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012120738" name="Rectangle 899691756">
            <a:extLst xmlns:a="http://schemas.openxmlformats.org/drawingml/2006/main">
              <a:ext uri="{FF2B5EF4-FFF2-40B4-BE49-F238E27FC236}">
                <a16:creationId xmlns:a16="http://schemas.microsoft.com/office/drawing/2014/main" id="{DE96D5C5-5371-494E-BC54-BC8EE699CFD6}"/>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438240807" name="Rectangle 1393267236">
            <a:extLst xmlns:a="http://schemas.openxmlformats.org/drawingml/2006/main">
              <a:ext uri="{FF2B5EF4-FFF2-40B4-BE49-F238E27FC236}">
                <a16:creationId xmlns:a16="http://schemas.microsoft.com/office/drawing/2014/main" id="{BEBC4305-9C4E-4310-A267-6F4F11F1B116}"/>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563079251" name="Rectangle 1802476533">
            <a:extLst xmlns:a="http://schemas.openxmlformats.org/drawingml/2006/main">
              <a:ext uri="{FF2B5EF4-FFF2-40B4-BE49-F238E27FC236}">
                <a16:creationId xmlns:a16="http://schemas.microsoft.com/office/drawing/2014/main" id="{E3B0C608-0CB3-47CC-8B39-E742689D08E2}"/>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2102310197" name="Rectangle 1736954645">
            <a:extLst xmlns:a="http://schemas.openxmlformats.org/drawingml/2006/main">
              <a:ext uri="{FF2B5EF4-FFF2-40B4-BE49-F238E27FC236}">
                <a16:creationId xmlns:a16="http://schemas.microsoft.com/office/drawing/2014/main" id="{D188D997-4534-4331-B029-44AF4764CB8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16</a:t>
            </a:r>
          </a:p>
        </p:txBody>
      </p:sp>
      <p:cxnSp>
        <p:nvCxnSpPr>
          <p:cNvPr id="2134696977" name="Straight Arrow Connector 2036758667"/>
          <p:cNvCxnSpPr>
            <a:stCxn xmlns:a="http://schemas.openxmlformats.org/drawingml/2006/main" id="1432137899" idx="6"/>
            <a:endCxn xmlns:a="http://schemas.openxmlformats.org/drawingml/2006/main" id="1629425265"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78" name="Straight Arrow Connector 2036758668"/>
          <p:cNvCxnSpPr>
            <a:stCxn xmlns:a="http://schemas.openxmlformats.org/drawingml/2006/main" id="1432137899" idx="6"/>
            <a:endCxn xmlns:a="http://schemas.openxmlformats.org/drawingml/2006/main" id="1785590367"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79" name="Straight Arrow Connector 2036758669"/>
          <p:cNvCxnSpPr>
            <a:stCxn xmlns:a="http://schemas.openxmlformats.org/drawingml/2006/main" id="1432137899" idx="6"/>
            <a:endCxn xmlns:a="http://schemas.openxmlformats.org/drawingml/2006/main" id="2096996018"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80" name="Straight Arrow Connector 2036758670"/>
          <p:cNvCxnSpPr>
            <a:stCxn xmlns:a="http://schemas.openxmlformats.org/drawingml/2006/main" id="1432137899" idx="6"/>
            <a:endCxn xmlns:a="http://schemas.openxmlformats.org/drawingml/2006/main" id="1454929244"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81" name="Straight Arrow Connector 2036758671"/>
          <p:cNvCxnSpPr>
            <a:stCxn xmlns:a="http://schemas.openxmlformats.org/drawingml/2006/main" id="1432137899" idx="6"/>
            <a:endCxn xmlns:a="http://schemas.openxmlformats.org/drawingml/2006/main" id="941711287"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82" name="Straight Arrow Connector 2036758672"/>
          <p:cNvCxnSpPr>
            <a:stCxn xmlns:a="http://schemas.openxmlformats.org/drawingml/2006/main" id="160718934" idx="6"/>
            <a:endCxn xmlns:a="http://schemas.openxmlformats.org/drawingml/2006/main" id="1629425265"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83" name="Straight Arrow Connector 2036758673"/>
          <p:cNvCxnSpPr>
            <a:stCxn xmlns:a="http://schemas.openxmlformats.org/drawingml/2006/main" id="160718934" idx="6"/>
            <a:endCxn xmlns:a="http://schemas.openxmlformats.org/drawingml/2006/main" id="1785590367"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84" name="Straight Arrow Connector 2036758674"/>
          <p:cNvCxnSpPr>
            <a:stCxn xmlns:a="http://schemas.openxmlformats.org/drawingml/2006/main" id="160718934" idx="6"/>
            <a:endCxn xmlns:a="http://schemas.openxmlformats.org/drawingml/2006/main" id="2096996018"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85" name="Straight Arrow Connector 2036758675"/>
          <p:cNvCxnSpPr>
            <a:stCxn xmlns:a="http://schemas.openxmlformats.org/drawingml/2006/main" id="160718934" idx="6"/>
            <a:endCxn xmlns:a="http://schemas.openxmlformats.org/drawingml/2006/main" id="1454929244"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86" name="Straight Arrow Connector 2036758676"/>
          <p:cNvCxnSpPr>
            <a:stCxn xmlns:a="http://schemas.openxmlformats.org/drawingml/2006/main" id="160718934" idx="6"/>
            <a:endCxn xmlns:a="http://schemas.openxmlformats.org/drawingml/2006/main" id="941711287"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87" name="Straight Arrow Connector 2036758677"/>
          <p:cNvCxnSpPr>
            <a:stCxn xmlns:a="http://schemas.openxmlformats.org/drawingml/2006/main" id="1524771232" idx="6"/>
            <a:endCxn xmlns:a="http://schemas.openxmlformats.org/drawingml/2006/main" id="1629425265"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88" name="Straight Arrow Connector 2036758678"/>
          <p:cNvCxnSpPr>
            <a:stCxn xmlns:a="http://schemas.openxmlformats.org/drawingml/2006/main" id="1524771232" idx="6"/>
            <a:endCxn xmlns:a="http://schemas.openxmlformats.org/drawingml/2006/main" id="1785590367"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89"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90" name="Straight Arrow Connector 2036758680"/>
          <p:cNvCxnSpPr>
            <a:stCxn xmlns:a="http://schemas.openxmlformats.org/drawingml/2006/main" id="1524771232" idx="6"/>
            <a:endCxn xmlns:a="http://schemas.openxmlformats.org/drawingml/2006/main" id="1454929244"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91" name="Straight Arrow Connector 2036758681"/>
          <p:cNvCxnSpPr>
            <a:stCxn xmlns:a="http://schemas.openxmlformats.org/drawingml/2006/main" id="1524771232" idx="6"/>
            <a:endCxn xmlns:a="http://schemas.openxmlformats.org/drawingml/2006/main" id="941711287"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92" name="Straight Arrow Connector 2036758682"/>
          <p:cNvCxnSpPr>
            <a:stCxn xmlns:a="http://schemas.openxmlformats.org/drawingml/2006/main" id="1629425265" idx="6"/>
            <a:endCxn xmlns:a="http://schemas.openxmlformats.org/drawingml/2006/main" id="1792195321"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93" name="Straight Arrow Connector 2036758683"/>
          <p:cNvCxnSpPr>
            <a:stCxn xmlns:a="http://schemas.openxmlformats.org/drawingml/2006/main" id="1629425265" idx="6"/>
            <a:endCxn xmlns:a="http://schemas.openxmlformats.org/drawingml/2006/main" id="88942876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94" name="Straight Arrow Connector 2036758684"/>
          <p:cNvCxnSpPr>
            <a:stCxn xmlns:a="http://schemas.openxmlformats.org/drawingml/2006/main" id="1629425265" idx="6"/>
            <a:endCxn xmlns:a="http://schemas.openxmlformats.org/drawingml/2006/main" id="683514280"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95" name="Straight Arrow Connector 2036758685"/>
          <p:cNvCxnSpPr>
            <a:stCxn xmlns:a="http://schemas.openxmlformats.org/drawingml/2006/main" id="1629425265" idx="6"/>
            <a:endCxn xmlns:a="http://schemas.openxmlformats.org/drawingml/2006/main" id="849614042"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96" name="Straight Arrow Connector 2036758686"/>
          <p:cNvCxnSpPr>
            <a:stCxn xmlns:a="http://schemas.openxmlformats.org/drawingml/2006/main" id="1629425265" idx="6"/>
            <a:endCxn xmlns:a="http://schemas.openxmlformats.org/drawingml/2006/main" id="1750207310"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97" name="Straight Arrow Connector 2036758687"/>
          <p:cNvCxnSpPr>
            <a:stCxn xmlns:a="http://schemas.openxmlformats.org/drawingml/2006/main" id="1785590367" idx="6"/>
            <a:endCxn xmlns:a="http://schemas.openxmlformats.org/drawingml/2006/main" id="1792195321"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98" name="Straight Arrow Connector 2036758688"/>
          <p:cNvCxnSpPr>
            <a:stCxn xmlns:a="http://schemas.openxmlformats.org/drawingml/2006/main" id="1785590367" idx="6"/>
            <a:endCxn xmlns:a="http://schemas.openxmlformats.org/drawingml/2006/main" id="88942876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6999" name="Straight Arrow Connector 2036758689"/>
          <p:cNvCxnSpPr>
            <a:stCxn xmlns:a="http://schemas.openxmlformats.org/drawingml/2006/main" id="1785590367" idx="6"/>
            <a:endCxn xmlns:a="http://schemas.openxmlformats.org/drawingml/2006/main" id="683514280"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00" name="Straight Arrow Connector 2036758690"/>
          <p:cNvCxnSpPr>
            <a:stCxn xmlns:a="http://schemas.openxmlformats.org/drawingml/2006/main" id="1785590367" idx="6"/>
            <a:endCxn xmlns:a="http://schemas.openxmlformats.org/drawingml/2006/main" id="849614042"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01" name="Straight Arrow Connector 2036758691"/>
          <p:cNvCxnSpPr>
            <a:stCxn xmlns:a="http://schemas.openxmlformats.org/drawingml/2006/main" id="1785590367" idx="6"/>
            <a:endCxn xmlns:a="http://schemas.openxmlformats.org/drawingml/2006/main" id="1750207310"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02" name="Straight Arrow Connector 2036758692"/>
          <p:cNvCxnSpPr>
            <a:stCxn xmlns:a="http://schemas.openxmlformats.org/drawingml/2006/main" id="2096996018" idx="6"/>
            <a:endCxn xmlns:a="http://schemas.openxmlformats.org/drawingml/2006/main" id="1792195321"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03" name="Straight Arrow Connector 2036758693"/>
          <p:cNvCxnSpPr>
            <a:stCxn xmlns:a="http://schemas.openxmlformats.org/drawingml/2006/main" id="2096996018" idx="6"/>
            <a:endCxn xmlns:a="http://schemas.openxmlformats.org/drawingml/2006/main" id="88942876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04" name="Straight Arrow Connector 2036758694"/>
          <p:cNvCxnSpPr>
            <a:stCxn xmlns:a="http://schemas.openxmlformats.org/drawingml/2006/main" id="2096996018" idx="6"/>
            <a:endCxn xmlns:a="http://schemas.openxmlformats.org/drawingml/2006/main" id="683514280"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05" name="Straight Arrow Connector 2036758695"/>
          <p:cNvCxnSpPr>
            <a:stCxn xmlns:a="http://schemas.openxmlformats.org/drawingml/2006/main" id="2096996018" idx="6"/>
            <a:endCxn xmlns:a="http://schemas.openxmlformats.org/drawingml/2006/main" id="849614042"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06" name="Straight Arrow Connector 2036758696"/>
          <p:cNvCxnSpPr>
            <a:stCxn xmlns:a="http://schemas.openxmlformats.org/drawingml/2006/main" id="2096996018" idx="6"/>
            <a:endCxn xmlns:a="http://schemas.openxmlformats.org/drawingml/2006/main" id="1750207310"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07" name="Straight Arrow Connector 2036758697"/>
          <p:cNvCxnSpPr>
            <a:stCxn xmlns:a="http://schemas.openxmlformats.org/drawingml/2006/main" id="1454929244" idx="6"/>
            <a:endCxn xmlns:a="http://schemas.openxmlformats.org/drawingml/2006/main" id="1792195321"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08" name="Straight Arrow Connector 2036758698"/>
          <p:cNvCxnSpPr>
            <a:stCxn xmlns:a="http://schemas.openxmlformats.org/drawingml/2006/main" id="1454929244" idx="6"/>
            <a:endCxn xmlns:a="http://schemas.openxmlformats.org/drawingml/2006/main" id="88942876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09" name="Straight Arrow Connector 2036758699"/>
          <p:cNvCxnSpPr>
            <a:stCxn xmlns:a="http://schemas.openxmlformats.org/drawingml/2006/main" id="1454929244" idx="6"/>
            <a:endCxn xmlns:a="http://schemas.openxmlformats.org/drawingml/2006/main" id="683514280"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10" name="Straight Arrow Connector 2036758700"/>
          <p:cNvCxnSpPr>
            <a:stCxn xmlns:a="http://schemas.openxmlformats.org/drawingml/2006/main" id="1454929244" idx="6"/>
            <a:endCxn xmlns:a="http://schemas.openxmlformats.org/drawingml/2006/main" id="849614042"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11" name="Straight Arrow Connector 2036758701"/>
          <p:cNvCxnSpPr>
            <a:stCxn xmlns:a="http://schemas.openxmlformats.org/drawingml/2006/main" id="1454929244" idx="6"/>
            <a:endCxn xmlns:a="http://schemas.openxmlformats.org/drawingml/2006/main" id="1750207310"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12" name="Straight Arrow Connector 2036758702"/>
          <p:cNvCxnSpPr>
            <a:stCxn xmlns:a="http://schemas.openxmlformats.org/drawingml/2006/main" id="941711287" idx="6"/>
            <a:endCxn xmlns:a="http://schemas.openxmlformats.org/drawingml/2006/main" id="1792195321"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13" name="Straight Arrow Connector 2036758703"/>
          <p:cNvCxnSpPr>
            <a:stCxn xmlns:a="http://schemas.openxmlformats.org/drawingml/2006/main" id="941711287" idx="6"/>
            <a:endCxn xmlns:a="http://schemas.openxmlformats.org/drawingml/2006/main" id="88942876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14" name="Straight Arrow Connector 2036758704"/>
          <p:cNvCxnSpPr>
            <a:stCxn xmlns:a="http://schemas.openxmlformats.org/drawingml/2006/main" id="941711287" idx="6"/>
            <a:endCxn xmlns:a="http://schemas.openxmlformats.org/drawingml/2006/main" id="683514280"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15" name="Straight Arrow Connector 2036758705"/>
          <p:cNvCxnSpPr>
            <a:stCxn xmlns:a="http://schemas.openxmlformats.org/drawingml/2006/main" id="941711287" idx="6"/>
            <a:endCxn xmlns:a="http://schemas.openxmlformats.org/drawingml/2006/main" id="849614042"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16" name="Straight Arrow Connector 2036758706"/>
          <p:cNvCxnSpPr>
            <a:stCxn xmlns:a="http://schemas.openxmlformats.org/drawingml/2006/main" id="941711287" idx="6"/>
            <a:endCxn xmlns:a="http://schemas.openxmlformats.org/drawingml/2006/main" id="1750207310"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17" name="Straight Arrow Connector 2036758707"/>
          <p:cNvCxnSpPr>
            <a:stCxn xmlns:a="http://schemas.openxmlformats.org/drawingml/2006/main" id="1792195321" idx="6"/>
            <a:endCxn xmlns:a="http://schemas.openxmlformats.org/drawingml/2006/main" id="1604649138"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18" name="Straight Arrow Connector 2036758708"/>
          <p:cNvCxnSpPr>
            <a:stCxn xmlns:a="http://schemas.openxmlformats.org/drawingml/2006/main" id="1792195321" idx="6"/>
            <a:endCxn xmlns:a="http://schemas.openxmlformats.org/drawingml/2006/main" id="888232416"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19" name="Straight Arrow Connector 2036758709"/>
          <p:cNvCxnSpPr>
            <a:stCxn xmlns:a="http://schemas.openxmlformats.org/drawingml/2006/main" id="889428764" idx="6"/>
            <a:endCxn xmlns:a="http://schemas.openxmlformats.org/drawingml/2006/main" id="1604649138"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20" name="Straight Arrow Connector 2036758710"/>
          <p:cNvCxnSpPr>
            <a:stCxn xmlns:a="http://schemas.openxmlformats.org/drawingml/2006/main" id="889428764" idx="6"/>
            <a:endCxn xmlns:a="http://schemas.openxmlformats.org/drawingml/2006/main" id="888232416"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21" name="Straight Arrow Connector 2036758711"/>
          <p:cNvCxnSpPr>
            <a:stCxn xmlns:a="http://schemas.openxmlformats.org/drawingml/2006/main" id="683514280" idx="6"/>
            <a:endCxn xmlns:a="http://schemas.openxmlformats.org/drawingml/2006/main" id="1604649138"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22" name="Straight Arrow Connector 2036758712"/>
          <p:cNvCxnSpPr>
            <a:stCxn xmlns:a="http://schemas.openxmlformats.org/drawingml/2006/main" id="683514280" idx="6"/>
            <a:endCxn xmlns:a="http://schemas.openxmlformats.org/drawingml/2006/main" id="888232416"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23" name="Straight Arrow Connector 2036758713"/>
          <p:cNvCxnSpPr>
            <a:stCxn xmlns:a="http://schemas.openxmlformats.org/drawingml/2006/main" id="849614042" idx="6"/>
            <a:endCxn xmlns:a="http://schemas.openxmlformats.org/drawingml/2006/main" id="1604649138"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24" name="Straight Arrow Connector 2036758714"/>
          <p:cNvCxnSpPr>
            <a:stCxn xmlns:a="http://schemas.openxmlformats.org/drawingml/2006/main" id="849614042" idx="6"/>
            <a:endCxn xmlns:a="http://schemas.openxmlformats.org/drawingml/2006/main" id="888232416"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25" name="Straight Arrow Connector 2036758715"/>
          <p:cNvCxnSpPr>
            <a:stCxn xmlns:a="http://schemas.openxmlformats.org/drawingml/2006/main" id="1750207310" idx="6"/>
            <a:endCxn xmlns:a="http://schemas.openxmlformats.org/drawingml/2006/main" id="1604649138"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4697026" name="Straight Arrow Connector 2036758716"/>
          <p:cNvCxnSpPr>
            <a:stCxn xmlns:a="http://schemas.openxmlformats.org/drawingml/2006/main" id="1750207310" idx="6"/>
            <a:endCxn xmlns:a="http://schemas.openxmlformats.org/drawingml/2006/main" id="888232416"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2015205796"/>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875038" name="">
            <a:extLst xmlns:a="http://schemas.openxmlformats.org/drawingml/2006/main">
              <a:ext uri="{FF2B5EF4-FFF2-40B4-BE49-F238E27FC236}">
                <a16:creationId xmlns:a16="http://schemas.microsoft.com/office/drawing/2014/main" id="{E82FAF28-CB9A-41A4-B023-D27E37EE5A8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931957514" name="">
            <a:extLst xmlns:a="http://schemas.openxmlformats.org/drawingml/2006/main">
              <a:ext uri="{FF2B5EF4-FFF2-40B4-BE49-F238E27FC236}">
                <a16:creationId xmlns:a16="http://schemas.microsoft.com/office/drawing/2014/main" id="{A59B44DA-4C3A-4937-94A0-56D0BF49243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066463775" name="">
            <a:extLst xmlns:a="http://schemas.openxmlformats.org/drawingml/2006/main">
              <a:ext uri="{FF2B5EF4-FFF2-40B4-BE49-F238E27FC236}">
                <a16:creationId xmlns:a16="http://schemas.microsoft.com/office/drawing/2014/main" id="{A789D0EB-F317-4E81-B208-CE6E3AC8B02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218793118" name="">
            <a:extLst xmlns:a="http://schemas.openxmlformats.org/drawingml/2006/main">
              <a:ext uri="{FF2B5EF4-FFF2-40B4-BE49-F238E27FC236}">
                <a16:creationId xmlns:a16="http://schemas.microsoft.com/office/drawing/2014/main" id="{5E48696D-6EFD-47C3-8CD9-9E110E42841B}"/>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827245799" name="">
            <a:extLst xmlns:a="http://schemas.openxmlformats.org/drawingml/2006/main">
              <a:ext uri="{FF2B5EF4-FFF2-40B4-BE49-F238E27FC236}">
                <a16:creationId xmlns:a16="http://schemas.microsoft.com/office/drawing/2014/main" id="{0C370080-128D-461B-A90B-B80E309D87AF}"/>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1196188480" name="">
            <a:extLst xmlns:a="http://schemas.openxmlformats.org/drawingml/2006/main">
              <a:ext uri="{FF2B5EF4-FFF2-40B4-BE49-F238E27FC236}">
                <a16:creationId xmlns:a16="http://schemas.microsoft.com/office/drawing/2014/main" id="{2CA7CDD7-AB5E-4FCD-863D-5DA80CDAE4D1}"/>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561278398" name="">
            <a:extLst xmlns:a="http://schemas.openxmlformats.org/drawingml/2006/main">
              <a:ext uri="{FF2B5EF4-FFF2-40B4-BE49-F238E27FC236}">
                <a16:creationId xmlns:a16="http://schemas.microsoft.com/office/drawing/2014/main" id="{25EB4CC2-9498-4AEB-89FB-2C3FFF33DE18}"/>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90910846" name="">
            <a:extLst xmlns:a="http://schemas.openxmlformats.org/drawingml/2006/main">
              <a:ext uri="{FF2B5EF4-FFF2-40B4-BE49-F238E27FC236}">
                <a16:creationId xmlns:a16="http://schemas.microsoft.com/office/drawing/2014/main" id="{BEB559DD-5327-4DBD-8FC2-7BF70D571B70}"/>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533557014" name="">
            <a:extLst xmlns:a="http://schemas.openxmlformats.org/drawingml/2006/main">
              <a:ext uri="{FF2B5EF4-FFF2-40B4-BE49-F238E27FC236}">
                <a16:creationId xmlns:a16="http://schemas.microsoft.com/office/drawing/2014/main" id="{C0BCFB9F-ECC7-4723-8539-376F51D0A74F}"/>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567089087" name="">
            <a:extLst xmlns:a="http://schemas.openxmlformats.org/drawingml/2006/main">
              <a:ext uri="{FF2B5EF4-FFF2-40B4-BE49-F238E27FC236}">
                <a16:creationId xmlns:a16="http://schemas.microsoft.com/office/drawing/2014/main" id="{D6AB5908-1478-4C49-858F-B74677DBD6F0}"/>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1012688730" name="">
            <a:extLst xmlns:a="http://schemas.openxmlformats.org/drawingml/2006/main">
              <a:ext uri="{FF2B5EF4-FFF2-40B4-BE49-F238E27FC236}">
                <a16:creationId xmlns:a16="http://schemas.microsoft.com/office/drawing/2014/main" id="{2A53EB61-4951-4622-9F31-D61A4DE05DA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302016204" name="">
            <a:extLst xmlns:a="http://schemas.openxmlformats.org/drawingml/2006/main">
              <a:ext uri="{FF2B5EF4-FFF2-40B4-BE49-F238E27FC236}">
                <a16:creationId xmlns:a16="http://schemas.microsoft.com/office/drawing/2014/main" id="{786127F2-9D26-445E-9519-B0ADDC52030E}"/>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341438286" name="">
            <a:extLst xmlns:a="http://schemas.openxmlformats.org/drawingml/2006/main">
              <a:ext uri="{FF2B5EF4-FFF2-40B4-BE49-F238E27FC236}">
                <a16:creationId xmlns:a16="http://schemas.microsoft.com/office/drawing/2014/main" id="{047D8ADA-8AA6-4153-8F46-600C9CDBAEFB}"/>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1488571650" name="">
            <a:extLst xmlns:a="http://schemas.openxmlformats.org/drawingml/2006/main">
              <a:ext uri="{FF2B5EF4-FFF2-40B4-BE49-F238E27FC236}">
                <a16:creationId xmlns:a16="http://schemas.microsoft.com/office/drawing/2014/main" id="{FEBC9727-6B35-434D-9A5C-3163F22B58B3}"/>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1400673709" name="">
            <a:extLst xmlns:a="http://schemas.openxmlformats.org/drawingml/2006/main">
              <a:ext uri="{FF2B5EF4-FFF2-40B4-BE49-F238E27FC236}">
                <a16:creationId xmlns:a16="http://schemas.microsoft.com/office/drawing/2014/main" id="{A6C9907E-5A20-4859-BBB0-79E3B9803AC5}"/>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293948206" name="">
            <a:extLst xmlns:a="http://schemas.openxmlformats.org/drawingml/2006/main">
              <a:ext uri="{FF2B5EF4-FFF2-40B4-BE49-F238E27FC236}">
                <a16:creationId xmlns:a16="http://schemas.microsoft.com/office/drawing/2014/main" id="{A8CE6E6F-83C7-40CC-9482-9BDA0AB3160F}"/>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615216882" name="">
            <a:extLst xmlns:a="http://schemas.openxmlformats.org/drawingml/2006/main">
              <a:ext uri="{FF2B5EF4-FFF2-40B4-BE49-F238E27FC236}">
                <a16:creationId xmlns:a16="http://schemas.microsoft.com/office/drawing/2014/main" id="{3A9AA4EC-94F8-4F75-9086-A5FB36D87C60}"/>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631158413" name="">
            <a:extLst xmlns:a="http://schemas.openxmlformats.org/drawingml/2006/main">
              <a:ext uri="{FF2B5EF4-FFF2-40B4-BE49-F238E27FC236}">
                <a16:creationId xmlns:a16="http://schemas.microsoft.com/office/drawing/2014/main" id="{1D66C48E-2C01-47FF-8524-868F2A19DD80}"/>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173384246" name="">
            <a:extLst xmlns:a="http://schemas.openxmlformats.org/drawingml/2006/main">
              <a:ext uri="{FF2B5EF4-FFF2-40B4-BE49-F238E27FC236}">
                <a16:creationId xmlns:a16="http://schemas.microsoft.com/office/drawing/2014/main" id="{66C31FB5-8418-40E6-AB81-173D17840969}"/>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1247294242" name="">
            <a:extLst xmlns:a="http://schemas.openxmlformats.org/drawingml/2006/main">
              <a:ext uri="{FF2B5EF4-FFF2-40B4-BE49-F238E27FC236}">
                <a16:creationId xmlns:a16="http://schemas.microsoft.com/office/drawing/2014/main" id="{E4B4F128-0E1F-4557-A101-DDCC345DA5AE}"/>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373603868"/>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88151061" name="">
            <a:extLst xmlns:a="http://schemas.openxmlformats.org/drawingml/2006/main">
              <a:ext uri="{FF2B5EF4-FFF2-40B4-BE49-F238E27FC236}">
                <a16:creationId xmlns:a16="http://schemas.microsoft.com/office/drawing/2014/main" id="{2116223A-8A25-4698-92E2-131514DE73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55763693" name="">
            <a:extLst xmlns:a="http://schemas.openxmlformats.org/drawingml/2006/main">
              <a:ext uri="{FF2B5EF4-FFF2-40B4-BE49-F238E27FC236}">
                <a16:creationId xmlns:a16="http://schemas.microsoft.com/office/drawing/2014/main" id="{90047E50-509B-4986-A5D5-44F89E6BB4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669805033" name="">
            <a:extLst xmlns:a="http://schemas.openxmlformats.org/drawingml/2006/main">
              <a:ext uri="{FF2B5EF4-FFF2-40B4-BE49-F238E27FC236}">
                <a16:creationId xmlns:a16="http://schemas.microsoft.com/office/drawing/2014/main" id="{17CDF8E5-37D4-4050-BBA2-73A69E2B234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971078706" name="">
            <a:extLst xmlns:a="http://schemas.openxmlformats.org/drawingml/2006/main">
              <a:ext uri="{FF2B5EF4-FFF2-40B4-BE49-F238E27FC236}">
                <a16:creationId xmlns:a16="http://schemas.microsoft.com/office/drawing/2014/main" id="{7E27687C-FF7C-4490-AE45-E13A1E374FB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479590106" name="">
            <a:extLst xmlns:a="http://schemas.openxmlformats.org/drawingml/2006/main">
              <a:ext uri="{FF2B5EF4-FFF2-40B4-BE49-F238E27FC236}">
                <a16:creationId xmlns:a16="http://schemas.microsoft.com/office/drawing/2014/main" id="{33A120CD-5206-4026-AA86-17E40D5EDE8F}"/>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875991558" name="">
            <a:extLst xmlns:a="http://schemas.openxmlformats.org/drawingml/2006/main">
              <a:ext uri="{FF2B5EF4-FFF2-40B4-BE49-F238E27FC236}">
                <a16:creationId xmlns:a16="http://schemas.microsoft.com/office/drawing/2014/main" id="{F68B1A13-5D1D-4A4D-A5B3-6E10CF85F38F}"/>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150187724" name="">
            <a:extLst xmlns:a="http://schemas.openxmlformats.org/drawingml/2006/main">
              <a:ext uri="{FF2B5EF4-FFF2-40B4-BE49-F238E27FC236}">
                <a16:creationId xmlns:a16="http://schemas.microsoft.com/office/drawing/2014/main" id="{E8771D91-9972-4E7A-AEF1-2FCB1B42E4EC}"/>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1046858343" name="">
            <a:extLst xmlns:a="http://schemas.openxmlformats.org/drawingml/2006/main">
              <a:ext uri="{FF2B5EF4-FFF2-40B4-BE49-F238E27FC236}">
                <a16:creationId xmlns:a16="http://schemas.microsoft.com/office/drawing/2014/main" id="{BBD7BF56-AE9C-4240-83F7-D8B138945F54}"/>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544769972" name="">
            <a:extLst xmlns:a="http://schemas.openxmlformats.org/drawingml/2006/main">
              <a:ext uri="{FF2B5EF4-FFF2-40B4-BE49-F238E27FC236}">
                <a16:creationId xmlns:a16="http://schemas.microsoft.com/office/drawing/2014/main" id="{13268D31-35BB-4CDE-94B0-DC6C8B507ACC}"/>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1931924295" name="">
            <a:extLst xmlns:a="http://schemas.openxmlformats.org/drawingml/2006/main">
              <a:ext uri="{FF2B5EF4-FFF2-40B4-BE49-F238E27FC236}">
                <a16:creationId xmlns:a16="http://schemas.microsoft.com/office/drawing/2014/main" id="{AB874479-6CCB-413A-9966-E788E5A78AF8}"/>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862880308" name="">
            <a:extLst xmlns:a="http://schemas.openxmlformats.org/drawingml/2006/main">
              <a:ext uri="{FF2B5EF4-FFF2-40B4-BE49-F238E27FC236}">
                <a16:creationId xmlns:a16="http://schemas.microsoft.com/office/drawing/2014/main" id="{168189C2-C4C9-4B4C-AC34-51DC073FFC3B}"/>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1644326578" name="">
            <a:extLst xmlns:a="http://schemas.openxmlformats.org/drawingml/2006/main">
              <a:ext uri="{FF2B5EF4-FFF2-40B4-BE49-F238E27FC236}">
                <a16:creationId xmlns:a16="http://schemas.microsoft.com/office/drawing/2014/main" id="{AD7DE700-6300-4D79-87DB-EB5655C1BAA7}"/>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1895169713" name="">
            <a:extLst xmlns:a="http://schemas.openxmlformats.org/drawingml/2006/main">
              <a:ext uri="{FF2B5EF4-FFF2-40B4-BE49-F238E27FC236}">
                <a16:creationId xmlns:a16="http://schemas.microsoft.com/office/drawing/2014/main" id="{8741CC0C-AEFC-44BB-920D-B338F6D99BBD}"/>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512042634" name="">
            <a:extLst xmlns:a="http://schemas.openxmlformats.org/drawingml/2006/main">
              <a:ext uri="{FF2B5EF4-FFF2-40B4-BE49-F238E27FC236}">
                <a16:creationId xmlns:a16="http://schemas.microsoft.com/office/drawing/2014/main" id="{BCEF27DC-F386-488C-ABA5-86826E001507}"/>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851419411" name="">
            <a:extLst xmlns:a="http://schemas.openxmlformats.org/drawingml/2006/main">
              <a:ext uri="{FF2B5EF4-FFF2-40B4-BE49-F238E27FC236}">
                <a16:creationId xmlns:a16="http://schemas.microsoft.com/office/drawing/2014/main" id="{9E5A856B-36B6-41A4-8AFE-EEF2F1E21D16}"/>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907121702" name="">
            <a:extLst xmlns:a="http://schemas.openxmlformats.org/drawingml/2006/main">
              <a:ext uri="{FF2B5EF4-FFF2-40B4-BE49-F238E27FC236}">
                <a16:creationId xmlns:a16="http://schemas.microsoft.com/office/drawing/2014/main" id="{351020BC-8526-4AE3-A878-7897192D7C2C}"/>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357278031" name="">
            <a:extLst xmlns:a="http://schemas.openxmlformats.org/drawingml/2006/main">
              <a:ext uri="{FF2B5EF4-FFF2-40B4-BE49-F238E27FC236}">
                <a16:creationId xmlns:a16="http://schemas.microsoft.com/office/drawing/2014/main" id="{13BEB274-67D6-4B0C-B1CC-7ED85DAEB063}"/>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587709218" name="">
            <a:extLst xmlns:a="http://schemas.openxmlformats.org/drawingml/2006/main">
              <a:ext uri="{FF2B5EF4-FFF2-40B4-BE49-F238E27FC236}">
                <a16:creationId xmlns:a16="http://schemas.microsoft.com/office/drawing/2014/main" id="{AB9A3E20-909D-458C-9DDB-7CF59A1B18A6}"/>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2050773590" name="">
            <a:extLst xmlns:a="http://schemas.openxmlformats.org/drawingml/2006/main">
              <a:ext uri="{FF2B5EF4-FFF2-40B4-BE49-F238E27FC236}">
                <a16:creationId xmlns:a16="http://schemas.microsoft.com/office/drawing/2014/main" id="{51430E21-D899-452C-AFBD-4E4775E31099}"/>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1360459714" name="">
            <a:extLst xmlns:a="http://schemas.openxmlformats.org/drawingml/2006/main">
              <a:ext uri="{FF2B5EF4-FFF2-40B4-BE49-F238E27FC236}">
                <a16:creationId xmlns:a16="http://schemas.microsoft.com/office/drawing/2014/main" id="{59AF7F4C-02C4-4F23-BF0E-8D20BBB9C24C}"/>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1102149736" name="">
            <a:extLst xmlns:a="http://schemas.openxmlformats.org/drawingml/2006/main">
              <a:ext uri="{FF2B5EF4-FFF2-40B4-BE49-F238E27FC236}">
                <a16:creationId xmlns:a16="http://schemas.microsoft.com/office/drawing/2014/main" id="{E4D0CB91-C000-4228-AC83-F6E9E672955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18</a:t>
            </a:r>
          </a:p>
        </p:txBody>
      </p:sp>
    </p:spTree>
    <p:extLst>
      <p:ext uri="{BB962C8B-B14F-4D97-AF65-F5344CB8AC3E}">
        <p14:creationId xmlns:p14="http://schemas.microsoft.com/office/powerpoint/2010/main" val="593240340"/>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9141375" name="">
            <a:extLst xmlns:a="http://schemas.openxmlformats.org/drawingml/2006/main">
              <a:ext uri="{FF2B5EF4-FFF2-40B4-BE49-F238E27FC236}">
                <a16:creationId xmlns:a16="http://schemas.microsoft.com/office/drawing/2014/main" id="{9F0FFA78-EFE6-4159-912C-216C1F9495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842702685" name="">
            <a:extLst xmlns:a="http://schemas.openxmlformats.org/drawingml/2006/main">
              <a:ext uri="{FF2B5EF4-FFF2-40B4-BE49-F238E27FC236}">
                <a16:creationId xmlns:a16="http://schemas.microsoft.com/office/drawing/2014/main" id="{3FBA7C62-0D8E-4033-A43B-8536A79CFD0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99370222" name="">
            <a:extLst xmlns:a="http://schemas.openxmlformats.org/drawingml/2006/main">
              <a:ext uri="{FF2B5EF4-FFF2-40B4-BE49-F238E27FC236}">
                <a16:creationId xmlns:a16="http://schemas.microsoft.com/office/drawing/2014/main" id="{2C93238C-9FD4-493E-98AF-68626717AB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842702690" name=""/>
          <p:cNvPicPr>
            <a:picLocks xmlns:a="http://schemas.openxmlformats.org/drawingml/2006/main" noChangeAspect="1"/>
          </p:cNvPicPr>
          <p:nvPr/>
        </p:nvPicPr>
        <p:blipFill rotWithShape="1">
          <a:blip xmlns:r="http://schemas.openxmlformats.org/officeDocument/2006/relationships" xmlns:a="http://schemas.openxmlformats.org/drawingml/2006/main" r:embed="R1f6623be1ffe49ad"/>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1001934226"/>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04213" name="Rectangle 1153616344">
            <a:extLst xmlns:a="http://schemas.openxmlformats.org/drawingml/2006/main">
              <a:ext uri="{FF2B5EF4-FFF2-40B4-BE49-F238E27FC236}">
                <a16:creationId xmlns:a16="http://schemas.microsoft.com/office/drawing/2014/main" id="{DE978A81-2F00-430B-A2AF-B41202E99F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61255291" name="Rectangle 900783331">
            <a:extLst xmlns:a="http://schemas.openxmlformats.org/drawingml/2006/main">
              <a:ext uri="{FF2B5EF4-FFF2-40B4-BE49-F238E27FC236}">
                <a16:creationId xmlns:a16="http://schemas.microsoft.com/office/drawing/2014/main" id="{602C0B1B-6D4C-4719-A447-BFE892C51F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multiplies local changes</a:t>
            </a:r>
          </a:p>
        </p:txBody>
      </p:sp>
      <p:sp>
        <p:nvSpPr>
          <p:cNvPr id="719866571" name="Rectangle 1675037776">
            <a:extLst xmlns:a="http://schemas.openxmlformats.org/drawingml/2006/main">
              <a:ext uri="{FF2B5EF4-FFF2-40B4-BE49-F238E27FC236}">
                <a16:creationId xmlns:a16="http://schemas.microsoft.com/office/drawing/2014/main" id="{915A78F1-6DDD-4F07-B666-0B2CF9ED51E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20</a:t>
            </a:r>
          </a:p>
        </p:txBody>
      </p:sp>
      <p:sp>
        <p:nvSpPr>
          <p:cNvPr id="745613541" name="">
            <a:extLst xmlns:a="http://schemas.openxmlformats.org/drawingml/2006/main">
              <a:ext uri="{FF2B5EF4-FFF2-40B4-BE49-F238E27FC236}">
                <a16:creationId xmlns:a16="http://schemas.microsoft.com/office/drawing/2014/main" id="{E72DD370-5B9C-46D3-AA3D-B8095949BCB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805149184" name="">
            <a:extLst xmlns:a="http://schemas.openxmlformats.org/drawingml/2006/main">
              <a:ext uri="{FF2B5EF4-FFF2-40B4-BE49-F238E27FC236}">
                <a16:creationId xmlns:a16="http://schemas.microsoft.com/office/drawing/2014/main" id="{45FE1681-C098-4EF2-AA46-381918A36509}"/>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616745817" name="">
            <a:extLst xmlns:a="http://schemas.openxmlformats.org/drawingml/2006/main">
              <a:ext uri="{FF2B5EF4-FFF2-40B4-BE49-F238E27FC236}">
                <a16:creationId xmlns:a16="http://schemas.microsoft.com/office/drawing/2014/main" id="{6E5222DC-D821-4D61-8DD7-16BD20CB6213}"/>
              </a:ext>
            </a:extLst>
          </p:cNvPr>
          <p:cNvSpPr>
            <a:spLocks xmlns:a="http://schemas.openxmlformats.org/drawingml/2006/main" noGrp="1"/>
          </p:cNvSpPr>
          <p:nvPr/>
        </p:nvSpPr>
        <p:spPr>
          <a:xfrm xmlns:a="http://schemas.openxmlformats.org/drawingml/2006/main">
            <a:off x="339090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305661759" name="">
            <a:extLst xmlns:a="http://schemas.openxmlformats.org/drawingml/2006/main">
              <a:ext uri="{FF2B5EF4-FFF2-40B4-BE49-F238E27FC236}">
                <a16:creationId xmlns:a16="http://schemas.microsoft.com/office/drawing/2014/main" id="{C0B3706E-F1FC-4E47-BACF-E9A6D548F7E9}"/>
              </a:ext>
            </a:extLst>
          </p:cNvPr>
          <p:cNvSpPr>
            <a:spLocks xmlns:a="http://schemas.openxmlformats.org/drawingml/2006/main" noGrp="1"/>
          </p:cNvSpPr>
          <p:nvPr/>
        </p:nvSpPr>
        <p:spPr>
          <a:xfrm xmlns:a="http://schemas.openxmlformats.org/drawingml/2006/main">
            <a:off x="683895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709854182" name="">
            <a:extLst xmlns:a="http://schemas.openxmlformats.org/drawingml/2006/main">
              <a:ext uri="{FF2B5EF4-FFF2-40B4-BE49-F238E27FC236}">
                <a16:creationId xmlns:a16="http://schemas.microsoft.com/office/drawing/2014/main" id="{DE46A19C-EFC4-4EFA-8DE2-81587AF0FF27}"/>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236654995" name="">
            <a:extLst xmlns:a="http://schemas.openxmlformats.org/drawingml/2006/main">
              <a:ext uri="{FF2B5EF4-FFF2-40B4-BE49-F238E27FC236}">
                <a16:creationId xmlns:a16="http://schemas.microsoft.com/office/drawing/2014/main" id="{B45890EA-00FC-4680-BF03-78F7FA94B0A1}"/>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2563EB"/>
                </a:solidFill>
                <a:latin typeface="Calibri"/>
                <a:ea typeface="Calibri"/>
                <a:cs typeface="Calibri"/>
              </a:defRPr>
            </a:pPr>
            <a:r>
              <a:rPr sz="2050" b="1">
                <a:solidFill>
                  <a:srgbClr val="2563EB"/>
                </a:solidFill>
                <a:latin typeface="Calibri"/>
                <a:ea typeface="Calibri"/>
                <a:cs typeface="Calibri"/>
              </a:rPr>
              <a:t>u = g(x)</a:t>
            </a:r>
          </a:p>
        </p:txBody>
      </p:sp>
      <p:sp>
        <p:nvSpPr>
          <p:cNvPr id="1876252315" name="">
            <a:extLst xmlns:a="http://schemas.openxmlformats.org/drawingml/2006/main">
              <a:ext uri="{FF2B5EF4-FFF2-40B4-BE49-F238E27FC236}">
                <a16:creationId xmlns:a16="http://schemas.microsoft.com/office/drawing/2014/main" id="{2A0028ED-6B84-4DDA-8A8C-5F8D1F7DC40E}"/>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59669"/>
                </a:solidFill>
                <a:latin typeface="Calibri"/>
                <a:ea typeface="Calibri"/>
                <a:cs typeface="Calibri"/>
              </a:defRPr>
            </a:pPr>
            <a:r>
              <a:rPr sz="2050" b="1">
                <a:solidFill>
                  <a:srgbClr val="059669"/>
                </a:solidFill>
                <a:latin typeface="Calibri"/>
                <a:ea typeface="Calibri"/>
                <a:cs typeface="Calibri"/>
              </a:rPr>
              <a:t>y = f(u)</a:t>
            </a:r>
          </a:p>
        </p:txBody>
      </p:sp>
      <p:sp>
        <p:nvSpPr>
          <p:cNvPr id="348407843" name="">
            <a:extLst xmlns:a="http://schemas.openxmlformats.org/drawingml/2006/main">
              <a:ext uri="{FF2B5EF4-FFF2-40B4-BE49-F238E27FC236}">
                <a16:creationId xmlns:a16="http://schemas.microsoft.com/office/drawing/2014/main" id="{146C5AB7-8E84-4765-A24B-0AE90EF12973}"/>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B0F19"/>
                </a:solidFill>
                <a:latin typeface="Calibri"/>
                <a:ea typeface="Calibri"/>
                <a:cs typeface="Calibri"/>
              </a:defRPr>
            </a:pPr>
          </a:p>
        </p:txBody>
      </p:sp>
      <p:sp>
        <p:nvSpPr>
          <p:cNvPr id="2036407687" name="">
            <a:extLst xmlns:a="http://schemas.openxmlformats.org/drawingml/2006/main">
              <a:ext uri="{FF2B5EF4-FFF2-40B4-BE49-F238E27FC236}">
                <a16:creationId xmlns:a16="http://schemas.microsoft.com/office/drawing/2014/main" id="{6B2D41E3-9485-462C-A8DF-5F1D3D38EA63}"/>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2036407701" name=""/>
          <p:cNvPicPr>
            <a:picLocks xmlns:a="http://schemas.openxmlformats.org/drawingml/2006/main" noChangeAspect="1"/>
          </p:cNvPicPr>
          <p:nvPr/>
        </p:nvPicPr>
        <p:blipFill rotWithShape="1">
          <a:blip xmlns:r="http://schemas.openxmlformats.org/officeDocument/2006/relationships" xmlns:a="http://schemas.openxmlformats.org/drawingml/2006/main" r:embed="Rbc30830c0dc74c34">
            <a:extLst>
              <a:ext uri="{96DAC541-7B7A-43D3-8B79-37D633B846F1}">
                <asvg:svgBlip xmlns:asvg="http://schemas.microsoft.com/office/drawing/2016/SVG/main" r:embed="Rfd4a6dd4cd724d12"/>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186584615"/>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0712554" name="Rectangle 1153616344">
            <a:extLst xmlns:a="http://schemas.openxmlformats.org/drawingml/2006/main">
              <a:ext uri="{FF2B5EF4-FFF2-40B4-BE49-F238E27FC236}">
                <a16:creationId xmlns:a16="http://schemas.microsoft.com/office/drawing/2014/main" id="{7D94717B-147A-4759-B7D0-81380D24581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1454906766" name="Rectangle 900783331">
            <a:extLst xmlns:a="http://schemas.openxmlformats.org/drawingml/2006/main">
              <a:ext uri="{FF2B5EF4-FFF2-40B4-BE49-F238E27FC236}">
                <a16:creationId xmlns:a16="http://schemas.microsoft.com/office/drawing/2014/main" id="{472649D8-7207-4121-A3B8-C3FD917FF12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u splits the calculation into two steps</a:t>
            </a:r>
          </a:p>
        </p:txBody>
      </p:sp>
      <p:sp>
        <p:nvSpPr>
          <p:cNvPr id="685163210" name="Rectangle 1675037776">
            <a:extLst xmlns:a="http://schemas.openxmlformats.org/drawingml/2006/main">
              <a:ext uri="{FF2B5EF4-FFF2-40B4-BE49-F238E27FC236}">
                <a16:creationId xmlns:a16="http://schemas.microsoft.com/office/drawing/2014/main" id="{B15962E8-052B-4142-AE08-BB1DD1E208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21</a:t>
            </a:r>
          </a:p>
        </p:txBody>
      </p:sp>
      <p:sp>
        <p:nvSpPr>
          <p:cNvPr id="1398079511" name="">
            <a:extLst xmlns:a="http://schemas.openxmlformats.org/drawingml/2006/main">
              <a:ext uri="{FF2B5EF4-FFF2-40B4-BE49-F238E27FC236}">
                <a16:creationId xmlns:a16="http://schemas.microsoft.com/office/drawing/2014/main" id="{56A5A7A2-A3B5-4FDD-8CA4-094D684F00E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974817575" name="">
            <a:extLst xmlns:a="http://schemas.openxmlformats.org/drawingml/2006/main">
              <a:ext uri="{FF2B5EF4-FFF2-40B4-BE49-F238E27FC236}">
                <a16:creationId xmlns:a16="http://schemas.microsoft.com/office/drawing/2014/main" id="{7D06D051-91D4-4367-9D23-3D35A7FEBBCE}"/>
              </a:ext>
            </a:extLst>
          </p:cNvPr>
          <p:cNvSpPr>
            <a:spLocks xmlns:a="http://schemas.openxmlformats.org/drawingml/2006/main" noGrp="1"/>
          </p:cNvSpPr>
          <p:nvPr/>
        </p:nvSpPr>
        <p:spPr>
          <a:xfrm xmlns:a="http://schemas.openxmlformats.org/drawingml/2006/main">
            <a:off x="11430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568230659" name="">
            <a:extLst xmlns:a="http://schemas.openxmlformats.org/drawingml/2006/main">
              <a:ext uri="{FF2B5EF4-FFF2-40B4-BE49-F238E27FC236}">
                <a16:creationId xmlns:a16="http://schemas.microsoft.com/office/drawing/2014/main" id="{10BE0261-F734-490B-908E-3FCC53360F50}"/>
              </a:ext>
            </a:extLst>
          </p:cNvPr>
          <p:cNvSpPr>
            <a:spLocks xmlns:a="http://schemas.openxmlformats.org/drawingml/2006/main" noGrp="1"/>
          </p:cNvSpPr>
          <p:nvPr/>
        </p:nvSpPr>
        <p:spPr>
          <a:xfrm xmlns:a="http://schemas.openxmlformats.org/drawingml/2006/main">
            <a:off x="5572125" y="2057400"/>
            <a:ext cx="857250" cy="3810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749902692" name="">
            <a:extLst xmlns:a="http://schemas.openxmlformats.org/drawingml/2006/main">
              <a:ext uri="{FF2B5EF4-FFF2-40B4-BE49-F238E27FC236}">
                <a16:creationId xmlns:a16="http://schemas.microsoft.com/office/drawing/2014/main" id="{AA3EC13A-7F8C-47F3-B6A8-211CD43DB620}"/>
              </a:ext>
            </a:extLst>
          </p:cNvPr>
          <p:cNvSpPr>
            <a:spLocks xmlns:a="http://schemas.openxmlformats.org/drawingml/2006/main" noGrp="1"/>
          </p:cNvSpPr>
          <p:nvPr/>
        </p:nvSpPr>
        <p:spPr>
          <a:xfrm xmlns:a="http://schemas.openxmlformats.org/drawingml/2006/main">
            <a:off x="1666875" y="1943100"/>
            <a:ext cx="3429000" cy="628650"/>
          </a:xfrm>
          <a:prstGeom xmlns:a="http://schemas.openxmlformats.org/drawingml/2006/main" prst="roundRect">
            <a:avLst>
              <a:gd name="adj" fmla="val 12121"/>
            </a:avLst>
          </a:prstGeom>
          <a:solidFill xmlns:a="http://schemas.openxmlformats.org/drawingml/2006/main">
            <a:srgbClr val="EFF6FF"/>
          </a:solidFill>
          <a:ln xmlns:a="http://schemas.openxmlformats.org/drawingml/2006/main" w="13335">
            <a:solidFill>
              <a:srgbClr val="2563EB"/>
            </a:solidFill>
            <a:prstDash val="solid"/>
          </a:ln>
        </p:spPr>
      </p:sp>
      <p:sp>
        <p:nvSpPr>
          <p:cNvPr id="1666810309" name="">
            <a:extLst xmlns:a="http://schemas.openxmlformats.org/drawingml/2006/main">
              <a:ext uri="{FF2B5EF4-FFF2-40B4-BE49-F238E27FC236}">
                <a16:creationId xmlns:a16="http://schemas.microsoft.com/office/drawing/2014/main" id="{2268F6D1-3AA9-471C-8F79-95B44F0DF65B}"/>
              </a:ext>
            </a:extLst>
          </p:cNvPr>
          <p:cNvSpPr>
            <a:spLocks xmlns:a="http://schemas.openxmlformats.org/drawingml/2006/main" noGrp="1"/>
          </p:cNvSpPr>
          <p:nvPr/>
        </p:nvSpPr>
        <p:spPr>
          <a:xfrm xmlns:a="http://schemas.openxmlformats.org/drawingml/2006/main">
            <a:off x="6905625" y="1943100"/>
            <a:ext cx="3429000" cy="628650"/>
          </a:xfrm>
          <a:prstGeom xmlns:a="http://schemas.openxmlformats.org/drawingml/2006/main" prst="roundRect">
            <a:avLst>
              <a:gd name="adj" fmla="val 12121"/>
            </a:avLst>
          </a:prstGeom>
          <a:solidFill xmlns:a="http://schemas.openxmlformats.org/drawingml/2006/main">
            <a:srgbClr val="ECFDF5"/>
          </a:solidFill>
          <a:ln xmlns:a="http://schemas.openxmlformats.org/drawingml/2006/main" w="13335">
            <a:solidFill>
              <a:srgbClr val="059669"/>
            </a:solidFill>
            <a:prstDash val="solid"/>
          </a:ln>
        </p:spPr>
      </p:sp>
      <p:pic>
        <p:nvPicPr>
          <p:cNvPr id="2117366816" name=""/>
          <p:cNvPicPr>
            <a:picLocks xmlns:a="http://schemas.openxmlformats.org/drawingml/2006/main" noChangeAspect="1"/>
          </p:cNvPicPr>
          <p:nvPr/>
        </p:nvPicPr>
        <p:blipFill rotWithShape="1">
          <a:blip xmlns:r="http://schemas.openxmlformats.org/officeDocument/2006/relationships" xmlns:a="http://schemas.openxmlformats.org/drawingml/2006/main" r:embed="Re6164edb68a74aa3">
            <a:extLst>
              <a:ext uri="{96DAC541-7B7A-43D3-8B79-37D633B846F1}">
                <asvg:svgBlip xmlns:asvg="http://schemas.microsoft.com/office/drawing/2016/SVG/main" r:embed="R114343efceb347b2"/>
              </a:ext>
            </a:extLst>
          </a:blip>
          <a:stretch xmlns:a="http://schemas.openxmlformats.org/drawingml/2006/main"/>
        </p:blipFill>
        <p:spPr>
          <a:xfrm xmlns:a="http://schemas.openxmlformats.org/drawingml/2006/main">
            <a:off x="1857375" y="2009775"/>
            <a:ext cx="3048000" cy="476250"/>
          </a:xfrm>
          <a:prstGeom xmlns:a="http://schemas.openxmlformats.org/drawingml/2006/main" prst="rect">
            <a:avLst/>
          </a:prstGeom>
        </p:spPr>
      </p:pic>
      <p:pic>
        <p:nvPicPr>
          <p:cNvPr id="2117366817" name=""/>
          <p:cNvPicPr>
            <a:picLocks xmlns:a="http://schemas.openxmlformats.org/drawingml/2006/main" noChangeAspect="1"/>
          </p:cNvPicPr>
          <p:nvPr/>
        </p:nvPicPr>
        <p:blipFill rotWithShape="1">
          <a:blip xmlns:r="http://schemas.openxmlformats.org/officeDocument/2006/relationships" xmlns:a="http://schemas.openxmlformats.org/drawingml/2006/main" r:embed="R6e78adb5f0a24361">
            <a:extLst>
              <a:ext uri="{96DAC541-7B7A-43D3-8B79-37D633B846F1}">
                <asvg:svgBlip xmlns:asvg="http://schemas.microsoft.com/office/drawing/2016/SVG/main" r:embed="R49c50253b9514542"/>
              </a:ext>
            </a:extLst>
          </a:blip>
          <a:stretch xmlns:a="http://schemas.openxmlformats.org/drawingml/2006/main"/>
        </p:blipFill>
        <p:spPr>
          <a:xfrm xmlns:a="http://schemas.openxmlformats.org/drawingml/2006/main">
            <a:off x="7096125" y="2009775"/>
            <a:ext cx="3048000" cy="476250"/>
          </a:xfrm>
          <a:prstGeom xmlns:a="http://schemas.openxmlformats.org/drawingml/2006/main" prst="rect">
            <a:avLst/>
          </a:prstGeom>
        </p:spPr>
      </p:pic>
      <p:sp>
        <p:nvSpPr>
          <p:cNvPr id="1616905341" name="">
            <a:extLst xmlns:a="http://schemas.openxmlformats.org/drawingml/2006/main">
              <a:ext uri="{FF2B5EF4-FFF2-40B4-BE49-F238E27FC236}">
                <a16:creationId xmlns:a16="http://schemas.microsoft.com/office/drawing/2014/main" id="{C293FE42-B00C-44E7-9BB8-01DF98EF6D1C}"/>
              </a:ext>
            </a:extLst>
          </p:cNvPr>
          <p:cNvSpPr>
            <a:spLocks xmlns:a="http://schemas.openxmlformats.org/drawingml/2006/main" noGrp="1"/>
          </p:cNvSpPr>
          <p:nvPr/>
        </p:nvSpPr>
        <p:spPr>
          <a:xfrm xmlns:a="http://schemas.openxmlformats.org/drawingml/2006/main">
            <a:off x="1143000" y="2838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2117366801" name="">
            <a:extLst xmlns:a="http://schemas.openxmlformats.org/drawingml/2006/main">
              <a:ext uri="{FF2B5EF4-FFF2-40B4-BE49-F238E27FC236}">
                <a16:creationId xmlns:a16="http://schemas.microsoft.com/office/drawing/2014/main" id="{5FEB5DC9-A0CC-4B93-B5BF-E400C6474321}"/>
              </a:ext>
            </a:extLst>
          </p:cNvPr>
          <p:cNvSpPr>
            <a:spLocks xmlns:a="http://schemas.openxmlformats.org/drawingml/2006/main" noGrp="1"/>
          </p:cNvSpPr>
          <p:nvPr/>
        </p:nvSpPr>
        <p:spPr>
          <a:xfrm xmlns:a="http://schemas.openxmlformats.org/drawingml/2006/main">
            <a:off x="5572125" y="3267075"/>
            <a:ext cx="857250" cy="381000"/>
          </a:xfrm>
          <a:prstGeom xmlns:a="http://schemas.openxmlformats.org/drawingml/2006/main" prst="rightArrow">
            <a:avLst>
              <a:gd name="adj1" fmla="val 50000"/>
              <a:gd name="adj2" fmla="val 50000"/>
            </a:avLst>
          </a:prstGeom>
          <a:solidFill xmlns:a="http://schemas.openxmlformats.org/drawingml/2006/main">
            <a:srgbClr val="ECFDF5"/>
          </a:solidFill>
          <a:ln xmlns:a="http://schemas.openxmlformats.org/drawingml/2006/main" w="13335">
            <a:solidFill>
              <a:srgbClr val="059669"/>
            </a:solidFill>
            <a:prstDash val="solid"/>
          </a:ln>
        </p:spPr>
      </p:sp>
      <p:sp>
        <p:nvSpPr>
          <p:cNvPr id="1922208429" name="">
            <a:extLst xmlns:a="http://schemas.openxmlformats.org/drawingml/2006/main">
              <a:ext uri="{FF2B5EF4-FFF2-40B4-BE49-F238E27FC236}">
                <a16:creationId xmlns:a16="http://schemas.microsoft.com/office/drawing/2014/main" id="{C654B09F-03BF-43D9-A0E9-A9B88DFC3A1A}"/>
              </a:ext>
            </a:extLst>
          </p:cNvPr>
          <p:cNvSpPr>
            <a:spLocks xmlns:a="http://schemas.openxmlformats.org/drawingml/2006/main" noGrp="1"/>
          </p:cNvSpPr>
          <p:nvPr/>
        </p:nvSpPr>
        <p:spPr>
          <a:xfrm xmlns:a="http://schemas.openxmlformats.org/drawingml/2006/main">
            <a:off x="166687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sp>
        <p:nvSpPr>
          <p:cNvPr id="810047835" name="">
            <a:extLst xmlns:a="http://schemas.openxmlformats.org/drawingml/2006/main">
              <a:ext uri="{FF2B5EF4-FFF2-40B4-BE49-F238E27FC236}">
                <a16:creationId xmlns:a16="http://schemas.microsoft.com/office/drawing/2014/main" id="{8FA5F9E0-5C6B-4C58-B534-BF3C85DD3ED8}"/>
              </a:ext>
            </a:extLst>
          </p:cNvPr>
          <p:cNvSpPr>
            <a:spLocks xmlns:a="http://schemas.openxmlformats.org/drawingml/2006/main" noGrp="1"/>
          </p:cNvSpPr>
          <p:nvPr/>
        </p:nvSpPr>
        <p:spPr>
          <a:xfrm xmlns:a="http://schemas.openxmlformats.org/drawingml/2006/main">
            <a:off x="690562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pic>
        <p:nvPicPr>
          <p:cNvPr id="2117366822" name=""/>
          <p:cNvPicPr>
            <a:picLocks xmlns:a="http://schemas.openxmlformats.org/drawingml/2006/main" noChangeAspect="1"/>
          </p:cNvPicPr>
          <p:nvPr/>
        </p:nvPicPr>
        <p:blipFill rotWithShape="1">
          <a:blip xmlns:r="http://schemas.openxmlformats.org/officeDocument/2006/relationships" xmlns:a="http://schemas.openxmlformats.org/drawingml/2006/main" r:embed="Rf515a3d0383746ce">
            <a:extLst>
              <a:ext uri="{96DAC541-7B7A-43D3-8B79-37D633B846F1}">
                <asvg:svgBlip xmlns:asvg="http://schemas.microsoft.com/office/drawing/2016/SVG/main" r:embed="R64091645565c46d4"/>
              </a:ext>
            </a:extLst>
          </a:blip>
          <a:stretch xmlns:a="http://schemas.openxmlformats.org/drawingml/2006/main"/>
        </p:blipFill>
        <p:spPr>
          <a:xfrm xmlns:a="http://schemas.openxmlformats.org/drawingml/2006/main">
            <a:off x="1857375" y="3219449"/>
            <a:ext cx="3048000" cy="476250"/>
          </a:xfrm>
          <a:prstGeom xmlns:a="http://schemas.openxmlformats.org/drawingml/2006/main" prst="rect">
            <a:avLst/>
          </a:prstGeom>
        </p:spPr>
      </p:pic>
      <p:pic>
        <p:nvPicPr>
          <p:cNvPr id="2117366823" name=""/>
          <p:cNvPicPr>
            <a:picLocks xmlns:a="http://schemas.openxmlformats.org/drawingml/2006/main" noChangeAspect="1"/>
          </p:cNvPicPr>
          <p:nvPr/>
        </p:nvPicPr>
        <p:blipFill rotWithShape="1">
          <a:blip xmlns:r="http://schemas.openxmlformats.org/officeDocument/2006/relationships" xmlns:a="http://schemas.openxmlformats.org/drawingml/2006/main" r:embed="Rbcf2973b7c7d4325">
            <a:extLst>
              <a:ext uri="{96DAC541-7B7A-43D3-8B79-37D633B846F1}">
                <asvg:svgBlip xmlns:asvg="http://schemas.microsoft.com/office/drawing/2016/SVG/main" r:embed="R440e0cd9854847f8"/>
              </a:ext>
            </a:extLst>
          </a:blip>
          <a:stretch xmlns:a="http://schemas.openxmlformats.org/drawingml/2006/main"/>
        </p:blipFill>
        <p:spPr>
          <a:xfrm xmlns:a="http://schemas.openxmlformats.org/drawingml/2006/main">
            <a:off x="7096125" y="3219449"/>
            <a:ext cx="3048000" cy="476250"/>
          </a:xfrm>
          <a:prstGeom xmlns:a="http://schemas.openxmlformats.org/drawingml/2006/main" prst="rect">
            <a:avLst/>
          </a:prstGeom>
        </p:spPr>
      </p:pic>
      <p:sp>
        <p:nvSpPr>
          <p:cNvPr id="297063676" name="">
            <a:extLst xmlns:a="http://schemas.openxmlformats.org/drawingml/2006/main">
              <a:ext uri="{FF2B5EF4-FFF2-40B4-BE49-F238E27FC236}">
                <a16:creationId xmlns:a16="http://schemas.microsoft.com/office/drawing/2014/main" id="{34CBCFD4-4379-4910-9EDB-109D542A65EF}"/>
              </a:ext>
            </a:extLst>
          </p:cNvPr>
          <p:cNvSpPr>
            <a:spLocks xmlns:a="http://schemas.openxmlformats.org/drawingml/2006/main" noGrp="1"/>
          </p:cNvSpPr>
          <p:nvPr/>
        </p:nvSpPr>
        <p:spPr>
          <a:xfrm xmlns:a="http://schemas.openxmlformats.org/drawingml/2006/main">
            <a:off x="1143000" y="4057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891985856" name="">
            <a:extLst xmlns:a="http://schemas.openxmlformats.org/drawingml/2006/main">
              <a:ext uri="{FF2B5EF4-FFF2-40B4-BE49-F238E27FC236}">
                <a16:creationId xmlns:a16="http://schemas.microsoft.com/office/drawing/2014/main" id="{52CFCBE1-1FF4-4B73-B467-C6F63CD538D3}"/>
              </a:ext>
            </a:extLst>
          </p:cNvPr>
          <p:cNvSpPr>
            <a:spLocks xmlns:a="http://schemas.openxmlformats.org/drawingml/2006/main" noGrp="1"/>
          </p:cNvSpPr>
          <p:nvPr/>
        </p:nvSpPr>
        <p:spPr>
          <a:xfrm xmlns:a="http://schemas.openxmlformats.org/drawingml/2006/main" flipH="0" flipV="0">
            <a:off x="1428750" y="4410074"/>
            <a:ext cx="9334499" cy="67591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6193">
            <a:solidFill>
              <a:srgbClr val="EF4444"/>
            </a:solidFill>
            <a:prstDash val="solid"/>
          </a:ln>
        </p:spPr>
      </p:sp>
      <p:pic>
        <p:nvPicPr>
          <p:cNvPr id="2117366826" name=""/>
          <p:cNvPicPr>
            <a:picLocks xmlns:a="http://schemas.openxmlformats.org/drawingml/2006/main" noChangeAspect="1"/>
          </p:cNvPicPr>
          <p:nvPr/>
        </p:nvPicPr>
        <p:blipFill rotWithShape="1">
          <a:blip xmlns:r="http://schemas.openxmlformats.org/officeDocument/2006/relationships" xmlns:a="http://schemas.openxmlformats.org/drawingml/2006/main" r:embed="Rfbefdea1e6954863">
            <a:extLst>
              <a:ext uri="{96DAC541-7B7A-43D3-8B79-37D633B846F1}">
                <asvg:svgBlip xmlns:asvg="http://schemas.microsoft.com/office/drawing/2016/SVG/main" r:embed="R100489d142694561"/>
              </a:ext>
            </a:extLst>
          </a:blip>
          <a:stretch xmlns:a="http://schemas.openxmlformats.org/drawingml/2006/main"/>
        </p:blipFill>
        <p:spPr>
          <a:xfrm xmlns:a="http://schemas.openxmlformats.org/drawingml/2006/main">
            <a:off x="1809750" y="4467225"/>
            <a:ext cx="8572500" cy="552450"/>
          </a:xfrm>
          <a:prstGeom xmlns:a="http://schemas.openxmlformats.org/drawingml/2006/main" prst="rect">
            <a:avLst/>
          </a:prstGeom>
        </p:spPr>
      </p:pic>
      <p:sp>
        <p:nvSpPr>
          <p:cNvPr id="1352167840" name="">
            <a:extLst xmlns:a="http://schemas.openxmlformats.org/drawingml/2006/main">
              <a:ext uri="{FF2B5EF4-FFF2-40B4-BE49-F238E27FC236}">
                <a16:creationId xmlns:a16="http://schemas.microsoft.com/office/drawing/2014/main" id="{913C4C0E-B219-4825-B425-7BB32B2085AC}"/>
              </a:ext>
            </a:extLst>
          </p:cNvPr>
          <p:cNvSpPr>
            <a:spLocks xmlns:a="http://schemas.openxmlformats.org/drawingml/2006/main" noGrp="1"/>
          </p:cNvSpPr>
          <p:nvPr/>
        </p:nvSpPr>
        <p:spPr>
          <a:xfrm xmlns:a="http://schemas.openxmlformats.org/drawingml/2006/main" flipH="0" flipV="0">
            <a:off x="3143249" y="5314949"/>
            <a:ext cx="5905499" cy="549813"/>
          </a:xfrm>
          <a:prstGeom xmlns:a="http://schemas.openxmlformats.org/drawingml/2006/main" prst="roundRect">
            <a:avLst>
              <a:gd name="adj" fmla="val 15385"/>
            </a:avLst>
          </a:prstGeom>
          <a:solidFill xmlns:a="http://schemas.openxmlformats.org/drawingml/2006/main">
            <a:srgbClr val="FFF7ED"/>
          </a:solidFill>
          <a:ln xmlns:a="http://schemas.openxmlformats.org/drawingml/2006/main" w="14288">
            <a:solidFill>
              <a:srgbClr val="F97316"/>
            </a:solidFill>
            <a:prstDash val="solid"/>
          </a:ln>
        </p:spPr>
      </p:sp>
      <p:pic>
        <p:nvPicPr>
          <p:cNvPr id="2117366828" name=""/>
          <p:cNvPicPr>
            <a:picLocks xmlns:a="http://schemas.openxmlformats.org/drawingml/2006/main" noChangeAspect="1"/>
          </p:cNvPicPr>
          <p:nvPr/>
        </p:nvPicPr>
        <p:blipFill rotWithShape="1">
          <a:blip xmlns:r="http://schemas.openxmlformats.org/officeDocument/2006/relationships" xmlns:a="http://schemas.openxmlformats.org/drawingml/2006/main" r:embed="R701516360ba34d0b">
            <a:extLst>
              <a:ext uri="{96DAC541-7B7A-43D3-8B79-37D633B846F1}">
                <asvg:svgBlip xmlns:asvg="http://schemas.microsoft.com/office/drawing/2016/SVG/main" r:embed="R3e129fbc1254487c"/>
              </a:ext>
            </a:extLst>
          </a:blip>
          <a:stretch xmlns:a="http://schemas.openxmlformats.org/drawingml/2006/main"/>
        </p:blipFill>
        <p:spPr>
          <a:xfrm xmlns:a="http://schemas.openxmlformats.org/drawingml/2006/main">
            <a:off x="3429000" y="5343525"/>
            <a:ext cx="5334000" cy="438149"/>
          </a:xfrm>
          <a:prstGeom xmlns:a="http://schemas.openxmlformats.org/drawingml/2006/main" prst="rect">
            <a:avLst/>
          </a:prstGeom>
        </p:spPr>
      </p:pic>
    </p:spTree>
    <p:extLst>
      <p:ext uri="{BB962C8B-B14F-4D97-AF65-F5344CB8AC3E}">
        <p14:creationId xmlns:p14="http://schemas.microsoft.com/office/powerpoint/2010/main" val="981823507"/>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7871536" name="Rectangle 1153616344">
            <a:extLst xmlns:a="http://schemas.openxmlformats.org/drawingml/2006/main">
              <a:ext uri="{FF2B5EF4-FFF2-40B4-BE49-F238E27FC236}">
                <a16:creationId xmlns:a16="http://schemas.microsoft.com/office/drawing/2014/main" id="{FC446E09-BF82-4386-A1A7-E8BAE76B4D0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296133296" name="Rectangle 900783331">
            <a:extLst xmlns:a="http://schemas.openxmlformats.org/drawingml/2006/main">
              <a:ext uri="{FF2B5EF4-FFF2-40B4-BE49-F238E27FC236}">
                <a16:creationId xmlns:a16="http://schemas.microsoft.com/office/drawing/2014/main" id="{585ABDB0-F472-4BD1-AC8E-07AA25DE831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Backpropagation uses the chain rule</a:t>
            </a:r>
          </a:p>
        </p:txBody>
      </p:sp>
      <p:sp>
        <p:nvSpPr>
          <p:cNvPr id="2037911041" name="Rectangle 1675037776">
            <a:extLst xmlns:a="http://schemas.openxmlformats.org/drawingml/2006/main">
              <a:ext uri="{FF2B5EF4-FFF2-40B4-BE49-F238E27FC236}">
                <a16:creationId xmlns:a16="http://schemas.microsoft.com/office/drawing/2014/main" id="{ECE12231-A933-4160-8813-BD9AE00E381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22</a:t>
            </a:r>
          </a:p>
        </p:txBody>
      </p:sp>
      <p:sp>
        <p:nvSpPr>
          <p:cNvPr id="478830308" name="">
            <a:extLst xmlns:a="http://schemas.openxmlformats.org/drawingml/2006/main">
              <a:ext uri="{FF2B5EF4-FFF2-40B4-BE49-F238E27FC236}">
                <a16:creationId xmlns:a16="http://schemas.microsoft.com/office/drawing/2014/main" id="{DFD38F0D-3CCF-434E-9232-8D9273D601C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02815042" name="">
            <a:extLst xmlns:a="http://schemas.openxmlformats.org/drawingml/2006/main">
              <a:ext uri="{FF2B5EF4-FFF2-40B4-BE49-F238E27FC236}">
                <a16:creationId xmlns:a16="http://schemas.microsoft.com/office/drawing/2014/main" id="{37F9AF37-E67A-477C-9A8A-8897218DB111}"/>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493613124" name="">
            <a:extLst xmlns:a="http://schemas.openxmlformats.org/drawingml/2006/main">
              <a:ext uri="{FF2B5EF4-FFF2-40B4-BE49-F238E27FC236}">
                <a16:creationId xmlns:a16="http://schemas.microsoft.com/office/drawing/2014/main" id="{0F3E1AFB-6095-480A-BBA7-8FC6AAC1DD7D}"/>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402138807" name="">
            <a:extLst xmlns:a="http://schemas.openxmlformats.org/drawingml/2006/main">
              <a:ext uri="{FF2B5EF4-FFF2-40B4-BE49-F238E27FC236}">
                <a16:creationId xmlns:a16="http://schemas.microsoft.com/office/drawing/2014/main" id="{C598F765-3155-4E6A-B50E-77CB3F025D1B}"/>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151725870" name="">
            <a:extLst xmlns:a="http://schemas.openxmlformats.org/drawingml/2006/main">
              <a:ext uri="{FF2B5EF4-FFF2-40B4-BE49-F238E27FC236}">
                <a16:creationId xmlns:a16="http://schemas.microsoft.com/office/drawing/2014/main" id="{8C82D6F2-4209-4F62-B883-CFA609DCF369}"/>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620554277" name="">
            <a:extLst xmlns:a="http://schemas.openxmlformats.org/drawingml/2006/main">
              <a:ext uri="{FF2B5EF4-FFF2-40B4-BE49-F238E27FC236}">
                <a16:creationId xmlns:a16="http://schemas.microsoft.com/office/drawing/2014/main" id="{B5CC8D59-9F24-497B-A384-4FF9FDA61D17}"/>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638365205" name="">
            <a:extLst xmlns:a="http://schemas.openxmlformats.org/drawingml/2006/main">
              <a:ext uri="{FF2B5EF4-FFF2-40B4-BE49-F238E27FC236}">
                <a16:creationId xmlns:a16="http://schemas.microsoft.com/office/drawing/2014/main" id="{B6A35489-9301-4630-88E6-4A12C674520A}"/>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783920116" name="">
            <a:extLst xmlns:a="http://schemas.openxmlformats.org/drawingml/2006/main">
              <a:ext uri="{FF2B5EF4-FFF2-40B4-BE49-F238E27FC236}">
                <a16:creationId xmlns:a16="http://schemas.microsoft.com/office/drawing/2014/main" id="{24A08A59-1A17-4B24-BFCB-38BD7FD6C908}"/>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472021058" name="">
            <a:extLst xmlns:a="http://schemas.openxmlformats.org/drawingml/2006/main">
              <a:ext uri="{FF2B5EF4-FFF2-40B4-BE49-F238E27FC236}">
                <a16:creationId xmlns:a16="http://schemas.microsoft.com/office/drawing/2014/main" id="{C8B56AC6-830E-4603-8B1B-F9C979C36C11}"/>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607063387" name="">
            <a:extLst xmlns:a="http://schemas.openxmlformats.org/drawingml/2006/main">
              <a:ext uri="{FF2B5EF4-FFF2-40B4-BE49-F238E27FC236}">
                <a16:creationId xmlns:a16="http://schemas.microsoft.com/office/drawing/2014/main" id="{CECCA341-0111-43B8-B8F7-53F769122557}"/>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154110925" name="">
            <a:extLst xmlns:a="http://schemas.openxmlformats.org/drawingml/2006/main">
              <a:ext uri="{FF2B5EF4-FFF2-40B4-BE49-F238E27FC236}">
                <a16:creationId xmlns:a16="http://schemas.microsoft.com/office/drawing/2014/main" id="{9987D931-AC62-46E3-90E8-5A99C74431D5}"/>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1902720531" name="">
            <a:extLst xmlns:a="http://schemas.openxmlformats.org/drawingml/2006/main">
              <a:ext uri="{FF2B5EF4-FFF2-40B4-BE49-F238E27FC236}">
                <a16:creationId xmlns:a16="http://schemas.microsoft.com/office/drawing/2014/main" id="{15BC41EA-87D8-4643-A25A-5A18ADE53F18}"/>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264902450" name="">
            <a:extLst xmlns:a="http://schemas.openxmlformats.org/drawingml/2006/main">
              <a:ext uri="{FF2B5EF4-FFF2-40B4-BE49-F238E27FC236}">
                <a16:creationId xmlns:a16="http://schemas.microsoft.com/office/drawing/2014/main" id="{26353D29-B7AF-4FD8-B7C0-A0E625105AC4}"/>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146291636" name="">
            <a:extLst xmlns:a="http://schemas.openxmlformats.org/drawingml/2006/main">
              <a:ext uri="{FF2B5EF4-FFF2-40B4-BE49-F238E27FC236}">
                <a16:creationId xmlns:a16="http://schemas.microsoft.com/office/drawing/2014/main" id="{DDDAADC3-E291-45D6-AD28-DACDAB7825A8}"/>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2147111142" name="">
            <a:extLst xmlns:a="http://schemas.openxmlformats.org/drawingml/2006/main">
              <a:ext uri="{FF2B5EF4-FFF2-40B4-BE49-F238E27FC236}">
                <a16:creationId xmlns:a16="http://schemas.microsoft.com/office/drawing/2014/main" id="{8C55E198-8E09-4BD4-847F-FB94360AFB15}"/>
              </a:ext>
            </a:extLst>
          </p:cNvPr>
          <p:cNvSpPr>
            <a:spLocks xmlns:a="http://schemas.openxmlformats.org/drawingml/2006/main" noGrp="1"/>
          </p:cNvSpPr>
          <p:nvPr/>
        </p:nvSpPr>
        <p:spPr>
          <a:xfrm xmlns:a="http://schemas.openxmlformats.org/drawingml/2006/main" flipH="0" flipV="0">
            <a:off x="1571623"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1491560489" name="">
            <a:extLst xmlns:a="http://schemas.openxmlformats.org/drawingml/2006/main">
              <a:ext uri="{FF2B5EF4-FFF2-40B4-BE49-F238E27FC236}">
                <a16:creationId xmlns:a16="http://schemas.microsoft.com/office/drawing/2014/main" id="{9DEAAD89-9489-4489-85E1-778E97B77456}"/>
              </a:ext>
            </a:extLst>
          </p:cNvPr>
          <p:cNvSpPr>
            <a:spLocks xmlns:a="http://schemas.openxmlformats.org/drawingml/2006/main" noGrp="1"/>
          </p:cNvSpPr>
          <p:nvPr/>
        </p:nvSpPr>
        <p:spPr>
          <a:xfrm xmlns:a="http://schemas.openxmlformats.org/drawingml/2006/main" flipH="0" flipV="0">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147111164" name=""/>
          <p:cNvPicPr>
            <a:picLocks xmlns:a="http://schemas.openxmlformats.org/drawingml/2006/main" noChangeAspect="1"/>
          </p:cNvPicPr>
          <p:nvPr/>
        </p:nvPicPr>
        <p:blipFill rotWithShape="1">
          <a:blip xmlns:r="http://schemas.openxmlformats.org/officeDocument/2006/relationships" xmlns:a="http://schemas.openxmlformats.org/drawingml/2006/main" r:embed="Rdcddb3ea69f9451a">
            <a:extLst>
              <a:ext uri="{96DAC541-7B7A-43D3-8B79-37D633B846F1}">
                <asvg:svgBlip xmlns:asvg="http://schemas.microsoft.com/office/drawing/2016/SVG/main" r:embed="R5c2c7ffc9bb94942"/>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147111165" name=""/>
          <p:cNvPicPr>
            <a:picLocks xmlns:a="http://schemas.openxmlformats.org/drawingml/2006/main" noChangeAspect="1"/>
          </p:cNvPicPr>
          <p:nvPr/>
        </p:nvPicPr>
        <p:blipFill rotWithShape="1">
          <a:blip xmlns:r="http://schemas.openxmlformats.org/officeDocument/2006/relationships" xmlns:a="http://schemas.openxmlformats.org/drawingml/2006/main" r:embed="R312b2987c68241b7">
            <a:extLst>
              <a:ext uri="{96DAC541-7B7A-43D3-8B79-37D633B846F1}">
                <asvg:svgBlip xmlns:asvg="http://schemas.microsoft.com/office/drawing/2016/SVG/main" r:embed="Re3134a7c9f8444f6"/>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1522373077"/>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5724511" name="Rectangle 549712311">
            <a:extLst xmlns:a="http://schemas.openxmlformats.org/drawingml/2006/main">
              <a:ext uri="{FF2B5EF4-FFF2-40B4-BE49-F238E27FC236}">
                <a16:creationId xmlns:a16="http://schemas.microsoft.com/office/drawing/2014/main" id="{E98D0E3D-7305-4951-A744-4A36FDBA0FBF}"/>
              </a:ext>
            </a:extLst>
          </p:cNvPr>
          <p:cNvSpPr>
            <a:spLocks xmlns:a="http://schemas.openxmlformats.org/drawingml/2006/main" noGrp="1"/>
          </p:cNvSpPr>
          <p:nvPr/>
        </p:nvSpPr>
        <p:spPr>
          <a:xfrm xmlns:a="http://schemas.openxmlformats.org/drawingml/2006/main">
            <a:off x="609599" y="323849"/>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385200940" name="Rectangle: Rounded Corners 8473207">
            <a:extLst xmlns:a="http://schemas.openxmlformats.org/drawingml/2006/main">
              <a:ext uri="{FF2B5EF4-FFF2-40B4-BE49-F238E27FC236}">
                <a16:creationId xmlns:a16="http://schemas.microsoft.com/office/drawing/2014/main" id="{73696198-1B07-4D45-AEAB-3B786D111625}"/>
              </a:ext>
            </a:extLst>
          </p:cNvPr>
          <p:cNvSpPr>
            <a:spLocks xmlns:a="http://schemas.openxmlformats.org/drawingml/2006/main" noGrp="1"/>
          </p:cNvSpPr>
          <p:nvPr/>
        </p:nvSpPr>
        <p:spPr>
          <a:xfrm xmlns:a="http://schemas.openxmlformats.org/drawingml/2006/main">
            <a:off x="609598" y="1343025"/>
            <a:ext cx="10972800" cy="4762499"/>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143817" name="Oval 1713827263">
            <a:extLst xmlns:a="http://schemas.openxmlformats.org/drawingml/2006/main">
              <a:ext uri="{FF2B5EF4-FFF2-40B4-BE49-F238E27FC236}">
                <a16:creationId xmlns:a16="http://schemas.microsoft.com/office/drawing/2014/main" id="{1ACF7423-0967-4628-888D-9B03FC1834BE}"/>
              </a:ext>
            </a:extLst>
          </p:cNvPr>
          <p:cNvSpPr>
            <a:spLocks xmlns:a="http://schemas.openxmlformats.org/drawingml/2006/main" noGrp="1"/>
          </p:cNvSpPr>
          <p:nvPr/>
        </p:nvSpPr>
        <p:spPr>
          <a:xfrm xmlns:a="http://schemas.openxmlformats.org/drawingml/2006/main">
            <a:off x="1962148"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3930815" name="Oval 324013536">
            <a:extLst xmlns:a="http://schemas.openxmlformats.org/drawingml/2006/main">
              <a:ext uri="{FF2B5EF4-FFF2-40B4-BE49-F238E27FC236}">
                <a16:creationId xmlns:a16="http://schemas.microsoft.com/office/drawing/2014/main" id="{AE358252-3A6B-46A3-B682-DE020BECBC9E}"/>
              </a:ext>
            </a:extLst>
          </p:cNvPr>
          <p:cNvSpPr>
            <a:spLocks xmlns:a="http://schemas.openxmlformats.org/drawingml/2006/main" noGrp="1"/>
          </p:cNvSpPr>
          <p:nvPr/>
        </p:nvSpPr>
        <p:spPr>
          <a:xfrm xmlns:a="http://schemas.openxmlformats.org/drawingml/2006/main">
            <a:off x="1962148" y="341471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6948358" name="Oval 1149235491">
            <a:extLst xmlns:a="http://schemas.openxmlformats.org/drawingml/2006/main">
              <a:ext uri="{FF2B5EF4-FFF2-40B4-BE49-F238E27FC236}">
                <a16:creationId xmlns:a16="http://schemas.microsoft.com/office/drawing/2014/main" id="{9369B271-D3BC-4058-9759-C2F75C1728F1}"/>
              </a:ext>
            </a:extLst>
          </p:cNvPr>
          <p:cNvSpPr>
            <a:spLocks xmlns:a="http://schemas.openxmlformats.org/drawingml/2006/main" noGrp="1"/>
          </p:cNvSpPr>
          <p:nvPr/>
        </p:nvSpPr>
        <p:spPr>
          <a:xfrm xmlns:a="http://schemas.openxmlformats.org/drawingml/2006/main">
            <a:off x="1962148"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2616153" name="Oval 1750953689">
            <a:extLst xmlns:a="http://schemas.openxmlformats.org/drawingml/2006/main">
              <a:ext uri="{FF2B5EF4-FFF2-40B4-BE49-F238E27FC236}">
                <a16:creationId xmlns:a16="http://schemas.microsoft.com/office/drawing/2014/main" id="{8B6EAF74-769F-4946-AA8E-B6093FFD6E3E}"/>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5784099" name="Oval 1513393046">
            <a:extLst xmlns:a="http://schemas.openxmlformats.org/drawingml/2006/main">
              <a:ext uri="{FF2B5EF4-FFF2-40B4-BE49-F238E27FC236}">
                <a16:creationId xmlns:a16="http://schemas.microsoft.com/office/drawing/2014/main" id="{BDE8B718-C406-4F63-9E8A-C96A9C407B48}"/>
              </a:ext>
            </a:extLst>
          </p:cNvPr>
          <p:cNvSpPr>
            <a:spLocks xmlns:a="http://schemas.openxmlformats.org/drawingml/2006/main" noGrp="1"/>
          </p:cNvSpPr>
          <p:nvPr/>
        </p:nvSpPr>
        <p:spPr>
          <a:xfrm xmlns:a="http://schemas.openxmlformats.org/drawingml/2006/main">
            <a:off x="4343400" y="2819399"/>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1311657" name="Oval 496081326">
            <a:extLst xmlns:a="http://schemas.openxmlformats.org/drawingml/2006/main">
              <a:ext uri="{FF2B5EF4-FFF2-40B4-BE49-F238E27FC236}">
                <a16:creationId xmlns:a16="http://schemas.microsoft.com/office/drawing/2014/main" id="{733FE02C-D879-45D1-8327-E11BB99C802A}"/>
              </a:ext>
            </a:extLst>
          </p:cNvPr>
          <p:cNvSpPr>
            <a:spLocks xmlns:a="http://schemas.openxmlformats.org/drawingml/2006/main" noGrp="1"/>
          </p:cNvSpPr>
          <p:nvPr/>
        </p:nvSpPr>
        <p:spPr>
          <a:xfrm xmlns:a="http://schemas.openxmlformats.org/drawingml/2006/main">
            <a:off x="4343400" y="3438524"/>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0126080" name="Oval 953579843">
            <a:extLst xmlns:a="http://schemas.openxmlformats.org/drawingml/2006/main">
              <a:ext uri="{FF2B5EF4-FFF2-40B4-BE49-F238E27FC236}">
                <a16:creationId xmlns:a16="http://schemas.microsoft.com/office/drawing/2014/main" id="{91B0CAC3-2C69-4545-9CAF-3D462270482E}"/>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816161" name="Oval 268581152">
            <a:extLst xmlns:a="http://schemas.openxmlformats.org/drawingml/2006/main">
              <a:ext uri="{FF2B5EF4-FFF2-40B4-BE49-F238E27FC236}">
                <a16:creationId xmlns:a16="http://schemas.microsoft.com/office/drawing/2014/main" id="{9BEE3FDD-DF70-4D6B-BD19-123EBFE83B2B}"/>
              </a:ext>
            </a:extLst>
          </p:cNvPr>
          <p:cNvSpPr>
            <a:spLocks xmlns:a="http://schemas.openxmlformats.org/drawingml/2006/main" noGrp="1"/>
          </p:cNvSpPr>
          <p:nvPr/>
        </p:nvSpPr>
        <p:spPr>
          <a:xfrm xmlns:a="http://schemas.openxmlformats.org/drawingml/2006/main">
            <a:off x="4343400" y="4676774"/>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2052893" name="Oval 1782461718">
            <a:extLst xmlns:a="http://schemas.openxmlformats.org/drawingml/2006/main">
              <a:ext uri="{FF2B5EF4-FFF2-40B4-BE49-F238E27FC236}">
                <a16:creationId xmlns:a16="http://schemas.microsoft.com/office/drawing/2014/main" id="{F79D91CD-F077-4026-97CC-7A0E81D1D01A}"/>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6597937" name="Oval 1638488983">
            <a:extLst xmlns:a="http://schemas.openxmlformats.org/drawingml/2006/main">
              <a:ext uri="{FF2B5EF4-FFF2-40B4-BE49-F238E27FC236}">
                <a16:creationId xmlns:a16="http://schemas.microsoft.com/office/drawing/2014/main" id="{6A560658-C108-48F8-AC16-6A9BF52D7533}"/>
              </a:ext>
            </a:extLst>
          </p:cNvPr>
          <p:cNvSpPr>
            <a:spLocks xmlns:a="http://schemas.openxmlformats.org/drawingml/2006/main" noGrp="1"/>
          </p:cNvSpPr>
          <p:nvPr/>
        </p:nvSpPr>
        <p:spPr>
          <a:xfrm xmlns:a="http://schemas.openxmlformats.org/drawingml/2006/main">
            <a:off x="6819900" y="2819399"/>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2676479" name="Oval 1018913497">
            <a:extLst xmlns:a="http://schemas.openxmlformats.org/drawingml/2006/main">
              <a:ext uri="{FF2B5EF4-FFF2-40B4-BE49-F238E27FC236}">
                <a16:creationId xmlns:a16="http://schemas.microsoft.com/office/drawing/2014/main" id="{6029D9DC-88AC-4136-BBF7-764B954F4BCB}"/>
              </a:ext>
            </a:extLst>
          </p:cNvPr>
          <p:cNvSpPr>
            <a:spLocks xmlns:a="http://schemas.openxmlformats.org/drawingml/2006/main" noGrp="1"/>
          </p:cNvSpPr>
          <p:nvPr/>
        </p:nvSpPr>
        <p:spPr>
          <a:xfrm xmlns:a="http://schemas.openxmlformats.org/drawingml/2006/main">
            <a:off x="6819900" y="3438524"/>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2536924" name="Oval 1292287629">
            <a:extLst xmlns:a="http://schemas.openxmlformats.org/drawingml/2006/main">
              <a:ext uri="{FF2B5EF4-FFF2-40B4-BE49-F238E27FC236}">
                <a16:creationId xmlns:a16="http://schemas.microsoft.com/office/drawing/2014/main" id="{65AF3F7C-616C-43BB-9ECF-9E95FFDFBE9E}"/>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174056" name="Oval 1410545746">
            <a:extLst xmlns:a="http://schemas.openxmlformats.org/drawingml/2006/main">
              <a:ext uri="{FF2B5EF4-FFF2-40B4-BE49-F238E27FC236}">
                <a16:creationId xmlns:a16="http://schemas.microsoft.com/office/drawing/2014/main" id="{124E6EED-FA12-4DAF-B99E-710175C10EDA}"/>
              </a:ext>
            </a:extLst>
          </p:cNvPr>
          <p:cNvSpPr>
            <a:spLocks xmlns:a="http://schemas.openxmlformats.org/drawingml/2006/main" noGrp="1"/>
          </p:cNvSpPr>
          <p:nvPr/>
        </p:nvSpPr>
        <p:spPr>
          <a:xfrm xmlns:a="http://schemas.openxmlformats.org/drawingml/2006/main">
            <a:off x="6819900" y="4676774"/>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7014833" name="Oval 1923839338">
            <a:extLst xmlns:a="http://schemas.openxmlformats.org/drawingml/2006/main">
              <a:ext uri="{FF2B5EF4-FFF2-40B4-BE49-F238E27FC236}">
                <a16:creationId xmlns:a16="http://schemas.microsoft.com/office/drawing/2014/main" id="{1E8FF00D-EB5E-412C-AEDB-07BE80024957}"/>
              </a:ext>
            </a:extLst>
          </p:cNvPr>
          <p:cNvSpPr>
            <a:spLocks xmlns:a="http://schemas.openxmlformats.org/drawingml/2006/main" noGrp="1"/>
          </p:cNvSpPr>
          <p:nvPr/>
        </p:nvSpPr>
        <p:spPr>
          <a:xfrm xmlns:a="http://schemas.openxmlformats.org/drawingml/2006/main">
            <a:off x="9296399" y="281344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137407" name="Oval 452248781">
            <a:extLst xmlns:a="http://schemas.openxmlformats.org/drawingml/2006/main">
              <a:ext uri="{FF2B5EF4-FFF2-40B4-BE49-F238E27FC236}">
                <a16:creationId xmlns:a16="http://schemas.microsoft.com/office/drawing/2014/main" id="{D6D8D363-4883-4080-A803-F8957960270B}"/>
              </a:ext>
            </a:extLst>
          </p:cNvPr>
          <p:cNvSpPr>
            <a:spLocks xmlns:a="http://schemas.openxmlformats.org/drawingml/2006/main" noGrp="1"/>
          </p:cNvSpPr>
          <p:nvPr/>
        </p:nvSpPr>
        <p:spPr>
          <a:xfrm xmlns:a="http://schemas.openxmlformats.org/drawingml/2006/main">
            <a:off x="9296399" y="409098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8986411" name="Rectangle 2036757279">
            <a:extLst xmlns:a="http://schemas.openxmlformats.org/drawingml/2006/main">
              <a:ext uri="{FF2B5EF4-FFF2-40B4-BE49-F238E27FC236}">
                <a16:creationId xmlns:a16="http://schemas.microsoft.com/office/drawing/2014/main" id="{ED24646B-2B06-4387-82AB-8B45B629BBF7}"/>
              </a:ext>
            </a:extLst>
          </p:cNvPr>
          <p:cNvSpPr>
            <a:spLocks xmlns:a="http://schemas.openxmlformats.org/drawingml/2006/main" noGrp="1"/>
          </p:cNvSpPr>
          <p:nvPr/>
        </p:nvSpPr>
        <p:spPr>
          <a:xfrm xmlns:a="http://schemas.openxmlformats.org/drawingml/2006/main">
            <a:off x="1571625" y="5333999"/>
            <a:ext cx="1238249" cy="2666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54532037" name="Rectangle 899691756">
            <a:extLst xmlns:a="http://schemas.openxmlformats.org/drawingml/2006/main">
              <a:ext uri="{FF2B5EF4-FFF2-40B4-BE49-F238E27FC236}">
                <a16:creationId xmlns:a16="http://schemas.microsoft.com/office/drawing/2014/main" id="{949F3770-107C-4D2B-9680-3CAEE2CF5003}"/>
              </a:ext>
            </a:extLst>
          </p:cNvPr>
          <p:cNvSpPr>
            <a:spLocks xmlns:a="http://schemas.openxmlformats.org/drawingml/2006/main" noGrp="1"/>
          </p:cNvSpPr>
          <p:nvPr/>
        </p:nvSpPr>
        <p:spPr>
          <a:xfrm xmlns:a="http://schemas.openxmlformats.org/drawingml/2006/main">
            <a:off x="3952874" y="5333999"/>
            <a:ext cx="1238249" cy="2666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267721762" name="Rectangle 1393267236">
            <a:extLst xmlns:a="http://schemas.openxmlformats.org/drawingml/2006/main">
              <a:ext uri="{FF2B5EF4-FFF2-40B4-BE49-F238E27FC236}">
                <a16:creationId xmlns:a16="http://schemas.microsoft.com/office/drawing/2014/main" id="{335011DA-CFDD-4E36-A435-D0459B4E885A}"/>
              </a:ext>
            </a:extLst>
          </p:cNvPr>
          <p:cNvSpPr>
            <a:spLocks xmlns:a="http://schemas.openxmlformats.org/drawingml/2006/main" noGrp="1"/>
          </p:cNvSpPr>
          <p:nvPr/>
        </p:nvSpPr>
        <p:spPr>
          <a:xfrm xmlns:a="http://schemas.openxmlformats.org/drawingml/2006/main">
            <a:off x="6429375" y="5333999"/>
            <a:ext cx="1238249" cy="2666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633103003" name="Rectangle 1802476533">
            <a:extLst xmlns:a="http://schemas.openxmlformats.org/drawingml/2006/main">
              <a:ext uri="{FF2B5EF4-FFF2-40B4-BE49-F238E27FC236}">
                <a16:creationId xmlns:a16="http://schemas.microsoft.com/office/drawing/2014/main" id="{A9F4B7B4-32B1-4237-9E12-667EE2628512}"/>
              </a:ext>
            </a:extLst>
          </p:cNvPr>
          <p:cNvSpPr>
            <a:spLocks xmlns:a="http://schemas.openxmlformats.org/drawingml/2006/main" noGrp="1"/>
          </p:cNvSpPr>
          <p:nvPr/>
        </p:nvSpPr>
        <p:spPr>
          <a:xfrm xmlns:a="http://schemas.openxmlformats.org/drawingml/2006/main">
            <a:off x="8905875" y="5333999"/>
            <a:ext cx="1238249" cy="2666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981205941" name="Rectangle 1736954645">
            <a:extLst xmlns:a="http://schemas.openxmlformats.org/drawingml/2006/main">
              <a:ext uri="{FF2B5EF4-FFF2-40B4-BE49-F238E27FC236}">
                <a16:creationId xmlns:a16="http://schemas.microsoft.com/office/drawing/2014/main" id="{5D07CC3E-BAE6-4604-BD66-9B66E1811309}"/>
              </a:ext>
            </a:extLst>
          </p:cNvPr>
          <p:cNvSpPr>
            <a:spLocks xmlns:a="http://schemas.openxmlformats.org/drawingml/2006/main" noGrp="1"/>
          </p:cNvSpPr>
          <p:nvPr/>
        </p:nvSpPr>
        <p:spPr>
          <a:xfrm xmlns:a="http://schemas.openxmlformats.org/drawingml/2006/main">
            <a:off x="11106150" y="6286500"/>
            <a:ext cx="476249"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cxnSp>
        <p:nvCxnSpPr>
          <p:cNvPr id="2132727044" name="Straight Arrow Connector 2036758667"/>
          <p:cNvCxnSpPr>
            <a:stCxn xmlns:a="http://schemas.openxmlformats.org/drawingml/2006/main" id="690143817" idx="6"/>
            <a:endCxn xmlns:a="http://schemas.openxmlformats.org/drawingml/2006/main" id="902616153" idx="2"/>
          </p:cNvCxnSpPr>
          <p:nvPr/>
        </p:nvCxnSpPr>
        <p:spPr>
          <a:xfrm xmlns:a="http://schemas.openxmlformats.org/drawingml/2006/main" rot="0" flipH="0" flipV="1">
            <a:off x="2419349" y="2428875"/>
            <a:ext cx="1924048"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45" name="Straight Arrow Connector 2036758668"/>
          <p:cNvCxnSpPr>
            <a:stCxn xmlns:a="http://schemas.openxmlformats.org/drawingml/2006/main" id="690143817" idx="6"/>
            <a:endCxn xmlns:a="http://schemas.openxmlformats.org/drawingml/2006/main" id="1905784099" idx="2"/>
          </p:cNvCxnSpPr>
          <p:nvPr/>
        </p:nvCxnSpPr>
        <p:spPr>
          <a:xfrm xmlns:a="http://schemas.openxmlformats.org/drawingml/2006/main" rot="0" flipH="0" flipV="0">
            <a:off x="2419349" y="2845593"/>
            <a:ext cx="1924048" cy="20240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46" name="Straight Arrow Connector 2036758669"/>
          <p:cNvCxnSpPr>
            <a:stCxn xmlns:a="http://schemas.openxmlformats.org/drawingml/2006/main" id="690143817" idx="6"/>
            <a:endCxn xmlns:a="http://schemas.openxmlformats.org/drawingml/2006/main" id="821311657" idx="2"/>
          </p:cNvCxnSpPr>
          <p:nvPr/>
        </p:nvCxnSpPr>
        <p:spPr>
          <a:xfrm xmlns:a="http://schemas.openxmlformats.org/drawingml/2006/main" rot="0" flipH="0" flipV="0">
            <a:off x="2419349" y="2845593"/>
            <a:ext cx="1924048" cy="82153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47" name="Straight Arrow Connector 2036758670"/>
          <p:cNvCxnSpPr>
            <a:stCxn xmlns:a="http://schemas.openxmlformats.org/drawingml/2006/main" id="690143817" idx="6"/>
            <a:endCxn xmlns:a="http://schemas.openxmlformats.org/drawingml/2006/main" id="870126080" idx="2"/>
          </p:cNvCxnSpPr>
          <p:nvPr/>
        </p:nvCxnSpPr>
        <p:spPr>
          <a:xfrm xmlns:a="http://schemas.openxmlformats.org/drawingml/2006/main" rot="0" flipH="0" flipV="0">
            <a:off x="2419349" y="2845593"/>
            <a:ext cx="1924048" cy="144065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48" name="Straight Arrow Connector 2036758671"/>
          <p:cNvCxnSpPr>
            <a:stCxn xmlns:a="http://schemas.openxmlformats.org/drawingml/2006/main" id="690143817" idx="6"/>
            <a:endCxn xmlns:a="http://schemas.openxmlformats.org/drawingml/2006/main" id="132816161" idx="2"/>
          </p:cNvCxnSpPr>
          <p:nvPr/>
        </p:nvCxnSpPr>
        <p:spPr>
          <a:xfrm xmlns:a="http://schemas.openxmlformats.org/drawingml/2006/main" rot="0" flipH="0" flipV="0">
            <a:off x="2419349" y="2845593"/>
            <a:ext cx="1924048" cy="205978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49" name="Straight Arrow Connector 2036758672"/>
          <p:cNvCxnSpPr>
            <a:stCxn xmlns:a="http://schemas.openxmlformats.org/drawingml/2006/main" id="1793930815" idx="6"/>
            <a:endCxn xmlns:a="http://schemas.openxmlformats.org/drawingml/2006/main" id="902616153" idx="2"/>
          </p:cNvCxnSpPr>
          <p:nvPr/>
        </p:nvCxnSpPr>
        <p:spPr>
          <a:xfrm xmlns:a="http://schemas.openxmlformats.org/drawingml/2006/main" rot="0" flipH="0" flipV="1">
            <a:off x="2419349" y="2428875"/>
            <a:ext cx="1924048" cy="12144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50" name="Straight Arrow Connector 2036758673"/>
          <p:cNvCxnSpPr>
            <a:stCxn xmlns:a="http://schemas.openxmlformats.org/drawingml/2006/main" id="1793930815" idx="6"/>
            <a:endCxn xmlns:a="http://schemas.openxmlformats.org/drawingml/2006/main" id="1905784099" idx="2"/>
          </p:cNvCxnSpPr>
          <p:nvPr/>
        </p:nvCxnSpPr>
        <p:spPr>
          <a:xfrm xmlns:a="http://schemas.openxmlformats.org/drawingml/2006/main" rot="0" flipH="0" flipV="1">
            <a:off x="2419349" y="3047998"/>
            <a:ext cx="1924048" cy="5953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51" name="Straight Arrow Connector 2036758674"/>
          <p:cNvCxnSpPr>
            <a:stCxn xmlns:a="http://schemas.openxmlformats.org/drawingml/2006/main" id="1793930815" idx="6"/>
            <a:endCxn xmlns:a="http://schemas.openxmlformats.org/drawingml/2006/main" id="821311657" idx="2"/>
          </p:cNvCxnSpPr>
          <p:nvPr/>
        </p:nvCxnSpPr>
        <p:spPr>
          <a:xfrm xmlns:a="http://schemas.openxmlformats.org/drawingml/2006/main" rot="0" flipH="0" flipV="0">
            <a:off x="2419349" y="3643311"/>
            <a:ext cx="1924048" cy="2381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52" name="Straight Arrow Connector 2036758675"/>
          <p:cNvCxnSpPr>
            <a:stCxn xmlns:a="http://schemas.openxmlformats.org/drawingml/2006/main" id="1793930815" idx="6"/>
            <a:endCxn xmlns:a="http://schemas.openxmlformats.org/drawingml/2006/main" id="870126080" idx="2"/>
          </p:cNvCxnSpPr>
          <p:nvPr/>
        </p:nvCxnSpPr>
        <p:spPr>
          <a:xfrm xmlns:a="http://schemas.openxmlformats.org/drawingml/2006/main" rot="0" flipH="0" flipV="0">
            <a:off x="2419349" y="3643311"/>
            <a:ext cx="1924048" cy="64293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53" name="Straight Arrow Connector 2036758676"/>
          <p:cNvCxnSpPr>
            <a:stCxn xmlns:a="http://schemas.openxmlformats.org/drawingml/2006/main" id="1793930815" idx="6"/>
            <a:endCxn xmlns:a="http://schemas.openxmlformats.org/drawingml/2006/main" id="132816161" idx="2"/>
          </p:cNvCxnSpPr>
          <p:nvPr/>
        </p:nvCxnSpPr>
        <p:spPr>
          <a:xfrm xmlns:a="http://schemas.openxmlformats.org/drawingml/2006/main" rot="0" flipH="0" flipV="0">
            <a:off x="2419349" y="3643311"/>
            <a:ext cx="1924048" cy="126206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54" name="Straight Arrow Connector 2036758677"/>
          <p:cNvCxnSpPr>
            <a:stCxn xmlns:a="http://schemas.openxmlformats.org/drawingml/2006/main" id="1806948358" idx="6"/>
            <a:endCxn xmlns:a="http://schemas.openxmlformats.org/drawingml/2006/main" id="902616153" idx="2"/>
          </p:cNvCxnSpPr>
          <p:nvPr/>
        </p:nvCxnSpPr>
        <p:spPr>
          <a:xfrm xmlns:a="http://schemas.openxmlformats.org/drawingml/2006/main" rot="0" flipH="0" flipV="1">
            <a:off x="2419349" y="2428875"/>
            <a:ext cx="1924048"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55" name="Straight Arrow Connector 2036758678"/>
          <p:cNvCxnSpPr>
            <a:stCxn xmlns:a="http://schemas.openxmlformats.org/drawingml/2006/main" id="1806948358" idx="6"/>
            <a:endCxn xmlns:a="http://schemas.openxmlformats.org/drawingml/2006/main" id="1905784099" idx="2"/>
          </p:cNvCxnSpPr>
          <p:nvPr/>
        </p:nvCxnSpPr>
        <p:spPr>
          <a:xfrm xmlns:a="http://schemas.openxmlformats.org/drawingml/2006/main" rot="0" flipH="0" flipV="1">
            <a:off x="2419349" y="3047998"/>
            <a:ext cx="1924048" cy="135254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56" name="Straight Arrow Connector 2036758679"/>
          <p:cNvCxnSpPr/>
          <p:nvPr/>
        </p:nvCxnSpPr>
        <p:spPr>
          <a:xfrm xmlns:a="http://schemas.openxmlformats.org/drawingml/2006/main" rot="0" flipH="0" flipV="1">
            <a:off x="2419349" y="3667123"/>
            <a:ext cx="1924048" cy="847723"/>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57" name="Straight Arrow Connector 2036758680"/>
          <p:cNvCxnSpPr>
            <a:stCxn xmlns:a="http://schemas.openxmlformats.org/drawingml/2006/main" id="1806948358" idx="6"/>
            <a:endCxn xmlns:a="http://schemas.openxmlformats.org/drawingml/2006/main" id="870126080" idx="2"/>
          </p:cNvCxnSpPr>
          <p:nvPr/>
        </p:nvCxnSpPr>
        <p:spPr>
          <a:xfrm xmlns:a="http://schemas.openxmlformats.org/drawingml/2006/main" rot="0" flipH="0" flipV="1">
            <a:off x="2419349" y="4286250"/>
            <a:ext cx="1924048"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58" name="Straight Arrow Connector 2036758681"/>
          <p:cNvCxnSpPr>
            <a:stCxn xmlns:a="http://schemas.openxmlformats.org/drawingml/2006/main" id="1806948358" idx="6"/>
            <a:endCxn xmlns:a="http://schemas.openxmlformats.org/drawingml/2006/main" id="132816161" idx="2"/>
          </p:cNvCxnSpPr>
          <p:nvPr/>
        </p:nvCxnSpPr>
        <p:spPr>
          <a:xfrm xmlns:a="http://schemas.openxmlformats.org/drawingml/2006/main" rot="0" flipH="0" flipV="0">
            <a:off x="2419349" y="4400550"/>
            <a:ext cx="1924048" cy="504823"/>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59" name="Straight Arrow Connector 2036758682"/>
          <p:cNvCxnSpPr>
            <a:stCxn xmlns:a="http://schemas.openxmlformats.org/drawingml/2006/main" id="902616153" idx="6"/>
            <a:endCxn xmlns:a="http://schemas.openxmlformats.org/drawingml/2006/main" id="222052893" idx="2"/>
          </p:cNvCxnSpPr>
          <p:nvPr/>
        </p:nvCxnSpPr>
        <p:spPr>
          <a:xfrm xmlns:a="http://schemas.openxmlformats.org/drawingml/2006/main">
            <a:off x="4800600" y="2428875"/>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60" name="Straight Arrow Connector 2036758683"/>
          <p:cNvCxnSpPr>
            <a:stCxn xmlns:a="http://schemas.openxmlformats.org/drawingml/2006/main" id="902616153" idx="6"/>
            <a:endCxn xmlns:a="http://schemas.openxmlformats.org/drawingml/2006/main" id="1176597937" idx="2"/>
          </p:cNvCxnSpPr>
          <p:nvPr/>
        </p:nvCxnSpPr>
        <p:spPr>
          <a:xfrm xmlns:a="http://schemas.openxmlformats.org/drawingml/2006/main">
            <a:off x="4800600" y="2428875"/>
            <a:ext cx="2019299" cy="6191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61" name="Straight Arrow Connector 2036758684"/>
          <p:cNvCxnSpPr>
            <a:stCxn xmlns:a="http://schemas.openxmlformats.org/drawingml/2006/main" id="902616153" idx="6"/>
            <a:endCxn xmlns:a="http://schemas.openxmlformats.org/drawingml/2006/main" id="2132676479" idx="2"/>
          </p:cNvCxnSpPr>
          <p:nvPr/>
        </p:nvCxnSpPr>
        <p:spPr>
          <a:xfrm xmlns:a="http://schemas.openxmlformats.org/drawingml/2006/main">
            <a:off x="4800600" y="2428875"/>
            <a:ext cx="2019299" cy="12382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62" name="Straight Arrow Connector 2036758685"/>
          <p:cNvCxnSpPr>
            <a:stCxn xmlns:a="http://schemas.openxmlformats.org/drawingml/2006/main" id="902616153" idx="6"/>
            <a:endCxn xmlns:a="http://schemas.openxmlformats.org/drawingml/2006/main" id="802536924" idx="2"/>
          </p:cNvCxnSpPr>
          <p:nvPr/>
        </p:nvCxnSpPr>
        <p:spPr>
          <a:xfrm xmlns:a="http://schemas.openxmlformats.org/drawingml/2006/main">
            <a:off x="4800600" y="2428875"/>
            <a:ext cx="2019299"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63" name="Straight Arrow Connector 2036758686"/>
          <p:cNvCxnSpPr>
            <a:stCxn xmlns:a="http://schemas.openxmlformats.org/drawingml/2006/main" id="902616153" idx="6"/>
            <a:endCxn xmlns:a="http://schemas.openxmlformats.org/drawingml/2006/main" id="208174056" idx="2"/>
          </p:cNvCxnSpPr>
          <p:nvPr/>
        </p:nvCxnSpPr>
        <p:spPr>
          <a:xfrm xmlns:a="http://schemas.openxmlformats.org/drawingml/2006/main">
            <a:off x="4800600" y="2428875"/>
            <a:ext cx="2019299" cy="247649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64" name="Straight Arrow Connector 2036758687"/>
          <p:cNvCxnSpPr>
            <a:stCxn xmlns:a="http://schemas.openxmlformats.org/drawingml/2006/main" id="1905784099" idx="6"/>
            <a:endCxn xmlns:a="http://schemas.openxmlformats.org/drawingml/2006/main" id="222052893" idx="2"/>
          </p:cNvCxnSpPr>
          <p:nvPr/>
        </p:nvCxnSpPr>
        <p:spPr>
          <a:xfrm xmlns:a="http://schemas.openxmlformats.org/drawingml/2006/main" flipV="1">
            <a:off x="4800600" y="2428875"/>
            <a:ext cx="2019299" cy="6191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65" name="Straight Arrow Connector 2036758688"/>
          <p:cNvCxnSpPr>
            <a:stCxn xmlns:a="http://schemas.openxmlformats.org/drawingml/2006/main" id="1905784099" idx="6"/>
            <a:endCxn xmlns:a="http://schemas.openxmlformats.org/drawingml/2006/main" id="1176597937" idx="2"/>
          </p:cNvCxnSpPr>
          <p:nvPr/>
        </p:nvCxnSpPr>
        <p:spPr>
          <a:xfrm xmlns:a="http://schemas.openxmlformats.org/drawingml/2006/main">
            <a:off x="4800600" y="3047999"/>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66" name="Straight Arrow Connector 2036758689"/>
          <p:cNvCxnSpPr>
            <a:stCxn xmlns:a="http://schemas.openxmlformats.org/drawingml/2006/main" id="1905784099" idx="6"/>
            <a:endCxn xmlns:a="http://schemas.openxmlformats.org/drawingml/2006/main" id="2132676479" idx="2"/>
          </p:cNvCxnSpPr>
          <p:nvPr/>
        </p:nvCxnSpPr>
        <p:spPr>
          <a:xfrm xmlns:a="http://schemas.openxmlformats.org/drawingml/2006/main">
            <a:off x="4800600" y="3047999"/>
            <a:ext cx="2019299" cy="6191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67" name="Straight Arrow Connector 2036758690"/>
          <p:cNvCxnSpPr>
            <a:stCxn xmlns:a="http://schemas.openxmlformats.org/drawingml/2006/main" id="1905784099" idx="6"/>
            <a:endCxn xmlns:a="http://schemas.openxmlformats.org/drawingml/2006/main" id="802536924" idx="2"/>
          </p:cNvCxnSpPr>
          <p:nvPr/>
        </p:nvCxnSpPr>
        <p:spPr>
          <a:xfrm xmlns:a="http://schemas.openxmlformats.org/drawingml/2006/main">
            <a:off x="4800600" y="3047999"/>
            <a:ext cx="2019299" cy="12382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68" name="Straight Arrow Connector 2036758691"/>
          <p:cNvCxnSpPr>
            <a:stCxn xmlns:a="http://schemas.openxmlformats.org/drawingml/2006/main" id="1905784099" idx="6"/>
            <a:endCxn xmlns:a="http://schemas.openxmlformats.org/drawingml/2006/main" id="208174056" idx="2"/>
          </p:cNvCxnSpPr>
          <p:nvPr/>
        </p:nvCxnSpPr>
        <p:spPr>
          <a:xfrm xmlns:a="http://schemas.openxmlformats.org/drawingml/2006/main">
            <a:off x="4800600" y="3047999"/>
            <a:ext cx="2019299"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69" name="Straight Arrow Connector 2036758692"/>
          <p:cNvCxnSpPr>
            <a:stCxn xmlns:a="http://schemas.openxmlformats.org/drawingml/2006/main" id="821311657" idx="6"/>
            <a:endCxn xmlns:a="http://schemas.openxmlformats.org/drawingml/2006/main" id="222052893" idx="2"/>
          </p:cNvCxnSpPr>
          <p:nvPr/>
        </p:nvCxnSpPr>
        <p:spPr>
          <a:xfrm xmlns:a="http://schemas.openxmlformats.org/drawingml/2006/main" flipV="1">
            <a:off x="4800600" y="2428875"/>
            <a:ext cx="2019299" cy="12382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70" name="Straight Arrow Connector 2036758693"/>
          <p:cNvCxnSpPr>
            <a:stCxn xmlns:a="http://schemas.openxmlformats.org/drawingml/2006/main" id="821311657" idx="6"/>
            <a:endCxn xmlns:a="http://schemas.openxmlformats.org/drawingml/2006/main" id="1176597937" idx="2"/>
          </p:cNvCxnSpPr>
          <p:nvPr/>
        </p:nvCxnSpPr>
        <p:spPr>
          <a:xfrm xmlns:a="http://schemas.openxmlformats.org/drawingml/2006/main" flipV="1">
            <a:off x="4800600" y="3047999"/>
            <a:ext cx="2019299" cy="6191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71" name="Straight Arrow Connector 2036758694"/>
          <p:cNvCxnSpPr>
            <a:stCxn xmlns:a="http://schemas.openxmlformats.org/drawingml/2006/main" id="821311657" idx="6"/>
            <a:endCxn xmlns:a="http://schemas.openxmlformats.org/drawingml/2006/main" id="2132676479" idx="2"/>
          </p:cNvCxnSpPr>
          <p:nvPr/>
        </p:nvCxnSpPr>
        <p:spPr>
          <a:xfrm xmlns:a="http://schemas.openxmlformats.org/drawingml/2006/main">
            <a:off x="4800600" y="3667124"/>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72" name="Straight Arrow Connector 2036758695"/>
          <p:cNvCxnSpPr>
            <a:stCxn xmlns:a="http://schemas.openxmlformats.org/drawingml/2006/main" id="821311657" idx="6"/>
            <a:endCxn xmlns:a="http://schemas.openxmlformats.org/drawingml/2006/main" id="802536924" idx="2"/>
          </p:cNvCxnSpPr>
          <p:nvPr/>
        </p:nvCxnSpPr>
        <p:spPr>
          <a:xfrm xmlns:a="http://schemas.openxmlformats.org/drawingml/2006/main">
            <a:off x="4800600" y="3667124"/>
            <a:ext cx="2019299" cy="6191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73" name="Straight Arrow Connector 2036758696"/>
          <p:cNvCxnSpPr>
            <a:stCxn xmlns:a="http://schemas.openxmlformats.org/drawingml/2006/main" id="821311657" idx="6"/>
            <a:endCxn xmlns:a="http://schemas.openxmlformats.org/drawingml/2006/main" id="208174056" idx="2"/>
          </p:cNvCxnSpPr>
          <p:nvPr/>
        </p:nvCxnSpPr>
        <p:spPr>
          <a:xfrm xmlns:a="http://schemas.openxmlformats.org/drawingml/2006/main">
            <a:off x="4800600" y="3667124"/>
            <a:ext cx="2019299" cy="12382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74" name="Straight Arrow Connector 2036758697"/>
          <p:cNvCxnSpPr>
            <a:stCxn xmlns:a="http://schemas.openxmlformats.org/drawingml/2006/main" id="870126080" idx="6"/>
            <a:endCxn xmlns:a="http://schemas.openxmlformats.org/drawingml/2006/main" id="222052893" idx="2"/>
          </p:cNvCxnSpPr>
          <p:nvPr/>
        </p:nvCxnSpPr>
        <p:spPr>
          <a:xfrm xmlns:a="http://schemas.openxmlformats.org/drawingml/2006/main" flipV="1">
            <a:off x="4800600" y="2428875"/>
            <a:ext cx="2019299"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75" name="Straight Arrow Connector 2036758698"/>
          <p:cNvCxnSpPr>
            <a:stCxn xmlns:a="http://schemas.openxmlformats.org/drawingml/2006/main" id="870126080" idx="6"/>
            <a:endCxn xmlns:a="http://schemas.openxmlformats.org/drawingml/2006/main" id="1176597937" idx="2"/>
          </p:cNvCxnSpPr>
          <p:nvPr/>
        </p:nvCxnSpPr>
        <p:spPr>
          <a:xfrm xmlns:a="http://schemas.openxmlformats.org/drawingml/2006/main" flipV="1">
            <a:off x="4800600" y="3047999"/>
            <a:ext cx="2019299" cy="12382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76" name="Straight Arrow Connector 2036758699"/>
          <p:cNvCxnSpPr>
            <a:stCxn xmlns:a="http://schemas.openxmlformats.org/drawingml/2006/main" id="870126080" idx="6"/>
            <a:endCxn xmlns:a="http://schemas.openxmlformats.org/drawingml/2006/main" id="2132676479" idx="2"/>
          </p:cNvCxnSpPr>
          <p:nvPr/>
        </p:nvCxnSpPr>
        <p:spPr>
          <a:xfrm xmlns:a="http://schemas.openxmlformats.org/drawingml/2006/main" flipV="1">
            <a:off x="4800600" y="3667124"/>
            <a:ext cx="2019299" cy="6191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77" name="Straight Arrow Connector 2036758700"/>
          <p:cNvCxnSpPr>
            <a:stCxn xmlns:a="http://schemas.openxmlformats.org/drawingml/2006/main" id="870126080" idx="6"/>
            <a:endCxn xmlns:a="http://schemas.openxmlformats.org/drawingml/2006/main" id="802536924" idx="2"/>
          </p:cNvCxnSpPr>
          <p:nvPr/>
        </p:nvCxnSpPr>
        <p:spPr>
          <a:xfrm xmlns:a="http://schemas.openxmlformats.org/drawingml/2006/main">
            <a:off x="4800600" y="4286250"/>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78" name="Straight Arrow Connector 2036758701"/>
          <p:cNvCxnSpPr>
            <a:stCxn xmlns:a="http://schemas.openxmlformats.org/drawingml/2006/main" id="870126080" idx="6"/>
            <a:endCxn xmlns:a="http://schemas.openxmlformats.org/drawingml/2006/main" id="208174056" idx="2"/>
          </p:cNvCxnSpPr>
          <p:nvPr/>
        </p:nvCxnSpPr>
        <p:spPr>
          <a:xfrm xmlns:a="http://schemas.openxmlformats.org/drawingml/2006/main">
            <a:off x="4800600" y="4286250"/>
            <a:ext cx="2019299" cy="6191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79" name="Straight Arrow Connector 2036758702"/>
          <p:cNvCxnSpPr>
            <a:stCxn xmlns:a="http://schemas.openxmlformats.org/drawingml/2006/main" id="132816161" idx="6"/>
            <a:endCxn xmlns:a="http://schemas.openxmlformats.org/drawingml/2006/main" id="222052893" idx="2"/>
          </p:cNvCxnSpPr>
          <p:nvPr/>
        </p:nvCxnSpPr>
        <p:spPr>
          <a:xfrm xmlns:a="http://schemas.openxmlformats.org/drawingml/2006/main" flipV="1">
            <a:off x="4800600" y="2428875"/>
            <a:ext cx="2019299" cy="247649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80" name="Straight Arrow Connector 2036758703"/>
          <p:cNvCxnSpPr>
            <a:stCxn xmlns:a="http://schemas.openxmlformats.org/drawingml/2006/main" id="132816161" idx="6"/>
            <a:endCxn xmlns:a="http://schemas.openxmlformats.org/drawingml/2006/main" id="1176597937" idx="2"/>
          </p:cNvCxnSpPr>
          <p:nvPr/>
        </p:nvCxnSpPr>
        <p:spPr>
          <a:xfrm xmlns:a="http://schemas.openxmlformats.org/drawingml/2006/main" flipV="1">
            <a:off x="4800600" y="3047999"/>
            <a:ext cx="2019299"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81" name="Straight Arrow Connector 2036758704"/>
          <p:cNvCxnSpPr>
            <a:stCxn xmlns:a="http://schemas.openxmlformats.org/drawingml/2006/main" id="132816161" idx="6"/>
            <a:endCxn xmlns:a="http://schemas.openxmlformats.org/drawingml/2006/main" id="2132676479" idx="2"/>
          </p:cNvCxnSpPr>
          <p:nvPr/>
        </p:nvCxnSpPr>
        <p:spPr>
          <a:xfrm xmlns:a="http://schemas.openxmlformats.org/drawingml/2006/main" flipV="1">
            <a:off x="4800600" y="3667124"/>
            <a:ext cx="2019299" cy="12382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82" name="Straight Arrow Connector 2036758705"/>
          <p:cNvCxnSpPr>
            <a:stCxn xmlns:a="http://schemas.openxmlformats.org/drawingml/2006/main" id="132816161" idx="6"/>
            <a:endCxn xmlns:a="http://schemas.openxmlformats.org/drawingml/2006/main" id="802536924" idx="2"/>
          </p:cNvCxnSpPr>
          <p:nvPr/>
        </p:nvCxnSpPr>
        <p:spPr>
          <a:xfrm xmlns:a="http://schemas.openxmlformats.org/drawingml/2006/main" flipV="1">
            <a:off x="4800600" y="4286250"/>
            <a:ext cx="2019299" cy="6191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83" name="Straight Arrow Connector 2036758706"/>
          <p:cNvCxnSpPr>
            <a:stCxn xmlns:a="http://schemas.openxmlformats.org/drawingml/2006/main" id="132816161" idx="6"/>
            <a:endCxn xmlns:a="http://schemas.openxmlformats.org/drawingml/2006/main" id="208174056" idx="2"/>
          </p:cNvCxnSpPr>
          <p:nvPr/>
        </p:nvCxnSpPr>
        <p:spPr>
          <a:xfrm xmlns:a="http://schemas.openxmlformats.org/drawingml/2006/main">
            <a:off x="4800600" y="4905374"/>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84" name="Straight Arrow Connector 2036758707"/>
          <p:cNvCxnSpPr>
            <a:stCxn xmlns:a="http://schemas.openxmlformats.org/drawingml/2006/main" id="222052893" idx="6"/>
            <a:endCxn xmlns:a="http://schemas.openxmlformats.org/drawingml/2006/main" id="1537014833" idx="2"/>
          </p:cNvCxnSpPr>
          <p:nvPr/>
        </p:nvCxnSpPr>
        <p:spPr>
          <a:xfrm xmlns:a="http://schemas.openxmlformats.org/drawingml/2006/main" rot="0" flipH="0" flipV="0">
            <a:off x="7277099" y="2428875"/>
            <a:ext cx="2019298" cy="61317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85" name="Straight Arrow Connector 2036758708"/>
          <p:cNvCxnSpPr>
            <a:stCxn xmlns:a="http://schemas.openxmlformats.org/drawingml/2006/main" id="222052893" idx="6"/>
            <a:endCxn xmlns:a="http://schemas.openxmlformats.org/drawingml/2006/main" id="561137407" idx="2"/>
          </p:cNvCxnSpPr>
          <p:nvPr/>
        </p:nvCxnSpPr>
        <p:spPr>
          <a:xfrm xmlns:a="http://schemas.openxmlformats.org/drawingml/2006/main" rot="0" flipH="0" flipV="0">
            <a:off x="7277099" y="2428875"/>
            <a:ext cx="2019298" cy="18907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86" name="Straight Arrow Connector 2036758709"/>
          <p:cNvCxnSpPr>
            <a:stCxn xmlns:a="http://schemas.openxmlformats.org/drawingml/2006/main" id="1176597937" idx="6"/>
            <a:endCxn xmlns:a="http://schemas.openxmlformats.org/drawingml/2006/main" id="1537014833" idx="2"/>
          </p:cNvCxnSpPr>
          <p:nvPr/>
        </p:nvCxnSpPr>
        <p:spPr>
          <a:xfrm xmlns:a="http://schemas.openxmlformats.org/drawingml/2006/main" rot="0" flipH="0" flipV="1">
            <a:off x="7277099" y="3045022"/>
            <a:ext cx="2019298"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87" name="Straight Arrow Connector 2036758710"/>
          <p:cNvCxnSpPr>
            <a:stCxn xmlns:a="http://schemas.openxmlformats.org/drawingml/2006/main" id="1176597937" idx="6"/>
            <a:endCxn xmlns:a="http://schemas.openxmlformats.org/drawingml/2006/main" id="561137407" idx="2"/>
          </p:cNvCxnSpPr>
          <p:nvPr/>
        </p:nvCxnSpPr>
        <p:spPr>
          <a:xfrm xmlns:a="http://schemas.openxmlformats.org/drawingml/2006/main" rot="0" flipH="0" flipV="0">
            <a:off x="7277099" y="3047998"/>
            <a:ext cx="2019298" cy="127158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88" name="Straight Arrow Connector 2036758711"/>
          <p:cNvCxnSpPr>
            <a:stCxn xmlns:a="http://schemas.openxmlformats.org/drawingml/2006/main" id="2132676479" idx="6"/>
            <a:endCxn xmlns:a="http://schemas.openxmlformats.org/drawingml/2006/main" id="1537014833" idx="2"/>
          </p:cNvCxnSpPr>
          <p:nvPr/>
        </p:nvCxnSpPr>
        <p:spPr>
          <a:xfrm xmlns:a="http://schemas.openxmlformats.org/drawingml/2006/main" rot="0" flipH="0" flipV="1">
            <a:off x="7277099" y="3042045"/>
            <a:ext cx="2019298" cy="62507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89" name="Straight Arrow Connector 2036758712"/>
          <p:cNvCxnSpPr>
            <a:stCxn xmlns:a="http://schemas.openxmlformats.org/drawingml/2006/main" id="2132676479" idx="6"/>
            <a:endCxn xmlns:a="http://schemas.openxmlformats.org/drawingml/2006/main" id="561137407" idx="2"/>
          </p:cNvCxnSpPr>
          <p:nvPr/>
        </p:nvCxnSpPr>
        <p:spPr>
          <a:xfrm xmlns:a="http://schemas.openxmlformats.org/drawingml/2006/main" rot="0" flipH="0" flipV="0">
            <a:off x="7277099" y="3667123"/>
            <a:ext cx="2019298" cy="65246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90" name="Straight Arrow Connector 2036758713"/>
          <p:cNvCxnSpPr>
            <a:stCxn xmlns:a="http://schemas.openxmlformats.org/drawingml/2006/main" id="802536924" idx="6"/>
            <a:endCxn xmlns:a="http://schemas.openxmlformats.org/drawingml/2006/main" id="1537014833" idx="2"/>
          </p:cNvCxnSpPr>
          <p:nvPr/>
        </p:nvCxnSpPr>
        <p:spPr>
          <a:xfrm xmlns:a="http://schemas.openxmlformats.org/drawingml/2006/main" rot="0" flipH="0" flipV="1">
            <a:off x="7277099" y="3042045"/>
            <a:ext cx="2019298" cy="124420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91" name="Straight Arrow Connector 2036758714"/>
          <p:cNvCxnSpPr>
            <a:stCxn xmlns:a="http://schemas.openxmlformats.org/drawingml/2006/main" id="802536924" idx="6"/>
            <a:endCxn xmlns:a="http://schemas.openxmlformats.org/drawingml/2006/main" id="561137407" idx="2"/>
          </p:cNvCxnSpPr>
          <p:nvPr/>
        </p:nvCxnSpPr>
        <p:spPr>
          <a:xfrm xmlns:a="http://schemas.openxmlformats.org/drawingml/2006/main" rot="0" flipH="0" flipV="0">
            <a:off x="7277099" y="4286250"/>
            <a:ext cx="2019298" cy="333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92" name="Straight Arrow Connector 2036758715"/>
          <p:cNvCxnSpPr>
            <a:stCxn xmlns:a="http://schemas.openxmlformats.org/drawingml/2006/main" id="208174056" idx="6"/>
            <a:endCxn xmlns:a="http://schemas.openxmlformats.org/drawingml/2006/main" id="1537014833" idx="2"/>
          </p:cNvCxnSpPr>
          <p:nvPr/>
        </p:nvCxnSpPr>
        <p:spPr>
          <a:xfrm xmlns:a="http://schemas.openxmlformats.org/drawingml/2006/main" rot="0" flipH="0" flipV="1">
            <a:off x="7277099" y="3042045"/>
            <a:ext cx="2019298" cy="186332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32727093" name="Straight Arrow Connector 2036758716"/>
          <p:cNvCxnSpPr>
            <a:stCxn xmlns:a="http://schemas.openxmlformats.org/drawingml/2006/main" id="208174056" idx="6"/>
            <a:endCxn xmlns:a="http://schemas.openxmlformats.org/drawingml/2006/main" id="561137407" idx="2"/>
          </p:cNvCxnSpPr>
          <p:nvPr/>
        </p:nvCxnSpPr>
        <p:spPr>
          <a:xfrm xmlns:a="http://schemas.openxmlformats.org/drawingml/2006/main" rot="0" flipH="0" flipV="1">
            <a:off x="7277099" y="4319586"/>
            <a:ext cx="2019298" cy="585786"/>
          </a:xfrm>
          <a:prstGeom xmlns:a="http://schemas.openxmlformats.org/drawingml/2006/main" prst="straightConnector1">
            <a:avLst/>
          </a:prstGeom>
          <a:ln xmlns:a="http://schemas.openxmlformats.org/drawingml/2006/main" w="9525">
            <a:solidFill>
              <a:srgbClr val="CBD5E1">
                <a:alpha val="45000"/>
              </a:srgbClr>
            </a:solidFill>
            <a:prstDash val="solid"/>
          </a:ln>
        </p:spPr>
      </p:cxnSp>
      <p:sp>
        <p:nvSpPr>
          <p:cNvPr id="751329213" name="Rectangle 900783331">
            <a:extLst xmlns:a="http://schemas.openxmlformats.org/drawingml/2006/main">
              <a:ext uri="{FF2B5EF4-FFF2-40B4-BE49-F238E27FC236}">
                <a16:creationId xmlns:a16="http://schemas.microsoft.com/office/drawing/2014/main" id="{3F3E3A71-F07E-4859-AF51-E1B61B4C312D}"/>
              </a:ext>
            </a:extLst>
          </p:cNvPr>
          <p:cNvSpPr>
            <a:spLocks xmlns:a="http://schemas.openxmlformats.org/drawingml/2006/main" noGrp="1"/>
          </p:cNvSpPr>
          <p:nvPr/>
        </p:nvSpPr>
        <p:spPr>
          <a:xfrm xmlns:a="http://schemas.openxmlformats.org/drawingml/2006/main">
            <a:off x="609599" y="590548"/>
            <a:ext cx="9334499" cy="590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50" b="1">
                <a:solidFill>
                  <a:srgbClr val="0B0F19"/>
                </a:solidFill>
                <a:latin typeface="Calibri"/>
                <a:ea typeface="Calibri"/>
                <a:cs typeface="Calibri"/>
              </a:defRPr>
            </a:pPr>
            <a:r>
              <a:rPr sz="2650" b="1">
                <a:solidFill>
                  <a:srgbClr val="0B0F19"/>
                </a:solidFill>
                <a:latin typeface="Calibri"/>
                <a:ea typeface="Calibri"/>
                <a:cs typeface="Calibri"/>
              </a:rPr>
              <a:t>Four weights connect two inputs to two hidden neurons</a:t>
            </a:r>
          </a:p>
        </p:txBody>
      </p:sp>
      <p:sp>
        <p:nvSpPr>
          <p:cNvPr id="2132726987" name="">
            <a:extLst xmlns:a="http://schemas.openxmlformats.org/drawingml/2006/main">
              <a:ext uri="{FF2B5EF4-FFF2-40B4-BE49-F238E27FC236}">
                <a16:creationId xmlns:a16="http://schemas.microsoft.com/office/drawing/2014/main" id="{E6430C76-C2FA-46C6-B962-AC0DD8EC7CCA}"/>
              </a:ext>
            </a:extLst>
          </p:cNvPr>
          <p:cNvSpPr>
            <a:spLocks xmlns:a="http://schemas.openxmlformats.org/drawingml/2006/main" noGrp="1"/>
          </p:cNvSpPr>
          <p:nvPr/>
        </p:nvSpPr>
        <p:spPr>
          <a:xfrm xmlns:a="http://schemas.openxmlformats.org/drawingml/2006/main">
            <a:off x="590550" y="1352550"/>
            <a:ext cx="11010900" cy="4772025"/>
          </a:xfrm>
          <a:prstGeom xmlns:a="http://schemas.openxmlformats.org/drawingml/2006/main" prst="roundRect">
            <a:avLst>
              <a:gd name="adj" fmla="val 2395"/>
            </a:avLst>
          </a:prstGeom>
          <a:solidFill xmlns:a="http://schemas.openxmlformats.org/drawingml/2006/main">
            <a:srgbClr val="F8FAFC"/>
          </a:solidFill>
          <a:ln xmlns:a="http://schemas.openxmlformats.org/drawingml/2006/main" w="9525">
            <a:solidFill>
              <a:srgbClr val="CBD5E1"/>
            </a:solidFill>
            <a:prstDash val="solid"/>
          </a:ln>
        </p:spPr>
      </p:sp>
      <p:sp>
        <p:nvSpPr>
          <p:cNvPr id="2132726988" name="">
            <a:extLst xmlns:a="http://schemas.openxmlformats.org/drawingml/2006/main">
              <a:ext uri="{FF2B5EF4-FFF2-40B4-BE49-F238E27FC236}">
                <a16:creationId xmlns:a16="http://schemas.microsoft.com/office/drawing/2014/main" id="{676C5929-EB4C-49F6-9956-D961507055D0}"/>
              </a:ext>
            </a:extLst>
          </p:cNvPr>
          <p:cNvSpPr>
            <a:spLocks xmlns:a="http://schemas.openxmlformats.org/drawingml/2006/main" noGrp="1"/>
          </p:cNvSpPr>
          <p:nvPr/>
        </p:nvSpPr>
        <p:spPr>
          <a:xfrm xmlns:a="http://schemas.openxmlformats.org/drawingml/2006/main">
            <a:off x="876300" y="1543050"/>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67085"/>
                </a:solidFill>
                <a:latin typeface="Calibri"/>
                <a:ea typeface="Calibri"/>
                <a:cs typeface="Calibri"/>
              </a:defRPr>
            </a:pPr>
            <a:r>
              <a:rPr sz="1425" b="0">
                <a:solidFill>
                  <a:srgbClr val="667085"/>
                </a:solidFill>
                <a:latin typeface="Calibri"/>
                <a:ea typeface="Calibri"/>
                <a:cs typeface="Calibri"/>
              </a:rPr>
              <a:t>2 inputs × 2 perceptrons = four independently learned weights</a:t>
            </a:r>
          </a:p>
        </p:txBody>
      </p:sp>
      <p:cxnSp>
        <p:nvCxnSpPr>
          <p:cNvPr id="2132727097" name=""/>
          <p:cNvCxnSpPr/>
          <p:nvPr/>
        </p:nvCxnSpPr>
        <p:spPr>
          <a:xfrm xmlns:a="http://schemas.openxmlformats.org/drawingml/2006/main">
            <a:off x="3143250" y="2924175"/>
            <a:ext cx="4572000" cy="0"/>
          </a:xfrm>
          <a:prstGeom xmlns:a="http://schemas.openxmlformats.org/drawingml/2006/main" prst="straightConnector1">
            <a:avLst/>
          </a:prstGeom>
          <a:ln xmlns:a="http://schemas.openxmlformats.org/drawingml/2006/main" w="19050">
            <a:solidFill>
              <a:srgbClr val="2563EB"/>
            </a:solidFill>
            <a:prstDash val="solid"/>
          </a:ln>
        </p:spPr>
      </p:cxnSp>
      <p:cxnSp>
        <p:nvCxnSpPr>
          <p:cNvPr id="2132727098" name=""/>
          <p:cNvCxnSpPr/>
          <p:nvPr/>
        </p:nvCxnSpPr>
        <p:spPr>
          <a:xfrm xmlns:a="http://schemas.openxmlformats.org/drawingml/2006/main">
            <a:off x="3143250" y="4638675"/>
            <a:ext cx="4572000" cy="0"/>
          </a:xfrm>
          <a:prstGeom xmlns:a="http://schemas.openxmlformats.org/drawingml/2006/main" prst="straightConnector1">
            <a:avLst/>
          </a:prstGeom>
          <a:ln xmlns:a="http://schemas.openxmlformats.org/drawingml/2006/main" w="19050">
            <a:solidFill>
              <a:srgbClr val="059669"/>
            </a:solidFill>
            <a:prstDash val="solid"/>
          </a:ln>
        </p:spPr>
      </p:cxnSp>
      <p:cxnSp>
        <p:nvCxnSpPr>
          <p:cNvPr id="2132727099" name=""/>
          <p:cNvCxnSpPr/>
          <p:nvPr/>
        </p:nvCxnSpPr>
        <p:spPr>
          <a:xfrm xmlns:a="http://schemas.openxmlformats.org/drawingml/2006/main">
            <a:off x="3143250" y="2924175"/>
            <a:ext cx="1143000" cy="0"/>
          </a:xfrm>
          <a:prstGeom xmlns:a="http://schemas.openxmlformats.org/drawingml/2006/main" prst="straightConnector1">
            <a:avLst/>
          </a:prstGeom>
          <a:ln xmlns:a="http://schemas.openxmlformats.org/drawingml/2006/main" w="19050">
            <a:solidFill>
              <a:srgbClr val="059669"/>
            </a:solidFill>
            <a:prstDash val="solid"/>
          </a:ln>
        </p:spPr>
      </p:cxnSp>
      <p:cxnSp>
        <p:nvCxnSpPr>
          <p:cNvPr id="2132727100" name=""/>
          <p:cNvCxnSpPr/>
          <p:nvPr/>
        </p:nvCxnSpPr>
        <p:spPr>
          <a:xfrm xmlns:a="http://schemas.openxmlformats.org/drawingml/2006/main">
            <a:off x="4286250" y="2924175"/>
            <a:ext cx="0" cy="2571750"/>
          </a:xfrm>
          <a:prstGeom xmlns:a="http://schemas.openxmlformats.org/drawingml/2006/main" prst="straightConnector1">
            <a:avLst/>
          </a:prstGeom>
          <a:ln xmlns:a="http://schemas.openxmlformats.org/drawingml/2006/main" w="19050">
            <a:solidFill>
              <a:srgbClr val="059669"/>
            </a:solidFill>
            <a:prstDash val="solid"/>
          </a:ln>
        </p:spPr>
      </p:cxnSp>
      <p:cxnSp>
        <p:nvCxnSpPr>
          <p:cNvPr id="2132727101" name=""/>
          <p:cNvCxnSpPr/>
          <p:nvPr/>
        </p:nvCxnSpPr>
        <p:spPr>
          <a:xfrm xmlns:a="http://schemas.openxmlformats.org/drawingml/2006/main">
            <a:off x="4286250" y="5495925"/>
            <a:ext cx="3429000" cy="0"/>
          </a:xfrm>
          <a:prstGeom xmlns:a="http://schemas.openxmlformats.org/drawingml/2006/main" prst="straightConnector1">
            <a:avLst/>
          </a:prstGeom>
          <a:ln xmlns:a="http://schemas.openxmlformats.org/drawingml/2006/main" w="19050">
            <a:solidFill>
              <a:srgbClr val="059669"/>
            </a:solidFill>
            <a:prstDash val="solid"/>
          </a:ln>
        </p:spPr>
      </p:cxnSp>
      <p:cxnSp>
        <p:nvCxnSpPr>
          <p:cNvPr id="2132727102" name=""/>
          <p:cNvCxnSpPr/>
          <p:nvPr/>
        </p:nvCxnSpPr>
        <p:spPr>
          <a:xfrm xmlns:a="http://schemas.openxmlformats.org/drawingml/2006/main">
            <a:off x="7715250" y="4638675"/>
            <a:ext cx="0" cy="857250"/>
          </a:xfrm>
          <a:prstGeom xmlns:a="http://schemas.openxmlformats.org/drawingml/2006/main" prst="straightConnector1">
            <a:avLst/>
          </a:prstGeom>
          <a:ln xmlns:a="http://schemas.openxmlformats.org/drawingml/2006/main" w="19050">
            <a:solidFill>
              <a:srgbClr val="059669"/>
            </a:solidFill>
            <a:prstDash val="solid"/>
          </a:ln>
        </p:spPr>
      </p:cxnSp>
      <p:cxnSp>
        <p:nvCxnSpPr>
          <p:cNvPr id="2132727103" name=""/>
          <p:cNvCxnSpPr/>
          <p:nvPr/>
        </p:nvCxnSpPr>
        <p:spPr>
          <a:xfrm xmlns:a="http://schemas.openxmlformats.org/drawingml/2006/main">
            <a:off x="3143250" y="4638675"/>
            <a:ext cx="1809750" cy="0"/>
          </a:xfrm>
          <a:prstGeom xmlns:a="http://schemas.openxmlformats.org/drawingml/2006/main" prst="straightConnector1">
            <a:avLst/>
          </a:prstGeom>
          <a:ln xmlns:a="http://schemas.openxmlformats.org/drawingml/2006/main" w="19050">
            <a:solidFill>
              <a:srgbClr val="2563EB"/>
            </a:solidFill>
            <a:prstDash val="solid"/>
          </a:ln>
        </p:spPr>
      </p:cxnSp>
      <p:cxnSp>
        <p:nvCxnSpPr>
          <p:cNvPr id="2132727104" name=""/>
          <p:cNvCxnSpPr/>
          <p:nvPr/>
        </p:nvCxnSpPr>
        <p:spPr>
          <a:xfrm xmlns:a="http://schemas.openxmlformats.org/drawingml/2006/main">
            <a:off x="4953000" y="2066925"/>
            <a:ext cx="0" cy="2571750"/>
          </a:xfrm>
          <a:prstGeom xmlns:a="http://schemas.openxmlformats.org/drawingml/2006/main" prst="straightConnector1">
            <a:avLst/>
          </a:prstGeom>
          <a:ln xmlns:a="http://schemas.openxmlformats.org/drawingml/2006/main" w="19050">
            <a:solidFill>
              <a:srgbClr val="2563EB"/>
            </a:solidFill>
            <a:prstDash val="solid"/>
          </a:ln>
        </p:spPr>
      </p:cxnSp>
      <p:cxnSp>
        <p:nvCxnSpPr>
          <p:cNvPr id="2132727105" name=""/>
          <p:cNvCxnSpPr/>
          <p:nvPr/>
        </p:nvCxnSpPr>
        <p:spPr>
          <a:xfrm xmlns:a="http://schemas.openxmlformats.org/drawingml/2006/main">
            <a:off x="4953000" y="2066925"/>
            <a:ext cx="2762250" cy="0"/>
          </a:xfrm>
          <a:prstGeom xmlns:a="http://schemas.openxmlformats.org/drawingml/2006/main" prst="straightConnector1">
            <a:avLst/>
          </a:prstGeom>
          <a:ln xmlns:a="http://schemas.openxmlformats.org/drawingml/2006/main" w="19050">
            <a:solidFill>
              <a:srgbClr val="2563EB"/>
            </a:solidFill>
            <a:prstDash val="solid"/>
          </a:ln>
        </p:spPr>
      </p:cxnSp>
      <p:cxnSp>
        <p:nvCxnSpPr>
          <p:cNvPr id="2132727106" name=""/>
          <p:cNvCxnSpPr/>
          <p:nvPr/>
        </p:nvCxnSpPr>
        <p:spPr>
          <a:xfrm xmlns:a="http://schemas.openxmlformats.org/drawingml/2006/main">
            <a:off x="7715250" y="2066925"/>
            <a:ext cx="0" cy="857250"/>
          </a:xfrm>
          <a:prstGeom xmlns:a="http://schemas.openxmlformats.org/drawingml/2006/main" prst="straightConnector1">
            <a:avLst/>
          </a:prstGeom>
          <a:ln xmlns:a="http://schemas.openxmlformats.org/drawingml/2006/main" w="19050">
            <a:solidFill>
              <a:srgbClr val="2563EB"/>
            </a:solidFill>
            <a:prstDash val="solid"/>
          </a:ln>
        </p:spPr>
      </p:cxnSp>
      <p:sp>
        <p:nvSpPr>
          <p:cNvPr id="2132726999" name="">
            <a:extLst xmlns:a="http://schemas.openxmlformats.org/drawingml/2006/main">
              <a:ext uri="{FF2B5EF4-FFF2-40B4-BE49-F238E27FC236}">
                <a16:creationId xmlns:a16="http://schemas.microsoft.com/office/drawing/2014/main" id="{69979FE6-9686-4FF1-8F87-D3A81E1E4025}"/>
              </a:ext>
            </a:extLst>
          </p:cNvPr>
          <p:cNvSpPr>
            <a:spLocks xmlns:a="http://schemas.openxmlformats.org/drawingml/2006/main" noGrp="1"/>
          </p:cNvSpPr>
          <p:nvPr/>
        </p:nvSpPr>
        <p:spPr>
          <a:xfrm xmlns:a="http://schemas.openxmlformats.org/drawingml/2006/main">
            <a:off x="1971675" y="2038350"/>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667085"/>
                </a:solidFill>
                <a:latin typeface="Calibri"/>
                <a:ea typeface="Calibri"/>
                <a:cs typeface="Calibri"/>
              </a:defRPr>
            </a:pPr>
            <a:r>
              <a:rPr sz="1350" b="1">
                <a:solidFill>
                  <a:srgbClr val="667085"/>
                </a:solidFill>
                <a:latin typeface="Calibri"/>
                <a:ea typeface="Calibri"/>
                <a:cs typeface="Calibri"/>
              </a:rPr>
              <a:t>input</a:t>
            </a:r>
          </a:p>
        </p:txBody>
      </p:sp>
      <p:sp>
        <p:nvSpPr>
          <p:cNvPr id="2132727000" name="">
            <a:extLst xmlns:a="http://schemas.openxmlformats.org/drawingml/2006/main">
              <a:ext uri="{FF2B5EF4-FFF2-40B4-BE49-F238E27FC236}">
                <a16:creationId xmlns:a16="http://schemas.microsoft.com/office/drawing/2014/main" id="{5918DB78-8BD8-4987-A727-D4C254F1617B}"/>
              </a:ext>
            </a:extLst>
          </p:cNvPr>
          <p:cNvSpPr>
            <a:spLocks xmlns:a="http://schemas.openxmlformats.org/drawingml/2006/main" noGrp="1"/>
          </p:cNvSpPr>
          <p:nvPr/>
        </p:nvSpPr>
        <p:spPr>
          <a:xfrm xmlns:a="http://schemas.openxmlformats.org/drawingml/2006/main">
            <a:off x="7391400" y="20383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667085"/>
                </a:solidFill>
                <a:latin typeface="Calibri"/>
                <a:ea typeface="Calibri"/>
                <a:cs typeface="Calibri"/>
              </a:defRPr>
            </a:pPr>
            <a:r>
              <a:rPr sz="1350" b="1">
                <a:solidFill>
                  <a:srgbClr val="667085"/>
                </a:solidFill>
                <a:latin typeface="Calibri"/>
                <a:ea typeface="Calibri"/>
                <a:cs typeface="Calibri"/>
              </a:rPr>
              <a:t>perceptron</a:t>
            </a:r>
          </a:p>
        </p:txBody>
      </p:sp>
      <p:sp>
        <p:nvSpPr>
          <p:cNvPr id="2132727001" name="">
            <a:extLst xmlns:a="http://schemas.openxmlformats.org/drawingml/2006/main">
              <a:ext uri="{FF2B5EF4-FFF2-40B4-BE49-F238E27FC236}">
                <a16:creationId xmlns:a16="http://schemas.microsoft.com/office/drawing/2014/main" id="{2D8F25CA-5422-4817-A881-E5897581D941}"/>
              </a:ext>
            </a:extLst>
          </p:cNvPr>
          <p:cNvSpPr>
            <a:spLocks xmlns:a="http://schemas.openxmlformats.org/drawingml/2006/main" noGrp="1"/>
          </p:cNvSpPr>
          <p:nvPr/>
        </p:nvSpPr>
        <p:spPr>
          <a:xfrm xmlns:a="http://schemas.openxmlformats.org/drawingml/2006/main">
            <a:off x="5762625" y="2571750"/>
            <a:ext cx="106680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9525">
            <a:solidFill>
              <a:srgbClr val="2563EB"/>
            </a:solidFill>
            <a:prstDash val="solid"/>
          </a:ln>
        </p:spPr>
      </p:sp>
      <p:sp>
        <p:nvSpPr>
          <p:cNvPr id="2132727002" name="">
            <a:extLst xmlns:a="http://schemas.openxmlformats.org/drawingml/2006/main">
              <a:ext uri="{FF2B5EF4-FFF2-40B4-BE49-F238E27FC236}">
                <a16:creationId xmlns:a16="http://schemas.microsoft.com/office/drawing/2014/main" id="{44D8C472-A104-4930-9246-FA4E5C8EDC5C}"/>
              </a:ext>
            </a:extLst>
          </p:cNvPr>
          <p:cNvSpPr>
            <a:spLocks xmlns:a="http://schemas.openxmlformats.org/drawingml/2006/main" noGrp="1"/>
          </p:cNvSpPr>
          <p:nvPr/>
        </p:nvSpPr>
        <p:spPr>
          <a:xfrm xmlns:a="http://schemas.openxmlformats.org/drawingml/2006/main">
            <a:off x="5762625" y="257175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563EB"/>
                </a:solidFill>
                <a:latin typeface="Calibri"/>
                <a:ea typeface="Calibri"/>
                <a:cs typeface="Calibri"/>
              </a:defRPr>
            </a:pPr>
            <a:r>
              <a:rPr sz="1200" b="1">
                <a:solidFill>
                  <a:srgbClr val="2563EB"/>
                </a:solidFill>
                <a:latin typeface="Calibri"/>
                <a:ea typeface="Calibri"/>
                <a:cs typeface="Calibri"/>
              </a:rPr>
              <a:t>w₁₁ = 0.2</a:t>
            </a:r>
          </a:p>
        </p:txBody>
      </p:sp>
      <p:sp>
        <p:nvSpPr>
          <p:cNvPr id="2132727003" name="">
            <a:extLst xmlns:a="http://schemas.openxmlformats.org/drawingml/2006/main">
              <a:ext uri="{FF2B5EF4-FFF2-40B4-BE49-F238E27FC236}">
                <a16:creationId xmlns:a16="http://schemas.microsoft.com/office/drawing/2014/main" id="{9E57F196-9AA0-498F-8704-B08690F0D7D6}"/>
              </a:ext>
            </a:extLst>
          </p:cNvPr>
          <p:cNvSpPr>
            <a:spLocks xmlns:a="http://schemas.openxmlformats.org/drawingml/2006/main" noGrp="1"/>
          </p:cNvSpPr>
          <p:nvPr/>
        </p:nvSpPr>
        <p:spPr>
          <a:xfrm xmlns:a="http://schemas.openxmlformats.org/drawingml/2006/main">
            <a:off x="5000625" y="5334000"/>
            <a:ext cx="106680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9525">
            <a:solidFill>
              <a:srgbClr val="059669"/>
            </a:solidFill>
            <a:prstDash val="solid"/>
          </a:ln>
        </p:spPr>
      </p:sp>
      <p:sp>
        <p:nvSpPr>
          <p:cNvPr id="2132727004" name="">
            <a:extLst xmlns:a="http://schemas.openxmlformats.org/drawingml/2006/main">
              <a:ext uri="{FF2B5EF4-FFF2-40B4-BE49-F238E27FC236}">
                <a16:creationId xmlns:a16="http://schemas.microsoft.com/office/drawing/2014/main" id="{8033BADA-633C-4B40-86EE-787CDD13EC41}"/>
              </a:ext>
            </a:extLst>
          </p:cNvPr>
          <p:cNvSpPr>
            <a:spLocks xmlns:a="http://schemas.openxmlformats.org/drawingml/2006/main" noGrp="1"/>
          </p:cNvSpPr>
          <p:nvPr/>
        </p:nvSpPr>
        <p:spPr>
          <a:xfrm xmlns:a="http://schemas.openxmlformats.org/drawingml/2006/main">
            <a:off x="5000625" y="533400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59669"/>
                </a:solidFill>
                <a:latin typeface="Calibri"/>
                <a:ea typeface="Calibri"/>
                <a:cs typeface="Calibri"/>
              </a:defRPr>
            </a:pPr>
            <a:r>
              <a:rPr sz="1200" b="1">
                <a:solidFill>
                  <a:srgbClr val="059669"/>
                </a:solidFill>
                <a:latin typeface="Calibri"/>
                <a:ea typeface="Calibri"/>
                <a:cs typeface="Calibri"/>
              </a:rPr>
              <a:t>w₂₁ = 0.7</a:t>
            </a:r>
          </a:p>
        </p:txBody>
      </p:sp>
      <p:sp>
        <p:nvSpPr>
          <p:cNvPr id="2132727005" name="">
            <a:extLst xmlns:a="http://schemas.openxmlformats.org/drawingml/2006/main">
              <a:ext uri="{FF2B5EF4-FFF2-40B4-BE49-F238E27FC236}">
                <a16:creationId xmlns:a16="http://schemas.microsoft.com/office/drawing/2014/main" id="{2F959966-0BAA-4916-9975-A59884D218C5}"/>
              </a:ext>
            </a:extLst>
          </p:cNvPr>
          <p:cNvSpPr>
            <a:spLocks xmlns:a="http://schemas.openxmlformats.org/drawingml/2006/main" noGrp="1"/>
          </p:cNvSpPr>
          <p:nvPr/>
        </p:nvSpPr>
        <p:spPr>
          <a:xfrm xmlns:a="http://schemas.openxmlformats.org/drawingml/2006/main">
            <a:off x="5905500" y="1905000"/>
            <a:ext cx="106680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9525">
            <a:solidFill>
              <a:srgbClr val="2563EB"/>
            </a:solidFill>
            <a:prstDash val="solid"/>
          </a:ln>
        </p:spPr>
      </p:sp>
      <p:sp>
        <p:nvSpPr>
          <p:cNvPr id="2132727006" name="">
            <a:extLst xmlns:a="http://schemas.openxmlformats.org/drawingml/2006/main">
              <a:ext uri="{FF2B5EF4-FFF2-40B4-BE49-F238E27FC236}">
                <a16:creationId xmlns:a16="http://schemas.microsoft.com/office/drawing/2014/main" id="{1715BD27-E487-472D-B57C-3AF26E1584BB}"/>
              </a:ext>
            </a:extLst>
          </p:cNvPr>
          <p:cNvSpPr>
            <a:spLocks xmlns:a="http://schemas.openxmlformats.org/drawingml/2006/main" noGrp="1"/>
          </p:cNvSpPr>
          <p:nvPr/>
        </p:nvSpPr>
        <p:spPr>
          <a:xfrm xmlns:a="http://schemas.openxmlformats.org/drawingml/2006/main">
            <a:off x="5905500" y="190500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563EB"/>
                </a:solidFill>
                <a:latin typeface="Calibri"/>
                <a:ea typeface="Calibri"/>
                <a:cs typeface="Calibri"/>
              </a:defRPr>
            </a:pPr>
            <a:r>
              <a:rPr sz="1200" b="1">
                <a:solidFill>
                  <a:srgbClr val="2563EB"/>
                </a:solidFill>
                <a:latin typeface="Calibri"/>
                <a:ea typeface="Calibri"/>
                <a:cs typeface="Calibri"/>
              </a:rPr>
              <a:t>w₁₂ = −0.4</a:t>
            </a:r>
          </a:p>
        </p:txBody>
      </p:sp>
      <p:sp>
        <p:nvSpPr>
          <p:cNvPr id="2132727007" name="">
            <a:extLst xmlns:a="http://schemas.openxmlformats.org/drawingml/2006/main">
              <a:ext uri="{FF2B5EF4-FFF2-40B4-BE49-F238E27FC236}">
                <a16:creationId xmlns:a16="http://schemas.microsoft.com/office/drawing/2014/main" id="{A1982DBC-6F56-4E5E-ADD5-55760731050E}"/>
              </a:ext>
            </a:extLst>
          </p:cNvPr>
          <p:cNvSpPr>
            <a:spLocks xmlns:a="http://schemas.openxmlformats.org/drawingml/2006/main" noGrp="1"/>
          </p:cNvSpPr>
          <p:nvPr/>
        </p:nvSpPr>
        <p:spPr>
          <a:xfrm xmlns:a="http://schemas.openxmlformats.org/drawingml/2006/main">
            <a:off x="5762625" y="4286250"/>
            <a:ext cx="106680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9525">
            <a:solidFill>
              <a:srgbClr val="059669"/>
            </a:solidFill>
            <a:prstDash val="solid"/>
          </a:ln>
        </p:spPr>
      </p:sp>
      <p:sp>
        <p:nvSpPr>
          <p:cNvPr id="2132727008" name="">
            <a:extLst xmlns:a="http://schemas.openxmlformats.org/drawingml/2006/main">
              <a:ext uri="{FF2B5EF4-FFF2-40B4-BE49-F238E27FC236}">
                <a16:creationId xmlns:a16="http://schemas.microsoft.com/office/drawing/2014/main" id="{AA845BC7-4ECA-4ECA-8712-FA5A3F527265}"/>
              </a:ext>
            </a:extLst>
          </p:cNvPr>
          <p:cNvSpPr>
            <a:spLocks xmlns:a="http://schemas.openxmlformats.org/drawingml/2006/main" noGrp="1"/>
          </p:cNvSpPr>
          <p:nvPr/>
        </p:nvSpPr>
        <p:spPr>
          <a:xfrm xmlns:a="http://schemas.openxmlformats.org/drawingml/2006/main">
            <a:off x="5762625" y="4286250"/>
            <a:ext cx="106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59669"/>
                </a:solidFill>
                <a:latin typeface="Calibri"/>
                <a:ea typeface="Calibri"/>
                <a:cs typeface="Calibri"/>
              </a:defRPr>
            </a:pPr>
            <a:r>
              <a:rPr sz="1200" b="1">
                <a:solidFill>
                  <a:srgbClr val="059669"/>
                </a:solidFill>
                <a:latin typeface="Calibri"/>
                <a:ea typeface="Calibri"/>
                <a:cs typeface="Calibri"/>
              </a:rPr>
              <a:t>w₂₂ = 0.1</a:t>
            </a:r>
          </a:p>
        </p:txBody>
      </p:sp>
      <p:sp>
        <p:nvSpPr>
          <p:cNvPr id="2132727009" name="">
            <a:extLst xmlns:a="http://schemas.openxmlformats.org/drawingml/2006/main">
              <a:ext uri="{FF2B5EF4-FFF2-40B4-BE49-F238E27FC236}">
                <a16:creationId xmlns:a16="http://schemas.microsoft.com/office/drawing/2014/main" id="{03D60000-6FA7-4CF1-80CD-C3C8C61712A4}"/>
              </a:ext>
            </a:extLst>
          </p:cNvPr>
          <p:cNvSpPr>
            <a:spLocks xmlns:a="http://schemas.openxmlformats.org/drawingml/2006/main" noGrp="1"/>
          </p:cNvSpPr>
          <p:nvPr/>
        </p:nvSpPr>
        <p:spPr>
          <a:xfrm xmlns:a="http://schemas.openxmlformats.org/drawingml/2006/main">
            <a:off x="2095500" y="2447925"/>
            <a:ext cx="104775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2563EB"/>
            </a:solidFill>
            <a:prstDash val="solid"/>
          </a:ln>
        </p:spPr>
      </p:sp>
      <p:sp>
        <p:nvSpPr>
          <p:cNvPr id="2132727010" name="">
            <a:extLst xmlns:a="http://schemas.openxmlformats.org/drawingml/2006/main">
              <a:ext uri="{FF2B5EF4-FFF2-40B4-BE49-F238E27FC236}">
                <a16:creationId xmlns:a16="http://schemas.microsoft.com/office/drawing/2014/main" id="{B3437E7E-E18A-4A81-81BF-A047E7D74C3C}"/>
              </a:ext>
            </a:extLst>
          </p:cNvPr>
          <p:cNvSpPr>
            <a:spLocks xmlns:a="http://schemas.openxmlformats.org/drawingml/2006/main" noGrp="1"/>
          </p:cNvSpPr>
          <p:nvPr/>
        </p:nvSpPr>
        <p:spPr>
          <a:xfrm xmlns:a="http://schemas.openxmlformats.org/drawingml/2006/main">
            <a:off x="2095500" y="2447925"/>
            <a:ext cx="1047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2563EB"/>
                </a:solidFill>
                <a:latin typeface="Calibri"/>
                <a:ea typeface="Calibri"/>
                <a:cs typeface="Calibri"/>
              </a:defRPr>
            </a:pPr>
            <a:r>
              <a:rPr sz="1725" b="1">
                <a:solidFill>
                  <a:srgbClr val="2563EB"/>
                </a:solidFill>
                <a:latin typeface="Calibri"/>
                <a:ea typeface="Calibri"/>
                <a:cs typeface="Calibri"/>
              </a:rPr>
              <a:t>x₁ = 2</a:t>
            </a:r>
          </a:p>
        </p:txBody>
      </p:sp>
      <p:sp>
        <p:nvSpPr>
          <p:cNvPr id="2132727011" name="">
            <a:extLst xmlns:a="http://schemas.openxmlformats.org/drawingml/2006/main">
              <a:ext uri="{FF2B5EF4-FFF2-40B4-BE49-F238E27FC236}">
                <a16:creationId xmlns:a16="http://schemas.microsoft.com/office/drawing/2014/main" id="{86E4617B-64FC-47B4-9AAB-3CEC4BA9B885}"/>
              </a:ext>
            </a:extLst>
          </p:cNvPr>
          <p:cNvSpPr>
            <a:spLocks xmlns:a="http://schemas.openxmlformats.org/drawingml/2006/main" noGrp="1"/>
          </p:cNvSpPr>
          <p:nvPr/>
        </p:nvSpPr>
        <p:spPr>
          <a:xfrm xmlns:a="http://schemas.openxmlformats.org/drawingml/2006/main">
            <a:off x="2095500" y="4162425"/>
            <a:ext cx="104775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2563EB"/>
            </a:solidFill>
            <a:prstDash val="solid"/>
          </a:ln>
        </p:spPr>
      </p:sp>
      <p:sp>
        <p:nvSpPr>
          <p:cNvPr id="2132727012" name="">
            <a:extLst xmlns:a="http://schemas.openxmlformats.org/drawingml/2006/main">
              <a:ext uri="{FF2B5EF4-FFF2-40B4-BE49-F238E27FC236}">
                <a16:creationId xmlns:a16="http://schemas.microsoft.com/office/drawing/2014/main" id="{2E964923-7851-4DFF-91E9-798F5F191202}"/>
              </a:ext>
            </a:extLst>
          </p:cNvPr>
          <p:cNvSpPr>
            <a:spLocks xmlns:a="http://schemas.openxmlformats.org/drawingml/2006/main" noGrp="1"/>
          </p:cNvSpPr>
          <p:nvPr/>
        </p:nvSpPr>
        <p:spPr>
          <a:xfrm xmlns:a="http://schemas.openxmlformats.org/drawingml/2006/main">
            <a:off x="2095500" y="4162425"/>
            <a:ext cx="1047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2563EB"/>
                </a:solidFill>
                <a:latin typeface="Calibri"/>
                <a:ea typeface="Calibri"/>
                <a:cs typeface="Calibri"/>
              </a:defRPr>
            </a:pPr>
            <a:r>
              <a:rPr sz="1725" b="1">
                <a:solidFill>
                  <a:srgbClr val="2563EB"/>
                </a:solidFill>
                <a:latin typeface="Calibri"/>
                <a:ea typeface="Calibri"/>
                <a:cs typeface="Calibri"/>
              </a:rPr>
              <a:t>x₂ = 1</a:t>
            </a:r>
          </a:p>
        </p:txBody>
      </p:sp>
      <p:sp>
        <p:nvSpPr>
          <p:cNvPr id="2132727013" name="">
            <a:extLst xmlns:a="http://schemas.openxmlformats.org/drawingml/2006/main">
              <a:ext uri="{FF2B5EF4-FFF2-40B4-BE49-F238E27FC236}">
                <a16:creationId xmlns:a16="http://schemas.microsoft.com/office/drawing/2014/main" id="{55980684-A404-4179-9CD0-67B5915DBFA7}"/>
              </a:ext>
            </a:extLst>
          </p:cNvPr>
          <p:cNvSpPr>
            <a:spLocks xmlns:a="http://schemas.openxmlformats.org/drawingml/2006/main" noGrp="1"/>
          </p:cNvSpPr>
          <p:nvPr/>
        </p:nvSpPr>
        <p:spPr>
          <a:xfrm xmlns:a="http://schemas.openxmlformats.org/drawingml/2006/main">
            <a:off x="7715250" y="2352675"/>
            <a:ext cx="1428750" cy="1143000"/>
          </a:xfrm>
          <a:prstGeom xmlns:a="http://schemas.openxmlformats.org/drawingml/2006/main" prst="roundRect">
            <a:avLst>
              <a:gd name="adj" fmla="val 10000"/>
            </a:avLst>
          </a:prstGeom>
          <a:solidFill xmlns:a="http://schemas.openxmlformats.org/drawingml/2006/main">
            <a:srgbClr val="DBEAFE"/>
          </a:solidFill>
          <a:ln xmlns:a="http://schemas.openxmlformats.org/drawingml/2006/main" w="9525">
            <a:solidFill>
              <a:srgbClr val="2563EB"/>
            </a:solidFill>
            <a:prstDash val="solid"/>
          </a:ln>
        </p:spPr>
      </p:sp>
      <p:sp>
        <p:nvSpPr>
          <p:cNvPr id="2132727014" name="">
            <a:extLst xmlns:a="http://schemas.openxmlformats.org/drawingml/2006/main">
              <a:ext uri="{FF2B5EF4-FFF2-40B4-BE49-F238E27FC236}">
                <a16:creationId xmlns:a16="http://schemas.microsoft.com/office/drawing/2014/main" id="{50638FD5-03E3-4F14-AB4C-3C2D04524039}"/>
              </a:ext>
            </a:extLst>
          </p:cNvPr>
          <p:cNvSpPr>
            <a:spLocks xmlns:a="http://schemas.openxmlformats.org/drawingml/2006/main" noGrp="1"/>
          </p:cNvSpPr>
          <p:nvPr/>
        </p:nvSpPr>
        <p:spPr>
          <a:xfrm xmlns:a="http://schemas.openxmlformats.org/drawingml/2006/main">
            <a:off x="7715250" y="24765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2563EB"/>
                </a:solidFill>
                <a:latin typeface="Calibri"/>
                <a:ea typeface="Calibri"/>
                <a:cs typeface="Calibri"/>
              </a:defRPr>
            </a:pPr>
            <a:r>
              <a:rPr sz="1725" b="1">
                <a:solidFill>
                  <a:srgbClr val="2563EB"/>
                </a:solidFill>
                <a:latin typeface="Calibri"/>
                <a:ea typeface="Calibri"/>
                <a:cs typeface="Calibri"/>
              </a:rPr>
              <a:t>z₁ = 0.1</a:t>
            </a:r>
          </a:p>
        </p:txBody>
      </p:sp>
      <p:sp>
        <p:nvSpPr>
          <p:cNvPr id="2132727015" name="">
            <a:extLst xmlns:a="http://schemas.openxmlformats.org/drawingml/2006/main">
              <a:ext uri="{FF2B5EF4-FFF2-40B4-BE49-F238E27FC236}">
                <a16:creationId xmlns:a16="http://schemas.microsoft.com/office/drawing/2014/main" id="{A32FA2DD-4CF6-43D0-8822-0716981011D9}"/>
              </a:ext>
            </a:extLst>
          </p:cNvPr>
          <p:cNvSpPr>
            <a:spLocks xmlns:a="http://schemas.openxmlformats.org/drawingml/2006/main" noGrp="1"/>
          </p:cNvSpPr>
          <p:nvPr/>
        </p:nvSpPr>
        <p:spPr>
          <a:xfrm xmlns:a="http://schemas.openxmlformats.org/drawingml/2006/main">
            <a:off x="7715250" y="29527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0F19"/>
                </a:solidFill>
                <a:latin typeface="Calibri"/>
                <a:ea typeface="Calibri"/>
                <a:cs typeface="Calibri"/>
              </a:defRPr>
            </a:pPr>
            <a:r>
              <a:rPr sz="1275" b="1">
                <a:solidFill>
                  <a:srgbClr val="0B0F19"/>
                </a:solidFill>
                <a:latin typeface="Calibri"/>
                <a:ea typeface="Calibri"/>
                <a:cs typeface="Calibri"/>
              </a:rPr>
              <a:t>bias b₁ = 0.1</a:t>
            </a:r>
          </a:p>
        </p:txBody>
      </p:sp>
      <p:sp>
        <p:nvSpPr>
          <p:cNvPr id="2132727016" name="">
            <a:extLst xmlns:a="http://schemas.openxmlformats.org/drawingml/2006/main">
              <a:ext uri="{FF2B5EF4-FFF2-40B4-BE49-F238E27FC236}">
                <a16:creationId xmlns:a16="http://schemas.microsoft.com/office/drawing/2014/main" id="{F66D379D-2597-4B52-BCE2-A24F950F8E96}"/>
              </a:ext>
            </a:extLst>
          </p:cNvPr>
          <p:cNvSpPr>
            <a:spLocks xmlns:a="http://schemas.openxmlformats.org/drawingml/2006/main" noGrp="1"/>
          </p:cNvSpPr>
          <p:nvPr/>
        </p:nvSpPr>
        <p:spPr>
          <a:xfrm xmlns:a="http://schemas.openxmlformats.org/drawingml/2006/main">
            <a:off x="7715250" y="4067175"/>
            <a:ext cx="1428750" cy="1143000"/>
          </a:xfrm>
          <a:prstGeom xmlns:a="http://schemas.openxmlformats.org/drawingml/2006/main" prst="roundRect">
            <a:avLst>
              <a:gd name="adj" fmla="val 10000"/>
            </a:avLst>
          </a:prstGeom>
          <a:solidFill xmlns:a="http://schemas.openxmlformats.org/drawingml/2006/main">
            <a:srgbClr val="D1FAE5"/>
          </a:solidFill>
          <a:ln xmlns:a="http://schemas.openxmlformats.org/drawingml/2006/main" w="9525">
            <a:solidFill>
              <a:srgbClr val="059669"/>
            </a:solidFill>
            <a:prstDash val="solid"/>
          </a:ln>
        </p:spPr>
      </p:sp>
      <p:sp>
        <p:nvSpPr>
          <p:cNvPr id="2132727017" name="">
            <a:extLst xmlns:a="http://schemas.openxmlformats.org/drawingml/2006/main">
              <a:ext uri="{FF2B5EF4-FFF2-40B4-BE49-F238E27FC236}">
                <a16:creationId xmlns:a16="http://schemas.microsoft.com/office/drawing/2014/main" id="{D123EEF9-31E5-4BCC-8FBE-0E09439A61DD}"/>
              </a:ext>
            </a:extLst>
          </p:cNvPr>
          <p:cNvSpPr>
            <a:spLocks xmlns:a="http://schemas.openxmlformats.org/drawingml/2006/main" noGrp="1"/>
          </p:cNvSpPr>
          <p:nvPr/>
        </p:nvSpPr>
        <p:spPr>
          <a:xfrm xmlns:a="http://schemas.openxmlformats.org/drawingml/2006/main">
            <a:off x="7715250" y="41910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59669"/>
                </a:solidFill>
                <a:latin typeface="Calibri"/>
                <a:ea typeface="Calibri"/>
                <a:cs typeface="Calibri"/>
              </a:defRPr>
            </a:pPr>
            <a:r>
              <a:rPr sz="1725" b="1">
                <a:solidFill>
                  <a:srgbClr val="059669"/>
                </a:solidFill>
                <a:latin typeface="Calibri"/>
                <a:ea typeface="Calibri"/>
                <a:cs typeface="Calibri"/>
              </a:rPr>
              <a:t>z₂ = 1.3</a:t>
            </a:r>
          </a:p>
        </p:txBody>
      </p:sp>
      <p:sp>
        <p:nvSpPr>
          <p:cNvPr id="2132727018" name="">
            <a:extLst xmlns:a="http://schemas.openxmlformats.org/drawingml/2006/main">
              <a:ext uri="{FF2B5EF4-FFF2-40B4-BE49-F238E27FC236}">
                <a16:creationId xmlns:a16="http://schemas.microsoft.com/office/drawing/2014/main" id="{48412ECA-6E0E-4E37-87D7-94FDF108EF08}"/>
              </a:ext>
            </a:extLst>
          </p:cNvPr>
          <p:cNvSpPr>
            <a:spLocks xmlns:a="http://schemas.openxmlformats.org/drawingml/2006/main" noGrp="1"/>
          </p:cNvSpPr>
          <p:nvPr/>
        </p:nvSpPr>
        <p:spPr>
          <a:xfrm xmlns:a="http://schemas.openxmlformats.org/drawingml/2006/main">
            <a:off x="7715250" y="46672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0B0F19"/>
                </a:solidFill>
                <a:latin typeface="Calibri"/>
                <a:ea typeface="Calibri"/>
                <a:cs typeface="Calibri"/>
              </a:defRPr>
            </a:pPr>
            <a:r>
              <a:rPr sz="1275" b="1">
                <a:solidFill>
                  <a:srgbClr val="0B0F19"/>
                </a:solidFill>
                <a:latin typeface="Calibri"/>
                <a:ea typeface="Calibri"/>
                <a:cs typeface="Calibri"/>
              </a:rPr>
              <a:t>bias b₂ = −0.2</a:t>
            </a:r>
          </a:p>
        </p:txBody>
      </p:sp>
      <p:sp>
        <p:nvSpPr>
          <p:cNvPr id="2132727019" name="">
            <a:extLst xmlns:a="http://schemas.openxmlformats.org/drawingml/2006/main">
              <a:ext uri="{FF2B5EF4-FFF2-40B4-BE49-F238E27FC236}">
                <a16:creationId xmlns:a16="http://schemas.microsoft.com/office/drawing/2014/main" id="{404C66E5-6DDB-48DE-8072-77EA8D0B7BF2}"/>
              </a:ext>
            </a:extLst>
          </p:cNvPr>
          <p:cNvSpPr>
            <a:spLocks xmlns:a="http://schemas.openxmlformats.org/drawingml/2006/main" noGrp="1"/>
          </p:cNvSpPr>
          <p:nvPr/>
        </p:nvSpPr>
        <p:spPr>
          <a:xfrm xmlns:a="http://schemas.openxmlformats.org/drawingml/2006/main">
            <a:off x="9334500" y="2581275"/>
            <a:ext cx="195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563EB"/>
                </a:solidFill>
                <a:latin typeface="Calibri"/>
                <a:ea typeface="Calibri"/>
                <a:cs typeface="Calibri"/>
              </a:defRPr>
            </a:pPr>
            <a:r>
              <a:rPr sz="1350" b="1">
                <a:solidFill>
                  <a:srgbClr val="2563EB"/>
                </a:solidFill>
                <a:latin typeface="Calibri"/>
                <a:ea typeface="Calibri"/>
                <a:cs typeface="Calibri"/>
              </a:rPr>
              <a:t>z₁ = 0.2x₁ − 0.4x₂ + b₁</a:t>
            </a:r>
          </a:p>
        </p:txBody>
      </p:sp>
      <p:sp>
        <p:nvSpPr>
          <p:cNvPr id="2132727020" name="">
            <a:extLst xmlns:a="http://schemas.openxmlformats.org/drawingml/2006/main">
              <a:ext uri="{FF2B5EF4-FFF2-40B4-BE49-F238E27FC236}">
                <a16:creationId xmlns:a16="http://schemas.microsoft.com/office/drawing/2014/main" id="{4E758FF9-020C-404E-A0DE-6DA1721EDCA4}"/>
              </a:ext>
            </a:extLst>
          </p:cNvPr>
          <p:cNvSpPr>
            <a:spLocks xmlns:a="http://schemas.openxmlformats.org/drawingml/2006/main" noGrp="1"/>
          </p:cNvSpPr>
          <p:nvPr/>
        </p:nvSpPr>
        <p:spPr>
          <a:xfrm xmlns:a="http://schemas.openxmlformats.org/drawingml/2006/main">
            <a:off x="9334500" y="4295775"/>
            <a:ext cx="1952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59669"/>
                </a:solidFill>
                <a:latin typeface="Calibri"/>
                <a:ea typeface="Calibri"/>
                <a:cs typeface="Calibri"/>
              </a:defRPr>
            </a:pPr>
            <a:r>
              <a:rPr sz="1350" b="1">
                <a:solidFill>
                  <a:srgbClr val="059669"/>
                </a:solidFill>
                <a:latin typeface="Calibri"/>
                <a:ea typeface="Calibri"/>
                <a:cs typeface="Calibri"/>
              </a:rPr>
              <a:t>z₂ = 0.7x₁ + 0.1x₂ + b₂</a:t>
            </a:r>
          </a:p>
        </p:txBody>
      </p:sp>
      <p:sp>
        <p:nvSpPr>
          <p:cNvPr id="2132727021" name="">
            <a:extLst xmlns:a="http://schemas.openxmlformats.org/drawingml/2006/main">
              <a:ext uri="{FF2B5EF4-FFF2-40B4-BE49-F238E27FC236}">
                <a16:creationId xmlns:a16="http://schemas.microsoft.com/office/drawing/2014/main" id="{72ABB64B-FCFF-4CBC-B84F-759BEC00328A}"/>
              </a:ext>
            </a:extLst>
          </p:cNvPr>
          <p:cNvSpPr>
            <a:spLocks xmlns:a="http://schemas.openxmlformats.org/drawingml/2006/main" noGrp="1"/>
          </p:cNvSpPr>
          <p:nvPr/>
        </p:nvSpPr>
        <p:spPr>
          <a:xfrm xmlns:a="http://schemas.openxmlformats.org/drawingml/2006/main">
            <a:off x="1333500" y="574357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0B0F19"/>
                </a:solidFill>
                <a:latin typeface="Calibri"/>
                <a:ea typeface="Calibri"/>
                <a:cs typeface="Calibri"/>
              </a:defRPr>
            </a:pPr>
            <a:r>
              <a:rPr sz="1350" b="1">
                <a:solidFill>
                  <a:srgbClr val="0B0F19"/>
                </a:solidFill>
                <a:latin typeface="Calibri"/>
                <a:ea typeface="Calibri"/>
                <a:cs typeface="Calibri"/>
              </a:rPr>
              <a:t>The four line weights become the 2 × 2 matrix W on the next slide.</a:t>
            </a:r>
          </a:p>
        </p:txBody>
      </p:sp>
    </p:spTree>
    <p:extLst>
      <p:ext uri="{BB962C8B-B14F-4D97-AF65-F5344CB8AC3E}">
        <p14:creationId xmlns:p14="http://schemas.microsoft.com/office/powerpoint/2010/main" val="1809657110"/>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797793" name="Rectangle 1153616344">
            <a:extLst xmlns:a="http://schemas.openxmlformats.org/drawingml/2006/main">
              <a:ext uri="{FF2B5EF4-FFF2-40B4-BE49-F238E27FC236}">
                <a16:creationId xmlns:a16="http://schemas.microsoft.com/office/drawing/2014/main" id="{34DF3F77-F13D-4269-83D5-76B6160533D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Matrix multiplication</a:t>
            </a:r>
          </a:p>
        </p:txBody>
      </p:sp>
      <p:sp>
        <p:nvSpPr>
          <p:cNvPr id="920723533" name="Rectangle 900783331">
            <a:extLst xmlns:a="http://schemas.openxmlformats.org/drawingml/2006/main">
              <a:ext uri="{FF2B5EF4-FFF2-40B4-BE49-F238E27FC236}">
                <a16:creationId xmlns:a16="http://schemas.microsoft.com/office/drawing/2014/main" id="{C4026CC0-BB63-4955-ABC1-85ABD0E744A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50" b="1">
                <a:solidFill>
                  <a:srgbClr val="0B0F19"/>
                </a:solidFill>
                <a:latin typeface="Calibri"/>
                <a:ea typeface="Calibri"/>
                <a:cs typeface="Calibri"/>
              </a:defRPr>
            </a:pPr>
            <a:r>
              <a:rPr sz="2650" b="1">
                <a:solidFill>
                  <a:srgbClr val="0B0F19"/>
                </a:solidFill>
                <a:latin typeface="Calibri"/>
                <a:ea typeface="Calibri"/>
                <a:cs typeface="Calibri"/>
              </a:rPr>
              <a:t>Two hidden neurons compute two weighted sums at once</a:t>
            </a:r>
          </a:p>
        </p:txBody>
      </p:sp>
      <p:sp>
        <p:nvSpPr>
          <p:cNvPr id="1602111820" name="Rectangle 1675037776">
            <a:extLst xmlns:a="http://schemas.openxmlformats.org/drawingml/2006/main">
              <a:ext uri="{FF2B5EF4-FFF2-40B4-BE49-F238E27FC236}">
                <a16:creationId xmlns:a16="http://schemas.microsoft.com/office/drawing/2014/main" id="{84A93D09-A312-4C8E-8455-1B86ACE88F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24</a:t>
            </a:r>
          </a:p>
        </p:txBody>
      </p:sp>
      <p:sp>
        <p:nvSpPr>
          <p:cNvPr id="1074363326" name="">
            <a:extLst xmlns:a="http://schemas.openxmlformats.org/drawingml/2006/main">
              <a:ext uri="{FF2B5EF4-FFF2-40B4-BE49-F238E27FC236}">
                <a16:creationId xmlns:a16="http://schemas.microsoft.com/office/drawing/2014/main" id="{42F9F106-0F2A-44BC-AEA0-842C2877317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20901999" name="">
            <a:extLst xmlns:a="http://schemas.openxmlformats.org/drawingml/2006/main">
              <a:ext uri="{FF2B5EF4-FFF2-40B4-BE49-F238E27FC236}">
                <a16:creationId xmlns:a16="http://schemas.microsoft.com/office/drawing/2014/main" id="{35680553-AC50-4060-AB86-5CD7BC3D062F}"/>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1087585976" name="">
            <a:extLst xmlns:a="http://schemas.openxmlformats.org/drawingml/2006/main">
              <a:ext uri="{FF2B5EF4-FFF2-40B4-BE49-F238E27FC236}">
                <a16:creationId xmlns:a16="http://schemas.microsoft.com/office/drawing/2014/main" id="{D64CFB3C-C62E-43CE-8897-188E80F192D1}"/>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14228738" name="">
            <a:extLst xmlns:a="http://schemas.openxmlformats.org/drawingml/2006/main">
              <a:ext uri="{FF2B5EF4-FFF2-40B4-BE49-F238E27FC236}">
                <a16:creationId xmlns:a16="http://schemas.microsoft.com/office/drawing/2014/main" id="{4734AB69-A740-4B55-9B80-593AADE549FB}"/>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711431260" name="">
            <a:extLst xmlns:a="http://schemas.openxmlformats.org/drawingml/2006/main">
              <a:ext uri="{FF2B5EF4-FFF2-40B4-BE49-F238E27FC236}">
                <a16:creationId xmlns:a16="http://schemas.microsoft.com/office/drawing/2014/main" id="{0AA67254-57A9-4710-A5E1-79F4A1D7B342}"/>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53662372" name="">
            <a:extLst xmlns:a="http://schemas.openxmlformats.org/drawingml/2006/main">
              <a:ext uri="{FF2B5EF4-FFF2-40B4-BE49-F238E27FC236}">
                <a16:creationId xmlns:a16="http://schemas.microsoft.com/office/drawing/2014/main" id="{5478287A-0FD1-4AB0-B204-4E69164CDB0A}"/>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544853128" name="">
            <a:extLst xmlns:a="http://schemas.openxmlformats.org/drawingml/2006/main">
              <a:ext uri="{FF2B5EF4-FFF2-40B4-BE49-F238E27FC236}">
                <a16:creationId xmlns:a16="http://schemas.microsoft.com/office/drawing/2014/main" id="{B35A9397-3A85-48EB-A699-EA2F1FBA10A7}"/>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051450841" name="">
            <a:extLst xmlns:a="http://schemas.openxmlformats.org/drawingml/2006/main">
              <a:ext uri="{FF2B5EF4-FFF2-40B4-BE49-F238E27FC236}">
                <a16:creationId xmlns:a16="http://schemas.microsoft.com/office/drawing/2014/main" id="{1C6595FE-14AD-4188-AA2D-671A43B59E51}"/>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437468265" name="">
            <a:extLst xmlns:a="http://schemas.openxmlformats.org/drawingml/2006/main">
              <a:ext uri="{FF2B5EF4-FFF2-40B4-BE49-F238E27FC236}">
                <a16:creationId xmlns:a16="http://schemas.microsoft.com/office/drawing/2014/main" id="{F34B21E8-7AFD-4ECD-AB12-6A1F0C7D3E90}"/>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557035140" name="">
            <a:extLst xmlns:a="http://schemas.openxmlformats.org/drawingml/2006/main">
              <a:ext uri="{FF2B5EF4-FFF2-40B4-BE49-F238E27FC236}">
                <a16:creationId xmlns:a16="http://schemas.microsoft.com/office/drawing/2014/main" id="{AE4C6135-87D1-49C4-98FC-08944B4B179C}"/>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2137709942" name="">
            <a:extLst xmlns:a="http://schemas.openxmlformats.org/drawingml/2006/main">
              <a:ext uri="{FF2B5EF4-FFF2-40B4-BE49-F238E27FC236}">
                <a16:creationId xmlns:a16="http://schemas.microsoft.com/office/drawing/2014/main" id="{BF873A70-9FD5-4E62-8FCD-FEEC67CA6CDE}"/>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1002105650" name="">
            <a:extLst xmlns:a="http://schemas.openxmlformats.org/drawingml/2006/main">
              <a:ext uri="{FF2B5EF4-FFF2-40B4-BE49-F238E27FC236}">
                <a16:creationId xmlns:a16="http://schemas.microsoft.com/office/drawing/2014/main" id="{0E8F64C0-79A3-44F3-A405-AE90CA7BAFE4}"/>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1812050600" name="">
            <a:extLst xmlns:a="http://schemas.openxmlformats.org/drawingml/2006/main">
              <a:ext uri="{FF2B5EF4-FFF2-40B4-BE49-F238E27FC236}">
                <a16:creationId xmlns:a16="http://schemas.microsoft.com/office/drawing/2014/main" id="{C0E50234-A455-4672-AAD9-33384D1B588B}"/>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806009566" name="">
            <a:extLst xmlns:a="http://schemas.openxmlformats.org/drawingml/2006/main">
              <a:ext uri="{FF2B5EF4-FFF2-40B4-BE49-F238E27FC236}">
                <a16:creationId xmlns:a16="http://schemas.microsoft.com/office/drawing/2014/main" id="{8CBDF2C9-F089-444E-8655-D84447F8878F}"/>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2001656288" name="">
            <a:extLst xmlns:a="http://schemas.openxmlformats.org/drawingml/2006/main">
              <a:ext uri="{FF2B5EF4-FFF2-40B4-BE49-F238E27FC236}">
                <a16:creationId xmlns:a16="http://schemas.microsoft.com/office/drawing/2014/main" id="{F9E558EF-0739-409D-BEFB-F37DC9A8A9AE}"/>
              </a:ext>
            </a:extLst>
          </p:cNvPr>
          <p:cNvSpPr>
            <a:spLocks xmlns:a="http://schemas.openxmlformats.org/drawingml/2006/main" noGrp="1"/>
          </p:cNvSpPr>
          <p:nvPr/>
        </p:nvSpPr>
        <p:spPr>
          <a:xfrm xmlns:a="http://schemas.openxmlformats.org/drawingml/2006/main" flipH="0" flipV="0">
            <a:off x="1571623"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126138148" name="">
            <a:extLst xmlns:a="http://schemas.openxmlformats.org/drawingml/2006/main">
              <a:ext uri="{FF2B5EF4-FFF2-40B4-BE49-F238E27FC236}">
                <a16:creationId xmlns:a16="http://schemas.microsoft.com/office/drawing/2014/main" id="{34699581-20DB-47EE-9E6B-8D5053E0F71E}"/>
              </a:ext>
            </a:extLst>
          </p:cNvPr>
          <p:cNvSpPr>
            <a:spLocks xmlns:a="http://schemas.openxmlformats.org/drawingml/2006/main" noGrp="1"/>
          </p:cNvSpPr>
          <p:nvPr/>
        </p:nvSpPr>
        <p:spPr>
          <a:xfrm xmlns:a="http://schemas.openxmlformats.org/drawingml/2006/main" flipH="0" flipV="0">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137709964" name=""/>
          <p:cNvPicPr>
            <a:picLocks xmlns:a="http://schemas.openxmlformats.org/drawingml/2006/main" noChangeAspect="1"/>
          </p:cNvPicPr>
          <p:nvPr/>
        </p:nvPicPr>
        <p:blipFill rotWithShape="1">
          <a:blip xmlns:r="http://schemas.openxmlformats.org/officeDocument/2006/relationships" xmlns:a="http://schemas.openxmlformats.org/drawingml/2006/main" r:embed="R04d9a06a87de45eb"/>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137709965" name=""/>
          <p:cNvPicPr>
            <a:picLocks xmlns:a="http://schemas.openxmlformats.org/drawingml/2006/main" noChangeAspect="1"/>
          </p:cNvPicPr>
          <p:nvPr/>
        </p:nvPicPr>
        <p:blipFill rotWithShape="1">
          <a:blip xmlns:r="http://schemas.openxmlformats.org/officeDocument/2006/relationships" xmlns:a="http://schemas.openxmlformats.org/drawingml/2006/main" r:embed="R64106298a4074187"/>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
        <p:nvSpPr>
          <p:cNvPr id="1561643090" name="">
            <a:extLst xmlns:a="http://schemas.openxmlformats.org/drawingml/2006/main">
              <a:ext uri="{FF2B5EF4-FFF2-40B4-BE49-F238E27FC236}">
                <a16:creationId xmlns:a16="http://schemas.microsoft.com/office/drawing/2014/main" id="{5E1B3114-BF6B-4A85-8F98-A5CDC5D87CEB}"/>
              </a:ext>
            </a:extLst>
          </p:cNvPr>
          <p:cNvSpPr>
            <a:spLocks xmlns:a="http://schemas.openxmlformats.org/drawingml/2006/main" noGrp="1"/>
          </p:cNvSpPr>
          <p:nvPr/>
        </p:nvSpPr>
        <p:spPr>
          <a:xfrm xmlns:a="http://schemas.openxmlformats.org/drawingml/2006/main">
            <a:off x="590549" y="1352550"/>
            <a:ext cx="11010900" cy="4772025"/>
          </a:xfrm>
          <a:prstGeom xmlns:a="http://schemas.openxmlformats.org/drawingml/2006/main" prst="roundRect">
            <a:avLst>
              <a:gd name="adj" fmla="val 2395"/>
            </a:avLst>
          </a:prstGeom>
          <a:solidFill xmlns:a="http://schemas.openxmlformats.org/drawingml/2006/main">
            <a:srgbClr val="F8FAFC"/>
          </a:solidFill>
          <a:ln xmlns:a="http://schemas.openxmlformats.org/drawingml/2006/main" w="9525">
            <a:solidFill>
              <a:srgbClr val="CBD5E1"/>
            </a:solidFill>
            <a:prstDash val="solid"/>
          </a:ln>
        </p:spPr>
      </p:sp>
      <p:sp>
        <p:nvSpPr>
          <p:cNvPr id="930398618" name="">
            <a:extLst xmlns:a="http://schemas.openxmlformats.org/drawingml/2006/main">
              <a:ext uri="{FF2B5EF4-FFF2-40B4-BE49-F238E27FC236}">
                <a16:creationId xmlns:a16="http://schemas.microsoft.com/office/drawing/2014/main" id="{C69B53F6-BCD4-47B0-A406-D3E484B6D58E}"/>
              </a:ext>
            </a:extLst>
          </p:cNvPr>
          <p:cNvSpPr>
            <a:spLocks xmlns:a="http://schemas.openxmlformats.org/drawingml/2006/main" noGrp="1"/>
          </p:cNvSpPr>
          <p:nvPr/>
        </p:nvSpPr>
        <p:spPr>
          <a:xfrm xmlns:a="http://schemas.openxmlformats.org/drawingml/2006/main">
            <a:off x="876299" y="1514475"/>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A layer with 2 inputs and 2 neurons has four weights: a 2 × 2 matrix.</a:t>
            </a:r>
          </a:p>
        </p:txBody>
      </p:sp>
      <p:sp>
        <p:nvSpPr>
          <p:cNvPr id="7101011" name="">
            <a:extLst xmlns:a="http://schemas.openxmlformats.org/drawingml/2006/main">
              <a:ext uri="{FF2B5EF4-FFF2-40B4-BE49-F238E27FC236}">
                <a16:creationId xmlns:a16="http://schemas.microsoft.com/office/drawing/2014/main" id="{F182B400-DE06-41AC-BAE7-0FDC25BEB2CC}"/>
              </a:ext>
            </a:extLst>
          </p:cNvPr>
          <p:cNvSpPr>
            <a:spLocks xmlns:a="http://schemas.openxmlformats.org/drawingml/2006/main" noGrp="1"/>
          </p:cNvSpPr>
          <p:nvPr/>
        </p:nvSpPr>
        <p:spPr>
          <a:xfrm xmlns:a="http://schemas.openxmlformats.org/drawingml/2006/main">
            <a:off x="904875" y="2533650"/>
            <a:ext cx="428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0B0F19"/>
                </a:solidFill>
                <a:latin typeface="Calibri"/>
                <a:ea typeface="Calibri"/>
                <a:cs typeface="Calibri"/>
              </a:defRPr>
            </a:pPr>
            <a:r>
              <a:rPr sz="2400" b="1">
                <a:solidFill>
                  <a:srgbClr val="0B0F19"/>
                </a:solidFill>
                <a:latin typeface="Calibri"/>
                <a:ea typeface="Calibri"/>
                <a:cs typeface="Calibri"/>
              </a:rPr>
              <a:t>z</a:t>
            </a:r>
          </a:p>
        </p:txBody>
      </p:sp>
      <p:sp>
        <p:nvSpPr>
          <p:cNvPr id="496914700" name="">
            <a:extLst xmlns:a="http://schemas.openxmlformats.org/drawingml/2006/main">
              <a:ext uri="{FF2B5EF4-FFF2-40B4-BE49-F238E27FC236}">
                <a16:creationId xmlns:a16="http://schemas.microsoft.com/office/drawing/2014/main" id="{50EB22F8-E1A0-469F-A173-A50382709A35}"/>
              </a:ext>
            </a:extLst>
          </p:cNvPr>
          <p:cNvSpPr>
            <a:spLocks xmlns:a="http://schemas.openxmlformats.org/drawingml/2006/main" noGrp="1"/>
          </p:cNvSpPr>
          <p:nvPr/>
        </p:nvSpPr>
        <p:spPr>
          <a:xfrm xmlns:a="http://schemas.openxmlformats.org/drawingml/2006/main">
            <a:off x="1438275" y="2533650"/>
            <a:ext cx="4000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a:t>
            </a:r>
          </a:p>
        </p:txBody>
      </p:sp>
      <p:sp>
        <p:nvSpPr>
          <p:cNvPr id="917456878" name="">
            <a:extLst xmlns:a="http://schemas.openxmlformats.org/drawingml/2006/main">
              <a:ext uri="{FF2B5EF4-FFF2-40B4-BE49-F238E27FC236}">
                <a16:creationId xmlns:a16="http://schemas.microsoft.com/office/drawing/2014/main" id="{8CC14F7F-33A3-445A-BB60-EC2D0DB51887}"/>
              </a:ext>
            </a:extLst>
          </p:cNvPr>
          <p:cNvSpPr>
            <a:spLocks xmlns:a="http://schemas.openxmlformats.org/drawingml/2006/main" noGrp="1"/>
          </p:cNvSpPr>
          <p:nvPr/>
        </p:nvSpPr>
        <p:spPr>
          <a:xfrm xmlns:a="http://schemas.openxmlformats.org/drawingml/2006/main">
            <a:off x="2619375" y="197167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W</a:t>
            </a:r>
          </a:p>
        </p:txBody>
      </p:sp>
      <p:sp>
        <p:nvSpPr>
          <p:cNvPr id="1498770179" name="">
            <a:extLst xmlns:a="http://schemas.openxmlformats.org/drawingml/2006/main">
              <a:ext uri="{FF2B5EF4-FFF2-40B4-BE49-F238E27FC236}">
                <a16:creationId xmlns:a16="http://schemas.microsoft.com/office/drawing/2014/main" id="{0FC94278-DE55-4595-964D-F5E29C171BEA}"/>
              </a:ext>
            </a:extLst>
          </p:cNvPr>
          <p:cNvSpPr>
            <a:spLocks xmlns:a="http://schemas.openxmlformats.org/drawingml/2006/main" noGrp="1"/>
          </p:cNvSpPr>
          <p:nvPr/>
        </p:nvSpPr>
        <p:spPr>
          <a:xfrm xmlns:a="http://schemas.openxmlformats.org/drawingml/2006/main">
            <a:off x="2047875" y="2438400"/>
            <a:ext cx="685800" cy="495300"/>
          </a:xfrm>
          <a:prstGeom xmlns:a="http://schemas.openxmlformats.org/drawingml/2006/main" prst="rect">
            <a:avLst/>
          </a:prstGeom>
          <a:solidFill xmlns:a="http://schemas.openxmlformats.org/drawingml/2006/main">
            <a:srgbClr val="DBEAFE"/>
          </a:solidFill>
          <a:ln xmlns:a="http://schemas.openxmlformats.org/drawingml/2006/main" w="9525">
            <a:solidFill>
              <a:srgbClr val="CBD5E1"/>
            </a:solidFill>
            <a:prstDash val="solid"/>
          </a:ln>
        </p:spPr>
      </p:sp>
      <p:sp>
        <p:nvSpPr>
          <p:cNvPr id="379628818" name="">
            <a:extLst xmlns:a="http://schemas.openxmlformats.org/drawingml/2006/main">
              <a:ext uri="{FF2B5EF4-FFF2-40B4-BE49-F238E27FC236}">
                <a16:creationId xmlns:a16="http://schemas.microsoft.com/office/drawing/2014/main" id="{F7CA8995-92DD-4669-9AF0-082A06EF8E62}"/>
              </a:ext>
            </a:extLst>
          </p:cNvPr>
          <p:cNvSpPr>
            <a:spLocks xmlns:a="http://schemas.openxmlformats.org/drawingml/2006/main" noGrp="1"/>
          </p:cNvSpPr>
          <p:nvPr/>
        </p:nvSpPr>
        <p:spPr>
          <a:xfrm xmlns:a="http://schemas.openxmlformats.org/drawingml/2006/main">
            <a:off x="2047875"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0.2</a:t>
            </a:r>
          </a:p>
        </p:txBody>
      </p:sp>
      <p:sp>
        <p:nvSpPr>
          <p:cNvPr id="1267065277" name="">
            <a:extLst xmlns:a="http://schemas.openxmlformats.org/drawingml/2006/main">
              <a:ext uri="{FF2B5EF4-FFF2-40B4-BE49-F238E27FC236}">
                <a16:creationId xmlns:a16="http://schemas.microsoft.com/office/drawing/2014/main" id="{B1DD22F0-467C-455C-B03A-D82D25DDA2BB}"/>
              </a:ext>
            </a:extLst>
          </p:cNvPr>
          <p:cNvSpPr>
            <a:spLocks xmlns:a="http://schemas.openxmlformats.org/drawingml/2006/main" noGrp="1"/>
          </p:cNvSpPr>
          <p:nvPr/>
        </p:nvSpPr>
        <p:spPr>
          <a:xfrm xmlns:a="http://schemas.openxmlformats.org/drawingml/2006/main">
            <a:off x="2733675" y="2438400"/>
            <a:ext cx="685800" cy="495300"/>
          </a:xfrm>
          <a:prstGeom xmlns:a="http://schemas.openxmlformats.org/drawingml/2006/main" prst="rect">
            <a:avLst/>
          </a:prstGeom>
          <a:solidFill xmlns:a="http://schemas.openxmlformats.org/drawingml/2006/main">
            <a:srgbClr val="DBEAFE"/>
          </a:solidFill>
          <a:ln xmlns:a="http://schemas.openxmlformats.org/drawingml/2006/main" w="9525">
            <a:solidFill>
              <a:srgbClr val="CBD5E1"/>
            </a:solidFill>
            <a:prstDash val="solid"/>
          </a:ln>
        </p:spPr>
      </p:sp>
      <p:sp>
        <p:nvSpPr>
          <p:cNvPr id="797149917" name="">
            <a:extLst xmlns:a="http://schemas.openxmlformats.org/drawingml/2006/main">
              <a:ext uri="{FF2B5EF4-FFF2-40B4-BE49-F238E27FC236}">
                <a16:creationId xmlns:a16="http://schemas.microsoft.com/office/drawing/2014/main" id="{823F367A-7618-41D7-A7FB-A7304B954CD9}"/>
              </a:ext>
            </a:extLst>
          </p:cNvPr>
          <p:cNvSpPr>
            <a:spLocks xmlns:a="http://schemas.openxmlformats.org/drawingml/2006/main" noGrp="1"/>
          </p:cNvSpPr>
          <p:nvPr/>
        </p:nvSpPr>
        <p:spPr>
          <a:xfrm xmlns:a="http://schemas.openxmlformats.org/drawingml/2006/main">
            <a:off x="2733675"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−0.4</a:t>
            </a:r>
          </a:p>
        </p:txBody>
      </p:sp>
      <p:sp>
        <p:nvSpPr>
          <p:cNvPr id="1516229793" name="">
            <a:extLst xmlns:a="http://schemas.openxmlformats.org/drawingml/2006/main">
              <a:ext uri="{FF2B5EF4-FFF2-40B4-BE49-F238E27FC236}">
                <a16:creationId xmlns:a16="http://schemas.microsoft.com/office/drawing/2014/main" id="{1045954C-BDC1-46C7-B77F-AA3035979C77}"/>
              </a:ext>
            </a:extLst>
          </p:cNvPr>
          <p:cNvSpPr>
            <a:spLocks xmlns:a="http://schemas.openxmlformats.org/drawingml/2006/main" noGrp="1"/>
          </p:cNvSpPr>
          <p:nvPr/>
        </p:nvSpPr>
        <p:spPr>
          <a:xfrm xmlns:a="http://schemas.openxmlformats.org/drawingml/2006/main">
            <a:off x="2047875" y="2933699"/>
            <a:ext cx="685800" cy="495300"/>
          </a:xfrm>
          <a:prstGeom xmlns:a="http://schemas.openxmlformats.org/drawingml/2006/main" prst="rect">
            <a:avLst/>
          </a:prstGeom>
          <a:solidFill xmlns:a="http://schemas.openxmlformats.org/drawingml/2006/main">
            <a:srgbClr val="D1FAE5"/>
          </a:solidFill>
          <a:ln xmlns:a="http://schemas.openxmlformats.org/drawingml/2006/main" w="9525">
            <a:solidFill>
              <a:srgbClr val="CBD5E1"/>
            </a:solidFill>
            <a:prstDash val="solid"/>
          </a:ln>
        </p:spPr>
      </p:sp>
      <p:sp>
        <p:nvSpPr>
          <p:cNvPr id="381173905" name="">
            <a:extLst xmlns:a="http://schemas.openxmlformats.org/drawingml/2006/main">
              <a:ext uri="{FF2B5EF4-FFF2-40B4-BE49-F238E27FC236}">
                <a16:creationId xmlns:a16="http://schemas.microsoft.com/office/drawing/2014/main" id="{C7F211B4-B0BA-4EA6-8994-7AEB44328A71}"/>
              </a:ext>
            </a:extLst>
          </p:cNvPr>
          <p:cNvSpPr>
            <a:spLocks xmlns:a="http://schemas.openxmlformats.org/drawingml/2006/main" noGrp="1"/>
          </p:cNvSpPr>
          <p:nvPr/>
        </p:nvSpPr>
        <p:spPr>
          <a:xfrm xmlns:a="http://schemas.openxmlformats.org/drawingml/2006/main">
            <a:off x="2047875" y="2933699"/>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0.7</a:t>
            </a:r>
          </a:p>
        </p:txBody>
      </p:sp>
      <p:sp>
        <p:nvSpPr>
          <p:cNvPr id="1710746503" name="">
            <a:extLst xmlns:a="http://schemas.openxmlformats.org/drawingml/2006/main">
              <a:ext uri="{FF2B5EF4-FFF2-40B4-BE49-F238E27FC236}">
                <a16:creationId xmlns:a16="http://schemas.microsoft.com/office/drawing/2014/main" id="{3C7954E3-C737-41F2-9F00-D6A69E5466B2}"/>
              </a:ext>
            </a:extLst>
          </p:cNvPr>
          <p:cNvSpPr>
            <a:spLocks xmlns:a="http://schemas.openxmlformats.org/drawingml/2006/main" noGrp="1"/>
          </p:cNvSpPr>
          <p:nvPr/>
        </p:nvSpPr>
        <p:spPr>
          <a:xfrm xmlns:a="http://schemas.openxmlformats.org/drawingml/2006/main">
            <a:off x="2733675" y="2933699"/>
            <a:ext cx="685800" cy="495300"/>
          </a:xfrm>
          <a:prstGeom xmlns:a="http://schemas.openxmlformats.org/drawingml/2006/main" prst="rect">
            <a:avLst/>
          </a:prstGeom>
          <a:solidFill xmlns:a="http://schemas.openxmlformats.org/drawingml/2006/main">
            <a:srgbClr val="D1FAE5"/>
          </a:solidFill>
          <a:ln xmlns:a="http://schemas.openxmlformats.org/drawingml/2006/main" w="9525">
            <a:solidFill>
              <a:srgbClr val="CBD5E1"/>
            </a:solidFill>
            <a:prstDash val="solid"/>
          </a:ln>
        </p:spPr>
      </p:sp>
      <p:sp>
        <p:nvSpPr>
          <p:cNvPr id="1746036948" name="">
            <a:extLst xmlns:a="http://schemas.openxmlformats.org/drawingml/2006/main">
              <a:ext uri="{FF2B5EF4-FFF2-40B4-BE49-F238E27FC236}">
                <a16:creationId xmlns:a16="http://schemas.microsoft.com/office/drawing/2014/main" id="{2DA70AC7-5BA7-44BB-8950-607E686BF3F7}"/>
              </a:ext>
            </a:extLst>
          </p:cNvPr>
          <p:cNvSpPr>
            <a:spLocks xmlns:a="http://schemas.openxmlformats.org/drawingml/2006/main" noGrp="1"/>
          </p:cNvSpPr>
          <p:nvPr/>
        </p:nvSpPr>
        <p:spPr>
          <a:xfrm xmlns:a="http://schemas.openxmlformats.org/drawingml/2006/main">
            <a:off x="2733675" y="2933699"/>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0.1</a:t>
            </a:r>
          </a:p>
        </p:txBody>
      </p:sp>
      <p:sp>
        <p:nvSpPr>
          <p:cNvPr id="1626957928" name="">
            <a:extLst xmlns:a="http://schemas.openxmlformats.org/drawingml/2006/main">
              <a:ext uri="{FF2B5EF4-FFF2-40B4-BE49-F238E27FC236}">
                <a16:creationId xmlns:a16="http://schemas.microsoft.com/office/drawing/2014/main" id="{27CB6412-764B-4363-8B6C-A87676E43E55}"/>
              </a:ext>
            </a:extLst>
          </p:cNvPr>
          <p:cNvSpPr>
            <a:spLocks xmlns:a="http://schemas.openxmlformats.org/drawingml/2006/main" noGrp="1"/>
          </p:cNvSpPr>
          <p:nvPr/>
        </p:nvSpPr>
        <p:spPr>
          <a:xfrm xmlns:a="http://schemas.openxmlformats.org/drawingml/2006/main">
            <a:off x="3552825" y="2543175"/>
            <a:ext cx="438149"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a:t>
            </a:r>
          </a:p>
        </p:txBody>
      </p:sp>
      <p:sp>
        <p:nvSpPr>
          <p:cNvPr id="365069706" name="">
            <a:extLst xmlns:a="http://schemas.openxmlformats.org/drawingml/2006/main">
              <a:ext uri="{FF2B5EF4-FFF2-40B4-BE49-F238E27FC236}">
                <a16:creationId xmlns:a16="http://schemas.microsoft.com/office/drawing/2014/main" id="{825A4F7F-33E0-4E77-A8E1-94692AC3D868}"/>
              </a:ext>
            </a:extLst>
          </p:cNvPr>
          <p:cNvSpPr>
            <a:spLocks xmlns:a="http://schemas.openxmlformats.org/drawingml/2006/main" noGrp="1"/>
          </p:cNvSpPr>
          <p:nvPr/>
        </p:nvSpPr>
        <p:spPr>
          <a:xfrm xmlns:a="http://schemas.openxmlformats.org/drawingml/2006/main">
            <a:off x="4229100" y="197167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x</a:t>
            </a:r>
          </a:p>
        </p:txBody>
      </p:sp>
      <p:sp>
        <p:nvSpPr>
          <p:cNvPr id="283365034" name="">
            <a:extLst xmlns:a="http://schemas.openxmlformats.org/drawingml/2006/main">
              <a:ext uri="{FF2B5EF4-FFF2-40B4-BE49-F238E27FC236}">
                <a16:creationId xmlns:a16="http://schemas.microsoft.com/office/drawing/2014/main" id="{64879D3F-9703-4F5C-935C-74025CE72394}"/>
              </a:ext>
            </a:extLst>
          </p:cNvPr>
          <p:cNvSpPr>
            <a:spLocks xmlns:a="http://schemas.openxmlformats.org/drawingml/2006/main" noGrp="1"/>
          </p:cNvSpPr>
          <p:nvPr/>
        </p:nvSpPr>
        <p:spPr>
          <a:xfrm xmlns:a="http://schemas.openxmlformats.org/drawingml/2006/main">
            <a:off x="4229100" y="2438400"/>
            <a:ext cx="685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5563889" name="">
            <a:extLst xmlns:a="http://schemas.openxmlformats.org/drawingml/2006/main">
              <a:ext uri="{FF2B5EF4-FFF2-40B4-BE49-F238E27FC236}">
                <a16:creationId xmlns:a16="http://schemas.microsoft.com/office/drawing/2014/main" id="{E2CB6D2D-96C2-4326-A681-2D364FC18641}"/>
              </a:ext>
            </a:extLst>
          </p:cNvPr>
          <p:cNvSpPr>
            <a:spLocks xmlns:a="http://schemas.openxmlformats.org/drawingml/2006/main" noGrp="1"/>
          </p:cNvSpPr>
          <p:nvPr/>
        </p:nvSpPr>
        <p:spPr>
          <a:xfrm xmlns:a="http://schemas.openxmlformats.org/drawingml/2006/main">
            <a:off x="4229100"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2</a:t>
            </a:r>
          </a:p>
        </p:txBody>
      </p:sp>
      <p:sp>
        <p:nvSpPr>
          <p:cNvPr id="1948221994" name="">
            <a:extLst xmlns:a="http://schemas.openxmlformats.org/drawingml/2006/main">
              <a:ext uri="{FF2B5EF4-FFF2-40B4-BE49-F238E27FC236}">
                <a16:creationId xmlns:a16="http://schemas.microsoft.com/office/drawing/2014/main" id="{76474A68-885A-489C-AD87-2F7269F9912B}"/>
              </a:ext>
            </a:extLst>
          </p:cNvPr>
          <p:cNvSpPr>
            <a:spLocks xmlns:a="http://schemas.openxmlformats.org/drawingml/2006/main" noGrp="1"/>
          </p:cNvSpPr>
          <p:nvPr/>
        </p:nvSpPr>
        <p:spPr>
          <a:xfrm xmlns:a="http://schemas.openxmlformats.org/drawingml/2006/main">
            <a:off x="4229100" y="2933699"/>
            <a:ext cx="685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46912173" name="">
            <a:extLst xmlns:a="http://schemas.openxmlformats.org/drawingml/2006/main">
              <a:ext uri="{FF2B5EF4-FFF2-40B4-BE49-F238E27FC236}">
                <a16:creationId xmlns:a16="http://schemas.microsoft.com/office/drawing/2014/main" id="{6181D959-0D70-489E-8424-8FB8D5E7F981}"/>
              </a:ext>
            </a:extLst>
          </p:cNvPr>
          <p:cNvSpPr>
            <a:spLocks xmlns:a="http://schemas.openxmlformats.org/drawingml/2006/main" noGrp="1"/>
          </p:cNvSpPr>
          <p:nvPr/>
        </p:nvSpPr>
        <p:spPr>
          <a:xfrm xmlns:a="http://schemas.openxmlformats.org/drawingml/2006/main">
            <a:off x="4229100" y="2933699"/>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1</a:t>
            </a:r>
          </a:p>
        </p:txBody>
      </p:sp>
      <p:sp>
        <p:nvSpPr>
          <p:cNvPr id="1736931353" name="">
            <a:extLst xmlns:a="http://schemas.openxmlformats.org/drawingml/2006/main">
              <a:ext uri="{FF2B5EF4-FFF2-40B4-BE49-F238E27FC236}">
                <a16:creationId xmlns:a16="http://schemas.microsoft.com/office/drawing/2014/main" id="{D04AFE30-E740-44F0-AD65-CB179DBF59B6}"/>
              </a:ext>
            </a:extLst>
          </p:cNvPr>
          <p:cNvSpPr>
            <a:spLocks xmlns:a="http://schemas.openxmlformats.org/drawingml/2006/main" noGrp="1"/>
          </p:cNvSpPr>
          <p:nvPr/>
        </p:nvSpPr>
        <p:spPr>
          <a:xfrm xmlns:a="http://schemas.openxmlformats.org/drawingml/2006/main">
            <a:off x="5076825" y="2543175"/>
            <a:ext cx="438149"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a:t>
            </a:r>
          </a:p>
        </p:txBody>
      </p:sp>
      <p:sp>
        <p:nvSpPr>
          <p:cNvPr id="1343506900" name="">
            <a:extLst xmlns:a="http://schemas.openxmlformats.org/drawingml/2006/main">
              <a:ext uri="{FF2B5EF4-FFF2-40B4-BE49-F238E27FC236}">
                <a16:creationId xmlns:a16="http://schemas.microsoft.com/office/drawing/2014/main" id="{F299C98C-EB84-4209-94F8-264C860A9399}"/>
              </a:ext>
            </a:extLst>
          </p:cNvPr>
          <p:cNvSpPr>
            <a:spLocks xmlns:a="http://schemas.openxmlformats.org/drawingml/2006/main" noGrp="1"/>
          </p:cNvSpPr>
          <p:nvPr/>
        </p:nvSpPr>
        <p:spPr>
          <a:xfrm xmlns:a="http://schemas.openxmlformats.org/drawingml/2006/main">
            <a:off x="5762625" y="197167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b</a:t>
            </a:r>
          </a:p>
        </p:txBody>
      </p:sp>
      <p:sp>
        <p:nvSpPr>
          <p:cNvPr id="203207861" name="">
            <a:extLst xmlns:a="http://schemas.openxmlformats.org/drawingml/2006/main">
              <a:ext uri="{FF2B5EF4-FFF2-40B4-BE49-F238E27FC236}">
                <a16:creationId xmlns:a16="http://schemas.microsoft.com/office/drawing/2014/main" id="{D996CC3C-C5A5-447A-97EC-9B1ED8527760}"/>
              </a:ext>
            </a:extLst>
          </p:cNvPr>
          <p:cNvSpPr>
            <a:spLocks xmlns:a="http://schemas.openxmlformats.org/drawingml/2006/main" noGrp="1"/>
          </p:cNvSpPr>
          <p:nvPr/>
        </p:nvSpPr>
        <p:spPr>
          <a:xfrm xmlns:a="http://schemas.openxmlformats.org/drawingml/2006/main">
            <a:off x="5762625" y="2438400"/>
            <a:ext cx="685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483879515" name="">
            <a:extLst xmlns:a="http://schemas.openxmlformats.org/drawingml/2006/main">
              <a:ext uri="{FF2B5EF4-FFF2-40B4-BE49-F238E27FC236}">
                <a16:creationId xmlns:a16="http://schemas.microsoft.com/office/drawing/2014/main" id="{2541BB69-744F-4C44-B2ED-A89375D875B8}"/>
              </a:ext>
            </a:extLst>
          </p:cNvPr>
          <p:cNvSpPr>
            <a:spLocks xmlns:a="http://schemas.openxmlformats.org/drawingml/2006/main" noGrp="1"/>
          </p:cNvSpPr>
          <p:nvPr/>
        </p:nvSpPr>
        <p:spPr>
          <a:xfrm xmlns:a="http://schemas.openxmlformats.org/drawingml/2006/main">
            <a:off x="5762625"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0.1</a:t>
            </a:r>
          </a:p>
        </p:txBody>
      </p:sp>
      <p:sp>
        <p:nvSpPr>
          <p:cNvPr id="1913648434" name="">
            <a:extLst xmlns:a="http://schemas.openxmlformats.org/drawingml/2006/main">
              <a:ext uri="{FF2B5EF4-FFF2-40B4-BE49-F238E27FC236}">
                <a16:creationId xmlns:a16="http://schemas.microsoft.com/office/drawing/2014/main" id="{ED6332F9-4371-4927-AAEB-F2DA8C99F348}"/>
              </a:ext>
            </a:extLst>
          </p:cNvPr>
          <p:cNvSpPr>
            <a:spLocks xmlns:a="http://schemas.openxmlformats.org/drawingml/2006/main" noGrp="1"/>
          </p:cNvSpPr>
          <p:nvPr/>
        </p:nvSpPr>
        <p:spPr>
          <a:xfrm xmlns:a="http://schemas.openxmlformats.org/drawingml/2006/main">
            <a:off x="5762625" y="2933699"/>
            <a:ext cx="6858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734461549" name="">
            <a:extLst xmlns:a="http://schemas.openxmlformats.org/drawingml/2006/main">
              <a:ext uri="{FF2B5EF4-FFF2-40B4-BE49-F238E27FC236}">
                <a16:creationId xmlns:a16="http://schemas.microsoft.com/office/drawing/2014/main" id="{CEE456E3-8DCE-44BD-BB64-A55BE50AB8C3}"/>
              </a:ext>
            </a:extLst>
          </p:cNvPr>
          <p:cNvSpPr>
            <a:spLocks xmlns:a="http://schemas.openxmlformats.org/drawingml/2006/main" noGrp="1"/>
          </p:cNvSpPr>
          <p:nvPr/>
        </p:nvSpPr>
        <p:spPr>
          <a:xfrm xmlns:a="http://schemas.openxmlformats.org/drawingml/2006/main">
            <a:off x="5762625" y="2933699"/>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−0.2</a:t>
            </a:r>
          </a:p>
        </p:txBody>
      </p:sp>
      <p:sp>
        <p:nvSpPr>
          <p:cNvPr id="1601145785" name="">
            <a:extLst xmlns:a="http://schemas.openxmlformats.org/drawingml/2006/main">
              <a:ext uri="{FF2B5EF4-FFF2-40B4-BE49-F238E27FC236}">
                <a16:creationId xmlns:a16="http://schemas.microsoft.com/office/drawing/2014/main" id="{3CC728AB-A8B2-48EF-B173-D7F6063C584A}"/>
              </a:ext>
            </a:extLst>
          </p:cNvPr>
          <p:cNvSpPr>
            <a:spLocks xmlns:a="http://schemas.openxmlformats.org/drawingml/2006/main" noGrp="1"/>
          </p:cNvSpPr>
          <p:nvPr/>
        </p:nvSpPr>
        <p:spPr>
          <a:xfrm xmlns:a="http://schemas.openxmlformats.org/drawingml/2006/main">
            <a:off x="6600825" y="2543175"/>
            <a:ext cx="438149"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a:t>
            </a:r>
          </a:p>
        </p:txBody>
      </p:sp>
      <p:sp>
        <p:nvSpPr>
          <p:cNvPr id="1100768168" name="">
            <a:extLst xmlns:a="http://schemas.openxmlformats.org/drawingml/2006/main">
              <a:ext uri="{FF2B5EF4-FFF2-40B4-BE49-F238E27FC236}">
                <a16:creationId xmlns:a16="http://schemas.microsoft.com/office/drawing/2014/main" id="{4E117D1A-AF97-4E0A-9CA8-DB421513A2FA}"/>
              </a:ext>
            </a:extLst>
          </p:cNvPr>
          <p:cNvSpPr>
            <a:spLocks xmlns:a="http://schemas.openxmlformats.org/drawingml/2006/main" noGrp="1"/>
          </p:cNvSpPr>
          <p:nvPr/>
        </p:nvSpPr>
        <p:spPr>
          <a:xfrm xmlns:a="http://schemas.openxmlformats.org/drawingml/2006/main">
            <a:off x="7353300" y="1971675"/>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z</a:t>
            </a:r>
          </a:p>
        </p:txBody>
      </p:sp>
      <p:sp>
        <p:nvSpPr>
          <p:cNvPr id="248151253" name="">
            <a:extLst xmlns:a="http://schemas.openxmlformats.org/drawingml/2006/main">
              <a:ext uri="{FF2B5EF4-FFF2-40B4-BE49-F238E27FC236}">
                <a16:creationId xmlns:a16="http://schemas.microsoft.com/office/drawing/2014/main" id="{DE220B71-E3DB-4879-82B0-2670A5EDBAB3}"/>
              </a:ext>
            </a:extLst>
          </p:cNvPr>
          <p:cNvSpPr>
            <a:spLocks xmlns:a="http://schemas.openxmlformats.org/drawingml/2006/main" noGrp="1"/>
          </p:cNvSpPr>
          <p:nvPr/>
        </p:nvSpPr>
        <p:spPr>
          <a:xfrm xmlns:a="http://schemas.openxmlformats.org/drawingml/2006/main">
            <a:off x="7353300" y="2438400"/>
            <a:ext cx="685800" cy="495300"/>
          </a:xfrm>
          <a:prstGeom xmlns:a="http://schemas.openxmlformats.org/drawingml/2006/main" prst="rect">
            <a:avLst/>
          </a:prstGeom>
          <a:solidFill xmlns:a="http://schemas.openxmlformats.org/drawingml/2006/main">
            <a:srgbClr val="DBEAFE"/>
          </a:solidFill>
          <a:ln xmlns:a="http://schemas.openxmlformats.org/drawingml/2006/main" w="9525">
            <a:solidFill>
              <a:srgbClr val="CBD5E1"/>
            </a:solidFill>
            <a:prstDash val="solid"/>
          </a:ln>
        </p:spPr>
      </p:sp>
      <p:sp>
        <p:nvSpPr>
          <p:cNvPr id="1173910943" name="">
            <a:extLst xmlns:a="http://schemas.openxmlformats.org/drawingml/2006/main">
              <a:ext uri="{FF2B5EF4-FFF2-40B4-BE49-F238E27FC236}">
                <a16:creationId xmlns:a16="http://schemas.microsoft.com/office/drawing/2014/main" id="{E3B7600F-93D6-4CCD-ACF5-6955CEF05FD4}"/>
              </a:ext>
            </a:extLst>
          </p:cNvPr>
          <p:cNvSpPr>
            <a:spLocks xmlns:a="http://schemas.openxmlformats.org/drawingml/2006/main" noGrp="1"/>
          </p:cNvSpPr>
          <p:nvPr/>
        </p:nvSpPr>
        <p:spPr>
          <a:xfrm xmlns:a="http://schemas.openxmlformats.org/drawingml/2006/main">
            <a:off x="7353300" y="243840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0.1</a:t>
            </a:r>
          </a:p>
        </p:txBody>
      </p:sp>
      <p:sp>
        <p:nvSpPr>
          <p:cNvPr id="1711094522" name="">
            <a:extLst xmlns:a="http://schemas.openxmlformats.org/drawingml/2006/main">
              <a:ext uri="{FF2B5EF4-FFF2-40B4-BE49-F238E27FC236}">
                <a16:creationId xmlns:a16="http://schemas.microsoft.com/office/drawing/2014/main" id="{716ECE0D-227A-4AD7-8B0B-36C155812A52}"/>
              </a:ext>
            </a:extLst>
          </p:cNvPr>
          <p:cNvSpPr>
            <a:spLocks xmlns:a="http://schemas.openxmlformats.org/drawingml/2006/main" noGrp="1"/>
          </p:cNvSpPr>
          <p:nvPr/>
        </p:nvSpPr>
        <p:spPr>
          <a:xfrm xmlns:a="http://schemas.openxmlformats.org/drawingml/2006/main">
            <a:off x="7353300" y="2933699"/>
            <a:ext cx="685800" cy="495300"/>
          </a:xfrm>
          <a:prstGeom xmlns:a="http://schemas.openxmlformats.org/drawingml/2006/main" prst="rect">
            <a:avLst/>
          </a:prstGeom>
          <a:solidFill xmlns:a="http://schemas.openxmlformats.org/drawingml/2006/main">
            <a:srgbClr val="D1FAE5"/>
          </a:solidFill>
          <a:ln xmlns:a="http://schemas.openxmlformats.org/drawingml/2006/main" w="9525">
            <a:solidFill>
              <a:srgbClr val="CBD5E1"/>
            </a:solidFill>
            <a:prstDash val="solid"/>
          </a:ln>
        </p:spPr>
      </p:sp>
      <p:sp>
        <p:nvSpPr>
          <p:cNvPr id="595557634" name="">
            <a:extLst xmlns:a="http://schemas.openxmlformats.org/drawingml/2006/main">
              <a:ext uri="{FF2B5EF4-FFF2-40B4-BE49-F238E27FC236}">
                <a16:creationId xmlns:a16="http://schemas.microsoft.com/office/drawing/2014/main" id="{54674003-30B4-4B8E-957D-318B84AB9312}"/>
              </a:ext>
            </a:extLst>
          </p:cNvPr>
          <p:cNvSpPr>
            <a:spLocks xmlns:a="http://schemas.openxmlformats.org/drawingml/2006/main" noGrp="1"/>
          </p:cNvSpPr>
          <p:nvPr/>
        </p:nvSpPr>
        <p:spPr>
          <a:xfrm xmlns:a="http://schemas.openxmlformats.org/drawingml/2006/main">
            <a:off x="7353300" y="2933699"/>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1.3</a:t>
            </a:r>
          </a:p>
        </p:txBody>
      </p:sp>
      <p:sp>
        <p:nvSpPr>
          <p:cNvPr id="1924727433" name="">
            <a:extLst xmlns:a="http://schemas.openxmlformats.org/drawingml/2006/main">
              <a:ext uri="{FF2B5EF4-FFF2-40B4-BE49-F238E27FC236}">
                <a16:creationId xmlns:a16="http://schemas.microsoft.com/office/drawing/2014/main" id="{74C874A7-7E10-4B1C-90A6-676595C05D6B}"/>
              </a:ext>
            </a:extLst>
          </p:cNvPr>
          <p:cNvSpPr>
            <a:spLocks xmlns:a="http://schemas.openxmlformats.org/drawingml/2006/main" noGrp="1"/>
          </p:cNvSpPr>
          <p:nvPr/>
        </p:nvSpPr>
        <p:spPr>
          <a:xfrm xmlns:a="http://schemas.openxmlformats.org/drawingml/2006/main">
            <a:off x="8743950" y="2028825"/>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hidden neuron 1</a:t>
            </a:r>
          </a:p>
        </p:txBody>
      </p:sp>
      <p:sp>
        <p:nvSpPr>
          <p:cNvPr id="1004916298" name="">
            <a:extLst xmlns:a="http://schemas.openxmlformats.org/drawingml/2006/main">
              <a:ext uri="{FF2B5EF4-FFF2-40B4-BE49-F238E27FC236}">
                <a16:creationId xmlns:a16="http://schemas.microsoft.com/office/drawing/2014/main" id="{BE229BC0-1489-497A-A063-B1E50C2D3E85}"/>
              </a:ext>
            </a:extLst>
          </p:cNvPr>
          <p:cNvSpPr>
            <a:spLocks xmlns:a="http://schemas.openxmlformats.org/drawingml/2006/main" noGrp="1"/>
          </p:cNvSpPr>
          <p:nvPr/>
        </p:nvSpPr>
        <p:spPr>
          <a:xfrm xmlns:a="http://schemas.openxmlformats.org/drawingml/2006/main">
            <a:off x="9391650" y="2428875"/>
            <a:ext cx="704850" cy="704850"/>
          </a:xfrm>
          <a:prstGeom xmlns:a="http://schemas.openxmlformats.org/drawingml/2006/main" prst="roundRect">
            <a:avLst>
              <a:gd name="adj" fmla="val 16216"/>
            </a:avLst>
          </a:prstGeom>
          <a:solidFill xmlns:a="http://schemas.openxmlformats.org/drawingml/2006/main">
            <a:srgbClr val="DBEAFE"/>
          </a:solidFill>
          <a:ln xmlns:a="http://schemas.openxmlformats.org/drawingml/2006/main" w="9525">
            <a:solidFill>
              <a:srgbClr val="2563EB"/>
            </a:solidFill>
            <a:prstDash val="solid"/>
          </a:ln>
        </p:spPr>
      </p:sp>
      <p:sp>
        <p:nvSpPr>
          <p:cNvPr id="268975145" name="">
            <a:extLst xmlns:a="http://schemas.openxmlformats.org/drawingml/2006/main">
              <a:ext uri="{FF2B5EF4-FFF2-40B4-BE49-F238E27FC236}">
                <a16:creationId xmlns:a16="http://schemas.microsoft.com/office/drawing/2014/main" id="{19FCC90D-E87B-441A-B32A-9154137C97D0}"/>
              </a:ext>
            </a:extLst>
          </p:cNvPr>
          <p:cNvSpPr>
            <a:spLocks xmlns:a="http://schemas.openxmlformats.org/drawingml/2006/main" noGrp="1"/>
          </p:cNvSpPr>
          <p:nvPr/>
        </p:nvSpPr>
        <p:spPr>
          <a:xfrm xmlns:a="http://schemas.openxmlformats.org/drawingml/2006/main">
            <a:off x="9391650" y="2428875"/>
            <a:ext cx="704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00" b="1">
                <a:solidFill>
                  <a:srgbClr val="2563EB"/>
                </a:solidFill>
                <a:latin typeface="Calibri"/>
                <a:ea typeface="Calibri"/>
                <a:cs typeface="Calibri"/>
              </a:defRPr>
            </a:pPr>
            <a:r>
              <a:rPr sz="1900" b="1">
                <a:solidFill>
                  <a:srgbClr val="2563EB"/>
                </a:solidFill>
                <a:latin typeface="Calibri"/>
                <a:ea typeface="Calibri"/>
                <a:cs typeface="Calibri"/>
              </a:rPr>
              <a:t>z₁</a:t>
            </a:r>
          </a:p>
        </p:txBody>
      </p:sp>
      <p:sp>
        <p:nvSpPr>
          <p:cNvPr id="127578834" name="">
            <a:extLst xmlns:a="http://schemas.openxmlformats.org/drawingml/2006/main">
              <a:ext uri="{FF2B5EF4-FFF2-40B4-BE49-F238E27FC236}">
                <a16:creationId xmlns:a16="http://schemas.microsoft.com/office/drawing/2014/main" id="{463FC651-B8CB-4E40-9B95-37568CBC2E06}"/>
              </a:ext>
            </a:extLst>
          </p:cNvPr>
          <p:cNvSpPr>
            <a:spLocks xmlns:a="http://schemas.openxmlformats.org/drawingml/2006/main" noGrp="1"/>
          </p:cNvSpPr>
          <p:nvPr/>
        </p:nvSpPr>
        <p:spPr>
          <a:xfrm xmlns:a="http://schemas.openxmlformats.org/drawingml/2006/main">
            <a:off x="8743950" y="3333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hidden neuron 2</a:t>
            </a:r>
          </a:p>
        </p:txBody>
      </p:sp>
      <p:sp>
        <p:nvSpPr>
          <p:cNvPr id="96900662" name="">
            <a:extLst xmlns:a="http://schemas.openxmlformats.org/drawingml/2006/main">
              <a:ext uri="{FF2B5EF4-FFF2-40B4-BE49-F238E27FC236}">
                <a16:creationId xmlns:a16="http://schemas.microsoft.com/office/drawing/2014/main" id="{D2AD6F7B-EF66-4F31-AC03-220EE9568794}"/>
              </a:ext>
            </a:extLst>
          </p:cNvPr>
          <p:cNvSpPr>
            <a:spLocks xmlns:a="http://schemas.openxmlformats.org/drawingml/2006/main" noGrp="1"/>
          </p:cNvSpPr>
          <p:nvPr/>
        </p:nvSpPr>
        <p:spPr>
          <a:xfrm xmlns:a="http://schemas.openxmlformats.org/drawingml/2006/main">
            <a:off x="9391650" y="3733800"/>
            <a:ext cx="704850" cy="704850"/>
          </a:xfrm>
          <a:prstGeom xmlns:a="http://schemas.openxmlformats.org/drawingml/2006/main" prst="roundRect">
            <a:avLst>
              <a:gd name="adj" fmla="val 16216"/>
            </a:avLst>
          </a:prstGeom>
          <a:solidFill xmlns:a="http://schemas.openxmlformats.org/drawingml/2006/main">
            <a:srgbClr val="D1FAE5"/>
          </a:solidFill>
          <a:ln xmlns:a="http://schemas.openxmlformats.org/drawingml/2006/main" w="9525">
            <a:solidFill>
              <a:srgbClr val="059669"/>
            </a:solidFill>
            <a:prstDash val="solid"/>
          </a:ln>
        </p:spPr>
      </p:sp>
      <p:sp>
        <p:nvSpPr>
          <p:cNvPr id="1057983149" name="">
            <a:extLst xmlns:a="http://schemas.openxmlformats.org/drawingml/2006/main">
              <a:ext uri="{FF2B5EF4-FFF2-40B4-BE49-F238E27FC236}">
                <a16:creationId xmlns:a16="http://schemas.microsoft.com/office/drawing/2014/main" id="{3088F41A-82AC-451E-A78A-2163A13D124C}"/>
              </a:ext>
            </a:extLst>
          </p:cNvPr>
          <p:cNvSpPr>
            <a:spLocks xmlns:a="http://schemas.openxmlformats.org/drawingml/2006/main" noGrp="1"/>
          </p:cNvSpPr>
          <p:nvPr/>
        </p:nvSpPr>
        <p:spPr>
          <a:xfrm xmlns:a="http://schemas.openxmlformats.org/drawingml/2006/main">
            <a:off x="9391650" y="3733800"/>
            <a:ext cx="704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00" b="1">
                <a:solidFill>
                  <a:srgbClr val="059669"/>
                </a:solidFill>
                <a:latin typeface="Calibri"/>
                <a:ea typeface="Calibri"/>
                <a:cs typeface="Calibri"/>
              </a:defRPr>
            </a:pPr>
            <a:r>
              <a:rPr sz="1900" b="1">
                <a:solidFill>
                  <a:srgbClr val="059669"/>
                </a:solidFill>
                <a:latin typeface="Calibri"/>
                <a:ea typeface="Calibri"/>
                <a:cs typeface="Calibri"/>
              </a:rPr>
              <a:t>z₂</a:t>
            </a:r>
          </a:p>
        </p:txBody>
      </p:sp>
      <p:sp>
        <p:nvSpPr>
          <p:cNvPr id="1585558686" name="">
            <a:extLst xmlns:a="http://schemas.openxmlformats.org/drawingml/2006/main">
              <a:ext uri="{FF2B5EF4-FFF2-40B4-BE49-F238E27FC236}">
                <a16:creationId xmlns:a16="http://schemas.microsoft.com/office/drawing/2014/main" id="{BF246AF7-6744-4A38-AE2D-24EADAA278F1}"/>
              </a:ext>
            </a:extLst>
          </p:cNvPr>
          <p:cNvSpPr>
            <a:spLocks xmlns:a="http://schemas.openxmlformats.org/drawingml/2006/main" noGrp="1"/>
          </p:cNvSpPr>
          <p:nvPr/>
        </p:nvSpPr>
        <p:spPr>
          <a:xfrm xmlns:a="http://schemas.openxmlformats.org/drawingml/2006/main">
            <a:off x="1219200" y="40957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latin typeface="Calibri"/>
                <a:ea typeface="Calibri"/>
                <a:cs typeface="Calibri"/>
              </a:defRPr>
            </a:pPr>
            <a:r>
              <a:rPr sz="1600" b="1">
                <a:solidFill>
                  <a:srgbClr val="2563EB"/>
                </a:solidFill>
                <a:latin typeface="Calibri"/>
                <a:ea typeface="Calibri"/>
                <a:cs typeface="Calibri"/>
              </a:rPr>
              <a:t>Row 1 → z₁ = 0.2·2 + (−0.4)·1 + 0.1 = 0.1</a:t>
            </a:r>
          </a:p>
        </p:txBody>
      </p:sp>
      <p:sp>
        <p:nvSpPr>
          <p:cNvPr id="645906890" name="">
            <a:extLst xmlns:a="http://schemas.openxmlformats.org/drawingml/2006/main">
              <a:ext uri="{FF2B5EF4-FFF2-40B4-BE49-F238E27FC236}">
                <a16:creationId xmlns:a16="http://schemas.microsoft.com/office/drawing/2014/main" id="{07DC731A-8F81-4E50-9C59-285581E9D21E}"/>
              </a:ext>
            </a:extLst>
          </p:cNvPr>
          <p:cNvSpPr>
            <a:spLocks xmlns:a="http://schemas.openxmlformats.org/drawingml/2006/main" noGrp="1"/>
          </p:cNvSpPr>
          <p:nvPr/>
        </p:nvSpPr>
        <p:spPr>
          <a:xfrm xmlns:a="http://schemas.openxmlformats.org/drawingml/2006/main">
            <a:off x="1219200" y="457200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59669"/>
                </a:solidFill>
                <a:latin typeface="Calibri"/>
                <a:ea typeface="Calibri"/>
                <a:cs typeface="Calibri"/>
              </a:defRPr>
            </a:pPr>
            <a:r>
              <a:rPr sz="1600" b="1">
                <a:solidFill>
                  <a:srgbClr val="059669"/>
                </a:solidFill>
                <a:latin typeface="Calibri"/>
                <a:ea typeface="Calibri"/>
                <a:cs typeface="Calibri"/>
              </a:rPr>
              <a:t>Row 2 → z₂ = 0.7·2 + 0.1·1 − 0.2 = 1.3</a:t>
            </a:r>
          </a:p>
        </p:txBody>
      </p:sp>
      <p:sp>
        <p:nvSpPr>
          <p:cNvPr id="145587654" name="">
            <a:extLst xmlns:a="http://schemas.openxmlformats.org/drawingml/2006/main">
              <a:ext uri="{FF2B5EF4-FFF2-40B4-BE49-F238E27FC236}">
                <a16:creationId xmlns:a16="http://schemas.microsoft.com/office/drawing/2014/main" id="{1F9742B4-9474-4328-8963-64B27248CCDD}"/>
              </a:ext>
            </a:extLst>
          </p:cNvPr>
          <p:cNvSpPr>
            <a:spLocks xmlns:a="http://schemas.openxmlformats.org/drawingml/2006/main" noGrp="1"/>
          </p:cNvSpPr>
          <p:nvPr/>
        </p:nvSpPr>
        <p:spPr>
          <a:xfrm xmlns:a="http://schemas.openxmlformats.org/drawingml/2006/main">
            <a:off x="1143000" y="5362575"/>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latin typeface="Calibri"/>
                <a:ea typeface="Calibri"/>
                <a:cs typeface="Calibri"/>
              </a:defRPr>
            </a:pPr>
            <a:r>
              <a:rPr sz="1450" b="1">
                <a:solidFill>
                  <a:srgbClr val="0B0F19"/>
                </a:solidFill>
                <a:latin typeface="Calibri"/>
                <a:ea typeface="Calibri"/>
                <a:cs typeface="Calibri"/>
              </a:rPr>
              <a:t>One row of W contains all weights entering one hidden neuron.</a:t>
            </a:r>
          </a:p>
        </p:txBody>
      </p:sp>
    </p:spTree>
    <p:extLst>
      <p:ext uri="{BB962C8B-B14F-4D97-AF65-F5344CB8AC3E}">
        <p14:creationId xmlns:p14="http://schemas.microsoft.com/office/powerpoint/2010/main" val="1293275384"/>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35732470" name="">
            <a:extLst xmlns:a="http://schemas.openxmlformats.org/drawingml/2006/main">
              <a:ext uri="{FF2B5EF4-FFF2-40B4-BE49-F238E27FC236}">
                <a16:creationId xmlns:a16="http://schemas.microsoft.com/office/drawing/2014/main" id="{74A001AB-083E-4F2F-9ECC-C1D948A81D6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58951347" name="">
            <a:extLst xmlns:a="http://schemas.openxmlformats.org/drawingml/2006/main">
              <a:ext uri="{FF2B5EF4-FFF2-40B4-BE49-F238E27FC236}">
                <a16:creationId xmlns:a16="http://schemas.microsoft.com/office/drawing/2014/main" id="{1773EEB4-467A-4F4B-9EA0-D300FDF81B3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1359785644" name="">
            <a:extLst xmlns:a="http://schemas.openxmlformats.org/drawingml/2006/main">
              <a:ext uri="{FF2B5EF4-FFF2-40B4-BE49-F238E27FC236}">
                <a16:creationId xmlns:a16="http://schemas.microsoft.com/office/drawing/2014/main" id="{239ECDEF-FC65-462C-AD4C-35601E00452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858951352" name=""/>
          <p:cNvPicPr>
            <a:picLocks xmlns:a="http://schemas.openxmlformats.org/drawingml/2006/main" noChangeAspect="1"/>
          </p:cNvPicPr>
          <p:nvPr/>
        </p:nvPicPr>
        <p:blipFill rotWithShape="1">
          <a:blip xmlns:r="http://schemas.openxmlformats.org/officeDocument/2006/relationships" xmlns:a="http://schemas.openxmlformats.org/drawingml/2006/main" r:embed="R07376b10ff294785"/>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972737678" name="">
            <a:extLst xmlns:a="http://schemas.openxmlformats.org/drawingml/2006/main">
              <a:ext uri="{FF2B5EF4-FFF2-40B4-BE49-F238E27FC236}">
                <a16:creationId xmlns:a16="http://schemas.microsoft.com/office/drawing/2014/main" id="{AD595400-419B-456E-82E8-2F1F96193E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25</a:t>
            </a:r>
          </a:p>
        </p:txBody>
      </p:sp>
    </p:spTree>
    <p:extLst>
      <p:ext uri="{BB962C8B-B14F-4D97-AF65-F5344CB8AC3E}">
        <p14:creationId xmlns:p14="http://schemas.microsoft.com/office/powerpoint/2010/main" val="1095563982"/>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41582771" name="">
            <a:extLst xmlns:a="http://schemas.openxmlformats.org/drawingml/2006/main">
              <a:ext uri="{FF2B5EF4-FFF2-40B4-BE49-F238E27FC236}">
                <a16:creationId xmlns:a16="http://schemas.microsoft.com/office/drawing/2014/main" id="{9466DEF7-C8A4-4724-820E-19E740858D9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17869860" name="">
            <a:extLst xmlns:a="http://schemas.openxmlformats.org/drawingml/2006/main">
              <a:ext uri="{FF2B5EF4-FFF2-40B4-BE49-F238E27FC236}">
                <a16:creationId xmlns:a16="http://schemas.microsoft.com/office/drawing/2014/main" id="{0D8F3B6D-9B3D-4D44-8B49-1363E94126E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583270291" name="">
            <a:extLst xmlns:a="http://schemas.openxmlformats.org/drawingml/2006/main">
              <a:ext uri="{FF2B5EF4-FFF2-40B4-BE49-F238E27FC236}">
                <a16:creationId xmlns:a16="http://schemas.microsoft.com/office/drawing/2014/main" id="{AF0FBD1B-918C-44F4-AB17-0B3ABAFC0E8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CNNs detect local patterns in images</a:t>
            </a:r>
          </a:p>
        </p:txBody>
      </p:sp>
      <p:sp>
        <p:nvSpPr>
          <p:cNvPr id="441937027" name="">
            <a:extLst xmlns:a="http://schemas.openxmlformats.org/drawingml/2006/main">
              <a:ext uri="{FF2B5EF4-FFF2-40B4-BE49-F238E27FC236}">
                <a16:creationId xmlns:a16="http://schemas.microsoft.com/office/drawing/2014/main" id="{ED8F07BA-03AC-4681-A27B-92E387E1F37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26</a:t>
            </a:r>
          </a:p>
        </p:txBody>
      </p:sp>
      <p:sp>
        <p:nvSpPr>
          <p:cNvPr id="1969142653" name="">
            <a:extLst xmlns:a="http://schemas.openxmlformats.org/drawingml/2006/main">
              <a:ext uri="{FF2B5EF4-FFF2-40B4-BE49-F238E27FC236}">
                <a16:creationId xmlns:a16="http://schemas.microsoft.com/office/drawing/2014/main" id="{90C55CA4-3F9D-4862-BFB0-267284629A5A}"/>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Use: vision tasks such as image classification, object detection, and segmentation.</a:t>
            </a:r>
          </a:p>
        </p:txBody>
      </p:sp>
      <p:sp>
        <p:nvSpPr>
          <p:cNvPr id="169327022" name="">
            <a:extLst xmlns:a="http://schemas.openxmlformats.org/drawingml/2006/main">
              <a:ext uri="{FF2B5EF4-FFF2-40B4-BE49-F238E27FC236}">
                <a16:creationId xmlns:a16="http://schemas.microsoft.com/office/drawing/2014/main" id="{7173F336-0C80-4994-823C-9BB841516347}"/>
              </a:ext>
            </a:extLst>
          </p:cNvPr>
          <p:cNvSpPr>
            <a:spLocks xmlns:a="http://schemas.openxmlformats.org/drawingml/2006/main" noGrp="1"/>
          </p:cNvSpPr>
          <p:nvPr/>
        </p:nvSpPr>
        <p:spPr>
          <a:xfrm xmlns:a="http://schemas.openxmlformats.org/drawingml/2006/main">
            <a:off x="742950" y="1924050"/>
            <a:ext cx="3448050" cy="3105150"/>
          </a:xfrm>
          <a:prstGeom xmlns:a="http://schemas.openxmlformats.org/drawingml/2006/main" prst="roundRect">
            <a:avLst>
              <a:gd name="adj" fmla="val 3681"/>
            </a:avLst>
          </a:prstGeom>
          <a:solidFill xmlns:a="http://schemas.openxmlformats.org/drawingml/2006/main">
            <a:srgbClr val="F8FAFC"/>
          </a:solidFill>
          <a:ln xmlns:a="http://schemas.openxmlformats.org/drawingml/2006/main" w="9525">
            <a:solidFill>
              <a:srgbClr val="CBD5E1"/>
            </a:solidFill>
            <a:prstDash val="solid"/>
          </a:ln>
        </p:spPr>
      </p:sp>
      <p:sp>
        <p:nvSpPr>
          <p:cNvPr id="1002721246" name="">
            <a:extLst xmlns:a="http://schemas.openxmlformats.org/drawingml/2006/main">
              <a:ext uri="{FF2B5EF4-FFF2-40B4-BE49-F238E27FC236}">
                <a16:creationId xmlns:a16="http://schemas.microsoft.com/office/drawing/2014/main" id="{35514CC7-94BF-4D55-BF50-799D20AD6666}"/>
              </a:ext>
            </a:extLst>
          </p:cNvPr>
          <p:cNvSpPr>
            <a:spLocks xmlns:a="http://schemas.openxmlformats.org/drawingml/2006/main" noGrp="1"/>
          </p:cNvSpPr>
          <p:nvPr/>
        </p:nvSpPr>
        <p:spPr>
          <a:xfrm xmlns:a="http://schemas.openxmlformats.org/drawingml/2006/main">
            <a:off x="990600" y="21336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latin typeface="Calibri"/>
                <a:ea typeface="Calibri"/>
                <a:cs typeface="Calibri"/>
              </a:defRPr>
            </a:pPr>
            <a:r>
              <a:rPr sz="1600" b="1">
                <a:solidFill>
                  <a:srgbClr val="0B0F19"/>
                </a:solidFill>
                <a:latin typeface="Calibri"/>
                <a:ea typeface="Calibri"/>
                <a:cs typeface="Calibri"/>
              </a:rPr>
              <a:t>A small filter slides across the image</a:t>
            </a:r>
          </a:p>
        </p:txBody>
      </p:sp>
      <p:sp>
        <p:nvSpPr>
          <p:cNvPr id="458155445" name="">
            <a:extLst xmlns:a="http://schemas.openxmlformats.org/drawingml/2006/main">
              <a:ext uri="{FF2B5EF4-FFF2-40B4-BE49-F238E27FC236}">
                <a16:creationId xmlns:a16="http://schemas.microsoft.com/office/drawing/2014/main" id="{751152D7-0684-4C7F-B24D-E4820A71F45C}"/>
              </a:ext>
            </a:extLst>
          </p:cNvPr>
          <p:cNvSpPr>
            <a:spLocks xmlns:a="http://schemas.openxmlformats.org/drawingml/2006/main" noGrp="1"/>
          </p:cNvSpPr>
          <p:nvPr/>
        </p:nvSpPr>
        <p:spPr>
          <a:xfrm xmlns:a="http://schemas.openxmlformats.org/drawingml/2006/main">
            <a:off x="1190625" y="27336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560546958" name="">
            <a:extLst xmlns:a="http://schemas.openxmlformats.org/drawingml/2006/main">
              <a:ext uri="{FF2B5EF4-FFF2-40B4-BE49-F238E27FC236}">
                <a16:creationId xmlns:a16="http://schemas.microsoft.com/office/drawing/2014/main" id="{72C7F9DC-20AD-4544-BCF6-ECA4FDD44ABC}"/>
              </a:ext>
            </a:extLst>
          </p:cNvPr>
          <p:cNvSpPr>
            <a:spLocks xmlns:a="http://schemas.openxmlformats.org/drawingml/2006/main" noGrp="1"/>
          </p:cNvSpPr>
          <p:nvPr/>
        </p:nvSpPr>
        <p:spPr>
          <a:xfrm xmlns:a="http://schemas.openxmlformats.org/drawingml/2006/main">
            <a:off x="1609724" y="27336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120199100" name="">
            <a:extLst xmlns:a="http://schemas.openxmlformats.org/drawingml/2006/main">
              <a:ext uri="{FF2B5EF4-FFF2-40B4-BE49-F238E27FC236}">
                <a16:creationId xmlns:a16="http://schemas.microsoft.com/office/drawing/2014/main" id="{7E5A1ABB-E430-4CEA-AD02-FBF4E8C26B46}"/>
              </a:ext>
            </a:extLst>
          </p:cNvPr>
          <p:cNvSpPr>
            <a:spLocks xmlns:a="http://schemas.openxmlformats.org/drawingml/2006/main" noGrp="1"/>
          </p:cNvSpPr>
          <p:nvPr/>
        </p:nvSpPr>
        <p:spPr>
          <a:xfrm xmlns:a="http://schemas.openxmlformats.org/drawingml/2006/main">
            <a:off x="2028825" y="2733675"/>
            <a:ext cx="361950" cy="361950"/>
          </a:xfrm>
          <a:prstGeom xmlns:a="http://schemas.openxmlformats.org/drawingml/2006/main" prst="rect">
            <a:avLst/>
          </a:prstGeom>
          <a:solidFill xmlns:a="http://schemas.openxmlformats.org/drawingml/2006/main">
            <a:srgbClr val="2563EB"/>
          </a:solidFill>
          <a:ln xmlns:a="http://schemas.openxmlformats.org/drawingml/2006/main" w="9525">
            <a:solidFill>
              <a:srgbClr val="FFFFFF"/>
            </a:solidFill>
            <a:prstDash val="solid"/>
          </a:ln>
        </p:spPr>
      </p:sp>
      <p:sp>
        <p:nvSpPr>
          <p:cNvPr id="588985361" name="">
            <a:extLst xmlns:a="http://schemas.openxmlformats.org/drawingml/2006/main">
              <a:ext uri="{FF2B5EF4-FFF2-40B4-BE49-F238E27FC236}">
                <a16:creationId xmlns:a16="http://schemas.microsoft.com/office/drawing/2014/main" id="{2432BF43-D41E-42E2-9237-0DFBC4FCF3E7}"/>
              </a:ext>
            </a:extLst>
          </p:cNvPr>
          <p:cNvSpPr>
            <a:spLocks xmlns:a="http://schemas.openxmlformats.org/drawingml/2006/main" noGrp="1"/>
          </p:cNvSpPr>
          <p:nvPr/>
        </p:nvSpPr>
        <p:spPr>
          <a:xfrm xmlns:a="http://schemas.openxmlformats.org/drawingml/2006/main">
            <a:off x="1190625" y="31527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432545126" name="">
            <a:extLst xmlns:a="http://schemas.openxmlformats.org/drawingml/2006/main">
              <a:ext uri="{FF2B5EF4-FFF2-40B4-BE49-F238E27FC236}">
                <a16:creationId xmlns:a16="http://schemas.microsoft.com/office/drawing/2014/main" id="{EC97FB52-460A-43FC-AB88-15B840BD90ED}"/>
              </a:ext>
            </a:extLst>
          </p:cNvPr>
          <p:cNvSpPr>
            <a:spLocks xmlns:a="http://schemas.openxmlformats.org/drawingml/2006/main" noGrp="1"/>
          </p:cNvSpPr>
          <p:nvPr/>
        </p:nvSpPr>
        <p:spPr>
          <a:xfrm xmlns:a="http://schemas.openxmlformats.org/drawingml/2006/main">
            <a:off x="1609724" y="3152775"/>
            <a:ext cx="361950" cy="361950"/>
          </a:xfrm>
          <a:prstGeom xmlns:a="http://schemas.openxmlformats.org/drawingml/2006/main" prst="rect">
            <a:avLst/>
          </a:prstGeom>
          <a:solidFill xmlns:a="http://schemas.openxmlformats.org/drawingml/2006/main">
            <a:srgbClr val="2563EB"/>
          </a:solidFill>
          <a:ln xmlns:a="http://schemas.openxmlformats.org/drawingml/2006/main" w="9525">
            <a:solidFill>
              <a:srgbClr val="FFFFFF"/>
            </a:solidFill>
            <a:prstDash val="solid"/>
          </a:ln>
        </p:spPr>
      </p:sp>
      <p:sp>
        <p:nvSpPr>
          <p:cNvPr id="1802075428" name="">
            <a:extLst xmlns:a="http://schemas.openxmlformats.org/drawingml/2006/main">
              <a:ext uri="{FF2B5EF4-FFF2-40B4-BE49-F238E27FC236}">
                <a16:creationId xmlns:a16="http://schemas.microsoft.com/office/drawing/2014/main" id="{FDBC919E-8552-4E40-915E-3BFE804953D9}"/>
              </a:ext>
            </a:extLst>
          </p:cNvPr>
          <p:cNvSpPr>
            <a:spLocks xmlns:a="http://schemas.openxmlformats.org/drawingml/2006/main" noGrp="1"/>
          </p:cNvSpPr>
          <p:nvPr/>
        </p:nvSpPr>
        <p:spPr>
          <a:xfrm xmlns:a="http://schemas.openxmlformats.org/drawingml/2006/main">
            <a:off x="2028825" y="31527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9203455" name="">
            <a:extLst xmlns:a="http://schemas.openxmlformats.org/drawingml/2006/main">
              <a:ext uri="{FF2B5EF4-FFF2-40B4-BE49-F238E27FC236}">
                <a16:creationId xmlns:a16="http://schemas.microsoft.com/office/drawing/2014/main" id="{A407CA1D-8C78-448B-AD89-5569F0F48ED0}"/>
              </a:ext>
            </a:extLst>
          </p:cNvPr>
          <p:cNvSpPr>
            <a:spLocks xmlns:a="http://schemas.openxmlformats.org/drawingml/2006/main" noGrp="1"/>
          </p:cNvSpPr>
          <p:nvPr/>
        </p:nvSpPr>
        <p:spPr>
          <a:xfrm xmlns:a="http://schemas.openxmlformats.org/drawingml/2006/main">
            <a:off x="11906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77923324" name="">
            <a:extLst xmlns:a="http://schemas.openxmlformats.org/drawingml/2006/main">
              <a:ext uri="{FF2B5EF4-FFF2-40B4-BE49-F238E27FC236}">
                <a16:creationId xmlns:a16="http://schemas.microsoft.com/office/drawing/2014/main" id="{AC2AC977-0241-4EC5-A268-D40E471DDAE3}"/>
              </a:ext>
            </a:extLst>
          </p:cNvPr>
          <p:cNvSpPr>
            <a:spLocks xmlns:a="http://schemas.openxmlformats.org/drawingml/2006/main" noGrp="1"/>
          </p:cNvSpPr>
          <p:nvPr/>
        </p:nvSpPr>
        <p:spPr>
          <a:xfrm xmlns:a="http://schemas.openxmlformats.org/drawingml/2006/main">
            <a:off x="1609724"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742216908" name="">
            <a:extLst xmlns:a="http://schemas.openxmlformats.org/drawingml/2006/main">
              <a:ext uri="{FF2B5EF4-FFF2-40B4-BE49-F238E27FC236}">
                <a16:creationId xmlns:a16="http://schemas.microsoft.com/office/drawing/2014/main" id="{2866B032-DB6E-4544-9EA9-E0E5AED2CBC2}"/>
              </a:ext>
            </a:extLst>
          </p:cNvPr>
          <p:cNvSpPr>
            <a:spLocks xmlns:a="http://schemas.openxmlformats.org/drawingml/2006/main" noGrp="1"/>
          </p:cNvSpPr>
          <p:nvPr/>
        </p:nvSpPr>
        <p:spPr>
          <a:xfrm xmlns:a="http://schemas.openxmlformats.org/drawingml/2006/main">
            <a:off x="20288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608785388" name="">
            <a:extLst xmlns:a="http://schemas.openxmlformats.org/drawingml/2006/main">
              <a:ext uri="{FF2B5EF4-FFF2-40B4-BE49-F238E27FC236}">
                <a16:creationId xmlns:a16="http://schemas.microsoft.com/office/drawing/2014/main" id="{33E70258-7232-4BE7-A911-E4709BDE3F83}"/>
              </a:ext>
            </a:extLst>
          </p:cNvPr>
          <p:cNvSpPr>
            <a:spLocks xmlns:a="http://schemas.openxmlformats.org/drawingml/2006/main" noGrp="1"/>
          </p:cNvSpPr>
          <p:nvPr/>
        </p:nvSpPr>
        <p:spPr>
          <a:xfrm xmlns:a="http://schemas.openxmlformats.org/drawingml/2006/main">
            <a:off x="1238250" y="4076699"/>
            <a:ext cx="1066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image patch</a:t>
            </a:r>
          </a:p>
        </p:txBody>
      </p:sp>
      <p:sp>
        <p:nvSpPr>
          <p:cNvPr id="29545413" name="">
            <a:extLst xmlns:a="http://schemas.openxmlformats.org/drawingml/2006/main">
              <a:ext uri="{FF2B5EF4-FFF2-40B4-BE49-F238E27FC236}">
                <a16:creationId xmlns:a16="http://schemas.microsoft.com/office/drawing/2014/main" id="{7C93BBAD-BE9D-4B73-A952-44D44C363F27}"/>
              </a:ext>
            </a:extLst>
          </p:cNvPr>
          <p:cNvSpPr>
            <a:spLocks xmlns:a="http://schemas.openxmlformats.org/drawingml/2006/main" noGrp="1"/>
          </p:cNvSpPr>
          <p:nvPr/>
        </p:nvSpPr>
        <p:spPr>
          <a:xfrm xmlns:a="http://schemas.openxmlformats.org/drawingml/2006/main">
            <a:off x="2476500" y="3019425"/>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667085"/>
                </a:solidFill>
                <a:latin typeface="Calibri"/>
                <a:ea typeface="Calibri"/>
                <a:cs typeface="Calibri"/>
              </a:defRPr>
            </a:pPr>
            <a:r>
              <a:rPr sz="2050" b="1">
                <a:solidFill>
                  <a:srgbClr val="667085"/>
                </a:solidFill>
                <a:latin typeface="Calibri"/>
                <a:ea typeface="Calibri"/>
                <a:cs typeface="Calibri"/>
              </a:rPr>
              <a:t>×</a:t>
            </a:r>
          </a:p>
        </p:txBody>
      </p:sp>
      <p:sp>
        <p:nvSpPr>
          <p:cNvPr id="1983379987" name="">
            <a:extLst xmlns:a="http://schemas.openxmlformats.org/drawingml/2006/main">
              <a:ext uri="{FF2B5EF4-FFF2-40B4-BE49-F238E27FC236}">
                <a16:creationId xmlns:a16="http://schemas.microsoft.com/office/drawing/2014/main" id="{96CE7B4F-7F98-454A-8A8B-23FC054F5299}"/>
              </a:ext>
            </a:extLst>
          </p:cNvPr>
          <p:cNvSpPr>
            <a:spLocks xmlns:a="http://schemas.openxmlformats.org/drawingml/2006/main" noGrp="1"/>
          </p:cNvSpPr>
          <p:nvPr/>
        </p:nvSpPr>
        <p:spPr>
          <a:xfrm xmlns:a="http://schemas.openxmlformats.org/drawingml/2006/main">
            <a:off x="2924175" y="2857500"/>
            <a:ext cx="304800" cy="304800"/>
          </a:xfrm>
          <a:prstGeom xmlns:a="http://schemas.openxmlformats.org/drawingml/2006/main" prst="rect">
            <a:avLst/>
          </a:prstGeom>
          <a:solidFill xmlns:a="http://schemas.openxmlformats.org/drawingml/2006/main">
            <a:srgbClr val="1D4ED8"/>
          </a:solidFill>
          <a:ln xmlns:a="http://schemas.openxmlformats.org/drawingml/2006/main" w="9525">
            <a:solidFill>
              <a:srgbClr val="FFFFFF"/>
            </a:solidFill>
            <a:prstDash val="solid"/>
          </a:ln>
        </p:spPr>
      </p:sp>
      <p:sp>
        <p:nvSpPr>
          <p:cNvPr id="831327505" name="">
            <a:extLst xmlns:a="http://schemas.openxmlformats.org/drawingml/2006/main">
              <a:ext uri="{FF2B5EF4-FFF2-40B4-BE49-F238E27FC236}">
                <a16:creationId xmlns:a16="http://schemas.microsoft.com/office/drawing/2014/main" id="{58CABD69-7AAF-4382-8830-5F3180E5C882}"/>
              </a:ext>
            </a:extLst>
          </p:cNvPr>
          <p:cNvSpPr>
            <a:spLocks xmlns:a="http://schemas.openxmlformats.org/drawingml/2006/main" noGrp="1"/>
          </p:cNvSpPr>
          <p:nvPr/>
        </p:nvSpPr>
        <p:spPr>
          <a:xfrm xmlns:a="http://schemas.openxmlformats.org/drawingml/2006/main">
            <a:off x="3286125" y="2857500"/>
            <a:ext cx="304800" cy="304800"/>
          </a:xfrm>
          <a:prstGeom xmlns:a="http://schemas.openxmlformats.org/drawingml/2006/main" prst="rect">
            <a:avLst/>
          </a:prstGeom>
          <a:solidFill xmlns:a="http://schemas.openxmlformats.org/drawingml/2006/main">
            <a:srgbClr val="93C5FD"/>
          </a:solidFill>
          <a:ln xmlns:a="http://schemas.openxmlformats.org/drawingml/2006/main" w="9525">
            <a:solidFill>
              <a:srgbClr val="FFFFFF"/>
            </a:solidFill>
            <a:prstDash val="solid"/>
          </a:ln>
        </p:spPr>
      </p:sp>
      <p:sp>
        <p:nvSpPr>
          <p:cNvPr id="560061085" name="">
            <a:extLst xmlns:a="http://schemas.openxmlformats.org/drawingml/2006/main">
              <a:ext uri="{FF2B5EF4-FFF2-40B4-BE49-F238E27FC236}">
                <a16:creationId xmlns:a16="http://schemas.microsoft.com/office/drawing/2014/main" id="{78EEBE81-F890-44B4-9D5B-7D1A7F23355D}"/>
              </a:ext>
            </a:extLst>
          </p:cNvPr>
          <p:cNvSpPr>
            <a:spLocks xmlns:a="http://schemas.openxmlformats.org/drawingml/2006/main" noGrp="1"/>
          </p:cNvSpPr>
          <p:nvPr/>
        </p:nvSpPr>
        <p:spPr>
          <a:xfrm xmlns:a="http://schemas.openxmlformats.org/drawingml/2006/main">
            <a:off x="2924175" y="3219449"/>
            <a:ext cx="304800" cy="304800"/>
          </a:xfrm>
          <a:prstGeom xmlns:a="http://schemas.openxmlformats.org/drawingml/2006/main" prst="rect">
            <a:avLst/>
          </a:prstGeom>
          <a:solidFill xmlns:a="http://schemas.openxmlformats.org/drawingml/2006/main">
            <a:srgbClr val="93C5FD"/>
          </a:solidFill>
          <a:ln xmlns:a="http://schemas.openxmlformats.org/drawingml/2006/main" w="9525">
            <a:solidFill>
              <a:srgbClr val="FFFFFF"/>
            </a:solidFill>
            <a:prstDash val="solid"/>
          </a:ln>
        </p:spPr>
      </p:sp>
      <p:sp>
        <p:nvSpPr>
          <p:cNvPr id="1373605282" name="">
            <a:extLst xmlns:a="http://schemas.openxmlformats.org/drawingml/2006/main">
              <a:ext uri="{FF2B5EF4-FFF2-40B4-BE49-F238E27FC236}">
                <a16:creationId xmlns:a16="http://schemas.microsoft.com/office/drawing/2014/main" id="{DBD6D4E8-6C90-461F-B587-DEDD9000A479}"/>
              </a:ext>
            </a:extLst>
          </p:cNvPr>
          <p:cNvSpPr>
            <a:spLocks xmlns:a="http://schemas.openxmlformats.org/drawingml/2006/main" noGrp="1"/>
          </p:cNvSpPr>
          <p:nvPr/>
        </p:nvSpPr>
        <p:spPr>
          <a:xfrm xmlns:a="http://schemas.openxmlformats.org/drawingml/2006/main">
            <a:off x="3286125" y="3219449"/>
            <a:ext cx="304800" cy="304800"/>
          </a:xfrm>
          <a:prstGeom xmlns:a="http://schemas.openxmlformats.org/drawingml/2006/main" prst="rect">
            <a:avLst/>
          </a:prstGeom>
          <a:solidFill xmlns:a="http://schemas.openxmlformats.org/drawingml/2006/main">
            <a:srgbClr val="1D4ED8"/>
          </a:solidFill>
          <a:ln xmlns:a="http://schemas.openxmlformats.org/drawingml/2006/main" w="9525">
            <a:solidFill>
              <a:srgbClr val="FFFFFF"/>
            </a:solidFill>
            <a:prstDash val="solid"/>
          </a:ln>
        </p:spPr>
      </p:sp>
      <p:sp>
        <p:nvSpPr>
          <p:cNvPr id="1410575486" name="">
            <a:extLst xmlns:a="http://schemas.openxmlformats.org/drawingml/2006/main">
              <a:ext uri="{FF2B5EF4-FFF2-40B4-BE49-F238E27FC236}">
                <a16:creationId xmlns:a16="http://schemas.microsoft.com/office/drawing/2014/main" id="{42529D8D-896D-4A12-A0A9-CFF8E3997101}"/>
              </a:ext>
            </a:extLst>
          </p:cNvPr>
          <p:cNvSpPr>
            <a:spLocks xmlns:a="http://schemas.openxmlformats.org/drawingml/2006/main" noGrp="1"/>
          </p:cNvSpPr>
          <p:nvPr/>
        </p:nvSpPr>
        <p:spPr>
          <a:xfrm xmlns:a="http://schemas.openxmlformats.org/drawingml/2006/main">
            <a:off x="2857500" y="4076699"/>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filter</a:t>
            </a:r>
          </a:p>
        </p:txBody>
      </p:sp>
      <p:sp>
        <p:nvSpPr>
          <p:cNvPr id="1460314268" name="">
            <a:extLst xmlns:a="http://schemas.openxmlformats.org/drawingml/2006/main">
              <a:ext uri="{FF2B5EF4-FFF2-40B4-BE49-F238E27FC236}">
                <a16:creationId xmlns:a16="http://schemas.microsoft.com/office/drawing/2014/main" id="{CFA3BCC6-6DE2-4244-906F-4D8CCFE1FB48}"/>
              </a:ext>
            </a:extLst>
          </p:cNvPr>
          <p:cNvSpPr>
            <a:spLocks xmlns:a="http://schemas.openxmlformats.org/drawingml/2006/main" noGrp="1"/>
          </p:cNvSpPr>
          <p:nvPr/>
        </p:nvSpPr>
        <p:spPr>
          <a:xfrm xmlns:a="http://schemas.openxmlformats.org/drawingml/2006/main">
            <a:off x="4676775" y="1924050"/>
            <a:ext cx="6238875" cy="3105150"/>
          </a:xfrm>
          <a:prstGeom xmlns:a="http://schemas.openxmlformats.org/drawingml/2006/main" prst="roundRect">
            <a:avLst>
              <a:gd name="adj" fmla="val 3681"/>
            </a:avLst>
          </a:prstGeom>
          <a:solidFill xmlns:a="http://schemas.openxmlformats.org/drawingml/2006/main">
            <a:srgbClr val="F8FAFC"/>
          </a:solidFill>
          <a:ln xmlns:a="http://schemas.openxmlformats.org/drawingml/2006/main" w="9525">
            <a:solidFill>
              <a:srgbClr val="CBD5E1"/>
            </a:solidFill>
            <a:prstDash val="solid"/>
          </a:ln>
        </p:spPr>
      </p:sp>
      <p:sp>
        <p:nvSpPr>
          <p:cNvPr id="1842108436" name="">
            <a:extLst xmlns:a="http://schemas.openxmlformats.org/drawingml/2006/main">
              <a:ext uri="{FF2B5EF4-FFF2-40B4-BE49-F238E27FC236}">
                <a16:creationId xmlns:a16="http://schemas.microsoft.com/office/drawing/2014/main" id="{F56324AA-EB1E-4D75-8BA3-B8443885ED74}"/>
              </a:ext>
            </a:extLst>
          </p:cNvPr>
          <p:cNvSpPr>
            <a:spLocks xmlns:a="http://schemas.openxmlformats.org/drawingml/2006/main" noGrp="1"/>
          </p:cNvSpPr>
          <p:nvPr/>
        </p:nvSpPr>
        <p:spPr>
          <a:xfrm xmlns:a="http://schemas.openxmlformats.org/drawingml/2006/main">
            <a:off x="5000625" y="21336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latin typeface="Calibri"/>
                <a:ea typeface="Calibri"/>
                <a:cs typeface="Calibri"/>
              </a:defRPr>
            </a:pPr>
            <a:r>
              <a:rPr sz="1600" b="1">
                <a:solidFill>
                  <a:srgbClr val="0B0F19"/>
                </a:solidFill>
                <a:latin typeface="Calibri"/>
                <a:ea typeface="Calibri"/>
                <a:cs typeface="Calibri"/>
              </a:rPr>
              <a:t>How it works</a:t>
            </a:r>
          </a:p>
        </p:txBody>
      </p:sp>
      <p:sp>
        <p:nvSpPr>
          <p:cNvPr id="600589771" name="">
            <a:extLst xmlns:a="http://schemas.openxmlformats.org/drawingml/2006/main">
              <a:ext uri="{FF2B5EF4-FFF2-40B4-BE49-F238E27FC236}">
                <a16:creationId xmlns:a16="http://schemas.microsoft.com/office/drawing/2014/main" id="{FDC66A29-BFFC-453D-A6B8-33D2F91976D4}"/>
              </a:ext>
            </a:extLst>
          </p:cNvPr>
          <p:cNvSpPr>
            <a:spLocks xmlns:a="http://schemas.openxmlformats.org/drawingml/2006/main" noGrp="1"/>
          </p:cNvSpPr>
          <p:nvPr/>
        </p:nvSpPr>
        <p:spPr>
          <a:xfrm xmlns:a="http://schemas.openxmlformats.org/drawingml/2006/main">
            <a:off x="5038725" y="27336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1</a:t>
            </a:r>
          </a:p>
        </p:txBody>
      </p:sp>
      <p:sp>
        <p:nvSpPr>
          <p:cNvPr id="1928571332" name="">
            <a:extLst xmlns:a="http://schemas.openxmlformats.org/drawingml/2006/main">
              <a:ext uri="{FF2B5EF4-FFF2-40B4-BE49-F238E27FC236}">
                <a16:creationId xmlns:a16="http://schemas.microsoft.com/office/drawing/2014/main" id="{3AA95358-C3F2-4DEB-9DF0-4B9DE407C422}"/>
              </a:ext>
            </a:extLst>
          </p:cNvPr>
          <p:cNvSpPr>
            <a:spLocks xmlns:a="http://schemas.openxmlformats.org/drawingml/2006/main" noGrp="1"/>
          </p:cNvSpPr>
          <p:nvPr/>
        </p:nvSpPr>
        <p:spPr>
          <a:xfrm xmlns:a="http://schemas.openxmlformats.org/drawingml/2006/main">
            <a:off x="5486400" y="26860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Convolution: the same filter scans every local region.</a:t>
            </a:r>
          </a:p>
        </p:txBody>
      </p:sp>
      <p:sp>
        <p:nvSpPr>
          <p:cNvPr id="1928962720" name="">
            <a:extLst xmlns:a="http://schemas.openxmlformats.org/drawingml/2006/main">
              <a:ext uri="{FF2B5EF4-FFF2-40B4-BE49-F238E27FC236}">
                <a16:creationId xmlns:a16="http://schemas.microsoft.com/office/drawing/2014/main" id="{076BC6D8-151D-4D1D-B4D0-E310F68ECA16}"/>
              </a:ext>
            </a:extLst>
          </p:cNvPr>
          <p:cNvSpPr>
            <a:spLocks xmlns:a="http://schemas.openxmlformats.org/drawingml/2006/main" noGrp="1"/>
          </p:cNvSpPr>
          <p:nvPr/>
        </p:nvSpPr>
        <p:spPr>
          <a:xfrm xmlns:a="http://schemas.openxmlformats.org/drawingml/2006/main">
            <a:off x="5038725" y="33337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2</a:t>
            </a:r>
          </a:p>
        </p:txBody>
      </p:sp>
      <p:sp>
        <p:nvSpPr>
          <p:cNvPr id="1754731497" name="">
            <a:extLst xmlns:a="http://schemas.openxmlformats.org/drawingml/2006/main">
              <a:ext uri="{FF2B5EF4-FFF2-40B4-BE49-F238E27FC236}">
                <a16:creationId xmlns:a16="http://schemas.microsoft.com/office/drawing/2014/main" id="{A394D546-6047-437C-A7D4-4D0E4D76F892}"/>
              </a:ext>
            </a:extLst>
          </p:cNvPr>
          <p:cNvSpPr>
            <a:spLocks xmlns:a="http://schemas.openxmlformats.org/drawingml/2006/main" noGrp="1"/>
          </p:cNvSpPr>
          <p:nvPr/>
        </p:nvSpPr>
        <p:spPr>
          <a:xfrm xmlns:a="http://schemas.openxmlformats.org/drawingml/2006/main">
            <a:off x="5486400" y="3286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Activation map: strong matches mark useful features.</a:t>
            </a:r>
          </a:p>
        </p:txBody>
      </p:sp>
      <p:sp>
        <p:nvSpPr>
          <p:cNvPr id="214690699" name="">
            <a:extLst xmlns:a="http://schemas.openxmlformats.org/drawingml/2006/main">
              <a:ext uri="{FF2B5EF4-FFF2-40B4-BE49-F238E27FC236}">
                <a16:creationId xmlns:a16="http://schemas.microsoft.com/office/drawing/2014/main" id="{804C0914-68FE-4C1E-A16E-DF18C6347C4A}"/>
              </a:ext>
            </a:extLst>
          </p:cNvPr>
          <p:cNvSpPr>
            <a:spLocks xmlns:a="http://schemas.openxmlformats.org/drawingml/2006/main" noGrp="1"/>
          </p:cNvSpPr>
          <p:nvPr/>
        </p:nvSpPr>
        <p:spPr>
          <a:xfrm xmlns:a="http://schemas.openxmlformats.org/drawingml/2006/main">
            <a:off x="5038725" y="3933824"/>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3</a:t>
            </a:r>
          </a:p>
        </p:txBody>
      </p:sp>
      <p:sp>
        <p:nvSpPr>
          <p:cNvPr id="550856144" name="">
            <a:extLst xmlns:a="http://schemas.openxmlformats.org/drawingml/2006/main">
              <a:ext uri="{FF2B5EF4-FFF2-40B4-BE49-F238E27FC236}">
                <a16:creationId xmlns:a16="http://schemas.microsoft.com/office/drawing/2014/main" id="{954E98BF-42AF-45BD-A6DD-4066F72FDDD6}"/>
              </a:ext>
            </a:extLst>
          </p:cNvPr>
          <p:cNvSpPr>
            <a:spLocks xmlns:a="http://schemas.openxmlformats.org/drawingml/2006/main" noGrp="1"/>
          </p:cNvSpPr>
          <p:nvPr/>
        </p:nvSpPr>
        <p:spPr>
          <a:xfrm xmlns:a="http://schemas.openxmlformats.org/drawingml/2006/main">
            <a:off x="5486400" y="38862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Deeper layers combine edges → textures → objects.</a:t>
            </a:r>
          </a:p>
        </p:txBody>
      </p:sp>
      <p:sp>
        <p:nvSpPr>
          <p:cNvPr id="97256435" name="">
            <a:extLst xmlns:a="http://schemas.openxmlformats.org/drawingml/2006/main">
              <a:ext uri="{FF2B5EF4-FFF2-40B4-BE49-F238E27FC236}">
                <a16:creationId xmlns:a16="http://schemas.microsoft.com/office/drawing/2014/main" id="{C37E599F-4843-4704-B349-58B3CE0E7931}"/>
              </a:ext>
            </a:extLst>
          </p:cNvPr>
          <p:cNvSpPr>
            <a:spLocks xmlns:a="http://schemas.openxmlformats.org/drawingml/2006/main" noGrp="1"/>
          </p:cNvSpPr>
          <p:nvPr/>
        </p:nvSpPr>
        <p:spPr>
          <a:xfrm xmlns:a="http://schemas.openxmlformats.org/drawingml/2006/main">
            <a:off x="1123950" y="54292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The key idea: reuse one set of weights wherever the pattern may appear.</a:t>
            </a:r>
          </a:p>
        </p:txBody>
      </p:sp>
    </p:spTree>
    <p:extLst>
      <p:ext uri="{BB962C8B-B14F-4D97-AF65-F5344CB8AC3E}">
        <p14:creationId xmlns:p14="http://schemas.microsoft.com/office/powerpoint/2010/main" val="598561119"/>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1311347" name="">
            <a:extLst xmlns:a="http://schemas.openxmlformats.org/drawingml/2006/main">
              <a:ext uri="{FF2B5EF4-FFF2-40B4-BE49-F238E27FC236}">
                <a16:creationId xmlns:a16="http://schemas.microsoft.com/office/drawing/2014/main" id="{913E14E7-61AC-46AD-B074-B0C106369A5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55293902" name="">
            <a:extLst xmlns:a="http://schemas.openxmlformats.org/drawingml/2006/main">
              <a:ext uri="{FF2B5EF4-FFF2-40B4-BE49-F238E27FC236}">
                <a16:creationId xmlns:a16="http://schemas.microsoft.com/office/drawing/2014/main" id="{6475DF90-7072-434D-AD2D-6602EFABA61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501657196" name="">
            <a:extLst xmlns:a="http://schemas.openxmlformats.org/drawingml/2006/main">
              <a:ext uri="{FF2B5EF4-FFF2-40B4-BE49-F238E27FC236}">
                <a16:creationId xmlns:a16="http://schemas.microsoft.com/office/drawing/2014/main" id="{DEB1D5E9-11FA-439D-820A-18C9E95E215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p>
        </p:txBody>
      </p:sp>
      <p:sp>
        <p:nvSpPr>
          <p:cNvPr id="1631191757" name="">
            <a:extLst xmlns:a="http://schemas.openxmlformats.org/drawingml/2006/main">
              <a:ext uri="{FF2B5EF4-FFF2-40B4-BE49-F238E27FC236}">
                <a16:creationId xmlns:a16="http://schemas.microsoft.com/office/drawing/2014/main" id="{2DBF07EA-6720-4C71-84BA-4E741415703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27</a:t>
            </a:r>
          </a:p>
        </p:txBody>
      </p:sp>
      <p:sp>
        <p:nvSpPr>
          <p:cNvPr id="200431589" name="">
            <a:extLst xmlns:a="http://schemas.openxmlformats.org/drawingml/2006/main">
              <a:ext uri="{FF2B5EF4-FFF2-40B4-BE49-F238E27FC236}">
                <a16:creationId xmlns:a16="http://schemas.microsoft.com/office/drawing/2014/main" id="{7DA8D06B-AA9C-4610-A1BE-230F911FEA86}"/>
              </a:ext>
            </a:extLst>
          </p:cNvPr>
          <p:cNvSpPr>
            <a:spLocks xmlns:a="http://schemas.openxmlformats.org/drawingml/2006/main" noGrp="1"/>
          </p:cNvSpPr>
          <p:nvPr/>
        </p:nvSpPr>
        <p:spPr>
          <a:xfrm xmlns:a="http://schemas.openxmlformats.org/drawingml/2006/main">
            <a:off x="704850" y="1314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p>
        </p:txBody>
      </p:sp>
      <p:pic>
        <p:nvPicPr>
          <p:cNvPr id="1755293909" name=""/>
          <p:cNvPicPr>
            <a:picLocks xmlns:a="http://schemas.openxmlformats.org/drawingml/2006/main" noChangeAspect="1"/>
          </p:cNvPicPr>
          <p:nvPr/>
        </p:nvPicPr>
        <p:blipFill rotWithShape="1">
          <a:blip xmlns:r="http://schemas.openxmlformats.org/officeDocument/2006/relationships" xmlns:a="http://schemas.openxmlformats.org/drawingml/2006/main" r:embed="R3bcae6f3ddd94943"/>
          <a:stretch xmlns:a="http://schemas.openxmlformats.org/drawingml/2006/main"/>
        </p:blipFill>
        <p:spPr>
          <a:xfrm xmlns:a="http://schemas.openxmlformats.org/drawingml/2006/main">
            <a:off x="2047875" y="1809750"/>
            <a:ext cx="8096250" cy="3648074"/>
          </a:xfrm>
          <a:prstGeom xmlns:a="http://schemas.openxmlformats.org/drawingml/2006/main" prst="rect">
            <a:avLst/>
          </a:prstGeom>
        </p:spPr>
      </p:pic>
      <p:sp>
        <p:nvSpPr>
          <p:cNvPr id="600240285" name="">
            <a:extLst xmlns:a="http://schemas.openxmlformats.org/drawingml/2006/main">
              <a:ext uri="{FF2B5EF4-FFF2-40B4-BE49-F238E27FC236}">
                <a16:creationId xmlns:a16="http://schemas.microsoft.com/office/drawing/2014/main" id="{425DC1A9-0177-4D93-BD05-3DE11165BF55}"/>
              </a:ext>
            </a:extLst>
          </p:cNvPr>
          <p:cNvSpPr>
            <a:spLocks xmlns:a="http://schemas.openxmlformats.org/drawingml/2006/main" noGrp="1"/>
          </p:cNvSpPr>
          <p:nvPr/>
        </p:nvSpPr>
        <p:spPr>
          <a:xfrm xmlns:a="http://schemas.openxmlformats.org/drawingml/2006/main">
            <a:off x="1143000" y="576262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RNN: hidden state     •     LSTM: memory cell + gates     •     GRU: compact gated unit</a:t>
            </a:r>
          </a:p>
        </p:txBody>
      </p:sp>
    </p:spTree>
    <p:extLst>
      <p:ext uri="{BB962C8B-B14F-4D97-AF65-F5344CB8AC3E}">
        <p14:creationId xmlns:p14="http://schemas.microsoft.com/office/powerpoint/2010/main" val="440935409"/>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78263260" name="">
            <a:extLst xmlns:a="http://schemas.openxmlformats.org/drawingml/2006/main">
              <a:ext uri="{FF2B5EF4-FFF2-40B4-BE49-F238E27FC236}">
                <a16:creationId xmlns:a16="http://schemas.microsoft.com/office/drawing/2014/main" id="{1A223AEE-96EE-49E8-985B-EFDC715875E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59860270" name="">
            <a:extLst xmlns:a="http://schemas.openxmlformats.org/drawingml/2006/main">
              <a:ext uri="{FF2B5EF4-FFF2-40B4-BE49-F238E27FC236}">
                <a16:creationId xmlns:a16="http://schemas.microsoft.com/office/drawing/2014/main" id="{06C80DF0-F14C-4AEA-AC40-FE4900A8087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346837271" name="">
            <a:extLst xmlns:a="http://schemas.openxmlformats.org/drawingml/2006/main">
              <a:ext uri="{FF2B5EF4-FFF2-40B4-BE49-F238E27FC236}">
                <a16:creationId xmlns:a16="http://schemas.microsoft.com/office/drawing/2014/main" id="{770576A0-1FB7-431D-B5A1-3E15DEB8A50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RNN, LSTM, and GRU: what each adds</a:t>
            </a:r>
          </a:p>
        </p:txBody>
      </p:sp>
      <p:sp>
        <p:nvSpPr>
          <p:cNvPr id="1740764730" name="">
            <a:extLst xmlns:a="http://schemas.openxmlformats.org/drawingml/2006/main">
              <a:ext uri="{FF2B5EF4-FFF2-40B4-BE49-F238E27FC236}">
                <a16:creationId xmlns:a16="http://schemas.microsoft.com/office/drawing/2014/main" id="{A12B6AD0-DF49-49BF-8E56-BFEA8F855B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28</a:t>
            </a:r>
          </a:p>
        </p:txBody>
      </p:sp>
      <p:sp>
        <p:nvSpPr>
          <p:cNvPr id="1831262248" name="">
            <a:extLst xmlns:a="http://schemas.openxmlformats.org/drawingml/2006/main">
              <a:ext uri="{FF2B5EF4-FFF2-40B4-BE49-F238E27FC236}">
                <a16:creationId xmlns:a16="http://schemas.microsoft.com/office/drawing/2014/main" id="{B7092E34-BCFC-486D-848F-2646A8EE97E4}"/>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All pass information through time; gates improve what can be remembered.</a:t>
            </a:r>
          </a:p>
        </p:txBody>
      </p:sp>
      <p:sp>
        <p:nvSpPr>
          <p:cNvPr id="1489016686" name="">
            <a:extLst xmlns:a="http://schemas.openxmlformats.org/drawingml/2006/main">
              <a:ext uri="{FF2B5EF4-FFF2-40B4-BE49-F238E27FC236}">
                <a16:creationId xmlns:a16="http://schemas.microsoft.com/office/drawing/2014/main" id="{E0B36B4E-A355-4250-AD2F-FFA5BEF7F083}"/>
              </a:ext>
            </a:extLst>
          </p:cNvPr>
          <p:cNvSpPr>
            <a:spLocks xmlns:a="http://schemas.openxmlformats.org/drawingml/2006/main" noGrp="1"/>
          </p:cNvSpPr>
          <p:nvPr/>
        </p:nvSpPr>
        <p:spPr>
          <a:xfrm xmlns:a="http://schemas.openxmlformats.org/drawingml/2006/main">
            <a:off x="723900" y="1981200"/>
            <a:ext cx="3124200" cy="3162300"/>
          </a:xfrm>
          <a:prstGeom xmlns:a="http://schemas.openxmlformats.org/drawingml/2006/main" prst="roundRect">
            <a:avLst>
              <a:gd name="adj" fmla="val 3659"/>
            </a:avLst>
          </a:prstGeom>
          <a:solidFill xmlns:a="http://schemas.openxmlformats.org/drawingml/2006/main">
            <a:srgbClr val="EAF2FF"/>
          </a:solidFill>
          <a:ln xmlns:a="http://schemas.openxmlformats.org/drawingml/2006/main" w="9525">
            <a:solidFill>
              <a:srgbClr val="2563EB"/>
            </a:solidFill>
            <a:prstDash val="solid"/>
          </a:ln>
        </p:spPr>
      </p:sp>
      <p:sp>
        <p:nvSpPr>
          <p:cNvPr id="656940952" name="">
            <a:extLst xmlns:a="http://schemas.openxmlformats.org/drawingml/2006/main">
              <a:ext uri="{FF2B5EF4-FFF2-40B4-BE49-F238E27FC236}">
                <a16:creationId xmlns:a16="http://schemas.microsoft.com/office/drawing/2014/main" id="{1C219D19-91D5-4DE6-B593-1AFBE60AA72F}"/>
              </a:ext>
            </a:extLst>
          </p:cNvPr>
          <p:cNvSpPr>
            <a:spLocks xmlns:a="http://schemas.openxmlformats.org/drawingml/2006/main" noGrp="1"/>
          </p:cNvSpPr>
          <p:nvPr/>
        </p:nvSpPr>
        <p:spPr>
          <a:xfrm xmlns:a="http://schemas.openxmlformats.org/drawingml/2006/main">
            <a:off x="9906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2563EB"/>
                </a:solidFill>
                <a:latin typeface="Calibri"/>
                <a:ea typeface="Calibri"/>
                <a:cs typeface="Calibri"/>
              </a:defRPr>
            </a:pPr>
            <a:r>
              <a:rPr sz="2100" b="1">
                <a:solidFill>
                  <a:srgbClr val="2563EB"/>
                </a:solidFill>
                <a:latin typeface="Calibri"/>
                <a:ea typeface="Calibri"/>
                <a:cs typeface="Calibri"/>
              </a:rPr>
              <a:t>RNN</a:t>
            </a:r>
          </a:p>
        </p:txBody>
      </p:sp>
      <p:sp>
        <p:nvSpPr>
          <p:cNvPr id="1619031389" name="">
            <a:extLst xmlns:a="http://schemas.openxmlformats.org/drawingml/2006/main">
              <a:ext uri="{FF2B5EF4-FFF2-40B4-BE49-F238E27FC236}">
                <a16:creationId xmlns:a16="http://schemas.microsoft.com/office/drawing/2014/main" id="{C05435B4-5371-4679-BC9E-17B7A00D6DC7}"/>
              </a:ext>
            </a:extLst>
          </p:cNvPr>
          <p:cNvSpPr>
            <a:spLocks xmlns:a="http://schemas.openxmlformats.org/drawingml/2006/main" noGrp="1"/>
          </p:cNvSpPr>
          <p:nvPr/>
        </p:nvSpPr>
        <p:spPr>
          <a:xfrm xmlns:a="http://schemas.openxmlformats.org/drawingml/2006/main">
            <a:off x="9906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Carries one hidden state</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from token to token.</a:t>
            </a:r>
          </a:p>
        </p:txBody>
      </p:sp>
      <p:sp>
        <p:nvSpPr>
          <p:cNvPr id="362700586" name="">
            <a:extLst xmlns:a="http://schemas.openxmlformats.org/drawingml/2006/main">
              <a:ext uri="{FF2B5EF4-FFF2-40B4-BE49-F238E27FC236}">
                <a16:creationId xmlns:a16="http://schemas.microsoft.com/office/drawing/2014/main" id="{EAB056B8-04F7-40B4-9E0D-D6E253465250}"/>
              </a:ext>
            </a:extLst>
          </p:cNvPr>
          <p:cNvSpPr>
            <a:spLocks xmlns:a="http://schemas.openxmlformats.org/drawingml/2006/main" noGrp="1"/>
          </p:cNvSpPr>
          <p:nvPr/>
        </p:nvSpPr>
        <p:spPr>
          <a:xfrm xmlns:a="http://schemas.openxmlformats.org/drawingml/2006/main">
            <a:off x="990600" y="3771900"/>
            <a:ext cx="2571750" cy="0"/>
          </a:xfrm>
          <a:prstGeom xmlns:a="http://schemas.openxmlformats.org/drawingml/2006/main" prst="line">
            <a:avLst/>
          </a:prstGeom>
          <a:ln xmlns:a="http://schemas.openxmlformats.org/drawingml/2006/main" w="9525">
            <a:solidFill>
              <a:srgbClr val="2563EB"/>
            </a:solidFill>
            <a:prstDash val="solid"/>
          </a:ln>
        </p:spPr>
      </p:sp>
      <p:sp>
        <p:nvSpPr>
          <p:cNvPr id="211926212" name="">
            <a:extLst xmlns:a="http://schemas.openxmlformats.org/drawingml/2006/main">
              <a:ext uri="{FF2B5EF4-FFF2-40B4-BE49-F238E27FC236}">
                <a16:creationId xmlns:a16="http://schemas.microsoft.com/office/drawing/2014/main" id="{8D605B50-4631-41B0-8F6C-32F1377F612B}"/>
              </a:ext>
            </a:extLst>
          </p:cNvPr>
          <p:cNvSpPr>
            <a:spLocks xmlns:a="http://schemas.openxmlformats.org/drawingml/2006/main" noGrp="1"/>
          </p:cNvSpPr>
          <p:nvPr/>
        </p:nvSpPr>
        <p:spPr>
          <a:xfrm xmlns:a="http://schemas.openxmlformats.org/drawingml/2006/main">
            <a:off x="9906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Limit: long-range context</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can fade or vanish.</a:t>
            </a:r>
          </a:p>
        </p:txBody>
      </p:sp>
      <p:sp>
        <p:nvSpPr>
          <p:cNvPr id="1429361826" name="">
            <a:extLst xmlns:a="http://schemas.openxmlformats.org/drawingml/2006/main">
              <a:ext uri="{FF2B5EF4-FFF2-40B4-BE49-F238E27FC236}">
                <a16:creationId xmlns:a16="http://schemas.microsoft.com/office/drawing/2014/main" id="{2F28ADA3-2728-4C9A-A832-AB2CA0466946}"/>
              </a:ext>
            </a:extLst>
          </p:cNvPr>
          <p:cNvSpPr>
            <a:spLocks xmlns:a="http://schemas.openxmlformats.org/drawingml/2006/main" noGrp="1"/>
          </p:cNvSpPr>
          <p:nvPr/>
        </p:nvSpPr>
        <p:spPr>
          <a:xfrm xmlns:a="http://schemas.openxmlformats.org/drawingml/2006/main">
            <a:off x="4191000" y="1981200"/>
            <a:ext cx="3124200" cy="3162300"/>
          </a:xfrm>
          <a:prstGeom xmlns:a="http://schemas.openxmlformats.org/drawingml/2006/main" prst="roundRect">
            <a:avLst>
              <a:gd name="adj" fmla="val 3659"/>
            </a:avLst>
          </a:prstGeom>
          <a:solidFill xmlns:a="http://schemas.openxmlformats.org/drawingml/2006/main">
            <a:srgbClr val="EAFBF3"/>
          </a:solidFill>
          <a:ln xmlns:a="http://schemas.openxmlformats.org/drawingml/2006/main" w="9525">
            <a:solidFill>
              <a:srgbClr val="059669"/>
            </a:solidFill>
            <a:prstDash val="solid"/>
          </a:ln>
        </p:spPr>
      </p:sp>
      <p:sp>
        <p:nvSpPr>
          <p:cNvPr id="750054276" name="">
            <a:extLst xmlns:a="http://schemas.openxmlformats.org/drawingml/2006/main">
              <a:ext uri="{FF2B5EF4-FFF2-40B4-BE49-F238E27FC236}">
                <a16:creationId xmlns:a16="http://schemas.microsoft.com/office/drawing/2014/main" id="{18902484-2C9C-4C3E-A04C-5026F17295B0}"/>
              </a:ext>
            </a:extLst>
          </p:cNvPr>
          <p:cNvSpPr>
            <a:spLocks xmlns:a="http://schemas.openxmlformats.org/drawingml/2006/main" noGrp="1"/>
          </p:cNvSpPr>
          <p:nvPr/>
        </p:nvSpPr>
        <p:spPr>
          <a:xfrm xmlns:a="http://schemas.openxmlformats.org/drawingml/2006/main">
            <a:off x="44577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059669"/>
                </a:solidFill>
                <a:latin typeface="Calibri"/>
                <a:ea typeface="Calibri"/>
                <a:cs typeface="Calibri"/>
              </a:defRPr>
            </a:pPr>
            <a:r>
              <a:rPr sz="2100" b="1">
                <a:solidFill>
                  <a:srgbClr val="059669"/>
                </a:solidFill>
                <a:latin typeface="Calibri"/>
                <a:ea typeface="Calibri"/>
                <a:cs typeface="Calibri"/>
              </a:rPr>
              <a:t>LSTM</a:t>
            </a:r>
          </a:p>
        </p:txBody>
      </p:sp>
      <p:sp>
        <p:nvSpPr>
          <p:cNvPr id="2041305983" name="">
            <a:extLst xmlns:a="http://schemas.openxmlformats.org/drawingml/2006/main">
              <a:ext uri="{FF2B5EF4-FFF2-40B4-BE49-F238E27FC236}">
                <a16:creationId xmlns:a16="http://schemas.microsoft.com/office/drawing/2014/main" id="{9726E13B-2ED6-47CB-832D-E351F611AE25}"/>
              </a:ext>
            </a:extLst>
          </p:cNvPr>
          <p:cNvSpPr>
            <a:spLocks xmlns:a="http://schemas.openxmlformats.org/drawingml/2006/main" noGrp="1"/>
          </p:cNvSpPr>
          <p:nvPr/>
        </p:nvSpPr>
        <p:spPr>
          <a:xfrm xmlns:a="http://schemas.openxmlformats.org/drawingml/2006/main">
            <a:off x="44577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Adds a memory cell plus</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input / forget / output gates.</a:t>
            </a:r>
          </a:p>
        </p:txBody>
      </p:sp>
      <p:sp>
        <p:nvSpPr>
          <p:cNvPr id="1297746235" name="">
            <a:extLst xmlns:a="http://schemas.openxmlformats.org/drawingml/2006/main">
              <a:ext uri="{FF2B5EF4-FFF2-40B4-BE49-F238E27FC236}">
                <a16:creationId xmlns:a16="http://schemas.microsoft.com/office/drawing/2014/main" id="{59784384-AA6A-41FA-9434-9249B57C0FC3}"/>
              </a:ext>
            </a:extLst>
          </p:cNvPr>
          <p:cNvSpPr>
            <a:spLocks xmlns:a="http://schemas.openxmlformats.org/drawingml/2006/main" noGrp="1"/>
          </p:cNvSpPr>
          <p:nvPr/>
        </p:nvSpPr>
        <p:spPr>
          <a:xfrm xmlns:a="http://schemas.openxmlformats.org/drawingml/2006/main">
            <a:off x="4457700" y="3771900"/>
            <a:ext cx="2571750" cy="0"/>
          </a:xfrm>
          <a:prstGeom xmlns:a="http://schemas.openxmlformats.org/drawingml/2006/main" prst="line">
            <a:avLst/>
          </a:prstGeom>
          <a:ln xmlns:a="http://schemas.openxmlformats.org/drawingml/2006/main" w="9525">
            <a:solidFill>
              <a:srgbClr val="059669"/>
            </a:solidFill>
            <a:prstDash val="solid"/>
          </a:ln>
        </p:spPr>
      </p:sp>
      <p:sp>
        <p:nvSpPr>
          <p:cNvPr id="2093220632" name="">
            <a:extLst xmlns:a="http://schemas.openxmlformats.org/drawingml/2006/main">
              <a:ext uri="{FF2B5EF4-FFF2-40B4-BE49-F238E27FC236}">
                <a16:creationId xmlns:a16="http://schemas.microsoft.com/office/drawing/2014/main" id="{448C8ADE-FE86-4EDF-A717-14BE324B332E}"/>
              </a:ext>
            </a:extLst>
          </p:cNvPr>
          <p:cNvSpPr>
            <a:spLocks xmlns:a="http://schemas.openxmlformats.org/drawingml/2006/main" noGrp="1"/>
          </p:cNvSpPr>
          <p:nvPr/>
        </p:nvSpPr>
        <p:spPr>
          <a:xfrm xmlns:a="http://schemas.openxmlformats.org/drawingml/2006/main">
            <a:off x="44577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stronger memory,</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more parameters and compute.</a:t>
            </a:r>
          </a:p>
        </p:txBody>
      </p:sp>
      <p:sp>
        <p:nvSpPr>
          <p:cNvPr id="591811318" name="">
            <a:extLst xmlns:a="http://schemas.openxmlformats.org/drawingml/2006/main">
              <a:ext uri="{FF2B5EF4-FFF2-40B4-BE49-F238E27FC236}">
                <a16:creationId xmlns:a16="http://schemas.microsoft.com/office/drawing/2014/main" id="{34EC53D6-DFED-4801-9EA6-807DC77DF348}"/>
              </a:ext>
            </a:extLst>
          </p:cNvPr>
          <p:cNvSpPr>
            <a:spLocks xmlns:a="http://schemas.openxmlformats.org/drawingml/2006/main" noGrp="1"/>
          </p:cNvSpPr>
          <p:nvPr/>
        </p:nvSpPr>
        <p:spPr>
          <a:xfrm xmlns:a="http://schemas.openxmlformats.org/drawingml/2006/main">
            <a:off x="7658100" y="1981200"/>
            <a:ext cx="3124200" cy="3162300"/>
          </a:xfrm>
          <a:prstGeom xmlns:a="http://schemas.openxmlformats.org/drawingml/2006/main" prst="roundRect">
            <a:avLst>
              <a:gd name="adj" fmla="val 3659"/>
            </a:avLst>
          </a:prstGeom>
          <a:solidFill xmlns:a="http://schemas.openxmlformats.org/drawingml/2006/main">
            <a:srgbClr val="FFF4E5"/>
          </a:solidFill>
          <a:ln xmlns:a="http://schemas.openxmlformats.org/drawingml/2006/main" w="9525">
            <a:solidFill>
              <a:srgbClr val="D97706"/>
            </a:solidFill>
            <a:prstDash val="solid"/>
          </a:ln>
        </p:spPr>
      </p:sp>
      <p:sp>
        <p:nvSpPr>
          <p:cNvPr id="896919291" name="">
            <a:extLst xmlns:a="http://schemas.openxmlformats.org/drawingml/2006/main">
              <a:ext uri="{FF2B5EF4-FFF2-40B4-BE49-F238E27FC236}">
                <a16:creationId xmlns:a16="http://schemas.microsoft.com/office/drawing/2014/main" id="{2E515968-C4D5-4124-B5C8-950AB4A60461}"/>
              </a:ext>
            </a:extLst>
          </p:cNvPr>
          <p:cNvSpPr>
            <a:spLocks xmlns:a="http://schemas.openxmlformats.org/drawingml/2006/main" noGrp="1"/>
          </p:cNvSpPr>
          <p:nvPr/>
        </p:nvSpPr>
        <p:spPr>
          <a:xfrm xmlns:a="http://schemas.openxmlformats.org/drawingml/2006/main">
            <a:off x="79248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D97706"/>
                </a:solidFill>
                <a:latin typeface="Calibri"/>
                <a:ea typeface="Calibri"/>
                <a:cs typeface="Calibri"/>
              </a:defRPr>
            </a:pPr>
            <a:r>
              <a:rPr sz="2100" b="1">
                <a:solidFill>
                  <a:srgbClr val="D97706"/>
                </a:solidFill>
                <a:latin typeface="Calibri"/>
                <a:ea typeface="Calibri"/>
                <a:cs typeface="Calibri"/>
              </a:rPr>
              <a:t>GRU</a:t>
            </a:r>
          </a:p>
        </p:txBody>
      </p:sp>
      <p:sp>
        <p:nvSpPr>
          <p:cNvPr id="523101177" name="">
            <a:extLst xmlns:a="http://schemas.openxmlformats.org/drawingml/2006/main">
              <a:ext uri="{FF2B5EF4-FFF2-40B4-BE49-F238E27FC236}">
                <a16:creationId xmlns:a16="http://schemas.microsoft.com/office/drawing/2014/main" id="{8F4B2447-B628-4221-8558-916078ACAF6C}"/>
              </a:ext>
            </a:extLst>
          </p:cNvPr>
          <p:cNvSpPr>
            <a:spLocks xmlns:a="http://schemas.openxmlformats.org/drawingml/2006/main" noGrp="1"/>
          </p:cNvSpPr>
          <p:nvPr/>
        </p:nvSpPr>
        <p:spPr>
          <a:xfrm xmlns:a="http://schemas.openxmlformats.org/drawingml/2006/main">
            <a:off x="79248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Uses update and reset gates</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with a simpler state.</a:t>
            </a:r>
          </a:p>
        </p:txBody>
      </p:sp>
      <p:sp>
        <p:nvSpPr>
          <p:cNvPr id="1015592177" name="">
            <a:extLst xmlns:a="http://schemas.openxmlformats.org/drawingml/2006/main">
              <a:ext uri="{FF2B5EF4-FFF2-40B4-BE49-F238E27FC236}">
                <a16:creationId xmlns:a16="http://schemas.microsoft.com/office/drawing/2014/main" id="{66FF3C7D-DD7E-4AC7-A518-EDB7DF242694}"/>
              </a:ext>
            </a:extLst>
          </p:cNvPr>
          <p:cNvSpPr>
            <a:spLocks xmlns:a="http://schemas.openxmlformats.org/drawingml/2006/main" noGrp="1"/>
          </p:cNvSpPr>
          <p:nvPr/>
        </p:nvSpPr>
        <p:spPr>
          <a:xfrm xmlns:a="http://schemas.openxmlformats.org/drawingml/2006/main">
            <a:off x="7924800" y="3771900"/>
            <a:ext cx="2571750" cy="0"/>
          </a:xfrm>
          <a:prstGeom xmlns:a="http://schemas.openxmlformats.org/drawingml/2006/main" prst="line">
            <a:avLst/>
          </a:prstGeom>
          <a:ln xmlns:a="http://schemas.openxmlformats.org/drawingml/2006/main" w="9525">
            <a:solidFill>
              <a:srgbClr val="D97706"/>
            </a:solidFill>
            <a:prstDash val="solid"/>
          </a:ln>
        </p:spPr>
      </p:sp>
      <p:sp>
        <p:nvSpPr>
          <p:cNvPr id="1204221542" name="">
            <a:extLst xmlns:a="http://schemas.openxmlformats.org/drawingml/2006/main">
              <a:ext uri="{FF2B5EF4-FFF2-40B4-BE49-F238E27FC236}">
                <a16:creationId xmlns:a16="http://schemas.microsoft.com/office/drawing/2014/main" id="{CA5E556C-BB97-40DB-BF3D-2D01830A7451}"/>
              </a:ext>
            </a:extLst>
          </p:cNvPr>
          <p:cNvSpPr>
            <a:spLocks xmlns:a="http://schemas.openxmlformats.org/drawingml/2006/main" noGrp="1"/>
          </p:cNvSpPr>
          <p:nvPr/>
        </p:nvSpPr>
        <p:spPr>
          <a:xfrm xmlns:a="http://schemas.openxmlformats.org/drawingml/2006/main">
            <a:off x="79248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lighter than LSTM,</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but still sequential.</a:t>
            </a:r>
          </a:p>
        </p:txBody>
      </p:sp>
      <p:sp>
        <p:nvSpPr>
          <p:cNvPr id="882473432" name="">
            <a:extLst xmlns:a="http://schemas.openxmlformats.org/drawingml/2006/main">
              <a:ext uri="{FF2B5EF4-FFF2-40B4-BE49-F238E27FC236}">
                <a16:creationId xmlns:a16="http://schemas.microsoft.com/office/drawing/2014/main" id="{51B7A9F3-3CFD-418B-8A30-9E525F5288CC}"/>
              </a:ext>
            </a:extLst>
          </p:cNvPr>
          <p:cNvSpPr>
            <a:spLocks xmlns:a="http://schemas.openxmlformats.org/drawingml/2006/main" noGrp="1"/>
          </p:cNvSpPr>
          <p:nvPr/>
        </p:nvSpPr>
        <p:spPr>
          <a:xfrm xmlns:a="http://schemas.openxmlformats.org/drawingml/2006/main">
            <a:off x="876299" y="5486400"/>
            <a:ext cx="1040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latin typeface="Calibri"/>
                <a:ea typeface="Calibri"/>
                <a:cs typeface="Calibri"/>
              </a:defRPr>
            </a:pPr>
            <a:r>
              <a:rPr sz="1350" b="1">
                <a:solidFill>
                  <a:srgbClr val="667085"/>
                </a:solidFill>
                <a:latin typeface="Calibri"/>
                <a:ea typeface="Calibri"/>
                <a:cs typeface="Calibri"/>
              </a:rPr>
              <a:t>Shared limitation: each step depends on the previous step, so training and inference are hard to parallelize.</a:t>
            </a:r>
          </a:p>
        </p:txBody>
      </p:sp>
    </p:spTree>
    <p:extLst>
      <p:ext uri="{BB962C8B-B14F-4D97-AF65-F5344CB8AC3E}">
        <p14:creationId xmlns:p14="http://schemas.microsoft.com/office/powerpoint/2010/main" val="159016366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5241299" name="">
            <a:extLst xmlns:a="http://schemas.openxmlformats.org/drawingml/2006/main">
              <a:ext uri="{FF2B5EF4-FFF2-40B4-BE49-F238E27FC236}">
                <a16:creationId xmlns:a16="http://schemas.microsoft.com/office/drawing/2014/main" id="{F21B670A-EC36-4E54-8DF0-DEDCAE6B87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57565526" name="">
            <a:extLst xmlns:a="http://schemas.openxmlformats.org/drawingml/2006/main">
              <a:ext uri="{FF2B5EF4-FFF2-40B4-BE49-F238E27FC236}">
                <a16:creationId xmlns:a16="http://schemas.microsoft.com/office/drawing/2014/main" id="{E5B6F27B-75CF-433A-8AF9-337A81F4C8D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2036179486" name="">
            <a:extLst xmlns:a="http://schemas.openxmlformats.org/drawingml/2006/main">
              <a:ext uri="{FF2B5EF4-FFF2-40B4-BE49-F238E27FC236}">
                <a16:creationId xmlns:a16="http://schemas.microsoft.com/office/drawing/2014/main" id="{9C6E03F1-3441-488A-9EFF-F7D300524B5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Encoder–decoder maps one sequence to another</a:t>
            </a:r>
          </a:p>
        </p:txBody>
      </p:sp>
      <p:sp>
        <p:nvSpPr>
          <p:cNvPr id="1428987941" name="">
            <a:extLst xmlns:a="http://schemas.openxmlformats.org/drawingml/2006/main">
              <a:ext uri="{FF2B5EF4-FFF2-40B4-BE49-F238E27FC236}">
                <a16:creationId xmlns:a16="http://schemas.microsoft.com/office/drawing/2014/main" id="{2CC35BC1-A2F7-4EE4-8364-B35BF665C0D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29</a:t>
            </a:r>
          </a:p>
        </p:txBody>
      </p:sp>
      <p:pic>
        <p:nvPicPr>
          <p:cNvPr id="2036179492" name=""/>
          <p:cNvPicPr>
            <a:picLocks xmlns:a="http://schemas.openxmlformats.org/drawingml/2006/main" noChangeAspect="1"/>
          </p:cNvPicPr>
          <p:nvPr/>
        </p:nvPicPr>
        <p:blipFill rotWithShape="1">
          <a:blip xmlns:r="http://schemas.openxmlformats.org/officeDocument/2006/relationships" xmlns:a="http://schemas.openxmlformats.org/drawingml/2006/main" r:embed="Rbee838cf33554d04"/>
          <a:stretch xmlns:a="http://schemas.openxmlformats.org/drawingml/2006/main"/>
        </p:blipFill>
        <p:spPr>
          <a:xfrm xmlns:a="http://schemas.openxmlformats.org/drawingml/2006/main">
            <a:off x="1965935" y="1409700"/>
            <a:ext cx="8260129" cy="4648200"/>
          </a:xfrm>
          <a:prstGeom xmlns:a="http://schemas.openxmlformats.org/drawingml/2006/main" prst="rect">
            <a:avLst/>
          </a:prstGeom>
        </p:spPr>
      </p:pic>
    </p:spTree>
    <p:extLst>
      <p:ext uri="{BB962C8B-B14F-4D97-AF65-F5344CB8AC3E}">
        <p14:creationId xmlns:p14="http://schemas.microsoft.com/office/powerpoint/2010/main" val="1375990316"/>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32275701" name="">
            <a:extLst xmlns:a="http://schemas.openxmlformats.org/drawingml/2006/main">
              <a:ext uri="{FF2B5EF4-FFF2-40B4-BE49-F238E27FC236}">
                <a16:creationId xmlns:a16="http://schemas.microsoft.com/office/drawing/2014/main" id="{9B8061C9-E9EE-449F-BA61-A262D88946E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87556794" name="">
            <a:extLst xmlns:a="http://schemas.openxmlformats.org/drawingml/2006/main">
              <a:ext uri="{FF2B5EF4-FFF2-40B4-BE49-F238E27FC236}">
                <a16:creationId xmlns:a16="http://schemas.microsoft.com/office/drawing/2014/main" id="{EDB37946-6A36-4395-9DC4-62B7B628F37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Attention</a:t>
            </a:r>
          </a:p>
        </p:txBody>
      </p:sp>
      <p:sp>
        <p:nvSpPr>
          <p:cNvPr id="618286657" name="">
            <a:extLst xmlns:a="http://schemas.openxmlformats.org/drawingml/2006/main">
              <a:ext uri="{FF2B5EF4-FFF2-40B4-BE49-F238E27FC236}">
                <a16:creationId xmlns:a16="http://schemas.microsoft.com/office/drawing/2014/main" id="{EAC04D65-B110-44BF-8E0B-94299A6014F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50" b="1">
                <a:solidFill>
                  <a:srgbClr val="0B0F19"/>
                </a:solidFill>
                <a:latin typeface="Calibri"/>
                <a:ea typeface="Calibri"/>
                <a:cs typeface="Calibri"/>
              </a:defRPr>
            </a:pPr>
            <a:r>
              <a:rPr sz="2650" b="1">
                <a:solidFill>
                  <a:srgbClr val="0B0F19"/>
                </a:solidFill>
                <a:latin typeface="Calibri"/>
                <a:ea typeface="Calibri"/>
                <a:cs typeface="Calibri"/>
              </a:rPr>
              <a:t>Attention removes the fixed-vector bottleneck</a:t>
            </a:r>
          </a:p>
        </p:txBody>
      </p:sp>
      <p:sp>
        <p:nvSpPr>
          <p:cNvPr id="1366578793" name="">
            <a:extLst xmlns:a="http://schemas.openxmlformats.org/drawingml/2006/main">
              <a:ext uri="{FF2B5EF4-FFF2-40B4-BE49-F238E27FC236}">
                <a16:creationId xmlns:a16="http://schemas.microsoft.com/office/drawing/2014/main" id="{306EEAEA-52F5-4B7D-9E6C-5C3C3A9F08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30</a:t>
            </a:r>
          </a:p>
        </p:txBody>
      </p:sp>
      <p:sp>
        <p:nvSpPr>
          <p:cNvPr id="1998762859" name="">
            <a:extLst xmlns:a="http://schemas.openxmlformats.org/drawingml/2006/main">
              <a:ext uri="{FF2B5EF4-FFF2-40B4-BE49-F238E27FC236}">
                <a16:creationId xmlns:a16="http://schemas.microsoft.com/office/drawing/2014/main" id="{B0CEDE83-CFBD-4C08-B6FF-D4FD1B0B8A24}"/>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Instead of compressing every source token into one vector, each output step can consult the most relevant encoder states.</a:t>
            </a:r>
          </a:p>
        </p:txBody>
      </p:sp>
      <p:sp>
        <p:nvSpPr>
          <p:cNvPr id="291450326" name="">
            <a:extLst xmlns:a="http://schemas.openxmlformats.org/drawingml/2006/main">
              <a:ext uri="{FF2B5EF4-FFF2-40B4-BE49-F238E27FC236}">
                <a16:creationId xmlns:a16="http://schemas.microsoft.com/office/drawing/2014/main" id="{751F2872-06B9-4FD1-ABA4-4D23A8C0E883}"/>
              </a:ext>
            </a:extLst>
          </p:cNvPr>
          <p:cNvSpPr>
            <a:spLocks xmlns:a="http://schemas.openxmlformats.org/drawingml/2006/main" noGrp="1"/>
          </p:cNvSpPr>
          <p:nvPr/>
        </p:nvSpPr>
        <p:spPr>
          <a:xfrm xmlns:a="http://schemas.openxmlformats.org/drawingml/2006/main">
            <a:off x="781050" y="1952625"/>
            <a:ext cx="42862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sp>
      <p:sp>
        <p:nvSpPr>
          <p:cNvPr id="2008102304" name="">
            <a:extLst xmlns:a="http://schemas.openxmlformats.org/drawingml/2006/main">
              <a:ext uri="{FF2B5EF4-FFF2-40B4-BE49-F238E27FC236}">
                <a16:creationId xmlns:a16="http://schemas.microsoft.com/office/drawing/2014/main" id="{F8BBD8D2-8060-44BA-8B34-592A8C78863A}"/>
              </a:ext>
            </a:extLst>
          </p:cNvPr>
          <p:cNvSpPr>
            <a:spLocks xmlns:a="http://schemas.openxmlformats.org/drawingml/2006/main" noGrp="1"/>
          </p:cNvSpPr>
          <p:nvPr/>
        </p:nvSpPr>
        <p:spPr>
          <a:xfrm xmlns:a="http://schemas.openxmlformats.org/drawingml/2006/main">
            <a:off x="106680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DC2626"/>
                </a:solidFill>
                <a:latin typeface="Calibri"/>
                <a:ea typeface="Calibri"/>
                <a:cs typeface="Calibri"/>
              </a:defRPr>
            </a:pPr>
            <a:r>
              <a:rPr sz="1650" b="1">
                <a:solidFill>
                  <a:srgbClr val="DC2626"/>
                </a:solidFill>
                <a:latin typeface="Calibri"/>
                <a:ea typeface="Calibri"/>
                <a:cs typeface="Calibri"/>
              </a:rPr>
              <a:t>Without attention</a:t>
            </a:r>
          </a:p>
        </p:txBody>
      </p:sp>
      <p:sp>
        <p:nvSpPr>
          <p:cNvPr id="583527079" name="">
            <a:extLst xmlns:a="http://schemas.openxmlformats.org/drawingml/2006/main">
              <a:ext uri="{FF2B5EF4-FFF2-40B4-BE49-F238E27FC236}">
                <a16:creationId xmlns:a16="http://schemas.microsoft.com/office/drawing/2014/main" id="{90AB5710-C0D1-44EF-A01F-F1DFBB4EF454}"/>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909167336" name="">
            <a:extLst xmlns:a="http://schemas.openxmlformats.org/drawingml/2006/main">
              <a:ext uri="{FF2B5EF4-FFF2-40B4-BE49-F238E27FC236}">
                <a16:creationId xmlns:a16="http://schemas.microsoft.com/office/drawing/2014/main" id="{875E7A18-47C8-4B7A-BE73-450B1BFC3F77}"/>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2017424658" name="">
            <a:extLst xmlns:a="http://schemas.openxmlformats.org/drawingml/2006/main">
              <a:ext uri="{FF2B5EF4-FFF2-40B4-BE49-F238E27FC236}">
                <a16:creationId xmlns:a16="http://schemas.microsoft.com/office/drawing/2014/main" id="{47A5E4B4-460A-4F59-A101-7A5166A17A90}"/>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530782282" name="">
            <a:extLst xmlns:a="http://schemas.openxmlformats.org/drawingml/2006/main">
              <a:ext uri="{FF2B5EF4-FFF2-40B4-BE49-F238E27FC236}">
                <a16:creationId xmlns:a16="http://schemas.microsoft.com/office/drawing/2014/main" id="{32E73215-BCC7-4402-B11B-3AB5ABD2FFB4}"/>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478953669" name="">
            <a:extLst xmlns:a="http://schemas.openxmlformats.org/drawingml/2006/main">
              <a:ext uri="{FF2B5EF4-FFF2-40B4-BE49-F238E27FC236}">
                <a16:creationId xmlns:a16="http://schemas.microsoft.com/office/drawing/2014/main" id="{3BB30BEC-CCB4-48FC-A144-1AEC389E8166}"/>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842927414" name="">
            <a:extLst xmlns:a="http://schemas.openxmlformats.org/drawingml/2006/main">
              <a:ext uri="{FF2B5EF4-FFF2-40B4-BE49-F238E27FC236}">
                <a16:creationId xmlns:a16="http://schemas.microsoft.com/office/drawing/2014/main" id="{3214F702-2284-4ABA-82B0-A78EE2CCB3FE}"/>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324034378" name="">
            <a:extLst xmlns:a="http://schemas.openxmlformats.org/drawingml/2006/main">
              <a:ext uri="{FF2B5EF4-FFF2-40B4-BE49-F238E27FC236}">
                <a16:creationId xmlns:a16="http://schemas.microsoft.com/office/drawing/2014/main" id="{60CDE2C7-FBD9-4584-B4B7-B32E56BAB1B7}"/>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681082859" name="">
            <a:extLst xmlns:a="http://schemas.openxmlformats.org/drawingml/2006/main">
              <a:ext uri="{FF2B5EF4-FFF2-40B4-BE49-F238E27FC236}">
                <a16:creationId xmlns:a16="http://schemas.microsoft.com/office/drawing/2014/main" id="{B3443CBE-DD93-432B-B59D-EF8B65F37816}"/>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039764424" name="">
            <a:extLst xmlns:a="http://schemas.openxmlformats.org/drawingml/2006/main">
              <a:ext uri="{FF2B5EF4-FFF2-40B4-BE49-F238E27FC236}">
                <a16:creationId xmlns:a16="http://schemas.microsoft.com/office/drawing/2014/main" id="{98F2FA20-CF23-46CD-8D17-31D92E1B09C1}"/>
              </a:ext>
            </a:extLst>
          </p:cNvPr>
          <p:cNvSpPr>
            <a:spLocks xmlns:a="http://schemas.openxmlformats.org/drawingml/2006/main" noGrp="1"/>
          </p:cNvSpPr>
          <p:nvPr/>
        </p:nvSpPr>
        <p:spPr>
          <a:xfrm xmlns:a="http://schemas.openxmlformats.org/drawingml/2006/main">
            <a:off x="2724150" y="34861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00" b="1">
                <a:solidFill>
                  <a:srgbClr val="667085"/>
                </a:solidFill>
                <a:latin typeface="Calibri"/>
                <a:ea typeface="Calibri"/>
                <a:cs typeface="Calibri"/>
              </a:defRPr>
            </a:pPr>
            <a:r>
              <a:rPr sz="2200" b="1">
                <a:solidFill>
                  <a:srgbClr val="667085"/>
                </a:solidFill>
                <a:latin typeface="Calibri"/>
                <a:ea typeface="Calibri"/>
                <a:cs typeface="Calibri"/>
              </a:rPr>
              <a:t>→</a:t>
            </a:r>
          </a:p>
        </p:txBody>
      </p:sp>
      <p:sp>
        <p:nvSpPr>
          <p:cNvPr id="1601206557" name="">
            <a:extLst xmlns:a="http://schemas.openxmlformats.org/drawingml/2006/main">
              <a:ext uri="{FF2B5EF4-FFF2-40B4-BE49-F238E27FC236}">
                <a16:creationId xmlns:a16="http://schemas.microsoft.com/office/drawing/2014/main" id="{B35FE046-61A4-401B-A823-0A9F602047D4}"/>
              </a:ext>
            </a:extLst>
          </p:cNvPr>
          <p:cNvSpPr>
            <a:spLocks xmlns:a="http://schemas.openxmlformats.org/drawingml/2006/main" noGrp="1"/>
          </p:cNvSpPr>
          <p:nvPr/>
        </p:nvSpPr>
        <p:spPr>
          <a:xfrm xmlns:a="http://schemas.openxmlformats.org/drawingml/2006/main">
            <a:off x="1943100" y="4010025"/>
            <a:ext cx="1943100" cy="438149"/>
          </a:xfrm>
          <a:prstGeom xmlns:a="http://schemas.openxmlformats.org/drawingml/2006/main" prst="roundRect">
            <a:avLst>
              <a:gd name="adj" fmla="val 26087"/>
            </a:avLst>
          </a:prstGeom>
          <a:solidFill xmlns:a="http://schemas.openxmlformats.org/drawingml/2006/main">
            <a:srgbClr val="FEE2E2"/>
          </a:solidFill>
          <a:ln xmlns:a="http://schemas.openxmlformats.org/drawingml/2006/main" w="9525">
            <a:solidFill>
              <a:srgbClr val="DC2626"/>
            </a:solidFill>
            <a:prstDash val="solid"/>
          </a:ln>
        </p:spPr>
      </p:sp>
      <p:sp>
        <p:nvSpPr>
          <p:cNvPr id="1178963440" name="">
            <a:extLst xmlns:a="http://schemas.openxmlformats.org/drawingml/2006/main">
              <a:ext uri="{FF2B5EF4-FFF2-40B4-BE49-F238E27FC236}">
                <a16:creationId xmlns:a16="http://schemas.microsoft.com/office/drawing/2014/main" id="{3FD9E280-6569-4524-95B8-810F069B8875}"/>
              </a:ext>
            </a:extLst>
          </p:cNvPr>
          <p:cNvSpPr>
            <a:spLocks xmlns:a="http://schemas.openxmlformats.org/drawingml/2006/main" noGrp="1"/>
          </p:cNvSpPr>
          <p:nvPr/>
        </p:nvSpPr>
        <p:spPr>
          <a:xfrm xmlns:a="http://schemas.openxmlformats.org/drawingml/2006/main">
            <a:off x="1943100" y="4010025"/>
            <a:ext cx="1943100" cy="4381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1">
                <a:solidFill>
                  <a:srgbClr val="DC2626"/>
                </a:solidFill>
                <a:latin typeface="Calibri"/>
                <a:ea typeface="Calibri"/>
                <a:cs typeface="Calibri"/>
              </a:defRPr>
            </a:pPr>
            <a:r>
              <a:rPr sz="1300" b="1">
                <a:solidFill>
                  <a:srgbClr val="DC2626"/>
                </a:solidFill>
                <a:latin typeface="Calibri"/>
                <a:ea typeface="Calibri"/>
                <a:cs typeface="Calibri"/>
              </a:rPr>
              <a:t>one fixed context vector</a:t>
            </a:r>
          </a:p>
        </p:txBody>
      </p:sp>
      <p:sp>
        <p:nvSpPr>
          <p:cNvPr id="764752321" name="">
            <a:extLst xmlns:a="http://schemas.openxmlformats.org/drawingml/2006/main">
              <a:ext uri="{FF2B5EF4-FFF2-40B4-BE49-F238E27FC236}">
                <a16:creationId xmlns:a16="http://schemas.microsoft.com/office/drawing/2014/main" id="{279C85ED-870D-427D-B0FC-6DFA6891ACF1}"/>
              </a:ext>
            </a:extLst>
          </p:cNvPr>
          <p:cNvSpPr>
            <a:spLocks xmlns:a="http://schemas.openxmlformats.org/drawingml/2006/main" noGrp="1"/>
          </p:cNvSpPr>
          <p:nvPr/>
        </p:nvSpPr>
        <p:spPr>
          <a:xfrm xmlns:a="http://schemas.openxmlformats.org/drawingml/2006/main">
            <a:off x="5562600" y="1952625"/>
            <a:ext cx="53530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sp>
      <p:sp>
        <p:nvSpPr>
          <p:cNvPr id="1966840407" name="">
            <a:extLst xmlns:a="http://schemas.openxmlformats.org/drawingml/2006/main">
              <a:ext uri="{FF2B5EF4-FFF2-40B4-BE49-F238E27FC236}">
                <a16:creationId xmlns:a16="http://schemas.microsoft.com/office/drawing/2014/main" id="{F4586F30-C93C-49D8-8349-E7021E29BC91}"/>
              </a:ext>
            </a:extLst>
          </p:cNvPr>
          <p:cNvSpPr>
            <a:spLocks xmlns:a="http://schemas.openxmlformats.org/drawingml/2006/main" noGrp="1"/>
          </p:cNvSpPr>
          <p:nvPr/>
        </p:nvSpPr>
        <p:spPr>
          <a:xfrm xmlns:a="http://schemas.openxmlformats.org/drawingml/2006/main">
            <a:off x="584835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2563EB"/>
                </a:solidFill>
                <a:latin typeface="Calibri"/>
                <a:ea typeface="Calibri"/>
                <a:cs typeface="Calibri"/>
              </a:defRPr>
            </a:pPr>
            <a:r>
              <a:rPr sz="1650" b="1">
                <a:solidFill>
                  <a:srgbClr val="2563EB"/>
                </a:solidFill>
                <a:latin typeface="Calibri"/>
                <a:ea typeface="Calibri"/>
                <a:cs typeface="Calibri"/>
              </a:rPr>
              <a:t>With attention</a:t>
            </a:r>
          </a:p>
        </p:txBody>
      </p:sp>
      <p:sp>
        <p:nvSpPr>
          <p:cNvPr id="1357007467" name="">
            <a:extLst xmlns:a="http://schemas.openxmlformats.org/drawingml/2006/main">
              <a:ext uri="{FF2B5EF4-FFF2-40B4-BE49-F238E27FC236}">
                <a16:creationId xmlns:a16="http://schemas.microsoft.com/office/drawing/2014/main" id="{EB9C6E27-58B3-425D-99BC-7033B20925C5}"/>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416194975" name="">
            <a:extLst xmlns:a="http://schemas.openxmlformats.org/drawingml/2006/main">
              <a:ext uri="{FF2B5EF4-FFF2-40B4-BE49-F238E27FC236}">
                <a16:creationId xmlns:a16="http://schemas.microsoft.com/office/drawing/2014/main" id="{9D09C87E-5AB6-41D7-B022-22985ABDE54B}"/>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350222851" name="">
            <a:extLst xmlns:a="http://schemas.openxmlformats.org/drawingml/2006/main">
              <a:ext uri="{FF2B5EF4-FFF2-40B4-BE49-F238E27FC236}">
                <a16:creationId xmlns:a16="http://schemas.microsoft.com/office/drawing/2014/main" id="{513BAFCF-A9C4-445D-96A3-BB44CAE595E2}"/>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oundRect">
            <a:avLst>
              <a:gd name="adj" fmla="val 28571"/>
            </a:avLst>
          </a:prstGeom>
          <a:solidFill xmlns:a="http://schemas.openxmlformats.org/drawingml/2006/main">
            <a:srgbClr val="EFF6FF"/>
          </a:solidFill>
          <a:ln xmlns:a="http://schemas.openxmlformats.org/drawingml/2006/main" w="9525">
            <a:solidFill>
              <a:srgbClr val="2563EB"/>
            </a:solidFill>
            <a:prstDash val="solid"/>
          </a:ln>
        </p:spPr>
      </p:sp>
      <p:sp>
        <p:nvSpPr>
          <p:cNvPr id="382935701" name="">
            <a:extLst xmlns:a="http://schemas.openxmlformats.org/drawingml/2006/main">
              <a:ext uri="{FF2B5EF4-FFF2-40B4-BE49-F238E27FC236}">
                <a16:creationId xmlns:a16="http://schemas.microsoft.com/office/drawing/2014/main" id="{1AB2654D-0BF2-4CF5-9D44-00B812C6A7BF}"/>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1930356298" name="">
            <a:extLst xmlns:a="http://schemas.openxmlformats.org/drawingml/2006/main">
              <a:ext uri="{FF2B5EF4-FFF2-40B4-BE49-F238E27FC236}">
                <a16:creationId xmlns:a16="http://schemas.microsoft.com/office/drawing/2014/main" id="{9114DA49-E069-40C2-A247-E85052C2E992}"/>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590712436" name="">
            <a:extLst xmlns:a="http://schemas.openxmlformats.org/drawingml/2006/main">
              <a:ext uri="{FF2B5EF4-FFF2-40B4-BE49-F238E27FC236}">
                <a16:creationId xmlns:a16="http://schemas.microsoft.com/office/drawing/2014/main" id="{1B3CFB54-95C7-49F6-8787-2A6946C4362F}"/>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2121637326" name="">
            <a:extLst xmlns:a="http://schemas.openxmlformats.org/drawingml/2006/main">
              <a:ext uri="{FF2B5EF4-FFF2-40B4-BE49-F238E27FC236}">
                <a16:creationId xmlns:a16="http://schemas.microsoft.com/office/drawing/2014/main" id="{9DA1DA6B-D744-4899-81DF-0B44A443333D}"/>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870152549" name="">
            <a:extLst xmlns:a="http://schemas.openxmlformats.org/drawingml/2006/main">
              <a:ext uri="{FF2B5EF4-FFF2-40B4-BE49-F238E27FC236}">
                <a16:creationId xmlns:a16="http://schemas.microsoft.com/office/drawing/2014/main" id="{71583CE6-9EF6-418E-AE8B-A8FA650B3471}"/>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567681238" name="">
            <a:extLst xmlns:a="http://schemas.openxmlformats.org/drawingml/2006/main">
              <a:ext uri="{FF2B5EF4-FFF2-40B4-BE49-F238E27FC236}">
                <a16:creationId xmlns:a16="http://schemas.microsoft.com/office/drawing/2014/main" id="{60415324-2E5F-45D0-A9C1-641F7C12C876}"/>
              </a:ext>
            </a:extLst>
          </p:cNvPr>
          <p:cNvSpPr>
            <a:spLocks xmlns:a="http://schemas.openxmlformats.org/drawingml/2006/main" noGrp="1"/>
          </p:cNvSpPr>
          <p:nvPr/>
        </p:nvSpPr>
        <p:spPr>
          <a:xfrm xmlns:a="http://schemas.openxmlformats.org/drawingml/2006/main">
            <a:off x="9134475" y="27241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output word</a:t>
            </a:r>
          </a:p>
        </p:txBody>
      </p:sp>
      <p:sp>
        <p:nvSpPr>
          <p:cNvPr id="1196990928" name="">
            <a:extLst xmlns:a="http://schemas.openxmlformats.org/drawingml/2006/main">
              <a:ext uri="{FF2B5EF4-FFF2-40B4-BE49-F238E27FC236}">
                <a16:creationId xmlns:a16="http://schemas.microsoft.com/office/drawing/2014/main" id="{5127F692-6947-4FC8-A05B-43D918026340}"/>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oundRect">
            <a:avLst>
              <a:gd name="adj" fmla="val 25000"/>
            </a:avLst>
          </a:prstGeom>
          <a:solidFill xmlns:a="http://schemas.openxmlformats.org/drawingml/2006/main">
            <a:srgbClr val="DBEAFE"/>
          </a:solidFill>
          <a:ln xmlns:a="http://schemas.openxmlformats.org/drawingml/2006/main" w="9525">
            <a:solidFill>
              <a:srgbClr val="2563EB"/>
            </a:solidFill>
            <a:prstDash val="solid"/>
          </a:ln>
        </p:spPr>
      </p:sp>
      <p:sp>
        <p:nvSpPr>
          <p:cNvPr id="1752017728" name="">
            <a:extLst xmlns:a="http://schemas.openxmlformats.org/drawingml/2006/main">
              <a:ext uri="{FF2B5EF4-FFF2-40B4-BE49-F238E27FC236}">
                <a16:creationId xmlns:a16="http://schemas.microsoft.com/office/drawing/2014/main" id="{D43A7673-6107-46AE-B353-1656F76A7583}"/>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it</a:t>
            </a:r>
          </a:p>
        </p:txBody>
      </p:sp>
      <p:sp>
        <p:nvSpPr>
          <p:cNvPr id="987708245" name="">
            <a:extLst xmlns:a="http://schemas.openxmlformats.org/drawingml/2006/main">
              <a:ext uri="{FF2B5EF4-FFF2-40B4-BE49-F238E27FC236}">
                <a16:creationId xmlns:a16="http://schemas.microsoft.com/office/drawing/2014/main" id="{EAE3B7B0-4C9F-4286-B800-499A6B5AEFC6}"/>
              </a:ext>
            </a:extLst>
          </p:cNvPr>
          <p:cNvSpPr>
            <a:spLocks xmlns:a="http://schemas.openxmlformats.org/drawingml/2006/main" noGrp="1"/>
          </p:cNvSpPr>
          <p:nvPr/>
        </p:nvSpPr>
        <p:spPr>
          <a:xfrm xmlns:a="http://schemas.openxmlformats.org/drawingml/2006/main">
            <a:off x="6734175" y="2981325"/>
            <a:ext cx="2867025" cy="142875"/>
          </a:xfrm>
          <a:prstGeom xmlns:a="http://schemas.openxmlformats.org/drawingml/2006/main" prst="line">
            <a:avLst/>
          </a:prstGeom>
          <a:ln xmlns:a="http://schemas.openxmlformats.org/drawingml/2006/main" w="19050">
            <a:solidFill>
              <a:srgbClr val="2563EB"/>
            </a:solidFill>
            <a:prstDash val="solid"/>
          </a:ln>
        </p:spPr>
      </p:sp>
      <p:sp>
        <p:nvSpPr>
          <p:cNvPr id="1328952402" name="">
            <a:extLst xmlns:a="http://schemas.openxmlformats.org/drawingml/2006/main">
              <a:ext uri="{FF2B5EF4-FFF2-40B4-BE49-F238E27FC236}">
                <a16:creationId xmlns:a16="http://schemas.microsoft.com/office/drawing/2014/main" id="{24C4B39D-0C07-4CB2-ADBE-A42700FA19D3}"/>
              </a:ext>
            </a:extLst>
          </p:cNvPr>
          <p:cNvSpPr>
            <a:spLocks xmlns:a="http://schemas.openxmlformats.org/drawingml/2006/main" noGrp="1"/>
          </p:cNvSpPr>
          <p:nvPr/>
        </p:nvSpPr>
        <p:spPr>
          <a:xfrm xmlns:a="http://schemas.openxmlformats.org/drawingml/2006/main">
            <a:off x="8220075" y="2981325"/>
            <a:ext cx="1381125" cy="142875"/>
          </a:xfrm>
          <a:prstGeom xmlns:a="http://schemas.openxmlformats.org/drawingml/2006/main" prst="line">
            <a:avLst/>
          </a:prstGeom>
          <a:ln xmlns:a="http://schemas.openxmlformats.org/drawingml/2006/main" w="19050">
            <a:solidFill>
              <a:srgbClr val="93C5FD"/>
            </a:solidFill>
            <a:prstDash val="solid"/>
          </a:ln>
        </p:spPr>
      </p:sp>
      <p:sp>
        <p:nvSpPr>
          <p:cNvPr id="1019582675" name="">
            <a:extLst xmlns:a="http://schemas.openxmlformats.org/drawingml/2006/main">
              <a:ext uri="{FF2B5EF4-FFF2-40B4-BE49-F238E27FC236}">
                <a16:creationId xmlns:a16="http://schemas.microsoft.com/office/drawing/2014/main" id="{BA257E99-6681-4EC3-94B3-CD9BC6DB176F}"/>
              </a:ext>
            </a:extLst>
          </p:cNvPr>
          <p:cNvSpPr>
            <a:spLocks xmlns:a="http://schemas.openxmlformats.org/drawingml/2006/main" noGrp="1"/>
          </p:cNvSpPr>
          <p:nvPr/>
        </p:nvSpPr>
        <p:spPr>
          <a:xfrm xmlns:a="http://schemas.openxmlformats.org/drawingml/2006/main">
            <a:off x="6276975" y="40195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focus more on relevant tokens</a:t>
            </a:r>
          </a:p>
        </p:txBody>
      </p:sp>
      <p:sp>
        <p:nvSpPr>
          <p:cNvPr id="1350829693" name="">
            <a:extLst xmlns:a="http://schemas.openxmlformats.org/drawingml/2006/main">
              <a:ext uri="{FF2B5EF4-FFF2-40B4-BE49-F238E27FC236}">
                <a16:creationId xmlns:a16="http://schemas.microsoft.com/office/drawing/2014/main" id="{A141777A-CD05-4337-BC7D-7B037DE93E8D}"/>
              </a:ext>
            </a:extLst>
          </p:cNvPr>
          <p:cNvSpPr>
            <a:spLocks xmlns:a="http://schemas.openxmlformats.org/drawingml/2006/main" noGrp="1"/>
          </p:cNvSpPr>
          <p:nvPr/>
        </p:nvSpPr>
        <p:spPr>
          <a:xfrm xmlns:a="http://schemas.openxmlformats.org/drawingml/2006/main">
            <a:off x="1143000" y="540067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This is the bridge from seq2seq to the attention mechanism (Q, K, V).</a:t>
            </a:r>
          </a:p>
        </p:txBody>
      </p:sp>
    </p:spTree>
    <p:extLst>
      <p:ext uri="{BB962C8B-B14F-4D97-AF65-F5344CB8AC3E}">
        <p14:creationId xmlns:p14="http://schemas.microsoft.com/office/powerpoint/2010/main" val="885369455"/>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4676340" name="Rectangle 935271156">
            <a:extLst xmlns:a="http://schemas.openxmlformats.org/drawingml/2006/main">
              <a:ext uri="{FF2B5EF4-FFF2-40B4-BE49-F238E27FC236}">
                <a16:creationId xmlns:a16="http://schemas.microsoft.com/office/drawing/2014/main" id="{804EF604-55D2-40C4-8638-02DE13810AB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922917487" name="Rectangle 251777344">
            <a:extLst xmlns:a="http://schemas.openxmlformats.org/drawingml/2006/main">
              <a:ext uri="{FF2B5EF4-FFF2-40B4-BE49-F238E27FC236}">
                <a16:creationId xmlns:a16="http://schemas.microsoft.com/office/drawing/2014/main" id="{9E09E284-89C9-4316-AA46-65B8E33E082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965552276" name="Rectangle: Rounded Corners 1456392341">
            <a:extLst xmlns:a="http://schemas.openxmlformats.org/drawingml/2006/main">
              <a:ext uri="{FF2B5EF4-FFF2-40B4-BE49-F238E27FC236}">
                <a16:creationId xmlns:a16="http://schemas.microsoft.com/office/drawing/2014/main" id="{AEDD588F-A4B3-4B01-9184-B832CA396F3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1057475" name="Rectangle: Rounded Corners 1987074982">
            <a:extLst xmlns:a="http://schemas.openxmlformats.org/drawingml/2006/main">
              <a:ext uri="{FF2B5EF4-FFF2-40B4-BE49-F238E27FC236}">
                <a16:creationId xmlns:a16="http://schemas.microsoft.com/office/drawing/2014/main" id="{675A2BF3-8102-4F58-91B9-23A9949E194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6879460" name="Rectangle 1286956634">
            <a:extLst xmlns:a="http://schemas.openxmlformats.org/drawingml/2006/main">
              <a:ext uri="{FF2B5EF4-FFF2-40B4-BE49-F238E27FC236}">
                <a16:creationId xmlns:a16="http://schemas.microsoft.com/office/drawing/2014/main" id="{ABF7F431-FB44-457C-8247-672C5662A903}"/>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775969255" name="Rectangle 399762638">
            <a:extLst xmlns:a="http://schemas.openxmlformats.org/drawingml/2006/main">
              <a:ext uri="{FF2B5EF4-FFF2-40B4-BE49-F238E27FC236}">
                <a16:creationId xmlns:a16="http://schemas.microsoft.com/office/drawing/2014/main" id="{4C123C3D-6C8C-43C0-A528-E235F188797E}"/>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235634308" name="Rectangle 1233632033">
            <a:extLst xmlns:a="http://schemas.openxmlformats.org/drawingml/2006/main">
              <a:ext uri="{FF2B5EF4-FFF2-40B4-BE49-F238E27FC236}">
                <a16:creationId xmlns:a16="http://schemas.microsoft.com/office/drawing/2014/main" id="{1003C29F-FC8A-429E-BA8B-78138F0660CB}"/>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122307702" name="Rectangle 987778106">
            <a:extLst xmlns:a="http://schemas.openxmlformats.org/drawingml/2006/main">
              <a:ext uri="{FF2B5EF4-FFF2-40B4-BE49-F238E27FC236}">
                <a16:creationId xmlns:a16="http://schemas.microsoft.com/office/drawing/2014/main" id="{3A8694C9-5744-4D88-A2FA-20D930D418A3}"/>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2123888138" name="Rectangle 1495975732">
            <a:extLst xmlns:a="http://schemas.openxmlformats.org/drawingml/2006/main">
              <a:ext uri="{FF2B5EF4-FFF2-40B4-BE49-F238E27FC236}">
                <a16:creationId xmlns:a16="http://schemas.microsoft.com/office/drawing/2014/main" id="{DB351DC5-F48B-47BF-BCCB-B557C0DDEA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31</a:t>
            </a:r>
          </a:p>
        </p:txBody>
      </p:sp>
      <p:pic>
        <p:nvPicPr>
          <p:cNvPr id="2123888149"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93d16033960f4fc9"/>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752268572"/>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6160712" name="Rectangle 935271156">
            <a:extLst xmlns:a="http://schemas.openxmlformats.org/drawingml/2006/main">
              <a:ext uri="{FF2B5EF4-FFF2-40B4-BE49-F238E27FC236}">
                <a16:creationId xmlns:a16="http://schemas.microsoft.com/office/drawing/2014/main" id="{E52A8C9D-84F0-4196-89C2-E9A51F4937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475977996" name="Rectangle 251777344">
            <a:extLst xmlns:a="http://schemas.openxmlformats.org/drawingml/2006/main">
              <a:ext uri="{FF2B5EF4-FFF2-40B4-BE49-F238E27FC236}">
                <a16:creationId xmlns:a16="http://schemas.microsoft.com/office/drawing/2014/main" id="{3DDD78EF-35BA-410B-B595-A00758A8CEA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Tokenizer</a:t>
            </a:r>
          </a:p>
        </p:txBody>
      </p:sp>
      <p:sp>
        <p:nvSpPr>
          <p:cNvPr id="385358741" name="Rectangle 1495975732">
            <a:extLst xmlns:a="http://schemas.openxmlformats.org/drawingml/2006/main">
              <a:ext uri="{FF2B5EF4-FFF2-40B4-BE49-F238E27FC236}">
                <a16:creationId xmlns:a16="http://schemas.microsoft.com/office/drawing/2014/main" id="{CA49C24D-B265-456F-AC71-9A3CDA357A1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32</a:t>
            </a:r>
          </a:p>
        </p:txBody>
      </p:sp>
      <p:sp>
        <p:nvSpPr>
          <p:cNvPr id="1520354449" name="">
            <a:extLst xmlns:a="http://schemas.openxmlformats.org/drawingml/2006/main">
              <a:ext uri="{FF2B5EF4-FFF2-40B4-BE49-F238E27FC236}">
                <a16:creationId xmlns:a16="http://schemas.microsoft.com/office/drawing/2014/main" id="{27879980-FC80-4BB2-B107-7FFDC1563BBD}"/>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Split text into tokens and map each token to an integer ID.</a:t>
            </a:r>
          </a:p>
        </p:txBody>
      </p:sp>
      <p:sp>
        <p:nvSpPr>
          <p:cNvPr id="1873608234" name="">
            <a:extLst xmlns:a="http://schemas.openxmlformats.org/drawingml/2006/main">
              <a:ext uri="{FF2B5EF4-FFF2-40B4-BE49-F238E27FC236}">
                <a16:creationId xmlns:a16="http://schemas.microsoft.com/office/drawing/2014/main" id="{2EC9477B-DE03-4188-B3AF-A61E41BA7AF1}"/>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1360363685" name="">
            <a:extLst xmlns:a="http://schemas.openxmlformats.org/drawingml/2006/main">
              <a:ext uri="{FF2B5EF4-FFF2-40B4-BE49-F238E27FC236}">
                <a16:creationId xmlns:a16="http://schemas.microsoft.com/office/drawing/2014/main" id="{946BA293-45B9-46D2-8158-BE54D8838DD2}"/>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Text  →  tokens  →  token IDs</a:t>
            </a:r>
          </a:p>
        </p:txBody>
      </p:sp>
      <p:sp>
        <p:nvSpPr>
          <p:cNvPr id="1862877457" name="">
            <a:extLst xmlns:a="http://schemas.openxmlformats.org/drawingml/2006/main">
              <a:ext uri="{FF2B5EF4-FFF2-40B4-BE49-F238E27FC236}">
                <a16:creationId xmlns:a16="http://schemas.microsoft.com/office/drawing/2014/main" id="{CB3ECE45-77CF-4BE1-82AC-F32827B83E58}"/>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1 of 9</a:t>
            </a:r>
          </a:p>
        </p:txBody>
      </p:sp>
      <p:sp>
        <p:nvSpPr>
          <p:cNvPr id="1289905211" name="">
            <a:extLst xmlns:a="http://schemas.openxmlformats.org/drawingml/2006/main">
              <a:ext uri="{FF2B5EF4-FFF2-40B4-BE49-F238E27FC236}">
                <a16:creationId xmlns:a16="http://schemas.microsoft.com/office/drawing/2014/main" id="{C7359864-8EFD-46F4-A2D0-9C0697004014}"/>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1453573706" name="">
            <a:extLst xmlns:a="http://schemas.openxmlformats.org/drawingml/2006/main">
              <a:ext uri="{FF2B5EF4-FFF2-40B4-BE49-F238E27FC236}">
                <a16:creationId xmlns:a16="http://schemas.microsoft.com/office/drawing/2014/main" id="{F99643D6-0051-4E8E-9161-A47F17C58E17}"/>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Tokenizer</a:t>
            </a:r>
          </a:p>
        </p:txBody>
      </p:sp>
      <p:sp>
        <p:nvSpPr>
          <p:cNvPr id="108636068" name="">
            <a:extLst xmlns:a="http://schemas.openxmlformats.org/drawingml/2006/main">
              <a:ext uri="{FF2B5EF4-FFF2-40B4-BE49-F238E27FC236}">
                <a16:creationId xmlns:a16="http://schemas.microsoft.com/office/drawing/2014/main" id="{320E437A-F13C-49CF-B43C-7860AA75ED23}"/>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67123084" name="">
            <a:extLst xmlns:a="http://schemas.openxmlformats.org/drawingml/2006/main">
              <a:ext uri="{FF2B5EF4-FFF2-40B4-BE49-F238E27FC236}">
                <a16:creationId xmlns:a16="http://schemas.microsoft.com/office/drawing/2014/main" id="{0082DA4F-F4B2-459F-A246-CD50E79DCA74}"/>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871961639" name="">
            <a:extLst xmlns:a="http://schemas.openxmlformats.org/drawingml/2006/main">
              <a:ext uri="{FF2B5EF4-FFF2-40B4-BE49-F238E27FC236}">
                <a16:creationId xmlns:a16="http://schemas.microsoft.com/office/drawing/2014/main" id="{AC3AEA13-EBFC-403C-872E-88F17AFE9AC8}"/>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492825888" name="">
            <a:extLst xmlns:a="http://schemas.openxmlformats.org/drawingml/2006/main">
              <a:ext uri="{FF2B5EF4-FFF2-40B4-BE49-F238E27FC236}">
                <a16:creationId xmlns:a16="http://schemas.microsoft.com/office/drawing/2014/main" id="{CF65304C-804E-418D-874C-0E567F2E0499}"/>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841508762" name="">
            <a:extLst xmlns:a="http://schemas.openxmlformats.org/drawingml/2006/main">
              <a:ext uri="{FF2B5EF4-FFF2-40B4-BE49-F238E27FC236}">
                <a16:creationId xmlns:a16="http://schemas.microsoft.com/office/drawing/2014/main" id="{05A902EA-4936-4126-AB68-6F2613720EFE}"/>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720997286" name="">
            <a:extLst xmlns:a="http://schemas.openxmlformats.org/drawingml/2006/main">
              <a:ext uri="{FF2B5EF4-FFF2-40B4-BE49-F238E27FC236}">
                <a16:creationId xmlns:a16="http://schemas.microsoft.com/office/drawing/2014/main" id="{730AFC7A-8FFF-449E-819E-DF88B2EBEC70}"/>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66167764" name="">
            <a:extLst xmlns:a="http://schemas.openxmlformats.org/drawingml/2006/main">
              <a:ext uri="{FF2B5EF4-FFF2-40B4-BE49-F238E27FC236}">
                <a16:creationId xmlns:a16="http://schemas.microsoft.com/office/drawing/2014/main" id="{FBAC1EA4-5848-41FE-ACD0-8B8E3F188AF3}"/>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552272380" name="">
            <a:extLst xmlns:a="http://schemas.openxmlformats.org/drawingml/2006/main">
              <a:ext uri="{FF2B5EF4-FFF2-40B4-BE49-F238E27FC236}">
                <a16:creationId xmlns:a16="http://schemas.microsoft.com/office/drawing/2014/main" id="{BA37266C-59AA-4A25-A067-CE2CA76D0EE7}"/>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704678956" name="">
            <a:extLst xmlns:a="http://schemas.openxmlformats.org/drawingml/2006/main">
              <a:ext uri="{FF2B5EF4-FFF2-40B4-BE49-F238E27FC236}">
                <a16:creationId xmlns:a16="http://schemas.microsoft.com/office/drawing/2014/main" id="{1D5DBBF8-E944-4669-8D61-C87D5E7DB515}"/>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934191661" name="">
            <a:extLst xmlns:a="http://schemas.openxmlformats.org/drawingml/2006/main">
              <a:ext uri="{FF2B5EF4-FFF2-40B4-BE49-F238E27FC236}">
                <a16:creationId xmlns:a16="http://schemas.microsoft.com/office/drawing/2014/main" id="{802C315D-0B1B-4694-BAED-999AC4315953}"/>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966229483" name="">
            <a:extLst xmlns:a="http://schemas.openxmlformats.org/drawingml/2006/main">
              <a:ext uri="{FF2B5EF4-FFF2-40B4-BE49-F238E27FC236}">
                <a16:creationId xmlns:a16="http://schemas.microsoft.com/office/drawing/2014/main" id="{6467AEE6-7232-41A9-B6A5-014B350CEA2D}"/>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422652344" name="">
            <a:extLst xmlns:a="http://schemas.openxmlformats.org/drawingml/2006/main">
              <a:ext uri="{FF2B5EF4-FFF2-40B4-BE49-F238E27FC236}">
                <a16:creationId xmlns:a16="http://schemas.microsoft.com/office/drawing/2014/main" id="{27016B41-260D-4400-8892-C8E4C31CE7F2}"/>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401725213" name="">
            <a:extLst xmlns:a="http://schemas.openxmlformats.org/drawingml/2006/main">
              <a:ext uri="{FF2B5EF4-FFF2-40B4-BE49-F238E27FC236}">
                <a16:creationId xmlns:a16="http://schemas.microsoft.com/office/drawing/2014/main" id="{21187C8C-BD01-4AE5-A79E-D6C27B87845E}"/>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71359989" name="">
            <a:extLst xmlns:a="http://schemas.openxmlformats.org/drawingml/2006/main">
              <a:ext uri="{FF2B5EF4-FFF2-40B4-BE49-F238E27FC236}">
                <a16:creationId xmlns:a16="http://schemas.microsoft.com/office/drawing/2014/main" id="{20620606-038F-4232-A458-0CDAD022BC6E}"/>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563812281" name="">
            <a:extLst xmlns:a="http://schemas.openxmlformats.org/drawingml/2006/main">
              <a:ext uri="{FF2B5EF4-FFF2-40B4-BE49-F238E27FC236}">
                <a16:creationId xmlns:a16="http://schemas.microsoft.com/office/drawing/2014/main" id="{1C8761A4-E0C3-48C0-9870-F76943F99730}"/>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10952944" name="">
            <a:extLst xmlns:a="http://schemas.openxmlformats.org/drawingml/2006/main">
              <a:ext uri="{FF2B5EF4-FFF2-40B4-BE49-F238E27FC236}">
                <a16:creationId xmlns:a16="http://schemas.microsoft.com/office/drawing/2014/main" id="{C61F8737-F398-403B-B5E5-5F3157B7F22C}"/>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661553344" name="">
            <a:extLst xmlns:a="http://schemas.openxmlformats.org/drawingml/2006/main">
              <a:ext uri="{FF2B5EF4-FFF2-40B4-BE49-F238E27FC236}">
                <a16:creationId xmlns:a16="http://schemas.microsoft.com/office/drawing/2014/main" id="{C9B9B7A3-7CF7-4B53-950A-D62B28A34176}"/>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876086546" name="">
            <a:extLst xmlns:a="http://schemas.openxmlformats.org/drawingml/2006/main">
              <a:ext uri="{FF2B5EF4-FFF2-40B4-BE49-F238E27FC236}">
                <a16:creationId xmlns:a16="http://schemas.microsoft.com/office/drawing/2014/main" id="{B3D04B23-A49B-443D-AD69-3E4D268A699B}"/>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400399300" name="">
            <a:extLst xmlns:a="http://schemas.openxmlformats.org/drawingml/2006/main">
              <a:ext uri="{FF2B5EF4-FFF2-40B4-BE49-F238E27FC236}">
                <a16:creationId xmlns:a16="http://schemas.microsoft.com/office/drawing/2014/main" id="{42623A07-9564-4227-AB1B-1058C8DFD30E}"/>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465861314" name="">
            <a:extLst xmlns:a="http://schemas.openxmlformats.org/drawingml/2006/main">
              <a:ext uri="{FF2B5EF4-FFF2-40B4-BE49-F238E27FC236}">
                <a16:creationId xmlns:a16="http://schemas.microsoft.com/office/drawing/2014/main" id="{DF46DD2B-CC87-422B-AFCF-E0A3F4FDC2B1}"/>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7831808" name="">
            <a:extLst xmlns:a="http://schemas.openxmlformats.org/drawingml/2006/main">
              <a:ext uri="{FF2B5EF4-FFF2-40B4-BE49-F238E27FC236}">
                <a16:creationId xmlns:a16="http://schemas.microsoft.com/office/drawing/2014/main" id="{ADC30E17-43CE-489A-98AD-007EEE456C1F}"/>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513580956" name="">
            <a:extLst xmlns:a="http://schemas.openxmlformats.org/drawingml/2006/main">
              <a:ext uri="{FF2B5EF4-FFF2-40B4-BE49-F238E27FC236}">
                <a16:creationId xmlns:a16="http://schemas.microsoft.com/office/drawing/2014/main" id="{282EC842-92D8-4736-8EB5-EEB4794E87C0}"/>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3476199" name="">
            <a:extLst xmlns:a="http://schemas.openxmlformats.org/drawingml/2006/main">
              <a:ext uri="{FF2B5EF4-FFF2-40B4-BE49-F238E27FC236}">
                <a16:creationId xmlns:a16="http://schemas.microsoft.com/office/drawing/2014/main" id="{6C42FD82-CC03-41A3-9CC6-B11D5AC32E4B}"/>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196237099" name="">
            <a:extLst xmlns:a="http://schemas.openxmlformats.org/drawingml/2006/main">
              <a:ext uri="{FF2B5EF4-FFF2-40B4-BE49-F238E27FC236}">
                <a16:creationId xmlns:a16="http://schemas.microsoft.com/office/drawing/2014/main" id="{EA0464F8-C0D5-4AB8-AEEB-A5A93A39A7AF}"/>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952258913" name="">
            <a:extLst xmlns:a="http://schemas.openxmlformats.org/drawingml/2006/main">
              <a:ext uri="{FF2B5EF4-FFF2-40B4-BE49-F238E27FC236}">
                <a16:creationId xmlns:a16="http://schemas.microsoft.com/office/drawing/2014/main" id="{9A04707A-C785-4FD8-8ADD-1940F4897B66}"/>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2141547845"/>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24275874" name="Rectangle 935271156">
            <a:extLst xmlns:a="http://schemas.openxmlformats.org/drawingml/2006/main">
              <a:ext uri="{FF2B5EF4-FFF2-40B4-BE49-F238E27FC236}">
                <a16:creationId xmlns:a16="http://schemas.microsoft.com/office/drawing/2014/main" id="{C6757DF2-D95F-4DF2-BD58-9BED5F8C85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367114370" name="Rectangle 251777344">
            <a:extLst xmlns:a="http://schemas.openxmlformats.org/drawingml/2006/main">
              <a:ext uri="{FF2B5EF4-FFF2-40B4-BE49-F238E27FC236}">
                <a16:creationId xmlns:a16="http://schemas.microsoft.com/office/drawing/2014/main" id="{B9E53A9C-045A-4C6C-B88B-E1DA732BCC0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Embedding</a:t>
            </a:r>
          </a:p>
        </p:txBody>
      </p:sp>
      <p:sp>
        <p:nvSpPr>
          <p:cNvPr id="450341275" name="Rectangle 1495975732">
            <a:extLst xmlns:a="http://schemas.openxmlformats.org/drawingml/2006/main">
              <a:ext uri="{FF2B5EF4-FFF2-40B4-BE49-F238E27FC236}">
                <a16:creationId xmlns:a16="http://schemas.microsoft.com/office/drawing/2014/main" id="{65430EB7-E4ED-46CE-BD2A-1D9B8C90C45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33</a:t>
            </a:r>
          </a:p>
        </p:txBody>
      </p:sp>
      <p:sp>
        <p:nvSpPr>
          <p:cNvPr id="360003234" name="">
            <a:extLst xmlns:a="http://schemas.openxmlformats.org/drawingml/2006/main">
              <a:ext uri="{FF2B5EF4-FFF2-40B4-BE49-F238E27FC236}">
                <a16:creationId xmlns:a16="http://schemas.microsoft.com/office/drawing/2014/main" id="{5B84768E-AD2B-4A70-9D4A-09BE12C51E7A}"/>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Turn each token ID into a learned dense vector.</a:t>
            </a:r>
          </a:p>
        </p:txBody>
      </p:sp>
      <p:sp>
        <p:nvSpPr>
          <p:cNvPr id="313930950" name="">
            <a:extLst xmlns:a="http://schemas.openxmlformats.org/drawingml/2006/main">
              <a:ext uri="{FF2B5EF4-FFF2-40B4-BE49-F238E27FC236}">
                <a16:creationId xmlns:a16="http://schemas.microsoft.com/office/drawing/2014/main" id="{3E7C3B57-8763-4C9E-AC66-7234F9B2FDED}"/>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346553547" name="">
            <a:extLst xmlns:a="http://schemas.openxmlformats.org/drawingml/2006/main">
              <a:ext uri="{FF2B5EF4-FFF2-40B4-BE49-F238E27FC236}">
                <a16:creationId xmlns:a16="http://schemas.microsoft.com/office/drawing/2014/main" id="{E86DC12A-BA34-4D78-9C69-7CB88A3BDFA4}"/>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token ID  →  embedding vector</a:t>
            </a:r>
          </a:p>
        </p:txBody>
      </p:sp>
      <p:sp>
        <p:nvSpPr>
          <p:cNvPr id="342826494" name="">
            <a:extLst xmlns:a="http://schemas.openxmlformats.org/drawingml/2006/main">
              <a:ext uri="{FF2B5EF4-FFF2-40B4-BE49-F238E27FC236}">
                <a16:creationId xmlns:a16="http://schemas.microsoft.com/office/drawing/2014/main" id="{6E4D1872-9ADF-4119-A824-CAE9FC44429D}"/>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2 of 9</a:t>
            </a:r>
          </a:p>
        </p:txBody>
      </p:sp>
      <p:sp>
        <p:nvSpPr>
          <p:cNvPr id="1156686801" name="">
            <a:extLst xmlns:a="http://schemas.openxmlformats.org/drawingml/2006/main">
              <a:ext uri="{FF2B5EF4-FFF2-40B4-BE49-F238E27FC236}">
                <a16:creationId xmlns:a16="http://schemas.microsoft.com/office/drawing/2014/main" id="{2EC31C97-E720-4E9B-869F-DFA1E0E16B7F}"/>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732859446" name="">
            <a:extLst xmlns:a="http://schemas.openxmlformats.org/drawingml/2006/main">
              <a:ext uri="{FF2B5EF4-FFF2-40B4-BE49-F238E27FC236}">
                <a16:creationId xmlns:a16="http://schemas.microsoft.com/office/drawing/2014/main" id="{4D4E928D-AD6A-4AC9-96D5-C3A865688BC4}"/>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532226075" name="">
            <a:extLst xmlns:a="http://schemas.openxmlformats.org/drawingml/2006/main">
              <a:ext uri="{FF2B5EF4-FFF2-40B4-BE49-F238E27FC236}">
                <a16:creationId xmlns:a16="http://schemas.microsoft.com/office/drawing/2014/main" id="{DBD5C94A-3651-4F58-A5E1-6CA856984C67}"/>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81330969" name="">
            <a:extLst xmlns:a="http://schemas.openxmlformats.org/drawingml/2006/main">
              <a:ext uri="{FF2B5EF4-FFF2-40B4-BE49-F238E27FC236}">
                <a16:creationId xmlns:a16="http://schemas.microsoft.com/office/drawing/2014/main" id="{0B6693F8-9D90-4669-9244-E67EF6753CD3}"/>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1593497552" name="">
            <a:extLst xmlns:a="http://schemas.openxmlformats.org/drawingml/2006/main">
              <a:ext uri="{FF2B5EF4-FFF2-40B4-BE49-F238E27FC236}">
                <a16:creationId xmlns:a16="http://schemas.microsoft.com/office/drawing/2014/main" id="{66CF3DBE-584D-4A64-B754-EF9FDAC5AA3E}"/>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Embedding</a:t>
            </a:r>
          </a:p>
        </p:txBody>
      </p:sp>
      <p:sp>
        <p:nvSpPr>
          <p:cNvPr id="661461160" name="">
            <a:extLst xmlns:a="http://schemas.openxmlformats.org/drawingml/2006/main">
              <a:ext uri="{FF2B5EF4-FFF2-40B4-BE49-F238E27FC236}">
                <a16:creationId xmlns:a16="http://schemas.microsoft.com/office/drawing/2014/main" id="{1E8F0DA0-DC6D-49F6-8BDE-0693534D682B}"/>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825104571" name="">
            <a:extLst xmlns:a="http://schemas.openxmlformats.org/drawingml/2006/main">
              <a:ext uri="{FF2B5EF4-FFF2-40B4-BE49-F238E27FC236}">
                <a16:creationId xmlns:a16="http://schemas.microsoft.com/office/drawing/2014/main" id="{5DCFE82C-FF9A-4F0E-B13C-850B10380F38}"/>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312961918" name="">
            <a:extLst xmlns:a="http://schemas.openxmlformats.org/drawingml/2006/main">
              <a:ext uri="{FF2B5EF4-FFF2-40B4-BE49-F238E27FC236}">
                <a16:creationId xmlns:a16="http://schemas.microsoft.com/office/drawing/2014/main" id="{0EC90933-F1E9-4D44-8771-18E7AA3D5464}"/>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850174112" name="">
            <a:extLst xmlns:a="http://schemas.openxmlformats.org/drawingml/2006/main">
              <a:ext uri="{FF2B5EF4-FFF2-40B4-BE49-F238E27FC236}">
                <a16:creationId xmlns:a16="http://schemas.microsoft.com/office/drawing/2014/main" id="{DFB04DDF-2EB3-4B52-91CD-7DE92587C41E}"/>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762734310" name="">
            <a:extLst xmlns:a="http://schemas.openxmlformats.org/drawingml/2006/main">
              <a:ext uri="{FF2B5EF4-FFF2-40B4-BE49-F238E27FC236}">
                <a16:creationId xmlns:a16="http://schemas.microsoft.com/office/drawing/2014/main" id="{A5565515-2831-470E-BE0A-B7453FCBD1D7}"/>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390136819" name="">
            <a:extLst xmlns:a="http://schemas.openxmlformats.org/drawingml/2006/main">
              <a:ext uri="{FF2B5EF4-FFF2-40B4-BE49-F238E27FC236}">
                <a16:creationId xmlns:a16="http://schemas.microsoft.com/office/drawing/2014/main" id="{B47ED3B6-3D75-4863-89A9-CDF6764447AB}"/>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475687796" name="">
            <a:extLst xmlns:a="http://schemas.openxmlformats.org/drawingml/2006/main">
              <a:ext uri="{FF2B5EF4-FFF2-40B4-BE49-F238E27FC236}">
                <a16:creationId xmlns:a16="http://schemas.microsoft.com/office/drawing/2014/main" id="{17AAB9E5-2B2A-4930-89A7-0D50057D8F16}"/>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573033614" name="">
            <a:extLst xmlns:a="http://schemas.openxmlformats.org/drawingml/2006/main">
              <a:ext uri="{FF2B5EF4-FFF2-40B4-BE49-F238E27FC236}">
                <a16:creationId xmlns:a16="http://schemas.microsoft.com/office/drawing/2014/main" id="{FD4C61F9-9D63-4EA4-A94E-182A780745B3}"/>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975626969" name="">
            <a:extLst xmlns:a="http://schemas.openxmlformats.org/drawingml/2006/main">
              <a:ext uri="{FF2B5EF4-FFF2-40B4-BE49-F238E27FC236}">
                <a16:creationId xmlns:a16="http://schemas.microsoft.com/office/drawing/2014/main" id="{44DEB194-B58B-43E2-AD19-E20119276192}"/>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103483256" name="">
            <a:extLst xmlns:a="http://schemas.openxmlformats.org/drawingml/2006/main">
              <a:ext uri="{FF2B5EF4-FFF2-40B4-BE49-F238E27FC236}">
                <a16:creationId xmlns:a16="http://schemas.microsoft.com/office/drawing/2014/main" id="{4A27E1D9-6048-4216-83C6-48E5497D2FE7}"/>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960749980" name="">
            <a:extLst xmlns:a="http://schemas.openxmlformats.org/drawingml/2006/main">
              <a:ext uri="{FF2B5EF4-FFF2-40B4-BE49-F238E27FC236}">
                <a16:creationId xmlns:a16="http://schemas.microsoft.com/office/drawing/2014/main" id="{276D29FA-0B14-4A38-A185-3E3DC74B9484}"/>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28381933" name="">
            <a:extLst xmlns:a="http://schemas.openxmlformats.org/drawingml/2006/main">
              <a:ext uri="{FF2B5EF4-FFF2-40B4-BE49-F238E27FC236}">
                <a16:creationId xmlns:a16="http://schemas.microsoft.com/office/drawing/2014/main" id="{0A630C3D-2868-421D-ADE8-06668E31EE2F}"/>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948896588" name="">
            <a:extLst xmlns:a="http://schemas.openxmlformats.org/drawingml/2006/main">
              <a:ext uri="{FF2B5EF4-FFF2-40B4-BE49-F238E27FC236}">
                <a16:creationId xmlns:a16="http://schemas.microsoft.com/office/drawing/2014/main" id="{F953512C-C73E-4B05-B43B-F306E81D6377}"/>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449435611" name="">
            <a:extLst xmlns:a="http://schemas.openxmlformats.org/drawingml/2006/main">
              <a:ext uri="{FF2B5EF4-FFF2-40B4-BE49-F238E27FC236}">
                <a16:creationId xmlns:a16="http://schemas.microsoft.com/office/drawing/2014/main" id="{5A14BD02-64DF-45C4-AC01-BFFBC5F66A21}"/>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528401360" name="">
            <a:extLst xmlns:a="http://schemas.openxmlformats.org/drawingml/2006/main">
              <a:ext uri="{FF2B5EF4-FFF2-40B4-BE49-F238E27FC236}">
                <a16:creationId xmlns:a16="http://schemas.microsoft.com/office/drawing/2014/main" id="{24358897-1C35-4743-94B7-C380F1861E6C}"/>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618974204" name="">
            <a:extLst xmlns:a="http://schemas.openxmlformats.org/drawingml/2006/main">
              <a:ext uri="{FF2B5EF4-FFF2-40B4-BE49-F238E27FC236}">
                <a16:creationId xmlns:a16="http://schemas.microsoft.com/office/drawing/2014/main" id="{3D87501F-8B87-4AC9-A7E7-BDC68A0DB7EC}"/>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473850825" name="">
            <a:extLst xmlns:a="http://schemas.openxmlformats.org/drawingml/2006/main">
              <a:ext uri="{FF2B5EF4-FFF2-40B4-BE49-F238E27FC236}">
                <a16:creationId xmlns:a16="http://schemas.microsoft.com/office/drawing/2014/main" id="{89E36388-B364-4290-9207-C49A07116384}"/>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954626525" name="">
            <a:extLst xmlns:a="http://schemas.openxmlformats.org/drawingml/2006/main">
              <a:ext uri="{FF2B5EF4-FFF2-40B4-BE49-F238E27FC236}">
                <a16:creationId xmlns:a16="http://schemas.microsoft.com/office/drawing/2014/main" id="{E9333B07-5FDF-4281-994E-F570AB5B2B26}"/>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888512668" name="">
            <a:extLst xmlns:a="http://schemas.openxmlformats.org/drawingml/2006/main">
              <a:ext uri="{FF2B5EF4-FFF2-40B4-BE49-F238E27FC236}">
                <a16:creationId xmlns:a16="http://schemas.microsoft.com/office/drawing/2014/main" id="{340AE3D5-52F0-4097-B57E-680B867DAD17}"/>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90442213" name="">
            <a:extLst xmlns:a="http://schemas.openxmlformats.org/drawingml/2006/main">
              <a:ext uri="{FF2B5EF4-FFF2-40B4-BE49-F238E27FC236}">
                <a16:creationId xmlns:a16="http://schemas.microsoft.com/office/drawing/2014/main" id="{13979152-507A-4052-AF34-787B8B7CA2BD}"/>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277252148" name="">
            <a:extLst xmlns:a="http://schemas.openxmlformats.org/drawingml/2006/main">
              <a:ext uri="{FF2B5EF4-FFF2-40B4-BE49-F238E27FC236}">
                <a16:creationId xmlns:a16="http://schemas.microsoft.com/office/drawing/2014/main" id="{5C41AE40-1952-4879-9B56-07D89B064F13}"/>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72614449" name="">
            <a:extLst xmlns:a="http://schemas.openxmlformats.org/drawingml/2006/main">
              <a:ext uri="{FF2B5EF4-FFF2-40B4-BE49-F238E27FC236}">
                <a16:creationId xmlns:a16="http://schemas.microsoft.com/office/drawing/2014/main" id="{976DB287-A00A-4EE5-836C-803B87F6B2BA}"/>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667005928"/>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2052281" name="Rectangle 935271156">
            <a:extLst xmlns:a="http://schemas.openxmlformats.org/drawingml/2006/main">
              <a:ext uri="{FF2B5EF4-FFF2-40B4-BE49-F238E27FC236}">
                <a16:creationId xmlns:a16="http://schemas.microsoft.com/office/drawing/2014/main" id="{B7D58396-FCCB-4B51-87D7-68731CC0E2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859221465" name="Rectangle 251777344">
            <a:extLst xmlns:a="http://schemas.openxmlformats.org/drawingml/2006/main">
              <a:ext uri="{FF2B5EF4-FFF2-40B4-BE49-F238E27FC236}">
                <a16:creationId xmlns:a16="http://schemas.microsoft.com/office/drawing/2014/main" id="{0A7930FB-67EB-4CED-9D2A-0069428E302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Positional encoding</a:t>
            </a:r>
          </a:p>
        </p:txBody>
      </p:sp>
      <p:sp>
        <p:nvSpPr>
          <p:cNvPr id="2143142899" name="Rectangle 1495975732">
            <a:extLst xmlns:a="http://schemas.openxmlformats.org/drawingml/2006/main">
              <a:ext uri="{FF2B5EF4-FFF2-40B4-BE49-F238E27FC236}">
                <a16:creationId xmlns:a16="http://schemas.microsoft.com/office/drawing/2014/main" id="{862F3392-9941-4D97-A2B2-AC40907C5F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34</a:t>
            </a:r>
          </a:p>
        </p:txBody>
      </p:sp>
      <p:sp>
        <p:nvSpPr>
          <p:cNvPr id="406610865" name="">
            <a:extLst xmlns:a="http://schemas.openxmlformats.org/drawingml/2006/main">
              <a:ext uri="{FF2B5EF4-FFF2-40B4-BE49-F238E27FC236}">
                <a16:creationId xmlns:a16="http://schemas.microsoft.com/office/drawing/2014/main" id="{F11B78BB-B00A-4E09-A7FF-B95E32C6E794}"/>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Add position information so the model can distinguish word order.</a:t>
            </a:r>
          </a:p>
        </p:txBody>
      </p:sp>
      <p:sp>
        <p:nvSpPr>
          <p:cNvPr id="1744791518" name="">
            <a:extLst xmlns:a="http://schemas.openxmlformats.org/drawingml/2006/main">
              <a:ext uri="{FF2B5EF4-FFF2-40B4-BE49-F238E27FC236}">
                <a16:creationId xmlns:a16="http://schemas.microsoft.com/office/drawing/2014/main" id="{0911DFCE-9061-495A-B130-0261D176DB7C}"/>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1708935018" name="">
            <a:extLst xmlns:a="http://schemas.openxmlformats.org/drawingml/2006/main">
              <a:ext uri="{FF2B5EF4-FFF2-40B4-BE49-F238E27FC236}">
                <a16:creationId xmlns:a16="http://schemas.microsoft.com/office/drawing/2014/main" id="{B6B235FB-4F48-4638-8A40-302A7C5D1ED0}"/>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token embedding  +  position signal</a:t>
            </a:r>
          </a:p>
        </p:txBody>
      </p:sp>
      <p:sp>
        <p:nvSpPr>
          <p:cNvPr id="712619352" name="">
            <a:extLst xmlns:a="http://schemas.openxmlformats.org/drawingml/2006/main">
              <a:ext uri="{FF2B5EF4-FFF2-40B4-BE49-F238E27FC236}">
                <a16:creationId xmlns:a16="http://schemas.microsoft.com/office/drawing/2014/main" id="{946171E7-C3EF-4BD7-94F0-8C0F2D55EF05}"/>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3 of 9</a:t>
            </a:r>
          </a:p>
        </p:txBody>
      </p:sp>
      <p:sp>
        <p:nvSpPr>
          <p:cNvPr id="20295917" name="">
            <a:extLst xmlns:a="http://schemas.openxmlformats.org/drawingml/2006/main">
              <a:ext uri="{FF2B5EF4-FFF2-40B4-BE49-F238E27FC236}">
                <a16:creationId xmlns:a16="http://schemas.microsoft.com/office/drawing/2014/main" id="{9A7374A8-2E5E-4693-B551-0B818DCA0654}"/>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329746684" name="">
            <a:extLst xmlns:a="http://schemas.openxmlformats.org/drawingml/2006/main">
              <a:ext uri="{FF2B5EF4-FFF2-40B4-BE49-F238E27FC236}">
                <a16:creationId xmlns:a16="http://schemas.microsoft.com/office/drawing/2014/main" id="{081333CD-0940-468E-B0EE-3AC92ED9E958}"/>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131931567" name="">
            <a:extLst xmlns:a="http://schemas.openxmlformats.org/drawingml/2006/main">
              <a:ext uri="{FF2B5EF4-FFF2-40B4-BE49-F238E27FC236}">
                <a16:creationId xmlns:a16="http://schemas.microsoft.com/office/drawing/2014/main" id="{D2457C0C-6E76-4274-BF49-473D1A74AB11}"/>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163021260" name="">
            <a:extLst xmlns:a="http://schemas.openxmlformats.org/drawingml/2006/main">
              <a:ext uri="{FF2B5EF4-FFF2-40B4-BE49-F238E27FC236}">
                <a16:creationId xmlns:a16="http://schemas.microsoft.com/office/drawing/2014/main" id="{DAAC1FC2-0914-408D-9155-B03FBBAA001A}"/>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117055839" name="">
            <a:extLst xmlns:a="http://schemas.openxmlformats.org/drawingml/2006/main">
              <a:ext uri="{FF2B5EF4-FFF2-40B4-BE49-F238E27FC236}">
                <a16:creationId xmlns:a16="http://schemas.microsoft.com/office/drawing/2014/main" id="{9C27E9EB-AAA3-4077-8C88-3C81992D155A}"/>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251232545" name="">
            <a:extLst xmlns:a="http://schemas.openxmlformats.org/drawingml/2006/main">
              <a:ext uri="{FF2B5EF4-FFF2-40B4-BE49-F238E27FC236}">
                <a16:creationId xmlns:a16="http://schemas.microsoft.com/office/drawing/2014/main" id="{52D78A8A-A9BB-4E66-AABA-5EEFC7AFC837}"/>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19399979" name="">
            <a:extLst xmlns:a="http://schemas.openxmlformats.org/drawingml/2006/main">
              <a:ext uri="{FF2B5EF4-FFF2-40B4-BE49-F238E27FC236}">
                <a16:creationId xmlns:a16="http://schemas.microsoft.com/office/drawing/2014/main" id="{53D181E2-7DA3-426F-B128-EA4B9D6C7CAF}"/>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460812588" name="">
            <a:extLst xmlns:a="http://schemas.openxmlformats.org/drawingml/2006/main">
              <a:ext uri="{FF2B5EF4-FFF2-40B4-BE49-F238E27FC236}">
                <a16:creationId xmlns:a16="http://schemas.microsoft.com/office/drawing/2014/main" id="{D25E445C-C76A-48D2-8488-9AB49B6FFE5E}"/>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Positional encoding</a:t>
            </a:r>
          </a:p>
        </p:txBody>
      </p:sp>
      <p:sp>
        <p:nvSpPr>
          <p:cNvPr id="715427301" name="">
            <a:extLst xmlns:a="http://schemas.openxmlformats.org/drawingml/2006/main">
              <a:ext uri="{FF2B5EF4-FFF2-40B4-BE49-F238E27FC236}">
                <a16:creationId xmlns:a16="http://schemas.microsoft.com/office/drawing/2014/main" id="{FED267C1-CB53-401F-B5B2-E9C46B30FDB4}"/>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56973790" name="">
            <a:extLst xmlns:a="http://schemas.openxmlformats.org/drawingml/2006/main">
              <a:ext uri="{FF2B5EF4-FFF2-40B4-BE49-F238E27FC236}">
                <a16:creationId xmlns:a16="http://schemas.microsoft.com/office/drawing/2014/main" id="{73B1F07E-2604-4DF6-8B25-E8B5356E211C}"/>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293957645" name="">
            <a:extLst xmlns:a="http://schemas.openxmlformats.org/drawingml/2006/main">
              <a:ext uri="{FF2B5EF4-FFF2-40B4-BE49-F238E27FC236}">
                <a16:creationId xmlns:a16="http://schemas.microsoft.com/office/drawing/2014/main" id="{160F51CB-780C-4442-ABEA-756183C6AA87}"/>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78803961" name="">
            <a:extLst xmlns:a="http://schemas.openxmlformats.org/drawingml/2006/main">
              <a:ext uri="{FF2B5EF4-FFF2-40B4-BE49-F238E27FC236}">
                <a16:creationId xmlns:a16="http://schemas.microsoft.com/office/drawing/2014/main" id="{26B03EB5-C531-4A8B-AF47-5F831774D65F}"/>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71098095" name="">
            <a:extLst xmlns:a="http://schemas.openxmlformats.org/drawingml/2006/main">
              <a:ext uri="{FF2B5EF4-FFF2-40B4-BE49-F238E27FC236}">
                <a16:creationId xmlns:a16="http://schemas.microsoft.com/office/drawing/2014/main" id="{906C7C7D-4EC6-41EA-8ABE-AA85D5176D24}"/>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791444130" name="">
            <a:extLst xmlns:a="http://schemas.openxmlformats.org/drawingml/2006/main">
              <a:ext uri="{FF2B5EF4-FFF2-40B4-BE49-F238E27FC236}">
                <a16:creationId xmlns:a16="http://schemas.microsoft.com/office/drawing/2014/main" id="{4D47C5C7-A478-42BA-8B58-02105EC7E901}"/>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100694657" name="">
            <a:extLst xmlns:a="http://schemas.openxmlformats.org/drawingml/2006/main">
              <a:ext uri="{FF2B5EF4-FFF2-40B4-BE49-F238E27FC236}">
                <a16:creationId xmlns:a16="http://schemas.microsoft.com/office/drawing/2014/main" id="{AB2BB540-A577-45E8-8469-6A4452981035}"/>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302282685" name="">
            <a:extLst xmlns:a="http://schemas.openxmlformats.org/drawingml/2006/main">
              <a:ext uri="{FF2B5EF4-FFF2-40B4-BE49-F238E27FC236}">
                <a16:creationId xmlns:a16="http://schemas.microsoft.com/office/drawing/2014/main" id="{1B826002-D55D-426D-89AF-2BCB7EAC3EED}"/>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291005215" name="">
            <a:extLst xmlns:a="http://schemas.openxmlformats.org/drawingml/2006/main">
              <a:ext uri="{FF2B5EF4-FFF2-40B4-BE49-F238E27FC236}">
                <a16:creationId xmlns:a16="http://schemas.microsoft.com/office/drawing/2014/main" id="{43BFE0B5-5723-4A9C-9F5F-E1B70FC7BA5C}"/>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701402598" name="">
            <a:extLst xmlns:a="http://schemas.openxmlformats.org/drawingml/2006/main">
              <a:ext uri="{FF2B5EF4-FFF2-40B4-BE49-F238E27FC236}">
                <a16:creationId xmlns:a16="http://schemas.microsoft.com/office/drawing/2014/main" id="{6821EB2D-A1D4-42C6-A1BF-340B1989E81B}"/>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306314297" name="">
            <a:extLst xmlns:a="http://schemas.openxmlformats.org/drawingml/2006/main">
              <a:ext uri="{FF2B5EF4-FFF2-40B4-BE49-F238E27FC236}">
                <a16:creationId xmlns:a16="http://schemas.microsoft.com/office/drawing/2014/main" id="{B5204585-9D5F-438F-AE83-4D365B44AC06}"/>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629219446" name="">
            <a:extLst xmlns:a="http://schemas.openxmlformats.org/drawingml/2006/main">
              <a:ext uri="{FF2B5EF4-FFF2-40B4-BE49-F238E27FC236}">
                <a16:creationId xmlns:a16="http://schemas.microsoft.com/office/drawing/2014/main" id="{DF6C57AF-0BD8-4FCA-8B2F-E9E3D7CB61CB}"/>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870854358" name="">
            <a:extLst xmlns:a="http://schemas.openxmlformats.org/drawingml/2006/main">
              <a:ext uri="{FF2B5EF4-FFF2-40B4-BE49-F238E27FC236}">
                <a16:creationId xmlns:a16="http://schemas.microsoft.com/office/drawing/2014/main" id="{5200B498-94DA-440A-9ED6-2C079BBFF3A0}"/>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015227290" name="">
            <a:extLst xmlns:a="http://schemas.openxmlformats.org/drawingml/2006/main">
              <a:ext uri="{FF2B5EF4-FFF2-40B4-BE49-F238E27FC236}">
                <a16:creationId xmlns:a16="http://schemas.microsoft.com/office/drawing/2014/main" id="{DC1330BF-9D77-4AA1-9015-F289B38DD39D}"/>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359986855" name="">
            <a:extLst xmlns:a="http://schemas.openxmlformats.org/drawingml/2006/main">
              <a:ext uri="{FF2B5EF4-FFF2-40B4-BE49-F238E27FC236}">
                <a16:creationId xmlns:a16="http://schemas.microsoft.com/office/drawing/2014/main" id="{5048DC1F-0534-47CE-AB40-A13AF892B8E0}"/>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128568767" name="">
            <a:extLst xmlns:a="http://schemas.openxmlformats.org/drawingml/2006/main">
              <a:ext uri="{FF2B5EF4-FFF2-40B4-BE49-F238E27FC236}">
                <a16:creationId xmlns:a16="http://schemas.microsoft.com/office/drawing/2014/main" id="{49F492C4-EB04-4EBB-A0E1-2B1F6A5A3060}"/>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529786361" name="">
            <a:extLst xmlns:a="http://schemas.openxmlformats.org/drawingml/2006/main">
              <a:ext uri="{FF2B5EF4-FFF2-40B4-BE49-F238E27FC236}">
                <a16:creationId xmlns:a16="http://schemas.microsoft.com/office/drawing/2014/main" id="{EF538C3E-3D9D-4D05-AAF9-7E3EAFD83636}"/>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124524609" name="">
            <a:extLst xmlns:a="http://schemas.openxmlformats.org/drawingml/2006/main">
              <a:ext uri="{FF2B5EF4-FFF2-40B4-BE49-F238E27FC236}">
                <a16:creationId xmlns:a16="http://schemas.microsoft.com/office/drawing/2014/main" id="{287CB6C9-69CB-4095-8A23-B204C6637A28}"/>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2563734" name="">
            <a:extLst xmlns:a="http://schemas.openxmlformats.org/drawingml/2006/main">
              <a:ext uri="{FF2B5EF4-FFF2-40B4-BE49-F238E27FC236}">
                <a16:creationId xmlns:a16="http://schemas.microsoft.com/office/drawing/2014/main" id="{FE52771A-0E99-4619-84CF-8754D117408C}"/>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558573439"/>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4523579" name="Rectangle 935271156">
            <a:extLst xmlns:a="http://schemas.openxmlformats.org/drawingml/2006/main">
              <a:ext uri="{FF2B5EF4-FFF2-40B4-BE49-F238E27FC236}">
                <a16:creationId xmlns:a16="http://schemas.microsoft.com/office/drawing/2014/main" id="{77B35FC9-6C5E-417D-8415-506BFA1A30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1946588170" name="Rectangle 251777344">
            <a:extLst xmlns:a="http://schemas.openxmlformats.org/drawingml/2006/main">
              <a:ext uri="{FF2B5EF4-FFF2-40B4-BE49-F238E27FC236}">
                <a16:creationId xmlns:a16="http://schemas.microsoft.com/office/drawing/2014/main" id="{E2777BD4-2FFE-4E4C-9741-DDFB10A9DD8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Self-attention</a:t>
            </a:r>
          </a:p>
        </p:txBody>
      </p:sp>
      <p:sp>
        <p:nvSpPr>
          <p:cNvPr id="395825344" name="Rectangle 1495975732">
            <a:extLst xmlns:a="http://schemas.openxmlformats.org/drawingml/2006/main">
              <a:ext uri="{FF2B5EF4-FFF2-40B4-BE49-F238E27FC236}">
                <a16:creationId xmlns:a16="http://schemas.microsoft.com/office/drawing/2014/main" id="{074350B3-9710-4D63-8F2D-1869318C98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35</a:t>
            </a:r>
          </a:p>
        </p:txBody>
      </p:sp>
      <p:sp>
        <p:nvSpPr>
          <p:cNvPr id="1747158033" name="">
            <a:extLst xmlns:a="http://schemas.openxmlformats.org/drawingml/2006/main">
              <a:ext uri="{FF2B5EF4-FFF2-40B4-BE49-F238E27FC236}">
                <a16:creationId xmlns:a16="http://schemas.microsoft.com/office/drawing/2014/main" id="{B877324B-F475-49DA-86A0-96ED943573F2}"/>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Let every input token weigh the other input tokens for context.</a:t>
            </a:r>
          </a:p>
        </p:txBody>
      </p:sp>
      <p:sp>
        <p:nvSpPr>
          <p:cNvPr id="1599962625" name="">
            <a:extLst xmlns:a="http://schemas.openxmlformats.org/drawingml/2006/main">
              <a:ext uri="{FF2B5EF4-FFF2-40B4-BE49-F238E27FC236}">
                <a16:creationId xmlns:a16="http://schemas.microsoft.com/office/drawing/2014/main" id="{ECD7C2B6-B122-4F6A-B22F-0A44E78D951E}"/>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1662589616" name="">
            <a:extLst xmlns:a="http://schemas.openxmlformats.org/drawingml/2006/main">
              <a:ext uri="{FF2B5EF4-FFF2-40B4-BE49-F238E27FC236}">
                <a16:creationId xmlns:a16="http://schemas.microsoft.com/office/drawing/2014/main" id="{8B8C322F-FC18-491F-A82A-59B659FAB08F}"/>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each token  ↔  all input tokens</a:t>
            </a:r>
          </a:p>
        </p:txBody>
      </p:sp>
      <p:sp>
        <p:nvSpPr>
          <p:cNvPr id="1227120004" name="">
            <a:extLst xmlns:a="http://schemas.openxmlformats.org/drawingml/2006/main">
              <a:ext uri="{FF2B5EF4-FFF2-40B4-BE49-F238E27FC236}">
                <a16:creationId xmlns:a16="http://schemas.microsoft.com/office/drawing/2014/main" id="{113E7B58-4747-4191-91C1-A80F085910E0}"/>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4 of 9</a:t>
            </a:r>
          </a:p>
        </p:txBody>
      </p:sp>
      <p:sp>
        <p:nvSpPr>
          <p:cNvPr id="643341015" name="">
            <a:extLst xmlns:a="http://schemas.openxmlformats.org/drawingml/2006/main">
              <a:ext uri="{FF2B5EF4-FFF2-40B4-BE49-F238E27FC236}">
                <a16:creationId xmlns:a16="http://schemas.microsoft.com/office/drawing/2014/main" id="{F18F997C-8A0E-4DA9-B943-04CE1CDD0273}"/>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430805428" name="">
            <a:extLst xmlns:a="http://schemas.openxmlformats.org/drawingml/2006/main">
              <a:ext uri="{FF2B5EF4-FFF2-40B4-BE49-F238E27FC236}">
                <a16:creationId xmlns:a16="http://schemas.microsoft.com/office/drawing/2014/main" id="{1DB5F113-0F03-4B3D-9866-EAF27610838C}"/>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16750737" name="">
            <a:extLst xmlns:a="http://schemas.openxmlformats.org/drawingml/2006/main">
              <a:ext uri="{FF2B5EF4-FFF2-40B4-BE49-F238E27FC236}">
                <a16:creationId xmlns:a16="http://schemas.microsoft.com/office/drawing/2014/main" id="{9CA2BBC0-20B3-4E99-8B6F-11E9C8255502}"/>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644486082" name="">
            <a:extLst xmlns:a="http://schemas.openxmlformats.org/drawingml/2006/main">
              <a:ext uri="{FF2B5EF4-FFF2-40B4-BE49-F238E27FC236}">
                <a16:creationId xmlns:a16="http://schemas.microsoft.com/office/drawing/2014/main" id="{FC554D1D-1176-489D-ADB3-AF82BAC12BBA}"/>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839363872" name="">
            <a:extLst xmlns:a="http://schemas.openxmlformats.org/drawingml/2006/main">
              <a:ext uri="{FF2B5EF4-FFF2-40B4-BE49-F238E27FC236}">
                <a16:creationId xmlns:a16="http://schemas.microsoft.com/office/drawing/2014/main" id="{29DA81C6-C34C-4C09-9405-A1571E2FFF8D}"/>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402574160" name="">
            <a:extLst xmlns:a="http://schemas.openxmlformats.org/drawingml/2006/main">
              <a:ext uri="{FF2B5EF4-FFF2-40B4-BE49-F238E27FC236}">
                <a16:creationId xmlns:a16="http://schemas.microsoft.com/office/drawing/2014/main" id="{BBA67EED-5B1E-4DBC-8CE4-51C76C282CC3}"/>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512039040" name="">
            <a:extLst xmlns:a="http://schemas.openxmlformats.org/drawingml/2006/main">
              <a:ext uri="{FF2B5EF4-FFF2-40B4-BE49-F238E27FC236}">
                <a16:creationId xmlns:a16="http://schemas.microsoft.com/office/drawing/2014/main" id="{7B22C124-DE0A-47EC-9276-5FCB2FCBE061}"/>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429115275" name="">
            <a:extLst xmlns:a="http://schemas.openxmlformats.org/drawingml/2006/main">
              <a:ext uri="{FF2B5EF4-FFF2-40B4-BE49-F238E27FC236}">
                <a16:creationId xmlns:a16="http://schemas.microsoft.com/office/drawing/2014/main" id="{47ED1693-8E7D-4BF1-A6BE-D89262FD476F}"/>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679658898" name="">
            <a:extLst xmlns:a="http://schemas.openxmlformats.org/drawingml/2006/main">
              <a:ext uri="{FF2B5EF4-FFF2-40B4-BE49-F238E27FC236}">
                <a16:creationId xmlns:a16="http://schemas.microsoft.com/office/drawing/2014/main" id="{8B19BECD-B981-4EC5-8B6A-232F8ACEB04E}"/>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45812351" name="">
            <a:extLst xmlns:a="http://schemas.openxmlformats.org/drawingml/2006/main">
              <a:ext uri="{FF2B5EF4-FFF2-40B4-BE49-F238E27FC236}">
                <a16:creationId xmlns:a16="http://schemas.microsoft.com/office/drawing/2014/main" id="{C54CBFDF-7754-4816-871E-24396654CE7F}"/>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350264535" name="">
            <a:extLst xmlns:a="http://schemas.openxmlformats.org/drawingml/2006/main">
              <a:ext uri="{FF2B5EF4-FFF2-40B4-BE49-F238E27FC236}">
                <a16:creationId xmlns:a16="http://schemas.microsoft.com/office/drawing/2014/main" id="{42E0E648-2AA8-47DF-B27F-F7FF58C2325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Self-attention</a:t>
            </a:r>
          </a:p>
        </p:txBody>
      </p:sp>
      <p:sp>
        <p:nvSpPr>
          <p:cNvPr id="869424482" name="">
            <a:extLst xmlns:a="http://schemas.openxmlformats.org/drawingml/2006/main">
              <a:ext uri="{FF2B5EF4-FFF2-40B4-BE49-F238E27FC236}">
                <a16:creationId xmlns:a16="http://schemas.microsoft.com/office/drawing/2014/main" id="{758BA48B-E4C6-44BB-81F3-6D156A5B8030}"/>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889706255" name="">
            <a:extLst xmlns:a="http://schemas.openxmlformats.org/drawingml/2006/main">
              <a:ext uri="{FF2B5EF4-FFF2-40B4-BE49-F238E27FC236}">
                <a16:creationId xmlns:a16="http://schemas.microsoft.com/office/drawing/2014/main" id="{D738B6FD-D860-4608-B391-274933BCEA56}"/>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774318194" name="">
            <a:extLst xmlns:a="http://schemas.openxmlformats.org/drawingml/2006/main">
              <a:ext uri="{FF2B5EF4-FFF2-40B4-BE49-F238E27FC236}">
                <a16:creationId xmlns:a16="http://schemas.microsoft.com/office/drawing/2014/main" id="{9D6F31EC-94BC-4D98-8C3A-228D6C5DE897}"/>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00942598" name="">
            <a:extLst xmlns:a="http://schemas.openxmlformats.org/drawingml/2006/main">
              <a:ext uri="{FF2B5EF4-FFF2-40B4-BE49-F238E27FC236}">
                <a16:creationId xmlns:a16="http://schemas.microsoft.com/office/drawing/2014/main" id="{007B1658-4B86-4C04-86D4-F4B8D91B119C}"/>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648468732" name="">
            <a:extLst xmlns:a="http://schemas.openxmlformats.org/drawingml/2006/main">
              <a:ext uri="{FF2B5EF4-FFF2-40B4-BE49-F238E27FC236}">
                <a16:creationId xmlns:a16="http://schemas.microsoft.com/office/drawing/2014/main" id="{F32961BD-9B63-4353-86C1-911CC57ACF70}"/>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662936516" name="">
            <a:extLst xmlns:a="http://schemas.openxmlformats.org/drawingml/2006/main">
              <a:ext uri="{FF2B5EF4-FFF2-40B4-BE49-F238E27FC236}">
                <a16:creationId xmlns:a16="http://schemas.microsoft.com/office/drawing/2014/main" id="{0699CE52-AB14-4467-8408-46C030F0D605}"/>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62167847" name="">
            <a:extLst xmlns:a="http://schemas.openxmlformats.org/drawingml/2006/main">
              <a:ext uri="{FF2B5EF4-FFF2-40B4-BE49-F238E27FC236}">
                <a16:creationId xmlns:a16="http://schemas.microsoft.com/office/drawing/2014/main" id="{BBF569C8-C8FE-4C97-B190-08C54D23AF72}"/>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585166875" name="">
            <a:extLst xmlns:a="http://schemas.openxmlformats.org/drawingml/2006/main">
              <a:ext uri="{FF2B5EF4-FFF2-40B4-BE49-F238E27FC236}">
                <a16:creationId xmlns:a16="http://schemas.microsoft.com/office/drawing/2014/main" id="{15E77143-06AA-4221-82C7-191044EA5640}"/>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597598026" name="">
            <a:extLst xmlns:a="http://schemas.openxmlformats.org/drawingml/2006/main">
              <a:ext uri="{FF2B5EF4-FFF2-40B4-BE49-F238E27FC236}">
                <a16:creationId xmlns:a16="http://schemas.microsoft.com/office/drawing/2014/main" id="{7E6F578A-BEB4-44A6-B191-B20E79743A32}"/>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53792792" name="">
            <a:extLst xmlns:a="http://schemas.openxmlformats.org/drawingml/2006/main">
              <a:ext uri="{FF2B5EF4-FFF2-40B4-BE49-F238E27FC236}">
                <a16:creationId xmlns:a16="http://schemas.microsoft.com/office/drawing/2014/main" id="{D977529F-ED20-4381-B8F6-86015ADF9160}"/>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25135408" name="">
            <a:extLst xmlns:a="http://schemas.openxmlformats.org/drawingml/2006/main">
              <a:ext uri="{FF2B5EF4-FFF2-40B4-BE49-F238E27FC236}">
                <a16:creationId xmlns:a16="http://schemas.microsoft.com/office/drawing/2014/main" id="{FAE5E389-4EF2-4751-99A6-ADD9DEDF35EA}"/>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454631672" name="">
            <a:extLst xmlns:a="http://schemas.openxmlformats.org/drawingml/2006/main">
              <a:ext uri="{FF2B5EF4-FFF2-40B4-BE49-F238E27FC236}">
                <a16:creationId xmlns:a16="http://schemas.microsoft.com/office/drawing/2014/main" id="{269CF666-BE9B-450F-BEC5-88F046D0D809}"/>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089608398" name="">
            <a:extLst xmlns:a="http://schemas.openxmlformats.org/drawingml/2006/main">
              <a:ext uri="{FF2B5EF4-FFF2-40B4-BE49-F238E27FC236}">
                <a16:creationId xmlns:a16="http://schemas.microsoft.com/office/drawing/2014/main" id="{B1D3F186-D798-4C60-97F6-524741BB2C6A}"/>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783533614" name="">
            <a:extLst xmlns:a="http://schemas.openxmlformats.org/drawingml/2006/main">
              <a:ext uri="{FF2B5EF4-FFF2-40B4-BE49-F238E27FC236}">
                <a16:creationId xmlns:a16="http://schemas.microsoft.com/office/drawing/2014/main" id="{6F230DB8-673D-45FA-8934-D2C7305382ED}"/>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409683917" name="">
            <a:extLst xmlns:a="http://schemas.openxmlformats.org/drawingml/2006/main">
              <a:ext uri="{FF2B5EF4-FFF2-40B4-BE49-F238E27FC236}">
                <a16:creationId xmlns:a16="http://schemas.microsoft.com/office/drawing/2014/main" id="{6B727440-697D-45CC-9670-63C1342196CD}"/>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355806623" name="">
            <a:extLst xmlns:a="http://schemas.openxmlformats.org/drawingml/2006/main">
              <a:ext uri="{FF2B5EF4-FFF2-40B4-BE49-F238E27FC236}">
                <a16:creationId xmlns:a16="http://schemas.microsoft.com/office/drawing/2014/main" id="{7DDB20B1-4987-42D5-B33B-9C6DBB09BC59}"/>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731164200"/>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1151662" name="Rectangle 935271156">
            <a:extLst xmlns:a="http://schemas.openxmlformats.org/drawingml/2006/main">
              <a:ext uri="{FF2B5EF4-FFF2-40B4-BE49-F238E27FC236}">
                <a16:creationId xmlns:a16="http://schemas.microsoft.com/office/drawing/2014/main" id="{5EB296DF-CD2C-4368-8CE6-14FF2675044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1012686870" name="Rectangle 251777344">
            <a:extLst xmlns:a="http://schemas.openxmlformats.org/drawingml/2006/main">
              <a:ext uri="{FF2B5EF4-FFF2-40B4-BE49-F238E27FC236}">
                <a16:creationId xmlns:a16="http://schemas.microsoft.com/office/drawing/2014/main" id="{1FFC5BF6-A77E-4897-91FD-E64DACEBDC5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Attention head</a:t>
            </a:r>
          </a:p>
        </p:txBody>
      </p:sp>
      <p:sp>
        <p:nvSpPr>
          <p:cNvPr id="1107454927" name="Rectangle 1495975732">
            <a:extLst xmlns:a="http://schemas.openxmlformats.org/drawingml/2006/main">
              <a:ext uri="{FF2B5EF4-FFF2-40B4-BE49-F238E27FC236}">
                <a16:creationId xmlns:a16="http://schemas.microsoft.com/office/drawing/2014/main" id="{D5A99FB1-5EAC-4DDB-8ABC-33D6CF4FA91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36</a:t>
            </a:r>
          </a:p>
        </p:txBody>
      </p:sp>
      <p:sp>
        <p:nvSpPr>
          <p:cNvPr id="2108482181" name="">
            <a:extLst xmlns:a="http://schemas.openxmlformats.org/drawingml/2006/main">
              <a:ext uri="{FF2B5EF4-FFF2-40B4-BE49-F238E27FC236}">
                <a16:creationId xmlns:a16="http://schemas.microsoft.com/office/drawing/2014/main" id="{08F2FFDB-0D6E-4DBC-BD86-5AFA08B3E179}"/>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One attention head learns one kind of token-to-token relationship.</a:t>
            </a:r>
          </a:p>
        </p:txBody>
      </p:sp>
      <p:sp>
        <p:nvSpPr>
          <p:cNvPr id="1285096023" name="">
            <a:extLst xmlns:a="http://schemas.openxmlformats.org/drawingml/2006/main">
              <a:ext uri="{FF2B5EF4-FFF2-40B4-BE49-F238E27FC236}">
                <a16:creationId xmlns:a16="http://schemas.microsoft.com/office/drawing/2014/main" id="{58ACA9B3-637F-4F27-86B6-AA3619FCC380}"/>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77600511" name="">
            <a:extLst xmlns:a="http://schemas.openxmlformats.org/drawingml/2006/main">
              <a:ext uri="{FF2B5EF4-FFF2-40B4-BE49-F238E27FC236}">
                <a16:creationId xmlns:a16="http://schemas.microsoft.com/office/drawing/2014/main" id="{0BCCE018-DFC6-4ED6-BC11-839E783224E2}"/>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one learned perspective</a:t>
            </a:r>
          </a:p>
        </p:txBody>
      </p:sp>
      <p:sp>
        <p:nvSpPr>
          <p:cNvPr id="19711508" name="">
            <a:extLst xmlns:a="http://schemas.openxmlformats.org/drawingml/2006/main">
              <a:ext uri="{FF2B5EF4-FFF2-40B4-BE49-F238E27FC236}">
                <a16:creationId xmlns:a16="http://schemas.microsoft.com/office/drawing/2014/main" id="{9A800FB3-A5BF-446B-80D2-B0C55E3A4725}"/>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5 of 9</a:t>
            </a:r>
          </a:p>
        </p:txBody>
      </p:sp>
      <p:sp>
        <p:nvSpPr>
          <p:cNvPr id="2051257197" name="">
            <a:extLst xmlns:a="http://schemas.openxmlformats.org/drawingml/2006/main">
              <a:ext uri="{FF2B5EF4-FFF2-40B4-BE49-F238E27FC236}">
                <a16:creationId xmlns:a16="http://schemas.microsoft.com/office/drawing/2014/main" id="{E4663D3A-7AF9-413B-AE55-92395FA312A7}"/>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941006100" name="">
            <a:extLst xmlns:a="http://schemas.openxmlformats.org/drawingml/2006/main">
              <a:ext uri="{FF2B5EF4-FFF2-40B4-BE49-F238E27FC236}">
                <a16:creationId xmlns:a16="http://schemas.microsoft.com/office/drawing/2014/main" id="{6B52D5C4-1DCC-4184-B49B-E45803EB73D6}"/>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104786772" name="">
            <a:extLst xmlns:a="http://schemas.openxmlformats.org/drawingml/2006/main">
              <a:ext uri="{FF2B5EF4-FFF2-40B4-BE49-F238E27FC236}">
                <a16:creationId xmlns:a16="http://schemas.microsoft.com/office/drawing/2014/main" id="{D0C6F3C0-4D66-49E6-A51D-3521EBBB1F35}"/>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829798517" name="">
            <a:extLst xmlns:a="http://schemas.openxmlformats.org/drawingml/2006/main">
              <a:ext uri="{FF2B5EF4-FFF2-40B4-BE49-F238E27FC236}">
                <a16:creationId xmlns:a16="http://schemas.microsoft.com/office/drawing/2014/main" id="{AD567540-15A5-4EDE-BC69-95C41B0E4967}"/>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521577500" name="">
            <a:extLst xmlns:a="http://schemas.openxmlformats.org/drawingml/2006/main">
              <a:ext uri="{FF2B5EF4-FFF2-40B4-BE49-F238E27FC236}">
                <a16:creationId xmlns:a16="http://schemas.microsoft.com/office/drawing/2014/main" id="{F5E61A51-CD1C-4756-A3DD-A3D0D2B7F5D2}"/>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91129289" name="">
            <a:extLst xmlns:a="http://schemas.openxmlformats.org/drawingml/2006/main">
              <a:ext uri="{FF2B5EF4-FFF2-40B4-BE49-F238E27FC236}">
                <a16:creationId xmlns:a16="http://schemas.microsoft.com/office/drawing/2014/main" id="{6350AD5F-82C0-4C09-A780-629C860E284C}"/>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561101809" name="">
            <a:extLst xmlns:a="http://schemas.openxmlformats.org/drawingml/2006/main">
              <a:ext uri="{FF2B5EF4-FFF2-40B4-BE49-F238E27FC236}">
                <a16:creationId xmlns:a16="http://schemas.microsoft.com/office/drawing/2014/main" id="{2F6A0F3B-771E-40ED-81E9-AD57EE9969ED}"/>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624313233" name="">
            <a:extLst xmlns:a="http://schemas.openxmlformats.org/drawingml/2006/main">
              <a:ext uri="{FF2B5EF4-FFF2-40B4-BE49-F238E27FC236}">
                <a16:creationId xmlns:a16="http://schemas.microsoft.com/office/drawing/2014/main" id="{83E7795C-11DA-4A63-BF1C-7CC9EDE19549}"/>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885931678" name="">
            <a:extLst xmlns:a="http://schemas.openxmlformats.org/drawingml/2006/main">
              <a:ext uri="{FF2B5EF4-FFF2-40B4-BE49-F238E27FC236}">
                <a16:creationId xmlns:a16="http://schemas.microsoft.com/office/drawing/2014/main" id="{825B8E71-EACB-4387-95A0-A7607A9EDD8D}"/>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509166324" name="">
            <a:extLst xmlns:a="http://schemas.openxmlformats.org/drawingml/2006/main">
              <a:ext uri="{FF2B5EF4-FFF2-40B4-BE49-F238E27FC236}">
                <a16:creationId xmlns:a16="http://schemas.microsoft.com/office/drawing/2014/main" id="{DF2B0880-2EB0-49C9-B4BD-CF015D8A185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338189767" name="">
            <a:extLst xmlns:a="http://schemas.openxmlformats.org/drawingml/2006/main">
              <a:ext uri="{FF2B5EF4-FFF2-40B4-BE49-F238E27FC236}">
                <a16:creationId xmlns:a16="http://schemas.microsoft.com/office/drawing/2014/main" id="{F431AE81-4452-4CDB-9732-A9C1B39893E8}"/>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540926705" name="">
            <a:extLst xmlns:a="http://schemas.openxmlformats.org/drawingml/2006/main">
              <a:ext uri="{FF2B5EF4-FFF2-40B4-BE49-F238E27FC236}">
                <a16:creationId xmlns:a16="http://schemas.microsoft.com/office/drawing/2014/main" id="{AF5B28FE-99E1-4A2C-9AA8-93190C495D32}"/>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566985824" name="">
            <a:extLst xmlns:a="http://schemas.openxmlformats.org/drawingml/2006/main">
              <a:ext uri="{FF2B5EF4-FFF2-40B4-BE49-F238E27FC236}">
                <a16:creationId xmlns:a16="http://schemas.microsoft.com/office/drawing/2014/main" id="{B19728B2-A7B7-4B7C-A51C-5D1C2F7563DF}"/>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1951299871" name="">
            <a:extLst xmlns:a="http://schemas.openxmlformats.org/drawingml/2006/main">
              <a:ext uri="{FF2B5EF4-FFF2-40B4-BE49-F238E27FC236}">
                <a16:creationId xmlns:a16="http://schemas.microsoft.com/office/drawing/2014/main" id="{FD855E49-A8F2-4B60-B22A-8F57EB27AA43}"/>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Attention head</a:t>
            </a:r>
          </a:p>
        </p:txBody>
      </p:sp>
      <p:sp>
        <p:nvSpPr>
          <p:cNvPr id="1713677746" name="">
            <a:extLst xmlns:a="http://schemas.openxmlformats.org/drawingml/2006/main">
              <a:ext uri="{FF2B5EF4-FFF2-40B4-BE49-F238E27FC236}">
                <a16:creationId xmlns:a16="http://schemas.microsoft.com/office/drawing/2014/main" id="{E6C84150-2A74-40CA-8A98-D78DE7C7557A}"/>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533790727" name="">
            <a:extLst xmlns:a="http://schemas.openxmlformats.org/drawingml/2006/main">
              <a:ext uri="{FF2B5EF4-FFF2-40B4-BE49-F238E27FC236}">
                <a16:creationId xmlns:a16="http://schemas.microsoft.com/office/drawing/2014/main" id="{0E4038CF-56B1-40DC-9977-B695541D1F46}"/>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90206600" name="">
            <a:extLst xmlns:a="http://schemas.openxmlformats.org/drawingml/2006/main">
              <a:ext uri="{FF2B5EF4-FFF2-40B4-BE49-F238E27FC236}">
                <a16:creationId xmlns:a16="http://schemas.microsoft.com/office/drawing/2014/main" id="{F8B64B7E-2AAE-4823-93B0-A0ECEE7C4C49}"/>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044917694" name="">
            <a:extLst xmlns:a="http://schemas.openxmlformats.org/drawingml/2006/main">
              <a:ext uri="{FF2B5EF4-FFF2-40B4-BE49-F238E27FC236}">
                <a16:creationId xmlns:a16="http://schemas.microsoft.com/office/drawing/2014/main" id="{23A09EF8-8C7C-4B49-89AE-FDBE4078C2DE}"/>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900176976" name="">
            <a:extLst xmlns:a="http://schemas.openxmlformats.org/drawingml/2006/main">
              <a:ext uri="{FF2B5EF4-FFF2-40B4-BE49-F238E27FC236}">
                <a16:creationId xmlns:a16="http://schemas.microsoft.com/office/drawing/2014/main" id="{F65230C8-95AE-4520-ACA6-8DB4AB7B4A58}"/>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982299104" name="">
            <a:extLst xmlns:a="http://schemas.openxmlformats.org/drawingml/2006/main">
              <a:ext uri="{FF2B5EF4-FFF2-40B4-BE49-F238E27FC236}">
                <a16:creationId xmlns:a16="http://schemas.microsoft.com/office/drawing/2014/main" id="{518E7451-9517-4A01-AA3C-BF4CBDDB0DEB}"/>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895660136" name="">
            <a:extLst xmlns:a="http://schemas.openxmlformats.org/drawingml/2006/main">
              <a:ext uri="{FF2B5EF4-FFF2-40B4-BE49-F238E27FC236}">
                <a16:creationId xmlns:a16="http://schemas.microsoft.com/office/drawing/2014/main" id="{E31A0561-6592-4B70-BA51-A6347209703D}"/>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584192447" name="">
            <a:extLst xmlns:a="http://schemas.openxmlformats.org/drawingml/2006/main">
              <a:ext uri="{FF2B5EF4-FFF2-40B4-BE49-F238E27FC236}">
                <a16:creationId xmlns:a16="http://schemas.microsoft.com/office/drawing/2014/main" id="{FD5DEACF-1864-4EB1-A2A5-2EEA2A5C2D30}"/>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493079117" name="">
            <a:extLst xmlns:a="http://schemas.openxmlformats.org/drawingml/2006/main">
              <a:ext uri="{FF2B5EF4-FFF2-40B4-BE49-F238E27FC236}">
                <a16:creationId xmlns:a16="http://schemas.microsoft.com/office/drawing/2014/main" id="{027EE6FE-9416-4EEA-8469-92D6E839864A}"/>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90457620" name="">
            <a:extLst xmlns:a="http://schemas.openxmlformats.org/drawingml/2006/main">
              <a:ext uri="{FF2B5EF4-FFF2-40B4-BE49-F238E27FC236}">
                <a16:creationId xmlns:a16="http://schemas.microsoft.com/office/drawing/2014/main" id="{337D144E-3696-48A2-97D3-CACE26394F38}"/>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746896597" name="">
            <a:extLst xmlns:a="http://schemas.openxmlformats.org/drawingml/2006/main">
              <a:ext uri="{FF2B5EF4-FFF2-40B4-BE49-F238E27FC236}">
                <a16:creationId xmlns:a16="http://schemas.microsoft.com/office/drawing/2014/main" id="{18F9A646-DB08-4A08-AD91-BE1B4C817B07}"/>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898264840" name="">
            <a:extLst xmlns:a="http://schemas.openxmlformats.org/drawingml/2006/main">
              <a:ext uri="{FF2B5EF4-FFF2-40B4-BE49-F238E27FC236}">
                <a16:creationId xmlns:a16="http://schemas.microsoft.com/office/drawing/2014/main" id="{ABB71CAF-50C4-43C4-9036-48F70E4E7165}"/>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94677339" name="">
            <a:extLst xmlns:a="http://schemas.openxmlformats.org/drawingml/2006/main">
              <a:ext uri="{FF2B5EF4-FFF2-40B4-BE49-F238E27FC236}">
                <a16:creationId xmlns:a16="http://schemas.microsoft.com/office/drawing/2014/main" id="{0C6A5013-A328-4001-927F-E58126B97470}"/>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050027411"/>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43954035" name="Rectangle 935271156">
            <a:extLst xmlns:a="http://schemas.openxmlformats.org/drawingml/2006/main">
              <a:ext uri="{FF2B5EF4-FFF2-40B4-BE49-F238E27FC236}">
                <a16:creationId xmlns:a16="http://schemas.microsoft.com/office/drawing/2014/main" id="{8A24BD51-588F-4E9A-9F30-FBA835BA94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432942276" name="Rectangle 251777344">
            <a:extLst xmlns:a="http://schemas.openxmlformats.org/drawingml/2006/main">
              <a:ext uri="{FF2B5EF4-FFF2-40B4-BE49-F238E27FC236}">
                <a16:creationId xmlns:a16="http://schemas.microsoft.com/office/drawing/2014/main" id="{49AA7C49-7398-4FA6-9FFB-5D1BCC3F523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Multi-head attention</a:t>
            </a:r>
          </a:p>
        </p:txBody>
      </p:sp>
      <p:sp>
        <p:nvSpPr>
          <p:cNvPr id="1919718848" name="Rectangle 1495975732">
            <a:extLst xmlns:a="http://schemas.openxmlformats.org/drawingml/2006/main">
              <a:ext uri="{FF2B5EF4-FFF2-40B4-BE49-F238E27FC236}">
                <a16:creationId xmlns:a16="http://schemas.microsoft.com/office/drawing/2014/main" id="{03194F5C-A43E-4A08-9736-8BE66178CBF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37</a:t>
            </a:r>
          </a:p>
        </p:txBody>
      </p:sp>
      <p:sp>
        <p:nvSpPr>
          <p:cNvPr id="1534748152" name="">
            <a:extLst xmlns:a="http://schemas.openxmlformats.org/drawingml/2006/main">
              <a:ext uri="{FF2B5EF4-FFF2-40B4-BE49-F238E27FC236}">
                <a16:creationId xmlns:a16="http://schemas.microsoft.com/office/drawing/2014/main" id="{4F3EACF8-737B-4608-BF03-820669D4767A}"/>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Several heads learn complementary relationships in parallel.</a:t>
            </a:r>
          </a:p>
        </p:txBody>
      </p:sp>
      <p:sp>
        <p:nvSpPr>
          <p:cNvPr id="373525200" name="">
            <a:extLst xmlns:a="http://schemas.openxmlformats.org/drawingml/2006/main">
              <a:ext uri="{FF2B5EF4-FFF2-40B4-BE49-F238E27FC236}">
                <a16:creationId xmlns:a16="http://schemas.microsoft.com/office/drawing/2014/main" id="{794BDFF3-1ECB-4D79-B955-97C72EBB8CD2}"/>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1324647609" name="">
            <a:extLst xmlns:a="http://schemas.openxmlformats.org/drawingml/2006/main">
              <a:ext uri="{FF2B5EF4-FFF2-40B4-BE49-F238E27FC236}">
                <a16:creationId xmlns:a16="http://schemas.microsoft.com/office/drawing/2014/main" id="{CE8CDF63-548A-4642-9539-A5E6A4AFB89C}"/>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many perspectives  →  combined context</a:t>
            </a:r>
          </a:p>
        </p:txBody>
      </p:sp>
      <p:sp>
        <p:nvSpPr>
          <p:cNvPr id="1001925851" name="">
            <a:extLst xmlns:a="http://schemas.openxmlformats.org/drawingml/2006/main">
              <a:ext uri="{FF2B5EF4-FFF2-40B4-BE49-F238E27FC236}">
                <a16:creationId xmlns:a16="http://schemas.microsoft.com/office/drawing/2014/main" id="{410D5635-ED68-4464-A519-D3C2468E6649}"/>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6 of 9</a:t>
            </a:r>
          </a:p>
        </p:txBody>
      </p:sp>
      <p:sp>
        <p:nvSpPr>
          <p:cNvPr id="114478763" name="">
            <a:extLst xmlns:a="http://schemas.openxmlformats.org/drawingml/2006/main">
              <a:ext uri="{FF2B5EF4-FFF2-40B4-BE49-F238E27FC236}">
                <a16:creationId xmlns:a16="http://schemas.microsoft.com/office/drawing/2014/main" id="{0657EF03-AB0C-4E84-B16E-D4E6FB8DF089}"/>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796412293" name="">
            <a:extLst xmlns:a="http://schemas.openxmlformats.org/drawingml/2006/main">
              <a:ext uri="{FF2B5EF4-FFF2-40B4-BE49-F238E27FC236}">
                <a16:creationId xmlns:a16="http://schemas.microsoft.com/office/drawing/2014/main" id="{26FC61AF-A5AF-46E7-8245-593DEC53DF7D}"/>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214636728" name="">
            <a:extLst xmlns:a="http://schemas.openxmlformats.org/drawingml/2006/main">
              <a:ext uri="{FF2B5EF4-FFF2-40B4-BE49-F238E27FC236}">
                <a16:creationId xmlns:a16="http://schemas.microsoft.com/office/drawing/2014/main" id="{E93B7824-10C3-42B6-9813-DFEE5215BB59}"/>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988689009" name="">
            <a:extLst xmlns:a="http://schemas.openxmlformats.org/drawingml/2006/main">
              <a:ext uri="{FF2B5EF4-FFF2-40B4-BE49-F238E27FC236}">
                <a16:creationId xmlns:a16="http://schemas.microsoft.com/office/drawing/2014/main" id="{1A56D6BE-39CC-4669-BEB9-F9E9CAEC578E}"/>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860967596" name="">
            <a:extLst xmlns:a="http://schemas.openxmlformats.org/drawingml/2006/main">
              <a:ext uri="{FF2B5EF4-FFF2-40B4-BE49-F238E27FC236}">
                <a16:creationId xmlns:a16="http://schemas.microsoft.com/office/drawing/2014/main" id="{881F7BA7-2AF7-4B11-A909-3226961640DC}"/>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047893251" name="">
            <a:extLst xmlns:a="http://schemas.openxmlformats.org/drawingml/2006/main">
              <a:ext uri="{FF2B5EF4-FFF2-40B4-BE49-F238E27FC236}">
                <a16:creationId xmlns:a16="http://schemas.microsoft.com/office/drawing/2014/main" id="{3608C995-B84E-47FF-A1EF-C0034092C28E}"/>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502506780" name="">
            <a:extLst xmlns:a="http://schemas.openxmlformats.org/drawingml/2006/main">
              <a:ext uri="{FF2B5EF4-FFF2-40B4-BE49-F238E27FC236}">
                <a16:creationId xmlns:a16="http://schemas.microsoft.com/office/drawing/2014/main" id="{F29BC2F8-21E1-4A0E-9BF8-6EC95C2E4448}"/>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215000765" name="">
            <a:extLst xmlns:a="http://schemas.openxmlformats.org/drawingml/2006/main">
              <a:ext uri="{FF2B5EF4-FFF2-40B4-BE49-F238E27FC236}">
                <a16:creationId xmlns:a16="http://schemas.microsoft.com/office/drawing/2014/main" id="{8B83AB55-86BE-453C-887E-D6E27F6E979F}"/>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332445581" name="">
            <a:extLst xmlns:a="http://schemas.openxmlformats.org/drawingml/2006/main">
              <a:ext uri="{FF2B5EF4-FFF2-40B4-BE49-F238E27FC236}">
                <a16:creationId xmlns:a16="http://schemas.microsoft.com/office/drawing/2014/main" id="{FC5EC02F-CD13-4D14-8BCF-2282D026A4CE}"/>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49993176" name="">
            <a:extLst xmlns:a="http://schemas.openxmlformats.org/drawingml/2006/main">
              <a:ext uri="{FF2B5EF4-FFF2-40B4-BE49-F238E27FC236}">
                <a16:creationId xmlns:a16="http://schemas.microsoft.com/office/drawing/2014/main" id="{F262D42E-6FC0-4FC6-A5D6-02CE93FF3B2E}"/>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130496289" name="">
            <a:extLst xmlns:a="http://schemas.openxmlformats.org/drawingml/2006/main">
              <a:ext uri="{FF2B5EF4-FFF2-40B4-BE49-F238E27FC236}">
                <a16:creationId xmlns:a16="http://schemas.microsoft.com/office/drawing/2014/main" id="{09AA5471-1916-45CC-8A87-FEEA2C3F1D75}"/>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947153287" name="">
            <a:extLst xmlns:a="http://schemas.openxmlformats.org/drawingml/2006/main">
              <a:ext uri="{FF2B5EF4-FFF2-40B4-BE49-F238E27FC236}">
                <a16:creationId xmlns:a16="http://schemas.microsoft.com/office/drawing/2014/main" id="{689DBD84-353A-4B30-A659-7A9FF638615D}"/>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443868587" name="">
            <a:extLst xmlns:a="http://schemas.openxmlformats.org/drawingml/2006/main">
              <a:ext uri="{FF2B5EF4-FFF2-40B4-BE49-F238E27FC236}">
                <a16:creationId xmlns:a16="http://schemas.microsoft.com/office/drawing/2014/main" id="{D05715D5-F717-4258-9A0F-0C4087EA54CA}"/>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692072462" name="">
            <a:extLst xmlns:a="http://schemas.openxmlformats.org/drawingml/2006/main">
              <a:ext uri="{FF2B5EF4-FFF2-40B4-BE49-F238E27FC236}">
                <a16:creationId xmlns:a16="http://schemas.microsoft.com/office/drawing/2014/main" id="{55CB9F26-EC85-442B-9CC0-3E95730B05CF}"/>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241783914" name="">
            <a:extLst xmlns:a="http://schemas.openxmlformats.org/drawingml/2006/main">
              <a:ext uri="{FF2B5EF4-FFF2-40B4-BE49-F238E27FC236}">
                <a16:creationId xmlns:a16="http://schemas.microsoft.com/office/drawing/2014/main" id="{E977C1AE-8091-459A-BD0C-00E9B7A4AABE}"/>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396233073" name="">
            <a:extLst xmlns:a="http://schemas.openxmlformats.org/drawingml/2006/main">
              <a:ext uri="{FF2B5EF4-FFF2-40B4-BE49-F238E27FC236}">
                <a16:creationId xmlns:a16="http://schemas.microsoft.com/office/drawing/2014/main" id="{8E6FBFC2-2249-4A18-B4DC-735486DA1501}"/>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119502534" name="">
            <a:extLst xmlns:a="http://schemas.openxmlformats.org/drawingml/2006/main">
              <a:ext uri="{FF2B5EF4-FFF2-40B4-BE49-F238E27FC236}">
                <a16:creationId xmlns:a16="http://schemas.microsoft.com/office/drawing/2014/main" id="{1FBB89AA-9B04-4D71-9FE8-DBE03F637804}"/>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Multi-head attention</a:t>
            </a:r>
          </a:p>
        </p:txBody>
      </p:sp>
      <p:sp>
        <p:nvSpPr>
          <p:cNvPr id="903783327" name="">
            <a:extLst xmlns:a="http://schemas.openxmlformats.org/drawingml/2006/main">
              <a:ext uri="{FF2B5EF4-FFF2-40B4-BE49-F238E27FC236}">
                <a16:creationId xmlns:a16="http://schemas.microsoft.com/office/drawing/2014/main" id="{839AE4E6-79EA-4386-82F5-FEEE821698AB}"/>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566379010" name="">
            <a:extLst xmlns:a="http://schemas.openxmlformats.org/drawingml/2006/main">
              <a:ext uri="{FF2B5EF4-FFF2-40B4-BE49-F238E27FC236}">
                <a16:creationId xmlns:a16="http://schemas.microsoft.com/office/drawing/2014/main" id="{02E64E75-3A91-4048-B2A4-E3B2EB87E4B5}"/>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275838778" name="">
            <a:extLst xmlns:a="http://schemas.openxmlformats.org/drawingml/2006/main">
              <a:ext uri="{FF2B5EF4-FFF2-40B4-BE49-F238E27FC236}">
                <a16:creationId xmlns:a16="http://schemas.microsoft.com/office/drawing/2014/main" id="{80D8ACFB-57CD-473A-8A68-4DCE0062BA79}"/>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466837559" name="">
            <a:extLst xmlns:a="http://schemas.openxmlformats.org/drawingml/2006/main">
              <a:ext uri="{FF2B5EF4-FFF2-40B4-BE49-F238E27FC236}">
                <a16:creationId xmlns:a16="http://schemas.microsoft.com/office/drawing/2014/main" id="{ADD51329-A750-431B-87B1-E5A9FC4EE8DE}"/>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75439020" name="">
            <a:extLst xmlns:a="http://schemas.openxmlformats.org/drawingml/2006/main">
              <a:ext uri="{FF2B5EF4-FFF2-40B4-BE49-F238E27FC236}">
                <a16:creationId xmlns:a16="http://schemas.microsoft.com/office/drawing/2014/main" id="{8AF8DCC4-D657-48A9-9CCD-F11F6B3B71EC}"/>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560737931" name="">
            <a:extLst xmlns:a="http://schemas.openxmlformats.org/drawingml/2006/main">
              <a:ext uri="{FF2B5EF4-FFF2-40B4-BE49-F238E27FC236}">
                <a16:creationId xmlns:a16="http://schemas.microsoft.com/office/drawing/2014/main" id="{BBC7492E-61A3-42B0-B2A1-DA56AA34E2A7}"/>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999402805" name="">
            <a:extLst xmlns:a="http://schemas.openxmlformats.org/drawingml/2006/main">
              <a:ext uri="{FF2B5EF4-FFF2-40B4-BE49-F238E27FC236}">
                <a16:creationId xmlns:a16="http://schemas.microsoft.com/office/drawing/2014/main" id="{5E6F8FEB-9D12-4353-AAA4-6D718ECD3193}"/>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300189755" name="">
            <a:extLst xmlns:a="http://schemas.openxmlformats.org/drawingml/2006/main">
              <a:ext uri="{FF2B5EF4-FFF2-40B4-BE49-F238E27FC236}">
                <a16:creationId xmlns:a16="http://schemas.microsoft.com/office/drawing/2014/main" id="{4BAE0B1B-92D4-4154-A4FD-E282071A14CD}"/>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926778433" name="">
            <a:extLst xmlns:a="http://schemas.openxmlformats.org/drawingml/2006/main">
              <a:ext uri="{FF2B5EF4-FFF2-40B4-BE49-F238E27FC236}">
                <a16:creationId xmlns:a16="http://schemas.microsoft.com/office/drawing/2014/main" id="{EAD114B8-F8F7-471D-BA8F-82AE72D8F9BD}"/>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718455443" name="">
            <a:extLst xmlns:a="http://schemas.openxmlformats.org/drawingml/2006/main">
              <a:ext uri="{FF2B5EF4-FFF2-40B4-BE49-F238E27FC236}">
                <a16:creationId xmlns:a16="http://schemas.microsoft.com/office/drawing/2014/main" id="{1052EF11-1B64-490D-AC2A-C83C4D8E6A12}"/>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2030507223"/>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192704" name="Rectangle 935271156">
            <a:extLst xmlns:a="http://schemas.openxmlformats.org/drawingml/2006/main">
              <a:ext uri="{FF2B5EF4-FFF2-40B4-BE49-F238E27FC236}">
                <a16:creationId xmlns:a16="http://schemas.microsoft.com/office/drawing/2014/main" id="{22AAE36C-0855-46DA-8663-B1B81E7F024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1982073788" name="Rectangle 251777344">
            <a:extLst xmlns:a="http://schemas.openxmlformats.org/drawingml/2006/main">
              <a:ext uri="{FF2B5EF4-FFF2-40B4-BE49-F238E27FC236}">
                <a16:creationId xmlns:a16="http://schemas.microsoft.com/office/drawing/2014/main" id="{325B1F76-9AB8-4EA5-8339-C5E832B05D2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Encoder block</a:t>
            </a:r>
          </a:p>
        </p:txBody>
      </p:sp>
      <p:sp>
        <p:nvSpPr>
          <p:cNvPr id="1906511495" name="Rectangle 1495975732">
            <a:extLst xmlns:a="http://schemas.openxmlformats.org/drawingml/2006/main">
              <a:ext uri="{FF2B5EF4-FFF2-40B4-BE49-F238E27FC236}">
                <a16:creationId xmlns:a16="http://schemas.microsoft.com/office/drawing/2014/main" id="{627CC6B0-5448-47D0-BC3E-3F54805936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38</a:t>
            </a:r>
          </a:p>
        </p:txBody>
      </p:sp>
      <p:sp>
        <p:nvSpPr>
          <p:cNvPr id="227842423" name="">
            <a:extLst xmlns:a="http://schemas.openxmlformats.org/drawingml/2006/main">
              <a:ext uri="{FF2B5EF4-FFF2-40B4-BE49-F238E27FC236}">
                <a16:creationId xmlns:a16="http://schemas.microsoft.com/office/drawing/2014/main" id="{710CFB75-DE21-4326-B0D1-4C6C1917A989}"/>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Repeat self-attention and a feed-forward network to refine representations.</a:t>
            </a:r>
          </a:p>
        </p:txBody>
      </p:sp>
      <p:sp>
        <p:nvSpPr>
          <p:cNvPr id="2132505341" name="">
            <a:extLst xmlns:a="http://schemas.openxmlformats.org/drawingml/2006/main">
              <a:ext uri="{FF2B5EF4-FFF2-40B4-BE49-F238E27FC236}">
                <a16:creationId xmlns:a16="http://schemas.microsoft.com/office/drawing/2014/main" id="{3C038A3C-0222-4407-8694-18EC6FD9FC35}"/>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584914876" name="">
            <a:extLst xmlns:a="http://schemas.openxmlformats.org/drawingml/2006/main">
              <a:ext uri="{FF2B5EF4-FFF2-40B4-BE49-F238E27FC236}">
                <a16:creationId xmlns:a16="http://schemas.microsoft.com/office/drawing/2014/main" id="{DC20B206-27C2-4798-B7F7-049C463CF168}"/>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self-attention  +  feed-forward</a:t>
            </a:r>
          </a:p>
        </p:txBody>
      </p:sp>
      <p:sp>
        <p:nvSpPr>
          <p:cNvPr id="1438270251" name="">
            <a:extLst xmlns:a="http://schemas.openxmlformats.org/drawingml/2006/main">
              <a:ext uri="{FF2B5EF4-FFF2-40B4-BE49-F238E27FC236}">
                <a16:creationId xmlns:a16="http://schemas.microsoft.com/office/drawing/2014/main" id="{4E6A8852-9465-4036-892D-D09F60BC1EB3}"/>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7 of 9</a:t>
            </a:r>
          </a:p>
        </p:txBody>
      </p:sp>
      <p:sp>
        <p:nvSpPr>
          <p:cNvPr id="702310086" name="">
            <a:extLst xmlns:a="http://schemas.openxmlformats.org/drawingml/2006/main">
              <a:ext uri="{FF2B5EF4-FFF2-40B4-BE49-F238E27FC236}">
                <a16:creationId xmlns:a16="http://schemas.microsoft.com/office/drawing/2014/main" id="{C0BAFC89-5088-4AA4-89C5-2EA3CC25DE66}"/>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542824222" name="">
            <a:extLst xmlns:a="http://schemas.openxmlformats.org/drawingml/2006/main">
              <a:ext uri="{FF2B5EF4-FFF2-40B4-BE49-F238E27FC236}">
                <a16:creationId xmlns:a16="http://schemas.microsoft.com/office/drawing/2014/main" id="{F24039C8-30CB-4FCA-BD7C-130311C3B315}"/>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494560387" name="">
            <a:extLst xmlns:a="http://schemas.openxmlformats.org/drawingml/2006/main">
              <a:ext uri="{FF2B5EF4-FFF2-40B4-BE49-F238E27FC236}">
                <a16:creationId xmlns:a16="http://schemas.microsoft.com/office/drawing/2014/main" id="{69FBFBE6-E9A3-4CFD-9DE7-216C486BFAFB}"/>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704556497" name="">
            <a:extLst xmlns:a="http://schemas.openxmlformats.org/drawingml/2006/main">
              <a:ext uri="{FF2B5EF4-FFF2-40B4-BE49-F238E27FC236}">
                <a16:creationId xmlns:a16="http://schemas.microsoft.com/office/drawing/2014/main" id="{D4A2D4AE-CE0C-4571-9C49-B505A91830C7}"/>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447337752" name="">
            <a:extLst xmlns:a="http://schemas.openxmlformats.org/drawingml/2006/main">
              <a:ext uri="{FF2B5EF4-FFF2-40B4-BE49-F238E27FC236}">
                <a16:creationId xmlns:a16="http://schemas.microsoft.com/office/drawing/2014/main" id="{C78E65DD-7B20-4F56-AB56-7B9A9AF9D72C}"/>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642108460" name="">
            <a:extLst xmlns:a="http://schemas.openxmlformats.org/drawingml/2006/main">
              <a:ext uri="{FF2B5EF4-FFF2-40B4-BE49-F238E27FC236}">
                <a16:creationId xmlns:a16="http://schemas.microsoft.com/office/drawing/2014/main" id="{ABEC99E5-0D65-4837-94E4-9F03C6E47C9C}"/>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985341085" name="">
            <a:extLst xmlns:a="http://schemas.openxmlformats.org/drawingml/2006/main">
              <a:ext uri="{FF2B5EF4-FFF2-40B4-BE49-F238E27FC236}">
                <a16:creationId xmlns:a16="http://schemas.microsoft.com/office/drawing/2014/main" id="{86403CD0-0CE3-4AAC-94AA-44E7C0DEFF3F}"/>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048252740" name="">
            <a:extLst xmlns:a="http://schemas.openxmlformats.org/drawingml/2006/main">
              <a:ext uri="{FF2B5EF4-FFF2-40B4-BE49-F238E27FC236}">
                <a16:creationId xmlns:a16="http://schemas.microsoft.com/office/drawing/2014/main" id="{1B3B9B29-ED65-4F0A-BAA5-77825E229F79}"/>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51213583" name="">
            <a:extLst xmlns:a="http://schemas.openxmlformats.org/drawingml/2006/main">
              <a:ext uri="{FF2B5EF4-FFF2-40B4-BE49-F238E27FC236}">
                <a16:creationId xmlns:a16="http://schemas.microsoft.com/office/drawing/2014/main" id="{3A9142FB-9BC5-4B19-B91E-B5E1324D28A8}"/>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642155502" name="">
            <a:extLst xmlns:a="http://schemas.openxmlformats.org/drawingml/2006/main">
              <a:ext uri="{FF2B5EF4-FFF2-40B4-BE49-F238E27FC236}">
                <a16:creationId xmlns:a16="http://schemas.microsoft.com/office/drawing/2014/main" id="{39C03A8F-C528-4CD7-AF3F-B3237B435308}"/>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18008058" name="">
            <a:extLst xmlns:a="http://schemas.openxmlformats.org/drawingml/2006/main">
              <a:ext uri="{FF2B5EF4-FFF2-40B4-BE49-F238E27FC236}">
                <a16:creationId xmlns:a16="http://schemas.microsoft.com/office/drawing/2014/main" id="{0EA17210-6EAB-49E7-9811-AB1076971873}"/>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016591783" name="">
            <a:extLst xmlns:a="http://schemas.openxmlformats.org/drawingml/2006/main">
              <a:ext uri="{FF2B5EF4-FFF2-40B4-BE49-F238E27FC236}">
                <a16:creationId xmlns:a16="http://schemas.microsoft.com/office/drawing/2014/main" id="{0B7DE4DD-21B8-469F-9D02-20D9FF081FBF}"/>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962273051" name="">
            <a:extLst xmlns:a="http://schemas.openxmlformats.org/drawingml/2006/main">
              <a:ext uri="{FF2B5EF4-FFF2-40B4-BE49-F238E27FC236}">
                <a16:creationId xmlns:a16="http://schemas.microsoft.com/office/drawing/2014/main" id="{E309B5AC-97C9-4909-8225-17070119F7CE}"/>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845007403" name="">
            <a:extLst xmlns:a="http://schemas.openxmlformats.org/drawingml/2006/main">
              <a:ext uri="{FF2B5EF4-FFF2-40B4-BE49-F238E27FC236}">
                <a16:creationId xmlns:a16="http://schemas.microsoft.com/office/drawing/2014/main" id="{66E13942-6EEB-4D87-910D-E5C7745AE4EB}"/>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567275723" name="">
            <a:extLst xmlns:a="http://schemas.openxmlformats.org/drawingml/2006/main">
              <a:ext uri="{FF2B5EF4-FFF2-40B4-BE49-F238E27FC236}">
                <a16:creationId xmlns:a16="http://schemas.microsoft.com/office/drawing/2014/main" id="{4DE5B583-B133-4DEE-9EDB-C72C4FDAEC1A}"/>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236573406" name="">
            <a:extLst xmlns:a="http://schemas.openxmlformats.org/drawingml/2006/main">
              <a:ext uri="{FF2B5EF4-FFF2-40B4-BE49-F238E27FC236}">
                <a16:creationId xmlns:a16="http://schemas.microsoft.com/office/drawing/2014/main" id="{E71CA393-DA4D-4526-86D3-4F1F6B305959}"/>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025483346" name="">
            <a:extLst xmlns:a="http://schemas.openxmlformats.org/drawingml/2006/main">
              <a:ext uri="{FF2B5EF4-FFF2-40B4-BE49-F238E27FC236}">
                <a16:creationId xmlns:a16="http://schemas.microsoft.com/office/drawing/2014/main" id="{BC8DCD95-D724-4EB0-9278-3329238FB364}"/>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738158978" name="">
            <a:extLst xmlns:a="http://schemas.openxmlformats.org/drawingml/2006/main">
              <a:ext uri="{FF2B5EF4-FFF2-40B4-BE49-F238E27FC236}">
                <a16:creationId xmlns:a16="http://schemas.microsoft.com/office/drawing/2014/main" id="{5AAA98F0-7D98-4295-8D56-1293D0BEFABF}"/>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487712843" name="">
            <a:extLst xmlns:a="http://schemas.openxmlformats.org/drawingml/2006/main">
              <a:ext uri="{FF2B5EF4-FFF2-40B4-BE49-F238E27FC236}">
                <a16:creationId xmlns:a16="http://schemas.microsoft.com/office/drawing/2014/main" id="{2AD6501A-798F-4F9C-B50E-B2775BB8E4AD}"/>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17253221" name="">
            <a:extLst xmlns:a="http://schemas.openxmlformats.org/drawingml/2006/main">
              <a:ext uri="{FF2B5EF4-FFF2-40B4-BE49-F238E27FC236}">
                <a16:creationId xmlns:a16="http://schemas.microsoft.com/office/drawing/2014/main" id="{E7C38504-B507-4525-AD0C-76C0333A1253}"/>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Encoder block</a:t>
            </a:r>
          </a:p>
        </p:txBody>
      </p:sp>
      <p:sp>
        <p:nvSpPr>
          <p:cNvPr id="369985126" name="">
            <a:extLst xmlns:a="http://schemas.openxmlformats.org/drawingml/2006/main">
              <a:ext uri="{FF2B5EF4-FFF2-40B4-BE49-F238E27FC236}">
                <a16:creationId xmlns:a16="http://schemas.microsoft.com/office/drawing/2014/main" id="{DFC4A1A7-E851-445D-A307-9D5D0CCA9349}"/>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019953345" name="">
            <a:extLst xmlns:a="http://schemas.openxmlformats.org/drawingml/2006/main">
              <a:ext uri="{FF2B5EF4-FFF2-40B4-BE49-F238E27FC236}">
                <a16:creationId xmlns:a16="http://schemas.microsoft.com/office/drawing/2014/main" id="{0A9272FA-7416-4795-9A1A-B8A70EE31996}"/>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923387872" name="">
            <a:extLst xmlns:a="http://schemas.openxmlformats.org/drawingml/2006/main">
              <a:ext uri="{FF2B5EF4-FFF2-40B4-BE49-F238E27FC236}">
                <a16:creationId xmlns:a16="http://schemas.microsoft.com/office/drawing/2014/main" id="{6F3CFA2A-A34D-4CE3-9416-2083C4DE322C}"/>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338971770" name="">
            <a:extLst xmlns:a="http://schemas.openxmlformats.org/drawingml/2006/main">
              <a:ext uri="{FF2B5EF4-FFF2-40B4-BE49-F238E27FC236}">
                <a16:creationId xmlns:a16="http://schemas.microsoft.com/office/drawing/2014/main" id="{36B422C2-DC20-46A7-85D4-B86C52F6434D}"/>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598882638" name="">
            <a:extLst xmlns:a="http://schemas.openxmlformats.org/drawingml/2006/main">
              <a:ext uri="{FF2B5EF4-FFF2-40B4-BE49-F238E27FC236}">
                <a16:creationId xmlns:a16="http://schemas.microsoft.com/office/drawing/2014/main" id="{E6B3D356-D21E-4E19-A169-DF40DFED7F64}"/>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65250212" name="">
            <a:extLst xmlns:a="http://schemas.openxmlformats.org/drawingml/2006/main">
              <a:ext uri="{FF2B5EF4-FFF2-40B4-BE49-F238E27FC236}">
                <a16:creationId xmlns:a16="http://schemas.microsoft.com/office/drawing/2014/main" id="{6AFE4381-14D9-4C7C-BED9-2EA35F63A86A}"/>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804372524" name="">
            <a:extLst xmlns:a="http://schemas.openxmlformats.org/drawingml/2006/main">
              <a:ext uri="{FF2B5EF4-FFF2-40B4-BE49-F238E27FC236}">
                <a16:creationId xmlns:a16="http://schemas.microsoft.com/office/drawing/2014/main" id="{7FA5FCD6-424A-4B18-BFF5-F709A212D6D1}"/>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467163425"/>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95221994" name="Rectangle 935271156">
            <a:extLst xmlns:a="http://schemas.openxmlformats.org/drawingml/2006/main">
              <a:ext uri="{FF2B5EF4-FFF2-40B4-BE49-F238E27FC236}">
                <a16:creationId xmlns:a16="http://schemas.microsoft.com/office/drawing/2014/main" id="{C68BFD8D-BA4A-4084-B099-33476FE605F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Decoder</a:t>
            </a:r>
          </a:p>
        </p:txBody>
      </p:sp>
      <p:sp>
        <p:nvSpPr>
          <p:cNvPr id="949345944" name="Rectangle 251777344">
            <a:extLst xmlns:a="http://schemas.openxmlformats.org/drawingml/2006/main">
              <a:ext uri="{FF2B5EF4-FFF2-40B4-BE49-F238E27FC236}">
                <a16:creationId xmlns:a16="http://schemas.microsoft.com/office/drawing/2014/main" id="{78356005-9DE2-4C10-8BED-C2B569158D9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Decoder block</a:t>
            </a:r>
          </a:p>
        </p:txBody>
      </p:sp>
      <p:sp>
        <p:nvSpPr>
          <p:cNvPr id="1305051991" name="Rectangle 1495975732">
            <a:extLst xmlns:a="http://schemas.openxmlformats.org/drawingml/2006/main">
              <a:ext uri="{FF2B5EF4-FFF2-40B4-BE49-F238E27FC236}">
                <a16:creationId xmlns:a16="http://schemas.microsoft.com/office/drawing/2014/main" id="{0473344A-BBC2-4520-980E-C471D61B25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39</a:t>
            </a:r>
          </a:p>
        </p:txBody>
      </p:sp>
      <p:sp>
        <p:nvSpPr>
          <p:cNvPr id="2006078974" name="">
            <a:extLst xmlns:a="http://schemas.openxmlformats.org/drawingml/2006/main">
              <a:ext uri="{FF2B5EF4-FFF2-40B4-BE49-F238E27FC236}">
                <a16:creationId xmlns:a16="http://schemas.microsoft.com/office/drawing/2014/main" id="{6E941EDF-4DCF-4C87-A22E-17C6B4CBD4BE}"/>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Use masked self-attention, cross-attention, and feed-forward layers to generate.</a:t>
            </a:r>
          </a:p>
        </p:txBody>
      </p:sp>
      <p:sp>
        <p:nvSpPr>
          <p:cNvPr id="1583011127" name="">
            <a:extLst xmlns:a="http://schemas.openxmlformats.org/drawingml/2006/main">
              <a:ext uri="{FF2B5EF4-FFF2-40B4-BE49-F238E27FC236}">
                <a16:creationId xmlns:a16="http://schemas.microsoft.com/office/drawing/2014/main" id="{E2F2E5E6-92A2-4157-A6AE-BE1744A6E53D}"/>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sp>
      <p:sp>
        <p:nvSpPr>
          <p:cNvPr id="1636069253" name="">
            <a:extLst xmlns:a="http://schemas.openxmlformats.org/drawingml/2006/main">
              <a:ext uri="{FF2B5EF4-FFF2-40B4-BE49-F238E27FC236}">
                <a16:creationId xmlns:a16="http://schemas.microsoft.com/office/drawing/2014/main" id="{F5901D20-75EA-4E87-9288-997F28A911F4}"/>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D97706"/>
                </a:solidFill>
                <a:latin typeface="Calibri"/>
                <a:ea typeface="Calibri"/>
                <a:cs typeface="Calibri"/>
              </a:defRPr>
            </a:pPr>
            <a:r>
              <a:rPr sz="2350" b="1">
                <a:solidFill>
                  <a:srgbClr val="D97706"/>
                </a:solidFill>
                <a:latin typeface="Calibri"/>
                <a:ea typeface="Calibri"/>
                <a:cs typeface="Calibri"/>
              </a:rPr>
              <a:t>past outputs + encoder context</a:t>
            </a:r>
          </a:p>
        </p:txBody>
      </p:sp>
      <p:sp>
        <p:nvSpPr>
          <p:cNvPr id="2077901947" name="">
            <a:extLst xmlns:a="http://schemas.openxmlformats.org/drawingml/2006/main">
              <a:ext uri="{FF2B5EF4-FFF2-40B4-BE49-F238E27FC236}">
                <a16:creationId xmlns:a16="http://schemas.microsoft.com/office/drawing/2014/main" id="{99C2E5B3-8162-48FA-846B-3FAE60E03B7A}"/>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8 of 9</a:t>
            </a:r>
          </a:p>
        </p:txBody>
      </p:sp>
      <p:sp>
        <p:nvSpPr>
          <p:cNvPr id="1729117713" name="">
            <a:extLst xmlns:a="http://schemas.openxmlformats.org/drawingml/2006/main">
              <a:ext uri="{FF2B5EF4-FFF2-40B4-BE49-F238E27FC236}">
                <a16:creationId xmlns:a16="http://schemas.microsoft.com/office/drawing/2014/main" id="{E000DD5A-2C51-4A4E-8E60-E9BB5B596A11}"/>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208320195" name="">
            <a:extLst xmlns:a="http://schemas.openxmlformats.org/drawingml/2006/main">
              <a:ext uri="{FF2B5EF4-FFF2-40B4-BE49-F238E27FC236}">
                <a16:creationId xmlns:a16="http://schemas.microsoft.com/office/drawing/2014/main" id="{BB85E725-EFF4-4BC1-9760-74E75B949B42}"/>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59768767" name="">
            <a:extLst xmlns:a="http://schemas.openxmlformats.org/drawingml/2006/main">
              <a:ext uri="{FF2B5EF4-FFF2-40B4-BE49-F238E27FC236}">
                <a16:creationId xmlns:a16="http://schemas.microsoft.com/office/drawing/2014/main" id="{D0F70B35-014E-4E35-B118-F14A93018EBA}"/>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65084456" name="">
            <a:extLst xmlns:a="http://schemas.openxmlformats.org/drawingml/2006/main">
              <a:ext uri="{FF2B5EF4-FFF2-40B4-BE49-F238E27FC236}">
                <a16:creationId xmlns:a16="http://schemas.microsoft.com/office/drawing/2014/main" id="{A773C469-B4AE-46E9-AAE5-09570FA8BB48}"/>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85365701" name="">
            <a:extLst xmlns:a="http://schemas.openxmlformats.org/drawingml/2006/main">
              <a:ext uri="{FF2B5EF4-FFF2-40B4-BE49-F238E27FC236}">
                <a16:creationId xmlns:a16="http://schemas.microsoft.com/office/drawing/2014/main" id="{E0F5F61D-ABC0-4E3A-9CB8-A29D403E2EF8}"/>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606678435" name="">
            <a:extLst xmlns:a="http://schemas.openxmlformats.org/drawingml/2006/main">
              <a:ext uri="{FF2B5EF4-FFF2-40B4-BE49-F238E27FC236}">
                <a16:creationId xmlns:a16="http://schemas.microsoft.com/office/drawing/2014/main" id="{C2A3E91E-4387-4D67-BC5F-DE471B952626}"/>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728610055" name="">
            <a:extLst xmlns:a="http://schemas.openxmlformats.org/drawingml/2006/main">
              <a:ext uri="{FF2B5EF4-FFF2-40B4-BE49-F238E27FC236}">
                <a16:creationId xmlns:a16="http://schemas.microsoft.com/office/drawing/2014/main" id="{191DB283-F28F-4683-BB4A-C18CD2FA3084}"/>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517888291" name="">
            <a:extLst xmlns:a="http://schemas.openxmlformats.org/drawingml/2006/main">
              <a:ext uri="{FF2B5EF4-FFF2-40B4-BE49-F238E27FC236}">
                <a16:creationId xmlns:a16="http://schemas.microsoft.com/office/drawing/2014/main" id="{044C4312-627E-47DB-AA6E-E6EA4F830ADD}"/>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486406410" name="">
            <a:extLst xmlns:a="http://schemas.openxmlformats.org/drawingml/2006/main">
              <a:ext uri="{FF2B5EF4-FFF2-40B4-BE49-F238E27FC236}">
                <a16:creationId xmlns:a16="http://schemas.microsoft.com/office/drawing/2014/main" id="{7D735E2C-C237-498D-831E-B726A97839FD}"/>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508106686" name="">
            <a:extLst xmlns:a="http://schemas.openxmlformats.org/drawingml/2006/main">
              <a:ext uri="{FF2B5EF4-FFF2-40B4-BE49-F238E27FC236}">
                <a16:creationId xmlns:a16="http://schemas.microsoft.com/office/drawing/2014/main" id="{7E447BF5-E58F-4D88-8E56-FB301A671D2F}"/>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617068110" name="">
            <a:extLst xmlns:a="http://schemas.openxmlformats.org/drawingml/2006/main">
              <a:ext uri="{FF2B5EF4-FFF2-40B4-BE49-F238E27FC236}">
                <a16:creationId xmlns:a16="http://schemas.microsoft.com/office/drawing/2014/main" id="{B7BCF372-13D9-4CC4-B1AF-1708FD59621F}"/>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721751252" name="">
            <a:extLst xmlns:a="http://schemas.openxmlformats.org/drawingml/2006/main">
              <a:ext uri="{FF2B5EF4-FFF2-40B4-BE49-F238E27FC236}">
                <a16:creationId xmlns:a16="http://schemas.microsoft.com/office/drawing/2014/main" id="{67BCA814-90B1-4964-BB75-B0455A8DC717}"/>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440120816" name="">
            <a:extLst xmlns:a="http://schemas.openxmlformats.org/drawingml/2006/main">
              <a:ext uri="{FF2B5EF4-FFF2-40B4-BE49-F238E27FC236}">
                <a16:creationId xmlns:a16="http://schemas.microsoft.com/office/drawing/2014/main" id="{89C7013E-160C-4D23-BFEF-59BF435E0CB7}"/>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513253193" name="">
            <a:extLst xmlns:a="http://schemas.openxmlformats.org/drawingml/2006/main">
              <a:ext uri="{FF2B5EF4-FFF2-40B4-BE49-F238E27FC236}">
                <a16:creationId xmlns:a16="http://schemas.microsoft.com/office/drawing/2014/main" id="{008CEE16-F353-4778-B6C9-A309409D8868}"/>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31226382" name="">
            <a:extLst xmlns:a="http://schemas.openxmlformats.org/drawingml/2006/main">
              <a:ext uri="{FF2B5EF4-FFF2-40B4-BE49-F238E27FC236}">
                <a16:creationId xmlns:a16="http://schemas.microsoft.com/office/drawing/2014/main" id="{FD08FDAE-B675-493C-9045-9A1263CC769D}"/>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723339699" name="">
            <a:extLst xmlns:a="http://schemas.openxmlformats.org/drawingml/2006/main">
              <a:ext uri="{FF2B5EF4-FFF2-40B4-BE49-F238E27FC236}">
                <a16:creationId xmlns:a16="http://schemas.microsoft.com/office/drawing/2014/main" id="{040C136D-29A9-461C-90AF-AD73AA4E87E4}"/>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80947040" name="">
            <a:extLst xmlns:a="http://schemas.openxmlformats.org/drawingml/2006/main">
              <a:ext uri="{FF2B5EF4-FFF2-40B4-BE49-F238E27FC236}">
                <a16:creationId xmlns:a16="http://schemas.microsoft.com/office/drawing/2014/main" id="{7B53CB85-8225-460D-9F50-D5350CD71DB4}"/>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451292901" name="">
            <a:extLst xmlns:a="http://schemas.openxmlformats.org/drawingml/2006/main">
              <a:ext uri="{FF2B5EF4-FFF2-40B4-BE49-F238E27FC236}">
                <a16:creationId xmlns:a16="http://schemas.microsoft.com/office/drawing/2014/main" id="{63D20C43-A021-4722-A2AF-3F9274F8C7F3}"/>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34138037" name="">
            <a:extLst xmlns:a="http://schemas.openxmlformats.org/drawingml/2006/main">
              <a:ext uri="{FF2B5EF4-FFF2-40B4-BE49-F238E27FC236}">
                <a16:creationId xmlns:a16="http://schemas.microsoft.com/office/drawing/2014/main" id="{60C9622A-112C-40FC-A83B-6E5B1CB9B4AA}"/>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685121776" name="">
            <a:extLst xmlns:a="http://schemas.openxmlformats.org/drawingml/2006/main">
              <a:ext uri="{FF2B5EF4-FFF2-40B4-BE49-F238E27FC236}">
                <a16:creationId xmlns:a16="http://schemas.microsoft.com/office/drawing/2014/main" id="{55A6B81A-2887-4C32-B6DB-D8191A913C31}"/>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634902323" name="">
            <a:extLst xmlns:a="http://schemas.openxmlformats.org/drawingml/2006/main">
              <a:ext uri="{FF2B5EF4-FFF2-40B4-BE49-F238E27FC236}">
                <a16:creationId xmlns:a16="http://schemas.microsoft.com/office/drawing/2014/main" id="{B77F4161-00B7-4D45-B22B-97FD16ED9768}"/>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791594506" name="">
            <a:extLst xmlns:a="http://schemas.openxmlformats.org/drawingml/2006/main">
              <a:ext uri="{FF2B5EF4-FFF2-40B4-BE49-F238E27FC236}">
                <a16:creationId xmlns:a16="http://schemas.microsoft.com/office/drawing/2014/main" id="{949431D2-658B-4F5D-8321-3748B39E5CCD}"/>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sp>
      <p:sp>
        <p:nvSpPr>
          <p:cNvPr id="1724550460" name="">
            <a:extLst xmlns:a="http://schemas.openxmlformats.org/drawingml/2006/main">
              <a:ext uri="{FF2B5EF4-FFF2-40B4-BE49-F238E27FC236}">
                <a16:creationId xmlns:a16="http://schemas.microsoft.com/office/drawing/2014/main" id="{1B1E31B6-4D99-4517-AD39-118528790A58}"/>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Decoder block</a:t>
            </a:r>
          </a:p>
        </p:txBody>
      </p:sp>
      <p:sp>
        <p:nvSpPr>
          <p:cNvPr id="1339358532" name="">
            <a:extLst xmlns:a="http://schemas.openxmlformats.org/drawingml/2006/main">
              <a:ext uri="{FF2B5EF4-FFF2-40B4-BE49-F238E27FC236}">
                <a16:creationId xmlns:a16="http://schemas.microsoft.com/office/drawing/2014/main" id="{F94538D5-201D-4612-9A3C-A789CCB36149}"/>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407864068" name="">
            <a:extLst xmlns:a="http://schemas.openxmlformats.org/drawingml/2006/main">
              <a:ext uri="{FF2B5EF4-FFF2-40B4-BE49-F238E27FC236}">
                <a16:creationId xmlns:a16="http://schemas.microsoft.com/office/drawing/2014/main" id="{B63E882F-082E-4260-A8B3-C0B7E3AB021E}"/>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136699321" name="">
            <a:extLst xmlns:a="http://schemas.openxmlformats.org/drawingml/2006/main">
              <a:ext uri="{FF2B5EF4-FFF2-40B4-BE49-F238E27FC236}">
                <a16:creationId xmlns:a16="http://schemas.microsoft.com/office/drawing/2014/main" id="{5D960C81-C00E-43EF-B448-7C3AE4DF6403}"/>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602704413" name="">
            <a:extLst xmlns:a="http://schemas.openxmlformats.org/drawingml/2006/main">
              <a:ext uri="{FF2B5EF4-FFF2-40B4-BE49-F238E27FC236}">
                <a16:creationId xmlns:a16="http://schemas.microsoft.com/office/drawing/2014/main" id="{7C4651DD-1DEF-455B-9C78-08AD0BCE82D5}"/>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Decoder component</a:t>
            </a:r>
          </a:p>
        </p:txBody>
      </p:sp>
    </p:spTree>
    <p:extLst>
      <p:ext uri="{BB962C8B-B14F-4D97-AF65-F5344CB8AC3E}">
        <p14:creationId xmlns:p14="http://schemas.microsoft.com/office/powerpoint/2010/main" val="533542243"/>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5404917" name="Rectangle 935271156">
            <a:extLst xmlns:a="http://schemas.openxmlformats.org/drawingml/2006/main">
              <a:ext uri="{FF2B5EF4-FFF2-40B4-BE49-F238E27FC236}">
                <a16:creationId xmlns:a16="http://schemas.microsoft.com/office/drawing/2014/main" id="{24968FC4-E390-4A0C-B5B3-2BA50A4E74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Output</a:t>
            </a:r>
          </a:p>
        </p:txBody>
      </p:sp>
      <p:sp>
        <p:nvSpPr>
          <p:cNvPr id="225826295" name="Rectangle 251777344">
            <a:extLst xmlns:a="http://schemas.openxmlformats.org/drawingml/2006/main">
              <a:ext uri="{FF2B5EF4-FFF2-40B4-BE49-F238E27FC236}">
                <a16:creationId xmlns:a16="http://schemas.microsoft.com/office/drawing/2014/main" id="{7AD1EFEA-CC74-4285-AEFA-21BFBC3B383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Language-model head</a:t>
            </a:r>
          </a:p>
        </p:txBody>
      </p:sp>
      <p:sp>
        <p:nvSpPr>
          <p:cNvPr id="1096192209" name="Rectangle 1495975732">
            <a:extLst xmlns:a="http://schemas.openxmlformats.org/drawingml/2006/main">
              <a:ext uri="{FF2B5EF4-FFF2-40B4-BE49-F238E27FC236}">
                <a16:creationId xmlns:a16="http://schemas.microsoft.com/office/drawing/2014/main" id="{DA7706FF-94DE-4F42-8D5C-BC23CB078E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40</a:t>
            </a:r>
          </a:p>
        </p:txBody>
      </p:sp>
      <p:sp>
        <p:nvSpPr>
          <p:cNvPr id="1429354589" name="">
            <a:extLst xmlns:a="http://schemas.openxmlformats.org/drawingml/2006/main">
              <a:ext uri="{FF2B5EF4-FFF2-40B4-BE49-F238E27FC236}">
                <a16:creationId xmlns:a16="http://schemas.microsoft.com/office/drawing/2014/main" id="{77B8E4B5-F51D-4F51-A98A-4EEF6BCD0142}"/>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Convert the final decoder state into probabilities for the next token.</a:t>
            </a:r>
          </a:p>
        </p:txBody>
      </p:sp>
      <p:sp>
        <p:nvSpPr>
          <p:cNvPr id="1488590256" name="">
            <a:extLst xmlns:a="http://schemas.openxmlformats.org/drawingml/2006/main">
              <a:ext uri="{FF2B5EF4-FFF2-40B4-BE49-F238E27FC236}">
                <a16:creationId xmlns:a16="http://schemas.microsoft.com/office/drawing/2014/main" id="{178FCDDC-2026-4D2F-955D-694D5AE42605}"/>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sp>
      <p:sp>
        <p:nvSpPr>
          <p:cNvPr id="161650460" name="">
            <a:extLst xmlns:a="http://schemas.openxmlformats.org/drawingml/2006/main">
              <a:ext uri="{FF2B5EF4-FFF2-40B4-BE49-F238E27FC236}">
                <a16:creationId xmlns:a16="http://schemas.microsoft.com/office/drawing/2014/main" id="{542DCB23-1156-451F-B97D-7C61CA6E5D34}"/>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D97706"/>
                </a:solidFill>
                <a:latin typeface="Calibri"/>
                <a:ea typeface="Calibri"/>
                <a:cs typeface="Calibri"/>
              </a:defRPr>
            </a:pPr>
            <a:r>
              <a:rPr sz="2350" b="1">
                <a:solidFill>
                  <a:srgbClr val="D97706"/>
                </a:solidFill>
                <a:latin typeface="Calibri"/>
                <a:ea typeface="Calibri"/>
                <a:cs typeface="Calibri"/>
              </a:rPr>
              <a:t>linear layer  →  softmax  →  next token</a:t>
            </a:r>
          </a:p>
        </p:txBody>
      </p:sp>
      <p:sp>
        <p:nvSpPr>
          <p:cNvPr id="1318669883" name="">
            <a:extLst xmlns:a="http://schemas.openxmlformats.org/drawingml/2006/main">
              <a:ext uri="{FF2B5EF4-FFF2-40B4-BE49-F238E27FC236}">
                <a16:creationId xmlns:a16="http://schemas.microsoft.com/office/drawing/2014/main" id="{4D19BE42-4464-4319-A02B-2858D8620FBD}"/>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9 of 9</a:t>
            </a:r>
          </a:p>
        </p:txBody>
      </p:sp>
      <p:sp>
        <p:nvSpPr>
          <p:cNvPr id="741666291" name="">
            <a:extLst xmlns:a="http://schemas.openxmlformats.org/drawingml/2006/main">
              <a:ext uri="{FF2B5EF4-FFF2-40B4-BE49-F238E27FC236}">
                <a16:creationId xmlns:a16="http://schemas.microsoft.com/office/drawing/2014/main" id="{ED00EEDF-0B5C-4339-BCF1-EA839F721DD4}"/>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119236658" name="">
            <a:extLst xmlns:a="http://schemas.openxmlformats.org/drawingml/2006/main">
              <a:ext uri="{FF2B5EF4-FFF2-40B4-BE49-F238E27FC236}">
                <a16:creationId xmlns:a16="http://schemas.microsoft.com/office/drawing/2014/main" id="{BA6AE881-821E-421E-A636-29E7AF323B57}"/>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600624182" name="">
            <a:extLst xmlns:a="http://schemas.openxmlformats.org/drawingml/2006/main">
              <a:ext uri="{FF2B5EF4-FFF2-40B4-BE49-F238E27FC236}">
                <a16:creationId xmlns:a16="http://schemas.microsoft.com/office/drawing/2014/main" id="{6E7A3F5D-714F-46C6-BFC1-70FD5ECE8327}"/>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526540104" name="">
            <a:extLst xmlns:a="http://schemas.openxmlformats.org/drawingml/2006/main">
              <a:ext uri="{FF2B5EF4-FFF2-40B4-BE49-F238E27FC236}">
                <a16:creationId xmlns:a16="http://schemas.microsoft.com/office/drawing/2014/main" id="{FE2C75BA-0145-446A-9BE0-323474929DAE}"/>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255182191" name="">
            <a:extLst xmlns:a="http://schemas.openxmlformats.org/drawingml/2006/main">
              <a:ext uri="{FF2B5EF4-FFF2-40B4-BE49-F238E27FC236}">
                <a16:creationId xmlns:a16="http://schemas.microsoft.com/office/drawing/2014/main" id="{4FC5679E-CD69-406F-BD47-4D4BC44F1AE5}"/>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98806931" name="">
            <a:extLst xmlns:a="http://schemas.openxmlformats.org/drawingml/2006/main">
              <a:ext uri="{FF2B5EF4-FFF2-40B4-BE49-F238E27FC236}">
                <a16:creationId xmlns:a16="http://schemas.microsoft.com/office/drawing/2014/main" id="{D35AD033-C8A4-471E-9E65-B5C598824D7B}"/>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518388314" name="">
            <a:extLst xmlns:a="http://schemas.openxmlformats.org/drawingml/2006/main">
              <a:ext uri="{FF2B5EF4-FFF2-40B4-BE49-F238E27FC236}">
                <a16:creationId xmlns:a16="http://schemas.microsoft.com/office/drawing/2014/main" id="{36C84B7C-707F-4F66-AA9C-462F10973425}"/>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93704276" name="">
            <a:extLst xmlns:a="http://schemas.openxmlformats.org/drawingml/2006/main">
              <a:ext uri="{FF2B5EF4-FFF2-40B4-BE49-F238E27FC236}">
                <a16:creationId xmlns:a16="http://schemas.microsoft.com/office/drawing/2014/main" id="{95CDDA77-CC15-4BB1-9268-C824E80E36C3}"/>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828819085" name="">
            <a:extLst xmlns:a="http://schemas.openxmlformats.org/drawingml/2006/main">
              <a:ext uri="{FF2B5EF4-FFF2-40B4-BE49-F238E27FC236}">
                <a16:creationId xmlns:a16="http://schemas.microsoft.com/office/drawing/2014/main" id="{AF529F0E-E7B4-433B-965D-62812CD361D2}"/>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959388323" name="">
            <a:extLst xmlns:a="http://schemas.openxmlformats.org/drawingml/2006/main">
              <a:ext uri="{FF2B5EF4-FFF2-40B4-BE49-F238E27FC236}">
                <a16:creationId xmlns:a16="http://schemas.microsoft.com/office/drawing/2014/main" id="{49A294CA-6903-41A4-A430-89C8507E09D1}"/>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507606004" name="">
            <a:extLst xmlns:a="http://schemas.openxmlformats.org/drawingml/2006/main">
              <a:ext uri="{FF2B5EF4-FFF2-40B4-BE49-F238E27FC236}">
                <a16:creationId xmlns:a16="http://schemas.microsoft.com/office/drawing/2014/main" id="{BF385A08-8A22-4184-A26A-AE5ED9E71712}"/>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434552412" name="">
            <a:extLst xmlns:a="http://schemas.openxmlformats.org/drawingml/2006/main">
              <a:ext uri="{FF2B5EF4-FFF2-40B4-BE49-F238E27FC236}">
                <a16:creationId xmlns:a16="http://schemas.microsoft.com/office/drawing/2014/main" id="{D36648E3-9BC4-45AD-A845-FA657F61D34D}"/>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sp>
      <p:sp>
        <p:nvSpPr>
          <p:cNvPr id="959657632" name="">
            <a:extLst xmlns:a="http://schemas.openxmlformats.org/drawingml/2006/main">
              <a:ext uri="{FF2B5EF4-FFF2-40B4-BE49-F238E27FC236}">
                <a16:creationId xmlns:a16="http://schemas.microsoft.com/office/drawing/2014/main" id="{8962EF01-DFED-4484-92BF-4A99A367D17F}"/>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617483863" name="">
            <a:extLst xmlns:a="http://schemas.openxmlformats.org/drawingml/2006/main">
              <a:ext uri="{FF2B5EF4-FFF2-40B4-BE49-F238E27FC236}">
                <a16:creationId xmlns:a16="http://schemas.microsoft.com/office/drawing/2014/main" id="{4784CBDF-5530-4E93-BCA4-6F6BC4360435}"/>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7047853" name="">
            <a:extLst xmlns:a="http://schemas.openxmlformats.org/drawingml/2006/main">
              <a:ext uri="{FF2B5EF4-FFF2-40B4-BE49-F238E27FC236}">
                <a16:creationId xmlns:a16="http://schemas.microsoft.com/office/drawing/2014/main" id="{04D44BF4-0D6D-470D-B497-65B3DA9B3ADB}"/>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400594842" name="">
            <a:extLst xmlns:a="http://schemas.openxmlformats.org/drawingml/2006/main">
              <a:ext uri="{FF2B5EF4-FFF2-40B4-BE49-F238E27FC236}">
                <a16:creationId xmlns:a16="http://schemas.microsoft.com/office/drawing/2014/main" id="{DEC685BA-01CD-45F6-9E87-4FC7DDD46051}"/>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537366817" name="">
            <a:extLst xmlns:a="http://schemas.openxmlformats.org/drawingml/2006/main">
              <a:ext uri="{FF2B5EF4-FFF2-40B4-BE49-F238E27FC236}">
                <a16:creationId xmlns:a16="http://schemas.microsoft.com/office/drawing/2014/main" id="{EFEDF812-FE3A-44F4-B3D6-237508E74A55}"/>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60467827" name="">
            <a:extLst xmlns:a="http://schemas.openxmlformats.org/drawingml/2006/main">
              <a:ext uri="{FF2B5EF4-FFF2-40B4-BE49-F238E27FC236}">
                <a16:creationId xmlns:a16="http://schemas.microsoft.com/office/drawing/2014/main" id="{55CEFF0A-2659-4606-86B8-76CB3612E48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1452880712" name="">
            <a:extLst xmlns:a="http://schemas.openxmlformats.org/drawingml/2006/main">
              <a:ext uri="{FF2B5EF4-FFF2-40B4-BE49-F238E27FC236}">
                <a16:creationId xmlns:a16="http://schemas.microsoft.com/office/drawing/2014/main" id="{DD7D798B-4036-440C-8FAD-5E9F813DB6EB}"/>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622893840" name="">
            <a:extLst xmlns:a="http://schemas.openxmlformats.org/drawingml/2006/main">
              <a:ext uri="{FF2B5EF4-FFF2-40B4-BE49-F238E27FC236}">
                <a16:creationId xmlns:a16="http://schemas.microsoft.com/office/drawing/2014/main" id="{A99AF43A-3679-4E36-979B-9D29C8B7328C}"/>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497187105" name="">
            <a:extLst xmlns:a="http://schemas.openxmlformats.org/drawingml/2006/main">
              <a:ext uri="{FF2B5EF4-FFF2-40B4-BE49-F238E27FC236}">
                <a16:creationId xmlns:a16="http://schemas.microsoft.com/office/drawing/2014/main" id="{88DD4C31-4F4A-40AF-9BF7-8B674D4937D7}"/>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335429823" name="">
            <a:extLst xmlns:a="http://schemas.openxmlformats.org/drawingml/2006/main">
              <a:ext uri="{FF2B5EF4-FFF2-40B4-BE49-F238E27FC236}">
                <a16:creationId xmlns:a16="http://schemas.microsoft.com/office/drawing/2014/main" id="{A6B7BB2B-7517-4825-8773-BF8B4DB5095B}"/>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1135884256" name="">
            <a:extLst xmlns:a="http://schemas.openxmlformats.org/drawingml/2006/main">
              <a:ext uri="{FF2B5EF4-FFF2-40B4-BE49-F238E27FC236}">
                <a16:creationId xmlns:a16="http://schemas.microsoft.com/office/drawing/2014/main" id="{33D869FD-07D2-495B-951E-78B35056C0AA}"/>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504939056" name="">
            <a:extLst xmlns:a="http://schemas.openxmlformats.org/drawingml/2006/main">
              <a:ext uri="{FF2B5EF4-FFF2-40B4-BE49-F238E27FC236}">
                <a16:creationId xmlns:a16="http://schemas.microsoft.com/office/drawing/2014/main" id="{26130701-520B-4250-8C09-0CB55411B452}"/>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400529097" name="">
            <a:extLst xmlns:a="http://schemas.openxmlformats.org/drawingml/2006/main">
              <a:ext uri="{FF2B5EF4-FFF2-40B4-BE49-F238E27FC236}">
                <a16:creationId xmlns:a16="http://schemas.microsoft.com/office/drawing/2014/main" id="{B1A112DB-6E29-4126-A9DC-00E9447A3C23}"/>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sp>
      <p:sp>
        <p:nvSpPr>
          <p:cNvPr id="1314370849" name="">
            <a:extLst xmlns:a="http://schemas.openxmlformats.org/drawingml/2006/main">
              <a:ext uri="{FF2B5EF4-FFF2-40B4-BE49-F238E27FC236}">
                <a16:creationId xmlns:a16="http://schemas.microsoft.com/office/drawing/2014/main" id="{28B862A8-E167-4DF2-8093-9FCE27324002}"/>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Language-model head</a:t>
            </a:r>
          </a:p>
        </p:txBody>
      </p:sp>
      <p:sp>
        <p:nvSpPr>
          <p:cNvPr id="1931875792" name="">
            <a:extLst xmlns:a="http://schemas.openxmlformats.org/drawingml/2006/main">
              <a:ext uri="{FF2B5EF4-FFF2-40B4-BE49-F238E27FC236}">
                <a16:creationId xmlns:a16="http://schemas.microsoft.com/office/drawing/2014/main" id="{0583AF2D-6993-4862-8D33-A1F7263F631C}"/>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Output component</a:t>
            </a:r>
          </a:p>
        </p:txBody>
      </p:sp>
    </p:spTree>
    <p:extLst>
      <p:ext uri="{BB962C8B-B14F-4D97-AF65-F5344CB8AC3E}">
        <p14:creationId xmlns:p14="http://schemas.microsoft.com/office/powerpoint/2010/main" val="1559909927"/>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8694864" name="Rectangle 596912551">
            <a:extLst xmlns:a="http://schemas.openxmlformats.org/drawingml/2006/main">
              <a:ext uri="{FF2B5EF4-FFF2-40B4-BE49-F238E27FC236}">
                <a16:creationId xmlns:a16="http://schemas.microsoft.com/office/drawing/2014/main" id="{776A835E-4731-456C-A74C-659B0CCF16F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067872012" name="Rectangle 290873250">
            <a:extLst xmlns:a="http://schemas.openxmlformats.org/drawingml/2006/main">
              <a:ext uri="{FF2B5EF4-FFF2-40B4-BE49-F238E27FC236}">
                <a16:creationId xmlns:a16="http://schemas.microsoft.com/office/drawing/2014/main" id="{257EF15F-282A-4545-A27D-272B1D920F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1241107839" name="Rectangle: Rounded Corners 81270832">
            <a:extLst xmlns:a="http://schemas.openxmlformats.org/drawingml/2006/main">
              <a:ext uri="{FF2B5EF4-FFF2-40B4-BE49-F238E27FC236}">
                <a16:creationId xmlns:a16="http://schemas.microsoft.com/office/drawing/2014/main" id="{1CAED454-C302-4BEA-9CA2-F1126A57BD7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8263011" name="Rectangle: Rounded Corners 1587413913">
            <a:extLst xmlns:a="http://schemas.openxmlformats.org/drawingml/2006/main">
              <a:ext uri="{FF2B5EF4-FFF2-40B4-BE49-F238E27FC236}">
                <a16:creationId xmlns:a16="http://schemas.microsoft.com/office/drawing/2014/main" id="{FD3B5612-45EB-4EB0-AFB3-4B50C1A1B1F8}"/>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37715173" name="Rectangle: Rounded Corners 493815563">
            <a:extLst xmlns:a="http://schemas.openxmlformats.org/drawingml/2006/main">
              <a:ext uri="{FF2B5EF4-FFF2-40B4-BE49-F238E27FC236}">
                <a16:creationId xmlns:a16="http://schemas.microsoft.com/office/drawing/2014/main" id="{A3C154AB-FE95-4CE4-9FF3-F6784559FF5D}"/>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2122816481" name="Rectangle: Rounded Corners 770580154">
            <a:extLst xmlns:a="http://schemas.openxmlformats.org/drawingml/2006/main">
              <a:ext uri="{FF2B5EF4-FFF2-40B4-BE49-F238E27FC236}">
                <a16:creationId xmlns:a16="http://schemas.microsoft.com/office/drawing/2014/main" id="{53601BBD-972D-47A3-BDE0-1BBFB0BE77F7}"/>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359619763" name="Arrow: Right 719400496">
            <a:extLst xmlns:a="http://schemas.openxmlformats.org/drawingml/2006/main">
              <a:ext uri="{FF2B5EF4-FFF2-40B4-BE49-F238E27FC236}">
                <a16:creationId xmlns:a16="http://schemas.microsoft.com/office/drawing/2014/main" id="{21F78C03-0BA6-4BB7-B299-956492C7BB68}"/>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5212762" name="Rectangle: Rounded Corners 1479447591">
            <a:extLst xmlns:a="http://schemas.openxmlformats.org/drawingml/2006/main">
              <a:ext uri="{FF2B5EF4-FFF2-40B4-BE49-F238E27FC236}">
                <a16:creationId xmlns:a16="http://schemas.microsoft.com/office/drawing/2014/main" id="{C99F042A-766E-4E7C-A5AC-03B2B482F030}"/>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058350849" name="Rectangle: Rounded Corners 2028005840">
            <a:extLst xmlns:a="http://schemas.openxmlformats.org/drawingml/2006/main">
              <a:ext uri="{FF2B5EF4-FFF2-40B4-BE49-F238E27FC236}">
                <a16:creationId xmlns:a16="http://schemas.microsoft.com/office/drawing/2014/main" id="{21855078-BBEA-4BC4-9ABE-B9BEA2E5A209}"/>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944767905" name="Rectangle: Rounded Corners 1882830141">
            <a:extLst xmlns:a="http://schemas.openxmlformats.org/drawingml/2006/main">
              <a:ext uri="{FF2B5EF4-FFF2-40B4-BE49-F238E27FC236}">
                <a16:creationId xmlns:a16="http://schemas.microsoft.com/office/drawing/2014/main" id="{13792AAE-8137-4D94-8C79-DE9820E2BD9F}"/>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42041124" name="Rectangle: Rounded Corners 60243026">
            <a:extLst xmlns:a="http://schemas.openxmlformats.org/drawingml/2006/main">
              <a:ext uri="{FF2B5EF4-FFF2-40B4-BE49-F238E27FC236}">
                <a16:creationId xmlns:a16="http://schemas.microsoft.com/office/drawing/2014/main" id="{95350C9B-889B-49A2-BA8D-2D0FDEF81AEF}"/>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890333772" name="Rectangle: Rounded Corners 1134928050">
            <a:extLst xmlns:a="http://schemas.openxmlformats.org/drawingml/2006/main">
              <a:ext uri="{FF2B5EF4-FFF2-40B4-BE49-F238E27FC236}">
                <a16:creationId xmlns:a16="http://schemas.microsoft.com/office/drawing/2014/main" id="{842D4A4B-F0FC-47ED-8FDC-123AEE99A80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997000930" name="Rectangle 1354337603">
            <a:extLst xmlns:a="http://schemas.openxmlformats.org/drawingml/2006/main">
              <a:ext uri="{FF2B5EF4-FFF2-40B4-BE49-F238E27FC236}">
                <a16:creationId xmlns:a16="http://schemas.microsoft.com/office/drawing/2014/main" id="{8051F922-99C4-4732-8457-C0315B59D120}"/>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571926152" name="Rectangle 564634627">
            <a:extLst xmlns:a="http://schemas.openxmlformats.org/drawingml/2006/main">
              <a:ext uri="{FF2B5EF4-FFF2-40B4-BE49-F238E27FC236}">
                <a16:creationId xmlns:a16="http://schemas.microsoft.com/office/drawing/2014/main" id="{DAFF5AFC-B3A2-4631-98D4-EACAB136BC5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41</a:t>
            </a:r>
          </a:p>
        </p:txBody>
      </p:sp>
    </p:spTree>
    <p:extLst>
      <p:ext uri="{BB962C8B-B14F-4D97-AF65-F5344CB8AC3E}">
        <p14:creationId xmlns:p14="http://schemas.microsoft.com/office/powerpoint/2010/main" val="1836935259"/>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1991909" name="Rectangle 804913496">
            <a:extLst xmlns:a="http://schemas.openxmlformats.org/drawingml/2006/main">
              <a:ext uri="{FF2B5EF4-FFF2-40B4-BE49-F238E27FC236}">
                <a16:creationId xmlns:a16="http://schemas.microsoft.com/office/drawing/2014/main" id="{49985F9E-06D0-4243-8EC0-5B33023F258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705759063" name="Rectangle 977578111">
            <a:extLst xmlns:a="http://schemas.openxmlformats.org/drawingml/2006/main">
              <a:ext uri="{FF2B5EF4-FFF2-40B4-BE49-F238E27FC236}">
                <a16:creationId xmlns:a16="http://schemas.microsoft.com/office/drawing/2014/main" id="{743D922A-C97F-4D50-9E5E-395F699AE9C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919928903" name="Rectangle: Rounded Corners 1169649151">
            <a:extLst xmlns:a="http://schemas.openxmlformats.org/drawingml/2006/main">
              <a:ext uri="{FF2B5EF4-FFF2-40B4-BE49-F238E27FC236}">
                <a16:creationId xmlns:a16="http://schemas.microsoft.com/office/drawing/2014/main" id="{E7E4586C-F94E-4664-AB98-382D0FB033B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261946" name="Straight Connector 2011469827">
            <a:extLst xmlns:a="http://schemas.openxmlformats.org/drawingml/2006/main">
              <a:ext uri="{FF2B5EF4-FFF2-40B4-BE49-F238E27FC236}">
                <a16:creationId xmlns:a16="http://schemas.microsoft.com/office/drawing/2014/main" id="{A4846FB6-4518-4E1D-8DF8-8D77ACE14526}"/>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8474691" name="Straight Connector 181034433">
            <a:extLst xmlns:a="http://schemas.openxmlformats.org/drawingml/2006/main">
              <a:ext uri="{FF2B5EF4-FFF2-40B4-BE49-F238E27FC236}">
                <a16:creationId xmlns:a16="http://schemas.microsoft.com/office/drawing/2014/main" id="{345F1808-40AE-4839-A385-1E8167BD52E7}"/>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5703483" name="Oval 1553006746">
            <a:extLst xmlns:a="http://schemas.openxmlformats.org/drawingml/2006/main">
              <a:ext uri="{FF2B5EF4-FFF2-40B4-BE49-F238E27FC236}">
                <a16:creationId xmlns:a16="http://schemas.microsoft.com/office/drawing/2014/main" id="{1DB6EA02-0883-43CD-8124-6569AE36A225}"/>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1766093" name="Rectangle 1709600281">
            <a:extLst xmlns:a="http://schemas.openxmlformats.org/drawingml/2006/main">
              <a:ext uri="{FF2B5EF4-FFF2-40B4-BE49-F238E27FC236}">
                <a16:creationId xmlns:a16="http://schemas.microsoft.com/office/drawing/2014/main" id="{26B43141-A3BE-4A29-8F88-81140FD6C68A}"/>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735427370" name="Oval 21898783">
            <a:extLst xmlns:a="http://schemas.openxmlformats.org/drawingml/2006/main">
              <a:ext uri="{FF2B5EF4-FFF2-40B4-BE49-F238E27FC236}">
                <a16:creationId xmlns:a16="http://schemas.microsoft.com/office/drawing/2014/main" id="{E9D7C542-5D03-4358-B264-C0241755E11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9073183" name="Rectangle 948343370">
            <a:extLst xmlns:a="http://schemas.openxmlformats.org/drawingml/2006/main">
              <a:ext uri="{FF2B5EF4-FFF2-40B4-BE49-F238E27FC236}">
                <a16:creationId xmlns:a16="http://schemas.microsoft.com/office/drawing/2014/main" id="{9EBAE5E9-9D73-418D-9852-4374EDB8FE55}"/>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131980455" name="Oval 2041526387">
            <a:extLst xmlns:a="http://schemas.openxmlformats.org/drawingml/2006/main">
              <a:ext uri="{FF2B5EF4-FFF2-40B4-BE49-F238E27FC236}">
                <a16:creationId xmlns:a16="http://schemas.microsoft.com/office/drawing/2014/main" id="{761F4D95-BF57-4DA7-83DF-C0EE54FDEB11}"/>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9807159" name="Rectangle 1876813262">
            <a:extLst xmlns:a="http://schemas.openxmlformats.org/drawingml/2006/main">
              <a:ext uri="{FF2B5EF4-FFF2-40B4-BE49-F238E27FC236}">
                <a16:creationId xmlns:a16="http://schemas.microsoft.com/office/drawing/2014/main" id="{CF04F460-B507-454C-A036-D05B191141D9}"/>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791500" name="Oval 1942427474">
            <a:extLst xmlns:a="http://schemas.openxmlformats.org/drawingml/2006/main">
              <a:ext uri="{FF2B5EF4-FFF2-40B4-BE49-F238E27FC236}">
                <a16:creationId xmlns:a16="http://schemas.microsoft.com/office/drawing/2014/main" id="{8F267691-19C2-4562-9C3F-BFD050B665B0}"/>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5772657" name="Rectangle 888296365">
            <a:extLst xmlns:a="http://schemas.openxmlformats.org/drawingml/2006/main">
              <a:ext uri="{FF2B5EF4-FFF2-40B4-BE49-F238E27FC236}">
                <a16:creationId xmlns:a16="http://schemas.microsoft.com/office/drawing/2014/main" id="{327A0425-7CD9-4955-B813-F00B47D6095D}"/>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348081203" name="Oval 358440105">
            <a:extLst xmlns:a="http://schemas.openxmlformats.org/drawingml/2006/main">
              <a:ext uri="{FF2B5EF4-FFF2-40B4-BE49-F238E27FC236}">
                <a16:creationId xmlns:a16="http://schemas.microsoft.com/office/drawing/2014/main" id="{D2325D89-D4D2-4847-B97D-5A6A90FA82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5916722" name="Rectangle 1076600515">
            <a:extLst xmlns:a="http://schemas.openxmlformats.org/drawingml/2006/main">
              <a:ext uri="{FF2B5EF4-FFF2-40B4-BE49-F238E27FC236}">
                <a16:creationId xmlns:a16="http://schemas.microsoft.com/office/drawing/2014/main" id="{F786DF45-72F9-4E64-AB5B-ADCFD72A71AC}"/>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716885238" name="Oval 1935212152">
            <a:extLst xmlns:a="http://schemas.openxmlformats.org/drawingml/2006/main">
              <a:ext uri="{FF2B5EF4-FFF2-40B4-BE49-F238E27FC236}">
                <a16:creationId xmlns:a16="http://schemas.microsoft.com/office/drawing/2014/main" id="{9751BC56-E2FB-42D8-9CCE-DD43314E7F48}"/>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1057205" name="Rectangle 40298214">
            <a:extLst xmlns:a="http://schemas.openxmlformats.org/drawingml/2006/main">
              <a:ext uri="{FF2B5EF4-FFF2-40B4-BE49-F238E27FC236}">
                <a16:creationId xmlns:a16="http://schemas.microsoft.com/office/drawing/2014/main" id="{9046CB5D-ECD8-4ABF-850B-A8B086297954}"/>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216045135" name="Oval 1096938976">
            <a:extLst xmlns:a="http://schemas.openxmlformats.org/drawingml/2006/main">
              <a:ext uri="{FF2B5EF4-FFF2-40B4-BE49-F238E27FC236}">
                <a16:creationId xmlns:a16="http://schemas.microsoft.com/office/drawing/2014/main" id="{81CBF946-7385-4F5E-A0BE-F0C060A9A8DC}"/>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4825885" name="Rectangle 251020529">
            <a:extLst xmlns:a="http://schemas.openxmlformats.org/drawingml/2006/main">
              <a:ext uri="{FF2B5EF4-FFF2-40B4-BE49-F238E27FC236}">
                <a16:creationId xmlns:a16="http://schemas.microsoft.com/office/drawing/2014/main" id="{710D48E0-D44F-4850-BA00-AA7E5AAC3957}"/>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227990868" name="Rectangle 1844580113">
            <a:extLst xmlns:a="http://schemas.openxmlformats.org/drawingml/2006/main">
              <a:ext uri="{FF2B5EF4-FFF2-40B4-BE49-F238E27FC236}">
                <a16:creationId xmlns:a16="http://schemas.microsoft.com/office/drawing/2014/main" id="{41575E87-1CD7-48E4-8552-6FACDCAA9F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42</a:t>
            </a:r>
          </a:p>
        </p:txBody>
      </p:sp>
    </p:spTree>
    <p:extLst>
      <p:ext uri="{BB962C8B-B14F-4D97-AF65-F5344CB8AC3E}">
        <p14:creationId xmlns:p14="http://schemas.microsoft.com/office/powerpoint/2010/main" val="749129273"/>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7943324" name="Rectangle 316490786">
            <a:extLst xmlns:a="http://schemas.openxmlformats.org/drawingml/2006/main">
              <a:ext uri="{FF2B5EF4-FFF2-40B4-BE49-F238E27FC236}">
                <a16:creationId xmlns:a16="http://schemas.microsoft.com/office/drawing/2014/main" id="{1D304E68-468B-40E6-A9BA-B7FAADD801A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93672276" name="Rectangle 1088829960">
            <a:extLst xmlns:a="http://schemas.openxmlformats.org/drawingml/2006/main">
              <a:ext uri="{FF2B5EF4-FFF2-40B4-BE49-F238E27FC236}">
                <a16:creationId xmlns:a16="http://schemas.microsoft.com/office/drawing/2014/main" id="{732ED1DE-1149-4B53-B3A6-2DB6431BE3E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501935837" name="Rectangle: Rounded Corners 1185614033">
            <a:extLst xmlns:a="http://schemas.openxmlformats.org/drawingml/2006/main">
              <a:ext uri="{FF2B5EF4-FFF2-40B4-BE49-F238E27FC236}">
                <a16:creationId xmlns:a16="http://schemas.microsoft.com/office/drawing/2014/main" id="{0E5A21D2-118D-4817-8961-F367680C6E3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9619003" name="Rectangle: Rounded Corners 1637263549">
            <a:extLst xmlns:a="http://schemas.openxmlformats.org/drawingml/2006/main">
              <a:ext uri="{FF2B5EF4-FFF2-40B4-BE49-F238E27FC236}">
                <a16:creationId xmlns:a16="http://schemas.microsoft.com/office/drawing/2014/main" id="{C6C5CD8A-DAB0-44F1-A55F-946193F15143}"/>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090594242" name="Arrow: Right 483904790">
            <a:extLst xmlns:a="http://schemas.openxmlformats.org/drawingml/2006/main">
              <a:ext uri="{FF2B5EF4-FFF2-40B4-BE49-F238E27FC236}">
                <a16:creationId xmlns:a16="http://schemas.microsoft.com/office/drawing/2014/main" id="{C59A3A44-1963-48AC-B003-5358E0DF50B8}"/>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335093316" name="Rectangle: Rounded Corners 112366508">
            <a:extLst xmlns:a="http://schemas.openxmlformats.org/drawingml/2006/main">
              <a:ext uri="{FF2B5EF4-FFF2-40B4-BE49-F238E27FC236}">
                <a16:creationId xmlns:a16="http://schemas.microsoft.com/office/drawing/2014/main" id="{3A7095F2-D256-46A1-AF58-B76759445334}"/>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1585610" name="Rectangle: Rounded Corners 1684869887">
            <a:extLst xmlns:a="http://schemas.openxmlformats.org/drawingml/2006/main">
              <a:ext uri="{FF2B5EF4-FFF2-40B4-BE49-F238E27FC236}">
                <a16:creationId xmlns:a16="http://schemas.microsoft.com/office/drawing/2014/main" id="{133F9CFF-EC3B-43C7-BEF5-24AEA1720808}"/>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2125486300" name="Arrow: Right 582027638">
            <a:extLst xmlns:a="http://schemas.openxmlformats.org/drawingml/2006/main">
              <a:ext uri="{FF2B5EF4-FFF2-40B4-BE49-F238E27FC236}">
                <a16:creationId xmlns:a16="http://schemas.microsoft.com/office/drawing/2014/main" id="{25B81086-E4DC-4EE5-AC97-5DD24F661A30}"/>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565904378" name="Rectangle: Rounded Corners 415203980">
            <a:extLst xmlns:a="http://schemas.openxmlformats.org/drawingml/2006/main">
              <a:ext uri="{FF2B5EF4-FFF2-40B4-BE49-F238E27FC236}">
                <a16:creationId xmlns:a16="http://schemas.microsoft.com/office/drawing/2014/main" id="{4E08D110-BFC9-4D82-A7BA-DAD08277D4A2}"/>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15035262" name="Rectangle 1659565154">
            <a:extLst xmlns:a="http://schemas.openxmlformats.org/drawingml/2006/main">
              <a:ext uri="{FF2B5EF4-FFF2-40B4-BE49-F238E27FC236}">
                <a16:creationId xmlns:a16="http://schemas.microsoft.com/office/drawing/2014/main" id="{67DBA252-A5DC-4613-9993-E0F5B3A003E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43</a:t>
            </a:r>
          </a:p>
        </p:txBody>
      </p:sp>
    </p:spTree>
    <p:extLst>
      <p:ext uri="{BB962C8B-B14F-4D97-AF65-F5344CB8AC3E}">
        <p14:creationId xmlns:p14="http://schemas.microsoft.com/office/powerpoint/2010/main" val="1669266756"/>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24060368" name="Rectangle 2031595678">
            <a:extLst xmlns:a="http://schemas.openxmlformats.org/drawingml/2006/main">
              <a:ext uri="{FF2B5EF4-FFF2-40B4-BE49-F238E27FC236}">
                <a16:creationId xmlns:a16="http://schemas.microsoft.com/office/drawing/2014/main" id="{5CE0D004-9F76-4763-97D5-6DD48768FA0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09400516" name="Rectangle 1958034541">
            <a:extLst xmlns:a="http://schemas.openxmlformats.org/drawingml/2006/main">
              <a:ext uri="{FF2B5EF4-FFF2-40B4-BE49-F238E27FC236}">
                <a16:creationId xmlns:a16="http://schemas.microsoft.com/office/drawing/2014/main" id="{5C2B737B-ACF4-462E-9F9C-DF442EC50FE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646563752" name="Rectangle: Rounded Corners 856291304">
            <a:extLst xmlns:a="http://schemas.openxmlformats.org/drawingml/2006/main">
              <a:ext uri="{FF2B5EF4-FFF2-40B4-BE49-F238E27FC236}">
                <a16:creationId xmlns:a16="http://schemas.microsoft.com/office/drawing/2014/main" id="{E723EED7-E81C-4C63-B0F1-38A239D810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8535675" name="Oval 915562435">
            <a:extLst xmlns:a="http://schemas.openxmlformats.org/drawingml/2006/main">
              <a:ext uri="{FF2B5EF4-FFF2-40B4-BE49-F238E27FC236}">
                <a16:creationId xmlns:a16="http://schemas.microsoft.com/office/drawing/2014/main" id="{7F609296-07D3-4524-ADF3-21EDFEBA3D99}"/>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31500007" name="Oval 2063706273">
            <a:extLst xmlns:a="http://schemas.openxmlformats.org/drawingml/2006/main">
              <a:ext uri="{FF2B5EF4-FFF2-40B4-BE49-F238E27FC236}">
                <a16:creationId xmlns:a16="http://schemas.microsoft.com/office/drawing/2014/main" id="{9EFA2C46-B9BD-419D-9399-E0FA95810757}"/>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38644221" name="Oval 1843251255">
            <a:extLst xmlns:a="http://schemas.openxmlformats.org/drawingml/2006/main">
              <a:ext uri="{FF2B5EF4-FFF2-40B4-BE49-F238E27FC236}">
                <a16:creationId xmlns:a16="http://schemas.microsoft.com/office/drawing/2014/main" id="{5D976DBD-B7DE-49CC-8FB7-B02D41BEA81D}"/>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931580420" name="Arrow: Right 1047507270">
            <a:extLst xmlns:a="http://schemas.openxmlformats.org/drawingml/2006/main">
              <a:ext uri="{FF2B5EF4-FFF2-40B4-BE49-F238E27FC236}">
                <a16:creationId xmlns:a16="http://schemas.microsoft.com/office/drawing/2014/main" id="{53F05C1B-D4B6-44C6-8F55-7C9CE342578C}"/>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442640530" name="Arrow: Right 416431706">
            <a:extLst xmlns:a="http://schemas.openxmlformats.org/drawingml/2006/main">
              <a:ext uri="{FF2B5EF4-FFF2-40B4-BE49-F238E27FC236}">
                <a16:creationId xmlns:a16="http://schemas.microsoft.com/office/drawing/2014/main" id="{04CAE47D-635E-4F0D-BD49-7CFDB582EB86}"/>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901061300" name="Rectangle: Rounded Corners 685887359">
            <a:extLst xmlns:a="http://schemas.openxmlformats.org/drawingml/2006/main">
              <a:ext uri="{FF2B5EF4-FFF2-40B4-BE49-F238E27FC236}">
                <a16:creationId xmlns:a16="http://schemas.microsoft.com/office/drawing/2014/main" id="{E47AD3FC-1234-4655-889C-3E6226399B59}"/>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489566708" name="Rectangle 1087270730">
            <a:extLst xmlns:a="http://schemas.openxmlformats.org/drawingml/2006/main">
              <a:ext uri="{FF2B5EF4-FFF2-40B4-BE49-F238E27FC236}">
                <a16:creationId xmlns:a16="http://schemas.microsoft.com/office/drawing/2014/main" id="{B0746072-BF87-477F-9C37-6B07A63E0D9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44</a:t>
            </a:r>
          </a:p>
        </p:txBody>
      </p:sp>
    </p:spTree>
    <p:extLst>
      <p:ext uri="{BB962C8B-B14F-4D97-AF65-F5344CB8AC3E}">
        <p14:creationId xmlns:p14="http://schemas.microsoft.com/office/powerpoint/2010/main" val="202062471"/>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42785912" name="Rectangle 274056230">
            <a:extLst xmlns:a="http://schemas.openxmlformats.org/drawingml/2006/main">
              <a:ext uri="{FF2B5EF4-FFF2-40B4-BE49-F238E27FC236}">
                <a16:creationId xmlns:a16="http://schemas.microsoft.com/office/drawing/2014/main" id="{4AF2436F-A499-476F-9F24-AE6620E4EF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200220222" name="Rectangle 2069842662">
            <a:extLst xmlns:a="http://schemas.openxmlformats.org/drawingml/2006/main">
              <a:ext uri="{FF2B5EF4-FFF2-40B4-BE49-F238E27FC236}">
                <a16:creationId xmlns:a16="http://schemas.microsoft.com/office/drawing/2014/main" id="{914EA6A2-E513-40A7-89E9-57262D0B05F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2022031254" name="Rectangle: Rounded Corners 1012080298">
            <a:extLst xmlns:a="http://schemas.openxmlformats.org/drawingml/2006/main">
              <a:ext uri="{FF2B5EF4-FFF2-40B4-BE49-F238E27FC236}">
                <a16:creationId xmlns:a16="http://schemas.microsoft.com/office/drawing/2014/main" id="{61220A9C-A2F5-4699-BD15-1A06E287547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7158974" name="Rectangle: Rounded Corners 268010825">
            <a:extLst xmlns:a="http://schemas.openxmlformats.org/drawingml/2006/main">
              <a:ext uri="{FF2B5EF4-FFF2-40B4-BE49-F238E27FC236}">
                <a16:creationId xmlns:a16="http://schemas.microsoft.com/office/drawing/2014/main" id="{EA87DB3F-CB3F-4CF7-A432-8DF54FBE6029}"/>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213842167" name="Rectangle 859411994">
            <a:extLst xmlns:a="http://schemas.openxmlformats.org/drawingml/2006/main">
              <a:ext uri="{FF2B5EF4-FFF2-40B4-BE49-F238E27FC236}">
                <a16:creationId xmlns:a16="http://schemas.microsoft.com/office/drawing/2014/main" id="{9D428893-F01A-425C-A95D-4B307E58C196}"/>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00891232" name="Rectangle: Rounded Corners 462313761">
            <a:extLst xmlns:a="http://schemas.openxmlformats.org/drawingml/2006/main">
              <a:ext uri="{FF2B5EF4-FFF2-40B4-BE49-F238E27FC236}">
                <a16:creationId xmlns:a16="http://schemas.microsoft.com/office/drawing/2014/main" id="{58812A27-43DD-4684-91C6-D63E5E41AE6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618090999" name="Rectangle 256178726">
            <a:extLst xmlns:a="http://schemas.openxmlformats.org/drawingml/2006/main">
              <a:ext uri="{FF2B5EF4-FFF2-40B4-BE49-F238E27FC236}">
                <a16:creationId xmlns:a16="http://schemas.microsoft.com/office/drawing/2014/main" id="{723E2BC5-E863-422F-9A72-B9D20768189A}"/>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282793753" name="Rectangle: Rounded Corners 570514558">
            <a:extLst xmlns:a="http://schemas.openxmlformats.org/drawingml/2006/main">
              <a:ext uri="{FF2B5EF4-FFF2-40B4-BE49-F238E27FC236}">
                <a16:creationId xmlns:a16="http://schemas.microsoft.com/office/drawing/2014/main" id="{0141B371-D878-4AF8-AF28-520427234EBA}"/>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4316035" name="Rectangle: Rounded Corners 1825339525">
            <a:extLst xmlns:a="http://schemas.openxmlformats.org/drawingml/2006/main">
              <a:ext uri="{FF2B5EF4-FFF2-40B4-BE49-F238E27FC236}">
                <a16:creationId xmlns:a16="http://schemas.microsoft.com/office/drawing/2014/main" id="{91A63252-8635-4987-8BAC-B04B6933DD54}"/>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5220998" name="Rectangle: Rounded Corners 1330424870">
            <a:extLst xmlns:a="http://schemas.openxmlformats.org/drawingml/2006/main">
              <a:ext uri="{FF2B5EF4-FFF2-40B4-BE49-F238E27FC236}">
                <a16:creationId xmlns:a16="http://schemas.microsoft.com/office/drawing/2014/main" id="{F230F176-0AD2-4B99-93C1-3007118A1AED}"/>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7878881" name="Rectangle: Rounded Corners 1894137061">
            <a:extLst xmlns:a="http://schemas.openxmlformats.org/drawingml/2006/main">
              <a:ext uri="{FF2B5EF4-FFF2-40B4-BE49-F238E27FC236}">
                <a16:creationId xmlns:a16="http://schemas.microsoft.com/office/drawing/2014/main" id="{F174FF23-AB4D-45FA-B03E-0A02A27FF40A}"/>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1031915" name="Rectangle: Rounded Corners 402898928">
            <a:extLst xmlns:a="http://schemas.openxmlformats.org/drawingml/2006/main">
              <a:ext uri="{FF2B5EF4-FFF2-40B4-BE49-F238E27FC236}">
                <a16:creationId xmlns:a16="http://schemas.microsoft.com/office/drawing/2014/main" id="{3DE5CF06-5556-420C-BB48-BCC4FABFE953}"/>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2515671" name="Rectangle 1777770755">
            <a:extLst xmlns:a="http://schemas.openxmlformats.org/drawingml/2006/main">
              <a:ext uri="{FF2B5EF4-FFF2-40B4-BE49-F238E27FC236}">
                <a16:creationId xmlns:a16="http://schemas.microsoft.com/office/drawing/2014/main" id="{1F3CF5E8-3DAF-4008-8BE5-6DE551A4CCBA}"/>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596871002" name="Rectangle 664374673">
            <a:extLst xmlns:a="http://schemas.openxmlformats.org/drawingml/2006/main">
              <a:ext uri="{FF2B5EF4-FFF2-40B4-BE49-F238E27FC236}">
                <a16:creationId xmlns:a16="http://schemas.microsoft.com/office/drawing/2014/main" id="{766E4D39-EB44-4499-8040-31810A462A7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45</a:t>
            </a:r>
          </a:p>
        </p:txBody>
      </p:sp>
      <p:sp>
        <p:nvSpPr>
          <p:cNvPr id="1864514509" name="qk-score-formula">
            <a:extLst xmlns:a="http://schemas.openxmlformats.org/drawingml/2006/main">
              <a:ext uri="{FF2B5EF4-FFF2-40B4-BE49-F238E27FC236}">
                <a16:creationId xmlns:a16="http://schemas.microsoft.com/office/drawing/2014/main" id="{AB92E0E7-EDF4-4957-AE7E-97EDBFFF5DF1}"/>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83091817" name="dot-product-explanation">
            <a:extLst xmlns:a="http://schemas.openxmlformats.org/drawingml/2006/main">
              <a:ext uri="{FF2B5EF4-FFF2-40B4-BE49-F238E27FC236}">
                <a16:creationId xmlns:a16="http://schemas.microsoft.com/office/drawing/2014/main" id="{BE960B39-A892-4C8A-AFFF-68675699188F}"/>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2093562918"/>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0515191" name="Rectangle 1701338696">
            <a:extLst xmlns:a="http://schemas.openxmlformats.org/drawingml/2006/main">
              <a:ext uri="{FF2B5EF4-FFF2-40B4-BE49-F238E27FC236}">
                <a16:creationId xmlns:a16="http://schemas.microsoft.com/office/drawing/2014/main" id="{4835B1BA-2689-456F-9382-34ABB6414E1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439745704" name="Rectangle 1786653114">
            <a:extLst xmlns:a="http://schemas.openxmlformats.org/drawingml/2006/main">
              <a:ext uri="{FF2B5EF4-FFF2-40B4-BE49-F238E27FC236}">
                <a16:creationId xmlns:a16="http://schemas.microsoft.com/office/drawing/2014/main" id="{668FE5C0-89FB-4CDC-A761-48503814FF2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22590959" name="Rectangle: Rounded Corners 464705818">
            <a:extLst xmlns:a="http://schemas.openxmlformats.org/drawingml/2006/main">
              <a:ext uri="{FF2B5EF4-FFF2-40B4-BE49-F238E27FC236}">
                <a16:creationId xmlns:a16="http://schemas.microsoft.com/office/drawing/2014/main" id="{F52C4D69-EBBA-4FEA-957A-E75121A66CC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761334" name="Rectangle: Rounded Corners 1141548239">
            <a:extLst xmlns:a="http://schemas.openxmlformats.org/drawingml/2006/main">
              <a:ext uri="{FF2B5EF4-FFF2-40B4-BE49-F238E27FC236}">
                <a16:creationId xmlns:a16="http://schemas.microsoft.com/office/drawing/2014/main" id="{E1DF51EA-71D8-4445-A477-1391A3FD6CCB}"/>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8038157" name="Rectangle: Rounded Corners 498832919">
            <a:extLst xmlns:a="http://schemas.openxmlformats.org/drawingml/2006/main">
              <a:ext uri="{FF2B5EF4-FFF2-40B4-BE49-F238E27FC236}">
                <a16:creationId xmlns:a16="http://schemas.microsoft.com/office/drawing/2014/main" id="{FE1F5C62-1CB2-4E0B-B987-289A1BD868BC}"/>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311711" name="Rectangle: Rounded Corners 1769908897">
            <a:extLst xmlns:a="http://schemas.openxmlformats.org/drawingml/2006/main">
              <a:ext uri="{FF2B5EF4-FFF2-40B4-BE49-F238E27FC236}">
                <a16:creationId xmlns:a16="http://schemas.microsoft.com/office/drawing/2014/main" id="{7CAA5B96-331E-4AA5-A37B-045438E0C71F}"/>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065962" name="Rectangle: Rounded Corners 1914348486">
            <a:extLst xmlns:a="http://schemas.openxmlformats.org/drawingml/2006/main">
              <a:ext uri="{FF2B5EF4-FFF2-40B4-BE49-F238E27FC236}">
                <a16:creationId xmlns:a16="http://schemas.microsoft.com/office/drawing/2014/main" id="{499B7185-9118-462C-9E67-431CE8BA02A8}"/>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591723" name="Rectangle: Rounded Corners 1678518739">
            <a:extLst xmlns:a="http://schemas.openxmlformats.org/drawingml/2006/main">
              <a:ext uri="{FF2B5EF4-FFF2-40B4-BE49-F238E27FC236}">
                <a16:creationId xmlns:a16="http://schemas.microsoft.com/office/drawing/2014/main" id="{51F75E21-AAB6-4ED4-8A8D-70E49BE93742}"/>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167518" name="Arrow: Right 2119966246">
            <a:extLst xmlns:a="http://schemas.openxmlformats.org/drawingml/2006/main">
              <a:ext uri="{FF2B5EF4-FFF2-40B4-BE49-F238E27FC236}">
                <a16:creationId xmlns:a16="http://schemas.microsoft.com/office/drawing/2014/main" id="{ADD806DA-F5E7-4B47-BE40-DF5700A8D100}"/>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1567715152" name="Rectangle: Rounded Corners 211572738">
            <a:extLst xmlns:a="http://schemas.openxmlformats.org/drawingml/2006/main">
              <a:ext uri="{FF2B5EF4-FFF2-40B4-BE49-F238E27FC236}">
                <a16:creationId xmlns:a16="http://schemas.microsoft.com/office/drawing/2014/main" id="{D1F6015D-F8CE-46D9-A32D-6B5E4279F035}"/>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9731013" name="Rectangle: Rounded Corners 1030269239">
            <a:extLst xmlns:a="http://schemas.openxmlformats.org/drawingml/2006/main">
              <a:ext uri="{FF2B5EF4-FFF2-40B4-BE49-F238E27FC236}">
                <a16:creationId xmlns:a16="http://schemas.microsoft.com/office/drawing/2014/main" id="{1E41D6E1-FD0E-4548-9E4B-D5170AFFC1B9}"/>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3743131" name="Rectangle: Rounded Corners 642494706">
            <a:extLst xmlns:a="http://schemas.openxmlformats.org/drawingml/2006/main">
              <a:ext uri="{FF2B5EF4-FFF2-40B4-BE49-F238E27FC236}">
                <a16:creationId xmlns:a16="http://schemas.microsoft.com/office/drawing/2014/main" id="{7D3FC1B9-A3A3-4103-8453-A7E8EBA5A503}"/>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5180636" name="Rectangle: Rounded Corners 1203968868">
            <a:extLst xmlns:a="http://schemas.openxmlformats.org/drawingml/2006/main">
              <a:ext uri="{FF2B5EF4-FFF2-40B4-BE49-F238E27FC236}">
                <a16:creationId xmlns:a16="http://schemas.microsoft.com/office/drawing/2014/main" id="{D4918013-4934-4260-89A0-838FBFB2050D}"/>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268125" name="Rectangle: Rounded Corners 666818066">
            <a:extLst xmlns:a="http://schemas.openxmlformats.org/drawingml/2006/main">
              <a:ext uri="{FF2B5EF4-FFF2-40B4-BE49-F238E27FC236}">
                <a16:creationId xmlns:a16="http://schemas.microsoft.com/office/drawing/2014/main" id="{45FB324E-1C38-4769-A6F3-683F342F23A1}"/>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741299" name="Rectangle 1940968764">
            <a:extLst xmlns:a="http://schemas.openxmlformats.org/drawingml/2006/main">
              <a:ext uri="{FF2B5EF4-FFF2-40B4-BE49-F238E27FC236}">
                <a16:creationId xmlns:a16="http://schemas.microsoft.com/office/drawing/2014/main" id="{530AF4F6-559E-416E-B012-4A69807A2B4F}"/>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221721365" name="Rectangle 1848061419">
            <a:extLst xmlns:a="http://schemas.openxmlformats.org/drawingml/2006/main">
              <a:ext uri="{FF2B5EF4-FFF2-40B4-BE49-F238E27FC236}">
                <a16:creationId xmlns:a16="http://schemas.microsoft.com/office/drawing/2014/main" id="{F287A485-255F-403A-8911-28CC6252240D}"/>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17530886" name="Rectangle 2016234214">
            <a:extLst xmlns:a="http://schemas.openxmlformats.org/drawingml/2006/main">
              <a:ext uri="{FF2B5EF4-FFF2-40B4-BE49-F238E27FC236}">
                <a16:creationId xmlns:a16="http://schemas.microsoft.com/office/drawing/2014/main" id="{F87E54E8-ECD6-4D07-B13C-2AEA1A40B34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46</a:t>
            </a:r>
          </a:p>
        </p:txBody>
      </p:sp>
      <p:sp>
        <p:nvSpPr>
          <p:cNvPr id="1791074669" name="scaled-dot-product-attention-formula">
            <a:extLst xmlns:a="http://schemas.openxmlformats.org/drawingml/2006/main">
              <a:ext uri="{FF2B5EF4-FFF2-40B4-BE49-F238E27FC236}">
                <a16:creationId xmlns:a16="http://schemas.microsoft.com/office/drawing/2014/main" id="{655644BF-61CB-4345-940F-3488173A2356}"/>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882452428" name="scaling-explanation">
            <a:extLst xmlns:a="http://schemas.openxmlformats.org/drawingml/2006/main">
              <a:ext uri="{FF2B5EF4-FFF2-40B4-BE49-F238E27FC236}">
                <a16:creationId xmlns:a16="http://schemas.microsoft.com/office/drawing/2014/main" id="{7D4AD285-2C01-4183-843C-2657F1D4D110}"/>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731573430"/>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9237371" name="Rectangle 667720717">
            <a:extLst xmlns:a="http://schemas.openxmlformats.org/drawingml/2006/main">
              <a:ext uri="{FF2B5EF4-FFF2-40B4-BE49-F238E27FC236}">
                <a16:creationId xmlns:a16="http://schemas.microsoft.com/office/drawing/2014/main" id="{C212177A-46DA-4C30-B8B3-8B0BC56321F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215862479" name="Rectangle 1521779778">
            <a:extLst xmlns:a="http://schemas.openxmlformats.org/drawingml/2006/main">
              <a:ext uri="{FF2B5EF4-FFF2-40B4-BE49-F238E27FC236}">
                <a16:creationId xmlns:a16="http://schemas.microsoft.com/office/drawing/2014/main" id="{33384104-CD19-4F54-B249-8E74576734B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954353918" name="Rectangle: Rounded Corners 832807897">
            <a:extLst xmlns:a="http://schemas.openxmlformats.org/drawingml/2006/main">
              <a:ext uri="{FF2B5EF4-FFF2-40B4-BE49-F238E27FC236}">
                <a16:creationId xmlns:a16="http://schemas.microsoft.com/office/drawing/2014/main" id="{103ACB8D-8106-40E5-BE9C-26F4EFB110E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7686999" name="Rectangle: Rounded Corners 1099418884">
            <a:extLst xmlns:a="http://schemas.openxmlformats.org/drawingml/2006/main">
              <a:ext uri="{FF2B5EF4-FFF2-40B4-BE49-F238E27FC236}">
                <a16:creationId xmlns:a16="http://schemas.microsoft.com/office/drawing/2014/main" id="{988DC1DD-F76A-433D-BA35-925732C84E36}"/>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919038186" name="Rectangle 605842497">
            <a:extLst xmlns:a="http://schemas.openxmlformats.org/drawingml/2006/main">
              <a:ext uri="{FF2B5EF4-FFF2-40B4-BE49-F238E27FC236}">
                <a16:creationId xmlns:a16="http://schemas.microsoft.com/office/drawing/2014/main" id="{86D3AE12-9944-4193-A09C-E2E75CF66976}"/>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144022861" name="Rectangle: Rounded Corners 1810780251">
            <a:extLst xmlns:a="http://schemas.openxmlformats.org/drawingml/2006/main">
              <a:ext uri="{FF2B5EF4-FFF2-40B4-BE49-F238E27FC236}">
                <a16:creationId xmlns:a16="http://schemas.microsoft.com/office/drawing/2014/main" id="{8ABBDCFC-582F-4D66-9B78-2106F5031FDB}"/>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797239247" name="Rectangle 1903860279">
            <a:extLst xmlns:a="http://schemas.openxmlformats.org/drawingml/2006/main">
              <a:ext uri="{FF2B5EF4-FFF2-40B4-BE49-F238E27FC236}">
                <a16:creationId xmlns:a16="http://schemas.microsoft.com/office/drawing/2014/main" id="{5D9C37EF-4831-419C-B0EF-FEB0631D2747}"/>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77469077" name="Rectangle: Rounded Corners 453837605">
            <a:extLst xmlns:a="http://schemas.openxmlformats.org/drawingml/2006/main">
              <a:ext uri="{FF2B5EF4-FFF2-40B4-BE49-F238E27FC236}">
                <a16:creationId xmlns:a16="http://schemas.microsoft.com/office/drawing/2014/main" id="{474B8BDE-4312-4875-B08F-F8A4A23D3986}"/>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658545711" name="Rectangle 1961512127">
            <a:extLst xmlns:a="http://schemas.openxmlformats.org/drawingml/2006/main">
              <a:ext uri="{FF2B5EF4-FFF2-40B4-BE49-F238E27FC236}">
                <a16:creationId xmlns:a16="http://schemas.microsoft.com/office/drawing/2014/main" id="{945200B9-833A-4246-A15A-EC269AFFD804}"/>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583839832" name="Rectangle: Rounded Corners 866508350">
            <a:extLst xmlns:a="http://schemas.openxmlformats.org/drawingml/2006/main">
              <a:ext uri="{FF2B5EF4-FFF2-40B4-BE49-F238E27FC236}">
                <a16:creationId xmlns:a16="http://schemas.microsoft.com/office/drawing/2014/main" id="{A65A9A3A-1ABF-4B85-9F36-4F4AE326A6D6}"/>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403593190" name="Rectangle 1031075147">
            <a:extLst xmlns:a="http://schemas.openxmlformats.org/drawingml/2006/main">
              <a:ext uri="{FF2B5EF4-FFF2-40B4-BE49-F238E27FC236}">
                <a16:creationId xmlns:a16="http://schemas.microsoft.com/office/drawing/2014/main" id="{38A333CC-BCD9-44E5-9A39-F3E4F4858E25}"/>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513476555" name="Arrow: Right 691035972">
            <a:extLst xmlns:a="http://schemas.openxmlformats.org/drawingml/2006/main">
              <a:ext uri="{FF2B5EF4-FFF2-40B4-BE49-F238E27FC236}">
                <a16:creationId xmlns:a16="http://schemas.microsoft.com/office/drawing/2014/main" id="{97EF756E-EFEA-475E-B6ED-299ABBEC219D}"/>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1822372965" name="Rectangle: Rounded Corners 997542731">
            <a:extLst xmlns:a="http://schemas.openxmlformats.org/drawingml/2006/main">
              <a:ext uri="{FF2B5EF4-FFF2-40B4-BE49-F238E27FC236}">
                <a16:creationId xmlns:a16="http://schemas.microsoft.com/office/drawing/2014/main" id="{D5C53C56-1676-4E60-9A5A-01C3416A2686}"/>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36394302" name="Rectangle 1562003282">
            <a:extLst xmlns:a="http://schemas.openxmlformats.org/drawingml/2006/main">
              <a:ext uri="{FF2B5EF4-FFF2-40B4-BE49-F238E27FC236}">
                <a16:creationId xmlns:a16="http://schemas.microsoft.com/office/drawing/2014/main" id="{06740D52-E814-4467-9117-CB032B80F6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47</a:t>
            </a:r>
          </a:p>
        </p:txBody>
      </p:sp>
    </p:spTree>
    <p:extLst>
      <p:ext uri="{BB962C8B-B14F-4D97-AF65-F5344CB8AC3E}">
        <p14:creationId xmlns:p14="http://schemas.microsoft.com/office/powerpoint/2010/main" val="1160049700"/>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8737717" name="Rectangle 836461681">
            <a:extLst xmlns:a="http://schemas.openxmlformats.org/drawingml/2006/main">
              <a:ext uri="{FF2B5EF4-FFF2-40B4-BE49-F238E27FC236}">
                <a16:creationId xmlns:a16="http://schemas.microsoft.com/office/drawing/2014/main" id="{1C5B4748-2DD4-489F-B9B5-67D4CA8BF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100948769" name="Rectangle 1767099124">
            <a:extLst xmlns:a="http://schemas.openxmlformats.org/drawingml/2006/main">
              <a:ext uri="{FF2B5EF4-FFF2-40B4-BE49-F238E27FC236}">
                <a16:creationId xmlns:a16="http://schemas.microsoft.com/office/drawing/2014/main" id="{1A36AD67-5B60-4377-91FE-16752475908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880367885" name="Rectangle: Rounded Corners 658275056">
            <a:extLst xmlns:a="http://schemas.openxmlformats.org/drawingml/2006/main">
              <a:ext uri="{FF2B5EF4-FFF2-40B4-BE49-F238E27FC236}">
                <a16:creationId xmlns:a16="http://schemas.microsoft.com/office/drawing/2014/main" id="{01A0A1C4-0FD3-4E11-84D4-3165B550A81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8358097" name="Oval 1632534857">
            <a:extLst xmlns:a="http://schemas.openxmlformats.org/drawingml/2006/main">
              <a:ext uri="{FF2B5EF4-FFF2-40B4-BE49-F238E27FC236}">
                <a16:creationId xmlns:a16="http://schemas.microsoft.com/office/drawing/2014/main" id="{D5C91D18-F872-4278-BD63-2B5D098607E9}"/>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240826098" name="Oval 1413970628">
            <a:extLst xmlns:a="http://schemas.openxmlformats.org/drawingml/2006/main">
              <a:ext uri="{FF2B5EF4-FFF2-40B4-BE49-F238E27FC236}">
                <a16:creationId xmlns:a16="http://schemas.microsoft.com/office/drawing/2014/main" id="{D7D4FF43-1793-47D0-AA2C-2DB6A6186529}"/>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37233804" name="Oval 1148745044">
            <a:extLst xmlns:a="http://schemas.openxmlformats.org/drawingml/2006/main">
              <a:ext uri="{FF2B5EF4-FFF2-40B4-BE49-F238E27FC236}">
                <a16:creationId xmlns:a16="http://schemas.microsoft.com/office/drawing/2014/main" id="{F3165AF7-66B9-48A3-8BA9-E326C1B62DF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136529162" name="Oval 1579502936">
            <a:extLst xmlns:a="http://schemas.openxmlformats.org/drawingml/2006/main">
              <a:ext uri="{FF2B5EF4-FFF2-40B4-BE49-F238E27FC236}">
                <a16:creationId xmlns:a16="http://schemas.microsoft.com/office/drawing/2014/main" id="{63CCE6A5-EC9E-4609-A9E5-2C8E030F4477}"/>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214857542" name="Oval 638914901">
            <a:extLst xmlns:a="http://schemas.openxmlformats.org/drawingml/2006/main">
              <a:ext uri="{FF2B5EF4-FFF2-40B4-BE49-F238E27FC236}">
                <a16:creationId xmlns:a16="http://schemas.microsoft.com/office/drawing/2014/main" id="{8930B7AE-CA50-402B-BDC0-86CED635BCF7}"/>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45041814" name="Oval 1524084679">
            <a:extLst xmlns:a="http://schemas.openxmlformats.org/drawingml/2006/main">
              <a:ext uri="{FF2B5EF4-FFF2-40B4-BE49-F238E27FC236}">
                <a16:creationId xmlns:a16="http://schemas.microsoft.com/office/drawing/2014/main" id="{FFB60031-E325-4F94-8552-4E9CD9476857}"/>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746155094" name="Oval 1617060268">
            <a:extLst xmlns:a="http://schemas.openxmlformats.org/drawingml/2006/main">
              <a:ext uri="{FF2B5EF4-FFF2-40B4-BE49-F238E27FC236}">
                <a16:creationId xmlns:a16="http://schemas.microsoft.com/office/drawing/2014/main" id="{974AD01E-8E54-4BEF-9E73-C70CC68D255C}"/>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91400256" name="Oval 1577893088">
            <a:extLst xmlns:a="http://schemas.openxmlformats.org/drawingml/2006/main">
              <a:ext uri="{FF2B5EF4-FFF2-40B4-BE49-F238E27FC236}">
                <a16:creationId xmlns:a16="http://schemas.microsoft.com/office/drawing/2014/main" id="{20FFD96F-80E7-41BF-9B09-44E84187E4F0}"/>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685251011" name="Oval 1071333543">
            <a:extLst xmlns:a="http://schemas.openxmlformats.org/drawingml/2006/main">
              <a:ext uri="{FF2B5EF4-FFF2-40B4-BE49-F238E27FC236}">
                <a16:creationId xmlns:a16="http://schemas.microsoft.com/office/drawing/2014/main" id="{9533FDD4-D226-4217-857F-E649AC049298}"/>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779942067" name="Oval 399974577">
            <a:extLst xmlns:a="http://schemas.openxmlformats.org/drawingml/2006/main">
              <a:ext uri="{FF2B5EF4-FFF2-40B4-BE49-F238E27FC236}">
                <a16:creationId xmlns:a16="http://schemas.microsoft.com/office/drawing/2014/main" id="{3E5E443F-400B-4B43-B80F-D7E77C55B011}"/>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07920888" name="Oval 1223483228">
            <a:extLst xmlns:a="http://schemas.openxmlformats.org/drawingml/2006/main">
              <a:ext uri="{FF2B5EF4-FFF2-40B4-BE49-F238E27FC236}">
                <a16:creationId xmlns:a16="http://schemas.microsoft.com/office/drawing/2014/main" id="{F30F7820-5DDD-4A3C-851F-BC5E8B44A040}"/>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998898976" name="Oval 494721319">
            <a:extLst xmlns:a="http://schemas.openxmlformats.org/drawingml/2006/main">
              <a:ext uri="{FF2B5EF4-FFF2-40B4-BE49-F238E27FC236}">
                <a16:creationId xmlns:a16="http://schemas.microsoft.com/office/drawing/2014/main" id="{41EE58DC-D50A-48BC-8742-6C6C92F57312}"/>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105773781" name="Straight Connector 484203624">
            <a:extLst xmlns:a="http://schemas.openxmlformats.org/drawingml/2006/main">
              <a:ext uri="{FF2B5EF4-FFF2-40B4-BE49-F238E27FC236}">
                <a16:creationId xmlns:a16="http://schemas.microsoft.com/office/drawing/2014/main" id="{DCFB7D9D-5F8F-4465-A6C7-A2349EAB7512}"/>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1492413" name="Straight Connector 390803704">
            <a:extLst xmlns:a="http://schemas.openxmlformats.org/drawingml/2006/main">
              <a:ext uri="{FF2B5EF4-FFF2-40B4-BE49-F238E27FC236}">
                <a16:creationId xmlns:a16="http://schemas.microsoft.com/office/drawing/2014/main" id="{0D39115A-4D27-45F1-B8D3-D7B4D88663B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0863555" name="Straight Connector 1483356268">
            <a:extLst xmlns:a="http://schemas.openxmlformats.org/drawingml/2006/main">
              <a:ext uri="{FF2B5EF4-FFF2-40B4-BE49-F238E27FC236}">
                <a16:creationId xmlns:a16="http://schemas.microsoft.com/office/drawing/2014/main" id="{3DCB97AE-96B7-47AE-B6FB-E1CC4402F462}"/>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8970837" name="Straight Connector 491113418">
            <a:extLst xmlns:a="http://schemas.openxmlformats.org/drawingml/2006/main">
              <a:ext uri="{FF2B5EF4-FFF2-40B4-BE49-F238E27FC236}">
                <a16:creationId xmlns:a16="http://schemas.microsoft.com/office/drawing/2014/main" id="{8AB150B7-DF72-48C4-AA71-7971251A464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1493959" name="Straight Connector 1895177637">
            <a:extLst xmlns:a="http://schemas.openxmlformats.org/drawingml/2006/main">
              <a:ext uri="{FF2B5EF4-FFF2-40B4-BE49-F238E27FC236}">
                <a16:creationId xmlns:a16="http://schemas.microsoft.com/office/drawing/2014/main" id="{0B43DF94-4739-4B1B-B415-490D13983EE2}"/>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522319" name="Straight Connector 1498279708">
            <a:extLst xmlns:a="http://schemas.openxmlformats.org/drawingml/2006/main">
              <a:ext uri="{FF2B5EF4-FFF2-40B4-BE49-F238E27FC236}">
                <a16:creationId xmlns:a16="http://schemas.microsoft.com/office/drawing/2014/main" id="{BDCE2976-A5A0-4F96-AA84-469C9FEC361F}"/>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1106019" name="Straight Connector 139583842">
            <a:extLst xmlns:a="http://schemas.openxmlformats.org/drawingml/2006/main">
              <a:ext uri="{FF2B5EF4-FFF2-40B4-BE49-F238E27FC236}">
                <a16:creationId xmlns:a16="http://schemas.microsoft.com/office/drawing/2014/main" id="{1CE7D14B-0395-47E2-9CC2-5892F722267F}"/>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6785802" name="Straight Connector 810730709">
            <a:extLst xmlns:a="http://schemas.openxmlformats.org/drawingml/2006/main">
              <a:ext uri="{FF2B5EF4-FFF2-40B4-BE49-F238E27FC236}">
                <a16:creationId xmlns:a16="http://schemas.microsoft.com/office/drawing/2014/main" id="{59A4F1D6-BE7C-4154-ACCD-173B33237714}"/>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5971240" name="Straight Connector 521066155">
            <a:extLst xmlns:a="http://schemas.openxmlformats.org/drawingml/2006/main">
              <a:ext uri="{FF2B5EF4-FFF2-40B4-BE49-F238E27FC236}">
                <a16:creationId xmlns:a16="http://schemas.microsoft.com/office/drawing/2014/main" id="{98A92AC5-F03D-44D2-9643-1E0356DE05B5}"/>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5229435" name="Straight Connector 316407275">
            <a:extLst xmlns:a="http://schemas.openxmlformats.org/drawingml/2006/main">
              <a:ext uri="{FF2B5EF4-FFF2-40B4-BE49-F238E27FC236}">
                <a16:creationId xmlns:a16="http://schemas.microsoft.com/office/drawing/2014/main" id="{4059DA52-1404-4D09-8F86-515CCF9DBBA8}"/>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0583719" name="Straight Connector 218150276">
            <a:extLst xmlns:a="http://schemas.openxmlformats.org/drawingml/2006/main">
              <a:ext uri="{FF2B5EF4-FFF2-40B4-BE49-F238E27FC236}">
                <a16:creationId xmlns:a16="http://schemas.microsoft.com/office/drawing/2014/main" id="{16C03E7E-21CB-44F4-B7A4-4CF086DE7E58}"/>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5125635" name="Straight Connector 499927860">
            <a:extLst xmlns:a="http://schemas.openxmlformats.org/drawingml/2006/main">
              <a:ext uri="{FF2B5EF4-FFF2-40B4-BE49-F238E27FC236}">
                <a16:creationId xmlns:a16="http://schemas.microsoft.com/office/drawing/2014/main" id="{A7876809-E54F-49ED-ADB5-51D10B98C36B}"/>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4409484" name="Straight Connector 1350622295">
            <a:extLst xmlns:a="http://schemas.openxmlformats.org/drawingml/2006/main">
              <a:ext uri="{FF2B5EF4-FFF2-40B4-BE49-F238E27FC236}">
                <a16:creationId xmlns:a16="http://schemas.microsoft.com/office/drawing/2014/main" id="{5593BA38-24BC-422A-85B5-112A130161F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4715596" name="Straight Connector 45691064">
            <a:extLst xmlns:a="http://schemas.openxmlformats.org/drawingml/2006/main">
              <a:ext uri="{FF2B5EF4-FFF2-40B4-BE49-F238E27FC236}">
                <a16:creationId xmlns:a16="http://schemas.microsoft.com/office/drawing/2014/main" id="{8BC0D5F5-124A-4512-AA39-5936C48CD832}"/>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0796928" name="Straight Connector 1145050028">
            <a:extLst xmlns:a="http://schemas.openxmlformats.org/drawingml/2006/main">
              <a:ext uri="{FF2B5EF4-FFF2-40B4-BE49-F238E27FC236}">
                <a16:creationId xmlns:a16="http://schemas.microsoft.com/office/drawing/2014/main" id="{64F91EA0-8A9A-4A1B-9AEB-1B6227E0B6A9}"/>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7642357" name="Straight Connector 969983034">
            <a:extLst xmlns:a="http://schemas.openxmlformats.org/drawingml/2006/main">
              <a:ext uri="{FF2B5EF4-FFF2-40B4-BE49-F238E27FC236}">
                <a16:creationId xmlns:a16="http://schemas.microsoft.com/office/drawing/2014/main" id="{51E3F892-8556-4F96-BD47-11B80158BD63}"/>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997966" name="Straight Connector 452016390">
            <a:extLst xmlns:a="http://schemas.openxmlformats.org/drawingml/2006/main">
              <a:ext uri="{FF2B5EF4-FFF2-40B4-BE49-F238E27FC236}">
                <a16:creationId xmlns:a16="http://schemas.microsoft.com/office/drawing/2014/main" id="{BA7FA5FC-BABB-4619-AB9A-B26BFE089D24}"/>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871788" name="Straight Connector 1200418004">
            <a:extLst xmlns:a="http://schemas.openxmlformats.org/drawingml/2006/main">
              <a:ext uri="{FF2B5EF4-FFF2-40B4-BE49-F238E27FC236}">
                <a16:creationId xmlns:a16="http://schemas.microsoft.com/office/drawing/2014/main" id="{89592B9A-9D8F-45DF-97B0-967537568A51}"/>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1760661" name="Straight Connector 1516866411">
            <a:extLst xmlns:a="http://schemas.openxmlformats.org/drawingml/2006/main">
              <a:ext uri="{FF2B5EF4-FFF2-40B4-BE49-F238E27FC236}">
                <a16:creationId xmlns:a16="http://schemas.microsoft.com/office/drawing/2014/main" id="{AB347417-6925-4315-B8B3-4A5F86E7CC8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9480742" name="Straight Connector 251999135">
            <a:extLst xmlns:a="http://schemas.openxmlformats.org/drawingml/2006/main">
              <a:ext uri="{FF2B5EF4-FFF2-40B4-BE49-F238E27FC236}">
                <a16:creationId xmlns:a16="http://schemas.microsoft.com/office/drawing/2014/main" id="{A2DCDDAD-715D-4E6F-9C26-9EF5533128BF}"/>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5078862" name="Straight Connector 86571184">
            <a:extLst xmlns:a="http://schemas.openxmlformats.org/drawingml/2006/main">
              <a:ext uri="{FF2B5EF4-FFF2-40B4-BE49-F238E27FC236}">
                <a16:creationId xmlns:a16="http://schemas.microsoft.com/office/drawing/2014/main" id="{531C34D3-9C1A-43E9-9A0C-C3B548BD1684}"/>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3685469" name="Straight Connector 602661193">
            <a:extLst xmlns:a="http://schemas.openxmlformats.org/drawingml/2006/main">
              <a:ext uri="{FF2B5EF4-FFF2-40B4-BE49-F238E27FC236}">
                <a16:creationId xmlns:a16="http://schemas.microsoft.com/office/drawing/2014/main" id="{3505F4CB-A4A1-4D86-AD6A-B6A31770D1FD}"/>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38374" name="Straight Connector 2078817605">
            <a:extLst xmlns:a="http://schemas.openxmlformats.org/drawingml/2006/main">
              <a:ext uri="{FF2B5EF4-FFF2-40B4-BE49-F238E27FC236}">
                <a16:creationId xmlns:a16="http://schemas.microsoft.com/office/drawing/2014/main" id="{CEAAA4FF-1B50-4862-A2D4-5F3B4EB03867}"/>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5037506" name="Straight Connector 37467791">
            <a:extLst xmlns:a="http://schemas.openxmlformats.org/drawingml/2006/main">
              <a:ext uri="{FF2B5EF4-FFF2-40B4-BE49-F238E27FC236}">
                <a16:creationId xmlns:a16="http://schemas.microsoft.com/office/drawing/2014/main" id="{F347C941-7782-471D-A5C3-218437136F00}"/>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6883072" name="Rectangle 118172492">
            <a:extLst xmlns:a="http://schemas.openxmlformats.org/drawingml/2006/main">
              <a:ext uri="{FF2B5EF4-FFF2-40B4-BE49-F238E27FC236}">
                <a16:creationId xmlns:a16="http://schemas.microsoft.com/office/drawing/2014/main" id="{2704A4E3-5FB8-46B0-AD5B-2E3533A4638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48</a:t>
            </a:r>
          </a:p>
        </p:txBody>
      </p:sp>
    </p:spTree>
    <p:extLst>
      <p:ext uri="{BB962C8B-B14F-4D97-AF65-F5344CB8AC3E}">
        <p14:creationId xmlns:p14="http://schemas.microsoft.com/office/powerpoint/2010/main" val="2111994661"/>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2582460" name="Rectangle 1367258729">
            <a:extLst xmlns:a="http://schemas.openxmlformats.org/drawingml/2006/main">
              <a:ext uri="{FF2B5EF4-FFF2-40B4-BE49-F238E27FC236}">
                <a16:creationId xmlns:a16="http://schemas.microsoft.com/office/drawing/2014/main" id="{D1302BE4-1E89-47F8-BC83-054826FE98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316837905" name="Rectangle 1284678877">
            <a:extLst xmlns:a="http://schemas.openxmlformats.org/drawingml/2006/main">
              <a:ext uri="{FF2B5EF4-FFF2-40B4-BE49-F238E27FC236}">
                <a16:creationId xmlns:a16="http://schemas.microsoft.com/office/drawing/2014/main" id="{21995E94-36D9-4125-AB0E-EBD03FC7D9C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725950126" name="Rectangle: Rounded Corners 800864107">
            <a:extLst xmlns:a="http://schemas.openxmlformats.org/drawingml/2006/main">
              <a:ext uri="{FF2B5EF4-FFF2-40B4-BE49-F238E27FC236}">
                <a16:creationId xmlns:a16="http://schemas.microsoft.com/office/drawing/2014/main" id="{9B97EABE-5E89-4327-8D5A-4B0A6000AE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733080" name="Oval 233773315">
            <a:extLst xmlns:a="http://schemas.openxmlformats.org/drawingml/2006/main">
              <a:ext uri="{FF2B5EF4-FFF2-40B4-BE49-F238E27FC236}">
                <a16:creationId xmlns:a16="http://schemas.microsoft.com/office/drawing/2014/main" id="{B74B24DF-696E-48AD-BF5A-589D7376D6ED}"/>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0444024" name="Straight Connector 1564947674">
            <a:extLst xmlns:a="http://schemas.openxmlformats.org/drawingml/2006/main">
              <a:ext uri="{FF2B5EF4-FFF2-40B4-BE49-F238E27FC236}">
                <a16:creationId xmlns:a16="http://schemas.microsoft.com/office/drawing/2014/main" id="{0135532D-DF79-4B47-A9F7-62105FFF898F}"/>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8687730" name="Straight Connector 995560161">
            <a:extLst xmlns:a="http://schemas.openxmlformats.org/drawingml/2006/main">
              <a:ext uri="{FF2B5EF4-FFF2-40B4-BE49-F238E27FC236}">
                <a16:creationId xmlns:a16="http://schemas.microsoft.com/office/drawing/2014/main" id="{CAC653E0-FE7E-4EA5-AF38-C5032C02FC3B}"/>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9476178" name="Rectangle 1698038425">
            <a:extLst xmlns:a="http://schemas.openxmlformats.org/drawingml/2006/main">
              <a:ext uri="{FF2B5EF4-FFF2-40B4-BE49-F238E27FC236}">
                <a16:creationId xmlns:a16="http://schemas.microsoft.com/office/drawing/2014/main" id="{1BB0A255-F61E-4DAF-B187-793962A41C94}"/>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1255705237" name="Oval 79558485">
            <a:extLst xmlns:a="http://schemas.openxmlformats.org/drawingml/2006/main">
              <a:ext uri="{FF2B5EF4-FFF2-40B4-BE49-F238E27FC236}">
                <a16:creationId xmlns:a16="http://schemas.microsoft.com/office/drawing/2014/main" id="{32798E15-17A6-4A69-8725-351CC131BF69}"/>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3655330" name="Straight Connector 1609830998">
            <a:extLst xmlns:a="http://schemas.openxmlformats.org/drawingml/2006/main">
              <a:ext uri="{FF2B5EF4-FFF2-40B4-BE49-F238E27FC236}">
                <a16:creationId xmlns:a16="http://schemas.microsoft.com/office/drawing/2014/main" id="{BA5A8F45-B5C7-4694-8AB5-8D890D750314}"/>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9278096" name="Straight Connector 1713490366">
            <a:extLst xmlns:a="http://schemas.openxmlformats.org/drawingml/2006/main">
              <a:ext uri="{FF2B5EF4-FFF2-40B4-BE49-F238E27FC236}">
                <a16:creationId xmlns:a16="http://schemas.microsoft.com/office/drawing/2014/main" id="{DE81DAEA-8FCA-4949-AD4A-B2B045B75B1D}"/>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5579417" name="Rectangle 1540777176">
            <a:extLst xmlns:a="http://schemas.openxmlformats.org/drawingml/2006/main">
              <a:ext uri="{FF2B5EF4-FFF2-40B4-BE49-F238E27FC236}">
                <a16:creationId xmlns:a16="http://schemas.microsoft.com/office/drawing/2014/main" id="{082923E3-5FE8-45A8-89A9-6C4A347A802D}"/>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373597240" name="Oval 1805008483">
            <a:extLst xmlns:a="http://schemas.openxmlformats.org/drawingml/2006/main">
              <a:ext uri="{FF2B5EF4-FFF2-40B4-BE49-F238E27FC236}">
                <a16:creationId xmlns:a16="http://schemas.microsoft.com/office/drawing/2014/main" id="{0663F602-9F7C-48D9-A72B-D747827654FA}"/>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5569649" name="Straight Connector 1911549704">
            <a:extLst xmlns:a="http://schemas.openxmlformats.org/drawingml/2006/main">
              <a:ext uri="{FF2B5EF4-FFF2-40B4-BE49-F238E27FC236}">
                <a16:creationId xmlns:a16="http://schemas.microsoft.com/office/drawing/2014/main" id="{3440B6E4-A939-44EC-AA40-248361136FBE}"/>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3093886" name="Straight Connector 1791936671">
            <a:extLst xmlns:a="http://schemas.openxmlformats.org/drawingml/2006/main">
              <a:ext uri="{FF2B5EF4-FFF2-40B4-BE49-F238E27FC236}">
                <a16:creationId xmlns:a16="http://schemas.microsoft.com/office/drawing/2014/main" id="{55667AFC-1A1A-4E13-9D46-065B38DFC0D6}"/>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2437781" name="Rectangle 109414286">
            <a:extLst xmlns:a="http://schemas.openxmlformats.org/drawingml/2006/main">
              <a:ext uri="{FF2B5EF4-FFF2-40B4-BE49-F238E27FC236}">
                <a16:creationId xmlns:a16="http://schemas.microsoft.com/office/drawing/2014/main" id="{A4E76E3E-D1C4-455E-8D68-58ABCDEBEC5E}"/>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440601784" name="Oval 446622830">
            <a:extLst xmlns:a="http://schemas.openxmlformats.org/drawingml/2006/main">
              <a:ext uri="{FF2B5EF4-FFF2-40B4-BE49-F238E27FC236}">
                <a16:creationId xmlns:a16="http://schemas.microsoft.com/office/drawing/2014/main" id="{F5E58AF4-85B6-4D02-A705-D72788C64FAF}"/>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082660" name="Straight Connector 858706386">
            <a:extLst xmlns:a="http://schemas.openxmlformats.org/drawingml/2006/main">
              <a:ext uri="{FF2B5EF4-FFF2-40B4-BE49-F238E27FC236}">
                <a16:creationId xmlns:a16="http://schemas.microsoft.com/office/drawing/2014/main" id="{A47AF100-66E6-4737-927F-5244632FE7C2}"/>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634014" name="Straight Connector 1428863682">
            <a:extLst xmlns:a="http://schemas.openxmlformats.org/drawingml/2006/main">
              <a:ext uri="{FF2B5EF4-FFF2-40B4-BE49-F238E27FC236}">
                <a16:creationId xmlns:a16="http://schemas.microsoft.com/office/drawing/2014/main" id="{AE960E64-EE5F-4BD4-AE51-9AE4499819C5}"/>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3725393" name="Rectangle 1133392472">
            <a:extLst xmlns:a="http://schemas.openxmlformats.org/drawingml/2006/main">
              <a:ext uri="{FF2B5EF4-FFF2-40B4-BE49-F238E27FC236}">
                <a16:creationId xmlns:a16="http://schemas.microsoft.com/office/drawing/2014/main" id="{8FEDD7CD-AEF3-461B-9C5D-46C1656D6228}"/>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101616238" name="Rectangle 438456562">
            <a:extLst xmlns:a="http://schemas.openxmlformats.org/drawingml/2006/main">
              <a:ext uri="{FF2B5EF4-FFF2-40B4-BE49-F238E27FC236}">
                <a16:creationId xmlns:a16="http://schemas.microsoft.com/office/drawing/2014/main" id="{1114BBDA-8150-4BCA-AE7E-70FDE3E0B1B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49</a:t>
            </a:r>
          </a:p>
        </p:txBody>
      </p:sp>
    </p:spTree>
    <p:extLst>
      <p:ext uri="{BB962C8B-B14F-4D97-AF65-F5344CB8AC3E}">
        <p14:creationId xmlns:p14="http://schemas.microsoft.com/office/powerpoint/2010/main" val="254703727"/>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4925509" name="Rectangle 1411052237">
            <a:extLst xmlns:a="http://schemas.openxmlformats.org/drawingml/2006/main">
              <a:ext uri="{FF2B5EF4-FFF2-40B4-BE49-F238E27FC236}">
                <a16:creationId xmlns:a16="http://schemas.microsoft.com/office/drawing/2014/main" id="{F0AFA56E-3C3C-4164-A27F-C60386B426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779573469" name="Rectangle 106512870">
            <a:extLst xmlns:a="http://schemas.openxmlformats.org/drawingml/2006/main">
              <a:ext uri="{FF2B5EF4-FFF2-40B4-BE49-F238E27FC236}">
                <a16:creationId xmlns:a16="http://schemas.microsoft.com/office/drawing/2014/main" id="{71923504-EE24-43CA-89D1-AC1357A275B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551449057" name="Rectangle: Rounded Corners 87118212">
            <a:extLst xmlns:a="http://schemas.openxmlformats.org/drawingml/2006/main">
              <a:ext uri="{FF2B5EF4-FFF2-40B4-BE49-F238E27FC236}">
                <a16:creationId xmlns:a16="http://schemas.microsoft.com/office/drawing/2014/main" id="{3D68F08A-339A-4112-89A3-9CA4CC414F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1337861" name="Rectangle: Rounded Corners 437710827">
            <a:extLst xmlns:a="http://schemas.openxmlformats.org/drawingml/2006/main">
              <a:ext uri="{FF2B5EF4-FFF2-40B4-BE49-F238E27FC236}">
                <a16:creationId xmlns:a16="http://schemas.microsoft.com/office/drawing/2014/main" id="{CE4C0C1E-6D13-444A-AE17-864DB3DB1028}"/>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262490903" name="Rectangle 1111010882">
            <a:extLst xmlns:a="http://schemas.openxmlformats.org/drawingml/2006/main">
              <a:ext uri="{FF2B5EF4-FFF2-40B4-BE49-F238E27FC236}">
                <a16:creationId xmlns:a16="http://schemas.microsoft.com/office/drawing/2014/main" id="{1BA48BEE-27CF-439F-8285-29C87CC75DC1}"/>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360983792" name="Rectangle: Rounded Corners 1831606846">
            <a:extLst xmlns:a="http://schemas.openxmlformats.org/drawingml/2006/main">
              <a:ext uri="{FF2B5EF4-FFF2-40B4-BE49-F238E27FC236}">
                <a16:creationId xmlns:a16="http://schemas.microsoft.com/office/drawing/2014/main" id="{31CC4B5D-423A-4BCC-B200-240A9487F02D}"/>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858282410" name="Rectangle 1646324530">
            <a:extLst xmlns:a="http://schemas.openxmlformats.org/drawingml/2006/main">
              <a:ext uri="{FF2B5EF4-FFF2-40B4-BE49-F238E27FC236}">
                <a16:creationId xmlns:a16="http://schemas.microsoft.com/office/drawing/2014/main" id="{6147E227-B1A9-4F15-8B1F-3221E313555A}"/>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709671612" name="Rectangle: Rounded Corners 1489327302">
            <a:extLst xmlns:a="http://schemas.openxmlformats.org/drawingml/2006/main">
              <a:ext uri="{FF2B5EF4-FFF2-40B4-BE49-F238E27FC236}">
                <a16:creationId xmlns:a16="http://schemas.microsoft.com/office/drawing/2014/main" id="{70B8E27F-33EF-4703-A5C7-A44612B578C2}"/>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95339424" name="Rectangle 1229374656">
            <a:extLst xmlns:a="http://schemas.openxmlformats.org/drawingml/2006/main">
              <a:ext uri="{FF2B5EF4-FFF2-40B4-BE49-F238E27FC236}">
                <a16:creationId xmlns:a16="http://schemas.microsoft.com/office/drawing/2014/main" id="{A488C198-88AC-4EB4-B6B4-DEFB378217C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50</a:t>
            </a:r>
          </a:p>
        </p:txBody>
      </p:sp>
    </p:spTree>
    <p:extLst>
      <p:ext uri="{BB962C8B-B14F-4D97-AF65-F5344CB8AC3E}">
        <p14:creationId xmlns:p14="http://schemas.microsoft.com/office/powerpoint/2010/main" val="1565157"/>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3997891" name="Rectangle 1844228020">
            <a:extLst xmlns:a="http://schemas.openxmlformats.org/drawingml/2006/main">
              <a:ext uri="{FF2B5EF4-FFF2-40B4-BE49-F238E27FC236}">
                <a16:creationId xmlns:a16="http://schemas.microsoft.com/office/drawing/2014/main" id="{D75FEA93-7C1B-459F-9E6D-85FB75CF4E8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1705195411" name="Rectangle 619868867">
            <a:extLst xmlns:a="http://schemas.openxmlformats.org/drawingml/2006/main">
              <a:ext uri="{FF2B5EF4-FFF2-40B4-BE49-F238E27FC236}">
                <a16:creationId xmlns:a16="http://schemas.microsoft.com/office/drawing/2014/main" id="{E94311A4-2BB9-4694-B2CE-302F3F7DE41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237932840" name="Rectangle: Rounded Corners 1987948612">
            <a:extLst xmlns:a="http://schemas.openxmlformats.org/drawingml/2006/main">
              <a:ext uri="{FF2B5EF4-FFF2-40B4-BE49-F238E27FC236}">
                <a16:creationId xmlns:a16="http://schemas.microsoft.com/office/drawing/2014/main" id="{4BDAA837-80CF-4D7A-A8C8-3CA8D533615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2002121" name="Rectangle: Rounded Corners 1704183002">
            <a:extLst xmlns:a="http://schemas.openxmlformats.org/drawingml/2006/main">
              <a:ext uri="{FF2B5EF4-FFF2-40B4-BE49-F238E27FC236}">
                <a16:creationId xmlns:a16="http://schemas.microsoft.com/office/drawing/2014/main" id="{0D56ECA9-732A-403E-BC4F-03FA5DA41CF9}"/>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749393412" name="Rectangle: Rounded Corners 2064136095">
            <a:extLst xmlns:a="http://schemas.openxmlformats.org/drawingml/2006/main">
              <a:ext uri="{FF2B5EF4-FFF2-40B4-BE49-F238E27FC236}">
                <a16:creationId xmlns:a16="http://schemas.microsoft.com/office/drawing/2014/main" id="{C9AFCD4A-C705-4C8F-8826-6F2E968FB209}"/>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835925629" name="Rectangle: Rounded Corners 1859104578">
            <a:extLst xmlns:a="http://schemas.openxmlformats.org/drawingml/2006/main">
              <a:ext uri="{FF2B5EF4-FFF2-40B4-BE49-F238E27FC236}">
                <a16:creationId xmlns:a16="http://schemas.microsoft.com/office/drawing/2014/main" id="{B8D48962-6528-442D-8B01-E00F02C727E4}"/>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786798903" name="Rectangle: Rounded Corners 1016569497">
            <a:extLst xmlns:a="http://schemas.openxmlformats.org/drawingml/2006/main">
              <a:ext uri="{FF2B5EF4-FFF2-40B4-BE49-F238E27FC236}">
                <a16:creationId xmlns:a16="http://schemas.microsoft.com/office/drawing/2014/main" id="{26DBE9C1-764C-4FD4-9C29-CDB74EC1E29D}"/>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2094999221" name="Straight Connector 94601081">
            <a:extLst xmlns:a="http://schemas.openxmlformats.org/drawingml/2006/main">
              <a:ext uri="{FF2B5EF4-FFF2-40B4-BE49-F238E27FC236}">
                <a16:creationId xmlns:a16="http://schemas.microsoft.com/office/drawing/2014/main" id="{F4256C39-C389-493D-BC7C-220FE4E7E5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9792033" name="Straight Connector 1000744926">
            <a:extLst xmlns:a="http://schemas.openxmlformats.org/drawingml/2006/main">
              <a:ext uri="{FF2B5EF4-FFF2-40B4-BE49-F238E27FC236}">
                <a16:creationId xmlns:a16="http://schemas.microsoft.com/office/drawing/2014/main" id="{6D7946ED-02A8-4071-94F5-978BBB28375C}"/>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7436825" name="Straight Connector 781772780">
            <a:extLst xmlns:a="http://schemas.openxmlformats.org/drawingml/2006/main">
              <a:ext uri="{FF2B5EF4-FFF2-40B4-BE49-F238E27FC236}">
                <a16:creationId xmlns:a16="http://schemas.microsoft.com/office/drawing/2014/main" id="{C92DFA92-E17A-49CD-A996-BDC25BD20F2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9787151" name="Rectangle 1007733503">
            <a:extLst xmlns:a="http://schemas.openxmlformats.org/drawingml/2006/main">
              <a:ext uri="{FF2B5EF4-FFF2-40B4-BE49-F238E27FC236}">
                <a16:creationId xmlns:a16="http://schemas.microsoft.com/office/drawing/2014/main" id="{8645F511-F448-441A-806D-AF8FA20A32AE}"/>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972508521" name="Rectangle 1520419495">
            <a:extLst xmlns:a="http://schemas.openxmlformats.org/drawingml/2006/main">
              <a:ext uri="{FF2B5EF4-FFF2-40B4-BE49-F238E27FC236}">
                <a16:creationId xmlns:a16="http://schemas.microsoft.com/office/drawing/2014/main" id="{8C33DB73-9C89-4A91-B80C-8D6E574E1B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51</a:t>
            </a:r>
          </a:p>
        </p:txBody>
      </p:sp>
    </p:spTree>
    <p:extLst>
      <p:ext uri="{BB962C8B-B14F-4D97-AF65-F5344CB8AC3E}">
        <p14:creationId xmlns:p14="http://schemas.microsoft.com/office/powerpoint/2010/main" val="603584345"/>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4780456" name="Rectangle 1860349465">
            <a:extLst xmlns:a="http://schemas.openxmlformats.org/drawingml/2006/main">
              <a:ext uri="{FF2B5EF4-FFF2-40B4-BE49-F238E27FC236}">
                <a16:creationId xmlns:a16="http://schemas.microsoft.com/office/drawing/2014/main" id="{999AE1D2-D015-4E33-BE06-8A33A56A98A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9726731" name="Rectangle 1379853287">
            <a:extLst xmlns:a="http://schemas.openxmlformats.org/drawingml/2006/main">
              <a:ext uri="{FF2B5EF4-FFF2-40B4-BE49-F238E27FC236}">
                <a16:creationId xmlns:a16="http://schemas.microsoft.com/office/drawing/2014/main" id="{B0F9F4D0-2528-4E42-8496-091972D75B9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254720483" name="Rectangle: Rounded Corners 1919655130">
            <a:extLst xmlns:a="http://schemas.openxmlformats.org/drawingml/2006/main">
              <a:ext uri="{FF2B5EF4-FFF2-40B4-BE49-F238E27FC236}">
                <a16:creationId xmlns:a16="http://schemas.microsoft.com/office/drawing/2014/main" id="{B19F381A-EF53-4EB3-9EDF-FCC33262EDC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804177" name="Rectangle: Rounded Corners 1257118693">
            <a:extLst xmlns:a="http://schemas.openxmlformats.org/drawingml/2006/main">
              <a:ext uri="{FF2B5EF4-FFF2-40B4-BE49-F238E27FC236}">
                <a16:creationId xmlns:a16="http://schemas.microsoft.com/office/drawing/2014/main" id="{C659105C-8DE4-4B51-B810-914187516D2E}"/>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641028154" name="Rectangle: Rounded Corners 139886069">
            <a:extLst xmlns:a="http://schemas.openxmlformats.org/drawingml/2006/main">
              <a:ext uri="{FF2B5EF4-FFF2-40B4-BE49-F238E27FC236}">
                <a16:creationId xmlns:a16="http://schemas.microsoft.com/office/drawing/2014/main" id="{08270A49-8F41-4752-A37D-3B42185F9DC3}"/>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755623659" name="Rectangle: Rounded Corners 1995249494">
            <a:extLst xmlns:a="http://schemas.openxmlformats.org/drawingml/2006/main">
              <a:ext uri="{FF2B5EF4-FFF2-40B4-BE49-F238E27FC236}">
                <a16:creationId xmlns:a16="http://schemas.microsoft.com/office/drawing/2014/main" id="{0910047C-C3D2-4525-A5A8-AFAAFA316ABE}"/>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1305058583" name="Rectangle: Rounded Corners 486029296">
            <a:extLst xmlns:a="http://schemas.openxmlformats.org/drawingml/2006/main">
              <a:ext uri="{FF2B5EF4-FFF2-40B4-BE49-F238E27FC236}">
                <a16:creationId xmlns:a16="http://schemas.microsoft.com/office/drawing/2014/main" id="{BAE835AA-F3BC-4366-8083-7C5D6ABE6AAB}"/>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474494243" name="Rectangle: Rounded Corners 2009773558">
            <a:extLst xmlns:a="http://schemas.openxmlformats.org/drawingml/2006/main">
              <a:ext uri="{FF2B5EF4-FFF2-40B4-BE49-F238E27FC236}">
                <a16:creationId xmlns:a16="http://schemas.microsoft.com/office/drawing/2014/main" id="{AC9E7338-F442-4C40-9DAD-39E819B7C108}"/>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30022533" name="Rectangle: Rounded Corners 607891528">
            <a:extLst xmlns:a="http://schemas.openxmlformats.org/drawingml/2006/main">
              <a:ext uri="{FF2B5EF4-FFF2-40B4-BE49-F238E27FC236}">
                <a16:creationId xmlns:a16="http://schemas.microsoft.com/office/drawing/2014/main" id="{5EA516A6-BB84-4B93-88FC-BCC6C7D2B22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148682168" name="Rectangle: Rounded Corners 1953501824">
            <a:extLst xmlns:a="http://schemas.openxmlformats.org/drawingml/2006/main">
              <a:ext uri="{FF2B5EF4-FFF2-40B4-BE49-F238E27FC236}">
                <a16:creationId xmlns:a16="http://schemas.microsoft.com/office/drawing/2014/main" id="{4643C950-5126-4953-B55A-D03A4BDDC47B}"/>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619112190" name="Arrow: Right 237891345">
            <a:extLst xmlns:a="http://schemas.openxmlformats.org/drawingml/2006/main">
              <a:ext uri="{FF2B5EF4-FFF2-40B4-BE49-F238E27FC236}">
                <a16:creationId xmlns:a16="http://schemas.microsoft.com/office/drawing/2014/main" id="{9C531733-002D-4E28-881B-F124F042F6EF}"/>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1000098" name="Rectangle 567787381">
            <a:extLst xmlns:a="http://schemas.openxmlformats.org/drawingml/2006/main">
              <a:ext uri="{FF2B5EF4-FFF2-40B4-BE49-F238E27FC236}">
                <a16:creationId xmlns:a16="http://schemas.microsoft.com/office/drawing/2014/main" id="{FC67F76A-4E54-405C-A1C2-10122B65159A}"/>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98572809" name="Rectangle 1811573039">
            <a:extLst xmlns:a="http://schemas.openxmlformats.org/drawingml/2006/main">
              <a:ext uri="{FF2B5EF4-FFF2-40B4-BE49-F238E27FC236}">
                <a16:creationId xmlns:a16="http://schemas.microsoft.com/office/drawing/2014/main" id="{961A6233-6071-41B3-A035-63A1E5CAFC8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52</a:t>
            </a:r>
          </a:p>
        </p:txBody>
      </p:sp>
    </p:spTree>
    <p:extLst>
      <p:ext uri="{BB962C8B-B14F-4D97-AF65-F5344CB8AC3E}">
        <p14:creationId xmlns:p14="http://schemas.microsoft.com/office/powerpoint/2010/main" val="1305902043"/>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03117644" name="Rectangle 698847192">
            <a:extLst xmlns:a="http://schemas.openxmlformats.org/drawingml/2006/main">
              <a:ext uri="{FF2B5EF4-FFF2-40B4-BE49-F238E27FC236}">
                <a16:creationId xmlns:a16="http://schemas.microsoft.com/office/drawing/2014/main" id="{DDD973A7-2BC1-437E-BAA3-B56397DEC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979548879" name="Rectangle 892173066">
            <a:extLst xmlns:a="http://schemas.openxmlformats.org/drawingml/2006/main">
              <a:ext uri="{FF2B5EF4-FFF2-40B4-BE49-F238E27FC236}">
                <a16:creationId xmlns:a16="http://schemas.microsoft.com/office/drawing/2014/main" id="{8C1A7203-1A3E-4C16-8F35-9DE388E2857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2018040104" name="Rectangle: Rounded Corners 634225882">
            <a:extLst xmlns:a="http://schemas.openxmlformats.org/drawingml/2006/main">
              <a:ext uri="{FF2B5EF4-FFF2-40B4-BE49-F238E27FC236}">
                <a16:creationId xmlns:a16="http://schemas.microsoft.com/office/drawing/2014/main" id="{3B4DF546-3882-4E1C-A2DB-1730E2798F5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3192100" name="Rectangle: Rounded Corners 2010502302">
            <a:extLst xmlns:a="http://schemas.openxmlformats.org/drawingml/2006/main">
              <a:ext uri="{FF2B5EF4-FFF2-40B4-BE49-F238E27FC236}">
                <a16:creationId xmlns:a16="http://schemas.microsoft.com/office/drawing/2014/main" id="{BA0CE1A2-00EB-484E-86A9-76A007457066}"/>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4375454" name="Rectangle: Rounded Corners 1366762973">
            <a:extLst xmlns:a="http://schemas.openxmlformats.org/drawingml/2006/main">
              <a:ext uri="{FF2B5EF4-FFF2-40B4-BE49-F238E27FC236}">
                <a16:creationId xmlns:a16="http://schemas.microsoft.com/office/drawing/2014/main" id="{FA68EF3E-9FEC-4EFE-9C7F-2BB7FF72944D}"/>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437167" name="Rectangle: Rounded Corners 1460632181">
            <a:extLst xmlns:a="http://schemas.openxmlformats.org/drawingml/2006/main">
              <a:ext uri="{FF2B5EF4-FFF2-40B4-BE49-F238E27FC236}">
                <a16:creationId xmlns:a16="http://schemas.microsoft.com/office/drawing/2014/main" id="{68474327-4E3A-46BB-B409-34130DB89E61}"/>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545002" name="Rectangle: Rounded Corners 1175856486">
            <a:extLst xmlns:a="http://schemas.openxmlformats.org/drawingml/2006/main">
              <a:ext uri="{FF2B5EF4-FFF2-40B4-BE49-F238E27FC236}">
                <a16:creationId xmlns:a16="http://schemas.microsoft.com/office/drawing/2014/main" id="{DAE9D0D0-C0DC-45EF-BDB2-D0F85B8D56E5}"/>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7574801" name="Rectangle: Rounded Corners 2061757066">
            <a:extLst xmlns:a="http://schemas.openxmlformats.org/drawingml/2006/main">
              <a:ext uri="{FF2B5EF4-FFF2-40B4-BE49-F238E27FC236}">
                <a16:creationId xmlns:a16="http://schemas.microsoft.com/office/drawing/2014/main" id="{D18217F7-DF41-424E-B2BA-4BC868BC3382}"/>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6286276" name="Rectangle: Rounded Corners 1169118889">
            <a:extLst xmlns:a="http://schemas.openxmlformats.org/drawingml/2006/main">
              <a:ext uri="{FF2B5EF4-FFF2-40B4-BE49-F238E27FC236}">
                <a16:creationId xmlns:a16="http://schemas.microsoft.com/office/drawing/2014/main" id="{ED9E12E6-8181-4C57-954C-E8424B951873}"/>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6954719" name="Rectangle: Rounded Corners 238188300">
            <a:extLst xmlns:a="http://schemas.openxmlformats.org/drawingml/2006/main">
              <a:ext uri="{FF2B5EF4-FFF2-40B4-BE49-F238E27FC236}">
                <a16:creationId xmlns:a16="http://schemas.microsoft.com/office/drawing/2014/main" id="{0EEA6CC2-A468-4CF2-9957-D244D2CA039B}"/>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2113591" name="Rectangle: Rounded Corners 2049301056">
            <a:extLst xmlns:a="http://schemas.openxmlformats.org/drawingml/2006/main">
              <a:ext uri="{FF2B5EF4-FFF2-40B4-BE49-F238E27FC236}">
                <a16:creationId xmlns:a16="http://schemas.microsoft.com/office/drawing/2014/main" id="{64659B35-7D57-41E9-8C30-5AEADF4AD708}"/>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4755095" name="Rectangle: Rounded Corners 1282082344">
            <a:extLst xmlns:a="http://schemas.openxmlformats.org/drawingml/2006/main">
              <a:ext uri="{FF2B5EF4-FFF2-40B4-BE49-F238E27FC236}">
                <a16:creationId xmlns:a16="http://schemas.microsoft.com/office/drawing/2014/main" id="{D47C7E8F-1ED7-4F34-AD3C-144EA7AA5AAF}"/>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3444223" name="Rectangle: Rounded Corners 1172922271">
            <a:extLst xmlns:a="http://schemas.openxmlformats.org/drawingml/2006/main">
              <a:ext uri="{FF2B5EF4-FFF2-40B4-BE49-F238E27FC236}">
                <a16:creationId xmlns:a16="http://schemas.microsoft.com/office/drawing/2014/main" id="{721C1817-AB80-4D87-8BB8-BFFC539224EE}"/>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3097568" name="Rectangle: Rounded Corners 603029256">
            <a:extLst xmlns:a="http://schemas.openxmlformats.org/drawingml/2006/main">
              <a:ext uri="{FF2B5EF4-FFF2-40B4-BE49-F238E27FC236}">
                <a16:creationId xmlns:a16="http://schemas.microsoft.com/office/drawing/2014/main" id="{0D7B6887-516F-4273-ACFE-CCABC6E1CFB0}"/>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4182422" name="Rectangle: Rounded Corners 1879817439">
            <a:extLst xmlns:a="http://schemas.openxmlformats.org/drawingml/2006/main">
              <a:ext uri="{FF2B5EF4-FFF2-40B4-BE49-F238E27FC236}">
                <a16:creationId xmlns:a16="http://schemas.microsoft.com/office/drawing/2014/main" id="{CF08DB92-08DC-4428-8EA7-1225008CF18E}"/>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1632179" name="Rectangle: Rounded Corners 875542064">
            <a:extLst xmlns:a="http://schemas.openxmlformats.org/drawingml/2006/main">
              <a:ext uri="{FF2B5EF4-FFF2-40B4-BE49-F238E27FC236}">
                <a16:creationId xmlns:a16="http://schemas.microsoft.com/office/drawing/2014/main" id="{FA0CE03A-2F96-4432-8DCD-6E3476E50490}"/>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0158543" name="Rectangle: Rounded Corners 51908471">
            <a:extLst xmlns:a="http://schemas.openxmlformats.org/drawingml/2006/main">
              <a:ext uri="{FF2B5EF4-FFF2-40B4-BE49-F238E27FC236}">
                <a16:creationId xmlns:a16="http://schemas.microsoft.com/office/drawing/2014/main" id="{3C9566F0-8E62-491A-9AA8-409B9A69B98E}"/>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37524" name="Rectangle: Rounded Corners 1689509712">
            <a:extLst xmlns:a="http://schemas.openxmlformats.org/drawingml/2006/main">
              <a:ext uri="{FF2B5EF4-FFF2-40B4-BE49-F238E27FC236}">
                <a16:creationId xmlns:a16="http://schemas.microsoft.com/office/drawing/2014/main" id="{EEF2C06D-B034-4D1E-BEB3-C66CF65F7780}"/>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8909637" name="Rectangle: Rounded Corners 791720529">
            <a:extLst xmlns:a="http://schemas.openxmlformats.org/drawingml/2006/main">
              <a:ext uri="{FF2B5EF4-FFF2-40B4-BE49-F238E27FC236}">
                <a16:creationId xmlns:a16="http://schemas.microsoft.com/office/drawing/2014/main" id="{B168958D-0935-443B-92BA-FE6BC88EB411}"/>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908791" name="Rectangle: Rounded Corners 105367441">
            <a:extLst xmlns:a="http://schemas.openxmlformats.org/drawingml/2006/main">
              <a:ext uri="{FF2B5EF4-FFF2-40B4-BE49-F238E27FC236}">
                <a16:creationId xmlns:a16="http://schemas.microsoft.com/office/drawing/2014/main" id="{F7D08A46-700E-4414-A39F-3870EF2ED91B}"/>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9248362" name="Rectangle: Rounded Corners 1563215529">
            <a:extLst xmlns:a="http://schemas.openxmlformats.org/drawingml/2006/main">
              <a:ext uri="{FF2B5EF4-FFF2-40B4-BE49-F238E27FC236}">
                <a16:creationId xmlns:a16="http://schemas.microsoft.com/office/drawing/2014/main" id="{DC6EE931-FEF3-4150-A36D-B240D42E9E5F}"/>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859845" name="Rectangle: Rounded Corners 315081294">
            <a:extLst xmlns:a="http://schemas.openxmlformats.org/drawingml/2006/main">
              <a:ext uri="{FF2B5EF4-FFF2-40B4-BE49-F238E27FC236}">
                <a16:creationId xmlns:a16="http://schemas.microsoft.com/office/drawing/2014/main" id="{7A3A0BC6-B683-487B-AA75-451024F038C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2288785" name="Rectangle: Rounded Corners 248452190">
            <a:extLst xmlns:a="http://schemas.openxmlformats.org/drawingml/2006/main">
              <a:ext uri="{FF2B5EF4-FFF2-40B4-BE49-F238E27FC236}">
                <a16:creationId xmlns:a16="http://schemas.microsoft.com/office/drawing/2014/main" id="{B0997CF4-381C-42FD-954E-7FCB6909471D}"/>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8398166" name="Rectangle: Rounded Corners 1671279799">
            <a:extLst xmlns:a="http://schemas.openxmlformats.org/drawingml/2006/main">
              <a:ext uri="{FF2B5EF4-FFF2-40B4-BE49-F238E27FC236}">
                <a16:creationId xmlns:a16="http://schemas.microsoft.com/office/drawing/2014/main" id="{B1A65F0B-7B80-4F09-A7A7-68525D827D6D}"/>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5068697" name="Rectangle: Rounded Corners 1239843558">
            <a:extLst xmlns:a="http://schemas.openxmlformats.org/drawingml/2006/main">
              <a:ext uri="{FF2B5EF4-FFF2-40B4-BE49-F238E27FC236}">
                <a16:creationId xmlns:a16="http://schemas.microsoft.com/office/drawing/2014/main" id="{EA34A869-584A-4E87-A518-70A97C909E5A}"/>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9543885" name="Rectangle: Rounded Corners 1474960510">
            <a:extLst xmlns:a="http://schemas.openxmlformats.org/drawingml/2006/main">
              <a:ext uri="{FF2B5EF4-FFF2-40B4-BE49-F238E27FC236}">
                <a16:creationId xmlns:a16="http://schemas.microsoft.com/office/drawing/2014/main" id="{0A8D7DCE-7A7F-4F6F-8687-AC86B857C0C0}"/>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0053542" name="Rectangle: Rounded Corners 1705162463">
            <a:extLst xmlns:a="http://schemas.openxmlformats.org/drawingml/2006/main">
              <a:ext uri="{FF2B5EF4-FFF2-40B4-BE49-F238E27FC236}">
                <a16:creationId xmlns:a16="http://schemas.microsoft.com/office/drawing/2014/main" id="{B97B2741-A18C-4544-8BF3-B7BF188D05BF}"/>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3737046" name="Rectangle: Rounded Corners 7576924">
            <a:extLst xmlns:a="http://schemas.openxmlformats.org/drawingml/2006/main">
              <a:ext uri="{FF2B5EF4-FFF2-40B4-BE49-F238E27FC236}">
                <a16:creationId xmlns:a16="http://schemas.microsoft.com/office/drawing/2014/main" id="{F81F50EC-2506-4D60-AB28-7BF8F6F3420C}"/>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079818" name="Rectangle: Rounded Corners 426996610">
            <a:extLst xmlns:a="http://schemas.openxmlformats.org/drawingml/2006/main">
              <a:ext uri="{FF2B5EF4-FFF2-40B4-BE49-F238E27FC236}">
                <a16:creationId xmlns:a16="http://schemas.microsoft.com/office/drawing/2014/main" id="{5478C5CB-5BC3-4CB4-A883-7151049E191B}"/>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6157458" name="Rectangle: Rounded Corners 4937970">
            <a:extLst xmlns:a="http://schemas.openxmlformats.org/drawingml/2006/main">
              <a:ext uri="{FF2B5EF4-FFF2-40B4-BE49-F238E27FC236}">
                <a16:creationId xmlns:a16="http://schemas.microsoft.com/office/drawing/2014/main" id="{C2022CFA-EE64-471A-BA07-15ED1F3C35B7}"/>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9011179" name="Rectangle: Rounded Corners 318411884">
            <a:extLst xmlns:a="http://schemas.openxmlformats.org/drawingml/2006/main">
              <a:ext uri="{FF2B5EF4-FFF2-40B4-BE49-F238E27FC236}">
                <a16:creationId xmlns:a16="http://schemas.microsoft.com/office/drawing/2014/main" id="{A79C2EDB-D05E-46F9-831B-E5E976DEDBD4}"/>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2742478" name="Rectangle: Rounded Corners 615608590">
            <a:extLst xmlns:a="http://schemas.openxmlformats.org/drawingml/2006/main">
              <a:ext uri="{FF2B5EF4-FFF2-40B4-BE49-F238E27FC236}">
                <a16:creationId xmlns:a16="http://schemas.microsoft.com/office/drawing/2014/main" id="{2B1C7AC6-4720-4F77-90F1-755C39C4C031}"/>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4889523" name="Rectangle: Rounded Corners 1731456271">
            <a:extLst xmlns:a="http://schemas.openxmlformats.org/drawingml/2006/main">
              <a:ext uri="{FF2B5EF4-FFF2-40B4-BE49-F238E27FC236}">
                <a16:creationId xmlns:a16="http://schemas.microsoft.com/office/drawing/2014/main" id="{8B43A384-8CF8-42A6-BEEB-E62374AEB83C}"/>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3554110" name="Rectangle: Rounded Corners 484935539">
            <a:extLst xmlns:a="http://schemas.openxmlformats.org/drawingml/2006/main">
              <a:ext uri="{FF2B5EF4-FFF2-40B4-BE49-F238E27FC236}">
                <a16:creationId xmlns:a16="http://schemas.microsoft.com/office/drawing/2014/main" id="{AAB0F59D-10C6-42FD-A837-C1E09F1DA69F}"/>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1308798" name="Rectangle: Rounded Corners 1134420310">
            <a:extLst xmlns:a="http://schemas.openxmlformats.org/drawingml/2006/main">
              <a:ext uri="{FF2B5EF4-FFF2-40B4-BE49-F238E27FC236}">
                <a16:creationId xmlns:a16="http://schemas.microsoft.com/office/drawing/2014/main" id="{F3371D10-B04B-4150-85A8-7FA465741288}"/>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1931231" name="Rectangle: Rounded Corners 1355285829">
            <a:extLst xmlns:a="http://schemas.openxmlformats.org/drawingml/2006/main">
              <a:ext uri="{FF2B5EF4-FFF2-40B4-BE49-F238E27FC236}">
                <a16:creationId xmlns:a16="http://schemas.microsoft.com/office/drawing/2014/main" id="{2985A39C-A4A0-4F11-96AC-EA156A60C3F8}"/>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3710788" name="Rectangle: Rounded Corners 1945716100">
            <a:extLst xmlns:a="http://schemas.openxmlformats.org/drawingml/2006/main">
              <a:ext uri="{FF2B5EF4-FFF2-40B4-BE49-F238E27FC236}">
                <a16:creationId xmlns:a16="http://schemas.microsoft.com/office/drawing/2014/main" id="{D511204C-63D6-4975-A731-1BFE3CB0B084}"/>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893512" name="Rectangle: Rounded Corners 903673204">
            <a:extLst xmlns:a="http://schemas.openxmlformats.org/drawingml/2006/main">
              <a:ext uri="{FF2B5EF4-FFF2-40B4-BE49-F238E27FC236}">
                <a16:creationId xmlns:a16="http://schemas.microsoft.com/office/drawing/2014/main" id="{6580D009-6BC1-4B23-85A9-ED03D0137B69}"/>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2931982" name="Rectangle: Rounded Corners 41920753">
            <a:extLst xmlns:a="http://schemas.openxmlformats.org/drawingml/2006/main">
              <a:ext uri="{FF2B5EF4-FFF2-40B4-BE49-F238E27FC236}">
                <a16:creationId xmlns:a16="http://schemas.microsoft.com/office/drawing/2014/main" id="{88D4BF6E-0A2F-473D-99BA-D1D078F884BC}"/>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1334925" name="Rectangle 1090731607">
            <a:extLst xmlns:a="http://schemas.openxmlformats.org/drawingml/2006/main">
              <a:ext uri="{FF2B5EF4-FFF2-40B4-BE49-F238E27FC236}">
                <a16:creationId xmlns:a16="http://schemas.microsoft.com/office/drawing/2014/main" id="{D04D525C-01BA-454D-9628-0C2CAA48A6BE}"/>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705914396" name="Rectangle 1864567656">
            <a:extLst xmlns:a="http://schemas.openxmlformats.org/drawingml/2006/main">
              <a:ext uri="{FF2B5EF4-FFF2-40B4-BE49-F238E27FC236}">
                <a16:creationId xmlns:a16="http://schemas.microsoft.com/office/drawing/2014/main" id="{A74886CA-DE1A-49B4-859A-864BA0620AFC}"/>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242391775" name="Rectangle 353583897">
            <a:extLst xmlns:a="http://schemas.openxmlformats.org/drawingml/2006/main">
              <a:ext uri="{FF2B5EF4-FFF2-40B4-BE49-F238E27FC236}">
                <a16:creationId xmlns:a16="http://schemas.microsoft.com/office/drawing/2014/main" id="{E9B1F348-CE04-40FF-9CEF-CFDAFE67EC7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53</a:t>
            </a:r>
          </a:p>
        </p:txBody>
      </p:sp>
    </p:spTree>
    <p:extLst>
      <p:ext uri="{BB962C8B-B14F-4D97-AF65-F5344CB8AC3E}">
        <p14:creationId xmlns:p14="http://schemas.microsoft.com/office/powerpoint/2010/main" val="1342251387"/>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8332126" name="Rectangle 352308475">
            <a:extLst xmlns:a="http://schemas.openxmlformats.org/drawingml/2006/main">
              <a:ext uri="{FF2B5EF4-FFF2-40B4-BE49-F238E27FC236}">
                <a16:creationId xmlns:a16="http://schemas.microsoft.com/office/drawing/2014/main" id="{DA5B221E-E9D3-4670-BA2C-32CF61C375B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15415726" name="Rectangle 890164865">
            <a:extLst xmlns:a="http://schemas.openxmlformats.org/drawingml/2006/main">
              <a:ext uri="{FF2B5EF4-FFF2-40B4-BE49-F238E27FC236}">
                <a16:creationId xmlns:a16="http://schemas.microsoft.com/office/drawing/2014/main" id="{44412F4B-B24A-48EA-A88A-08DA2287F48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684881223" name="Rectangle: Rounded Corners 1302761572">
            <a:extLst xmlns:a="http://schemas.openxmlformats.org/drawingml/2006/main">
              <a:ext uri="{FF2B5EF4-FFF2-40B4-BE49-F238E27FC236}">
                <a16:creationId xmlns:a16="http://schemas.microsoft.com/office/drawing/2014/main" id="{9FE933E0-9390-43A9-99B2-1FF43ACA833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4108319" name="Rectangle: Rounded Corners 2031370086">
            <a:extLst xmlns:a="http://schemas.openxmlformats.org/drawingml/2006/main">
              <a:ext uri="{FF2B5EF4-FFF2-40B4-BE49-F238E27FC236}">
                <a16:creationId xmlns:a16="http://schemas.microsoft.com/office/drawing/2014/main" id="{A6DC52B5-4B71-4309-A864-DA93430F86CF}"/>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19584758" name="Rectangle 1726456331">
            <a:extLst xmlns:a="http://schemas.openxmlformats.org/drawingml/2006/main">
              <a:ext uri="{FF2B5EF4-FFF2-40B4-BE49-F238E27FC236}">
                <a16:creationId xmlns:a16="http://schemas.microsoft.com/office/drawing/2014/main" id="{3E8B21DB-AD48-4764-9F81-74F5A86AC409}"/>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311039718" name="Rectangle: Rounded Corners 412394112">
            <a:extLst xmlns:a="http://schemas.openxmlformats.org/drawingml/2006/main">
              <a:ext uri="{FF2B5EF4-FFF2-40B4-BE49-F238E27FC236}">
                <a16:creationId xmlns:a16="http://schemas.microsoft.com/office/drawing/2014/main" id="{C315E4FA-A5EB-49F2-AF54-5953A5FD6A6E}"/>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090556617" name="Rectangle 225213445">
            <a:extLst xmlns:a="http://schemas.openxmlformats.org/drawingml/2006/main">
              <a:ext uri="{FF2B5EF4-FFF2-40B4-BE49-F238E27FC236}">
                <a16:creationId xmlns:a16="http://schemas.microsoft.com/office/drawing/2014/main" id="{7090F3FA-9323-4FB1-862B-C2E7EE6E1C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54</a:t>
            </a:r>
          </a:p>
        </p:txBody>
      </p:sp>
    </p:spTree>
    <p:extLst>
      <p:ext uri="{BB962C8B-B14F-4D97-AF65-F5344CB8AC3E}">
        <p14:creationId xmlns:p14="http://schemas.microsoft.com/office/powerpoint/2010/main" val="1685823986"/>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8231130" name="Rectangle 935271156">
            <a:extLst xmlns:a="http://schemas.openxmlformats.org/drawingml/2006/main">
              <a:ext uri="{FF2B5EF4-FFF2-40B4-BE49-F238E27FC236}">
                <a16:creationId xmlns:a16="http://schemas.microsoft.com/office/drawing/2014/main" id="{76C9948F-A555-432C-BF60-2C4772E4DED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1413455660" name="Rectangle 251777344">
            <a:extLst xmlns:a="http://schemas.openxmlformats.org/drawingml/2006/main">
              <a:ext uri="{FF2B5EF4-FFF2-40B4-BE49-F238E27FC236}">
                <a16:creationId xmlns:a16="http://schemas.microsoft.com/office/drawing/2014/main" id="{D6397F9F-BA22-4047-87AF-91DFCA06F8E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576391523" name="Rectangle: Rounded Corners 1456392341">
            <a:extLst xmlns:a="http://schemas.openxmlformats.org/drawingml/2006/main">
              <a:ext uri="{FF2B5EF4-FFF2-40B4-BE49-F238E27FC236}">
                <a16:creationId xmlns:a16="http://schemas.microsoft.com/office/drawing/2014/main" id="{3416C719-902A-4C69-8491-53411F3C50E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7532619" name="Rectangle: Rounded Corners 1987074982">
            <a:extLst xmlns:a="http://schemas.openxmlformats.org/drawingml/2006/main">
              <a:ext uri="{FF2B5EF4-FFF2-40B4-BE49-F238E27FC236}">
                <a16:creationId xmlns:a16="http://schemas.microsoft.com/office/drawing/2014/main" id="{E86A1068-0B97-4B24-9BDA-EB6BBDAA844E}"/>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7442071" name="Rectangle 1286956634">
            <a:extLst xmlns:a="http://schemas.openxmlformats.org/drawingml/2006/main">
              <a:ext uri="{FF2B5EF4-FFF2-40B4-BE49-F238E27FC236}">
                <a16:creationId xmlns:a16="http://schemas.microsoft.com/office/drawing/2014/main" id="{52D4C6C4-FF37-460D-885B-384C8E2CBB6D}"/>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575757255" name="Rectangle 399762638">
            <a:extLst xmlns:a="http://schemas.openxmlformats.org/drawingml/2006/main">
              <a:ext uri="{FF2B5EF4-FFF2-40B4-BE49-F238E27FC236}">
                <a16:creationId xmlns:a16="http://schemas.microsoft.com/office/drawing/2014/main" id="{5D8BA282-AE34-47B3-8C7C-07E52F44B6F6}"/>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684456842" name="Rectangle 1233632033">
            <a:extLst xmlns:a="http://schemas.openxmlformats.org/drawingml/2006/main">
              <a:ext uri="{FF2B5EF4-FFF2-40B4-BE49-F238E27FC236}">
                <a16:creationId xmlns:a16="http://schemas.microsoft.com/office/drawing/2014/main" id="{BD45548B-AC97-48C5-B021-40D13C21B964}"/>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195823979" name="Rectangle 987778106">
            <a:extLst xmlns:a="http://schemas.openxmlformats.org/drawingml/2006/main">
              <a:ext uri="{FF2B5EF4-FFF2-40B4-BE49-F238E27FC236}">
                <a16:creationId xmlns:a16="http://schemas.microsoft.com/office/drawing/2014/main" id="{4ACF5EDD-DBD4-49BB-9B94-08D8068FA44B}"/>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988839519" name="Rectangle 1495975732">
            <a:extLst xmlns:a="http://schemas.openxmlformats.org/drawingml/2006/main">
              <a:ext uri="{FF2B5EF4-FFF2-40B4-BE49-F238E27FC236}">
                <a16:creationId xmlns:a16="http://schemas.microsoft.com/office/drawing/2014/main" id="{58D27A22-3211-420E-943B-543BBCD4E5B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55</a:t>
            </a:r>
          </a:p>
        </p:txBody>
      </p:sp>
      <p:pic>
        <p:nvPicPr>
          <p:cNvPr id="1684456853"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089831bfa44142b4"/>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021659920"/>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791172" name="Rectangle 1548456798">
            <a:extLst xmlns:a="http://schemas.openxmlformats.org/drawingml/2006/main">
              <a:ext uri="{FF2B5EF4-FFF2-40B4-BE49-F238E27FC236}">
                <a16:creationId xmlns:a16="http://schemas.microsoft.com/office/drawing/2014/main" id="{071D9587-E37C-4290-B431-80DF783673D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356374695" name="Rectangle 1277068294">
            <a:extLst xmlns:a="http://schemas.openxmlformats.org/drawingml/2006/main">
              <a:ext uri="{FF2B5EF4-FFF2-40B4-BE49-F238E27FC236}">
                <a16:creationId xmlns:a16="http://schemas.microsoft.com/office/drawing/2014/main" id="{064A3D58-FB51-44AC-8D09-31B043A150A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1412539556" name="Rectangle: Rounded Corners 700677848">
            <a:extLst xmlns:a="http://schemas.openxmlformats.org/drawingml/2006/main">
              <a:ext uri="{FF2B5EF4-FFF2-40B4-BE49-F238E27FC236}">
                <a16:creationId xmlns:a16="http://schemas.microsoft.com/office/drawing/2014/main" id="{3F9D0346-F09A-454A-BF3B-DF3E60638DD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2946051" name="Rectangle: Rounded Corners 614717420">
            <a:extLst xmlns:a="http://schemas.openxmlformats.org/drawingml/2006/main">
              <a:ext uri="{FF2B5EF4-FFF2-40B4-BE49-F238E27FC236}">
                <a16:creationId xmlns:a16="http://schemas.microsoft.com/office/drawing/2014/main" id="{C03234F6-F2F6-4C04-81BB-0AC716F5E2F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2038286825" name="Rectangle: Rounded Corners 1854427874">
            <a:extLst xmlns:a="http://schemas.openxmlformats.org/drawingml/2006/main">
              <a:ext uri="{FF2B5EF4-FFF2-40B4-BE49-F238E27FC236}">
                <a16:creationId xmlns:a16="http://schemas.microsoft.com/office/drawing/2014/main" id="{E361B8F2-A432-4C91-B81A-EE444471E54F}"/>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75060617" name="Rectangle: Rounded Corners 1506494527">
            <a:extLst xmlns:a="http://schemas.openxmlformats.org/drawingml/2006/main">
              <a:ext uri="{FF2B5EF4-FFF2-40B4-BE49-F238E27FC236}">
                <a16:creationId xmlns:a16="http://schemas.microsoft.com/office/drawing/2014/main" id="{E4017563-04C4-421B-8D85-4A682C820352}"/>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62327435" name="Rectangle: Rounded Corners 310583424">
            <a:extLst xmlns:a="http://schemas.openxmlformats.org/drawingml/2006/main">
              <a:ext uri="{FF2B5EF4-FFF2-40B4-BE49-F238E27FC236}">
                <a16:creationId xmlns:a16="http://schemas.microsoft.com/office/drawing/2014/main" id="{A279499D-518C-4693-9059-731498B8A9C8}"/>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933383641" name="Rectangle: Rounded Corners 701546865">
            <a:extLst xmlns:a="http://schemas.openxmlformats.org/drawingml/2006/main">
              <a:ext uri="{FF2B5EF4-FFF2-40B4-BE49-F238E27FC236}">
                <a16:creationId xmlns:a16="http://schemas.microsoft.com/office/drawing/2014/main" id="{BB6334CD-3C44-47DC-A9E4-12578572464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202058220" name="Arrow: Right 622048333">
            <a:extLst xmlns:a="http://schemas.openxmlformats.org/drawingml/2006/main">
              <a:ext uri="{FF2B5EF4-FFF2-40B4-BE49-F238E27FC236}">
                <a16:creationId xmlns:a16="http://schemas.microsoft.com/office/drawing/2014/main" id="{2FC6EDE9-04D6-44A2-BB12-8DB02BB8BE54}"/>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9410150" name="Arrow: Right 476163819">
            <a:extLst xmlns:a="http://schemas.openxmlformats.org/drawingml/2006/main">
              <a:ext uri="{FF2B5EF4-FFF2-40B4-BE49-F238E27FC236}">
                <a16:creationId xmlns:a16="http://schemas.microsoft.com/office/drawing/2014/main" id="{B7772065-A960-4A5E-9AA3-0A3FA56B8230}"/>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5417754" name="Rectangle: Rounded Corners 1396234520">
            <a:extLst xmlns:a="http://schemas.openxmlformats.org/drawingml/2006/main">
              <a:ext uri="{FF2B5EF4-FFF2-40B4-BE49-F238E27FC236}">
                <a16:creationId xmlns:a16="http://schemas.microsoft.com/office/drawing/2014/main" id="{BBA86EAD-4256-4DAD-8F10-8509791B7BA4}"/>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693457502" name="Rectangle 1921889684">
            <a:extLst xmlns:a="http://schemas.openxmlformats.org/drawingml/2006/main">
              <a:ext uri="{FF2B5EF4-FFF2-40B4-BE49-F238E27FC236}">
                <a16:creationId xmlns:a16="http://schemas.microsoft.com/office/drawing/2014/main" id="{E02E2238-01F0-46DE-A41E-7767439ED1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56</a:t>
            </a:r>
          </a:p>
        </p:txBody>
      </p:sp>
    </p:spTree>
    <p:extLst>
      <p:ext uri="{BB962C8B-B14F-4D97-AF65-F5344CB8AC3E}">
        <p14:creationId xmlns:p14="http://schemas.microsoft.com/office/powerpoint/2010/main" val="1950425944"/>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5842070" name="Rectangle 7713821">
            <a:extLst xmlns:a="http://schemas.openxmlformats.org/drawingml/2006/main">
              <a:ext uri="{FF2B5EF4-FFF2-40B4-BE49-F238E27FC236}">
                <a16:creationId xmlns:a16="http://schemas.microsoft.com/office/drawing/2014/main" id="{35F465A2-256F-401F-B224-6C17E32F10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496467810" name="Rectangle 1381388514">
            <a:extLst xmlns:a="http://schemas.openxmlformats.org/drawingml/2006/main">
              <a:ext uri="{FF2B5EF4-FFF2-40B4-BE49-F238E27FC236}">
                <a16:creationId xmlns:a16="http://schemas.microsoft.com/office/drawing/2014/main" id="{87768AE3-10E3-4D04-91D7-E226D7B8A08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545617952" name="Rectangle: Rounded Corners 661849784">
            <a:extLst xmlns:a="http://schemas.openxmlformats.org/drawingml/2006/main">
              <a:ext uri="{FF2B5EF4-FFF2-40B4-BE49-F238E27FC236}">
                <a16:creationId xmlns:a16="http://schemas.microsoft.com/office/drawing/2014/main" id="{AFF08C1C-A64A-44AE-B489-D665901CEA2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709375" name="Rectangle: Rounded Corners 1954931325">
            <a:extLst xmlns:a="http://schemas.openxmlformats.org/drawingml/2006/main">
              <a:ext uri="{FF2B5EF4-FFF2-40B4-BE49-F238E27FC236}">
                <a16:creationId xmlns:a16="http://schemas.microsoft.com/office/drawing/2014/main" id="{966C2476-3D7E-4C9F-9A1E-2FF2DD1764DC}"/>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952212751" name="Rectangle: Rounded Corners 1479007971">
            <a:extLst xmlns:a="http://schemas.openxmlformats.org/drawingml/2006/main">
              <a:ext uri="{FF2B5EF4-FFF2-40B4-BE49-F238E27FC236}">
                <a16:creationId xmlns:a16="http://schemas.microsoft.com/office/drawing/2014/main" id="{DA736FF7-2A1B-4261-880D-F474B5C2180C}"/>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2003979578" name="Rectangle: Rounded Corners 337911440">
            <a:extLst xmlns:a="http://schemas.openxmlformats.org/drawingml/2006/main">
              <a:ext uri="{FF2B5EF4-FFF2-40B4-BE49-F238E27FC236}">
                <a16:creationId xmlns:a16="http://schemas.microsoft.com/office/drawing/2014/main" id="{D5483736-1D3D-4A70-97A6-3F53A1D71B8A}"/>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2132211603" name="Rectangle: Rounded Corners 812565267">
            <a:extLst xmlns:a="http://schemas.openxmlformats.org/drawingml/2006/main">
              <a:ext uri="{FF2B5EF4-FFF2-40B4-BE49-F238E27FC236}">
                <a16:creationId xmlns:a16="http://schemas.microsoft.com/office/drawing/2014/main" id="{5851935A-8F6B-4E28-B8E7-AF987401E62C}"/>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346779491" name="Rectangle: Rounded Corners 210839016">
            <a:extLst xmlns:a="http://schemas.openxmlformats.org/drawingml/2006/main">
              <a:ext uri="{FF2B5EF4-FFF2-40B4-BE49-F238E27FC236}">
                <a16:creationId xmlns:a16="http://schemas.microsoft.com/office/drawing/2014/main" id="{BB3C6C02-85D4-49CE-B9C1-5E226DBC44F9}"/>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89864250" name="Arrow: Right 923890290">
            <a:extLst xmlns:a="http://schemas.openxmlformats.org/drawingml/2006/main">
              <a:ext uri="{FF2B5EF4-FFF2-40B4-BE49-F238E27FC236}">
                <a16:creationId xmlns:a16="http://schemas.microsoft.com/office/drawing/2014/main" id="{183F8E99-8BCC-4094-9114-A016DC586005}"/>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3114675" name="Rectangle: Rounded Corners 549922296">
            <a:extLst xmlns:a="http://schemas.openxmlformats.org/drawingml/2006/main">
              <a:ext uri="{FF2B5EF4-FFF2-40B4-BE49-F238E27FC236}">
                <a16:creationId xmlns:a16="http://schemas.microsoft.com/office/drawing/2014/main" id="{FE78DA68-DDAA-40C8-B2F0-9EBE4E0645E6}"/>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1269531089" name="Rectangle 313069816">
            <a:extLst xmlns:a="http://schemas.openxmlformats.org/drawingml/2006/main">
              <a:ext uri="{FF2B5EF4-FFF2-40B4-BE49-F238E27FC236}">
                <a16:creationId xmlns:a16="http://schemas.microsoft.com/office/drawing/2014/main" id="{2BF4BD46-AD65-4B86-9D28-BCA54D38D6C3}"/>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102971937" name="Rectangle 181180573">
            <a:extLst xmlns:a="http://schemas.openxmlformats.org/drawingml/2006/main">
              <a:ext uri="{FF2B5EF4-FFF2-40B4-BE49-F238E27FC236}">
                <a16:creationId xmlns:a16="http://schemas.microsoft.com/office/drawing/2014/main" id="{8C72FA5C-AF96-48B3-9558-99248ECB2F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57</a:t>
            </a:r>
          </a:p>
        </p:txBody>
      </p:sp>
    </p:spTree>
    <p:extLst>
      <p:ext uri="{BB962C8B-B14F-4D97-AF65-F5344CB8AC3E}">
        <p14:creationId xmlns:p14="http://schemas.microsoft.com/office/powerpoint/2010/main" val="685080000"/>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66505243" name="Rectangle 106407163">
            <a:extLst xmlns:a="http://schemas.openxmlformats.org/drawingml/2006/main">
              <a:ext uri="{FF2B5EF4-FFF2-40B4-BE49-F238E27FC236}">
                <a16:creationId xmlns:a16="http://schemas.microsoft.com/office/drawing/2014/main" id="{0A42C9DE-DE11-44B8-AA3F-27DC02EB2C8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606374922" name="Rectangle 440135367">
            <a:extLst xmlns:a="http://schemas.openxmlformats.org/drawingml/2006/main">
              <a:ext uri="{FF2B5EF4-FFF2-40B4-BE49-F238E27FC236}">
                <a16:creationId xmlns:a16="http://schemas.microsoft.com/office/drawing/2014/main" id="{CAF2181A-47C5-4427-B2D8-E972709489E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1639420380" name="Rectangle: Rounded Corners 989138248">
            <a:extLst xmlns:a="http://schemas.openxmlformats.org/drawingml/2006/main">
              <a:ext uri="{FF2B5EF4-FFF2-40B4-BE49-F238E27FC236}">
                <a16:creationId xmlns:a16="http://schemas.microsoft.com/office/drawing/2014/main" id="{30D7E920-ACC3-4363-AF2B-AC525585308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72013" name="Rectangle: Rounded Corners 1616044445">
            <a:extLst xmlns:a="http://schemas.openxmlformats.org/drawingml/2006/main">
              <a:ext uri="{FF2B5EF4-FFF2-40B4-BE49-F238E27FC236}">
                <a16:creationId xmlns:a16="http://schemas.microsoft.com/office/drawing/2014/main" id="{381B4888-8F8E-4F40-AF79-ED1524695830}"/>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1238195653" name="Arrow: Right 594282241">
            <a:extLst xmlns:a="http://schemas.openxmlformats.org/drawingml/2006/main">
              <a:ext uri="{FF2B5EF4-FFF2-40B4-BE49-F238E27FC236}">
                <a16:creationId xmlns:a16="http://schemas.microsoft.com/office/drawing/2014/main" id="{08418891-8B37-4D4F-8900-C128A117D190}"/>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13229126" name="Rectangle: Rounded Corners 733975538">
            <a:extLst xmlns:a="http://schemas.openxmlformats.org/drawingml/2006/main">
              <a:ext uri="{FF2B5EF4-FFF2-40B4-BE49-F238E27FC236}">
                <a16:creationId xmlns:a16="http://schemas.microsoft.com/office/drawing/2014/main" id="{C485432B-E787-42AB-B08B-E8F9AA7FA88B}"/>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148943473" name="Arrow: Right 826463740">
            <a:extLst xmlns:a="http://schemas.openxmlformats.org/drawingml/2006/main">
              <a:ext uri="{FF2B5EF4-FFF2-40B4-BE49-F238E27FC236}">
                <a16:creationId xmlns:a16="http://schemas.microsoft.com/office/drawing/2014/main" id="{066FAB16-CE03-4F21-921B-79AF14CBF9C0}"/>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948415988" name="Rectangle: Rounded Corners 1611946980">
            <a:extLst xmlns:a="http://schemas.openxmlformats.org/drawingml/2006/main">
              <a:ext uri="{FF2B5EF4-FFF2-40B4-BE49-F238E27FC236}">
                <a16:creationId xmlns:a16="http://schemas.microsoft.com/office/drawing/2014/main" id="{EB2835AD-E6C7-4846-8229-FC0E8BDDB169}"/>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301723075" name="Arrow: Right 1141760594">
            <a:extLst xmlns:a="http://schemas.openxmlformats.org/drawingml/2006/main">
              <a:ext uri="{FF2B5EF4-FFF2-40B4-BE49-F238E27FC236}">
                <a16:creationId xmlns:a16="http://schemas.microsoft.com/office/drawing/2014/main" id="{62531AC3-704D-42BD-8BB3-763EC23AD96B}"/>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6796155" name="Oval 546463300">
            <a:extLst xmlns:a="http://schemas.openxmlformats.org/drawingml/2006/main">
              <a:ext uri="{FF2B5EF4-FFF2-40B4-BE49-F238E27FC236}">
                <a16:creationId xmlns:a16="http://schemas.microsoft.com/office/drawing/2014/main" id="{86327E17-A1E0-4510-A9AD-60716FD4ADD7}"/>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92983840" name="Rectangle 1547793054">
            <a:extLst xmlns:a="http://schemas.openxmlformats.org/drawingml/2006/main">
              <a:ext uri="{FF2B5EF4-FFF2-40B4-BE49-F238E27FC236}">
                <a16:creationId xmlns:a16="http://schemas.microsoft.com/office/drawing/2014/main" id="{58524CD8-64A8-4A91-9549-2EF36655489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58</a:t>
            </a:r>
          </a:p>
        </p:txBody>
      </p:sp>
    </p:spTree>
    <p:extLst>
      <p:ext uri="{BB962C8B-B14F-4D97-AF65-F5344CB8AC3E}">
        <p14:creationId xmlns:p14="http://schemas.microsoft.com/office/powerpoint/2010/main" val="1481284873"/>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5896731" name="Rectangle 106407163">
            <a:extLst xmlns:a="http://schemas.openxmlformats.org/drawingml/2006/main">
              <a:ext uri="{FF2B5EF4-FFF2-40B4-BE49-F238E27FC236}">
                <a16:creationId xmlns:a16="http://schemas.microsoft.com/office/drawing/2014/main" id="{BEF1B7D8-DAF6-430F-94CA-D0797B0AA30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836297933" name="Rectangle 440135367">
            <a:extLst xmlns:a="http://schemas.openxmlformats.org/drawingml/2006/main">
              <a:ext uri="{FF2B5EF4-FFF2-40B4-BE49-F238E27FC236}">
                <a16:creationId xmlns:a16="http://schemas.microsoft.com/office/drawing/2014/main" id="{471072D1-E035-46BB-BA6D-0AB1F293A0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1842713626" name="Rectangle: Rounded Corners 989138248">
            <a:extLst xmlns:a="http://schemas.openxmlformats.org/drawingml/2006/main">
              <a:ext uri="{FF2B5EF4-FFF2-40B4-BE49-F238E27FC236}">
                <a16:creationId xmlns:a16="http://schemas.microsoft.com/office/drawing/2014/main" id="{FEEEF879-54DA-4727-882D-6BBF3F38A97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6469907" name="Rectangle 1547793054">
            <a:extLst xmlns:a="http://schemas.openxmlformats.org/drawingml/2006/main">
              <a:ext uri="{FF2B5EF4-FFF2-40B4-BE49-F238E27FC236}">
                <a16:creationId xmlns:a16="http://schemas.microsoft.com/office/drawing/2014/main" id="{ECDDA145-9040-4AFF-BBD2-27A5104C289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59</a:t>
            </a:r>
          </a:p>
        </p:txBody>
      </p:sp>
      <p:sp>
        <p:nvSpPr>
          <p:cNvPr id="1756226205" name="model-group-label">
            <a:extLst xmlns:a="http://schemas.openxmlformats.org/drawingml/2006/main">
              <a:ext uri="{FF2B5EF4-FFF2-40B4-BE49-F238E27FC236}">
                <a16:creationId xmlns:a16="http://schemas.microsoft.com/office/drawing/2014/main" id="{00D47A59-6532-46F3-A418-331B9EB4C1C8}"/>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2097314282" name="config-component">
            <a:extLst xmlns:a="http://schemas.openxmlformats.org/drawingml/2006/main">
              <a:ext uri="{FF2B5EF4-FFF2-40B4-BE49-F238E27FC236}">
                <a16:creationId xmlns:a16="http://schemas.microsoft.com/office/drawing/2014/main" id="{2ACC6D7C-55FC-4F42-B504-8BC079DDA165}"/>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725398" name="config-label">
            <a:extLst xmlns:a="http://schemas.openxmlformats.org/drawingml/2006/main">
              <a:ext uri="{FF2B5EF4-FFF2-40B4-BE49-F238E27FC236}">
                <a16:creationId xmlns:a16="http://schemas.microsoft.com/office/drawing/2014/main" id="{08052229-AB10-4936-815C-A8110AA401AC}"/>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741606642" name="config-title">
            <a:extLst xmlns:a="http://schemas.openxmlformats.org/drawingml/2006/main">
              <a:ext uri="{FF2B5EF4-FFF2-40B4-BE49-F238E27FC236}">
                <a16:creationId xmlns:a16="http://schemas.microsoft.com/office/drawing/2014/main" id="{3C2A5D98-C7AF-4995-811D-6E3CE63D2B0E}"/>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76786580" name="config-detail">
            <a:extLst xmlns:a="http://schemas.openxmlformats.org/drawingml/2006/main">
              <a:ext uri="{FF2B5EF4-FFF2-40B4-BE49-F238E27FC236}">
                <a16:creationId xmlns:a16="http://schemas.microsoft.com/office/drawing/2014/main" id="{78012E5E-76C1-4542-959A-75B385F5F2D4}"/>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660999059" name="model-plus">
            <a:extLst xmlns:a="http://schemas.openxmlformats.org/drawingml/2006/main">
              <a:ext uri="{FF2B5EF4-FFF2-40B4-BE49-F238E27FC236}">
                <a16:creationId xmlns:a16="http://schemas.microsoft.com/office/drawing/2014/main" id="{37D674DE-4E59-4B59-A3B1-DE6C23E4FFCE}"/>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793935071" name="checkpoint-component">
            <a:extLst xmlns:a="http://schemas.openxmlformats.org/drawingml/2006/main">
              <a:ext uri="{FF2B5EF4-FFF2-40B4-BE49-F238E27FC236}">
                <a16:creationId xmlns:a16="http://schemas.microsoft.com/office/drawing/2014/main" id="{BD1ADD16-CAAE-42F1-9F0E-21FAD027FF3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8005219" name="checkpoint-label">
            <a:extLst xmlns:a="http://schemas.openxmlformats.org/drawingml/2006/main">
              <a:ext uri="{FF2B5EF4-FFF2-40B4-BE49-F238E27FC236}">
                <a16:creationId xmlns:a16="http://schemas.microsoft.com/office/drawing/2014/main" id="{610743D9-D239-4FCE-B42B-692AB79FB3BF}"/>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271548389" name="checkpoint-title">
            <a:extLst xmlns:a="http://schemas.openxmlformats.org/drawingml/2006/main">
              <a:ext uri="{FF2B5EF4-FFF2-40B4-BE49-F238E27FC236}">
                <a16:creationId xmlns:a16="http://schemas.microsoft.com/office/drawing/2014/main" id="{7DA2D105-324B-4D65-AEC1-EF12CFEEBF53}"/>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03737442" name="checkpoint-detail">
            <a:extLst xmlns:a="http://schemas.openxmlformats.org/drawingml/2006/main">
              <a:ext uri="{FF2B5EF4-FFF2-40B4-BE49-F238E27FC236}">
                <a16:creationId xmlns:a16="http://schemas.microsoft.com/office/drawing/2014/main" id="{F646F172-24D0-43EC-909C-40C19A4F41C4}"/>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195500665" name="tokenizer-plus">
            <a:extLst xmlns:a="http://schemas.openxmlformats.org/drawingml/2006/main">
              <a:ext uri="{FF2B5EF4-FFF2-40B4-BE49-F238E27FC236}">
                <a16:creationId xmlns:a16="http://schemas.microsoft.com/office/drawing/2014/main" id="{9F31C51F-E23C-439E-B6C1-A53F5A458E05}"/>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779400405" name="text ↔ ids-component">
            <a:extLst xmlns:a="http://schemas.openxmlformats.org/drawingml/2006/main">
              <a:ext uri="{FF2B5EF4-FFF2-40B4-BE49-F238E27FC236}">
                <a16:creationId xmlns:a16="http://schemas.microsoft.com/office/drawing/2014/main" id="{4F91E8F7-B688-49B4-879E-6E36858084B2}"/>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651433" name="text ↔ ids-label">
            <a:extLst xmlns:a="http://schemas.openxmlformats.org/drawingml/2006/main">
              <a:ext uri="{FF2B5EF4-FFF2-40B4-BE49-F238E27FC236}">
                <a16:creationId xmlns:a16="http://schemas.microsoft.com/office/drawing/2014/main" id="{298C1EEC-13C8-4173-BC2D-1159B887C8D2}"/>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356060703" name="text ↔ ids-title">
            <a:extLst xmlns:a="http://schemas.openxmlformats.org/drawingml/2006/main">
              <a:ext uri="{FF2B5EF4-FFF2-40B4-BE49-F238E27FC236}">
                <a16:creationId xmlns:a16="http://schemas.microsoft.com/office/drawing/2014/main" id="{ADE1DA3D-4BBB-4DFB-95B4-4A6CA73076B2}"/>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974520361" name="text ↔ ids-detail">
            <a:extLst xmlns:a="http://schemas.openxmlformats.org/drawingml/2006/main">
              <a:ext uri="{FF2B5EF4-FFF2-40B4-BE49-F238E27FC236}">
                <a16:creationId xmlns:a16="http://schemas.microsoft.com/office/drawing/2014/main" id="{69DBB782-D3E2-4FDB-AB24-924AD5360DE8}"/>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834634610" name="matching-takeaway">
            <a:extLst xmlns:a="http://schemas.openxmlformats.org/drawingml/2006/main">
              <a:ext uri="{FF2B5EF4-FFF2-40B4-BE49-F238E27FC236}">
                <a16:creationId xmlns:a16="http://schemas.microsoft.com/office/drawing/2014/main" id="{5A5D2869-54EF-40DD-A913-04F3DA009D53}"/>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2007159565"/>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22767811" name="Rectangle 965507380">
            <a:extLst xmlns:a="http://schemas.openxmlformats.org/drawingml/2006/main">
              <a:ext uri="{FF2B5EF4-FFF2-40B4-BE49-F238E27FC236}">
                <a16:creationId xmlns:a16="http://schemas.microsoft.com/office/drawing/2014/main" id="{8CCB6DE9-C283-4DA7-AA79-238A0B8C49B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69630779" name="Rectangle 139921793">
            <a:extLst xmlns:a="http://schemas.openxmlformats.org/drawingml/2006/main">
              <a:ext uri="{FF2B5EF4-FFF2-40B4-BE49-F238E27FC236}">
                <a16:creationId xmlns:a16="http://schemas.microsoft.com/office/drawing/2014/main" id="{5626108F-E79D-4D65-8ECA-9D3BD2280CF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2124534823" name="Rectangle: Rounded Corners 1511732123">
            <a:extLst xmlns:a="http://schemas.openxmlformats.org/drawingml/2006/main">
              <a:ext uri="{FF2B5EF4-FFF2-40B4-BE49-F238E27FC236}">
                <a16:creationId xmlns:a16="http://schemas.microsoft.com/office/drawing/2014/main" id="{72F5607D-3143-4D6C-B4E9-03558C23E0B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3062967" name="Rectangle: Rounded Corners 2034787168">
            <a:extLst xmlns:a="http://schemas.openxmlformats.org/drawingml/2006/main">
              <a:ext uri="{FF2B5EF4-FFF2-40B4-BE49-F238E27FC236}">
                <a16:creationId xmlns:a16="http://schemas.microsoft.com/office/drawing/2014/main" id="{21F39295-55D3-4D67-A04E-461989DC9BC6}"/>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429036335" name="Arrow: Right 1804858146">
            <a:extLst xmlns:a="http://schemas.openxmlformats.org/drawingml/2006/main">
              <a:ext uri="{FF2B5EF4-FFF2-40B4-BE49-F238E27FC236}">
                <a16:creationId xmlns:a16="http://schemas.microsoft.com/office/drawing/2014/main" id="{FE8C831B-F5D6-49F1-891A-C79090DD5647}"/>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7200520" name="Rectangle: Rounded Corners 2119234794">
            <a:extLst xmlns:a="http://schemas.openxmlformats.org/drawingml/2006/main">
              <a:ext uri="{FF2B5EF4-FFF2-40B4-BE49-F238E27FC236}">
                <a16:creationId xmlns:a16="http://schemas.microsoft.com/office/drawing/2014/main" id="{925ABDC8-4C6B-4C8F-9DB7-9F784A37D271}"/>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2046803654" name="Arrow: Right 1610655777">
            <a:extLst xmlns:a="http://schemas.openxmlformats.org/drawingml/2006/main">
              <a:ext uri="{FF2B5EF4-FFF2-40B4-BE49-F238E27FC236}">
                <a16:creationId xmlns:a16="http://schemas.microsoft.com/office/drawing/2014/main" id="{9A5E08AF-FD8B-426C-B80C-D3C68598C3AF}"/>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1563042" name="Rectangle: Rounded Corners 67679862">
            <a:extLst xmlns:a="http://schemas.openxmlformats.org/drawingml/2006/main">
              <a:ext uri="{FF2B5EF4-FFF2-40B4-BE49-F238E27FC236}">
                <a16:creationId xmlns:a16="http://schemas.microsoft.com/office/drawing/2014/main" id="{81B12915-9FF2-40D5-AF13-213409C64602}"/>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967010789" name="Straight Connector 1129615995">
            <a:extLst xmlns:a="http://schemas.openxmlformats.org/drawingml/2006/main">
              <a:ext uri="{FF2B5EF4-FFF2-40B4-BE49-F238E27FC236}">
                <a16:creationId xmlns:a16="http://schemas.microsoft.com/office/drawing/2014/main" id="{E3B335CA-B4CA-498A-9187-673F5921B0D1}"/>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3879081" name="Rectangle 701260999">
            <a:extLst xmlns:a="http://schemas.openxmlformats.org/drawingml/2006/main">
              <a:ext uri="{FF2B5EF4-FFF2-40B4-BE49-F238E27FC236}">
                <a16:creationId xmlns:a16="http://schemas.microsoft.com/office/drawing/2014/main" id="{1FA8B07A-7441-4EF4-BFA0-3D8EA4F3188D}"/>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1428454853" name="Rectangle 567537238">
            <a:extLst xmlns:a="http://schemas.openxmlformats.org/drawingml/2006/main">
              <a:ext uri="{FF2B5EF4-FFF2-40B4-BE49-F238E27FC236}">
                <a16:creationId xmlns:a16="http://schemas.microsoft.com/office/drawing/2014/main" id="{3C824FFB-414B-4CD5-9EAD-F992F872D4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60</a:t>
            </a:r>
          </a:p>
        </p:txBody>
      </p:sp>
    </p:spTree>
    <p:extLst>
      <p:ext uri="{BB962C8B-B14F-4D97-AF65-F5344CB8AC3E}">
        <p14:creationId xmlns:p14="http://schemas.microsoft.com/office/powerpoint/2010/main" val="258268736"/>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9529939" name="Rectangle 1814109763">
            <a:extLst xmlns:a="http://schemas.openxmlformats.org/drawingml/2006/main">
              <a:ext uri="{FF2B5EF4-FFF2-40B4-BE49-F238E27FC236}">
                <a16:creationId xmlns:a16="http://schemas.microsoft.com/office/drawing/2014/main" id="{098F7EFC-BE07-42D0-B48E-FC9C1CA03C1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061253900" name="Rectangle 2024296005">
            <a:extLst xmlns:a="http://schemas.openxmlformats.org/drawingml/2006/main">
              <a:ext uri="{FF2B5EF4-FFF2-40B4-BE49-F238E27FC236}">
                <a16:creationId xmlns:a16="http://schemas.microsoft.com/office/drawing/2014/main" id="{56B78521-FF14-4AEC-91C1-AFD019E087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032534171" name="Rectangle: Rounded Corners 520397166">
            <a:extLst xmlns:a="http://schemas.openxmlformats.org/drawingml/2006/main">
              <a:ext uri="{FF2B5EF4-FFF2-40B4-BE49-F238E27FC236}">
                <a16:creationId xmlns:a16="http://schemas.microsoft.com/office/drawing/2014/main" id="{C8C3AE39-F6C8-460E-9A20-32B4C7BE030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4506326" name="Rectangle 1861104430">
            <a:extLst xmlns:a="http://schemas.openxmlformats.org/drawingml/2006/main">
              <a:ext uri="{FF2B5EF4-FFF2-40B4-BE49-F238E27FC236}">
                <a16:creationId xmlns:a16="http://schemas.microsoft.com/office/drawing/2014/main" id="{BFEBF806-C383-46EF-BCBF-624B48BA8617}"/>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99763201" name="Rectangle: Rounded Corners 1392389716">
            <a:extLst xmlns:a="http://schemas.openxmlformats.org/drawingml/2006/main">
              <a:ext uri="{FF2B5EF4-FFF2-40B4-BE49-F238E27FC236}">
                <a16:creationId xmlns:a16="http://schemas.microsoft.com/office/drawing/2014/main" id="{98D2E978-2A3A-4888-B6F7-0E733759EF0E}"/>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4651886" name="Rectangle: Rounded Corners 304746229">
            <a:extLst xmlns:a="http://schemas.openxmlformats.org/drawingml/2006/main">
              <a:ext uri="{FF2B5EF4-FFF2-40B4-BE49-F238E27FC236}">
                <a16:creationId xmlns:a16="http://schemas.microsoft.com/office/drawing/2014/main" id="{D34126A8-EFC3-4F4C-BF29-E94540694F51}"/>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6756095" name="Rectangle: Rounded Corners 1222174650">
            <a:extLst xmlns:a="http://schemas.openxmlformats.org/drawingml/2006/main">
              <a:ext uri="{FF2B5EF4-FFF2-40B4-BE49-F238E27FC236}">
                <a16:creationId xmlns:a16="http://schemas.microsoft.com/office/drawing/2014/main" id="{54238D70-6AB4-448E-9B9C-E69718D5F0F5}"/>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7281890" name="Rectangle: Rounded Corners 221083532">
            <a:extLst xmlns:a="http://schemas.openxmlformats.org/drawingml/2006/main">
              <a:ext uri="{FF2B5EF4-FFF2-40B4-BE49-F238E27FC236}">
                <a16:creationId xmlns:a16="http://schemas.microsoft.com/office/drawing/2014/main" id="{676ABE0A-30AF-4168-A677-098D2EB47B9A}"/>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9713810" name="Rectangle: Rounded Corners 1871169587">
            <a:extLst xmlns:a="http://schemas.openxmlformats.org/drawingml/2006/main">
              <a:ext uri="{FF2B5EF4-FFF2-40B4-BE49-F238E27FC236}">
                <a16:creationId xmlns:a16="http://schemas.microsoft.com/office/drawing/2014/main" id="{C5705635-C51B-4E1A-8744-E301384D7387}"/>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9387901" name="Rectangle 1899079274">
            <a:extLst xmlns:a="http://schemas.openxmlformats.org/drawingml/2006/main">
              <a:ext uri="{FF2B5EF4-FFF2-40B4-BE49-F238E27FC236}">
                <a16:creationId xmlns:a16="http://schemas.microsoft.com/office/drawing/2014/main" id="{71D446F6-6EAB-40BE-B1F0-C01C2B4E1D12}"/>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610439666" name="Rectangle: Rounded Corners 557756631">
            <a:extLst xmlns:a="http://schemas.openxmlformats.org/drawingml/2006/main">
              <a:ext uri="{FF2B5EF4-FFF2-40B4-BE49-F238E27FC236}">
                <a16:creationId xmlns:a16="http://schemas.microsoft.com/office/drawing/2014/main" id="{3F375372-1B7A-43F1-880E-4E1BF293F10E}"/>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9551887" name="Rectangle: Rounded Corners 421477788">
            <a:extLst xmlns:a="http://schemas.openxmlformats.org/drawingml/2006/main">
              <a:ext uri="{FF2B5EF4-FFF2-40B4-BE49-F238E27FC236}">
                <a16:creationId xmlns:a16="http://schemas.microsoft.com/office/drawing/2014/main" id="{5197DD27-B157-440B-B4DF-8B16FFAEEE46}"/>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7661335" name="Rectangle: Rounded Corners 358930618">
            <a:extLst xmlns:a="http://schemas.openxmlformats.org/drawingml/2006/main">
              <a:ext uri="{FF2B5EF4-FFF2-40B4-BE49-F238E27FC236}">
                <a16:creationId xmlns:a16="http://schemas.microsoft.com/office/drawing/2014/main" id="{C2C59894-9634-4D0E-85AF-D663C32AEEE9}"/>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37959" name="Rectangle: Rounded Corners 92675593">
            <a:extLst xmlns:a="http://schemas.openxmlformats.org/drawingml/2006/main">
              <a:ext uri="{FF2B5EF4-FFF2-40B4-BE49-F238E27FC236}">
                <a16:creationId xmlns:a16="http://schemas.microsoft.com/office/drawing/2014/main" id="{41C0ECDC-CC11-4C44-BC6A-FEAADA69F636}"/>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2365717" name="Rectangle: Rounded Corners 1199041677">
            <a:extLst xmlns:a="http://schemas.openxmlformats.org/drawingml/2006/main">
              <a:ext uri="{FF2B5EF4-FFF2-40B4-BE49-F238E27FC236}">
                <a16:creationId xmlns:a16="http://schemas.microsoft.com/office/drawing/2014/main" id="{2A46CA2E-C2B4-4BE7-B28D-08434D6E64DE}"/>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2122433" name="Rectangle 35073005">
            <a:extLst xmlns:a="http://schemas.openxmlformats.org/drawingml/2006/main">
              <a:ext uri="{FF2B5EF4-FFF2-40B4-BE49-F238E27FC236}">
                <a16:creationId xmlns:a16="http://schemas.microsoft.com/office/drawing/2014/main" id="{C9A24E6F-1364-4AE4-9A82-D633358044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61</a:t>
            </a:r>
          </a:p>
        </p:txBody>
      </p:sp>
    </p:spTree>
    <p:extLst>
      <p:ext uri="{BB962C8B-B14F-4D97-AF65-F5344CB8AC3E}">
        <p14:creationId xmlns:p14="http://schemas.microsoft.com/office/powerpoint/2010/main" val="1739656510"/>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65062421" name="Rectangle 642368024">
            <a:extLst xmlns:a="http://schemas.openxmlformats.org/drawingml/2006/main">
              <a:ext uri="{FF2B5EF4-FFF2-40B4-BE49-F238E27FC236}">
                <a16:creationId xmlns:a16="http://schemas.microsoft.com/office/drawing/2014/main" id="{D9C6DE38-C47F-4AD5-92AC-F8EDAA40BC2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586671710" name="Rectangle 1340580572">
            <a:extLst xmlns:a="http://schemas.openxmlformats.org/drawingml/2006/main">
              <a:ext uri="{FF2B5EF4-FFF2-40B4-BE49-F238E27FC236}">
                <a16:creationId xmlns:a16="http://schemas.microsoft.com/office/drawing/2014/main" id="{25A5AA9F-589C-4674-8FD6-B3C7E677CEE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253946331" name="Rectangle: Rounded Corners 1167098246">
            <a:extLst xmlns:a="http://schemas.openxmlformats.org/drawingml/2006/main">
              <a:ext uri="{FF2B5EF4-FFF2-40B4-BE49-F238E27FC236}">
                <a16:creationId xmlns:a16="http://schemas.microsoft.com/office/drawing/2014/main" id="{FEA127F7-F752-45B0-9B25-BF6F2630035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3758656" name="Rectangle: Rounded Corners 391850247">
            <a:extLst xmlns:a="http://schemas.openxmlformats.org/drawingml/2006/main">
              <a:ext uri="{FF2B5EF4-FFF2-40B4-BE49-F238E27FC236}">
                <a16:creationId xmlns:a16="http://schemas.microsoft.com/office/drawing/2014/main" id="{0B197FC8-6E08-4428-837D-7BF45C80912D}"/>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898664" name="Rectangle 558602476">
            <a:extLst xmlns:a="http://schemas.openxmlformats.org/drawingml/2006/main">
              <a:ext uri="{FF2B5EF4-FFF2-40B4-BE49-F238E27FC236}">
                <a16:creationId xmlns:a16="http://schemas.microsoft.com/office/drawing/2014/main" id="{31B297C0-0101-40CD-B494-C1A1FDF7F5E7}"/>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123312062" name="Rectangle 908481340">
            <a:extLst xmlns:a="http://schemas.openxmlformats.org/drawingml/2006/main">
              <a:ext uri="{FF2B5EF4-FFF2-40B4-BE49-F238E27FC236}">
                <a16:creationId xmlns:a16="http://schemas.microsoft.com/office/drawing/2014/main" id="{D59933DC-C0E3-4789-9ED7-E18EC8EB87DB}"/>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66716637" name="Rectangle 803342785">
            <a:extLst xmlns:a="http://schemas.openxmlformats.org/drawingml/2006/main">
              <a:ext uri="{FF2B5EF4-FFF2-40B4-BE49-F238E27FC236}">
                <a16:creationId xmlns:a16="http://schemas.microsoft.com/office/drawing/2014/main" id="{69E37B81-90E3-4050-9F09-395C8BDAA6E9}"/>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1762552" name="Rectangle: Rounded Corners 1990101030">
            <a:extLst xmlns:a="http://schemas.openxmlformats.org/drawingml/2006/main">
              <a:ext uri="{FF2B5EF4-FFF2-40B4-BE49-F238E27FC236}">
                <a16:creationId xmlns:a16="http://schemas.microsoft.com/office/drawing/2014/main" id="{EF33A97E-2E9C-4E42-9576-D5BD5DC2D14D}"/>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017111" name="Rectangle 1511392786">
            <a:extLst xmlns:a="http://schemas.openxmlformats.org/drawingml/2006/main">
              <a:ext uri="{FF2B5EF4-FFF2-40B4-BE49-F238E27FC236}">
                <a16:creationId xmlns:a16="http://schemas.microsoft.com/office/drawing/2014/main" id="{C080F52A-8548-40F9-9DC5-79B600B5D29E}"/>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680836183" name="Rectangle: Rounded Corners 768585734">
            <a:extLst xmlns:a="http://schemas.openxmlformats.org/drawingml/2006/main">
              <a:ext uri="{FF2B5EF4-FFF2-40B4-BE49-F238E27FC236}">
                <a16:creationId xmlns:a16="http://schemas.microsoft.com/office/drawing/2014/main" id="{1424E000-FCC6-4726-A240-B4435B457C0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7593951" name="Rectangle 734996419">
            <a:extLst xmlns:a="http://schemas.openxmlformats.org/drawingml/2006/main">
              <a:ext uri="{FF2B5EF4-FFF2-40B4-BE49-F238E27FC236}">
                <a16:creationId xmlns:a16="http://schemas.microsoft.com/office/drawing/2014/main" id="{9A361BA8-C3CE-4399-B191-634EBDB3E630}"/>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66249238" name="Rectangle: Rounded Corners 904396018">
            <a:extLst xmlns:a="http://schemas.openxmlformats.org/drawingml/2006/main">
              <a:ext uri="{FF2B5EF4-FFF2-40B4-BE49-F238E27FC236}">
                <a16:creationId xmlns:a16="http://schemas.microsoft.com/office/drawing/2014/main" id="{8EF00F20-B723-46F4-9B29-4D37E217AF6C}"/>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3841318" name="Rectangle 1723400869">
            <a:extLst xmlns:a="http://schemas.openxmlformats.org/drawingml/2006/main">
              <a:ext uri="{FF2B5EF4-FFF2-40B4-BE49-F238E27FC236}">
                <a16:creationId xmlns:a16="http://schemas.microsoft.com/office/drawing/2014/main" id="{E1961AC6-EC91-4B1D-90C8-6BC330BB5A32}"/>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42456483" name="Rectangle: Rounded Corners 1904735606">
            <a:extLst xmlns:a="http://schemas.openxmlformats.org/drawingml/2006/main">
              <a:ext uri="{FF2B5EF4-FFF2-40B4-BE49-F238E27FC236}">
                <a16:creationId xmlns:a16="http://schemas.microsoft.com/office/drawing/2014/main" id="{5E99A3E1-1FB5-42FC-9AC6-6DFAD2B6E6C9}"/>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653058" name="Rectangle 1977779495">
            <a:extLst xmlns:a="http://schemas.openxmlformats.org/drawingml/2006/main">
              <a:ext uri="{FF2B5EF4-FFF2-40B4-BE49-F238E27FC236}">
                <a16:creationId xmlns:a16="http://schemas.microsoft.com/office/drawing/2014/main" id="{9B52D7FF-CB07-45B9-9D6A-AEE5AE2326D0}"/>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459074206" name="Rectangle: Rounded Corners 758909754">
            <a:extLst xmlns:a="http://schemas.openxmlformats.org/drawingml/2006/main">
              <a:ext uri="{FF2B5EF4-FFF2-40B4-BE49-F238E27FC236}">
                <a16:creationId xmlns:a16="http://schemas.microsoft.com/office/drawing/2014/main" id="{FDCF8C1F-85AD-4CFA-BC38-45CDFADA0291}"/>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3765027" name="Rectangle 1103671468">
            <a:extLst xmlns:a="http://schemas.openxmlformats.org/drawingml/2006/main">
              <a:ext uri="{FF2B5EF4-FFF2-40B4-BE49-F238E27FC236}">
                <a16:creationId xmlns:a16="http://schemas.microsoft.com/office/drawing/2014/main" id="{9CA442C9-5C72-4A4E-8196-CBDC0EE2E3F3}"/>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7622823" name="Rectangle: Rounded Corners 1109785804">
            <a:extLst xmlns:a="http://schemas.openxmlformats.org/drawingml/2006/main">
              <a:ext uri="{FF2B5EF4-FFF2-40B4-BE49-F238E27FC236}">
                <a16:creationId xmlns:a16="http://schemas.microsoft.com/office/drawing/2014/main" id="{EDEF8FC9-0011-424D-A65A-F8ABFAE52595}"/>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2016649" name="Rectangle 87535763">
            <a:extLst xmlns:a="http://schemas.openxmlformats.org/drawingml/2006/main">
              <a:ext uri="{FF2B5EF4-FFF2-40B4-BE49-F238E27FC236}">
                <a16:creationId xmlns:a16="http://schemas.microsoft.com/office/drawing/2014/main" id="{541729E1-1F63-4448-BE22-9698CB9F6EDB}"/>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02916788" name="Rectangle: Rounded Corners 395524451">
            <a:extLst xmlns:a="http://schemas.openxmlformats.org/drawingml/2006/main">
              <a:ext uri="{FF2B5EF4-FFF2-40B4-BE49-F238E27FC236}">
                <a16:creationId xmlns:a16="http://schemas.microsoft.com/office/drawing/2014/main" id="{E801B330-6F8B-4FD5-AE8D-384D39C0F87C}"/>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141975" name="Rectangle 752117888">
            <a:extLst xmlns:a="http://schemas.openxmlformats.org/drawingml/2006/main">
              <a:ext uri="{FF2B5EF4-FFF2-40B4-BE49-F238E27FC236}">
                <a16:creationId xmlns:a16="http://schemas.microsoft.com/office/drawing/2014/main" id="{BDB1E863-1179-4FD1-AFF9-78D31554B34C}"/>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698203834" name="Rectangle: Rounded Corners 1187034514">
            <a:extLst xmlns:a="http://schemas.openxmlformats.org/drawingml/2006/main">
              <a:ext uri="{FF2B5EF4-FFF2-40B4-BE49-F238E27FC236}">
                <a16:creationId xmlns:a16="http://schemas.microsoft.com/office/drawing/2014/main" id="{589B2DA5-4D31-4441-ADAF-0A8CC90ECC7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4318787" name="Rectangle 1239831952">
            <a:extLst xmlns:a="http://schemas.openxmlformats.org/drawingml/2006/main">
              <a:ext uri="{FF2B5EF4-FFF2-40B4-BE49-F238E27FC236}">
                <a16:creationId xmlns:a16="http://schemas.microsoft.com/office/drawing/2014/main" id="{27873414-7608-4F13-A6E4-B70FD6281096}"/>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844921194" name="Rectangle: Rounded Corners 1990686703">
            <a:extLst xmlns:a="http://schemas.openxmlformats.org/drawingml/2006/main">
              <a:ext uri="{FF2B5EF4-FFF2-40B4-BE49-F238E27FC236}">
                <a16:creationId xmlns:a16="http://schemas.microsoft.com/office/drawing/2014/main" id="{69A5CEEA-6A9B-45D3-B42B-D71D66F67507}"/>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6203984" name="Rectangle 790741738">
            <a:extLst xmlns:a="http://schemas.openxmlformats.org/drawingml/2006/main">
              <a:ext uri="{FF2B5EF4-FFF2-40B4-BE49-F238E27FC236}">
                <a16:creationId xmlns:a16="http://schemas.microsoft.com/office/drawing/2014/main" id="{089F73FE-3210-4155-B88E-71E608139CE2}"/>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857814" name="Rectangle 1344716697">
            <a:extLst xmlns:a="http://schemas.openxmlformats.org/drawingml/2006/main">
              <a:ext uri="{FF2B5EF4-FFF2-40B4-BE49-F238E27FC236}">
                <a16:creationId xmlns:a16="http://schemas.microsoft.com/office/drawing/2014/main" id="{3B5A2E99-8482-45FA-B224-9748651ADB36}"/>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611842941" name="Rectangle: Rounded Corners 505587208">
            <a:extLst xmlns:a="http://schemas.openxmlformats.org/drawingml/2006/main">
              <a:ext uri="{FF2B5EF4-FFF2-40B4-BE49-F238E27FC236}">
                <a16:creationId xmlns:a16="http://schemas.microsoft.com/office/drawing/2014/main" id="{0D2C4CC7-1E76-4647-A084-C4DA89E7222B}"/>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4300439" name="Rectangle 1817540189">
            <a:extLst xmlns:a="http://schemas.openxmlformats.org/drawingml/2006/main">
              <a:ext uri="{FF2B5EF4-FFF2-40B4-BE49-F238E27FC236}">
                <a16:creationId xmlns:a16="http://schemas.microsoft.com/office/drawing/2014/main" id="{CFAE876B-5C1A-4237-AB3A-9BFB034897B6}"/>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945738490" name="Rectangle: Rounded Corners 1412774459">
            <a:extLst xmlns:a="http://schemas.openxmlformats.org/drawingml/2006/main">
              <a:ext uri="{FF2B5EF4-FFF2-40B4-BE49-F238E27FC236}">
                <a16:creationId xmlns:a16="http://schemas.microsoft.com/office/drawing/2014/main" id="{4A87FBBC-6DBB-42AC-A052-FE52B8E9F25E}"/>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4453190" name="Rectangle 842999192">
            <a:extLst xmlns:a="http://schemas.openxmlformats.org/drawingml/2006/main">
              <a:ext uri="{FF2B5EF4-FFF2-40B4-BE49-F238E27FC236}">
                <a16:creationId xmlns:a16="http://schemas.microsoft.com/office/drawing/2014/main" id="{8745F059-5DA4-490A-8620-AE9FFA95FA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823458530" name="Rectangle: Rounded Corners 1720875966">
            <a:extLst xmlns:a="http://schemas.openxmlformats.org/drawingml/2006/main">
              <a:ext uri="{FF2B5EF4-FFF2-40B4-BE49-F238E27FC236}">
                <a16:creationId xmlns:a16="http://schemas.microsoft.com/office/drawing/2014/main" id="{440CFD07-D6AE-4108-8200-EA3D4983DE7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7064436" name="Rectangle 66502239">
            <a:extLst xmlns:a="http://schemas.openxmlformats.org/drawingml/2006/main">
              <a:ext uri="{FF2B5EF4-FFF2-40B4-BE49-F238E27FC236}">
                <a16:creationId xmlns:a16="http://schemas.microsoft.com/office/drawing/2014/main" id="{12DB40EC-E6C5-4833-AAE0-419DAF26B3E8}"/>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518658886" name="Rectangle: Rounded Corners 2118371450">
            <a:extLst xmlns:a="http://schemas.openxmlformats.org/drawingml/2006/main">
              <a:ext uri="{FF2B5EF4-FFF2-40B4-BE49-F238E27FC236}">
                <a16:creationId xmlns:a16="http://schemas.microsoft.com/office/drawing/2014/main" id="{97FD91A3-32DE-4C09-BDFC-F840D4A768C2}"/>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5323923" name="Rectangle 1265886563">
            <a:extLst xmlns:a="http://schemas.openxmlformats.org/drawingml/2006/main">
              <a:ext uri="{FF2B5EF4-FFF2-40B4-BE49-F238E27FC236}">
                <a16:creationId xmlns:a16="http://schemas.microsoft.com/office/drawing/2014/main" id="{101B17C4-A4FE-4C29-9B25-6207E8BDAC75}"/>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989175931" name="Rectangle: Rounded Corners 2042608732">
            <a:extLst xmlns:a="http://schemas.openxmlformats.org/drawingml/2006/main">
              <a:ext uri="{FF2B5EF4-FFF2-40B4-BE49-F238E27FC236}">
                <a16:creationId xmlns:a16="http://schemas.microsoft.com/office/drawing/2014/main" id="{6B4A939F-54A5-48A6-A8F4-E2844A9824DF}"/>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5158780" name="Rectangle 661207096">
            <a:extLst xmlns:a="http://schemas.openxmlformats.org/drawingml/2006/main">
              <a:ext uri="{FF2B5EF4-FFF2-40B4-BE49-F238E27FC236}">
                <a16:creationId xmlns:a16="http://schemas.microsoft.com/office/drawing/2014/main" id="{FAB1CEFF-6794-4EBE-9BF1-D52A29501489}"/>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467484945" name="Rectangle: Rounded Corners 1098391783">
            <a:extLst xmlns:a="http://schemas.openxmlformats.org/drawingml/2006/main">
              <a:ext uri="{FF2B5EF4-FFF2-40B4-BE49-F238E27FC236}">
                <a16:creationId xmlns:a16="http://schemas.microsoft.com/office/drawing/2014/main" id="{55807AEA-478C-445C-8286-34FDF00E568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0273150" name="Rectangle 1867510340">
            <a:extLst xmlns:a="http://schemas.openxmlformats.org/drawingml/2006/main">
              <a:ext uri="{FF2B5EF4-FFF2-40B4-BE49-F238E27FC236}">
                <a16:creationId xmlns:a16="http://schemas.microsoft.com/office/drawing/2014/main" id="{7C100C81-D94A-4F6B-AAF5-AA3C32C80894}"/>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1055975863" name="Rectangle 610821016">
            <a:extLst xmlns:a="http://schemas.openxmlformats.org/drawingml/2006/main">
              <a:ext uri="{FF2B5EF4-FFF2-40B4-BE49-F238E27FC236}">
                <a16:creationId xmlns:a16="http://schemas.microsoft.com/office/drawing/2014/main" id="{A7A37DF5-CDA0-41AF-86AC-316DBDE38E34}"/>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489170784" name="Rectangle: Rounded Corners 1846748793">
            <a:extLst xmlns:a="http://schemas.openxmlformats.org/drawingml/2006/main">
              <a:ext uri="{FF2B5EF4-FFF2-40B4-BE49-F238E27FC236}">
                <a16:creationId xmlns:a16="http://schemas.microsoft.com/office/drawing/2014/main" id="{70D7AEE2-581D-45F7-8448-5A12F1324650}"/>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507563355" name="Rectangle 569626175">
            <a:extLst xmlns:a="http://schemas.openxmlformats.org/drawingml/2006/main">
              <a:ext uri="{FF2B5EF4-FFF2-40B4-BE49-F238E27FC236}">
                <a16:creationId xmlns:a16="http://schemas.microsoft.com/office/drawing/2014/main" id="{CD52FA3E-B134-4646-A6B6-7F20E25FCE5E}"/>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946228712" name="Rectangle: Rounded Corners 43298065">
            <a:extLst xmlns:a="http://schemas.openxmlformats.org/drawingml/2006/main">
              <a:ext uri="{FF2B5EF4-FFF2-40B4-BE49-F238E27FC236}">
                <a16:creationId xmlns:a16="http://schemas.microsoft.com/office/drawing/2014/main" id="{B04E2087-58C9-4482-ABE6-091FF697B67B}"/>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2097579810" name="Rectangle 114239354">
            <a:extLst xmlns:a="http://schemas.openxmlformats.org/drawingml/2006/main">
              <a:ext uri="{FF2B5EF4-FFF2-40B4-BE49-F238E27FC236}">
                <a16:creationId xmlns:a16="http://schemas.microsoft.com/office/drawing/2014/main" id="{5D6AB28F-CB9E-4796-8B4E-BB4B42856A7E}"/>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01385273" name="Rectangle: Rounded Corners 1589723464">
            <a:extLst xmlns:a="http://schemas.openxmlformats.org/drawingml/2006/main">
              <a:ext uri="{FF2B5EF4-FFF2-40B4-BE49-F238E27FC236}">
                <a16:creationId xmlns:a16="http://schemas.microsoft.com/office/drawing/2014/main" id="{723D7984-03AB-47AF-8672-9C286B778D3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874934366" name="Rectangle 127230098">
            <a:extLst xmlns:a="http://schemas.openxmlformats.org/drawingml/2006/main">
              <a:ext uri="{FF2B5EF4-FFF2-40B4-BE49-F238E27FC236}">
                <a16:creationId xmlns:a16="http://schemas.microsoft.com/office/drawing/2014/main" id="{B8482A88-0EFE-46C9-B118-0A6F4C1A2BFD}"/>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883111692" name="Rectangle 760303360">
            <a:extLst xmlns:a="http://schemas.openxmlformats.org/drawingml/2006/main">
              <a:ext uri="{FF2B5EF4-FFF2-40B4-BE49-F238E27FC236}">
                <a16:creationId xmlns:a16="http://schemas.microsoft.com/office/drawing/2014/main" id="{AE6324C0-AF75-4254-8E24-37478032B27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62</a:t>
            </a:r>
          </a:p>
        </p:txBody>
      </p:sp>
      <p:pic>
        <p:nvPicPr>
          <p:cNvPr id="2097579858"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f34dfc1e043b442d">
            <a:extLst>
              <a:ext uri="{96DAC541-7B7A-43D3-8B79-37D633B846F1}">
                <asvg:svgBlip xmlns:asvg="http://schemas.microsoft.com/office/drawing/2016/SVG/main" r:embed="Rf6a095c0a3da491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38193454"/>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2441442" name="Rectangle 1109576543">
            <a:extLst xmlns:a="http://schemas.openxmlformats.org/drawingml/2006/main">
              <a:ext uri="{FF2B5EF4-FFF2-40B4-BE49-F238E27FC236}">
                <a16:creationId xmlns:a16="http://schemas.microsoft.com/office/drawing/2014/main" id="{90B55F7C-F99F-4CD5-86D8-B2B9D533856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199514481" name="Rectangle 165357682">
            <a:extLst xmlns:a="http://schemas.openxmlformats.org/drawingml/2006/main">
              <a:ext uri="{FF2B5EF4-FFF2-40B4-BE49-F238E27FC236}">
                <a16:creationId xmlns:a16="http://schemas.microsoft.com/office/drawing/2014/main" id="{7ADFDB5C-6EDB-44EE-AD8B-006C18BC7AB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65361729" name="Rectangle: Rounded Corners 1373434995">
            <a:extLst xmlns:a="http://schemas.openxmlformats.org/drawingml/2006/main">
              <a:ext uri="{FF2B5EF4-FFF2-40B4-BE49-F238E27FC236}">
                <a16:creationId xmlns:a16="http://schemas.microsoft.com/office/drawing/2014/main" id="{518C4A12-69C3-4321-83F2-C1C330305A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243199" name="Straight Connector 247695513">
            <a:extLst xmlns:a="http://schemas.openxmlformats.org/drawingml/2006/main">
              <a:ext uri="{FF2B5EF4-FFF2-40B4-BE49-F238E27FC236}">
                <a16:creationId xmlns:a16="http://schemas.microsoft.com/office/drawing/2014/main" id="{C08C64DB-A79B-4044-A833-E8D471E67814}"/>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5291435" name="Oval 628746849">
            <a:extLst xmlns:a="http://schemas.openxmlformats.org/drawingml/2006/main">
              <a:ext uri="{FF2B5EF4-FFF2-40B4-BE49-F238E27FC236}">
                <a16:creationId xmlns:a16="http://schemas.microsoft.com/office/drawing/2014/main" id="{FEE45BDA-9B15-42FC-877E-ECDD4FA697B5}"/>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322685666" name="Rectangle 1898660202">
            <a:extLst xmlns:a="http://schemas.openxmlformats.org/drawingml/2006/main">
              <a:ext uri="{FF2B5EF4-FFF2-40B4-BE49-F238E27FC236}">
                <a16:creationId xmlns:a16="http://schemas.microsoft.com/office/drawing/2014/main" id="{50C9F062-78DF-41AB-8788-9ABF06272C3B}"/>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627359153" name="Oval 901053968">
            <a:extLst xmlns:a="http://schemas.openxmlformats.org/drawingml/2006/main">
              <a:ext uri="{FF2B5EF4-FFF2-40B4-BE49-F238E27FC236}">
                <a16:creationId xmlns:a16="http://schemas.microsoft.com/office/drawing/2014/main" id="{71DDD381-591E-4D70-9F8C-589AFE7186AB}"/>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771313367" name="Rectangle 2049675483">
            <a:extLst xmlns:a="http://schemas.openxmlformats.org/drawingml/2006/main">
              <a:ext uri="{FF2B5EF4-FFF2-40B4-BE49-F238E27FC236}">
                <a16:creationId xmlns:a16="http://schemas.microsoft.com/office/drawing/2014/main" id="{0B2A8801-27CA-4534-9897-897A44768D52}"/>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77232183" name="Oval 80204406">
            <a:extLst xmlns:a="http://schemas.openxmlformats.org/drawingml/2006/main">
              <a:ext uri="{FF2B5EF4-FFF2-40B4-BE49-F238E27FC236}">
                <a16:creationId xmlns:a16="http://schemas.microsoft.com/office/drawing/2014/main" id="{33523BDA-C7BF-44A1-B36D-0A11699A5C54}"/>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562306799" name="Rectangle 1419699716">
            <a:extLst xmlns:a="http://schemas.openxmlformats.org/drawingml/2006/main">
              <a:ext uri="{FF2B5EF4-FFF2-40B4-BE49-F238E27FC236}">
                <a16:creationId xmlns:a16="http://schemas.microsoft.com/office/drawing/2014/main" id="{49ED0473-73A3-4DED-8D92-CBDD77600DD4}"/>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829316022" name="Oval 1824188964">
            <a:extLst xmlns:a="http://schemas.openxmlformats.org/drawingml/2006/main">
              <a:ext uri="{FF2B5EF4-FFF2-40B4-BE49-F238E27FC236}">
                <a16:creationId xmlns:a16="http://schemas.microsoft.com/office/drawing/2014/main" id="{31D324E6-4258-4B6B-A0A4-F142D020317A}"/>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89227117" name="Rectangle 1161191516">
            <a:extLst xmlns:a="http://schemas.openxmlformats.org/drawingml/2006/main">
              <a:ext uri="{FF2B5EF4-FFF2-40B4-BE49-F238E27FC236}">
                <a16:creationId xmlns:a16="http://schemas.microsoft.com/office/drawing/2014/main" id="{AB527237-8B78-43C8-ADB0-9127865D318B}"/>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1727680147" name="Oval 506955708">
            <a:extLst xmlns:a="http://schemas.openxmlformats.org/drawingml/2006/main">
              <a:ext uri="{FF2B5EF4-FFF2-40B4-BE49-F238E27FC236}">
                <a16:creationId xmlns:a16="http://schemas.microsoft.com/office/drawing/2014/main" id="{6DD11301-1940-469C-9366-CCE79E09BA4F}"/>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89036085" name="Rectangle 1606354811">
            <a:extLst xmlns:a="http://schemas.openxmlformats.org/drawingml/2006/main">
              <a:ext uri="{FF2B5EF4-FFF2-40B4-BE49-F238E27FC236}">
                <a16:creationId xmlns:a16="http://schemas.microsoft.com/office/drawing/2014/main" id="{D5A606E1-7BFD-4C22-80DF-90D1D36284C0}"/>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1250020556" name="Oval 759270822">
            <a:extLst xmlns:a="http://schemas.openxmlformats.org/drawingml/2006/main">
              <a:ext uri="{FF2B5EF4-FFF2-40B4-BE49-F238E27FC236}">
                <a16:creationId xmlns:a16="http://schemas.microsoft.com/office/drawing/2014/main" id="{04C1B34C-568F-43FA-B076-52A7E9A39B9F}"/>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864142412" name="Rectangle 2044500735">
            <a:extLst xmlns:a="http://schemas.openxmlformats.org/drawingml/2006/main">
              <a:ext uri="{FF2B5EF4-FFF2-40B4-BE49-F238E27FC236}">
                <a16:creationId xmlns:a16="http://schemas.microsoft.com/office/drawing/2014/main" id="{B905E346-9E83-4EB4-962C-61785A796B8D}"/>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821865411" name="Rectangle 421878984">
            <a:extLst xmlns:a="http://schemas.openxmlformats.org/drawingml/2006/main">
              <a:ext uri="{FF2B5EF4-FFF2-40B4-BE49-F238E27FC236}">
                <a16:creationId xmlns:a16="http://schemas.microsoft.com/office/drawing/2014/main" id="{7A95E64B-BCD7-448D-8CD1-64652165B2B0}"/>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581067351" name="Rectangle 865122751">
            <a:extLst xmlns:a="http://schemas.openxmlformats.org/drawingml/2006/main">
              <a:ext uri="{FF2B5EF4-FFF2-40B4-BE49-F238E27FC236}">
                <a16:creationId xmlns:a16="http://schemas.microsoft.com/office/drawing/2014/main" id="{092A8AA0-8BBE-4B2D-B368-7061C0F4A1F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63</a:t>
            </a:r>
          </a:p>
        </p:txBody>
      </p:sp>
    </p:spTree>
    <p:extLst>
      <p:ext uri="{BB962C8B-B14F-4D97-AF65-F5344CB8AC3E}">
        <p14:creationId xmlns:p14="http://schemas.microsoft.com/office/powerpoint/2010/main" val="686622304"/>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2926736" name="Rectangle 720144411">
            <a:extLst xmlns:a="http://schemas.openxmlformats.org/drawingml/2006/main">
              <a:ext uri="{FF2B5EF4-FFF2-40B4-BE49-F238E27FC236}">
                <a16:creationId xmlns:a16="http://schemas.microsoft.com/office/drawing/2014/main" id="{D5CE3EFB-B2AA-48E6-97CB-5120524E94B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138137219" name="Rectangle 1225833152">
            <a:extLst xmlns:a="http://schemas.openxmlformats.org/drawingml/2006/main">
              <a:ext uri="{FF2B5EF4-FFF2-40B4-BE49-F238E27FC236}">
                <a16:creationId xmlns:a16="http://schemas.microsoft.com/office/drawing/2014/main" id="{FB07D6D6-8C51-47CF-8A6F-3BEFD7CC50DB}"/>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516162527" name="Rectangle: Rounded Corners 259784900">
            <a:extLst xmlns:a="http://schemas.openxmlformats.org/drawingml/2006/main">
              <a:ext uri="{FF2B5EF4-FFF2-40B4-BE49-F238E27FC236}">
                <a16:creationId xmlns:a16="http://schemas.microsoft.com/office/drawing/2014/main" id="{EC0D386A-DF1E-42EC-BD2E-1AE2A3C2DA9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425527" name="Rectangle: Rounded Corners 590363604">
            <a:extLst xmlns:a="http://schemas.openxmlformats.org/drawingml/2006/main">
              <a:ext uri="{FF2B5EF4-FFF2-40B4-BE49-F238E27FC236}">
                <a16:creationId xmlns:a16="http://schemas.microsoft.com/office/drawing/2014/main" id="{A16440E8-B640-4004-90F1-ABFAED8044F5}"/>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28891795" name="Rectangle: Rounded Corners 646256513">
            <a:extLst xmlns:a="http://schemas.openxmlformats.org/drawingml/2006/main">
              <a:ext uri="{FF2B5EF4-FFF2-40B4-BE49-F238E27FC236}">
                <a16:creationId xmlns:a16="http://schemas.microsoft.com/office/drawing/2014/main" id="{11644018-5E9C-4D36-854C-261D35C4919E}"/>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526734977" name="Rectangle: Rounded Corners 904291872">
            <a:extLst xmlns:a="http://schemas.openxmlformats.org/drawingml/2006/main">
              <a:ext uri="{FF2B5EF4-FFF2-40B4-BE49-F238E27FC236}">
                <a16:creationId xmlns:a16="http://schemas.microsoft.com/office/drawing/2014/main" id="{61084A3E-5B04-4C23-A8C9-16B082039F44}"/>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025622372" name="Rectangle: Rounded Corners 1609756684">
            <a:extLst xmlns:a="http://schemas.openxmlformats.org/drawingml/2006/main">
              <a:ext uri="{FF2B5EF4-FFF2-40B4-BE49-F238E27FC236}">
                <a16:creationId xmlns:a16="http://schemas.microsoft.com/office/drawing/2014/main" id="{3579E5FD-07D3-4540-AFAE-81EDCC809E73}"/>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2144887206" name="Rectangle: Rounded Corners 855592258">
            <a:extLst xmlns:a="http://schemas.openxmlformats.org/drawingml/2006/main">
              <a:ext uri="{FF2B5EF4-FFF2-40B4-BE49-F238E27FC236}">
                <a16:creationId xmlns:a16="http://schemas.microsoft.com/office/drawing/2014/main" id="{B76C2031-A127-4B95-8561-043C2A2FCA2D}"/>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834154277" name="Straight Connector 607889825">
            <a:extLst xmlns:a="http://schemas.openxmlformats.org/drawingml/2006/main">
              <a:ext uri="{FF2B5EF4-FFF2-40B4-BE49-F238E27FC236}">
                <a16:creationId xmlns:a16="http://schemas.microsoft.com/office/drawing/2014/main" id="{8F5A3EFC-6F11-4954-A946-2E80CA925CA3}"/>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8246508" name="Rectangle 1601584250">
            <a:extLst xmlns:a="http://schemas.openxmlformats.org/drawingml/2006/main">
              <a:ext uri="{FF2B5EF4-FFF2-40B4-BE49-F238E27FC236}">
                <a16:creationId xmlns:a16="http://schemas.microsoft.com/office/drawing/2014/main" id="{F4399969-3072-49EA-AD7A-DCF1C328D282}"/>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354660353" name="Rectangle 734795484">
            <a:extLst xmlns:a="http://schemas.openxmlformats.org/drawingml/2006/main">
              <a:ext uri="{FF2B5EF4-FFF2-40B4-BE49-F238E27FC236}">
                <a16:creationId xmlns:a16="http://schemas.microsoft.com/office/drawing/2014/main" id="{56B7E9AB-8C2D-453B-916C-1257986D2E3A}"/>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739138663" name="Rectangle 28239208">
            <a:extLst xmlns:a="http://schemas.openxmlformats.org/drawingml/2006/main">
              <a:ext uri="{FF2B5EF4-FFF2-40B4-BE49-F238E27FC236}">
                <a16:creationId xmlns:a16="http://schemas.microsoft.com/office/drawing/2014/main" id="{C86FDB69-01D4-435B-BF04-0AAB4056A3E6}"/>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873470171" name="Rectangle 1250386903">
            <a:extLst xmlns:a="http://schemas.openxmlformats.org/drawingml/2006/main">
              <a:ext uri="{FF2B5EF4-FFF2-40B4-BE49-F238E27FC236}">
                <a16:creationId xmlns:a16="http://schemas.microsoft.com/office/drawing/2014/main" id="{C686EC58-D889-4620-AA80-BA80AA79008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64</a:t>
            </a:r>
          </a:p>
        </p:txBody>
      </p:sp>
    </p:spTree>
    <p:extLst>
      <p:ext uri="{BB962C8B-B14F-4D97-AF65-F5344CB8AC3E}">
        <p14:creationId xmlns:p14="http://schemas.microsoft.com/office/powerpoint/2010/main" val="921579970"/>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7806750" name="Rectangle 1667135521">
            <a:extLst xmlns:a="http://schemas.openxmlformats.org/drawingml/2006/main">
              <a:ext uri="{FF2B5EF4-FFF2-40B4-BE49-F238E27FC236}">
                <a16:creationId xmlns:a16="http://schemas.microsoft.com/office/drawing/2014/main" id="{03ED4075-4D38-49C4-AE36-A74790A336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642731872" name="Rectangle 753528189">
            <a:extLst xmlns:a="http://schemas.openxmlformats.org/drawingml/2006/main">
              <a:ext uri="{FF2B5EF4-FFF2-40B4-BE49-F238E27FC236}">
                <a16:creationId xmlns:a16="http://schemas.microsoft.com/office/drawing/2014/main" id="{95CEA2CC-128E-4900-8A55-74ADF2BE699F}"/>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398371867" name="Rectangle: Rounded Corners 870951437">
            <a:extLst xmlns:a="http://schemas.openxmlformats.org/drawingml/2006/main">
              <a:ext uri="{FF2B5EF4-FFF2-40B4-BE49-F238E27FC236}">
                <a16:creationId xmlns:a16="http://schemas.microsoft.com/office/drawing/2014/main" id="{173BA1AF-3121-48AF-B66D-C57F647E2A9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30075" name="Rectangle: Rounded Corners 1803074334">
            <a:extLst xmlns:a="http://schemas.openxmlformats.org/drawingml/2006/main">
              <a:ext uri="{FF2B5EF4-FFF2-40B4-BE49-F238E27FC236}">
                <a16:creationId xmlns:a16="http://schemas.microsoft.com/office/drawing/2014/main" id="{6AD4C84B-E472-493E-B24F-A1E285AC4686}"/>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49228845" name="Arrow: Right 2018184415">
            <a:extLst xmlns:a="http://schemas.openxmlformats.org/drawingml/2006/main">
              <a:ext uri="{FF2B5EF4-FFF2-40B4-BE49-F238E27FC236}">
                <a16:creationId xmlns:a16="http://schemas.microsoft.com/office/drawing/2014/main" id="{B25A8716-60DF-4B5D-8FD9-96B72852D2FA}"/>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3817794" name="Rectangle: Rounded Corners 850855695">
            <a:extLst xmlns:a="http://schemas.openxmlformats.org/drawingml/2006/main">
              <a:ext uri="{FF2B5EF4-FFF2-40B4-BE49-F238E27FC236}">
                <a16:creationId xmlns:a16="http://schemas.microsoft.com/office/drawing/2014/main" id="{805C4B64-E0D8-4935-B76D-551F337CFAF5}"/>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773806941" name="Arrow: Right 1111035308">
            <a:extLst xmlns:a="http://schemas.openxmlformats.org/drawingml/2006/main">
              <a:ext uri="{FF2B5EF4-FFF2-40B4-BE49-F238E27FC236}">
                <a16:creationId xmlns:a16="http://schemas.microsoft.com/office/drawing/2014/main" id="{18D404C6-9F95-4C4D-BD59-3B096029B72E}"/>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8345155" name="Rectangle: Rounded Corners 360549355">
            <a:extLst xmlns:a="http://schemas.openxmlformats.org/drawingml/2006/main">
              <a:ext uri="{FF2B5EF4-FFF2-40B4-BE49-F238E27FC236}">
                <a16:creationId xmlns:a16="http://schemas.microsoft.com/office/drawing/2014/main" id="{69419943-0AEA-4EFB-BF3A-606EC90BBAA5}"/>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62675825" name="Arrow: Right 1294665978">
            <a:extLst xmlns:a="http://schemas.openxmlformats.org/drawingml/2006/main">
              <a:ext uri="{FF2B5EF4-FFF2-40B4-BE49-F238E27FC236}">
                <a16:creationId xmlns:a16="http://schemas.microsoft.com/office/drawing/2014/main" id="{CD76578C-9D90-43B0-BD3B-96FFC9BF5D59}"/>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4324453" name="Rectangle: Rounded Corners 1581615348">
            <a:extLst xmlns:a="http://schemas.openxmlformats.org/drawingml/2006/main">
              <a:ext uri="{FF2B5EF4-FFF2-40B4-BE49-F238E27FC236}">
                <a16:creationId xmlns:a16="http://schemas.microsoft.com/office/drawing/2014/main" id="{DED6D219-24E6-4128-8B69-32240851AE79}"/>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866970633" name="Rectangle: Rounded Corners 143885393">
            <a:extLst xmlns:a="http://schemas.openxmlformats.org/drawingml/2006/main">
              <a:ext uri="{FF2B5EF4-FFF2-40B4-BE49-F238E27FC236}">
                <a16:creationId xmlns:a16="http://schemas.microsoft.com/office/drawing/2014/main" id="{BE351EEB-039C-4CF6-A12A-1FB2A5F311CB}"/>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819560534" name="Rectangle 310012483">
            <a:extLst xmlns:a="http://schemas.openxmlformats.org/drawingml/2006/main">
              <a:ext uri="{FF2B5EF4-FFF2-40B4-BE49-F238E27FC236}">
                <a16:creationId xmlns:a16="http://schemas.microsoft.com/office/drawing/2014/main" id="{F55958F5-F32A-441E-9494-D720665BE31A}"/>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248530197" name="Rectangle 131870986">
            <a:extLst xmlns:a="http://schemas.openxmlformats.org/drawingml/2006/main">
              <a:ext uri="{FF2B5EF4-FFF2-40B4-BE49-F238E27FC236}">
                <a16:creationId xmlns:a16="http://schemas.microsoft.com/office/drawing/2014/main" id="{8B26F1C3-6238-4A6C-9801-26334ECDF700}"/>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116009271" name="Rectangle 2042090532">
            <a:extLst xmlns:a="http://schemas.openxmlformats.org/drawingml/2006/main">
              <a:ext uri="{FF2B5EF4-FFF2-40B4-BE49-F238E27FC236}">
                <a16:creationId xmlns:a16="http://schemas.microsoft.com/office/drawing/2014/main" id="{9017FD96-9558-4166-A6DB-8F0A797DB2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65</a:t>
            </a:r>
          </a:p>
        </p:txBody>
      </p:sp>
    </p:spTree>
    <p:extLst>
      <p:ext uri="{BB962C8B-B14F-4D97-AF65-F5344CB8AC3E}">
        <p14:creationId xmlns:p14="http://schemas.microsoft.com/office/powerpoint/2010/main" val="631410294"/>
      </p:ext>
    </p:extLst>
  </p:cSld>
</p:sld>
</file>

<file path=ppt/slides/slide6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0240108" name="Rectangle 1747625471">
            <a:extLst xmlns:a="http://schemas.openxmlformats.org/drawingml/2006/main">
              <a:ext uri="{FF2B5EF4-FFF2-40B4-BE49-F238E27FC236}">
                <a16:creationId xmlns:a16="http://schemas.microsoft.com/office/drawing/2014/main" id="{48216AD3-B00A-4B3B-B48A-FD93E7D4B1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375108509" name="Rectangle 1692741899">
            <a:extLst xmlns:a="http://schemas.openxmlformats.org/drawingml/2006/main">
              <a:ext uri="{FF2B5EF4-FFF2-40B4-BE49-F238E27FC236}">
                <a16:creationId xmlns:a16="http://schemas.microsoft.com/office/drawing/2014/main" id="{3FF7808E-A0EB-4024-A947-20B4DE46B85E}"/>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509542866" name="Rectangle: Rounded Corners 258575892">
            <a:extLst xmlns:a="http://schemas.openxmlformats.org/drawingml/2006/main">
              <a:ext uri="{FF2B5EF4-FFF2-40B4-BE49-F238E27FC236}">
                <a16:creationId xmlns:a16="http://schemas.microsoft.com/office/drawing/2014/main" id="{7C3F7456-81FC-48E0-85FB-A93326B029F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9863225" name="Rectangle: Rounded Corners 1069258196">
            <a:extLst xmlns:a="http://schemas.openxmlformats.org/drawingml/2006/main">
              <a:ext uri="{FF2B5EF4-FFF2-40B4-BE49-F238E27FC236}">
                <a16:creationId xmlns:a16="http://schemas.microsoft.com/office/drawing/2014/main" id="{004561C1-B541-4064-AEA3-7EFC1753C973}"/>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539938374" name="Rectangle: Rounded Corners 1837153769">
            <a:extLst xmlns:a="http://schemas.openxmlformats.org/drawingml/2006/main">
              <a:ext uri="{FF2B5EF4-FFF2-40B4-BE49-F238E27FC236}">
                <a16:creationId xmlns:a16="http://schemas.microsoft.com/office/drawing/2014/main" id="{128FAC6F-6BF3-491B-A79F-69FD7E927843}"/>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1852717209" name="Rectangle: Rounded Corners 744058578">
            <a:extLst xmlns:a="http://schemas.openxmlformats.org/drawingml/2006/main">
              <a:ext uri="{FF2B5EF4-FFF2-40B4-BE49-F238E27FC236}">
                <a16:creationId xmlns:a16="http://schemas.microsoft.com/office/drawing/2014/main" id="{86E605E5-E634-47FA-9BF2-BAEEE0A4F2D9}"/>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984470334" name="Rectangle 1294874812">
            <a:extLst xmlns:a="http://schemas.openxmlformats.org/drawingml/2006/main">
              <a:ext uri="{FF2B5EF4-FFF2-40B4-BE49-F238E27FC236}">
                <a16:creationId xmlns:a16="http://schemas.microsoft.com/office/drawing/2014/main" id="{63830A5A-0B9E-44CE-88BA-FDDD6D954642}"/>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364901723" name="Rectangle 1106276676">
            <a:extLst xmlns:a="http://schemas.openxmlformats.org/drawingml/2006/main">
              <a:ext uri="{FF2B5EF4-FFF2-40B4-BE49-F238E27FC236}">
                <a16:creationId xmlns:a16="http://schemas.microsoft.com/office/drawing/2014/main" id="{4238CDD3-894F-4666-B969-F97C05A0CC5B}"/>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310611886" name="Rectangle 1479918333">
            <a:extLst xmlns:a="http://schemas.openxmlformats.org/drawingml/2006/main">
              <a:ext uri="{FF2B5EF4-FFF2-40B4-BE49-F238E27FC236}">
                <a16:creationId xmlns:a16="http://schemas.microsoft.com/office/drawing/2014/main" id="{2EE48AE6-5804-4DB4-8FF1-E457B6919C6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66</a:t>
            </a:r>
          </a:p>
        </p:txBody>
      </p:sp>
      <p:pic>
        <p:nvPicPr>
          <p:cNvPr id="1984470345"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47f6564312734da6"/>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676539360"/>
      </p:ext>
    </p:extLst>
  </p:cSld>
</p:sld>
</file>

<file path=ppt/slides/slide6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8804894" name="Rectangle 935271156">
            <a:extLst xmlns:a="http://schemas.openxmlformats.org/drawingml/2006/main">
              <a:ext uri="{FF2B5EF4-FFF2-40B4-BE49-F238E27FC236}">
                <a16:creationId xmlns:a16="http://schemas.microsoft.com/office/drawing/2014/main" id="{14A61C97-FDC7-477A-9DBA-B9136D19C4C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1346578045" name="Rectangle 251777344">
            <a:extLst xmlns:a="http://schemas.openxmlformats.org/drawingml/2006/main">
              <a:ext uri="{FF2B5EF4-FFF2-40B4-BE49-F238E27FC236}">
                <a16:creationId xmlns:a16="http://schemas.microsoft.com/office/drawing/2014/main" id="{0D99D121-D452-4EC0-B9BD-D43293C7AE7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243681750" name="Rectangle: Rounded Corners 1456392341">
            <a:extLst xmlns:a="http://schemas.openxmlformats.org/drawingml/2006/main">
              <a:ext uri="{FF2B5EF4-FFF2-40B4-BE49-F238E27FC236}">
                <a16:creationId xmlns:a16="http://schemas.microsoft.com/office/drawing/2014/main" id="{6992D763-3F9B-45E1-B567-3B97D67A110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2663540" name="Rectangle 1495975732">
            <a:extLst xmlns:a="http://schemas.openxmlformats.org/drawingml/2006/main">
              <a:ext uri="{FF2B5EF4-FFF2-40B4-BE49-F238E27FC236}">
                <a16:creationId xmlns:a16="http://schemas.microsoft.com/office/drawing/2014/main" id="{31517220-4974-4D78-B26B-28A52A8B946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67</a:t>
            </a:r>
          </a:p>
        </p:txBody>
      </p:sp>
      <p:pic>
        <p:nvPicPr>
          <p:cNvPr id="1922663546"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a2b79f4cdc034ba4"/>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53703651" name="diffusion-forward-label">
            <a:extLst xmlns:a="http://schemas.openxmlformats.org/drawingml/2006/main">
              <a:ext uri="{FF2B5EF4-FFF2-40B4-BE49-F238E27FC236}">
                <a16:creationId xmlns:a16="http://schemas.microsoft.com/office/drawing/2014/main" id="{B5A93925-9FDC-4375-A59C-C83960CAEEA2}"/>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1610345166" name="diffusion-reverse-label">
            <a:extLst xmlns:a="http://schemas.openxmlformats.org/drawingml/2006/main">
              <a:ext uri="{FF2B5EF4-FFF2-40B4-BE49-F238E27FC236}">
                <a16:creationId xmlns:a16="http://schemas.microsoft.com/office/drawing/2014/main" id="{A608A961-7A91-4D65-9DBC-1A776B8880BA}"/>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999452513"/>
      </p:ext>
    </p:extLst>
  </p:cSld>
</p:sld>
</file>

<file path=ppt/slides/slide6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3443784" name="Rectangle 550399601">
            <a:extLst xmlns:a="http://schemas.openxmlformats.org/drawingml/2006/main">
              <a:ext uri="{FF2B5EF4-FFF2-40B4-BE49-F238E27FC236}">
                <a16:creationId xmlns:a16="http://schemas.microsoft.com/office/drawing/2014/main" id="{7B4B259C-550F-49AD-BBFC-9D093D8B23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76391412" name="Rectangle 882538346">
            <a:extLst xmlns:a="http://schemas.openxmlformats.org/drawingml/2006/main">
              <a:ext uri="{FF2B5EF4-FFF2-40B4-BE49-F238E27FC236}">
                <a16:creationId xmlns:a16="http://schemas.microsoft.com/office/drawing/2014/main" id="{1B070FDD-A7F3-404A-BC62-D713803C680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287808137" name="Rectangle: Rounded Corners 1990867235">
            <a:extLst xmlns:a="http://schemas.openxmlformats.org/drawingml/2006/main">
              <a:ext uri="{FF2B5EF4-FFF2-40B4-BE49-F238E27FC236}">
                <a16:creationId xmlns:a16="http://schemas.microsoft.com/office/drawing/2014/main" id="{B640E0F4-37A7-4FDE-BB3D-D1A719BBA85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6622757" name="Rectangle 9623160">
            <a:extLst xmlns:a="http://schemas.openxmlformats.org/drawingml/2006/main">
              <a:ext uri="{FF2B5EF4-FFF2-40B4-BE49-F238E27FC236}">
                <a16:creationId xmlns:a16="http://schemas.microsoft.com/office/drawing/2014/main" id="{4F4BA725-05EC-4D6B-A493-A4D805CBA659}"/>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234874180" name="Rectangle: Rounded Corners 114855872">
            <a:extLst xmlns:a="http://schemas.openxmlformats.org/drawingml/2006/main">
              <a:ext uri="{FF2B5EF4-FFF2-40B4-BE49-F238E27FC236}">
                <a16:creationId xmlns:a16="http://schemas.microsoft.com/office/drawing/2014/main" id="{35FC1C90-CF83-452D-B46B-11207028B9DC}"/>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637885547" name="Rectangle: Rounded Corners 734158913">
            <a:extLst xmlns:a="http://schemas.openxmlformats.org/drawingml/2006/main">
              <a:ext uri="{FF2B5EF4-FFF2-40B4-BE49-F238E27FC236}">
                <a16:creationId xmlns:a16="http://schemas.microsoft.com/office/drawing/2014/main" id="{67D99E2C-5E7C-4AE1-BC46-0A3ADBE3BA6A}"/>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7007279" name="Rectangle: Rounded Corners 1596678256">
            <a:extLst xmlns:a="http://schemas.openxmlformats.org/drawingml/2006/main">
              <a:ext uri="{FF2B5EF4-FFF2-40B4-BE49-F238E27FC236}">
                <a16:creationId xmlns:a16="http://schemas.microsoft.com/office/drawing/2014/main" id="{43400456-892B-4479-B6E4-7BAA5038C941}"/>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36588969" name="Rectangle: Rounded Corners 2059288131">
            <a:extLst xmlns:a="http://schemas.openxmlformats.org/drawingml/2006/main">
              <a:ext uri="{FF2B5EF4-FFF2-40B4-BE49-F238E27FC236}">
                <a16:creationId xmlns:a16="http://schemas.microsoft.com/office/drawing/2014/main" id="{FB403AD5-A3F0-4380-914D-F942CF07C486}"/>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830739769" name="Rectangle: Rounded Corners 1010991302">
            <a:extLst xmlns:a="http://schemas.openxmlformats.org/drawingml/2006/main">
              <a:ext uri="{FF2B5EF4-FFF2-40B4-BE49-F238E27FC236}">
                <a16:creationId xmlns:a16="http://schemas.microsoft.com/office/drawing/2014/main" id="{6B3806D4-3E14-4277-BDE3-8950BAC4AB73}"/>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39212368" name="Rectangle: Rounded Corners 1730168992">
            <a:extLst xmlns:a="http://schemas.openxmlformats.org/drawingml/2006/main">
              <a:ext uri="{FF2B5EF4-FFF2-40B4-BE49-F238E27FC236}">
                <a16:creationId xmlns:a16="http://schemas.microsoft.com/office/drawing/2014/main" id="{7B1BF12A-B743-42AB-B552-AA3FBBB58F27}"/>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289599592" name="Straight Connector 427538637">
            <a:extLst xmlns:a="http://schemas.openxmlformats.org/drawingml/2006/main">
              <a:ext uri="{FF2B5EF4-FFF2-40B4-BE49-F238E27FC236}">
                <a16:creationId xmlns:a16="http://schemas.microsoft.com/office/drawing/2014/main" id="{8CBDA2D8-3CE9-4BB4-B759-45C2F2537EE4}"/>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2452035" name="Rectangle 317775176">
            <a:extLst xmlns:a="http://schemas.openxmlformats.org/drawingml/2006/main">
              <a:ext uri="{FF2B5EF4-FFF2-40B4-BE49-F238E27FC236}">
                <a16:creationId xmlns:a16="http://schemas.microsoft.com/office/drawing/2014/main" id="{128E0E3B-D6E1-4B0A-8631-B61D54AF4783}"/>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450848566" name="Rectangle: Rounded Corners 947755655">
            <a:extLst xmlns:a="http://schemas.openxmlformats.org/drawingml/2006/main">
              <a:ext uri="{FF2B5EF4-FFF2-40B4-BE49-F238E27FC236}">
                <a16:creationId xmlns:a16="http://schemas.microsoft.com/office/drawing/2014/main" id="{59FBCDAD-F731-4F66-8DA7-BD957633E6BF}"/>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08185963" name="Rectangle: Rounded Corners 1310797679">
            <a:extLst xmlns:a="http://schemas.openxmlformats.org/drawingml/2006/main">
              <a:ext uri="{FF2B5EF4-FFF2-40B4-BE49-F238E27FC236}">
                <a16:creationId xmlns:a16="http://schemas.microsoft.com/office/drawing/2014/main" id="{39D598A8-4200-42BD-8131-0AB65295674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50897643" name="Rectangle: Rounded Corners 1996140323">
            <a:extLst xmlns:a="http://schemas.openxmlformats.org/drawingml/2006/main">
              <a:ext uri="{FF2B5EF4-FFF2-40B4-BE49-F238E27FC236}">
                <a16:creationId xmlns:a16="http://schemas.microsoft.com/office/drawing/2014/main" id="{9E0A72F4-E8B9-4E6A-AA81-767F9B3981B5}"/>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951510067" name="Rectangle: Rounded Corners 242163070">
            <a:extLst xmlns:a="http://schemas.openxmlformats.org/drawingml/2006/main">
              <a:ext uri="{FF2B5EF4-FFF2-40B4-BE49-F238E27FC236}">
                <a16:creationId xmlns:a16="http://schemas.microsoft.com/office/drawing/2014/main" id="{A1EF859E-B80B-4A3F-9B6B-F0F26A493EB0}"/>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509335585" name="Rectangle: Rounded Corners 787924439">
            <a:extLst xmlns:a="http://schemas.openxmlformats.org/drawingml/2006/main">
              <a:ext uri="{FF2B5EF4-FFF2-40B4-BE49-F238E27FC236}">
                <a16:creationId xmlns:a16="http://schemas.microsoft.com/office/drawing/2014/main" id="{D6B5277A-950D-45BD-B352-985CA49A6617}"/>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4048970" name="Rectangle: Rounded Corners 2036973233">
            <a:extLst xmlns:a="http://schemas.openxmlformats.org/drawingml/2006/main">
              <a:ext uri="{FF2B5EF4-FFF2-40B4-BE49-F238E27FC236}">
                <a16:creationId xmlns:a16="http://schemas.microsoft.com/office/drawing/2014/main" id="{C779489A-F53F-4214-8D94-5766C045E626}"/>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948906872" name="Straight Connector 2017847098">
            <a:extLst xmlns:a="http://schemas.openxmlformats.org/drawingml/2006/main">
              <a:ext uri="{FF2B5EF4-FFF2-40B4-BE49-F238E27FC236}">
                <a16:creationId xmlns:a16="http://schemas.microsoft.com/office/drawing/2014/main" id="{842028E4-1975-49E4-AD5F-32BF502BB626}"/>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3035304" name="Rectangle 420069148">
            <a:extLst xmlns:a="http://schemas.openxmlformats.org/drawingml/2006/main">
              <a:ext uri="{FF2B5EF4-FFF2-40B4-BE49-F238E27FC236}">
                <a16:creationId xmlns:a16="http://schemas.microsoft.com/office/drawing/2014/main" id="{0D7A3F59-78F7-4EF5-8023-24EBCEB79A4E}"/>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571811391" name="Rectangle: Rounded Corners 1532010383">
            <a:extLst xmlns:a="http://schemas.openxmlformats.org/drawingml/2006/main">
              <a:ext uri="{FF2B5EF4-FFF2-40B4-BE49-F238E27FC236}">
                <a16:creationId xmlns:a16="http://schemas.microsoft.com/office/drawing/2014/main" id="{6036E388-6631-481E-88CA-01C9274C0587}"/>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87686987" name="Rectangle: Rounded Corners 1983276117">
            <a:extLst xmlns:a="http://schemas.openxmlformats.org/drawingml/2006/main">
              <a:ext uri="{FF2B5EF4-FFF2-40B4-BE49-F238E27FC236}">
                <a16:creationId xmlns:a16="http://schemas.microsoft.com/office/drawing/2014/main" id="{E52A6D45-F890-41AA-BF2F-37A82CE7CE8C}"/>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959384973" name="Rectangle: Rounded Corners 1047163946">
            <a:extLst xmlns:a="http://schemas.openxmlformats.org/drawingml/2006/main">
              <a:ext uri="{FF2B5EF4-FFF2-40B4-BE49-F238E27FC236}">
                <a16:creationId xmlns:a16="http://schemas.microsoft.com/office/drawing/2014/main" id="{97F761EF-8467-4884-B00D-635DEF51792C}"/>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374837590" name="Rectangle: Rounded Corners 523171807">
            <a:extLst xmlns:a="http://schemas.openxmlformats.org/drawingml/2006/main">
              <a:ext uri="{FF2B5EF4-FFF2-40B4-BE49-F238E27FC236}">
                <a16:creationId xmlns:a16="http://schemas.microsoft.com/office/drawing/2014/main" id="{D8AF8D38-74C2-4B76-9088-033F9E4E247B}"/>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39563593" name="Rectangle: Rounded Corners 752356456">
            <a:extLst xmlns:a="http://schemas.openxmlformats.org/drawingml/2006/main">
              <a:ext uri="{FF2B5EF4-FFF2-40B4-BE49-F238E27FC236}">
                <a16:creationId xmlns:a16="http://schemas.microsoft.com/office/drawing/2014/main" id="{0FEA385A-2F90-4194-8D0D-35B07081834F}"/>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3212007" name="Rectangle: Rounded Corners 816374805">
            <a:extLst xmlns:a="http://schemas.openxmlformats.org/drawingml/2006/main">
              <a:ext uri="{FF2B5EF4-FFF2-40B4-BE49-F238E27FC236}">
                <a16:creationId xmlns:a16="http://schemas.microsoft.com/office/drawing/2014/main" id="{128B2850-25C0-4EC8-96BB-9A1B6E1359F4}"/>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87736196" name="Straight Connector 1386166301">
            <a:extLst xmlns:a="http://schemas.openxmlformats.org/drawingml/2006/main">
              <a:ext uri="{FF2B5EF4-FFF2-40B4-BE49-F238E27FC236}">
                <a16:creationId xmlns:a16="http://schemas.microsoft.com/office/drawing/2014/main" id="{F2A8D5F9-1349-4808-A1A7-CCF377448FCD}"/>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5403921" name="Rectangle 1180679312">
            <a:extLst xmlns:a="http://schemas.openxmlformats.org/drawingml/2006/main">
              <a:ext uri="{FF2B5EF4-FFF2-40B4-BE49-F238E27FC236}">
                <a16:creationId xmlns:a16="http://schemas.microsoft.com/office/drawing/2014/main" id="{594A394A-7E03-4A57-8821-9F904B98270C}"/>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42670514" name="Rectangle: Rounded Corners 1119801345">
            <a:extLst xmlns:a="http://schemas.openxmlformats.org/drawingml/2006/main">
              <a:ext uri="{FF2B5EF4-FFF2-40B4-BE49-F238E27FC236}">
                <a16:creationId xmlns:a16="http://schemas.microsoft.com/office/drawing/2014/main" id="{75A396D9-FD54-43F9-ADF6-14CCBAE7E78B}"/>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09907705" name="Rectangle: Rounded Corners 563472098">
            <a:extLst xmlns:a="http://schemas.openxmlformats.org/drawingml/2006/main">
              <a:ext uri="{FF2B5EF4-FFF2-40B4-BE49-F238E27FC236}">
                <a16:creationId xmlns:a16="http://schemas.microsoft.com/office/drawing/2014/main" id="{F8F74B98-6113-4EBA-B8F4-F37A5C3E822F}"/>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251690969" name="Rectangle: Rounded Corners 1869507790">
            <a:extLst xmlns:a="http://schemas.openxmlformats.org/drawingml/2006/main">
              <a:ext uri="{FF2B5EF4-FFF2-40B4-BE49-F238E27FC236}">
                <a16:creationId xmlns:a16="http://schemas.microsoft.com/office/drawing/2014/main" id="{F5242177-AE40-434B-AC63-8FA75A33EA18}"/>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8517602" name="Rectangle: Rounded Corners 2113559938">
            <a:extLst xmlns:a="http://schemas.openxmlformats.org/drawingml/2006/main">
              <a:ext uri="{FF2B5EF4-FFF2-40B4-BE49-F238E27FC236}">
                <a16:creationId xmlns:a16="http://schemas.microsoft.com/office/drawing/2014/main" id="{08CE61F2-2BE3-44B2-BE74-EAC97838F0A2}"/>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416775128" name="Rectangle: Rounded Corners 274418513">
            <a:extLst xmlns:a="http://schemas.openxmlformats.org/drawingml/2006/main">
              <a:ext uri="{FF2B5EF4-FFF2-40B4-BE49-F238E27FC236}">
                <a16:creationId xmlns:a16="http://schemas.microsoft.com/office/drawing/2014/main" id="{F5AC4487-0171-4C32-88E1-9133F3A95525}"/>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2091228792" name="Rectangle: Rounded Corners 1941550636">
            <a:extLst xmlns:a="http://schemas.openxmlformats.org/drawingml/2006/main">
              <a:ext uri="{FF2B5EF4-FFF2-40B4-BE49-F238E27FC236}">
                <a16:creationId xmlns:a16="http://schemas.microsoft.com/office/drawing/2014/main" id="{F9810CD3-9403-4597-8BC0-029B0EAF3E31}"/>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59737699" name="Rectangle 1798355039">
            <a:extLst xmlns:a="http://schemas.openxmlformats.org/drawingml/2006/main">
              <a:ext uri="{FF2B5EF4-FFF2-40B4-BE49-F238E27FC236}">
                <a16:creationId xmlns:a16="http://schemas.microsoft.com/office/drawing/2014/main" id="{4A4B143F-E169-4D84-B1D7-609152FF1493}"/>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211495021" name="Rectangle 1161886986">
            <a:extLst xmlns:a="http://schemas.openxmlformats.org/drawingml/2006/main">
              <a:ext uri="{FF2B5EF4-FFF2-40B4-BE49-F238E27FC236}">
                <a16:creationId xmlns:a16="http://schemas.microsoft.com/office/drawing/2014/main" id="{46DCE53F-ECCF-42EF-88BE-0C237986B49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68</a:t>
            </a:r>
          </a:p>
        </p:txBody>
      </p:sp>
      <p:sp>
        <p:nvSpPr>
          <p:cNvPr id="1903334734" name="mercury-example-divider">
            <a:extLst xmlns:a="http://schemas.openxmlformats.org/drawingml/2006/main">
              <a:ext uri="{FF2B5EF4-FFF2-40B4-BE49-F238E27FC236}">
                <a16:creationId xmlns:a16="http://schemas.microsoft.com/office/drawing/2014/main" id="{02A2DF0E-E949-4E3A-8A8A-9BBA874F2E2D}"/>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2437370" name="mercury-example-label">
            <a:extLst xmlns:a="http://schemas.openxmlformats.org/drawingml/2006/main">
              <a:ext uri="{FF2B5EF4-FFF2-40B4-BE49-F238E27FC236}">
                <a16:creationId xmlns:a16="http://schemas.microsoft.com/office/drawing/2014/main" id="{48D47246-B4F9-4895-88E0-FD69D17E8F52}"/>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474668467" name="mercury-2-link">
            <a:extLst xmlns:a="http://schemas.openxmlformats.org/drawingml/2006/main">
              <a:ext uri="{FF2B5EF4-FFF2-40B4-BE49-F238E27FC236}">
                <a16:creationId xmlns:a16="http://schemas.microsoft.com/office/drawing/2014/main" id="{BBFCE142-AF91-480E-B1FB-3872E77225F5}"/>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d8abce718d164789"/>
              </a:rPr>
              <a:t>Transformer dLLM</a:t>
            </a:r>
          </a:p>
        </p:txBody>
      </p:sp>
      <p:sp>
        <p:nvSpPr>
          <p:cNvPr id="2096404670" name="mercury-example-description">
            <a:extLst xmlns:a="http://schemas.openxmlformats.org/drawingml/2006/main">
              <a:ext uri="{FF2B5EF4-FFF2-40B4-BE49-F238E27FC236}">
                <a16:creationId xmlns:a16="http://schemas.microsoft.com/office/drawing/2014/main" id="{9D7C8C80-1E23-4E50-B11C-5FF006AC8584}"/>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463439993" name="mercury-example-contrast">
            <a:extLst xmlns:a="http://schemas.openxmlformats.org/drawingml/2006/main">
              <a:ext uri="{FF2B5EF4-FFF2-40B4-BE49-F238E27FC236}">
                <a16:creationId xmlns:a16="http://schemas.microsoft.com/office/drawing/2014/main" id="{37922117-3EEF-4DCB-854B-D855E61EA334}"/>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538188905"/>
      </p:ext>
    </p:extLst>
  </p:cSld>
</p:sld>
</file>

<file path=ppt/slides/slide6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6083011" name="Rectangle 1487198538">
            <a:extLst xmlns:a="http://schemas.openxmlformats.org/drawingml/2006/main">
              <a:ext uri="{FF2B5EF4-FFF2-40B4-BE49-F238E27FC236}">
                <a16:creationId xmlns:a16="http://schemas.microsoft.com/office/drawing/2014/main" id="{182549E9-792F-471D-A32D-6A9D4BD36B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263427523" name="Rectangle 1518038747">
            <a:extLst xmlns:a="http://schemas.openxmlformats.org/drawingml/2006/main">
              <a:ext uri="{FF2B5EF4-FFF2-40B4-BE49-F238E27FC236}">
                <a16:creationId xmlns:a16="http://schemas.microsoft.com/office/drawing/2014/main" id="{9E5B850F-3528-483B-846B-CF022077BF7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968513207" name="Rectangle: Rounded Corners 1531743003">
            <a:extLst xmlns:a="http://schemas.openxmlformats.org/drawingml/2006/main">
              <a:ext uri="{FF2B5EF4-FFF2-40B4-BE49-F238E27FC236}">
                <a16:creationId xmlns:a16="http://schemas.microsoft.com/office/drawing/2014/main" id="{3D9ACFD1-D08E-48F7-94A3-4F3443DA5C6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4511045" name="Rectangle: Rounded Corners 369702881">
            <a:extLst xmlns:a="http://schemas.openxmlformats.org/drawingml/2006/main">
              <a:ext uri="{FF2B5EF4-FFF2-40B4-BE49-F238E27FC236}">
                <a16:creationId xmlns:a16="http://schemas.microsoft.com/office/drawing/2014/main" id="{5D317049-4FC0-46D0-8C28-F5F476DA3B99}"/>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882477914" name="Rectangle 1197178350">
            <a:extLst xmlns:a="http://schemas.openxmlformats.org/drawingml/2006/main">
              <a:ext uri="{FF2B5EF4-FFF2-40B4-BE49-F238E27FC236}">
                <a16:creationId xmlns:a16="http://schemas.microsoft.com/office/drawing/2014/main" id="{D4EE4DB8-686D-4D21-BF36-1C730C57EFFF}"/>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681734270" name="Rectangle: Rounded Corners 1914676260">
            <a:extLst xmlns:a="http://schemas.openxmlformats.org/drawingml/2006/main">
              <a:ext uri="{FF2B5EF4-FFF2-40B4-BE49-F238E27FC236}">
                <a16:creationId xmlns:a16="http://schemas.microsoft.com/office/drawing/2014/main" id="{F8A2D1D0-58CA-4E35-8D0E-9FBC0C06BDA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12002821" name="Rectangle: Rounded Corners 58582831">
            <a:extLst xmlns:a="http://schemas.openxmlformats.org/drawingml/2006/main">
              <a:ext uri="{FF2B5EF4-FFF2-40B4-BE49-F238E27FC236}">
                <a16:creationId xmlns:a16="http://schemas.microsoft.com/office/drawing/2014/main" id="{BE304FFC-B5FC-48E3-99C7-D3649C95AA83}"/>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2112993009" name="Rectangle: Rounded Corners 1580617481">
            <a:extLst xmlns:a="http://schemas.openxmlformats.org/drawingml/2006/main">
              <a:ext uri="{FF2B5EF4-FFF2-40B4-BE49-F238E27FC236}">
                <a16:creationId xmlns:a16="http://schemas.microsoft.com/office/drawing/2014/main" id="{4F6DD59B-6F9A-421F-8815-B8172DC420C9}"/>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66446769" name="Rectangle: Rounded Corners 1783142644">
            <a:extLst xmlns:a="http://schemas.openxmlformats.org/drawingml/2006/main">
              <a:ext uri="{FF2B5EF4-FFF2-40B4-BE49-F238E27FC236}">
                <a16:creationId xmlns:a16="http://schemas.microsoft.com/office/drawing/2014/main" id="{6B1753D4-C9CF-4336-AC1E-D2DCE30FF674}"/>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110131824" name="Rectangle 1697788859">
            <a:extLst xmlns:a="http://schemas.openxmlformats.org/drawingml/2006/main">
              <a:ext uri="{FF2B5EF4-FFF2-40B4-BE49-F238E27FC236}">
                <a16:creationId xmlns:a16="http://schemas.microsoft.com/office/drawing/2014/main" id="{B9C24718-F005-4DC9-97AE-72EDAB85D314}"/>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2030879223" name="Rectangle: Rounded Corners 1686198037">
            <a:extLst xmlns:a="http://schemas.openxmlformats.org/drawingml/2006/main">
              <a:ext uri="{FF2B5EF4-FFF2-40B4-BE49-F238E27FC236}">
                <a16:creationId xmlns:a16="http://schemas.microsoft.com/office/drawing/2014/main" id="{00CEB41C-89D0-42F1-9F85-FAF1D3E64EE0}"/>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822574709" name="Rectangle 1556928439">
            <a:extLst xmlns:a="http://schemas.openxmlformats.org/drawingml/2006/main">
              <a:ext uri="{FF2B5EF4-FFF2-40B4-BE49-F238E27FC236}">
                <a16:creationId xmlns:a16="http://schemas.microsoft.com/office/drawing/2014/main" id="{E1819281-B6DB-4D9E-B72B-81BEA5B7949E}"/>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332906437" name="Straight Connector 170693198">
            <a:extLst xmlns:a="http://schemas.openxmlformats.org/drawingml/2006/main">
              <a:ext uri="{FF2B5EF4-FFF2-40B4-BE49-F238E27FC236}">
                <a16:creationId xmlns:a16="http://schemas.microsoft.com/office/drawing/2014/main" id="{536AC8C6-86CE-4B14-8D29-E3EEB0AAB31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9731678" name="Straight Connector 2021615088">
            <a:extLst xmlns:a="http://schemas.openxmlformats.org/drawingml/2006/main">
              <a:ext uri="{FF2B5EF4-FFF2-40B4-BE49-F238E27FC236}">
                <a16:creationId xmlns:a16="http://schemas.microsoft.com/office/drawing/2014/main" id="{D1ADF44E-7841-4A6B-86E9-2715C1F3559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6692826" name="Rectangle 1396476378">
            <a:extLst xmlns:a="http://schemas.openxmlformats.org/drawingml/2006/main">
              <a:ext uri="{FF2B5EF4-FFF2-40B4-BE49-F238E27FC236}">
                <a16:creationId xmlns:a16="http://schemas.microsoft.com/office/drawing/2014/main" id="{927EBE7C-3422-406A-BFC1-B7B2D4B40FD2}"/>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1956073220" name="Rectangle: Rounded Corners 910307424">
            <a:extLst xmlns:a="http://schemas.openxmlformats.org/drawingml/2006/main">
              <a:ext uri="{FF2B5EF4-FFF2-40B4-BE49-F238E27FC236}">
                <a16:creationId xmlns:a16="http://schemas.microsoft.com/office/drawing/2014/main" id="{8C0BE362-045E-4B2F-BCF7-18A13F7A4F2F}"/>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821164" name="Rectangle: Rounded Corners 760188915">
            <a:extLst xmlns:a="http://schemas.openxmlformats.org/drawingml/2006/main">
              <a:ext uri="{FF2B5EF4-FFF2-40B4-BE49-F238E27FC236}">
                <a16:creationId xmlns:a16="http://schemas.microsoft.com/office/drawing/2014/main" id="{403B5D74-B9B8-4AD6-84A6-1E774666E3EB}"/>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627978032" name="Rectangle: Rounded Corners 1604029254">
            <a:extLst xmlns:a="http://schemas.openxmlformats.org/drawingml/2006/main">
              <a:ext uri="{FF2B5EF4-FFF2-40B4-BE49-F238E27FC236}">
                <a16:creationId xmlns:a16="http://schemas.microsoft.com/office/drawing/2014/main" id="{5250B06A-F6A4-4AA5-9BB3-881A6848803E}"/>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021169915" name="Rectangle 583346847">
            <a:extLst xmlns:a="http://schemas.openxmlformats.org/drawingml/2006/main">
              <a:ext uri="{FF2B5EF4-FFF2-40B4-BE49-F238E27FC236}">
                <a16:creationId xmlns:a16="http://schemas.microsoft.com/office/drawing/2014/main" id="{AFCAC384-80EB-4920-A0BC-327F2A9DD902}"/>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60832013" name="Rectangle: Rounded Corners 5957980">
            <a:extLst xmlns:a="http://schemas.openxmlformats.org/drawingml/2006/main">
              <a:ext uri="{FF2B5EF4-FFF2-40B4-BE49-F238E27FC236}">
                <a16:creationId xmlns:a16="http://schemas.microsoft.com/office/drawing/2014/main" id="{5860FF66-4001-45AE-810E-D55651210F45}"/>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638622972" name="Rectangle: Rounded Corners 410294816">
            <a:extLst xmlns:a="http://schemas.openxmlformats.org/drawingml/2006/main">
              <a:ext uri="{FF2B5EF4-FFF2-40B4-BE49-F238E27FC236}">
                <a16:creationId xmlns:a16="http://schemas.microsoft.com/office/drawing/2014/main" id="{BECD12FB-D999-430B-882C-9C17B444875B}"/>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408410343" name="Straight Connector 1668590987">
            <a:extLst xmlns:a="http://schemas.openxmlformats.org/drawingml/2006/main">
              <a:ext uri="{FF2B5EF4-FFF2-40B4-BE49-F238E27FC236}">
                <a16:creationId xmlns:a16="http://schemas.microsoft.com/office/drawing/2014/main" id="{8DBC9E79-C805-4490-A35E-3EE0E44C744A}"/>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2979415" name="Rectangle 1956440405">
            <a:extLst xmlns:a="http://schemas.openxmlformats.org/drawingml/2006/main">
              <a:ext uri="{FF2B5EF4-FFF2-40B4-BE49-F238E27FC236}">
                <a16:creationId xmlns:a16="http://schemas.microsoft.com/office/drawing/2014/main" id="{A892C740-CB91-447E-BB84-DED23311802B}"/>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860555888" name="Rectangle 918919992">
            <a:extLst xmlns:a="http://schemas.openxmlformats.org/drawingml/2006/main">
              <a:ext uri="{FF2B5EF4-FFF2-40B4-BE49-F238E27FC236}">
                <a16:creationId xmlns:a16="http://schemas.microsoft.com/office/drawing/2014/main" id="{7F4A23CB-2C83-4B10-B61E-5DAE74BB94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69</a:t>
            </a:r>
          </a:p>
        </p:txBody>
      </p:sp>
    </p:spTree>
    <p:extLst>
      <p:ext uri="{BB962C8B-B14F-4D97-AF65-F5344CB8AC3E}">
        <p14:creationId xmlns:p14="http://schemas.microsoft.com/office/powerpoint/2010/main" val="230240692"/>
      </p:ext>
    </p:extLst>
  </p:cSld>
</p:sld>
</file>

<file path=ppt/slides/slide7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1365907" name="Rectangle 1682307419">
            <a:extLst xmlns:a="http://schemas.openxmlformats.org/drawingml/2006/main">
              <a:ext uri="{FF2B5EF4-FFF2-40B4-BE49-F238E27FC236}">
                <a16:creationId xmlns:a16="http://schemas.microsoft.com/office/drawing/2014/main" id="{AEA61F59-304B-45D3-A81F-D87A637D7A3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745916869" name="Rectangle 1048423222">
            <a:extLst xmlns:a="http://schemas.openxmlformats.org/drawingml/2006/main">
              <a:ext uri="{FF2B5EF4-FFF2-40B4-BE49-F238E27FC236}">
                <a16:creationId xmlns:a16="http://schemas.microsoft.com/office/drawing/2014/main" id="{44E11604-C103-4730-861F-5F5862E0B87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070727452" name="Rectangle 1821451500">
            <a:extLst xmlns:a="http://schemas.openxmlformats.org/drawingml/2006/main">
              <a:ext uri="{FF2B5EF4-FFF2-40B4-BE49-F238E27FC236}">
                <a16:creationId xmlns:a16="http://schemas.microsoft.com/office/drawing/2014/main" id="{3559F7CF-F2EB-4263-BDD5-2B556CD29B9E}"/>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476943207" name="Rectangle: Rounded Corners 1912787708">
            <a:extLst xmlns:a="http://schemas.openxmlformats.org/drawingml/2006/main">
              <a:ext uri="{FF2B5EF4-FFF2-40B4-BE49-F238E27FC236}">
                <a16:creationId xmlns:a16="http://schemas.microsoft.com/office/drawing/2014/main" id="{D0CAB9C5-5DB2-4D8E-B06B-1028E11363F4}"/>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966619" name="Rectangle 698160899">
            <a:extLst xmlns:a="http://schemas.openxmlformats.org/drawingml/2006/main">
              <a:ext uri="{FF2B5EF4-FFF2-40B4-BE49-F238E27FC236}">
                <a16:creationId xmlns:a16="http://schemas.microsoft.com/office/drawing/2014/main" id="{0F49E152-0E97-45FD-90ED-E46C56EFF642}"/>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1695071219" name="Straight Connector 820052219">
            <a:extLst xmlns:a="http://schemas.openxmlformats.org/drawingml/2006/main">
              <a:ext uri="{FF2B5EF4-FFF2-40B4-BE49-F238E27FC236}">
                <a16:creationId xmlns:a16="http://schemas.microsoft.com/office/drawing/2014/main" id="{C054BA0E-573A-46E2-AA75-75B83BF72036}"/>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6816832" name="Rectangle: Rounded Corners 1977383084">
            <a:extLst xmlns:a="http://schemas.openxmlformats.org/drawingml/2006/main">
              <a:ext uri="{FF2B5EF4-FFF2-40B4-BE49-F238E27FC236}">
                <a16:creationId xmlns:a16="http://schemas.microsoft.com/office/drawing/2014/main" id="{0A4D2BEE-F209-41D0-84DC-91B6AAB47602}"/>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2238613" name="Rectangle: Rounded Corners 1598161198">
            <a:extLst xmlns:a="http://schemas.openxmlformats.org/drawingml/2006/main">
              <a:ext uri="{FF2B5EF4-FFF2-40B4-BE49-F238E27FC236}">
                <a16:creationId xmlns:a16="http://schemas.microsoft.com/office/drawing/2014/main" id="{AF29330C-6223-4C5B-86BE-ED894D4773D5}"/>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1283709" name="Rectangle: Rounded Corners 1558195880">
            <a:extLst xmlns:a="http://schemas.openxmlformats.org/drawingml/2006/main">
              <a:ext uri="{FF2B5EF4-FFF2-40B4-BE49-F238E27FC236}">
                <a16:creationId xmlns:a16="http://schemas.microsoft.com/office/drawing/2014/main" id="{F96FBB83-AD16-4B58-9A13-11BC46D59BFF}"/>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4344714" name="Rectangle: Rounded Corners 521701979">
            <a:extLst xmlns:a="http://schemas.openxmlformats.org/drawingml/2006/main">
              <a:ext uri="{FF2B5EF4-FFF2-40B4-BE49-F238E27FC236}">
                <a16:creationId xmlns:a16="http://schemas.microsoft.com/office/drawing/2014/main" id="{AE5495C9-68CF-4F25-BA19-32D8737C2989}"/>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659244" name="Rectangle: Rounded Corners 1995606132">
            <a:extLst xmlns:a="http://schemas.openxmlformats.org/drawingml/2006/main">
              <a:ext uri="{FF2B5EF4-FFF2-40B4-BE49-F238E27FC236}">
                <a16:creationId xmlns:a16="http://schemas.microsoft.com/office/drawing/2014/main" id="{5E460866-65D7-4960-A3A3-A86698334B3D}"/>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4573095" name="Rectangle 1524836487">
            <a:extLst xmlns:a="http://schemas.openxmlformats.org/drawingml/2006/main">
              <a:ext uri="{FF2B5EF4-FFF2-40B4-BE49-F238E27FC236}">
                <a16:creationId xmlns:a16="http://schemas.microsoft.com/office/drawing/2014/main" id="{EB3A0AE1-6F8C-4E82-B071-602895054D1B}"/>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905512441" name="Rectangle 2124862657">
            <a:extLst xmlns:a="http://schemas.openxmlformats.org/drawingml/2006/main">
              <a:ext uri="{FF2B5EF4-FFF2-40B4-BE49-F238E27FC236}">
                <a16:creationId xmlns:a16="http://schemas.microsoft.com/office/drawing/2014/main" id="{606469C7-B45E-4C18-8476-BBD30054FB86}"/>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434196084" name="Rectangle 8219971">
            <a:extLst xmlns:a="http://schemas.openxmlformats.org/drawingml/2006/main">
              <a:ext uri="{FF2B5EF4-FFF2-40B4-BE49-F238E27FC236}">
                <a16:creationId xmlns:a16="http://schemas.microsoft.com/office/drawing/2014/main" id="{E01BC3AE-6438-4C4E-99CB-D406E179284A}"/>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2005713579" name="Rectangle: Rounded Corners 1401385986">
            <a:extLst xmlns:a="http://schemas.openxmlformats.org/drawingml/2006/main">
              <a:ext uri="{FF2B5EF4-FFF2-40B4-BE49-F238E27FC236}">
                <a16:creationId xmlns:a16="http://schemas.microsoft.com/office/drawing/2014/main" id="{DC113085-EB51-4644-BE0F-1AF94D3D27B2}"/>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478673" name="Oval 2082712540">
            <a:extLst xmlns:a="http://schemas.openxmlformats.org/drawingml/2006/main">
              <a:ext uri="{FF2B5EF4-FFF2-40B4-BE49-F238E27FC236}">
                <a16:creationId xmlns:a16="http://schemas.microsoft.com/office/drawing/2014/main" id="{1A2A8489-D01D-4E0C-B62B-D658DA8A01F8}"/>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0419744" name="Oval 1800286295">
            <a:extLst xmlns:a="http://schemas.openxmlformats.org/drawingml/2006/main">
              <a:ext uri="{FF2B5EF4-FFF2-40B4-BE49-F238E27FC236}">
                <a16:creationId xmlns:a16="http://schemas.microsoft.com/office/drawing/2014/main" id="{9D35B5B0-48A6-4B1F-A237-FCCDF7A4DA6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8466704" name="Straight Connector 1377652961">
            <a:extLst xmlns:a="http://schemas.openxmlformats.org/drawingml/2006/main">
              <a:ext uri="{FF2B5EF4-FFF2-40B4-BE49-F238E27FC236}">
                <a16:creationId xmlns:a16="http://schemas.microsoft.com/office/drawing/2014/main" id="{0ADE9C8A-E7E8-400B-A643-15DE2DB651F2}"/>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249623" name="Oval 1129487082">
            <a:extLst xmlns:a="http://schemas.openxmlformats.org/drawingml/2006/main">
              <a:ext uri="{FF2B5EF4-FFF2-40B4-BE49-F238E27FC236}">
                <a16:creationId xmlns:a16="http://schemas.microsoft.com/office/drawing/2014/main" id="{7F625BC2-0EC8-4D38-956F-826EC25A3715}"/>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8450127" name="Straight Connector 1835573147">
            <a:extLst xmlns:a="http://schemas.openxmlformats.org/drawingml/2006/main">
              <a:ext uri="{FF2B5EF4-FFF2-40B4-BE49-F238E27FC236}">
                <a16:creationId xmlns:a16="http://schemas.microsoft.com/office/drawing/2014/main" id="{68E30AF9-492C-4271-9C90-C4D01F40F806}"/>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2950925" name="Oval 1354002711">
            <a:extLst xmlns:a="http://schemas.openxmlformats.org/drawingml/2006/main">
              <a:ext uri="{FF2B5EF4-FFF2-40B4-BE49-F238E27FC236}">
                <a16:creationId xmlns:a16="http://schemas.microsoft.com/office/drawing/2014/main" id="{A55F2D4C-0025-4343-B198-F8DE6AEE8C6A}"/>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15877" name="Straight Connector 1642711494">
            <a:extLst xmlns:a="http://schemas.openxmlformats.org/drawingml/2006/main">
              <a:ext uri="{FF2B5EF4-FFF2-40B4-BE49-F238E27FC236}">
                <a16:creationId xmlns:a16="http://schemas.microsoft.com/office/drawing/2014/main" id="{5148F7A7-E140-47DA-A5CB-998DD8215D91}"/>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351075" name="Oval 1162477815">
            <a:extLst xmlns:a="http://schemas.openxmlformats.org/drawingml/2006/main">
              <a:ext uri="{FF2B5EF4-FFF2-40B4-BE49-F238E27FC236}">
                <a16:creationId xmlns:a16="http://schemas.microsoft.com/office/drawing/2014/main" id="{4CC6FBED-1E10-4E76-A58E-E7A873757F67}"/>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5481101" name="Straight Connector 754093467">
            <a:extLst xmlns:a="http://schemas.openxmlformats.org/drawingml/2006/main">
              <a:ext uri="{FF2B5EF4-FFF2-40B4-BE49-F238E27FC236}">
                <a16:creationId xmlns:a16="http://schemas.microsoft.com/office/drawing/2014/main" id="{EFCB0656-2C99-4450-9942-457BFCA7653D}"/>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97034" name="Oval 926903494">
            <a:extLst xmlns:a="http://schemas.openxmlformats.org/drawingml/2006/main">
              <a:ext uri="{FF2B5EF4-FFF2-40B4-BE49-F238E27FC236}">
                <a16:creationId xmlns:a16="http://schemas.microsoft.com/office/drawing/2014/main" id="{79044FEF-C9DC-4A0F-B751-C69B28C38009}"/>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0928932" name="Straight Connector 1314704656">
            <a:extLst xmlns:a="http://schemas.openxmlformats.org/drawingml/2006/main">
              <a:ext uri="{FF2B5EF4-FFF2-40B4-BE49-F238E27FC236}">
                <a16:creationId xmlns:a16="http://schemas.microsoft.com/office/drawing/2014/main" id="{37026B86-DC62-4237-B45F-57513236891C}"/>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7564788" name="Oval 297993689">
            <a:extLst xmlns:a="http://schemas.openxmlformats.org/drawingml/2006/main">
              <a:ext uri="{FF2B5EF4-FFF2-40B4-BE49-F238E27FC236}">
                <a16:creationId xmlns:a16="http://schemas.microsoft.com/office/drawing/2014/main" id="{7816C35B-7A5B-4AAD-8D4F-87232FB216C3}"/>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2209833" name="Straight Connector 1869335124">
            <a:extLst xmlns:a="http://schemas.openxmlformats.org/drawingml/2006/main">
              <a:ext uri="{FF2B5EF4-FFF2-40B4-BE49-F238E27FC236}">
                <a16:creationId xmlns:a16="http://schemas.microsoft.com/office/drawing/2014/main" id="{EBC3691D-A245-4DAC-B88A-49533223869A}"/>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4260296" name="Rectangle 1902597770">
            <a:extLst xmlns:a="http://schemas.openxmlformats.org/drawingml/2006/main">
              <a:ext uri="{FF2B5EF4-FFF2-40B4-BE49-F238E27FC236}">
                <a16:creationId xmlns:a16="http://schemas.microsoft.com/office/drawing/2014/main" id="{C86B44A6-43BF-4B31-8B95-82C858224F68}"/>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734090625" name="Rectangle 1200483564">
            <a:extLst xmlns:a="http://schemas.openxmlformats.org/drawingml/2006/main">
              <a:ext uri="{FF2B5EF4-FFF2-40B4-BE49-F238E27FC236}">
                <a16:creationId xmlns:a16="http://schemas.microsoft.com/office/drawing/2014/main" id="{0F303874-F8F7-47AC-A3F3-EED129A6F6C7}"/>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79691962" name="Rectangle 713949086">
            <a:extLst xmlns:a="http://schemas.openxmlformats.org/drawingml/2006/main">
              <a:ext uri="{FF2B5EF4-FFF2-40B4-BE49-F238E27FC236}">
                <a16:creationId xmlns:a16="http://schemas.microsoft.com/office/drawing/2014/main" id="{79E630A9-E659-4E4B-86A0-1708C927C92A}"/>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85456337" name="Rectangle: Rounded Corners 731916211">
            <a:extLst xmlns:a="http://schemas.openxmlformats.org/drawingml/2006/main">
              <a:ext uri="{FF2B5EF4-FFF2-40B4-BE49-F238E27FC236}">
                <a16:creationId xmlns:a16="http://schemas.microsoft.com/office/drawing/2014/main" id="{8773F861-73BE-444E-9B0E-BAD9377BC6E4}"/>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6457098" name="Oval 1174154410">
            <a:extLst xmlns:a="http://schemas.openxmlformats.org/drawingml/2006/main">
              <a:ext uri="{FF2B5EF4-FFF2-40B4-BE49-F238E27FC236}">
                <a16:creationId xmlns:a16="http://schemas.microsoft.com/office/drawing/2014/main" id="{CD184844-C8FD-4AF6-ACF5-F958A87A2B94}"/>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3068317" name="Oval 125293162">
            <a:extLst xmlns:a="http://schemas.openxmlformats.org/drawingml/2006/main">
              <a:ext uri="{FF2B5EF4-FFF2-40B4-BE49-F238E27FC236}">
                <a16:creationId xmlns:a16="http://schemas.microsoft.com/office/drawing/2014/main" id="{E78777CD-25F9-44FE-943D-A05DF34049C8}"/>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626105" name="Oval 1712601375">
            <a:extLst xmlns:a="http://schemas.openxmlformats.org/drawingml/2006/main">
              <a:ext uri="{FF2B5EF4-FFF2-40B4-BE49-F238E27FC236}">
                <a16:creationId xmlns:a16="http://schemas.microsoft.com/office/drawing/2014/main" id="{5CDF5DB9-B4E1-48A0-9625-A331EC79813F}"/>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790556" name="Straight Connector 361292721">
            <a:extLst xmlns:a="http://schemas.openxmlformats.org/drawingml/2006/main">
              <a:ext uri="{FF2B5EF4-FFF2-40B4-BE49-F238E27FC236}">
                <a16:creationId xmlns:a16="http://schemas.microsoft.com/office/drawing/2014/main" id="{46D0C8AB-96CA-4048-BADE-9225ECFB5C29}"/>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922107" name="Straight Connector 1216392229">
            <a:extLst xmlns:a="http://schemas.openxmlformats.org/drawingml/2006/main">
              <a:ext uri="{FF2B5EF4-FFF2-40B4-BE49-F238E27FC236}">
                <a16:creationId xmlns:a16="http://schemas.microsoft.com/office/drawing/2014/main" id="{223DF645-5F7A-4B4C-95B1-566BFD036B7D}"/>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2503371" name="Rectangle 1760216901">
            <a:extLst xmlns:a="http://schemas.openxmlformats.org/drawingml/2006/main">
              <a:ext uri="{FF2B5EF4-FFF2-40B4-BE49-F238E27FC236}">
                <a16:creationId xmlns:a16="http://schemas.microsoft.com/office/drawing/2014/main" id="{7F34C4CA-B068-4E8E-B89D-FBC83FF87E79}"/>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053887504" name="Rectangle 1432423854">
            <a:extLst xmlns:a="http://schemas.openxmlformats.org/drawingml/2006/main">
              <a:ext uri="{FF2B5EF4-FFF2-40B4-BE49-F238E27FC236}">
                <a16:creationId xmlns:a16="http://schemas.microsoft.com/office/drawing/2014/main" id="{13ED7059-2BA0-4669-919D-DEED66217EB4}"/>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284294655" name="Rectangle 1426602610">
            <a:extLst xmlns:a="http://schemas.openxmlformats.org/drawingml/2006/main">
              <a:ext uri="{FF2B5EF4-FFF2-40B4-BE49-F238E27FC236}">
                <a16:creationId xmlns:a16="http://schemas.microsoft.com/office/drawing/2014/main" id="{7B8EE72B-24C0-4355-B8F9-4642B031896C}"/>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635814949" name="Rectangle: Rounded Corners 1132936319">
            <a:extLst xmlns:a="http://schemas.openxmlformats.org/drawingml/2006/main">
              <a:ext uri="{FF2B5EF4-FFF2-40B4-BE49-F238E27FC236}">
                <a16:creationId xmlns:a16="http://schemas.microsoft.com/office/drawing/2014/main" id="{5661CD7A-EE34-4CBB-8C74-5DA703766938}"/>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4877270" name="Oval 848102302">
            <a:extLst xmlns:a="http://schemas.openxmlformats.org/drawingml/2006/main">
              <a:ext uri="{FF2B5EF4-FFF2-40B4-BE49-F238E27FC236}">
                <a16:creationId xmlns:a16="http://schemas.microsoft.com/office/drawing/2014/main" id="{58C98015-680B-4C83-BBD6-D3196B26D6E9}"/>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7944262" name="Straight Connector 2140277386">
            <a:extLst xmlns:a="http://schemas.openxmlformats.org/drawingml/2006/main">
              <a:ext uri="{FF2B5EF4-FFF2-40B4-BE49-F238E27FC236}">
                <a16:creationId xmlns:a16="http://schemas.microsoft.com/office/drawing/2014/main" id="{7BC7CA0B-3ED7-492F-BDE4-7B37997A8402}"/>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684057" name="Straight Connector 546058830">
            <a:extLst xmlns:a="http://schemas.openxmlformats.org/drawingml/2006/main">
              <a:ext uri="{FF2B5EF4-FFF2-40B4-BE49-F238E27FC236}">
                <a16:creationId xmlns:a16="http://schemas.microsoft.com/office/drawing/2014/main" id="{F534E722-A720-428C-984E-D0F4D8617293}"/>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3673560" name="Straight Connector 634911421">
            <a:extLst xmlns:a="http://schemas.openxmlformats.org/drawingml/2006/main">
              <a:ext uri="{FF2B5EF4-FFF2-40B4-BE49-F238E27FC236}">
                <a16:creationId xmlns:a16="http://schemas.microsoft.com/office/drawing/2014/main" id="{1C3E572D-2573-450D-BFE9-115FC85621C4}"/>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38662" name="Rectangle 253059330">
            <a:extLst xmlns:a="http://schemas.openxmlformats.org/drawingml/2006/main">
              <a:ext uri="{FF2B5EF4-FFF2-40B4-BE49-F238E27FC236}">
                <a16:creationId xmlns:a16="http://schemas.microsoft.com/office/drawing/2014/main" id="{F98DE02D-0C8E-47FB-AA1D-7A2C2E13CC98}"/>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711971909" name="Rectangle 1961211258">
            <a:extLst xmlns:a="http://schemas.openxmlformats.org/drawingml/2006/main">
              <a:ext uri="{FF2B5EF4-FFF2-40B4-BE49-F238E27FC236}">
                <a16:creationId xmlns:a16="http://schemas.microsoft.com/office/drawing/2014/main" id="{5195D35D-94F4-4EF5-B405-FA08539DA933}"/>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306007883" name="Rectangle 902052220">
            <a:extLst xmlns:a="http://schemas.openxmlformats.org/drawingml/2006/main">
              <a:ext uri="{FF2B5EF4-FFF2-40B4-BE49-F238E27FC236}">
                <a16:creationId xmlns:a16="http://schemas.microsoft.com/office/drawing/2014/main" id="{70080090-174A-4F18-B3E0-6B961490D5D9}"/>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53652832" name="Rectangle 110604859">
            <a:extLst xmlns:a="http://schemas.openxmlformats.org/drawingml/2006/main">
              <a:ext uri="{FF2B5EF4-FFF2-40B4-BE49-F238E27FC236}">
                <a16:creationId xmlns:a16="http://schemas.microsoft.com/office/drawing/2014/main" id="{761DF207-6CF8-4F41-BDE0-FF54CD27C2E0}"/>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202119938" name="Rectangle 1570659082">
            <a:extLst xmlns:a="http://schemas.openxmlformats.org/drawingml/2006/main">
              <a:ext uri="{FF2B5EF4-FFF2-40B4-BE49-F238E27FC236}">
                <a16:creationId xmlns:a16="http://schemas.microsoft.com/office/drawing/2014/main" id="{56E87EC4-C7AC-43EE-82C0-87C036AED70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70</a:t>
            </a:r>
          </a:p>
        </p:txBody>
      </p:sp>
    </p:spTree>
    <p:extLst>
      <p:ext uri="{BB962C8B-B14F-4D97-AF65-F5344CB8AC3E}">
        <p14:creationId xmlns:p14="http://schemas.microsoft.com/office/powerpoint/2010/main" val="1201937107"/>
      </p:ext>
    </p:extLst>
  </p:cSld>
</p:sld>
</file>

<file path=ppt/slides/slide7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65599985" name="Rectangle 1748329787">
            <a:extLst xmlns:a="http://schemas.openxmlformats.org/drawingml/2006/main">
              <a:ext uri="{FF2B5EF4-FFF2-40B4-BE49-F238E27FC236}">
                <a16:creationId xmlns:a16="http://schemas.microsoft.com/office/drawing/2014/main" id="{B5907C9D-AD76-4295-B0F4-F222ABD248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298620" name="Rectangle 1611343531">
            <a:extLst xmlns:a="http://schemas.openxmlformats.org/drawingml/2006/main">
              <a:ext uri="{FF2B5EF4-FFF2-40B4-BE49-F238E27FC236}">
                <a16:creationId xmlns:a16="http://schemas.microsoft.com/office/drawing/2014/main" id="{61D853C5-ABF3-491D-93E9-174B93F8A3F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780017089" name="Rectangle: Rounded Corners 1015940866">
            <a:extLst xmlns:a="http://schemas.openxmlformats.org/drawingml/2006/main">
              <a:ext uri="{FF2B5EF4-FFF2-40B4-BE49-F238E27FC236}">
                <a16:creationId xmlns:a16="http://schemas.microsoft.com/office/drawing/2014/main" id="{1CBF7F2F-537A-4043-85EC-2CC6D0BC17F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9828183" name="Rectangle: Rounded Corners 1808652943">
            <a:extLst xmlns:a="http://schemas.openxmlformats.org/drawingml/2006/main">
              <a:ext uri="{FF2B5EF4-FFF2-40B4-BE49-F238E27FC236}">
                <a16:creationId xmlns:a16="http://schemas.microsoft.com/office/drawing/2014/main" id="{86719EA1-849A-4916-8257-D325700492FF}"/>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1087462" name="Rectangle: Rounded Corners 1081078089">
            <a:extLst xmlns:a="http://schemas.openxmlformats.org/drawingml/2006/main">
              <a:ext uri="{FF2B5EF4-FFF2-40B4-BE49-F238E27FC236}">
                <a16:creationId xmlns:a16="http://schemas.microsoft.com/office/drawing/2014/main" id="{9CF34213-B413-4C3E-8472-1C99B420D998}"/>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4417774" name="Rectangle: Rounded Corners 492680344">
            <a:extLst xmlns:a="http://schemas.openxmlformats.org/drawingml/2006/main">
              <a:ext uri="{FF2B5EF4-FFF2-40B4-BE49-F238E27FC236}">
                <a16:creationId xmlns:a16="http://schemas.microsoft.com/office/drawing/2014/main" id="{A38D1323-6ACD-494D-99D5-C3D71F6FB5B3}"/>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8633598" name="Rectangle: Rounded Corners 1482722514">
            <a:extLst xmlns:a="http://schemas.openxmlformats.org/drawingml/2006/main">
              <a:ext uri="{FF2B5EF4-FFF2-40B4-BE49-F238E27FC236}">
                <a16:creationId xmlns:a16="http://schemas.microsoft.com/office/drawing/2014/main" id="{727E57C1-0216-463A-BDD9-76406D48F97A}"/>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1258595" name="Rectangle: Rounded Corners 121026446">
            <a:extLst xmlns:a="http://schemas.openxmlformats.org/drawingml/2006/main">
              <a:ext uri="{FF2B5EF4-FFF2-40B4-BE49-F238E27FC236}">
                <a16:creationId xmlns:a16="http://schemas.microsoft.com/office/drawing/2014/main" id="{CB4E1A27-044E-487D-B1FA-8AAF4436B71E}"/>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6458754" name="Rectangle 163980103">
            <a:extLst xmlns:a="http://schemas.openxmlformats.org/drawingml/2006/main">
              <a:ext uri="{FF2B5EF4-FFF2-40B4-BE49-F238E27FC236}">
                <a16:creationId xmlns:a16="http://schemas.microsoft.com/office/drawing/2014/main" id="{4922D741-86CE-4E99-B759-6203AE39B564}"/>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747638649" name="Rectangle 693850306">
            <a:extLst xmlns:a="http://schemas.openxmlformats.org/drawingml/2006/main">
              <a:ext uri="{FF2B5EF4-FFF2-40B4-BE49-F238E27FC236}">
                <a16:creationId xmlns:a16="http://schemas.microsoft.com/office/drawing/2014/main" id="{D2A7C2AC-E3F0-4A75-954F-FC36B4399461}"/>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218691803" name="Straight Connector 1622472842">
            <a:extLst xmlns:a="http://schemas.openxmlformats.org/drawingml/2006/main">
              <a:ext uri="{FF2B5EF4-FFF2-40B4-BE49-F238E27FC236}">
                <a16:creationId xmlns:a16="http://schemas.microsoft.com/office/drawing/2014/main" id="{E55D35A5-E078-48B7-B35B-B03A67129343}"/>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7832608" name="Rectangle: Rounded Corners 1311020404">
            <a:extLst xmlns:a="http://schemas.openxmlformats.org/drawingml/2006/main">
              <a:ext uri="{FF2B5EF4-FFF2-40B4-BE49-F238E27FC236}">
                <a16:creationId xmlns:a16="http://schemas.microsoft.com/office/drawing/2014/main" id="{6B85D8BC-2207-4E1F-A8CB-A2EEFDF6B964}"/>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211595150" name="Rectangle 481459380">
            <a:extLst xmlns:a="http://schemas.openxmlformats.org/drawingml/2006/main">
              <a:ext uri="{FF2B5EF4-FFF2-40B4-BE49-F238E27FC236}">
                <a16:creationId xmlns:a16="http://schemas.microsoft.com/office/drawing/2014/main" id="{8969032F-453A-441D-A3D8-688959D3FA66}"/>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852264154" name="Rectangle: Rounded Corners 1942037177">
            <a:extLst xmlns:a="http://schemas.openxmlformats.org/drawingml/2006/main">
              <a:ext uri="{FF2B5EF4-FFF2-40B4-BE49-F238E27FC236}">
                <a16:creationId xmlns:a16="http://schemas.microsoft.com/office/drawing/2014/main" id="{22BA0AC6-066E-4FCF-9729-58A5B4380A17}"/>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938915817" name="Rectangle: Rounded Corners 75602190">
            <a:extLst xmlns:a="http://schemas.openxmlformats.org/drawingml/2006/main">
              <a:ext uri="{FF2B5EF4-FFF2-40B4-BE49-F238E27FC236}">
                <a16:creationId xmlns:a16="http://schemas.microsoft.com/office/drawing/2014/main" id="{538C7C03-F5F6-4F71-A7C8-496482F00188}"/>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633576767" name="Rectangle: Rounded Corners 1789658254">
            <a:extLst xmlns:a="http://schemas.openxmlformats.org/drawingml/2006/main">
              <a:ext uri="{FF2B5EF4-FFF2-40B4-BE49-F238E27FC236}">
                <a16:creationId xmlns:a16="http://schemas.microsoft.com/office/drawing/2014/main" id="{482F447A-FA54-49FE-955F-280A1BA2A0D2}"/>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15689649" name="Rectangle: Rounded Corners 1953288476">
            <a:extLst xmlns:a="http://schemas.openxmlformats.org/drawingml/2006/main">
              <a:ext uri="{FF2B5EF4-FFF2-40B4-BE49-F238E27FC236}">
                <a16:creationId xmlns:a16="http://schemas.microsoft.com/office/drawing/2014/main" id="{515D9D57-B5F1-47F5-A3DD-DDD5292EC6FB}"/>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457661152" name="Straight Connector 319643796">
            <a:extLst xmlns:a="http://schemas.openxmlformats.org/drawingml/2006/main">
              <a:ext uri="{FF2B5EF4-FFF2-40B4-BE49-F238E27FC236}">
                <a16:creationId xmlns:a16="http://schemas.microsoft.com/office/drawing/2014/main" id="{097F809D-9DE2-4674-B11C-1B6E89E8C513}"/>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875653" name="Rectangle: Rounded Corners 647942513">
            <a:extLst xmlns:a="http://schemas.openxmlformats.org/drawingml/2006/main">
              <a:ext uri="{FF2B5EF4-FFF2-40B4-BE49-F238E27FC236}">
                <a16:creationId xmlns:a16="http://schemas.microsoft.com/office/drawing/2014/main" id="{98A1A7DB-8294-4AB4-A299-35801EB4BE55}"/>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8768573" name="Rectangle: Rounded Corners 636131648">
            <a:extLst xmlns:a="http://schemas.openxmlformats.org/drawingml/2006/main">
              <a:ext uri="{FF2B5EF4-FFF2-40B4-BE49-F238E27FC236}">
                <a16:creationId xmlns:a16="http://schemas.microsoft.com/office/drawing/2014/main" id="{21B803B3-3C33-4BD9-9A50-D6425DA8763F}"/>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7972376" name="Rectangle: Rounded Corners 261513705">
            <a:extLst xmlns:a="http://schemas.openxmlformats.org/drawingml/2006/main">
              <a:ext uri="{FF2B5EF4-FFF2-40B4-BE49-F238E27FC236}">
                <a16:creationId xmlns:a16="http://schemas.microsoft.com/office/drawing/2014/main" id="{68191D35-6E87-42CF-B9D1-D50ACFDDD8C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4960115" name="Rectangle 1466779702">
            <a:extLst xmlns:a="http://schemas.openxmlformats.org/drawingml/2006/main">
              <a:ext uri="{FF2B5EF4-FFF2-40B4-BE49-F238E27FC236}">
                <a16:creationId xmlns:a16="http://schemas.microsoft.com/office/drawing/2014/main" id="{EA2C7B7B-5830-4DFC-BDE4-8200F8EF5CD7}"/>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641804664" name="Rectangle 2140567318">
            <a:extLst xmlns:a="http://schemas.openxmlformats.org/drawingml/2006/main">
              <a:ext uri="{FF2B5EF4-FFF2-40B4-BE49-F238E27FC236}">
                <a16:creationId xmlns:a16="http://schemas.microsoft.com/office/drawing/2014/main" id="{C58C14C3-CAFA-4976-BBB5-00330B58B8C3}"/>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812915691" name="Rectangle 800090932">
            <a:extLst xmlns:a="http://schemas.openxmlformats.org/drawingml/2006/main">
              <a:ext uri="{FF2B5EF4-FFF2-40B4-BE49-F238E27FC236}">
                <a16:creationId xmlns:a16="http://schemas.microsoft.com/office/drawing/2014/main" id="{5FFF4EB5-80D1-439A-B93D-49A95C1F5493}"/>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863945317" name="Oval 663275864">
            <a:extLst xmlns:a="http://schemas.openxmlformats.org/drawingml/2006/main">
              <a:ext uri="{FF2B5EF4-FFF2-40B4-BE49-F238E27FC236}">
                <a16:creationId xmlns:a16="http://schemas.microsoft.com/office/drawing/2014/main" id="{1164C711-EB0E-4079-9739-25BC389430AD}"/>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941944" name="Oval 302896655">
            <a:extLst xmlns:a="http://schemas.openxmlformats.org/drawingml/2006/main">
              <a:ext uri="{FF2B5EF4-FFF2-40B4-BE49-F238E27FC236}">
                <a16:creationId xmlns:a16="http://schemas.microsoft.com/office/drawing/2014/main" id="{A0E9CB8F-4AC6-4E8D-A102-00232A6CC18F}"/>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0152658" name="Oval 1173073258">
            <a:extLst xmlns:a="http://schemas.openxmlformats.org/drawingml/2006/main">
              <a:ext uri="{FF2B5EF4-FFF2-40B4-BE49-F238E27FC236}">
                <a16:creationId xmlns:a16="http://schemas.microsoft.com/office/drawing/2014/main" id="{ED967E58-C376-493F-8D8A-791F5C539684}"/>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6751123" name="Rectangle 1351287707">
            <a:extLst xmlns:a="http://schemas.openxmlformats.org/drawingml/2006/main">
              <a:ext uri="{FF2B5EF4-FFF2-40B4-BE49-F238E27FC236}">
                <a16:creationId xmlns:a16="http://schemas.microsoft.com/office/drawing/2014/main" id="{BEE3B996-E910-4BCE-9E7C-EC30699E376A}"/>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2086751911" name="Rectangle 1523385386">
            <a:extLst xmlns:a="http://schemas.openxmlformats.org/drawingml/2006/main">
              <a:ext uri="{FF2B5EF4-FFF2-40B4-BE49-F238E27FC236}">
                <a16:creationId xmlns:a16="http://schemas.microsoft.com/office/drawing/2014/main" id="{2B95E593-C5B0-40B6-BE87-5405AA0FDB2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00" b="0">
                <a:solidFill>
                  <a:srgbClr val="667085"/>
                </a:solidFill>
                <a:latin typeface="Calibri"/>
                <a:ea typeface="Calibri"/>
                <a:cs typeface="Calibri"/>
              </a:defRPr>
            </a:pPr>
            <a:r>
              <a:rPr sz="1000" b="0">
                <a:solidFill>
                  <a:srgbClr val="667085"/>
                </a:solidFill>
                <a:latin typeface="Calibri"/>
                <a:ea typeface="Calibri"/>
                <a:cs typeface="Calibri"/>
              </a:rPr>
              <a:t>71</a:t>
            </a:r>
          </a:p>
        </p:txBody>
      </p:sp>
    </p:spTree>
    <p:extLst>
      <p:ext uri="{BB962C8B-B14F-4D97-AF65-F5344CB8AC3E}">
        <p14:creationId xmlns:p14="http://schemas.microsoft.com/office/powerpoint/2010/main" val="1815161931"/>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2026-07-27T16:54:05.1990000Z</dcterms:created>
  <dcterms:modified xsi:type="dcterms:W3CDTF">2026-07-27T16:54:05.1990000Z</dcterms:modified>
</coreProperties>
</file>