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c1f10fe68c43ba" /><Relationship Type="http://schemas.openxmlformats.org/officeDocument/2006/relationships/extended-properties" Target="/docProps/app.xml" Id="Rb11613adf9b943e5" /><Relationship Type="http://schemas.openxmlformats.org/officeDocument/2006/relationships/officeDocument" Target="/ppt/presentation.xml" Id="Rc5eceb46026f4368" /></Relationships>
</file>

<file path=ppt/presentation.xml><?xml version="1.0" encoding="utf-8"?>
<p:presentation xmlns:p="http://schemas.openxmlformats.org/presentationml/2006/main">
  <p:sldMasterIdLst>
    <p:sldMasterId xmlns:r="http://schemas.openxmlformats.org/officeDocument/2006/relationships" id="2147483648" r:id="Rfcef1d6aa28543e4"/>
  </p:sldMasterIdLst>
  <p:notesMasterIdLst>
    <p:notesMasterId xmlns:r="http://schemas.openxmlformats.org/officeDocument/2006/relationships" r:id="R800cc11fe40640be"/>
  </p:notesMasterIdLst>
  <p:sldIdLst>
    <p:sldId xmlns:r="http://schemas.openxmlformats.org/officeDocument/2006/relationships" id="256" r:id="R5cc4b3d11758422e"/>
    <p:sldId xmlns:r="http://schemas.openxmlformats.org/officeDocument/2006/relationships" id="257" r:id="R7142b7b9ffb54b44"/>
    <p:sldId xmlns:r="http://schemas.openxmlformats.org/officeDocument/2006/relationships" id="258" r:id="R4cd73aa1aea442f2"/>
    <p:sldId xmlns:r="http://schemas.openxmlformats.org/officeDocument/2006/relationships" id="259" r:id="R22a5377a0fc04315"/>
    <p:sldId xmlns:r="http://schemas.openxmlformats.org/officeDocument/2006/relationships" id="260" r:id="R9d67dfa3ab2b45a6"/>
    <p:sldId xmlns:r="http://schemas.openxmlformats.org/officeDocument/2006/relationships" id="261" r:id="R579f5014a3f3484c"/>
    <p:sldId xmlns:r="http://schemas.openxmlformats.org/officeDocument/2006/relationships" id="262" r:id="Re20f0bbf21514005"/>
    <p:sldId xmlns:r="http://schemas.openxmlformats.org/officeDocument/2006/relationships" id="263" r:id="R1dd746abd5154375"/>
    <p:sldId xmlns:r="http://schemas.openxmlformats.org/officeDocument/2006/relationships" id="264" r:id="R2eef3be08a2544fd"/>
    <p:sldId xmlns:r="http://schemas.openxmlformats.org/officeDocument/2006/relationships" id="265" r:id="R2fb5cfd9f53e4ca2"/>
    <p:sldId xmlns:r="http://schemas.openxmlformats.org/officeDocument/2006/relationships" id="266" r:id="Rfff49c809fbc48d4"/>
    <p:sldId xmlns:r="http://schemas.openxmlformats.org/officeDocument/2006/relationships" id="267" r:id="R2f5d71ab5e6d4c53"/>
    <p:sldId xmlns:r="http://schemas.openxmlformats.org/officeDocument/2006/relationships" id="268" r:id="Rd982ee286ba64f13"/>
    <p:sldId xmlns:r="http://schemas.openxmlformats.org/officeDocument/2006/relationships" id="269" r:id="R1930046bae074b5a"/>
    <p:sldId xmlns:r="http://schemas.openxmlformats.org/officeDocument/2006/relationships" id="270" r:id="Rc7cf3fdb31094974"/>
    <p:sldId xmlns:r="http://schemas.openxmlformats.org/officeDocument/2006/relationships" id="271" r:id="R1c701533ca65497b"/>
    <p:sldId xmlns:r="http://schemas.openxmlformats.org/officeDocument/2006/relationships" id="272" r:id="R9ea2eaae3c294f7c"/>
    <p:sldId xmlns:r="http://schemas.openxmlformats.org/officeDocument/2006/relationships" id="273" r:id="Ra3e699afed17449e"/>
    <p:sldId xmlns:r="http://schemas.openxmlformats.org/officeDocument/2006/relationships" id="274" r:id="R72552332d4a94282"/>
    <p:sldId xmlns:r="http://schemas.openxmlformats.org/officeDocument/2006/relationships" id="275" r:id="R9ec49ba39c384917"/>
    <p:sldId xmlns:r="http://schemas.openxmlformats.org/officeDocument/2006/relationships" id="276" r:id="Rca371c3ab66a40ce"/>
    <p:sldId xmlns:r="http://schemas.openxmlformats.org/officeDocument/2006/relationships" id="277" r:id="R6686a2d2e1f44984"/>
    <p:sldId xmlns:r="http://schemas.openxmlformats.org/officeDocument/2006/relationships" id="278" r:id="Ra43c043519aa4b93"/>
    <p:sldId xmlns:r="http://schemas.openxmlformats.org/officeDocument/2006/relationships" id="279" r:id="R9a609cc8970045b1"/>
    <p:sldId xmlns:r="http://schemas.openxmlformats.org/officeDocument/2006/relationships" id="280" r:id="R3c924dd2896a4397"/>
    <p:sldId xmlns:r="http://schemas.openxmlformats.org/officeDocument/2006/relationships" id="281" r:id="R3afb496595c14449"/>
    <p:sldId xmlns:r="http://schemas.openxmlformats.org/officeDocument/2006/relationships" id="282" r:id="R82a98e2f5b1a424d"/>
    <p:sldId xmlns:r="http://schemas.openxmlformats.org/officeDocument/2006/relationships" id="283" r:id="R079716a95c7440d1"/>
    <p:sldId xmlns:r="http://schemas.openxmlformats.org/officeDocument/2006/relationships" id="284" r:id="Rfb8bdad393a745a2"/>
    <p:sldId xmlns:r="http://schemas.openxmlformats.org/officeDocument/2006/relationships" id="285" r:id="R5790219b472543ce"/>
    <p:sldId xmlns:r="http://schemas.openxmlformats.org/officeDocument/2006/relationships" id="286" r:id="Rbf0ef05e599e4e24"/>
    <p:sldId xmlns:r="http://schemas.openxmlformats.org/officeDocument/2006/relationships" id="287" r:id="Rf662b1034184433b"/>
    <p:sldId xmlns:r="http://schemas.openxmlformats.org/officeDocument/2006/relationships" id="288" r:id="R1ada3b2668f34ee8"/>
    <p:sldId xmlns:r="http://schemas.openxmlformats.org/officeDocument/2006/relationships" id="289" r:id="R3542984fff5f4b9c"/>
    <p:sldId xmlns:r="http://schemas.openxmlformats.org/officeDocument/2006/relationships" id="290" r:id="R104446c08a164ae1"/>
    <p:sldId xmlns:r="http://schemas.openxmlformats.org/officeDocument/2006/relationships" id="291" r:id="Rb04b597bb8614db3"/>
    <p:sldId xmlns:r="http://schemas.openxmlformats.org/officeDocument/2006/relationships" id="292" r:id="R9fcaa2a657f14d25"/>
    <p:sldId xmlns:r="http://schemas.openxmlformats.org/officeDocument/2006/relationships" id="293" r:id="R1d900d4574c242e0"/>
    <p:sldId xmlns:r="http://schemas.openxmlformats.org/officeDocument/2006/relationships" id="294" r:id="R2275ffdf4ac64d9f"/>
    <p:sldId xmlns:r="http://schemas.openxmlformats.org/officeDocument/2006/relationships" id="295" r:id="R2451356c21d74b94"/>
    <p:sldId xmlns:r="http://schemas.openxmlformats.org/officeDocument/2006/relationships" id="296" r:id="R31d913505a3642de"/>
    <p:sldId xmlns:r="http://schemas.openxmlformats.org/officeDocument/2006/relationships" id="297" r:id="Rade653e2ebc04f4d"/>
    <p:sldId xmlns:r="http://schemas.openxmlformats.org/officeDocument/2006/relationships" id="298" r:id="R5c1139901899465b"/>
    <p:sldId xmlns:r="http://schemas.openxmlformats.org/officeDocument/2006/relationships" id="299" r:id="R4ca9d7c19a214f0d"/>
    <p:sldId xmlns:r="http://schemas.openxmlformats.org/officeDocument/2006/relationships" id="300" r:id="Rc745263e994442f4"/>
    <p:sldId xmlns:r="http://schemas.openxmlformats.org/officeDocument/2006/relationships" id="301" r:id="R6be5c076a96947a6"/>
    <p:sldId xmlns:r="http://schemas.openxmlformats.org/officeDocument/2006/relationships" id="302" r:id="Rf48541d77d2f4eac"/>
    <p:sldId xmlns:r="http://schemas.openxmlformats.org/officeDocument/2006/relationships" id="303" r:id="Rbcf619fe50d741cc"/>
    <p:sldId xmlns:r="http://schemas.openxmlformats.org/officeDocument/2006/relationships" id="304" r:id="Rb94a262a21a64f95"/>
    <p:sldId xmlns:r="http://schemas.openxmlformats.org/officeDocument/2006/relationships" id="305" r:id="R901339b01e5f4322"/>
    <p:sldId xmlns:r="http://schemas.openxmlformats.org/officeDocument/2006/relationships" id="306" r:id="R7d5e41aebc0f4167"/>
    <p:sldId xmlns:r="http://schemas.openxmlformats.org/officeDocument/2006/relationships" id="307" r:id="R027b5af7d19f43e9"/>
    <p:sldId xmlns:r="http://schemas.openxmlformats.org/officeDocument/2006/relationships" id="308" r:id="R0aa9be74306d4cf4"/>
    <p:sldId xmlns:r="http://schemas.openxmlformats.org/officeDocument/2006/relationships" id="309" r:id="Rf5045c92735a4afe"/>
    <p:sldId xmlns:r="http://schemas.openxmlformats.org/officeDocument/2006/relationships" id="310" r:id="Rb8904b6cd1d74228"/>
    <p:sldId xmlns:r="http://schemas.openxmlformats.org/officeDocument/2006/relationships" id="311" r:id="R07723869014f4cd5"/>
    <p:sldId xmlns:r="http://schemas.openxmlformats.org/officeDocument/2006/relationships" id="312" r:id="Rf1fead12e3b34553"/>
    <p:sldId xmlns:r="http://schemas.openxmlformats.org/officeDocument/2006/relationships" id="313" r:id="R82a6b77554ac48b8"/>
    <p:sldId xmlns:r="http://schemas.openxmlformats.org/officeDocument/2006/relationships" id="314" r:id="Ra37a5883c43047ba"/>
    <p:sldId xmlns:r="http://schemas.openxmlformats.org/officeDocument/2006/relationships" id="315" r:id="R4dc42fac076646fc"/>
    <p:sldId xmlns:r="http://schemas.openxmlformats.org/officeDocument/2006/relationships" id="316" r:id="R289a5087cbe04f0a"/>
    <p:sldId xmlns:r="http://schemas.openxmlformats.org/officeDocument/2006/relationships" id="317" r:id="R10176a64356b430f"/>
    <p:sldId xmlns:r="http://schemas.openxmlformats.org/officeDocument/2006/relationships" id="318" r:id="Ra7b9ba11cab44eba"/>
    <p:sldId xmlns:r="http://schemas.openxmlformats.org/officeDocument/2006/relationships" id="319" r:id="R00e958c754534877"/>
    <p:sldId xmlns:r="http://schemas.openxmlformats.org/officeDocument/2006/relationships" id="320" r:id="R03f00722636549e1"/>
    <p:sldId xmlns:r="http://schemas.openxmlformats.org/officeDocument/2006/relationships" id="321" r:id="Rfa6b138d11d64d9b"/>
    <p:sldId xmlns:r="http://schemas.openxmlformats.org/officeDocument/2006/relationships" id="322" r:id="R759f146aa41a410a"/>
    <p:sldId xmlns:r="http://schemas.openxmlformats.org/officeDocument/2006/relationships" id="323" r:id="R5cde9fc3abe54fda"/>
    <p:sldId xmlns:r="http://schemas.openxmlformats.org/officeDocument/2006/relationships" id="324" r:id="R11c524a6ab984a1e"/>
    <p:sldId xmlns:r="http://schemas.openxmlformats.org/officeDocument/2006/relationships" id="325" r:id="R66116166a86d482e"/>
    <p:sldId xmlns:r="http://schemas.openxmlformats.org/officeDocument/2006/relationships" id="326" r:id="R066e4f60629f41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1243e2a79d64ee0" /><Relationship Type="http://schemas.openxmlformats.org/officeDocument/2006/relationships/slideMaster" Target="/ppt/slideMasters/slideMaster1.xml" Id="Rfcef1d6aa28543e4" /><Relationship Type="http://schemas.openxmlformats.org/officeDocument/2006/relationships/notesMaster" Target="/ppt/notesMasters/notesMaster1.xml" Id="R800cc11fe40640be" /><Relationship Type="http://schemas.openxmlformats.org/officeDocument/2006/relationships/presProps" Target="/ppt/presProps.xml" Id="R0e0ccd61aced427e" /><Relationship Type="http://schemas.openxmlformats.org/officeDocument/2006/relationships/viewProps" Target="/ppt/viewProps.xml" Id="R0aedfb7a21504a38" /><Relationship Type="http://schemas.openxmlformats.org/officeDocument/2006/relationships/tableStyles" Target="/ppt/tableStyles.xml" Id="R071337b929fd4bdd" /><Relationship Type="http://schemas.openxmlformats.org/officeDocument/2006/relationships/slide" Target="/ppt/slides/slide1.xml" Id="R5cc4b3d11758422e" /><Relationship Type="http://schemas.openxmlformats.org/officeDocument/2006/relationships/slide" Target="/ppt/slides/slide2.xml" Id="R7142b7b9ffb54b44" /><Relationship Type="http://schemas.openxmlformats.org/officeDocument/2006/relationships/slide" Target="/ppt/slides/slide3.xml" Id="R4cd73aa1aea442f2" /><Relationship Type="http://schemas.openxmlformats.org/officeDocument/2006/relationships/slide" Target="/ppt/slides/slide4.xml" Id="R22a5377a0fc04315" /><Relationship Type="http://schemas.openxmlformats.org/officeDocument/2006/relationships/slide" Target="/ppt/slides/slide5.xml" Id="R9d67dfa3ab2b45a6" /><Relationship Type="http://schemas.openxmlformats.org/officeDocument/2006/relationships/slide" Target="/ppt/slides/slide6.xml" Id="R579f5014a3f3484c" /><Relationship Type="http://schemas.openxmlformats.org/officeDocument/2006/relationships/slide" Target="/ppt/slides/slide7.xml" Id="Re20f0bbf21514005" /><Relationship Type="http://schemas.openxmlformats.org/officeDocument/2006/relationships/slide" Target="/ppt/slides/slide8.xml" Id="R1dd746abd5154375" /><Relationship Type="http://schemas.openxmlformats.org/officeDocument/2006/relationships/slide" Target="/ppt/slides/slide9.xml" Id="R2eef3be08a2544fd" /><Relationship Type="http://schemas.openxmlformats.org/officeDocument/2006/relationships/slide" Target="/ppt/slides/slide10.xml" Id="R2fb5cfd9f53e4ca2" /><Relationship Type="http://schemas.openxmlformats.org/officeDocument/2006/relationships/slide" Target="/ppt/slides/slide11.xml" Id="Rfff49c809fbc48d4" /><Relationship Type="http://schemas.openxmlformats.org/officeDocument/2006/relationships/slide" Target="/ppt/slides/slide12.xml" Id="R2f5d71ab5e6d4c53" /><Relationship Type="http://schemas.openxmlformats.org/officeDocument/2006/relationships/slide" Target="/ppt/slides/slide13.xml" Id="Rd982ee286ba64f13" /><Relationship Type="http://schemas.openxmlformats.org/officeDocument/2006/relationships/slide" Target="/ppt/slides/slide14.xml" Id="R1930046bae074b5a" /><Relationship Type="http://schemas.openxmlformats.org/officeDocument/2006/relationships/slide" Target="/ppt/slides/slide15.xml" Id="Rc7cf3fdb31094974" /><Relationship Type="http://schemas.openxmlformats.org/officeDocument/2006/relationships/slide" Target="/ppt/slides/slide16.xml" Id="R1c701533ca65497b" /><Relationship Type="http://schemas.openxmlformats.org/officeDocument/2006/relationships/slide" Target="/ppt/slides/slide17.xml" Id="R9ea2eaae3c294f7c" /><Relationship Type="http://schemas.openxmlformats.org/officeDocument/2006/relationships/slide" Target="/ppt/slides/slide18.xml" Id="Ra3e699afed17449e" /><Relationship Type="http://schemas.openxmlformats.org/officeDocument/2006/relationships/slide" Target="/ppt/slides/slide19.xml" Id="R72552332d4a94282" /><Relationship Type="http://schemas.openxmlformats.org/officeDocument/2006/relationships/slide" Target="/ppt/slides/slide20.xml" Id="R9ec49ba39c384917" /><Relationship Type="http://schemas.openxmlformats.org/officeDocument/2006/relationships/slide" Target="/ppt/slides/slide21.xml" Id="Rca371c3ab66a40ce" /><Relationship Type="http://schemas.openxmlformats.org/officeDocument/2006/relationships/slide" Target="/ppt/slides/slide22.xml" Id="R6686a2d2e1f44984" /><Relationship Type="http://schemas.openxmlformats.org/officeDocument/2006/relationships/slide" Target="/ppt/slides/slide23.xml" Id="Ra43c043519aa4b93" /><Relationship Type="http://schemas.openxmlformats.org/officeDocument/2006/relationships/slide" Target="/ppt/slides/slide24.xml" Id="R9a609cc8970045b1" /><Relationship Type="http://schemas.openxmlformats.org/officeDocument/2006/relationships/slide" Target="/ppt/slides/slide25.xml" Id="R3c924dd2896a4397" /><Relationship Type="http://schemas.openxmlformats.org/officeDocument/2006/relationships/slide" Target="/ppt/slides/slide26.xml" Id="R3afb496595c14449" /><Relationship Type="http://schemas.openxmlformats.org/officeDocument/2006/relationships/slide" Target="/ppt/slides/slide27.xml" Id="R82a98e2f5b1a424d" /><Relationship Type="http://schemas.openxmlformats.org/officeDocument/2006/relationships/slide" Target="/ppt/slides/slide28.xml" Id="R079716a95c7440d1" /><Relationship Type="http://schemas.openxmlformats.org/officeDocument/2006/relationships/slide" Target="/ppt/slides/slide29.xml" Id="Rfb8bdad393a745a2" /><Relationship Type="http://schemas.openxmlformats.org/officeDocument/2006/relationships/slide" Target="/ppt/slides/slide30.xml" Id="R5790219b472543ce" /><Relationship Type="http://schemas.openxmlformats.org/officeDocument/2006/relationships/slide" Target="/ppt/slides/slide31.xml" Id="Rbf0ef05e599e4e24" /><Relationship Type="http://schemas.openxmlformats.org/officeDocument/2006/relationships/slide" Target="/ppt/slides/slide32.xml" Id="Rf662b1034184433b" /><Relationship Type="http://schemas.openxmlformats.org/officeDocument/2006/relationships/slide" Target="/ppt/slides/slide33.xml" Id="R1ada3b2668f34ee8" /><Relationship Type="http://schemas.openxmlformats.org/officeDocument/2006/relationships/slide" Target="/ppt/slides/slide34.xml" Id="R3542984fff5f4b9c" /><Relationship Type="http://schemas.openxmlformats.org/officeDocument/2006/relationships/slide" Target="/ppt/slides/slide35.xml" Id="R104446c08a164ae1" /><Relationship Type="http://schemas.openxmlformats.org/officeDocument/2006/relationships/slide" Target="/ppt/slides/slide36.xml" Id="Rb04b597bb8614db3" /><Relationship Type="http://schemas.openxmlformats.org/officeDocument/2006/relationships/slide" Target="/ppt/slides/slide37.xml" Id="R9fcaa2a657f14d25" /><Relationship Type="http://schemas.openxmlformats.org/officeDocument/2006/relationships/slide" Target="/ppt/slides/slide38.xml" Id="R1d900d4574c242e0" /><Relationship Type="http://schemas.openxmlformats.org/officeDocument/2006/relationships/slide" Target="/ppt/slides/slide39.xml" Id="R2275ffdf4ac64d9f" /><Relationship Type="http://schemas.openxmlformats.org/officeDocument/2006/relationships/slide" Target="/ppt/slides/slide40.xml" Id="R2451356c21d74b94" /><Relationship Type="http://schemas.openxmlformats.org/officeDocument/2006/relationships/slide" Target="/ppt/slides/slide41.xml" Id="R31d913505a3642de" /><Relationship Type="http://schemas.openxmlformats.org/officeDocument/2006/relationships/slide" Target="/ppt/slides/slide42.xml" Id="Rade653e2ebc04f4d" /><Relationship Type="http://schemas.openxmlformats.org/officeDocument/2006/relationships/slide" Target="/ppt/slides/slide43.xml" Id="R5c1139901899465b" /><Relationship Type="http://schemas.openxmlformats.org/officeDocument/2006/relationships/slide" Target="/ppt/slides/slide44.xml" Id="R4ca9d7c19a214f0d" /><Relationship Type="http://schemas.openxmlformats.org/officeDocument/2006/relationships/slide" Target="/ppt/slides/slide45.xml" Id="Rc745263e994442f4" /><Relationship Type="http://schemas.openxmlformats.org/officeDocument/2006/relationships/slide" Target="/ppt/slides/slide46.xml" Id="R6be5c076a96947a6" /><Relationship Type="http://schemas.openxmlformats.org/officeDocument/2006/relationships/slide" Target="/ppt/slides/slide47.xml" Id="Rf48541d77d2f4eac" /><Relationship Type="http://schemas.openxmlformats.org/officeDocument/2006/relationships/slide" Target="/ppt/slides/slide48.xml" Id="Rbcf619fe50d741cc" /><Relationship Type="http://schemas.openxmlformats.org/officeDocument/2006/relationships/slide" Target="/ppt/slides/slide49.xml" Id="Rb94a262a21a64f95" /><Relationship Type="http://schemas.openxmlformats.org/officeDocument/2006/relationships/slide" Target="/ppt/slides/slide50.xml" Id="R901339b01e5f4322" /><Relationship Type="http://schemas.openxmlformats.org/officeDocument/2006/relationships/slide" Target="/ppt/slides/slide51.xml" Id="R7d5e41aebc0f4167" /><Relationship Type="http://schemas.openxmlformats.org/officeDocument/2006/relationships/slide" Target="/ppt/slides/slide52.xml" Id="R027b5af7d19f43e9" /><Relationship Type="http://schemas.openxmlformats.org/officeDocument/2006/relationships/slide" Target="/ppt/slides/slide53.xml" Id="R0aa9be74306d4cf4" /><Relationship Type="http://schemas.openxmlformats.org/officeDocument/2006/relationships/slide" Target="/ppt/slides/slide54.xml" Id="Rf5045c92735a4afe" /><Relationship Type="http://schemas.openxmlformats.org/officeDocument/2006/relationships/slide" Target="/ppt/slides/slide55.xml" Id="Rb8904b6cd1d74228" /><Relationship Type="http://schemas.openxmlformats.org/officeDocument/2006/relationships/slide" Target="/ppt/slides/slide56.xml" Id="R07723869014f4cd5" /><Relationship Type="http://schemas.openxmlformats.org/officeDocument/2006/relationships/slide" Target="/ppt/slides/slide57.xml" Id="Rf1fead12e3b34553" /><Relationship Type="http://schemas.openxmlformats.org/officeDocument/2006/relationships/slide" Target="/ppt/slides/slide58.xml" Id="R82a6b77554ac48b8" /><Relationship Type="http://schemas.openxmlformats.org/officeDocument/2006/relationships/slide" Target="/ppt/slides/slide59.xml" Id="Ra37a5883c43047ba" /><Relationship Type="http://schemas.openxmlformats.org/officeDocument/2006/relationships/slide" Target="/ppt/slides/slide60.xml" Id="R4dc42fac076646fc" /><Relationship Type="http://schemas.openxmlformats.org/officeDocument/2006/relationships/slide" Target="/ppt/slides/slide61.xml" Id="R289a5087cbe04f0a" /><Relationship Type="http://schemas.openxmlformats.org/officeDocument/2006/relationships/slide" Target="/ppt/slides/slide62.xml" Id="R10176a64356b430f" /><Relationship Type="http://schemas.openxmlformats.org/officeDocument/2006/relationships/slide" Target="/ppt/slides/slide63.xml" Id="Ra7b9ba11cab44eba" /><Relationship Type="http://schemas.openxmlformats.org/officeDocument/2006/relationships/slide" Target="/ppt/slides/slide64.xml" Id="R00e958c754534877" /><Relationship Type="http://schemas.openxmlformats.org/officeDocument/2006/relationships/slide" Target="/ppt/slides/slide65.xml" Id="R03f00722636549e1" /><Relationship Type="http://schemas.openxmlformats.org/officeDocument/2006/relationships/slide" Target="/ppt/slides/slide66.xml" Id="Rfa6b138d11d64d9b" /><Relationship Type="http://schemas.openxmlformats.org/officeDocument/2006/relationships/slide" Target="/ppt/slides/slide67.xml" Id="R759f146aa41a410a" /><Relationship Type="http://schemas.openxmlformats.org/officeDocument/2006/relationships/slide" Target="/ppt/slides/slide68.xml" Id="R5cde9fc3abe54fda" /><Relationship Type="http://schemas.openxmlformats.org/officeDocument/2006/relationships/slide" Target="/ppt/slides/slide69.xml" Id="R11c524a6ab984a1e" /><Relationship Type="http://schemas.openxmlformats.org/officeDocument/2006/relationships/slide" Target="/ppt/slides/slide70.xml" Id="R66116166a86d482e" /><Relationship Type="http://schemas.openxmlformats.org/officeDocument/2006/relationships/slide" Target="/ppt/slides/slide71.xml" Id="R066e4f60629f41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6d7da6c9104a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b03b1c25384f17" /><Relationship Type="http://schemas.openxmlformats.org/officeDocument/2006/relationships/notesMaster" Target="/ppt/notesMasters/notesMaster1.xml" Id="R060186cdfd8545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d9812903fc4f11" /><Relationship Type="http://schemas.openxmlformats.org/officeDocument/2006/relationships/notesMaster" Target="/ppt/notesMasters/notesMaster1.xml" Id="Rf164f57b8b184e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d8df9c44c4a48" /><Relationship Type="http://schemas.openxmlformats.org/officeDocument/2006/relationships/notesMaster" Target="/ppt/notesMasters/notesMaster1.xml" Id="R1c12cac8ab214d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6b17d931c14e22" /><Relationship Type="http://schemas.openxmlformats.org/officeDocument/2006/relationships/notesMaster" Target="/ppt/notesMasters/notesMaster1.xml" Id="Rbae3958ffc074f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fc1e936ae94700" /><Relationship Type="http://schemas.openxmlformats.org/officeDocument/2006/relationships/notesMaster" Target="/ppt/notesMasters/notesMaster1.xml" Id="Raab27909b8ce4e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0bdb3e743d4827" /><Relationship Type="http://schemas.openxmlformats.org/officeDocument/2006/relationships/notesMaster" Target="/ppt/notesMasters/notesMaster1.xml" Id="R1d71098a8b3947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68b37ea34540d9" /><Relationship Type="http://schemas.openxmlformats.org/officeDocument/2006/relationships/notesMaster" Target="/ppt/notesMasters/notesMaster1.xml" Id="R8571b09301de4d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ee817977c5446f" /><Relationship Type="http://schemas.openxmlformats.org/officeDocument/2006/relationships/notesMaster" Target="/ppt/notesMasters/notesMaster1.xml" Id="Rce2ed59af86545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c2099fe6ff43a6" /><Relationship Type="http://schemas.openxmlformats.org/officeDocument/2006/relationships/notesMaster" Target="/ppt/notesMasters/notesMaster1.xml" Id="R16528428b04443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3c3fbfd0f24c69" /><Relationship Type="http://schemas.openxmlformats.org/officeDocument/2006/relationships/notesMaster" Target="/ppt/notesMasters/notesMaster1.xml" Id="Rc5d3cc55e70a46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07cfad6ce4430a" /><Relationship Type="http://schemas.openxmlformats.org/officeDocument/2006/relationships/notesMaster" Target="/ppt/notesMasters/notesMaster1.xml" Id="Redcdd759fe3549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7bddad1c114cfe" /><Relationship Type="http://schemas.openxmlformats.org/officeDocument/2006/relationships/notesMaster" Target="/ppt/notesMasters/notesMaster1.xml" Id="R88b8a96d7cba49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86c14947834e2c" /><Relationship Type="http://schemas.openxmlformats.org/officeDocument/2006/relationships/notesMaster" Target="/ppt/notesMasters/notesMaster1.xml" Id="Rc2a0b49fcd1e46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e90264945e40b3" /><Relationship Type="http://schemas.openxmlformats.org/officeDocument/2006/relationships/notesMaster" Target="/ppt/notesMasters/notesMaster1.xml" Id="R5a8cf49b0cfc45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549bcb7daa4181" /><Relationship Type="http://schemas.openxmlformats.org/officeDocument/2006/relationships/notesMaster" Target="/ppt/notesMasters/notesMaster1.xml" Id="R118a31eec1d14a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5c7e405f1d4c0e" /><Relationship Type="http://schemas.openxmlformats.org/officeDocument/2006/relationships/notesMaster" Target="/ppt/notesMasters/notesMaster1.xml" Id="R4bdb4cd60b9143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96e02cf6e6418a" /><Relationship Type="http://schemas.openxmlformats.org/officeDocument/2006/relationships/notesMaster" Target="/ppt/notesMasters/notesMaster1.xml" Id="R2ab123a2f1a94c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90ecdf4b334941" /><Relationship Type="http://schemas.openxmlformats.org/officeDocument/2006/relationships/notesMaster" Target="/ppt/notesMasters/notesMaster1.xml" Id="R3a97adac2b7042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d502e8941d4c39" /><Relationship Type="http://schemas.openxmlformats.org/officeDocument/2006/relationships/notesMaster" Target="/ppt/notesMasters/notesMaster1.xml" Id="R716f84ba3d6a4b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8d83814444401a" /><Relationship Type="http://schemas.openxmlformats.org/officeDocument/2006/relationships/notesMaster" Target="/ppt/notesMasters/notesMaster1.xml" Id="R68d9bb3d919a4f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a722cf09954b47" /><Relationship Type="http://schemas.openxmlformats.org/officeDocument/2006/relationships/notesMaster" Target="/ppt/notesMasters/notesMaster1.xml" Id="R73b9448ad5ab46e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a9006a98fc48e1" /><Relationship Type="http://schemas.openxmlformats.org/officeDocument/2006/relationships/notesMaster" Target="/ppt/notesMasters/notesMaster1.xml" Id="Ra0015b8469884a1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693b753cea4400" /><Relationship Type="http://schemas.openxmlformats.org/officeDocument/2006/relationships/notesMaster" Target="/ppt/notesMasters/notesMaster1.xml" Id="R2cb62ed8f4874bf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61fcf22c0a4c5a" /><Relationship Type="http://schemas.openxmlformats.org/officeDocument/2006/relationships/notesMaster" Target="/ppt/notesMasters/notesMaster1.xml" Id="R9742ee47643a45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69a079ae8249dc" /><Relationship Type="http://schemas.openxmlformats.org/officeDocument/2006/relationships/notesMaster" Target="/ppt/notesMasters/notesMaster1.xml" Id="R2d1ba0b0a489460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d7d972f885443c" /><Relationship Type="http://schemas.openxmlformats.org/officeDocument/2006/relationships/notesMaster" Target="/ppt/notesMasters/notesMaster1.xml" Id="Rfb6388eaf6814f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f58c69337c14daf" /><Relationship Type="http://schemas.openxmlformats.org/officeDocument/2006/relationships/notesMaster" Target="/ppt/notesMasters/notesMaster1.xml" Id="R4559f6c5aa464a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8a762f544f54633" /><Relationship Type="http://schemas.openxmlformats.org/officeDocument/2006/relationships/notesMaster" Target="/ppt/notesMasters/notesMaster1.xml" Id="R026e7aa074d34f0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518a0bb5ef940a5" /><Relationship Type="http://schemas.openxmlformats.org/officeDocument/2006/relationships/notesMaster" Target="/ppt/notesMasters/notesMaster1.xml" Id="R0bddba40365843b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74e3692b8d3487b" /><Relationship Type="http://schemas.openxmlformats.org/officeDocument/2006/relationships/notesMaster" Target="/ppt/notesMasters/notesMaster1.xml" Id="R85dc456f6f2f4cd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9cbd5f49c74846" /><Relationship Type="http://schemas.openxmlformats.org/officeDocument/2006/relationships/notesMaster" Target="/ppt/notesMasters/notesMaster1.xml" Id="R8b6ad7a765d04e2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fe1ac87e5fc49c4" /><Relationship Type="http://schemas.openxmlformats.org/officeDocument/2006/relationships/notesMaster" Target="/ppt/notesMasters/notesMaster1.xml" Id="R6f37fc3aedd34c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28c86decb0e4e17" /><Relationship Type="http://schemas.openxmlformats.org/officeDocument/2006/relationships/notesMaster" Target="/ppt/notesMasters/notesMaster1.xml" Id="Rf89221760e7945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be6101ae54943c7" /><Relationship Type="http://schemas.openxmlformats.org/officeDocument/2006/relationships/notesMaster" Target="/ppt/notesMasters/notesMaster1.xml" Id="Re16e78109e6e48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9d9f10d90b944d0" /><Relationship Type="http://schemas.openxmlformats.org/officeDocument/2006/relationships/notesMaster" Target="/ppt/notesMasters/notesMaster1.xml" Id="R090efac59137436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19b08ad4fe4f27" /><Relationship Type="http://schemas.openxmlformats.org/officeDocument/2006/relationships/notesMaster" Target="/ppt/notesMasters/notesMaster1.xml" Id="R00c583c2bf5a47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300f2c957ae40a1" /><Relationship Type="http://schemas.openxmlformats.org/officeDocument/2006/relationships/notesMaster" Target="/ppt/notesMasters/notesMaster1.xml" Id="R427e74512ab2441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79efa0b55b142cf" /><Relationship Type="http://schemas.openxmlformats.org/officeDocument/2006/relationships/notesMaster" Target="/ppt/notesMasters/notesMaster1.xml" Id="Rde433cb18e6f4e8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930a2b780d04ea7" /><Relationship Type="http://schemas.openxmlformats.org/officeDocument/2006/relationships/notesMaster" Target="/ppt/notesMasters/notesMaster1.xml" Id="Rbea2063cef414a1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a30224487694144" /><Relationship Type="http://schemas.openxmlformats.org/officeDocument/2006/relationships/notesMaster" Target="/ppt/notesMasters/notesMaster1.xml" Id="R12e2935c870e40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c6d638a33eb46b1" /><Relationship Type="http://schemas.openxmlformats.org/officeDocument/2006/relationships/notesMaster" Target="/ppt/notesMasters/notesMaster1.xml" Id="R57c4376f85b0403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556f0f9ff3f49f0" /><Relationship Type="http://schemas.openxmlformats.org/officeDocument/2006/relationships/notesMaster" Target="/ppt/notesMasters/notesMaster1.xml" Id="Rc3f588a2cf3b47a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915ac2424ee45e1" /><Relationship Type="http://schemas.openxmlformats.org/officeDocument/2006/relationships/notesMaster" Target="/ppt/notesMasters/notesMaster1.xml" Id="Rd70bd65314c74c2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6fb770fc0ae4560" /><Relationship Type="http://schemas.openxmlformats.org/officeDocument/2006/relationships/notesMaster" Target="/ppt/notesMasters/notesMaster1.xml" Id="R3c1d63144270457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ce3f746eb144e8" /><Relationship Type="http://schemas.openxmlformats.org/officeDocument/2006/relationships/notesMaster" Target="/ppt/notesMasters/notesMaster1.xml" Id="Rd4bbed10cdd24e3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73d5fe649204f6a" /><Relationship Type="http://schemas.openxmlformats.org/officeDocument/2006/relationships/notesMaster" Target="/ppt/notesMasters/notesMaster1.xml" Id="Rb4953664adf74be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44af4606cff4f05" /><Relationship Type="http://schemas.openxmlformats.org/officeDocument/2006/relationships/notesMaster" Target="/ppt/notesMasters/notesMaster1.xml" Id="R4214a02922774b9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9b05b43124e4111" /><Relationship Type="http://schemas.openxmlformats.org/officeDocument/2006/relationships/notesMaster" Target="/ppt/notesMasters/notesMaster1.xml" Id="R8ef335375562489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a353b252eda4ab4" /><Relationship Type="http://schemas.openxmlformats.org/officeDocument/2006/relationships/notesMaster" Target="/ppt/notesMasters/notesMaster1.xml" Id="R7f48251f4a4a4e1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efc77da145e4e2f" /><Relationship Type="http://schemas.openxmlformats.org/officeDocument/2006/relationships/notesMaster" Target="/ppt/notesMasters/notesMaster1.xml" Id="R732894f689c14ed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75df4c0cf864759" /><Relationship Type="http://schemas.openxmlformats.org/officeDocument/2006/relationships/notesMaster" Target="/ppt/notesMasters/notesMaster1.xml" Id="Radb2021261e44c7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20c18d288264db5" /><Relationship Type="http://schemas.openxmlformats.org/officeDocument/2006/relationships/notesMaster" Target="/ppt/notesMasters/notesMaster1.xml" Id="Rb186326407ea446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dfcda6d26e9474f" /><Relationship Type="http://schemas.openxmlformats.org/officeDocument/2006/relationships/notesMaster" Target="/ppt/notesMasters/notesMaster1.xml" Id="Rb410b4b546144d6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481a89e426c4ed6" /><Relationship Type="http://schemas.openxmlformats.org/officeDocument/2006/relationships/notesMaster" Target="/ppt/notesMasters/notesMaster1.xml" Id="R7ea50bba87d44e1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defe913aec54d27" /><Relationship Type="http://schemas.openxmlformats.org/officeDocument/2006/relationships/notesMaster" Target="/ppt/notesMasters/notesMaster1.xml" Id="R28b9dab17c19464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7dcf519fe274b91" /><Relationship Type="http://schemas.openxmlformats.org/officeDocument/2006/relationships/notesMaster" Target="/ppt/notesMasters/notesMaster1.xml" Id="R9ab6d01873de433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c330b41721645dd" /><Relationship Type="http://schemas.openxmlformats.org/officeDocument/2006/relationships/notesMaster" Target="/ppt/notesMasters/notesMaster1.xml" Id="R64bea8254f0c432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4b7162308394571" /><Relationship Type="http://schemas.openxmlformats.org/officeDocument/2006/relationships/notesMaster" Target="/ppt/notesMasters/notesMaster1.xml" Id="R7692e0d0ba2341c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70e1621f8e54a1e" /><Relationship Type="http://schemas.openxmlformats.org/officeDocument/2006/relationships/notesMaster" Target="/ppt/notesMasters/notesMaster1.xml" Id="Rf76f9db9f0a2481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276c01b33434a84" /><Relationship Type="http://schemas.openxmlformats.org/officeDocument/2006/relationships/notesMaster" Target="/ppt/notesMasters/notesMaster1.xml" Id="R9597981ecf814ad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baa7adfb14d4206" /><Relationship Type="http://schemas.openxmlformats.org/officeDocument/2006/relationships/notesMaster" Target="/ppt/notesMasters/notesMaster1.xml" Id="R5235fb36da4e4e9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ff702e0576e49f9" /><Relationship Type="http://schemas.openxmlformats.org/officeDocument/2006/relationships/notesMaster" Target="/ppt/notesMasters/notesMaster1.xml" Id="R995b2fd3af8f4c0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47fcfd1a05f4e70" /><Relationship Type="http://schemas.openxmlformats.org/officeDocument/2006/relationships/notesMaster" Target="/ppt/notesMasters/notesMaster1.xml" Id="R93dfaece010b419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d252e5bae6e4a82" /><Relationship Type="http://schemas.openxmlformats.org/officeDocument/2006/relationships/notesMaster" Target="/ppt/notesMasters/notesMaster1.xml" Id="R0b683c7e25bc45c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f9cd15828e447f3" /><Relationship Type="http://schemas.openxmlformats.org/officeDocument/2006/relationships/notesMaster" Target="/ppt/notesMasters/notesMaster1.xml" Id="Ra1b63770c230481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a5932efdbb94cc5" /><Relationship Type="http://schemas.openxmlformats.org/officeDocument/2006/relationships/notesMaster" Target="/ppt/notesMasters/notesMaster1.xml" Id="R1143faf04e7c4fa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65e1753dbb049d9" /><Relationship Type="http://schemas.openxmlformats.org/officeDocument/2006/relationships/notesMaster" Target="/ppt/notesMasters/notesMaster1.xml" Id="Re1e667f402a5464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89468f1dc424b86" /><Relationship Type="http://schemas.openxmlformats.org/officeDocument/2006/relationships/notesMaster" Target="/ppt/notesMasters/notesMaster1.xml" Id="Rb5d15335d016460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48d03676c414a90" /><Relationship Type="http://schemas.openxmlformats.org/officeDocument/2006/relationships/notesMaster" Target="/ppt/notesMasters/notesMaster1.xml" Id="R729d6a0c41d84c1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5daf016a0fe4faf" /><Relationship Type="http://schemas.openxmlformats.org/officeDocument/2006/relationships/notesMaster" Target="/ppt/notesMasters/notesMaster1.xml" Id="Ree770ea6be814fa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1346765951a4c48" /><Relationship Type="http://schemas.openxmlformats.org/officeDocument/2006/relationships/notesMaster" Target="/ppt/notesMasters/notesMaster1.xml" Id="R2590e0fab2fe44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matrix multiplication.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eeca365a4342fa" /><Relationship Type="http://schemas.openxmlformats.org/officeDocument/2006/relationships/image" Target="/ppt/media/image.png" Id="Rb445e62fb61645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2b7c6f688741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a1b9061b1c4a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abad614e6d40ac" /><Relationship Type="http://schemas.openxmlformats.org/officeDocument/2006/relationships/image" Target="/ppt/media/image.png" Id="R772dff1cf0544c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8d8c6c73b948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9418e43255473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0408e21ffc249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94c9559b2364619" /><Relationship Type="http://schemas.openxmlformats.org/officeDocument/2006/relationships/image" Target="/ppt/media/image.png" Id="Re1952cc919364a8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2765e106319407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6ffa3e307ee4f9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e7bea53bed242b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1b7795df650421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813093416" name=""/>
          <p:cNvPicPr>
            <a:picLocks xmlns:a="http://schemas.openxmlformats.org/drawingml/2006/main" noChangeAspect="1"/>
          </p:cNvPicPr>
          <p:nvPr/>
        </p:nvPicPr>
        <p:blipFill rotWithShape="1">
          <a:blip xmlns:r="http://schemas.openxmlformats.org/officeDocument/2006/relationships" xmlns:a="http://schemas.openxmlformats.org/drawingml/2006/main" r:embed="Rb445e62fb6164569">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376226510" name="">
            <a:extLst xmlns:a="http://schemas.openxmlformats.org/drawingml/2006/main">
              <a:ext uri="{FF2B5EF4-FFF2-40B4-BE49-F238E27FC236}">
                <a16:creationId xmlns:a16="http://schemas.microsoft.com/office/drawing/2014/main" id="{DC00993E-89B3-4479-8ABD-FF8926F6BD1D}"/>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5080443" name="Title 1">
            <a:extLst xmlns:a="http://schemas.openxmlformats.org/drawingml/2006/main">
              <a:ext uri="{FF2B5EF4-FFF2-40B4-BE49-F238E27FC236}">
                <a16:creationId xmlns:a16="http://schemas.microsoft.com/office/drawing/2014/main" id="{8C8123E7-AC5F-4D1F-BE94-8337E13D677B}"/>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728568006" name="Subtitle 2">
            <a:extLst xmlns:a="http://schemas.openxmlformats.org/drawingml/2006/main">
              <a:ext uri="{FF2B5EF4-FFF2-40B4-BE49-F238E27FC236}">
                <a16:creationId xmlns:a16="http://schemas.microsoft.com/office/drawing/2014/main" id="{F7BDE10F-BF4F-4CA8-BBC9-0471A3578244}"/>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813093414" name="Date Placeholder 3">
            <a:extLst xmlns:a="http://schemas.openxmlformats.org/drawingml/2006/main">
              <a:ext uri="{FF2B5EF4-FFF2-40B4-BE49-F238E27FC236}">
                <a16:creationId xmlns:a16="http://schemas.microsoft.com/office/drawing/2014/main" id="{8F132BFF-6C94-4A3B-86C1-2E2A8A1B2C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76905005" name="Footer Placeholder 4">
            <a:extLst xmlns:a="http://schemas.openxmlformats.org/drawingml/2006/main">
              <a:ext uri="{FF2B5EF4-FFF2-40B4-BE49-F238E27FC236}">
                <a16:creationId xmlns:a16="http://schemas.microsoft.com/office/drawing/2014/main" id="{2614F23B-0FF1-4975-A264-9465C3F523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11355376" name="Slide Number Placeholder 5">
            <a:extLst xmlns:a="http://schemas.openxmlformats.org/drawingml/2006/main">
              <a:ext uri="{FF2B5EF4-FFF2-40B4-BE49-F238E27FC236}">
                <a16:creationId xmlns:a16="http://schemas.microsoft.com/office/drawing/2014/main" id="{C6EBE96E-3421-48E8-91E6-BD60DCE55B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692214" name="Rectangle 640957806">
            <a:extLst xmlns:a="http://schemas.openxmlformats.org/drawingml/2006/main">
              <a:ext uri="{FF2B5EF4-FFF2-40B4-BE49-F238E27FC236}">
                <a16:creationId xmlns:a16="http://schemas.microsoft.com/office/drawing/2014/main" id="{95C28EB8-55A0-4A34-B159-EE438BF8E1FD}"/>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306536002" name="Title 1">
            <a:extLst xmlns:a="http://schemas.openxmlformats.org/drawingml/2006/main">
              <a:ext uri="{FF2B5EF4-FFF2-40B4-BE49-F238E27FC236}">
                <a16:creationId xmlns:a16="http://schemas.microsoft.com/office/drawing/2014/main" id="{64DE04C9-8D2A-415E-A1FE-3990FB11334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22116656" name="Content Placeholder 2">
            <a:extLst xmlns:a="http://schemas.openxmlformats.org/drawingml/2006/main">
              <a:ext uri="{FF2B5EF4-FFF2-40B4-BE49-F238E27FC236}">
                <a16:creationId xmlns:a16="http://schemas.microsoft.com/office/drawing/2014/main" id="{8DFC1DDC-FBFE-46CE-BED5-CE25DEA0FBC1}"/>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68707016" name="Date Placeholder 3">
            <a:extLst xmlns:a="http://schemas.openxmlformats.org/drawingml/2006/main">
              <a:ext uri="{FF2B5EF4-FFF2-40B4-BE49-F238E27FC236}">
                <a16:creationId xmlns:a16="http://schemas.microsoft.com/office/drawing/2014/main" id="{680789EB-C261-4788-9FA2-FD3E4B0E8B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74598802" name="Footer Placeholder 4">
            <a:extLst xmlns:a="http://schemas.openxmlformats.org/drawingml/2006/main">
              <a:ext uri="{FF2B5EF4-FFF2-40B4-BE49-F238E27FC236}">
                <a16:creationId xmlns:a16="http://schemas.microsoft.com/office/drawing/2014/main" id="{161DB2C0-8A2B-4FE4-B2F0-1B49A502C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9594494" name="Slide Number Placeholder 5">
            <a:extLst xmlns:a="http://schemas.openxmlformats.org/drawingml/2006/main">
              <a:ext uri="{FF2B5EF4-FFF2-40B4-BE49-F238E27FC236}">
                <a16:creationId xmlns:a16="http://schemas.microsoft.com/office/drawing/2014/main" id="{51403BE5-14E4-4632-BC0C-0270EF7A92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79750812" name="Rectangle 640957806">
            <a:extLst xmlns:a="http://schemas.openxmlformats.org/drawingml/2006/main">
              <a:ext uri="{FF2B5EF4-FFF2-40B4-BE49-F238E27FC236}">
                <a16:creationId xmlns:a16="http://schemas.microsoft.com/office/drawing/2014/main" id="{981450D8-97F5-4C11-AD7C-818C3F84864A}"/>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37136548" name="Title 1">
            <a:extLst xmlns:a="http://schemas.openxmlformats.org/drawingml/2006/main">
              <a:ext uri="{FF2B5EF4-FFF2-40B4-BE49-F238E27FC236}">
                <a16:creationId xmlns:a16="http://schemas.microsoft.com/office/drawing/2014/main" id="{D9774569-EA34-472F-824A-324D513BEDA8}"/>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484215758" name="Content Placeholder 2">
            <a:extLst xmlns:a="http://schemas.openxmlformats.org/drawingml/2006/main">
              <a:ext uri="{FF2B5EF4-FFF2-40B4-BE49-F238E27FC236}">
                <a16:creationId xmlns:a16="http://schemas.microsoft.com/office/drawing/2014/main" id="{AFA6ABAF-74D9-48A9-BBE2-3383C64CDFB3}"/>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3479072" name="Date Placeholder 3">
            <a:extLst xmlns:a="http://schemas.openxmlformats.org/drawingml/2006/main">
              <a:ext uri="{FF2B5EF4-FFF2-40B4-BE49-F238E27FC236}">
                <a16:creationId xmlns:a16="http://schemas.microsoft.com/office/drawing/2014/main" id="{ED892014-CAF6-43BA-AA1F-AE9E49DF22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264382992" name="Footer Placeholder 4">
            <a:extLst xmlns:a="http://schemas.openxmlformats.org/drawingml/2006/main">
              <a:ext uri="{FF2B5EF4-FFF2-40B4-BE49-F238E27FC236}">
                <a16:creationId xmlns:a16="http://schemas.microsoft.com/office/drawing/2014/main" id="{0D238C49-9208-4E25-AE3F-DD0C9560A4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87632979" name="Slide Number Placeholder 5">
            <a:extLst xmlns:a="http://schemas.openxmlformats.org/drawingml/2006/main">
              <a:ext uri="{FF2B5EF4-FFF2-40B4-BE49-F238E27FC236}">
                <a16:creationId xmlns:a16="http://schemas.microsoft.com/office/drawing/2014/main" id="{01DE0BCA-5539-4244-B745-E983AAA60F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65163985" name="Rectangle 640957806">
            <a:extLst xmlns:a="http://schemas.openxmlformats.org/drawingml/2006/main">
              <a:ext uri="{FF2B5EF4-FFF2-40B4-BE49-F238E27FC236}">
                <a16:creationId xmlns:a16="http://schemas.microsoft.com/office/drawing/2014/main" id="{DB07A3F1-C9A4-4C20-8393-83C766AFDA4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46880101" name=""/>
          <p:cNvPicPr>
            <a:picLocks xmlns:a="http://schemas.openxmlformats.org/drawingml/2006/main" noChangeAspect="1"/>
          </p:cNvPicPr>
          <p:nvPr/>
        </p:nvPicPr>
        <p:blipFill rotWithShape="1">
          <a:blip xmlns:r="http://schemas.openxmlformats.org/officeDocument/2006/relationships" xmlns:a="http://schemas.openxmlformats.org/drawingml/2006/main" r:embed="R772dff1cf0544ca4">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76668864" name="Title 1">
            <a:extLst xmlns:a="http://schemas.openxmlformats.org/drawingml/2006/main">
              <a:ext uri="{FF2B5EF4-FFF2-40B4-BE49-F238E27FC236}">
                <a16:creationId xmlns:a16="http://schemas.microsoft.com/office/drawing/2014/main" id="{BB941FC2-85CE-4C84-BC13-74F6A1445097}"/>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4030295" name="Text Placeholder 2">
            <a:extLst xmlns:a="http://schemas.openxmlformats.org/drawingml/2006/main">
              <a:ext uri="{FF2B5EF4-FFF2-40B4-BE49-F238E27FC236}">
                <a16:creationId xmlns:a16="http://schemas.microsoft.com/office/drawing/2014/main" id="{300992D2-A7A7-46DF-81A6-A03B75E91EDD}"/>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685578883" name="Date Placeholder 3">
            <a:extLst xmlns:a="http://schemas.openxmlformats.org/drawingml/2006/main">
              <a:ext uri="{FF2B5EF4-FFF2-40B4-BE49-F238E27FC236}">
                <a16:creationId xmlns:a16="http://schemas.microsoft.com/office/drawing/2014/main" id="{294118ED-DE19-4467-A003-CBB74A9D75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6880099" name="Footer Placeholder 4">
            <a:extLst xmlns:a="http://schemas.openxmlformats.org/drawingml/2006/main">
              <a:ext uri="{FF2B5EF4-FFF2-40B4-BE49-F238E27FC236}">
                <a16:creationId xmlns:a16="http://schemas.microsoft.com/office/drawing/2014/main" id="{E8F30938-A475-4949-804E-F918F2FEDA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62172429" name="Slide Number Placeholder 5">
            <a:extLst xmlns:a="http://schemas.openxmlformats.org/drawingml/2006/main">
              <a:ext uri="{FF2B5EF4-FFF2-40B4-BE49-F238E27FC236}">
                <a16:creationId xmlns:a16="http://schemas.microsoft.com/office/drawing/2014/main" id="{D30EB38C-F060-4731-9743-C1D60B9089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708351068" name="Rectangle 640957806">
            <a:extLst xmlns:a="http://schemas.openxmlformats.org/drawingml/2006/main">
              <a:ext uri="{FF2B5EF4-FFF2-40B4-BE49-F238E27FC236}">
                <a16:creationId xmlns:a16="http://schemas.microsoft.com/office/drawing/2014/main" id="{0B8C6558-D8F6-40C1-9547-FA11CA840A7F}"/>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831284119" name="Title 1">
            <a:extLst xmlns:a="http://schemas.openxmlformats.org/drawingml/2006/main">
              <a:ext uri="{FF2B5EF4-FFF2-40B4-BE49-F238E27FC236}">
                <a16:creationId xmlns:a16="http://schemas.microsoft.com/office/drawing/2014/main" id="{F019177E-B103-46E4-BC65-45DD8752D0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47708642" name="Content Placeholder 2">
            <a:extLst xmlns:a="http://schemas.openxmlformats.org/drawingml/2006/main">
              <a:ext uri="{FF2B5EF4-FFF2-40B4-BE49-F238E27FC236}">
                <a16:creationId xmlns:a16="http://schemas.microsoft.com/office/drawing/2014/main" id="{DB86CC8F-91DD-4696-B93C-65CFC5B4B1E3}"/>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28303294" name="Content Placeholder 3">
            <a:extLst xmlns:a="http://schemas.openxmlformats.org/drawingml/2006/main">
              <a:ext uri="{FF2B5EF4-FFF2-40B4-BE49-F238E27FC236}">
                <a16:creationId xmlns:a16="http://schemas.microsoft.com/office/drawing/2014/main" id="{3AFFD64D-B615-4F2B-861E-0046905624DF}"/>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63486738" name="Date Placeholder 4">
            <a:extLst xmlns:a="http://schemas.openxmlformats.org/drawingml/2006/main">
              <a:ext uri="{FF2B5EF4-FFF2-40B4-BE49-F238E27FC236}">
                <a16:creationId xmlns:a16="http://schemas.microsoft.com/office/drawing/2014/main" id="{630FDE88-9787-4FF5-83C7-34604AC09C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17275645" name="Footer Placeholder 5">
            <a:extLst xmlns:a="http://schemas.openxmlformats.org/drawingml/2006/main">
              <a:ext uri="{FF2B5EF4-FFF2-40B4-BE49-F238E27FC236}">
                <a16:creationId xmlns:a16="http://schemas.microsoft.com/office/drawing/2014/main" id="{52DFE7EA-D4F6-4BE0-A401-F489AFE6AF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61623890" name="Slide Number Placeholder 6">
            <a:extLst xmlns:a="http://schemas.openxmlformats.org/drawingml/2006/main">
              <a:ext uri="{FF2B5EF4-FFF2-40B4-BE49-F238E27FC236}">
                <a16:creationId xmlns:a16="http://schemas.microsoft.com/office/drawing/2014/main" id="{D2AC7AAD-6F5A-43D9-9865-C8C21C3540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090699181" name="Rectangle 640957806">
            <a:extLst xmlns:a="http://schemas.openxmlformats.org/drawingml/2006/main">
              <a:ext uri="{FF2B5EF4-FFF2-40B4-BE49-F238E27FC236}">
                <a16:creationId xmlns:a16="http://schemas.microsoft.com/office/drawing/2014/main" id="{C85D03AC-E6EA-4A4B-AE29-A2B4B817FCB2}"/>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503349187" name="Title 1">
            <a:extLst xmlns:a="http://schemas.openxmlformats.org/drawingml/2006/main">
              <a:ext uri="{FF2B5EF4-FFF2-40B4-BE49-F238E27FC236}">
                <a16:creationId xmlns:a16="http://schemas.microsoft.com/office/drawing/2014/main" id="{B7961CFF-501C-4A69-94A0-C113B4942C2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673384808" name="Text Placeholder 2">
            <a:extLst xmlns:a="http://schemas.openxmlformats.org/drawingml/2006/main">
              <a:ext uri="{FF2B5EF4-FFF2-40B4-BE49-F238E27FC236}">
                <a16:creationId xmlns:a16="http://schemas.microsoft.com/office/drawing/2014/main" id="{7AF5B55D-2906-4747-A4E5-27C41F3F0701}"/>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813899825" name="Content Placeholder 3">
            <a:extLst xmlns:a="http://schemas.openxmlformats.org/drawingml/2006/main">
              <a:ext uri="{FF2B5EF4-FFF2-40B4-BE49-F238E27FC236}">
                <a16:creationId xmlns:a16="http://schemas.microsoft.com/office/drawing/2014/main" id="{2433B6BD-5F5B-482A-BC7D-41AC7AA09F0C}"/>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41621740" name="Text Placeholder 4">
            <a:extLst xmlns:a="http://schemas.openxmlformats.org/drawingml/2006/main">
              <a:ext uri="{FF2B5EF4-FFF2-40B4-BE49-F238E27FC236}">
                <a16:creationId xmlns:a16="http://schemas.microsoft.com/office/drawing/2014/main" id="{79D3EBD1-31F6-4C07-A2AC-731413BD4A46}"/>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603232800" name="Content Placeholder 5">
            <a:extLst xmlns:a="http://schemas.openxmlformats.org/drawingml/2006/main">
              <a:ext uri="{FF2B5EF4-FFF2-40B4-BE49-F238E27FC236}">
                <a16:creationId xmlns:a16="http://schemas.microsoft.com/office/drawing/2014/main" id="{22D850BB-8690-4FEB-9E7A-8E95670051A9}"/>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66546693" name="Date Placeholder 6">
            <a:extLst xmlns:a="http://schemas.openxmlformats.org/drawingml/2006/main">
              <a:ext uri="{FF2B5EF4-FFF2-40B4-BE49-F238E27FC236}">
                <a16:creationId xmlns:a16="http://schemas.microsoft.com/office/drawing/2014/main" id="{3B5C5469-771B-4A67-975D-131387080D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9915976" name="Footer Placeholder 7">
            <a:extLst xmlns:a="http://schemas.openxmlformats.org/drawingml/2006/main">
              <a:ext uri="{FF2B5EF4-FFF2-40B4-BE49-F238E27FC236}">
                <a16:creationId xmlns:a16="http://schemas.microsoft.com/office/drawing/2014/main" id="{C5D8DC41-0515-439A-A220-BF5C143E13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09250643" name="Slide Number Placeholder 8">
            <a:extLst xmlns:a="http://schemas.openxmlformats.org/drawingml/2006/main">
              <a:ext uri="{FF2B5EF4-FFF2-40B4-BE49-F238E27FC236}">
                <a16:creationId xmlns:a16="http://schemas.microsoft.com/office/drawing/2014/main" id="{6338B4F1-477E-4A23-8E01-5FC6A7842B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740794959" name="Rectangle 640957806">
            <a:extLst xmlns:a="http://schemas.openxmlformats.org/drawingml/2006/main">
              <a:ext uri="{FF2B5EF4-FFF2-40B4-BE49-F238E27FC236}">
                <a16:creationId xmlns:a16="http://schemas.microsoft.com/office/drawing/2014/main" id="{1BE7A509-5C80-4B66-8237-E193B9260C3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6710004" name="Title 1">
            <a:extLst xmlns:a="http://schemas.openxmlformats.org/drawingml/2006/main">
              <a:ext uri="{FF2B5EF4-FFF2-40B4-BE49-F238E27FC236}">
                <a16:creationId xmlns:a16="http://schemas.microsoft.com/office/drawing/2014/main" id="{CF6953C8-98E2-48D1-B6AF-731C739D40D1}"/>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812979175" name="Picture Placeholder 2">
            <a:extLst xmlns:a="http://schemas.openxmlformats.org/drawingml/2006/main">
              <a:ext uri="{FF2B5EF4-FFF2-40B4-BE49-F238E27FC236}">
                <a16:creationId xmlns:a16="http://schemas.microsoft.com/office/drawing/2014/main" id="{985D08BE-4F00-41BE-88AD-53E97D2C6310}"/>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329978563" name="Text Placeholder 3">
            <a:extLst xmlns:a="http://schemas.openxmlformats.org/drawingml/2006/main">
              <a:ext uri="{FF2B5EF4-FFF2-40B4-BE49-F238E27FC236}">
                <a16:creationId xmlns:a16="http://schemas.microsoft.com/office/drawing/2014/main" id="{D954D86E-7C81-4274-B8F5-DCC7495D916F}"/>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135320596" name="Date Placeholder 4">
            <a:extLst xmlns:a="http://schemas.openxmlformats.org/drawingml/2006/main">
              <a:ext uri="{FF2B5EF4-FFF2-40B4-BE49-F238E27FC236}">
                <a16:creationId xmlns:a16="http://schemas.microsoft.com/office/drawing/2014/main" id="{B270000B-6637-46FB-969C-FE9511BB8A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995351127" name="Footer Placeholder 5">
            <a:extLst xmlns:a="http://schemas.openxmlformats.org/drawingml/2006/main">
              <a:ext uri="{FF2B5EF4-FFF2-40B4-BE49-F238E27FC236}">
                <a16:creationId xmlns:a16="http://schemas.microsoft.com/office/drawing/2014/main" id="{8BBC5132-CE8E-427C-992D-EFF1BD6466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83767823" name="Slide Number Placeholder 6">
            <a:extLst xmlns:a="http://schemas.openxmlformats.org/drawingml/2006/main">
              <a:ext uri="{FF2B5EF4-FFF2-40B4-BE49-F238E27FC236}">
                <a16:creationId xmlns:a16="http://schemas.microsoft.com/office/drawing/2014/main" id="{7FB39D56-B7E3-415B-80FB-993E1CAC4C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85262133" name="Rectangle 640957806">
            <a:extLst xmlns:a="http://schemas.openxmlformats.org/drawingml/2006/main">
              <a:ext uri="{FF2B5EF4-FFF2-40B4-BE49-F238E27FC236}">
                <a16:creationId xmlns:a16="http://schemas.microsoft.com/office/drawing/2014/main" id="{A0680FA6-E40E-40D1-8B1C-E76F6C7006EE}"/>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59698599" name=""/>
          <p:cNvPicPr>
            <a:picLocks xmlns:a="http://schemas.openxmlformats.org/drawingml/2006/main" noChangeAspect="1"/>
          </p:cNvPicPr>
          <p:nvPr/>
        </p:nvPicPr>
        <p:blipFill rotWithShape="1">
          <a:blip xmlns:r="http://schemas.openxmlformats.org/officeDocument/2006/relationships" xmlns:a="http://schemas.openxmlformats.org/drawingml/2006/main" r:embed="Re1952cc919364a81">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154013676" name="Title 1">
            <a:extLst xmlns:a="http://schemas.openxmlformats.org/drawingml/2006/main">
              <a:ext uri="{FF2B5EF4-FFF2-40B4-BE49-F238E27FC236}">
                <a16:creationId xmlns:a16="http://schemas.microsoft.com/office/drawing/2014/main" id="{B81ACA3C-F97F-4CF0-915E-D213A6CBEE3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2059698597" name="Date Placeholder 2">
            <a:extLst xmlns:a="http://schemas.openxmlformats.org/drawingml/2006/main">
              <a:ext uri="{FF2B5EF4-FFF2-40B4-BE49-F238E27FC236}">
                <a16:creationId xmlns:a16="http://schemas.microsoft.com/office/drawing/2014/main" id="{25B6AC54-A459-44E8-9C31-4C8F328727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62420660" name="Footer Placeholder 3">
            <a:extLst xmlns:a="http://schemas.openxmlformats.org/drawingml/2006/main">
              <a:ext uri="{FF2B5EF4-FFF2-40B4-BE49-F238E27FC236}">
                <a16:creationId xmlns:a16="http://schemas.microsoft.com/office/drawing/2014/main" id="{2DF8E2C7-443C-4750-B55A-DC40C59031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8300739" name="Slide Number Placeholder 4">
            <a:extLst xmlns:a="http://schemas.openxmlformats.org/drawingml/2006/main">
              <a:ext uri="{FF2B5EF4-FFF2-40B4-BE49-F238E27FC236}">
                <a16:creationId xmlns:a16="http://schemas.microsoft.com/office/drawing/2014/main" id="{8AAC88F4-85C6-4C26-9ACE-4D95598E89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137087242" name="Date Placeholder 1">
            <a:extLst xmlns:a="http://schemas.openxmlformats.org/drawingml/2006/main">
              <a:ext uri="{FF2B5EF4-FFF2-40B4-BE49-F238E27FC236}">
                <a16:creationId xmlns:a16="http://schemas.microsoft.com/office/drawing/2014/main" id="{646E6D68-CA67-4290-885D-A15FBA0EB8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965942678" name="Footer Placeholder 2">
            <a:extLst xmlns:a="http://schemas.openxmlformats.org/drawingml/2006/main">
              <a:ext uri="{FF2B5EF4-FFF2-40B4-BE49-F238E27FC236}">
                <a16:creationId xmlns:a16="http://schemas.microsoft.com/office/drawing/2014/main" id="{F03F527E-3D91-470C-9E9D-8036055B39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24647100" name="Slide Number Placeholder 3">
            <a:extLst xmlns:a="http://schemas.openxmlformats.org/drawingml/2006/main">
              <a:ext uri="{FF2B5EF4-FFF2-40B4-BE49-F238E27FC236}">
                <a16:creationId xmlns:a16="http://schemas.microsoft.com/office/drawing/2014/main" id="{8F61961F-41B4-4389-B8CA-097C8E91EF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583169276" name="Title 1">
            <a:extLst xmlns:a="http://schemas.openxmlformats.org/drawingml/2006/main">
              <a:ext uri="{FF2B5EF4-FFF2-40B4-BE49-F238E27FC236}">
                <a16:creationId xmlns:a16="http://schemas.microsoft.com/office/drawing/2014/main" id="{36023E23-E782-4253-93BA-4507C3F1006A}"/>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24033813" name="Content Placeholder 2">
            <a:extLst xmlns:a="http://schemas.openxmlformats.org/drawingml/2006/main">
              <a:ext uri="{FF2B5EF4-FFF2-40B4-BE49-F238E27FC236}">
                <a16:creationId xmlns:a16="http://schemas.microsoft.com/office/drawing/2014/main" id="{B1C79B5C-3804-407F-9E3A-91954E4146E2}"/>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19761829" name="Text Placeholder 3">
            <a:extLst xmlns:a="http://schemas.openxmlformats.org/drawingml/2006/main">
              <a:ext uri="{FF2B5EF4-FFF2-40B4-BE49-F238E27FC236}">
                <a16:creationId xmlns:a16="http://schemas.microsoft.com/office/drawing/2014/main" id="{47E06203-B086-4139-9E5E-500C534BB5D8}"/>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794403817" name="Date Placeholder 4">
            <a:extLst xmlns:a="http://schemas.openxmlformats.org/drawingml/2006/main">
              <a:ext uri="{FF2B5EF4-FFF2-40B4-BE49-F238E27FC236}">
                <a16:creationId xmlns:a16="http://schemas.microsoft.com/office/drawing/2014/main" id="{CDD0CA4E-4A7A-45C7-8285-858D5672B1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04011208" name="Footer Placeholder 5">
            <a:extLst xmlns:a="http://schemas.openxmlformats.org/drawingml/2006/main">
              <a:ext uri="{FF2B5EF4-FFF2-40B4-BE49-F238E27FC236}">
                <a16:creationId xmlns:a16="http://schemas.microsoft.com/office/drawing/2014/main" id="{FA81DAD3-565A-416E-A9BF-2E91D65062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39536781" name="Slide Number Placeholder 6">
            <a:extLst xmlns:a="http://schemas.openxmlformats.org/drawingml/2006/main">
              <a:ext uri="{FF2B5EF4-FFF2-40B4-BE49-F238E27FC236}">
                <a16:creationId xmlns:a16="http://schemas.microsoft.com/office/drawing/2014/main" id="{E4A3034C-B2E2-45EF-8292-B30CFE3708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2085798320" name="Title 1">
            <a:extLst xmlns:a="http://schemas.openxmlformats.org/drawingml/2006/main">
              <a:ext uri="{FF2B5EF4-FFF2-40B4-BE49-F238E27FC236}">
                <a16:creationId xmlns:a16="http://schemas.microsoft.com/office/drawing/2014/main" id="{210C8C3F-E62C-4BD0-B461-C9049D8EE7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558917028" name="Vertical Text Placeholder 2">
            <a:extLst xmlns:a="http://schemas.openxmlformats.org/drawingml/2006/main">
              <a:ext uri="{FF2B5EF4-FFF2-40B4-BE49-F238E27FC236}">
                <a16:creationId xmlns:a16="http://schemas.microsoft.com/office/drawing/2014/main" id="{713507A2-73C1-4AF3-B354-4425EA78157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04763708" name="Date Placeholder 3">
            <a:extLst xmlns:a="http://schemas.openxmlformats.org/drawingml/2006/main">
              <a:ext uri="{FF2B5EF4-FFF2-40B4-BE49-F238E27FC236}">
                <a16:creationId xmlns:a16="http://schemas.microsoft.com/office/drawing/2014/main" id="{021D5A42-661C-4450-A0D9-4CB02E365C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04146696" name="Footer Placeholder 4">
            <a:extLst xmlns:a="http://schemas.openxmlformats.org/drawingml/2006/main">
              <a:ext uri="{FF2B5EF4-FFF2-40B4-BE49-F238E27FC236}">
                <a16:creationId xmlns:a16="http://schemas.microsoft.com/office/drawing/2014/main" id="{37E352B4-2F84-4B90-807E-96DF4735D7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39991883" name="Slide Number Placeholder 5">
            <a:extLst xmlns:a="http://schemas.openxmlformats.org/drawingml/2006/main">
              <a:ext uri="{FF2B5EF4-FFF2-40B4-BE49-F238E27FC236}">
                <a16:creationId xmlns:a16="http://schemas.microsoft.com/office/drawing/2014/main" id="{F468DDAD-C9D3-48B9-9524-52FCAE5470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019597732" name="Vertical Title 1">
            <a:extLst xmlns:a="http://schemas.openxmlformats.org/drawingml/2006/main">
              <a:ext uri="{FF2B5EF4-FFF2-40B4-BE49-F238E27FC236}">
                <a16:creationId xmlns:a16="http://schemas.microsoft.com/office/drawing/2014/main" id="{50D5A2A5-3118-476B-8C57-B6778302785B}"/>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2082584654" name="Vertical Text Placeholder 2">
            <a:extLst xmlns:a="http://schemas.openxmlformats.org/drawingml/2006/main">
              <a:ext uri="{FF2B5EF4-FFF2-40B4-BE49-F238E27FC236}">
                <a16:creationId xmlns:a16="http://schemas.microsoft.com/office/drawing/2014/main" id="{AB63B2CF-7AB0-485B-BFEC-04F5DD5F6A04}"/>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11978330" name="Date Placeholder 3">
            <a:extLst xmlns:a="http://schemas.openxmlformats.org/drawingml/2006/main">
              <a:ext uri="{FF2B5EF4-FFF2-40B4-BE49-F238E27FC236}">
                <a16:creationId xmlns:a16="http://schemas.microsoft.com/office/drawing/2014/main" id="{EB307D3B-FCA1-4E56-B55F-ACF108C658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43728069" name="Footer Placeholder 4">
            <a:extLst xmlns:a="http://schemas.openxmlformats.org/drawingml/2006/main">
              <a:ext uri="{FF2B5EF4-FFF2-40B4-BE49-F238E27FC236}">
                <a16:creationId xmlns:a16="http://schemas.microsoft.com/office/drawing/2014/main" id="{C4E18E11-F067-4EF5-B3D6-9D6A36BDB1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86087510" name="Slide Number Placeholder 5">
            <a:extLst xmlns:a="http://schemas.openxmlformats.org/drawingml/2006/main">
              <a:ext uri="{FF2B5EF4-FFF2-40B4-BE49-F238E27FC236}">
                <a16:creationId xmlns:a16="http://schemas.microsoft.com/office/drawing/2014/main" id="{B691393A-D25E-436B-BDCD-1BE45DD7C7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247dd19f894444" /><Relationship Type="http://schemas.openxmlformats.org/officeDocument/2006/relationships/slideLayout" Target="/ppt/slideLayouts/slideLayout1.xml" Id="Rc15550f9ed774dea" /><Relationship Type="http://schemas.openxmlformats.org/officeDocument/2006/relationships/slideLayout" Target="/ppt/slideLayouts/slideLayout2.xml" Id="R98a647ab831c4e6b" /><Relationship Type="http://schemas.openxmlformats.org/officeDocument/2006/relationships/slideLayout" Target="/ppt/slideLayouts/slideLayout3.xml" Id="Re1a722e9b4ca46ad" /><Relationship Type="http://schemas.openxmlformats.org/officeDocument/2006/relationships/slideLayout" Target="/ppt/slideLayouts/slideLayout4.xml" Id="Rc4e5df5e407146de" /><Relationship Type="http://schemas.openxmlformats.org/officeDocument/2006/relationships/slideLayout" Target="/ppt/slideLayouts/slideLayout5.xml" Id="R1990b5cf1ebd4450" /><Relationship Type="http://schemas.openxmlformats.org/officeDocument/2006/relationships/slideLayout" Target="/ppt/slideLayouts/slideLayout6.xml" Id="Rcf7caba2c0d34142" /><Relationship Type="http://schemas.openxmlformats.org/officeDocument/2006/relationships/slideLayout" Target="/ppt/slideLayouts/slideLayout7.xml" Id="Rc559eef2b3c34689" /><Relationship Type="http://schemas.openxmlformats.org/officeDocument/2006/relationships/slideLayout" Target="/ppt/slideLayouts/slideLayout8.xml" Id="R2e4dd9dbc7874d20" /><Relationship Type="http://schemas.openxmlformats.org/officeDocument/2006/relationships/slideLayout" Target="/ppt/slideLayouts/slideLayout9.xml" Id="R418a6929d83e4459" /><Relationship Type="http://schemas.openxmlformats.org/officeDocument/2006/relationships/slideLayout" Target="/ppt/slideLayouts/slideLayout10.xml" Id="Rf77d4497fe164881" /><Relationship Type="http://schemas.openxmlformats.org/officeDocument/2006/relationships/slideLayout" Target="/ppt/slideLayouts/slideLayout11.xml" Id="R6c7aee0d51e346cc" /><Relationship Type="http://schemas.openxmlformats.org/officeDocument/2006/relationships/slideLayout" Target="/ppt/slideLayouts/slideLayout12.xml" Id="R8589222038a749eb"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82677872" name="Title Placeholder 1">
            <a:extLst xmlns:a="http://schemas.openxmlformats.org/drawingml/2006/main">
              <a:ext uri="{FF2B5EF4-FFF2-40B4-BE49-F238E27FC236}">
                <a16:creationId xmlns:a16="http://schemas.microsoft.com/office/drawing/2014/main" id="{23C1E791-9A57-442B-AE01-D8DBE72AE733}"/>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215219570" name="Text Placeholder 2">
            <a:extLst xmlns:a="http://schemas.openxmlformats.org/drawingml/2006/main">
              <a:ext uri="{FF2B5EF4-FFF2-40B4-BE49-F238E27FC236}">
                <a16:creationId xmlns:a16="http://schemas.microsoft.com/office/drawing/2014/main" id="{B153D227-CC22-4745-ACE6-E4F7720A3741}"/>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11037293" name="Date Placeholder 3">
            <a:extLst xmlns:a="http://schemas.openxmlformats.org/drawingml/2006/main">
              <a:ext uri="{FF2B5EF4-FFF2-40B4-BE49-F238E27FC236}">
                <a16:creationId xmlns:a16="http://schemas.microsoft.com/office/drawing/2014/main" id="{3F2D1B0E-A0CD-455E-A004-A0BC5AE3306E}"/>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648028021" name="Footer Placeholder 4">
            <a:extLst xmlns:a="http://schemas.openxmlformats.org/drawingml/2006/main">
              <a:ext uri="{FF2B5EF4-FFF2-40B4-BE49-F238E27FC236}">
                <a16:creationId xmlns:a16="http://schemas.microsoft.com/office/drawing/2014/main" id="{04A714C1-3625-42D4-B08E-2F6F770FFDFF}"/>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390662702" name="Slide Number Placeholder 5">
            <a:extLst xmlns:a="http://schemas.openxmlformats.org/drawingml/2006/main">
              <a:ext uri="{FF2B5EF4-FFF2-40B4-BE49-F238E27FC236}">
                <a16:creationId xmlns:a16="http://schemas.microsoft.com/office/drawing/2014/main" id="{57D7830D-1DAD-490B-83BE-E35A4FBD11FF}"/>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5550f9ed774dea"/>
    <p:sldLayoutId xmlns:r="http://schemas.openxmlformats.org/officeDocument/2006/relationships" id="2147483650" r:id="R98a647ab831c4e6b"/>
    <p:sldLayoutId xmlns:r="http://schemas.openxmlformats.org/officeDocument/2006/relationships" id="2147483651" r:id="Re1a722e9b4ca46ad"/>
    <p:sldLayoutId xmlns:r="http://schemas.openxmlformats.org/officeDocument/2006/relationships" id="2147483652" r:id="Rc4e5df5e407146de"/>
    <p:sldLayoutId xmlns:r="http://schemas.openxmlformats.org/officeDocument/2006/relationships" id="2147483653" r:id="R1990b5cf1ebd4450"/>
    <p:sldLayoutId xmlns:r="http://schemas.openxmlformats.org/officeDocument/2006/relationships" id="2147483654" r:id="Rcf7caba2c0d34142"/>
    <p:sldLayoutId xmlns:r="http://schemas.openxmlformats.org/officeDocument/2006/relationships" id="2147483655" r:id="Rc559eef2b3c34689"/>
    <p:sldLayoutId xmlns:r="http://schemas.openxmlformats.org/officeDocument/2006/relationships" id="2147483656" r:id="R2e4dd9dbc7874d20"/>
    <p:sldLayoutId xmlns:r="http://schemas.openxmlformats.org/officeDocument/2006/relationships" id="2147483657" r:id="R418a6929d83e4459"/>
    <p:sldLayoutId xmlns:r="http://schemas.openxmlformats.org/officeDocument/2006/relationships" id="2147483658" r:id="Rf77d4497fe164881"/>
    <p:sldLayoutId xmlns:r="http://schemas.openxmlformats.org/officeDocument/2006/relationships" id="2147483659" r:id="R6c7aee0d51e346cc"/>
    <p:sldLayoutId xmlns:r="http://schemas.openxmlformats.org/officeDocument/2006/relationships" id="2147483660" r:id="R8589222038a749eb"/>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7615d98d9440cb" /><Relationship Type="http://schemas.openxmlformats.org/officeDocument/2006/relationships/notesSlide" Target="/ppt/notesSlides/notesSlide1.xml" Id="R062df9ab8f4a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81909722a7438e" /><Relationship Type="http://schemas.openxmlformats.org/officeDocument/2006/relationships/image" Target="/ppt/media/image.jpeg" Id="R274111bb6b414ece" /><Relationship Type="http://schemas.openxmlformats.org/officeDocument/2006/relationships/notesSlide" Target="/ppt/notesSlides/notesSlide2.xml" Id="Rd801ae8850bf44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d20fa1016941c4" /><Relationship Type="http://schemas.openxmlformats.org/officeDocument/2006/relationships/image" Target="/ppt/media/image2.png" Id="R94d02a3762c4408b" /><Relationship Type="http://schemas.openxmlformats.org/officeDocument/2006/relationships/notesSlide" Target="/ppt/notesSlides/notesSlide3.xml" Id="R568e4a3f06e74d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dc8fa3eda04843" /><Relationship Type="http://schemas.openxmlformats.org/officeDocument/2006/relationships/image" Target="/ppt/media/image2.png" Id="R9a2984b4da44483c" /><Relationship Type="http://schemas.openxmlformats.org/officeDocument/2006/relationships/notesSlide" Target="/ppt/notesSlides/notesSlide4.xml" Id="R399d8bf8fd9e45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6c48cfd6234434" /><Relationship Type="http://schemas.openxmlformats.org/officeDocument/2006/relationships/image" Target="/ppt/media/image2.png" Id="R9cf42025dfec4916" /><Relationship Type="http://schemas.openxmlformats.org/officeDocument/2006/relationships/notesSlide" Target="/ppt/notesSlides/notesSlide5.xml" Id="Re9502c3c4db542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8bca1bb7da419f" /><Relationship Type="http://schemas.openxmlformats.org/officeDocument/2006/relationships/notesSlide" Target="/ppt/notesSlides/notesSlide6.xml" Id="Re671cfb2118541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546b5b224446f7" /><Relationship Type="http://schemas.openxmlformats.org/officeDocument/2006/relationships/image" Target="/ppt/media/image3.png" Id="R1b6c56ba860449a2" /><Relationship Type="http://schemas.openxmlformats.org/officeDocument/2006/relationships/image" Target="/ppt/media/image.svg" Id="R5c3b21f8713f4877" /><Relationship Type="http://schemas.openxmlformats.org/officeDocument/2006/relationships/notesSlide" Target="/ppt/notesSlides/notesSlide7.xml" Id="R4253a968b2bd4d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d1ba9a7cdb4438" /><Relationship Type="http://schemas.openxmlformats.org/officeDocument/2006/relationships/image" Target="/ppt/media/image4.png" Id="R536561230d874c6a" /><Relationship Type="http://schemas.openxmlformats.org/officeDocument/2006/relationships/image" Target="/ppt/media/image2.svg" Id="Rf7b52d5952f247c2" /><Relationship Type="http://schemas.openxmlformats.org/officeDocument/2006/relationships/notesSlide" Target="/ppt/notesSlides/notesSlide8.xml" Id="Rc2030b9632404d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9b4fc63b95428d" /><Relationship Type="http://schemas.openxmlformats.org/officeDocument/2006/relationships/notesSlide" Target="/ppt/notesSlides/notesSlide9.xml" Id="R43562f10b62340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91411014974c67" /><Relationship Type="http://schemas.openxmlformats.org/officeDocument/2006/relationships/image" Target="/ppt/media/image5.png" Id="R32c7e3f53ca847d5" /><Relationship Type="http://schemas.openxmlformats.org/officeDocument/2006/relationships/image" Target="/ppt/media/image3.svg" Id="Rb8384f40003f4b9d" /><Relationship Type="http://schemas.openxmlformats.org/officeDocument/2006/relationships/notesSlide" Target="/ppt/notesSlides/notesSlide10.xml" Id="Rb143c324b60f48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cd012ab2f44ca3" /><Relationship Type="http://schemas.openxmlformats.org/officeDocument/2006/relationships/image" Target="/ppt/media/image6.png" Id="R1e2b5c0a1b034c91" /><Relationship Type="http://schemas.openxmlformats.org/officeDocument/2006/relationships/notesSlide" Target="/ppt/notesSlides/notesSlide11.xml" Id="R5ee8e3ba80ee4c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a8351c08ff44b3" /><Relationship Type="http://schemas.openxmlformats.org/officeDocument/2006/relationships/image" Target="/ppt/media/image7.png" Id="Rf33ac27fe53f40b9" /><Relationship Type="http://schemas.openxmlformats.org/officeDocument/2006/relationships/image" Target="/ppt/media/image8.png" Id="R74aaf98df2fd448b" /><Relationship Type="http://schemas.openxmlformats.org/officeDocument/2006/relationships/image" Target="/ppt/media/image4.svg" Id="R26b351ebdf834c06" /><Relationship Type="http://schemas.openxmlformats.org/officeDocument/2006/relationships/notesSlide" Target="/ppt/notesSlides/notesSlide12.xml" Id="R3e05e3af78754c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0fa096d5b34416" /><Relationship Type="http://schemas.openxmlformats.org/officeDocument/2006/relationships/image" Target="/ppt/media/image9.png" Id="R726ff5a09b53490f" /><Relationship Type="http://schemas.openxmlformats.org/officeDocument/2006/relationships/notesSlide" Target="/ppt/notesSlides/notesSlide13.xml" Id="R6fc725ea33f841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78170505dd4f30" /><Relationship Type="http://schemas.openxmlformats.org/officeDocument/2006/relationships/image" Target="/ppt/media/image10.png" Id="R9dd500dbae874705" /><Relationship Type="http://schemas.openxmlformats.org/officeDocument/2006/relationships/notesSlide" Target="/ppt/notesSlides/notesSlide14.xml" Id="R77f9b222199a42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2aef3f1e9549ad" /><Relationship Type="http://schemas.openxmlformats.org/officeDocument/2006/relationships/image" Target="/ppt/media/image11.png" Id="R09413b8e7dae43f0" /><Relationship Type="http://schemas.openxmlformats.org/officeDocument/2006/relationships/image" Target="/ppt/media/image12.png" Id="R9cf64570a7c14f3c" /><Relationship Type="http://schemas.openxmlformats.org/officeDocument/2006/relationships/image" Target="/ppt/media/image5.svg" Id="Rf36f442f834d4b72" /><Relationship Type="http://schemas.openxmlformats.org/officeDocument/2006/relationships/notesSlide" Target="/ppt/notesSlides/notesSlide15.xml" Id="R9574d8b3bc7146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2c90b2e21af4153" /><Relationship Type="http://schemas.openxmlformats.org/officeDocument/2006/relationships/notesSlide" Target="/ppt/notesSlides/notesSlide16.xml" Id="R5f1b726885d14a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151dbe31624fb1" /><Relationship Type="http://schemas.openxmlformats.org/officeDocument/2006/relationships/notesSlide" Target="/ppt/notesSlides/notesSlide17.xml" Id="R91f733d4c2624e7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adca44363b4ca9" /><Relationship Type="http://schemas.openxmlformats.org/officeDocument/2006/relationships/notesSlide" Target="/ppt/notesSlides/notesSlide18.xml" Id="R808e2f1d884e4cf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0b6bc5b268a4010" /><Relationship Type="http://schemas.openxmlformats.org/officeDocument/2006/relationships/image" Target="/ppt/media/image13.png" Id="Rf0b805bf80424691" /><Relationship Type="http://schemas.openxmlformats.org/officeDocument/2006/relationships/notesSlide" Target="/ppt/notesSlides/notesSlide19.xml" Id="R620ad00008ea4f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64fea3fde3e4f28" /><Relationship Type="http://schemas.openxmlformats.org/officeDocument/2006/relationships/image" Target="/ppt/media/image14.png" Id="Rbe3f63456917408b" /><Relationship Type="http://schemas.openxmlformats.org/officeDocument/2006/relationships/image" Target="/ppt/media/image6.svg" Id="R8b09e3f5291a4b6a" /><Relationship Type="http://schemas.openxmlformats.org/officeDocument/2006/relationships/notesSlide" Target="/ppt/notesSlides/notesSlide20.xml" Id="Rf4fbae5cd5bc44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73d4e0656d40e8" /><Relationship Type="http://schemas.openxmlformats.org/officeDocument/2006/relationships/image" Target="/ppt/media/image15.png" Id="R9a1d44815f134fbd" /><Relationship Type="http://schemas.openxmlformats.org/officeDocument/2006/relationships/image" Target="/ppt/media/image7.svg" Id="R3f74e074cb304be8" /><Relationship Type="http://schemas.openxmlformats.org/officeDocument/2006/relationships/image" Target="/ppt/media/image16.png" Id="R7f37993d9c0c4272" /><Relationship Type="http://schemas.openxmlformats.org/officeDocument/2006/relationships/image" Target="/ppt/media/image8.svg" Id="Rcbb5614099944053" /><Relationship Type="http://schemas.openxmlformats.org/officeDocument/2006/relationships/image" Target="/ppt/media/image17.png" Id="R453e2c7a0e534fe6" /><Relationship Type="http://schemas.openxmlformats.org/officeDocument/2006/relationships/image" Target="/ppt/media/image9.svg" Id="R61264ca393544c72" /><Relationship Type="http://schemas.openxmlformats.org/officeDocument/2006/relationships/image" Target="/ppt/media/image18.png" Id="Rfff4d20d7ee74f3d" /><Relationship Type="http://schemas.openxmlformats.org/officeDocument/2006/relationships/image" Target="/ppt/media/image10.svg" Id="Rbdb42f4a28264783" /><Relationship Type="http://schemas.openxmlformats.org/officeDocument/2006/relationships/image" Target="/ppt/media/image19.png" Id="R5d7319fdf76949cf" /><Relationship Type="http://schemas.openxmlformats.org/officeDocument/2006/relationships/image" Target="/ppt/media/image11.svg" Id="Rf71c084b392e4f02" /><Relationship Type="http://schemas.openxmlformats.org/officeDocument/2006/relationships/image" Target="/ppt/media/image20.png" Id="R693b6272f41246b2" /><Relationship Type="http://schemas.openxmlformats.org/officeDocument/2006/relationships/image" Target="/ppt/media/image12.svg" Id="Rdb0958df4b324380" /><Relationship Type="http://schemas.openxmlformats.org/officeDocument/2006/relationships/notesSlide" Target="/ppt/notesSlides/notesSlide21.xml" Id="R11e32fc12ebe49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2bd980589942af" /><Relationship Type="http://schemas.openxmlformats.org/officeDocument/2006/relationships/image" Target="/ppt/media/image21.png" Id="R78ddd269544a4fbb" /><Relationship Type="http://schemas.openxmlformats.org/officeDocument/2006/relationships/image" Target="/ppt/media/image13.svg" Id="Rbafa14c71f7c48a7" /><Relationship Type="http://schemas.openxmlformats.org/officeDocument/2006/relationships/image" Target="/ppt/media/image22.png" Id="Rc902058a0c9b476b" /><Relationship Type="http://schemas.openxmlformats.org/officeDocument/2006/relationships/image" Target="/ppt/media/image14.svg" Id="R7c6b9bb1947a48fa" /><Relationship Type="http://schemas.openxmlformats.org/officeDocument/2006/relationships/notesSlide" Target="/ppt/notesSlides/notesSlide22.xml" Id="R4bee8ef242eb49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3c3baa7081c4c30" /><Relationship Type="http://schemas.openxmlformats.org/officeDocument/2006/relationships/notesSlide" Target="/ppt/notesSlides/notesSlide23.xml" Id="Rfcdb38370a714f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41e1995df346d1" /><Relationship Type="http://schemas.openxmlformats.org/officeDocument/2006/relationships/image" Target="/ppt/media/image23.png" Id="Rd834685df4d7446e" /><Relationship Type="http://schemas.openxmlformats.org/officeDocument/2006/relationships/image" Target="/ppt/media/image24.png" Id="Ra4b70ca02d3f4208" /><Relationship Type="http://schemas.openxmlformats.org/officeDocument/2006/relationships/notesSlide" Target="/ppt/notesSlides/notesSlide24.xml" Id="Re7c5216bc8f541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56a6fddfaaa45ca" /><Relationship Type="http://schemas.openxmlformats.org/officeDocument/2006/relationships/image" Target="/ppt/media/image25.png" Id="R49d154acabfc4dec" /><Relationship Type="http://schemas.openxmlformats.org/officeDocument/2006/relationships/notesSlide" Target="/ppt/notesSlides/notesSlide25.xml" Id="R5b5f34e502e54d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62a2fb54a8425e" /><Relationship Type="http://schemas.openxmlformats.org/officeDocument/2006/relationships/notesSlide" Target="/ppt/notesSlides/notesSlide26.xml" Id="Re48175ea0f7b464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8b6437add9c411f" /><Relationship Type="http://schemas.openxmlformats.org/officeDocument/2006/relationships/image" Target="/ppt/media/image26.png" Id="Rff34a5d6748647de" /><Relationship Type="http://schemas.openxmlformats.org/officeDocument/2006/relationships/notesSlide" Target="/ppt/notesSlides/notesSlide27.xml" Id="R68e86a2c5f8041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58545b1db584f97" /><Relationship Type="http://schemas.openxmlformats.org/officeDocument/2006/relationships/notesSlide" Target="/ppt/notesSlides/notesSlide28.xml" Id="R3093c3355da745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d6a1387640c478c" /><Relationship Type="http://schemas.openxmlformats.org/officeDocument/2006/relationships/image" Target="/ppt/media/image27.png" Id="R1cfe1dcc300843ed" /><Relationship Type="http://schemas.openxmlformats.org/officeDocument/2006/relationships/notesSlide" Target="/ppt/notesSlides/notesSlide29.xml" Id="R56c1daa551f54d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882ad48a3914c63" /><Relationship Type="http://schemas.openxmlformats.org/officeDocument/2006/relationships/notesSlide" Target="/ppt/notesSlides/notesSlide30.xml" Id="R3f253355969044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24849ce101a4819" /><Relationship Type="http://schemas.openxmlformats.org/officeDocument/2006/relationships/image" Target="/ppt/media/image28.png" Id="Rd53b35c0f4b24f69" /><Relationship Type="http://schemas.openxmlformats.org/officeDocument/2006/relationships/notesSlide" Target="/ppt/notesSlides/notesSlide31.xml" Id="R2512aa5503ca44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c5e998c75694059" /><Relationship Type="http://schemas.openxmlformats.org/officeDocument/2006/relationships/notesSlide" Target="/ppt/notesSlides/notesSlide32.xml" Id="R3ac9a28f48df44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a4a2de6023d4ac0" /><Relationship Type="http://schemas.openxmlformats.org/officeDocument/2006/relationships/notesSlide" Target="/ppt/notesSlides/notesSlide33.xml" Id="Re2b4613fdb7c47c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25ad296b0a24597" /><Relationship Type="http://schemas.openxmlformats.org/officeDocument/2006/relationships/notesSlide" Target="/ppt/notesSlides/notesSlide34.xml" Id="R13c42c4eef2e471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06175fa97a64915" /><Relationship Type="http://schemas.openxmlformats.org/officeDocument/2006/relationships/notesSlide" Target="/ppt/notesSlides/notesSlide35.xml" Id="R93051619b3ed433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ec58101ec814130" /><Relationship Type="http://schemas.openxmlformats.org/officeDocument/2006/relationships/notesSlide" Target="/ppt/notesSlides/notesSlide36.xml" Id="Rb58b9548b724494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d46d9bf74d94812" /><Relationship Type="http://schemas.openxmlformats.org/officeDocument/2006/relationships/notesSlide" Target="/ppt/notesSlides/notesSlide37.xml" Id="R659510c7176746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c70dba87d97466d" /><Relationship Type="http://schemas.openxmlformats.org/officeDocument/2006/relationships/notesSlide" Target="/ppt/notesSlides/notesSlide38.xml" Id="Rfa57e72d483f491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834554cb1cb48a6" /><Relationship Type="http://schemas.openxmlformats.org/officeDocument/2006/relationships/notesSlide" Target="/ppt/notesSlides/notesSlide39.xml" Id="R59f130c74a1e409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0146409c7154781" /><Relationship Type="http://schemas.openxmlformats.org/officeDocument/2006/relationships/notesSlide" Target="/ppt/notesSlides/notesSlide40.xml" Id="R75001cb207dc44e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6437ed16ccf409b" /><Relationship Type="http://schemas.openxmlformats.org/officeDocument/2006/relationships/notesSlide" Target="/ppt/notesSlides/notesSlide41.xml" Id="Ra6a299f6c866453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fdd7fe98d8e495f" /><Relationship Type="http://schemas.openxmlformats.org/officeDocument/2006/relationships/notesSlide" Target="/ppt/notesSlides/notesSlide42.xml" Id="Rdd85730ee6d0430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7af036da0884000" /><Relationship Type="http://schemas.openxmlformats.org/officeDocument/2006/relationships/notesSlide" Target="/ppt/notesSlides/notesSlide43.xml" Id="Rfd6dc454094247e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f8d47a0dce64245" /><Relationship Type="http://schemas.openxmlformats.org/officeDocument/2006/relationships/notesSlide" Target="/ppt/notesSlides/notesSlide44.xml" Id="R67a95c96cf6e47c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c3dfa0901c4454f" /><Relationship Type="http://schemas.openxmlformats.org/officeDocument/2006/relationships/notesSlide" Target="/ppt/notesSlides/notesSlide45.xml" Id="Re0d7580394a5452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b39898ebcb24a98" /><Relationship Type="http://schemas.openxmlformats.org/officeDocument/2006/relationships/notesSlide" Target="/ppt/notesSlides/notesSlide46.xml" Id="R6a8922aa769a46a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e8dc29867e04bd4" /><Relationship Type="http://schemas.openxmlformats.org/officeDocument/2006/relationships/notesSlide" Target="/ppt/notesSlides/notesSlide47.xml" Id="R1016a997a58e43d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3e947cf3560418b" /><Relationship Type="http://schemas.openxmlformats.org/officeDocument/2006/relationships/notesSlide" Target="/ppt/notesSlides/notesSlide48.xml" Id="R96e58ab580b2407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9c1106440954f26" /><Relationship Type="http://schemas.openxmlformats.org/officeDocument/2006/relationships/notesSlide" Target="/ppt/notesSlides/notesSlide49.xml" Id="R902032729392454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11fe96ad6ad49c2" /><Relationship Type="http://schemas.openxmlformats.org/officeDocument/2006/relationships/notesSlide" Target="/ppt/notesSlides/notesSlide50.xml" Id="R3e59fb4a650144e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74d120985154bf1" /><Relationship Type="http://schemas.openxmlformats.org/officeDocument/2006/relationships/notesSlide" Target="/ppt/notesSlides/notesSlide51.xml" Id="R13cf6784d2a54b6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472ea551bbc4acf" /><Relationship Type="http://schemas.openxmlformats.org/officeDocument/2006/relationships/notesSlide" Target="/ppt/notesSlides/notesSlide52.xml" Id="R33adad2daaec417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b699fb5a7c74cf2" /><Relationship Type="http://schemas.openxmlformats.org/officeDocument/2006/relationships/notesSlide" Target="/ppt/notesSlides/notesSlide53.xml" Id="R79b39f8a8f23481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b666b2666dd4b42" /><Relationship Type="http://schemas.openxmlformats.org/officeDocument/2006/relationships/notesSlide" Target="/ppt/notesSlides/notesSlide54.xml" Id="Re907cdc3560a46f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5f4eb5386e046b0" /><Relationship Type="http://schemas.openxmlformats.org/officeDocument/2006/relationships/image" Target="/ppt/media/image2.jpeg" Id="R52f65b9e019d409f" /><Relationship Type="http://schemas.openxmlformats.org/officeDocument/2006/relationships/notesSlide" Target="/ppt/notesSlides/notesSlide55.xml" Id="R2b19627ef50b4af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21ea096f2df44dc" /><Relationship Type="http://schemas.openxmlformats.org/officeDocument/2006/relationships/notesSlide" Target="/ppt/notesSlides/notesSlide56.xml" Id="R5074acc8e3e543b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c4dce0c5e3e4aaa" /><Relationship Type="http://schemas.openxmlformats.org/officeDocument/2006/relationships/notesSlide" Target="/ppt/notesSlides/notesSlide57.xml" Id="R73295669e5d84e0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3a773027e2543bc" /><Relationship Type="http://schemas.openxmlformats.org/officeDocument/2006/relationships/notesSlide" Target="/ppt/notesSlides/notesSlide58.xml" Id="R36d06f1ce478429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3f8dbf83283404e" /><Relationship Type="http://schemas.openxmlformats.org/officeDocument/2006/relationships/notesSlide" Target="/ppt/notesSlides/notesSlide59.xml" Id="R9e290ccd67f7435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10ba8cfaf21a403a" /><Relationship Type="http://schemas.openxmlformats.org/officeDocument/2006/relationships/notesSlide" Target="/ppt/notesSlides/notesSlide60.xml" Id="R11fd15ee8b9a409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0e0142c7e6344bb" /><Relationship Type="http://schemas.openxmlformats.org/officeDocument/2006/relationships/notesSlide" Target="/ppt/notesSlides/notesSlide61.xml" Id="R61fd759f320c495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d3eb826a9ef480d" /><Relationship Type="http://schemas.openxmlformats.org/officeDocument/2006/relationships/image" Target="/ppt/media/image29.png" Id="R0d23086d35c0451d" /><Relationship Type="http://schemas.openxmlformats.org/officeDocument/2006/relationships/image" Target="/ppt/media/image15.svg" Id="Ra8b4505353b543f5" /><Relationship Type="http://schemas.openxmlformats.org/officeDocument/2006/relationships/notesSlide" Target="/ppt/notesSlides/notesSlide62.xml" Id="R6ae2673e065a49b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970311dd27d452a" /><Relationship Type="http://schemas.openxmlformats.org/officeDocument/2006/relationships/notesSlide" Target="/ppt/notesSlides/notesSlide63.xml" Id="R101768746ac9464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da341c9ac34048bd" /><Relationship Type="http://schemas.openxmlformats.org/officeDocument/2006/relationships/notesSlide" Target="/ppt/notesSlides/notesSlide64.xml" Id="Rc571dd7a15544af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e964f39a24c946c5" /><Relationship Type="http://schemas.openxmlformats.org/officeDocument/2006/relationships/notesSlide" Target="/ppt/notesSlides/notesSlide65.xml" Id="R5169c531522046b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7412d1432194903" /><Relationship Type="http://schemas.openxmlformats.org/officeDocument/2006/relationships/image" Target="/ppt/media/image30.png" Id="R66de93d1ec1e4e42" /><Relationship Type="http://schemas.openxmlformats.org/officeDocument/2006/relationships/notesSlide" Target="/ppt/notesSlides/notesSlide66.xml" Id="Rbbbae624b8d4477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15696b0bef5646ab" /><Relationship Type="http://schemas.openxmlformats.org/officeDocument/2006/relationships/image" Target="/ppt/media/image31.png" Id="R5043a0916af146b6" /><Relationship Type="http://schemas.openxmlformats.org/officeDocument/2006/relationships/notesSlide" Target="/ppt/notesSlides/notesSlide67.xml" Id="R1eedf390d29d45b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0eb53ca57bd47d4" /><Relationship Type="http://schemas.openxmlformats.org/officeDocument/2006/relationships/hyperlink" Target="https://www.inceptionlabs.ai/blog/introducing-mercury-2" TargetMode="External" Id="Rc6143e3224184ae1" /><Relationship Type="http://schemas.openxmlformats.org/officeDocument/2006/relationships/notesSlide" Target="/ppt/notesSlides/notesSlide68.xml" Id="R65119df5c757467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fa08b65411c44bfd" /><Relationship Type="http://schemas.openxmlformats.org/officeDocument/2006/relationships/notesSlide" Target="/ppt/notesSlides/notesSlide69.xml" Id="R8bc8660121d0405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c5836dc742748eb" /><Relationship Type="http://schemas.openxmlformats.org/officeDocument/2006/relationships/notesSlide" Target="/ppt/notesSlides/notesSlide70.xml" Id="Rd1a47a78acde488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c1f6bd704194b7c" /><Relationship Type="http://schemas.openxmlformats.org/officeDocument/2006/relationships/notesSlide" Target="/ppt/notesSlides/notesSlide71.xml" Id="R44993fa6ac464e51"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0522027" name="Rectangle 1959211399">
            <a:extLst xmlns:a="http://schemas.openxmlformats.org/drawingml/2006/main">
              <a:ext uri="{FF2B5EF4-FFF2-40B4-BE49-F238E27FC236}">
                <a16:creationId xmlns:a16="http://schemas.microsoft.com/office/drawing/2014/main" id="{C5915DA3-83E5-4597-8827-B3F60675D949}"/>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17447114" name="Rectangle 1850301699">
            <a:extLst xmlns:a="http://schemas.openxmlformats.org/drawingml/2006/main">
              <a:ext uri="{FF2B5EF4-FFF2-40B4-BE49-F238E27FC236}">
                <a16:creationId xmlns:a16="http://schemas.microsoft.com/office/drawing/2014/main" id="{C6626AA5-6200-4DAC-825C-D45FB47C7ED0}"/>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198086477" name="Rectangle 2018958639">
            <a:extLst xmlns:a="http://schemas.openxmlformats.org/drawingml/2006/main">
              <a:ext uri="{FF2B5EF4-FFF2-40B4-BE49-F238E27FC236}">
                <a16:creationId xmlns:a16="http://schemas.microsoft.com/office/drawing/2014/main" id="{9BA35F35-6FD3-4DD8-9CA3-B542D60E6E26}"/>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514677013" name="Rectangle: Rounded Corners 90328709">
            <a:extLst xmlns:a="http://schemas.openxmlformats.org/drawingml/2006/main">
              <a:ext uri="{FF2B5EF4-FFF2-40B4-BE49-F238E27FC236}">
                <a16:creationId xmlns:a16="http://schemas.microsoft.com/office/drawing/2014/main" id="{4798D081-3991-4D43-BFAB-7008D1BA339E}"/>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9166421" name="Straight Connector 453704306">
            <a:extLst xmlns:a="http://schemas.openxmlformats.org/drawingml/2006/main">
              <a:ext uri="{FF2B5EF4-FFF2-40B4-BE49-F238E27FC236}">
                <a16:creationId xmlns:a16="http://schemas.microsoft.com/office/drawing/2014/main" id="{13AD16EB-36FB-4F10-B549-7E298E0B26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758636" name="Oval 1383570775">
            <a:extLst xmlns:a="http://schemas.openxmlformats.org/drawingml/2006/main">
              <a:ext uri="{FF2B5EF4-FFF2-40B4-BE49-F238E27FC236}">
                <a16:creationId xmlns:a16="http://schemas.microsoft.com/office/drawing/2014/main" id="{8529DB4D-430B-4D2F-BA8D-714D9CDB9E97}"/>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49564130" name="Rectangle 1909465558">
            <a:extLst xmlns:a="http://schemas.openxmlformats.org/drawingml/2006/main">
              <a:ext uri="{FF2B5EF4-FFF2-40B4-BE49-F238E27FC236}">
                <a16:creationId xmlns:a16="http://schemas.microsoft.com/office/drawing/2014/main" id="{ED5AAA88-F1E8-4C7C-88A5-5BBF38737F3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548826295" name="Rectangle 373098539">
            <a:extLst xmlns:a="http://schemas.openxmlformats.org/drawingml/2006/main">
              <a:ext uri="{FF2B5EF4-FFF2-40B4-BE49-F238E27FC236}">
                <a16:creationId xmlns:a16="http://schemas.microsoft.com/office/drawing/2014/main" id="{41F49E23-90FA-470C-BDA8-910CBE8AECBA}"/>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289022839" name="Rectangle 1435247823">
            <a:extLst xmlns:a="http://schemas.openxmlformats.org/drawingml/2006/main">
              <a:ext uri="{FF2B5EF4-FFF2-40B4-BE49-F238E27FC236}">
                <a16:creationId xmlns:a16="http://schemas.microsoft.com/office/drawing/2014/main" id="{3585F5FF-6F59-48D0-955E-C20729630947}"/>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116778861" name="Oval 517207118">
            <a:extLst xmlns:a="http://schemas.openxmlformats.org/drawingml/2006/main">
              <a:ext uri="{FF2B5EF4-FFF2-40B4-BE49-F238E27FC236}">
                <a16:creationId xmlns:a16="http://schemas.microsoft.com/office/drawing/2014/main" id="{DD1FEC2A-2902-42C9-8447-B74DE530973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963355081" name="Rectangle 1431946798">
            <a:extLst xmlns:a="http://schemas.openxmlformats.org/drawingml/2006/main">
              <a:ext uri="{FF2B5EF4-FFF2-40B4-BE49-F238E27FC236}">
                <a16:creationId xmlns:a16="http://schemas.microsoft.com/office/drawing/2014/main" id="{36F87644-798B-4FB3-8E7D-D3C9B7CEAAC7}"/>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334356778" name="Rectangle 1613992743">
            <a:extLst xmlns:a="http://schemas.openxmlformats.org/drawingml/2006/main">
              <a:ext uri="{FF2B5EF4-FFF2-40B4-BE49-F238E27FC236}">
                <a16:creationId xmlns:a16="http://schemas.microsoft.com/office/drawing/2014/main" id="{6089F016-D945-4F80-A420-970871506605}"/>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77964126" name="Rectangle 1819292424">
            <a:extLst xmlns:a="http://schemas.openxmlformats.org/drawingml/2006/main">
              <a:ext uri="{FF2B5EF4-FFF2-40B4-BE49-F238E27FC236}">
                <a16:creationId xmlns:a16="http://schemas.microsoft.com/office/drawing/2014/main" id="{301A038B-B91B-48A8-9920-DE687BA117F2}"/>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94330920" name="Oval 1011337880">
            <a:extLst xmlns:a="http://schemas.openxmlformats.org/drawingml/2006/main">
              <a:ext uri="{FF2B5EF4-FFF2-40B4-BE49-F238E27FC236}">
                <a16:creationId xmlns:a16="http://schemas.microsoft.com/office/drawing/2014/main" id="{7FEC1FA6-9E19-4F67-A28E-9AA5532CE54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895323924" name="Rectangle 231300994">
            <a:extLst xmlns:a="http://schemas.openxmlformats.org/drawingml/2006/main">
              <a:ext uri="{FF2B5EF4-FFF2-40B4-BE49-F238E27FC236}">
                <a16:creationId xmlns:a16="http://schemas.microsoft.com/office/drawing/2014/main" id="{E27AD5E5-3ECC-4975-8427-6B5B16F9E09E}"/>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905147249" name="Rectangle 1085761315">
            <a:extLst xmlns:a="http://schemas.openxmlformats.org/drawingml/2006/main">
              <a:ext uri="{FF2B5EF4-FFF2-40B4-BE49-F238E27FC236}">
                <a16:creationId xmlns:a16="http://schemas.microsoft.com/office/drawing/2014/main" id="{2D6133E2-3C47-49A7-8DF6-4CC9DCF49787}"/>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976956161" name="Rectangle 9026134">
            <a:extLst xmlns:a="http://schemas.openxmlformats.org/drawingml/2006/main">
              <a:ext uri="{FF2B5EF4-FFF2-40B4-BE49-F238E27FC236}">
                <a16:creationId xmlns:a16="http://schemas.microsoft.com/office/drawing/2014/main" id="{8C5AC9F6-DF74-4B15-A726-2AFC2D4B0AF9}"/>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713493786" name="Oval 1242283889">
            <a:extLst xmlns:a="http://schemas.openxmlformats.org/drawingml/2006/main">
              <a:ext uri="{FF2B5EF4-FFF2-40B4-BE49-F238E27FC236}">
                <a16:creationId xmlns:a16="http://schemas.microsoft.com/office/drawing/2014/main" id="{6B2797F7-2CA8-458D-9D36-67D16DF454B3}"/>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74958231" name="Rectangle 760971764">
            <a:extLst xmlns:a="http://schemas.openxmlformats.org/drawingml/2006/main">
              <a:ext uri="{FF2B5EF4-FFF2-40B4-BE49-F238E27FC236}">
                <a16:creationId xmlns:a16="http://schemas.microsoft.com/office/drawing/2014/main" id="{3FA442D6-FE7E-4C9A-B820-A61223C6F846}"/>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922466249" name="Rectangle 236810503">
            <a:extLst xmlns:a="http://schemas.openxmlformats.org/drawingml/2006/main">
              <a:ext uri="{FF2B5EF4-FFF2-40B4-BE49-F238E27FC236}">
                <a16:creationId xmlns:a16="http://schemas.microsoft.com/office/drawing/2014/main" id="{735CFC8A-8DA2-42A5-87E0-C10FF0FA44C8}"/>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709441493" name="Rectangle 297379142">
            <a:extLst xmlns:a="http://schemas.openxmlformats.org/drawingml/2006/main">
              <a:ext uri="{FF2B5EF4-FFF2-40B4-BE49-F238E27FC236}">
                <a16:creationId xmlns:a16="http://schemas.microsoft.com/office/drawing/2014/main" id="{772DB00C-343B-4A93-BD20-4A3DC7F0547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534954598" name="Oval 886147111">
            <a:extLst xmlns:a="http://schemas.openxmlformats.org/drawingml/2006/main">
              <a:ext uri="{FF2B5EF4-FFF2-40B4-BE49-F238E27FC236}">
                <a16:creationId xmlns:a16="http://schemas.microsoft.com/office/drawing/2014/main" id="{E3A02813-F27F-46AC-82CF-52A9E83B83F0}"/>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80372776" name="Rectangle 1979103398">
            <a:extLst xmlns:a="http://schemas.openxmlformats.org/drawingml/2006/main">
              <a:ext uri="{FF2B5EF4-FFF2-40B4-BE49-F238E27FC236}">
                <a16:creationId xmlns:a16="http://schemas.microsoft.com/office/drawing/2014/main" id="{232D866F-360F-4ABA-A04C-13F10AF69E1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93278582" name="Rectangle 668892514">
            <a:extLst xmlns:a="http://schemas.openxmlformats.org/drawingml/2006/main">
              <a:ext uri="{FF2B5EF4-FFF2-40B4-BE49-F238E27FC236}">
                <a16:creationId xmlns:a16="http://schemas.microsoft.com/office/drawing/2014/main" id="{5FE13CE9-E2B3-4563-A41E-9A1BF9ABAC93}"/>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206619509" name="Rectangle 846714876">
            <a:extLst xmlns:a="http://schemas.openxmlformats.org/drawingml/2006/main">
              <a:ext uri="{FF2B5EF4-FFF2-40B4-BE49-F238E27FC236}">
                <a16:creationId xmlns:a16="http://schemas.microsoft.com/office/drawing/2014/main" id="{CA86A567-7815-439D-B196-BBF0EC5A316B}"/>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928179815" name="Rectangle 612628765">
            <a:extLst xmlns:a="http://schemas.openxmlformats.org/drawingml/2006/main">
              <a:ext uri="{FF2B5EF4-FFF2-40B4-BE49-F238E27FC236}">
                <a16:creationId xmlns:a16="http://schemas.microsoft.com/office/drawing/2014/main" id="{ED46F50F-1190-4FD0-9ECF-8B4ECC998C2B}"/>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321818252" name="Rectangle 1343619986">
            <a:extLst xmlns:a="http://schemas.openxmlformats.org/drawingml/2006/main">
              <a:ext uri="{FF2B5EF4-FFF2-40B4-BE49-F238E27FC236}">
                <a16:creationId xmlns:a16="http://schemas.microsoft.com/office/drawing/2014/main" id="{0699F6F4-6CAB-43E3-87A2-10D3CD263E6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a:t>
            </a:r>
          </a:p>
        </p:txBody>
      </p:sp>
    </p:spTree>
    <p:extLst>
      <p:ext uri="{BB962C8B-B14F-4D97-AF65-F5344CB8AC3E}">
        <p14:creationId xmlns:p14="http://schemas.microsoft.com/office/powerpoint/2010/main" val="1683898616"/>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4105660" name="Rectangle 935271156">
            <a:extLst xmlns:a="http://schemas.openxmlformats.org/drawingml/2006/main">
              <a:ext uri="{FF2B5EF4-FFF2-40B4-BE49-F238E27FC236}">
                <a16:creationId xmlns:a16="http://schemas.microsoft.com/office/drawing/2014/main" id="{EAF0395C-462A-4ADA-AD7E-D9F988F39C1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928882524" name="Rectangle 251777344">
            <a:extLst xmlns:a="http://schemas.openxmlformats.org/drawingml/2006/main">
              <a:ext uri="{FF2B5EF4-FFF2-40B4-BE49-F238E27FC236}">
                <a16:creationId xmlns:a16="http://schemas.microsoft.com/office/drawing/2014/main" id="{725BA229-1E97-42AD-A969-5199853FB2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86532483" name="Rectangle: Rounded Corners 1456392341">
            <a:extLst xmlns:a="http://schemas.openxmlformats.org/drawingml/2006/main">
              <a:ext uri="{FF2B5EF4-FFF2-40B4-BE49-F238E27FC236}">
                <a16:creationId xmlns:a16="http://schemas.microsoft.com/office/drawing/2014/main" id="{07A97E5F-6055-4FEF-B5A0-3DD89A163FA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16951" name="Rectangle: Rounded Corners 1987074982">
            <a:extLst xmlns:a="http://schemas.openxmlformats.org/drawingml/2006/main">
              <a:ext uri="{FF2B5EF4-FFF2-40B4-BE49-F238E27FC236}">
                <a16:creationId xmlns:a16="http://schemas.microsoft.com/office/drawing/2014/main" id="{F5ED13B4-0101-459A-85E5-749732A77A8B}"/>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750576" name="Rectangle 1286956634">
            <a:extLst xmlns:a="http://schemas.openxmlformats.org/drawingml/2006/main">
              <a:ext uri="{FF2B5EF4-FFF2-40B4-BE49-F238E27FC236}">
                <a16:creationId xmlns:a16="http://schemas.microsoft.com/office/drawing/2014/main" id="{5801D309-F165-4E85-8F14-ECB562CC973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884639712" name="Rectangle 399762638">
            <a:extLst xmlns:a="http://schemas.openxmlformats.org/drawingml/2006/main">
              <a:ext uri="{FF2B5EF4-FFF2-40B4-BE49-F238E27FC236}">
                <a16:creationId xmlns:a16="http://schemas.microsoft.com/office/drawing/2014/main" id="{78D9DB34-6200-4740-87A0-8F57CC444162}"/>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2054961687" name="Rectangle 1233632033">
            <a:extLst xmlns:a="http://schemas.openxmlformats.org/drawingml/2006/main">
              <a:ext uri="{FF2B5EF4-FFF2-40B4-BE49-F238E27FC236}">
                <a16:creationId xmlns:a16="http://schemas.microsoft.com/office/drawing/2014/main" id="{346C8AF6-1106-43D4-BD7B-7349530A4D7A}"/>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316365039" name="Rectangle 987778106">
            <a:extLst xmlns:a="http://schemas.openxmlformats.org/drawingml/2006/main">
              <a:ext uri="{FF2B5EF4-FFF2-40B4-BE49-F238E27FC236}">
                <a16:creationId xmlns:a16="http://schemas.microsoft.com/office/drawing/2014/main" id="{99D42F92-004B-49B8-B26A-E1F06E225AAA}"/>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560109651" name="Rectangle 1495975732">
            <a:extLst xmlns:a="http://schemas.openxmlformats.org/drawingml/2006/main">
              <a:ext uri="{FF2B5EF4-FFF2-40B4-BE49-F238E27FC236}">
                <a16:creationId xmlns:a16="http://schemas.microsoft.com/office/drawing/2014/main" id="{EB2E075F-738B-457E-970A-B2F95FF15A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a:t>
            </a:r>
          </a:p>
        </p:txBody>
      </p:sp>
      <p:pic>
        <p:nvPicPr>
          <p:cNvPr id="20549616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274111bb6b414ece"/>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78604144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92502396" name="Rectangle 197505908">
            <a:extLst xmlns:a="http://schemas.openxmlformats.org/drawingml/2006/main">
              <a:ext uri="{FF2B5EF4-FFF2-40B4-BE49-F238E27FC236}">
                <a16:creationId xmlns:a16="http://schemas.microsoft.com/office/drawing/2014/main" id="{47156884-ECE4-4B6C-8D5C-E2750C931CE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62317605" name="Rectangle 1909048147">
            <a:extLst xmlns:a="http://schemas.openxmlformats.org/drawingml/2006/main">
              <a:ext uri="{FF2B5EF4-FFF2-40B4-BE49-F238E27FC236}">
                <a16:creationId xmlns:a16="http://schemas.microsoft.com/office/drawing/2014/main" id="{AB274A31-06B2-410B-86CB-D240281BE40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116226889" name="Rectangle: Rounded Corners 816331080">
            <a:extLst xmlns:a="http://schemas.openxmlformats.org/drawingml/2006/main">
              <a:ext uri="{FF2B5EF4-FFF2-40B4-BE49-F238E27FC236}">
                <a16:creationId xmlns:a16="http://schemas.microsoft.com/office/drawing/2014/main" id="{61CAE43F-D0DD-436C-BDE4-1D2CB4682C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457952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4d02a3762c4408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189225108" name="Straight Connector 161416146">
            <a:extLst xmlns:a="http://schemas.openxmlformats.org/drawingml/2006/main">
              <a:ext uri="{FF2B5EF4-FFF2-40B4-BE49-F238E27FC236}">
                <a16:creationId xmlns:a16="http://schemas.microsoft.com/office/drawing/2014/main" id="{BCBFA83B-50EC-4BC3-8402-8F8FB5DC16C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053961" name="Straight Connector 61902172">
            <a:extLst xmlns:a="http://schemas.openxmlformats.org/drawingml/2006/main">
              <a:ext uri="{FF2B5EF4-FFF2-40B4-BE49-F238E27FC236}">
                <a16:creationId xmlns:a16="http://schemas.microsoft.com/office/drawing/2014/main" id="{05E0FE04-3338-4BCD-A3D6-D357B18C022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8399832" name="Rectangle: Rounded Corners 898681238">
            <a:extLst xmlns:a="http://schemas.openxmlformats.org/drawingml/2006/main">
              <a:ext uri="{FF2B5EF4-FFF2-40B4-BE49-F238E27FC236}">
                <a16:creationId xmlns:a16="http://schemas.microsoft.com/office/drawing/2014/main" id="{FF4DD71E-A45D-49CA-96E3-26F0311977BE}"/>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013159835" name="Rectangle 1225503430">
            <a:extLst xmlns:a="http://schemas.openxmlformats.org/drawingml/2006/main">
              <a:ext uri="{FF2B5EF4-FFF2-40B4-BE49-F238E27FC236}">
                <a16:creationId xmlns:a16="http://schemas.microsoft.com/office/drawing/2014/main" id="{8C6FCD13-C63C-452E-8032-6A9E15969099}"/>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983966505" name="Straight Connector 1461826591">
            <a:extLst xmlns:a="http://schemas.openxmlformats.org/drawingml/2006/main">
              <a:ext uri="{FF2B5EF4-FFF2-40B4-BE49-F238E27FC236}">
                <a16:creationId xmlns:a16="http://schemas.microsoft.com/office/drawing/2014/main" id="{1B0C0152-21C9-4B48-9274-80B2D1E092DC}"/>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274020" name="Oval 308551117">
            <a:extLst xmlns:a="http://schemas.openxmlformats.org/drawingml/2006/main">
              <a:ext uri="{FF2B5EF4-FFF2-40B4-BE49-F238E27FC236}">
                <a16:creationId xmlns:a16="http://schemas.microsoft.com/office/drawing/2014/main" id="{8C85FBEC-A360-4582-9940-EA6E8D0E154D}"/>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62" name="Straight Connector 2122530921">
            <a:extLst xmlns:a="http://schemas.openxmlformats.org/drawingml/2006/main">
              <a:ext uri="{FF2B5EF4-FFF2-40B4-BE49-F238E27FC236}">
                <a16:creationId xmlns:a16="http://schemas.microsoft.com/office/drawing/2014/main" id="{C61ADB65-A7A6-4366-918B-50AEC4A7A5D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3137093" name="Oval 1902723883">
            <a:extLst xmlns:a="http://schemas.openxmlformats.org/drawingml/2006/main">
              <a:ext uri="{FF2B5EF4-FFF2-40B4-BE49-F238E27FC236}">
                <a16:creationId xmlns:a16="http://schemas.microsoft.com/office/drawing/2014/main" id="{CFFC2553-3ED1-47F2-90C7-B460696AC0A0}"/>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7257326" name="Straight Connector 167498950">
            <a:extLst xmlns:a="http://schemas.openxmlformats.org/drawingml/2006/main">
              <a:ext uri="{FF2B5EF4-FFF2-40B4-BE49-F238E27FC236}">
                <a16:creationId xmlns:a16="http://schemas.microsoft.com/office/drawing/2014/main" id="{CFB0ACD1-9827-4F18-A32E-4A34D1F69B38}"/>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1653343" name="Oval 1159963357">
            <a:extLst xmlns:a="http://schemas.openxmlformats.org/drawingml/2006/main">
              <a:ext uri="{FF2B5EF4-FFF2-40B4-BE49-F238E27FC236}">
                <a16:creationId xmlns:a16="http://schemas.microsoft.com/office/drawing/2014/main" id="{AE4630E1-CB6B-4A53-88A7-0A86AE0FB1C3}"/>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2263830" name="Straight Connector 1986469558">
            <a:extLst xmlns:a="http://schemas.openxmlformats.org/drawingml/2006/main">
              <a:ext uri="{FF2B5EF4-FFF2-40B4-BE49-F238E27FC236}">
                <a16:creationId xmlns:a16="http://schemas.microsoft.com/office/drawing/2014/main" id="{5E0FADB9-1D98-4F11-A2EC-FE071709CA2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2862283" name="Oval 1145200305">
            <a:extLst xmlns:a="http://schemas.openxmlformats.org/drawingml/2006/main">
              <a:ext uri="{FF2B5EF4-FFF2-40B4-BE49-F238E27FC236}">
                <a16:creationId xmlns:a16="http://schemas.microsoft.com/office/drawing/2014/main" id="{F1B213BC-57CE-4CEC-AD69-3E9D82492CE6}"/>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72480" name="Straight Connector 1746813433">
            <a:extLst xmlns:a="http://schemas.openxmlformats.org/drawingml/2006/main">
              <a:ext uri="{FF2B5EF4-FFF2-40B4-BE49-F238E27FC236}">
                <a16:creationId xmlns:a16="http://schemas.microsoft.com/office/drawing/2014/main" id="{1E9B3FFA-7989-4073-9FE4-538CA044FECC}"/>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92532" name="Oval 2137688682">
            <a:extLst xmlns:a="http://schemas.openxmlformats.org/drawingml/2006/main">
              <a:ext uri="{FF2B5EF4-FFF2-40B4-BE49-F238E27FC236}">
                <a16:creationId xmlns:a16="http://schemas.microsoft.com/office/drawing/2014/main" id="{A7B1D0FA-EC94-4764-B37F-4BB7F0B1B21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2693532" name="Straight Connector 696285493">
            <a:extLst xmlns:a="http://schemas.openxmlformats.org/drawingml/2006/main">
              <a:ext uri="{FF2B5EF4-FFF2-40B4-BE49-F238E27FC236}">
                <a16:creationId xmlns:a16="http://schemas.microsoft.com/office/drawing/2014/main" id="{388250F4-A844-44A0-BDF8-0B32D3B997BF}"/>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579524" name="Oval 1445698389">
            <a:extLst xmlns:a="http://schemas.openxmlformats.org/drawingml/2006/main">
              <a:ext uri="{FF2B5EF4-FFF2-40B4-BE49-F238E27FC236}">
                <a16:creationId xmlns:a16="http://schemas.microsoft.com/office/drawing/2014/main" id="{4F0C7098-FCFA-48F2-ADBA-F0B9FD2D0B9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130051" name="Rectangle 1506024003">
            <a:extLst xmlns:a="http://schemas.openxmlformats.org/drawingml/2006/main">
              <a:ext uri="{FF2B5EF4-FFF2-40B4-BE49-F238E27FC236}">
                <a16:creationId xmlns:a16="http://schemas.microsoft.com/office/drawing/2014/main" id="{2BAC1930-AD98-4B83-B554-97FD406A16A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02041087" name="Rectangle 340544592">
            <a:extLst xmlns:a="http://schemas.openxmlformats.org/drawingml/2006/main">
              <a:ext uri="{FF2B5EF4-FFF2-40B4-BE49-F238E27FC236}">
                <a16:creationId xmlns:a16="http://schemas.microsoft.com/office/drawing/2014/main" id="{C5866778-624C-453B-8BAD-8AA1B9934AB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559650848" name="Rectangle 191215672">
            <a:extLst xmlns:a="http://schemas.openxmlformats.org/drawingml/2006/main">
              <a:ext uri="{FF2B5EF4-FFF2-40B4-BE49-F238E27FC236}">
                <a16:creationId xmlns:a16="http://schemas.microsoft.com/office/drawing/2014/main" id="{7EF3D3B0-E238-4EA7-975F-B483690EFE0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a:t>
            </a:r>
          </a:p>
        </p:txBody>
      </p:sp>
      <p:sp>
        <p:nvSpPr>
          <p:cNvPr id="2141408830" name="Straight Connector 523934700">
            <a:extLst xmlns:a="http://schemas.openxmlformats.org/drawingml/2006/main">
              <a:ext uri="{FF2B5EF4-FFF2-40B4-BE49-F238E27FC236}">
                <a16:creationId xmlns:a16="http://schemas.microsoft.com/office/drawing/2014/main" id="{584EC8D4-AE9E-48C7-8B75-263BB9E7A59A}"/>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6981457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73870" name="Rectangle 764921179">
            <a:extLst xmlns:a="http://schemas.openxmlformats.org/drawingml/2006/main">
              <a:ext uri="{FF2B5EF4-FFF2-40B4-BE49-F238E27FC236}">
                <a16:creationId xmlns:a16="http://schemas.microsoft.com/office/drawing/2014/main" id="{E819DAF4-8BFE-4837-B60A-D9584CBBA4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99112422" name="Rectangle 1306971651">
            <a:extLst xmlns:a="http://schemas.openxmlformats.org/drawingml/2006/main">
              <a:ext uri="{FF2B5EF4-FFF2-40B4-BE49-F238E27FC236}">
                <a16:creationId xmlns:a16="http://schemas.microsoft.com/office/drawing/2014/main" id="{8E353106-6F37-4AC4-A338-6F59D47849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702452014" name="Rectangle: Rounded Corners 1651333515">
            <a:extLst xmlns:a="http://schemas.openxmlformats.org/drawingml/2006/main">
              <a:ext uri="{FF2B5EF4-FFF2-40B4-BE49-F238E27FC236}">
                <a16:creationId xmlns:a16="http://schemas.microsoft.com/office/drawing/2014/main" id="{F80007EA-0C43-4152-89F0-4142F03562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172284"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9a2984b4da44483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30832228" name="Straight Connector 673215582">
            <a:extLst xmlns:a="http://schemas.openxmlformats.org/drawingml/2006/main">
              <a:ext uri="{FF2B5EF4-FFF2-40B4-BE49-F238E27FC236}">
                <a16:creationId xmlns:a16="http://schemas.microsoft.com/office/drawing/2014/main" id="{C4D07B04-0B4A-41CA-BE02-450CECFD3E55}"/>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1386147" name="Straight Connector 1831783794">
            <a:extLst xmlns:a="http://schemas.openxmlformats.org/drawingml/2006/main">
              <a:ext uri="{FF2B5EF4-FFF2-40B4-BE49-F238E27FC236}">
                <a16:creationId xmlns:a16="http://schemas.microsoft.com/office/drawing/2014/main" id="{312C198F-8802-40FC-B5CD-C01D296B98A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9655993" name="Rectangle: Rounded Corners 1519439690">
            <a:extLst xmlns:a="http://schemas.openxmlformats.org/drawingml/2006/main">
              <a:ext uri="{FF2B5EF4-FFF2-40B4-BE49-F238E27FC236}">
                <a16:creationId xmlns:a16="http://schemas.microsoft.com/office/drawing/2014/main" id="{0C24155D-6B4D-435E-9623-B2942226731C}"/>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602729827" name="Rectangle 1880411001">
            <a:extLst xmlns:a="http://schemas.openxmlformats.org/drawingml/2006/main">
              <a:ext uri="{FF2B5EF4-FFF2-40B4-BE49-F238E27FC236}">
                <a16:creationId xmlns:a16="http://schemas.microsoft.com/office/drawing/2014/main" id="{DD663623-39E0-4459-AD59-F3CE1742FF8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64196280" name="Straight Connector 63070562">
            <a:extLst xmlns:a="http://schemas.openxmlformats.org/drawingml/2006/main">
              <a:ext uri="{FF2B5EF4-FFF2-40B4-BE49-F238E27FC236}">
                <a16:creationId xmlns:a16="http://schemas.microsoft.com/office/drawing/2014/main" id="{1BE30EDF-6DD6-4C33-9470-0131DA6B4E33}"/>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614047" name="Oval 723606972">
            <a:extLst xmlns:a="http://schemas.openxmlformats.org/drawingml/2006/main">
              <a:ext uri="{FF2B5EF4-FFF2-40B4-BE49-F238E27FC236}">
                <a16:creationId xmlns:a16="http://schemas.microsoft.com/office/drawing/2014/main" id="{82E398A3-3B5C-4196-9BB8-00E0674F588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680804" name="Straight Connector 1295429066">
            <a:extLst xmlns:a="http://schemas.openxmlformats.org/drawingml/2006/main">
              <a:ext uri="{FF2B5EF4-FFF2-40B4-BE49-F238E27FC236}">
                <a16:creationId xmlns:a16="http://schemas.microsoft.com/office/drawing/2014/main" id="{6A268663-060F-471D-8BDF-8EDB5E4A790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7172279" name="Oval 8682068">
            <a:extLst xmlns:a="http://schemas.openxmlformats.org/drawingml/2006/main">
              <a:ext uri="{FF2B5EF4-FFF2-40B4-BE49-F238E27FC236}">
                <a16:creationId xmlns:a16="http://schemas.microsoft.com/office/drawing/2014/main" id="{BF2CF61E-AFC7-49AC-86E1-1F148F497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11398" name="Straight Connector 2139346071">
            <a:extLst xmlns:a="http://schemas.openxmlformats.org/drawingml/2006/main">
              <a:ext uri="{FF2B5EF4-FFF2-40B4-BE49-F238E27FC236}">
                <a16:creationId xmlns:a16="http://schemas.microsoft.com/office/drawing/2014/main" id="{CEFA3EDC-AA40-49D3-8E2E-7F3191AEF5EE}"/>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3316630" name="Oval 2066189596">
            <a:extLst xmlns:a="http://schemas.openxmlformats.org/drawingml/2006/main">
              <a:ext uri="{FF2B5EF4-FFF2-40B4-BE49-F238E27FC236}">
                <a16:creationId xmlns:a16="http://schemas.microsoft.com/office/drawing/2014/main" id="{76898460-D325-4454-B5FA-B82CDB87D28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782547" name="Straight Connector 272593582">
            <a:extLst xmlns:a="http://schemas.openxmlformats.org/drawingml/2006/main">
              <a:ext uri="{FF2B5EF4-FFF2-40B4-BE49-F238E27FC236}">
                <a16:creationId xmlns:a16="http://schemas.microsoft.com/office/drawing/2014/main" id="{557A6FA8-D34E-4948-8369-D7BA4029FF8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7935679" name="Oval 134232463">
            <a:extLst xmlns:a="http://schemas.openxmlformats.org/drawingml/2006/main">
              <a:ext uri="{FF2B5EF4-FFF2-40B4-BE49-F238E27FC236}">
                <a16:creationId xmlns:a16="http://schemas.microsoft.com/office/drawing/2014/main" id="{49A99ECE-EFE6-4034-A06F-D9996E09ABD5}"/>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99541" name="Straight Connector 775049891">
            <a:extLst xmlns:a="http://schemas.openxmlformats.org/drawingml/2006/main">
              <a:ext uri="{FF2B5EF4-FFF2-40B4-BE49-F238E27FC236}">
                <a16:creationId xmlns:a16="http://schemas.microsoft.com/office/drawing/2014/main" id="{A478F522-7109-4EA5-A9F5-393C327F5F57}"/>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3760130" name="Oval 1072269508">
            <a:extLst xmlns:a="http://schemas.openxmlformats.org/drawingml/2006/main">
              <a:ext uri="{FF2B5EF4-FFF2-40B4-BE49-F238E27FC236}">
                <a16:creationId xmlns:a16="http://schemas.microsoft.com/office/drawing/2014/main" id="{ECED79B1-AAB6-4EE6-A88A-1CA1567351F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532767" name="Straight Connector 982061214">
            <a:extLst xmlns:a="http://schemas.openxmlformats.org/drawingml/2006/main">
              <a:ext uri="{FF2B5EF4-FFF2-40B4-BE49-F238E27FC236}">
                <a16:creationId xmlns:a16="http://schemas.microsoft.com/office/drawing/2014/main" id="{C3D16275-4518-4160-98A8-93B69AEC3D82}"/>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951127" name="Oval 1509233170">
            <a:extLst xmlns:a="http://schemas.openxmlformats.org/drawingml/2006/main">
              <a:ext uri="{FF2B5EF4-FFF2-40B4-BE49-F238E27FC236}">
                <a16:creationId xmlns:a16="http://schemas.microsoft.com/office/drawing/2014/main" id="{A16BA8DD-93F6-48AD-BC3E-CF8A92F4A05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146109" name="Rectangle 835713909">
            <a:extLst xmlns:a="http://schemas.openxmlformats.org/drawingml/2006/main">
              <a:ext uri="{FF2B5EF4-FFF2-40B4-BE49-F238E27FC236}">
                <a16:creationId xmlns:a16="http://schemas.microsoft.com/office/drawing/2014/main" id="{C92B5233-D9BB-46AB-9972-992625FE561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081003466" name="Rectangle 891411324">
            <a:extLst xmlns:a="http://schemas.openxmlformats.org/drawingml/2006/main">
              <a:ext uri="{FF2B5EF4-FFF2-40B4-BE49-F238E27FC236}">
                <a16:creationId xmlns:a16="http://schemas.microsoft.com/office/drawing/2014/main" id="{0326C5AD-C258-4D84-8531-73B953DBE691}"/>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53344434" name="Rectangle 1615394469">
            <a:extLst xmlns:a="http://schemas.openxmlformats.org/drawingml/2006/main">
              <a:ext uri="{FF2B5EF4-FFF2-40B4-BE49-F238E27FC236}">
                <a16:creationId xmlns:a16="http://schemas.microsoft.com/office/drawing/2014/main" id="{529677F5-8DCB-4C9E-9B0C-C4F93358E3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a:t>
            </a:r>
          </a:p>
        </p:txBody>
      </p:sp>
      <p:sp>
        <p:nvSpPr>
          <p:cNvPr id="801532771" name="solidguide_flipV">
            <a:extLst xmlns:a="http://schemas.openxmlformats.org/drawingml/2006/main">
              <a:ext uri="{FF2B5EF4-FFF2-40B4-BE49-F238E27FC236}">
                <a16:creationId xmlns:a16="http://schemas.microsoft.com/office/drawing/2014/main" id="{90077BFE-EC5C-4DB6-BA9E-FAEE090C3D54}"/>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7541712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685692" name="Rectangle 810486817">
            <a:extLst xmlns:a="http://schemas.openxmlformats.org/drawingml/2006/main">
              <a:ext uri="{FF2B5EF4-FFF2-40B4-BE49-F238E27FC236}">
                <a16:creationId xmlns:a16="http://schemas.microsoft.com/office/drawing/2014/main" id="{0112682E-D832-4E9E-927A-D74C47C012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14482087" name="Rectangle 1387195607">
            <a:extLst xmlns:a="http://schemas.openxmlformats.org/drawingml/2006/main">
              <a:ext uri="{FF2B5EF4-FFF2-40B4-BE49-F238E27FC236}">
                <a16:creationId xmlns:a16="http://schemas.microsoft.com/office/drawing/2014/main" id="{54FB60B5-9659-42B0-87D9-817CFCE71B4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1449611703" name="Rectangle: Rounded Corners 2010506367">
            <a:extLst xmlns:a="http://schemas.openxmlformats.org/drawingml/2006/main">
              <a:ext uri="{FF2B5EF4-FFF2-40B4-BE49-F238E27FC236}">
                <a16:creationId xmlns:a16="http://schemas.microsoft.com/office/drawing/2014/main" id="{C008A904-A44C-45B5-8C82-273AE80013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0506649"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9cf42025dfec491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89165643" name="Straight Connector 1226520373">
            <a:extLst xmlns:a="http://schemas.openxmlformats.org/drawingml/2006/main">
              <a:ext uri="{FF2B5EF4-FFF2-40B4-BE49-F238E27FC236}">
                <a16:creationId xmlns:a16="http://schemas.microsoft.com/office/drawing/2014/main" id="{F40420FD-41B4-4736-85BF-57BEA73AF29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563476" name="Straight Connector 1752169602">
            <a:extLst xmlns:a="http://schemas.openxmlformats.org/drawingml/2006/main">
              <a:ext uri="{FF2B5EF4-FFF2-40B4-BE49-F238E27FC236}">
                <a16:creationId xmlns:a16="http://schemas.microsoft.com/office/drawing/2014/main" id="{6AE0B2BE-5115-4050-8E88-BB30C2AF3BE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506644" name="Rectangle: Rounded Corners 917000957">
            <a:extLst xmlns:a="http://schemas.openxmlformats.org/drawingml/2006/main">
              <a:ext uri="{FF2B5EF4-FFF2-40B4-BE49-F238E27FC236}">
                <a16:creationId xmlns:a16="http://schemas.microsoft.com/office/drawing/2014/main" id="{B1527036-7AD2-4FCB-BF75-266F772A726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1296146" name="Rectangle 835812764">
            <a:extLst xmlns:a="http://schemas.openxmlformats.org/drawingml/2006/main">
              <a:ext uri="{FF2B5EF4-FFF2-40B4-BE49-F238E27FC236}">
                <a16:creationId xmlns:a16="http://schemas.microsoft.com/office/drawing/2014/main" id="{8AE5E45C-E38A-4211-BC1C-6AEF3E5A1B2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594632653" name="Straight Connector 1136040176">
            <a:extLst xmlns:a="http://schemas.openxmlformats.org/drawingml/2006/main">
              <a:ext uri="{FF2B5EF4-FFF2-40B4-BE49-F238E27FC236}">
                <a16:creationId xmlns:a16="http://schemas.microsoft.com/office/drawing/2014/main" id="{06D91B6A-33FB-49C1-BEF8-002E72632FE6}"/>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8709532" name="Oval 583075002">
            <a:extLst xmlns:a="http://schemas.openxmlformats.org/drawingml/2006/main">
              <a:ext uri="{FF2B5EF4-FFF2-40B4-BE49-F238E27FC236}">
                <a16:creationId xmlns:a16="http://schemas.microsoft.com/office/drawing/2014/main" id="{4CDEE936-BBE2-41D9-8F49-3B32BEA8596F}"/>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33806" name="Straight Connector 337929435">
            <a:extLst xmlns:a="http://schemas.openxmlformats.org/drawingml/2006/main">
              <a:ext uri="{FF2B5EF4-FFF2-40B4-BE49-F238E27FC236}">
                <a16:creationId xmlns:a16="http://schemas.microsoft.com/office/drawing/2014/main" id="{7627F236-0946-4536-B8C3-E5EC1184FC15}"/>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2772474" name="Oval 2108938194">
            <a:extLst xmlns:a="http://schemas.openxmlformats.org/drawingml/2006/main">
              <a:ext uri="{FF2B5EF4-FFF2-40B4-BE49-F238E27FC236}">
                <a16:creationId xmlns:a16="http://schemas.microsoft.com/office/drawing/2014/main" id="{92221234-002F-45E4-9D6D-709184BFC5E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192447" name="Straight Connector 1089038474">
            <a:extLst xmlns:a="http://schemas.openxmlformats.org/drawingml/2006/main">
              <a:ext uri="{FF2B5EF4-FFF2-40B4-BE49-F238E27FC236}">
                <a16:creationId xmlns:a16="http://schemas.microsoft.com/office/drawing/2014/main" id="{3AB98F70-511C-4516-99C9-B9357BCF202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4522831" name="Oval 344103133">
            <a:extLst xmlns:a="http://schemas.openxmlformats.org/drawingml/2006/main">
              <a:ext uri="{FF2B5EF4-FFF2-40B4-BE49-F238E27FC236}">
                <a16:creationId xmlns:a16="http://schemas.microsoft.com/office/drawing/2014/main" id="{C359F529-7C35-4541-9880-47F77947AA4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0106650" name="Straight Connector 116319933">
            <a:extLst xmlns:a="http://schemas.openxmlformats.org/drawingml/2006/main">
              <a:ext uri="{FF2B5EF4-FFF2-40B4-BE49-F238E27FC236}">
                <a16:creationId xmlns:a16="http://schemas.microsoft.com/office/drawing/2014/main" id="{BB187576-460F-4D65-B67F-0B651FF68452}"/>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3731921" name="Oval 1497503668">
            <a:extLst xmlns:a="http://schemas.openxmlformats.org/drawingml/2006/main">
              <a:ext uri="{FF2B5EF4-FFF2-40B4-BE49-F238E27FC236}">
                <a16:creationId xmlns:a16="http://schemas.microsoft.com/office/drawing/2014/main" id="{F241B6DD-EED8-4658-8A61-6DE9EA54450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6070495" name="Straight Connector 1398652273">
            <a:extLst xmlns:a="http://schemas.openxmlformats.org/drawingml/2006/main">
              <a:ext uri="{FF2B5EF4-FFF2-40B4-BE49-F238E27FC236}">
                <a16:creationId xmlns:a16="http://schemas.microsoft.com/office/drawing/2014/main" id="{C80F56AC-562C-4AE7-A240-852026C55F95}"/>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338908" name="Oval 1635056806">
            <a:extLst xmlns:a="http://schemas.openxmlformats.org/drawingml/2006/main">
              <a:ext uri="{FF2B5EF4-FFF2-40B4-BE49-F238E27FC236}">
                <a16:creationId xmlns:a16="http://schemas.microsoft.com/office/drawing/2014/main" id="{9B50A0F4-B713-4040-8BC2-F634D5FE849D}"/>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19278" name="Straight Connector 1900162545">
            <a:extLst xmlns:a="http://schemas.openxmlformats.org/drawingml/2006/main">
              <a:ext uri="{FF2B5EF4-FFF2-40B4-BE49-F238E27FC236}">
                <a16:creationId xmlns:a16="http://schemas.microsoft.com/office/drawing/2014/main" id="{7CD18D42-B8D0-40BD-8CD7-8BF1BA5DABEB}"/>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6306639" name="Oval 781560171">
            <a:extLst xmlns:a="http://schemas.openxmlformats.org/drawingml/2006/main">
              <a:ext uri="{FF2B5EF4-FFF2-40B4-BE49-F238E27FC236}">
                <a16:creationId xmlns:a16="http://schemas.microsoft.com/office/drawing/2014/main" id="{5BAF09A0-BFE3-439F-97AF-EBB15899CC8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700184" name="Rectangle 1575462251">
            <a:extLst xmlns:a="http://schemas.openxmlformats.org/drawingml/2006/main">
              <a:ext uri="{FF2B5EF4-FFF2-40B4-BE49-F238E27FC236}">
                <a16:creationId xmlns:a16="http://schemas.microsoft.com/office/drawing/2014/main" id="{55D41410-9E61-423B-AA5A-A63135A0D65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863975" name="Rectangle 1355267839">
            <a:extLst xmlns:a="http://schemas.openxmlformats.org/drawingml/2006/main">
              <a:ext uri="{FF2B5EF4-FFF2-40B4-BE49-F238E27FC236}">
                <a16:creationId xmlns:a16="http://schemas.microsoft.com/office/drawing/2014/main" id="{8E7CDCA7-FF6B-4DB8-B828-023871EBDC24}"/>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290083061" name="Rectangle 1311817854">
            <a:extLst xmlns:a="http://schemas.openxmlformats.org/drawingml/2006/main">
              <a:ext uri="{FF2B5EF4-FFF2-40B4-BE49-F238E27FC236}">
                <a16:creationId xmlns:a16="http://schemas.microsoft.com/office/drawing/2014/main" id="{45060CCD-8100-40F9-A877-E45CC68762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a:t>
            </a:r>
          </a:p>
        </p:txBody>
      </p:sp>
      <p:sp>
        <p:nvSpPr>
          <p:cNvPr id="509995827" name="solidguide_flipV">
            <a:extLst xmlns:a="http://schemas.openxmlformats.org/drawingml/2006/main">
              <a:ext uri="{FF2B5EF4-FFF2-40B4-BE49-F238E27FC236}">
                <a16:creationId xmlns:a16="http://schemas.microsoft.com/office/drawing/2014/main" id="{FB9B44E1-6E81-4310-9137-F2C1DF777ABA}"/>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8672757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6920691" name="Rectangle 896921065">
            <a:extLst xmlns:a="http://schemas.openxmlformats.org/drawingml/2006/main">
              <a:ext uri="{FF2B5EF4-FFF2-40B4-BE49-F238E27FC236}">
                <a16:creationId xmlns:a16="http://schemas.microsoft.com/office/drawing/2014/main" id="{E054D93B-A17C-45A5-A355-F5337488243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534880504" name="Rectangle 873289791">
            <a:extLst xmlns:a="http://schemas.openxmlformats.org/drawingml/2006/main">
              <a:ext uri="{FF2B5EF4-FFF2-40B4-BE49-F238E27FC236}">
                <a16:creationId xmlns:a16="http://schemas.microsoft.com/office/drawing/2014/main" id="{1120D1C0-9F9B-4104-8D9F-F0A1249C9E8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288461921" name="Rectangle: Rounded Corners 1535529518">
            <a:extLst xmlns:a="http://schemas.openxmlformats.org/drawingml/2006/main">
              <a:ext uri="{FF2B5EF4-FFF2-40B4-BE49-F238E27FC236}">
                <a16:creationId xmlns:a16="http://schemas.microsoft.com/office/drawing/2014/main" id="{97F5ED97-15F8-4396-A257-B6DF9F0D28D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289402" name="Straight Connector 56707613">
            <a:extLst xmlns:a="http://schemas.openxmlformats.org/drawingml/2006/main">
              <a:ext uri="{FF2B5EF4-FFF2-40B4-BE49-F238E27FC236}">
                <a16:creationId xmlns:a16="http://schemas.microsoft.com/office/drawing/2014/main" id="{566F0D13-19F6-4170-87E8-8F1BF7B4B9A9}"/>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362419" name="Straight Connector 1473988392">
            <a:extLst xmlns:a="http://schemas.openxmlformats.org/drawingml/2006/main">
              <a:ext uri="{FF2B5EF4-FFF2-40B4-BE49-F238E27FC236}">
                <a16:creationId xmlns:a16="http://schemas.microsoft.com/office/drawing/2014/main" id="{21C38F14-B813-41F6-B3CA-D2748575684B}"/>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126588" name="Rectangle 1804586365">
            <a:extLst xmlns:a="http://schemas.openxmlformats.org/drawingml/2006/main">
              <a:ext uri="{FF2B5EF4-FFF2-40B4-BE49-F238E27FC236}">
                <a16:creationId xmlns:a16="http://schemas.microsoft.com/office/drawing/2014/main" id="{86CC84F0-A6A4-40D4-B70F-63832587910A}"/>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25003937" name="Rectangle 1864669960">
            <a:extLst xmlns:a="http://schemas.openxmlformats.org/drawingml/2006/main">
              <a:ext uri="{FF2B5EF4-FFF2-40B4-BE49-F238E27FC236}">
                <a16:creationId xmlns:a16="http://schemas.microsoft.com/office/drawing/2014/main" id="{E68C7DFA-8F5F-4A05-8B38-A1404B9385A7}"/>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419005783" name="Oval 1888914903">
            <a:extLst xmlns:a="http://schemas.openxmlformats.org/drawingml/2006/main">
              <a:ext uri="{FF2B5EF4-FFF2-40B4-BE49-F238E27FC236}">
                <a16:creationId xmlns:a16="http://schemas.microsoft.com/office/drawing/2014/main" id="{5CCCF7AB-DE13-4F58-AE1B-A70D6B5E56AB}"/>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2116329" name="Oval 832749497">
            <a:extLst xmlns:a="http://schemas.openxmlformats.org/drawingml/2006/main">
              <a:ext uri="{FF2B5EF4-FFF2-40B4-BE49-F238E27FC236}">
                <a16:creationId xmlns:a16="http://schemas.microsoft.com/office/drawing/2014/main" id="{EFC84A21-2D45-42EC-9BD5-F258D70C50B9}"/>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854745" name="Oval 2073900984">
            <a:extLst xmlns:a="http://schemas.openxmlformats.org/drawingml/2006/main">
              <a:ext uri="{FF2B5EF4-FFF2-40B4-BE49-F238E27FC236}">
                <a16:creationId xmlns:a16="http://schemas.microsoft.com/office/drawing/2014/main" id="{A78C94B5-BC89-4FCC-9E6E-9F4ECDF02C0E}"/>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096192" name="Oval 1025225897">
            <a:extLst xmlns:a="http://schemas.openxmlformats.org/drawingml/2006/main">
              <a:ext uri="{FF2B5EF4-FFF2-40B4-BE49-F238E27FC236}">
                <a16:creationId xmlns:a16="http://schemas.microsoft.com/office/drawing/2014/main" id="{B1851A05-455E-408E-BC47-B08E441F5F17}"/>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143937" name="Oval 393992283">
            <a:extLst xmlns:a="http://schemas.openxmlformats.org/drawingml/2006/main">
              <a:ext uri="{FF2B5EF4-FFF2-40B4-BE49-F238E27FC236}">
                <a16:creationId xmlns:a16="http://schemas.microsoft.com/office/drawing/2014/main" id="{2722D523-BECF-4E5F-BE3A-BBC49B43942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351702" name="Oval 1602577504">
            <a:extLst xmlns:a="http://schemas.openxmlformats.org/drawingml/2006/main">
              <a:ext uri="{FF2B5EF4-FFF2-40B4-BE49-F238E27FC236}">
                <a16:creationId xmlns:a16="http://schemas.microsoft.com/office/drawing/2014/main" id="{D123CD39-0099-4565-9D28-D50681890AE3}"/>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7915" name="Oval 1371923820">
            <a:extLst xmlns:a="http://schemas.openxmlformats.org/drawingml/2006/main">
              <a:ext uri="{FF2B5EF4-FFF2-40B4-BE49-F238E27FC236}">
                <a16:creationId xmlns:a16="http://schemas.microsoft.com/office/drawing/2014/main" id="{45E12079-5E2F-49F7-8430-C560216FA63C}"/>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225051" name="Oval 1753025884">
            <a:extLst xmlns:a="http://schemas.openxmlformats.org/drawingml/2006/main">
              <a:ext uri="{FF2B5EF4-FFF2-40B4-BE49-F238E27FC236}">
                <a16:creationId xmlns:a16="http://schemas.microsoft.com/office/drawing/2014/main" id="{A4C39667-1B8C-4EF6-8C1D-609E63309D2A}"/>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204283" name="Oval 1468286775">
            <a:extLst xmlns:a="http://schemas.openxmlformats.org/drawingml/2006/main">
              <a:ext uri="{FF2B5EF4-FFF2-40B4-BE49-F238E27FC236}">
                <a16:creationId xmlns:a16="http://schemas.microsoft.com/office/drawing/2014/main" id="{BE06D001-081C-4E1C-884A-00A67A5F4ED5}"/>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125096" name="Oval 1303532533">
            <a:extLst xmlns:a="http://schemas.openxmlformats.org/drawingml/2006/main">
              <a:ext uri="{FF2B5EF4-FFF2-40B4-BE49-F238E27FC236}">
                <a16:creationId xmlns:a16="http://schemas.microsoft.com/office/drawing/2014/main" id="{490B1062-AFF8-47CA-BDC5-534D1ABB4683}"/>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1778841" name="Oval 1098580289">
            <a:extLst xmlns:a="http://schemas.openxmlformats.org/drawingml/2006/main">
              <a:ext uri="{FF2B5EF4-FFF2-40B4-BE49-F238E27FC236}">
                <a16:creationId xmlns:a16="http://schemas.microsoft.com/office/drawing/2014/main" id="{133CDD94-2B85-44AF-96C1-C1077C141B08}"/>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269016" name="Oval 747856202">
            <a:extLst xmlns:a="http://schemas.openxmlformats.org/drawingml/2006/main">
              <a:ext uri="{FF2B5EF4-FFF2-40B4-BE49-F238E27FC236}">
                <a16:creationId xmlns:a16="http://schemas.microsoft.com/office/drawing/2014/main" id="{2A372EF2-5604-40DC-86D4-EFFD0E309F53}"/>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8788859" name="Oval 1515170768">
            <a:extLst xmlns:a="http://schemas.openxmlformats.org/drawingml/2006/main">
              <a:ext uri="{FF2B5EF4-FFF2-40B4-BE49-F238E27FC236}">
                <a16:creationId xmlns:a16="http://schemas.microsoft.com/office/drawing/2014/main" id="{D20FA1CA-3784-4A91-BDAF-2B9ECBDFF2F7}"/>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643686" name="Oval 758272404">
            <a:extLst xmlns:a="http://schemas.openxmlformats.org/drawingml/2006/main">
              <a:ext uri="{FF2B5EF4-FFF2-40B4-BE49-F238E27FC236}">
                <a16:creationId xmlns:a16="http://schemas.microsoft.com/office/drawing/2014/main" id="{BEB6DB3D-93DE-45AC-B781-6D16C24C0F05}"/>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114865" name="Oval 539647180">
            <a:extLst xmlns:a="http://schemas.openxmlformats.org/drawingml/2006/main">
              <a:ext uri="{FF2B5EF4-FFF2-40B4-BE49-F238E27FC236}">
                <a16:creationId xmlns:a16="http://schemas.microsoft.com/office/drawing/2014/main" id="{2A61E250-EDB6-4F00-9A4A-691EC418FB33}"/>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55828" name="Oval 382130369">
            <a:extLst xmlns:a="http://schemas.openxmlformats.org/drawingml/2006/main">
              <a:ext uri="{FF2B5EF4-FFF2-40B4-BE49-F238E27FC236}">
                <a16:creationId xmlns:a16="http://schemas.microsoft.com/office/drawing/2014/main" id="{1B6DFFE9-7557-4BD2-88E5-ED26C83CE065}"/>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39240" name="Oval 347626963">
            <a:extLst xmlns:a="http://schemas.openxmlformats.org/drawingml/2006/main">
              <a:ext uri="{FF2B5EF4-FFF2-40B4-BE49-F238E27FC236}">
                <a16:creationId xmlns:a16="http://schemas.microsoft.com/office/drawing/2014/main" id="{9D5A3EFD-D5EA-4746-8373-88776C77F96A}"/>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644385" name="Rectangle: Rounded Corners 1734367546">
            <a:extLst xmlns:a="http://schemas.openxmlformats.org/drawingml/2006/main">
              <a:ext uri="{FF2B5EF4-FFF2-40B4-BE49-F238E27FC236}">
                <a16:creationId xmlns:a16="http://schemas.microsoft.com/office/drawing/2014/main" id="{4528623A-E92C-492A-AEAE-1A6ACB9D19D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090904706" name="Rectangle: Rounded Corners 1497716320">
            <a:extLst xmlns:a="http://schemas.openxmlformats.org/drawingml/2006/main">
              <a:ext uri="{FF2B5EF4-FFF2-40B4-BE49-F238E27FC236}">
                <a16:creationId xmlns:a16="http://schemas.microsoft.com/office/drawing/2014/main" id="{B155C0B2-08E5-46F6-AD2E-744C58BA8E32}"/>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29807068" name="Rectangle: Rounded Corners 119055209">
            <a:extLst xmlns:a="http://schemas.openxmlformats.org/drawingml/2006/main">
              <a:ext uri="{FF2B5EF4-FFF2-40B4-BE49-F238E27FC236}">
                <a16:creationId xmlns:a16="http://schemas.microsoft.com/office/drawing/2014/main" id="{B4105194-B919-4155-AD07-1575E1092CD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9932474" name="Rectangle 1782549367">
            <a:extLst xmlns:a="http://schemas.openxmlformats.org/drawingml/2006/main">
              <a:ext uri="{FF2B5EF4-FFF2-40B4-BE49-F238E27FC236}">
                <a16:creationId xmlns:a16="http://schemas.microsoft.com/office/drawing/2014/main" id="{C76BA00D-8678-4D03-A3C1-13E2709E45BF}"/>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869973809" name="Rectangle 1717240199">
            <a:extLst xmlns:a="http://schemas.openxmlformats.org/drawingml/2006/main">
              <a:ext uri="{FF2B5EF4-FFF2-40B4-BE49-F238E27FC236}">
                <a16:creationId xmlns:a16="http://schemas.microsoft.com/office/drawing/2014/main" id="{4F6A5AA1-CA60-458F-836D-73BB5897F7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a:t>
            </a:r>
          </a:p>
        </p:txBody>
      </p:sp>
      <p:sp>
        <p:nvSpPr>
          <p:cNvPr id="835731024" name="solidguide_flipV">
            <a:extLst xmlns:a="http://schemas.openxmlformats.org/drawingml/2006/main">
              <a:ext uri="{FF2B5EF4-FFF2-40B4-BE49-F238E27FC236}">
                <a16:creationId xmlns:a16="http://schemas.microsoft.com/office/drawing/2014/main" id="{614F05F3-8F35-448A-8AC0-E2B6AA7107F6}"/>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3760219"/>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04947" name="Rectangle 876043219">
            <a:extLst xmlns:a="http://schemas.openxmlformats.org/drawingml/2006/main">
              <a:ext uri="{FF2B5EF4-FFF2-40B4-BE49-F238E27FC236}">
                <a16:creationId xmlns:a16="http://schemas.microsoft.com/office/drawing/2014/main" id="{9C822C0E-6C91-4361-A6E7-9379ACE92AB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29528349" name="Rectangle 1970303406">
            <a:extLst xmlns:a="http://schemas.openxmlformats.org/drawingml/2006/main">
              <a:ext uri="{FF2B5EF4-FFF2-40B4-BE49-F238E27FC236}">
                <a16:creationId xmlns:a16="http://schemas.microsoft.com/office/drawing/2014/main" id="{3B8475B6-C56F-4023-BE4B-C43BCAB0E712}"/>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636699934" name="Rectangle: Rounded Corners 1375366023">
            <a:extLst xmlns:a="http://schemas.openxmlformats.org/drawingml/2006/main">
              <a:ext uri="{FF2B5EF4-FFF2-40B4-BE49-F238E27FC236}">
                <a16:creationId xmlns:a16="http://schemas.microsoft.com/office/drawing/2014/main" id="{1BBFBAC9-9425-49C8-B971-0EC680D9E9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344963" name="Straight Connector 1537688957">
            <a:extLst xmlns:a="http://schemas.openxmlformats.org/drawingml/2006/main">
              <a:ext uri="{FF2B5EF4-FFF2-40B4-BE49-F238E27FC236}">
                <a16:creationId xmlns:a16="http://schemas.microsoft.com/office/drawing/2014/main" id="{4BED507A-D79D-45E2-B241-7CB5E4F796E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313766" name="Straight Connector 2007704337">
            <a:extLst xmlns:a="http://schemas.openxmlformats.org/drawingml/2006/main">
              <a:ext uri="{FF2B5EF4-FFF2-40B4-BE49-F238E27FC236}">
                <a16:creationId xmlns:a16="http://schemas.microsoft.com/office/drawing/2014/main" id="{77DF3753-BD20-48DF-A721-9E91884AD0F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3158961" name="Rectangle 65599505">
            <a:extLst xmlns:a="http://schemas.openxmlformats.org/drawingml/2006/main">
              <a:ext uri="{FF2B5EF4-FFF2-40B4-BE49-F238E27FC236}">
                <a16:creationId xmlns:a16="http://schemas.microsoft.com/office/drawing/2014/main" id="{F56BFF2E-BA17-4DCC-8D21-8055D26ADAA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31838291" name="Rectangle 1251237696">
            <a:extLst xmlns:a="http://schemas.openxmlformats.org/drawingml/2006/main">
              <a:ext uri="{FF2B5EF4-FFF2-40B4-BE49-F238E27FC236}">
                <a16:creationId xmlns:a16="http://schemas.microsoft.com/office/drawing/2014/main" id="{B30CB0DC-2AFD-477F-93A5-964212D2B662}"/>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204608762" name="Oval 1695470153">
            <a:extLst xmlns:a="http://schemas.openxmlformats.org/drawingml/2006/main">
              <a:ext uri="{FF2B5EF4-FFF2-40B4-BE49-F238E27FC236}">
                <a16:creationId xmlns:a16="http://schemas.microsoft.com/office/drawing/2014/main" id="{A34D7541-57AA-47EF-BE94-367A36408F0F}"/>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398876" name="Oval 815448562">
            <a:extLst xmlns:a="http://schemas.openxmlformats.org/drawingml/2006/main">
              <a:ext uri="{FF2B5EF4-FFF2-40B4-BE49-F238E27FC236}">
                <a16:creationId xmlns:a16="http://schemas.microsoft.com/office/drawing/2014/main" id="{ED7E9EEE-777D-4E2F-9A06-CE36A7279020}"/>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2244500" name="Oval 1303472677">
            <a:extLst xmlns:a="http://schemas.openxmlformats.org/drawingml/2006/main">
              <a:ext uri="{FF2B5EF4-FFF2-40B4-BE49-F238E27FC236}">
                <a16:creationId xmlns:a16="http://schemas.microsoft.com/office/drawing/2014/main" id="{80568873-ABE7-4207-8758-644BE7EFC3B6}"/>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212450" name="Oval 674269756">
            <a:extLst xmlns:a="http://schemas.openxmlformats.org/drawingml/2006/main">
              <a:ext uri="{FF2B5EF4-FFF2-40B4-BE49-F238E27FC236}">
                <a16:creationId xmlns:a16="http://schemas.microsoft.com/office/drawing/2014/main" id="{8273984E-B3BF-45C2-BF95-95AB69FE0201}"/>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403553" name="Oval 163294809">
            <a:extLst xmlns:a="http://schemas.openxmlformats.org/drawingml/2006/main">
              <a:ext uri="{FF2B5EF4-FFF2-40B4-BE49-F238E27FC236}">
                <a16:creationId xmlns:a16="http://schemas.microsoft.com/office/drawing/2014/main" id="{3F1249BE-F309-456A-A54C-B42466AE47D4}"/>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028778" name="Oval 1733278306">
            <a:extLst xmlns:a="http://schemas.openxmlformats.org/drawingml/2006/main">
              <a:ext uri="{FF2B5EF4-FFF2-40B4-BE49-F238E27FC236}">
                <a16:creationId xmlns:a16="http://schemas.microsoft.com/office/drawing/2014/main" id="{F19A9F72-1F00-4688-8241-0ED03E95C460}"/>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125041" name="Oval 880799253">
            <a:extLst xmlns:a="http://schemas.openxmlformats.org/drawingml/2006/main">
              <a:ext uri="{FF2B5EF4-FFF2-40B4-BE49-F238E27FC236}">
                <a16:creationId xmlns:a16="http://schemas.microsoft.com/office/drawing/2014/main" id="{F19E6F8D-F874-4C6C-ABE0-AE31D1F6E72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81986" name="Oval 834346434">
            <a:extLst xmlns:a="http://schemas.openxmlformats.org/drawingml/2006/main">
              <a:ext uri="{FF2B5EF4-FFF2-40B4-BE49-F238E27FC236}">
                <a16:creationId xmlns:a16="http://schemas.microsoft.com/office/drawing/2014/main" id="{03BC3B29-ED8D-4FDB-A226-517616AF07BA}"/>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20018" name="Oval 558427810">
            <a:extLst xmlns:a="http://schemas.openxmlformats.org/drawingml/2006/main">
              <a:ext uri="{FF2B5EF4-FFF2-40B4-BE49-F238E27FC236}">
                <a16:creationId xmlns:a16="http://schemas.microsoft.com/office/drawing/2014/main" id="{FF8D1B62-58F9-4ED8-B1E1-30458FD2497A}"/>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2540734" name="Oval 1580509645">
            <a:extLst xmlns:a="http://schemas.openxmlformats.org/drawingml/2006/main">
              <a:ext uri="{FF2B5EF4-FFF2-40B4-BE49-F238E27FC236}">
                <a16:creationId xmlns:a16="http://schemas.microsoft.com/office/drawing/2014/main" id="{A25DDFB4-717A-4B80-8D11-197833179B49}"/>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467608" name="Oval 572736301">
            <a:extLst xmlns:a="http://schemas.openxmlformats.org/drawingml/2006/main">
              <a:ext uri="{FF2B5EF4-FFF2-40B4-BE49-F238E27FC236}">
                <a16:creationId xmlns:a16="http://schemas.microsoft.com/office/drawing/2014/main" id="{D693DCE7-E79E-41A1-BBC7-04829B42D27F}"/>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2053470" name="Oval 777734922">
            <a:extLst xmlns:a="http://schemas.openxmlformats.org/drawingml/2006/main">
              <a:ext uri="{FF2B5EF4-FFF2-40B4-BE49-F238E27FC236}">
                <a16:creationId xmlns:a16="http://schemas.microsoft.com/office/drawing/2014/main" id="{1097F9A9-65D8-4249-88AD-74078D9B0258}"/>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4758779" name="Oval 113252181">
            <a:extLst xmlns:a="http://schemas.openxmlformats.org/drawingml/2006/main">
              <a:ext uri="{FF2B5EF4-FFF2-40B4-BE49-F238E27FC236}">
                <a16:creationId xmlns:a16="http://schemas.microsoft.com/office/drawing/2014/main" id="{CB4F9CBB-FD7F-4D75-B6BC-CEA45769969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5710184" name="Oval 1702038152">
            <a:extLst xmlns:a="http://schemas.openxmlformats.org/drawingml/2006/main">
              <a:ext uri="{FF2B5EF4-FFF2-40B4-BE49-F238E27FC236}">
                <a16:creationId xmlns:a16="http://schemas.microsoft.com/office/drawing/2014/main" id="{6BB47538-9637-4FD9-B259-11BE44E850F9}"/>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9638902" name="Oval 1781702022">
            <a:extLst xmlns:a="http://schemas.openxmlformats.org/drawingml/2006/main">
              <a:ext uri="{FF2B5EF4-FFF2-40B4-BE49-F238E27FC236}">
                <a16:creationId xmlns:a16="http://schemas.microsoft.com/office/drawing/2014/main" id="{4AC289C4-7F2D-4048-993F-0C602899F688}"/>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3417614" name="Oval 164012884">
            <a:extLst xmlns:a="http://schemas.openxmlformats.org/drawingml/2006/main">
              <a:ext uri="{FF2B5EF4-FFF2-40B4-BE49-F238E27FC236}">
                <a16:creationId xmlns:a16="http://schemas.microsoft.com/office/drawing/2014/main" id="{A4931551-68FE-45F0-9537-0B1BA41392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7922178" name="Oval 991339259">
            <a:extLst xmlns:a="http://schemas.openxmlformats.org/drawingml/2006/main">
              <a:ext uri="{FF2B5EF4-FFF2-40B4-BE49-F238E27FC236}">
                <a16:creationId xmlns:a16="http://schemas.microsoft.com/office/drawing/2014/main" id="{58DE2AD2-2C15-4BB2-8D0F-1552A77AD6D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9567069" name="Rectangle: Rounded Corners 2031926644">
            <a:extLst xmlns:a="http://schemas.openxmlformats.org/drawingml/2006/main">
              <a:ext uri="{FF2B5EF4-FFF2-40B4-BE49-F238E27FC236}">
                <a16:creationId xmlns:a16="http://schemas.microsoft.com/office/drawing/2014/main" id="{27404019-901F-47A2-A77C-302156A13F15}"/>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2374616" name="Rectangle: Rounded Corners 1514015500">
            <a:extLst xmlns:a="http://schemas.openxmlformats.org/drawingml/2006/main">
              <a:ext uri="{FF2B5EF4-FFF2-40B4-BE49-F238E27FC236}">
                <a16:creationId xmlns:a16="http://schemas.microsoft.com/office/drawing/2014/main" id="{EBF78440-344E-4134-AAFB-FC6B67C4268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965287027" name="Rectangle 738739686">
            <a:extLst xmlns:a="http://schemas.openxmlformats.org/drawingml/2006/main">
              <a:ext uri="{FF2B5EF4-FFF2-40B4-BE49-F238E27FC236}">
                <a16:creationId xmlns:a16="http://schemas.microsoft.com/office/drawing/2014/main" id="{8308365C-7D47-4B9C-93A5-7F248EC26E1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209093286" name="Rectangle 1843306662">
            <a:extLst xmlns:a="http://schemas.openxmlformats.org/drawingml/2006/main">
              <a:ext uri="{FF2B5EF4-FFF2-40B4-BE49-F238E27FC236}">
                <a16:creationId xmlns:a16="http://schemas.microsoft.com/office/drawing/2014/main" id="{07681238-BC83-4DDF-908C-CB14B222335C}"/>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918864731" name="Rectangle 940562735">
            <a:extLst xmlns:a="http://schemas.openxmlformats.org/drawingml/2006/main">
              <a:ext uri="{FF2B5EF4-FFF2-40B4-BE49-F238E27FC236}">
                <a16:creationId xmlns:a16="http://schemas.microsoft.com/office/drawing/2014/main" id="{FEF9C293-CF9D-4E96-97F1-61FFE12109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a:t>
            </a:r>
          </a:p>
        </p:txBody>
      </p:sp>
      <p:sp>
        <p:nvSpPr>
          <p:cNvPr id="315746637" name="solidguide_flipV">
            <a:extLst xmlns:a="http://schemas.openxmlformats.org/drawingml/2006/main">
              <a:ext uri="{FF2B5EF4-FFF2-40B4-BE49-F238E27FC236}">
                <a16:creationId xmlns:a16="http://schemas.microsoft.com/office/drawing/2014/main" id="{9426BA0C-5948-4516-9552-8E9220C4710F}"/>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31379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1b6c56ba860449a2">
            <a:extLst>
              <a:ext uri="{96DAC541-7B7A-43D3-8B79-37D633B846F1}">
                <asvg:svgBlip xmlns:asvg="http://schemas.microsoft.com/office/drawing/2016/SVG/main" r:embed="R5c3b21f8713f4877"/>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56282117"/>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0184666" name="Rectangle 1896240478">
            <a:extLst xmlns:a="http://schemas.openxmlformats.org/drawingml/2006/main">
              <a:ext uri="{FF2B5EF4-FFF2-40B4-BE49-F238E27FC236}">
                <a16:creationId xmlns:a16="http://schemas.microsoft.com/office/drawing/2014/main" id="{07E6436E-AFFB-4675-8218-35E9F080E6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549036564" name="Rectangle 574298503">
            <a:extLst xmlns:a="http://schemas.openxmlformats.org/drawingml/2006/main">
              <a:ext uri="{FF2B5EF4-FFF2-40B4-BE49-F238E27FC236}">
                <a16:creationId xmlns:a16="http://schemas.microsoft.com/office/drawing/2014/main" id="{11C02655-FBDB-4557-B07E-36D65987CA2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52858880" name="Rectangle: Rounded Corners 682947437">
            <a:extLst xmlns:a="http://schemas.openxmlformats.org/drawingml/2006/main">
              <a:ext uri="{FF2B5EF4-FFF2-40B4-BE49-F238E27FC236}">
                <a16:creationId xmlns:a16="http://schemas.microsoft.com/office/drawing/2014/main" id="{BDFCBBE6-B23E-4C41-9D19-655FB4437FC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57558" name="Straight Connector 1968719096">
            <a:extLst xmlns:a="http://schemas.openxmlformats.org/drawingml/2006/main">
              <a:ext uri="{FF2B5EF4-FFF2-40B4-BE49-F238E27FC236}">
                <a16:creationId xmlns:a16="http://schemas.microsoft.com/office/drawing/2014/main" id="{F847AFD7-02F9-4424-8286-D6493CD32B10}"/>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8325803" name="Straight Connector 1324465773">
            <a:extLst xmlns:a="http://schemas.openxmlformats.org/drawingml/2006/main">
              <a:ext uri="{FF2B5EF4-FFF2-40B4-BE49-F238E27FC236}">
                <a16:creationId xmlns:a16="http://schemas.microsoft.com/office/drawing/2014/main" id="{22CAE6C9-BCDB-407A-809B-FD12A1574935}"/>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5883373" name="Rectangle 910257484">
            <a:extLst xmlns:a="http://schemas.openxmlformats.org/drawingml/2006/main">
              <a:ext uri="{FF2B5EF4-FFF2-40B4-BE49-F238E27FC236}">
                <a16:creationId xmlns:a16="http://schemas.microsoft.com/office/drawing/2014/main" id="{367E0E44-21E0-4AF3-98DB-3E8A7FEBBE8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2116580719" name="Rectangle 1246496868">
            <a:extLst xmlns:a="http://schemas.openxmlformats.org/drawingml/2006/main">
              <a:ext uri="{FF2B5EF4-FFF2-40B4-BE49-F238E27FC236}">
                <a16:creationId xmlns:a16="http://schemas.microsoft.com/office/drawing/2014/main" id="{02E24BA6-13C3-45B6-9532-A39012F6CEB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455568600" name="Oval 1811837015">
            <a:extLst xmlns:a="http://schemas.openxmlformats.org/drawingml/2006/main">
              <a:ext uri="{FF2B5EF4-FFF2-40B4-BE49-F238E27FC236}">
                <a16:creationId xmlns:a16="http://schemas.microsoft.com/office/drawing/2014/main" id="{862EFD0D-04E0-4352-A154-90E666602FB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9467135" name="Oval 453346286">
            <a:extLst xmlns:a="http://schemas.openxmlformats.org/drawingml/2006/main">
              <a:ext uri="{FF2B5EF4-FFF2-40B4-BE49-F238E27FC236}">
                <a16:creationId xmlns:a16="http://schemas.microsoft.com/office/drawing/2014/main" id="{CDA5989E-9A35-44D4-B78A-D1A717E8D25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9348989" name="Oval 1618228278">
            <a:extLst xmlns:a="http://schemas.openxmlformats.org/drawingml/2006/main">
              <a:ext uri="{FF2B5EF4-FFF2-40B4-BE49-F238E27FC236}">
                <a16:creationId xmlns:a16="http://schemas.microsoft.com/office/drawing/2014/main" id="{2553DB8B-1787-406C-A698-C18C5EA748C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066438" name="Oval 2089599102">
            <a:extLst xmlns:a="http://schemas.openxmlformats.org/drawingml/2006/main">
              <a:ext uri="{FF2B5EF4-FFF2-40B4-BE49-F238E27FC236}">
                <a16:creationId xmlns:a16="http://schemas.microsoft.com/office/drawing/2014/main" id="{6A8C901C-4939-4C73-9BA6-7CE2D08EC835}"/>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623694" name="Oval 1457916702">
            <a:extLst xmlns:a="http://schemas.openxmlformats.org/drawingml/2006/main">
              <a:ext uri="{FF2B5EF4-FFF2-40B4-BE49-F238E27FC236}">
                <a16:creationId xmlns:a16="http://schemas.microsoft.com/office/drawing/2014/main" id="{1D4B2DFA-3A13-4043-9431-3414F575A294}"/>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336221" name="Oval 1250923537">
            <a:extLst xmlns:a="http://schemas.openxmlformats.org/drawingml/2006/main">
              <a:ext uri="{FF2B5EF4-FFF2-40B4-BE49-F238E27FC236}">
                <a16:creationId xmlns:a16="http://schemas.microsoft.com/office/drawing/2014/main" id="{472E32EF-7828-407A-A983-96F102EAF0AD}"/>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4464533" name="Oval 579714091">
            <a:extLst xmlns:a="http://schemas.openxmlformats.org/drawingml/2006/main">
              <a:ext uri="{FF2B5EF4-FFF2-40B4-BE49-F238E27FC236}">
                <a16:creationId xmlns:a16="http://schemas.microsoft.com/office/drawing/2014/main" id="{F11DE62D-AD9D-42BC-9DFD-9855738F41A1}"/>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0804222" name="Oval 1188193174">
            <a:extLst xmlns:a="http://schemas.openxmlformats.org/drawingml/2006/main">
              <a:ext uri="{FF2B5EF4-FFF2-40B4-BE49-F238E27FC236}">
                <a16:creationId xmlns:a16="http://schemas.microsoft.com/office/drawing/2014/main" id="{305ABD61-9078-4487-AA93-0A211662D61C}"/>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270666" name="Oval 2075857352">
            <a:extLst xmlns:a="http://schemas.openxmlformats.org/drawingml/2006/main">
              <a:ext uri="{FF2B5EF4-FFF2-40B4-BE49-F238E27FC236}">
                <a16:creationId xmlns:a16="http://schemas.microsoft.com/office/drawing/2014/main" id="{FB85305A-9ED1-4CC2-922A-73FF738E3E97}"/>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3944606" name="Oval 260739156">
            <a:extLst xmlns:a="http://schemas.openxmlformats.org/drawingml/2006/main">
              <a:ext uri="{FF2B5EF4-FFF2-40B4-BE49-F238E27FC236}">
                <a16:creationId xmlns:a16="http://schemas.microsoft.com/office/drawing/2014/main" id="{A67D124B-6A1D-405E-B8BE-07B59A973403}"/>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33833" name="Oval 472597423">
            <a:extLst xmlns:a="http://schemas.openxmlformats.org/drawingml/2006/main">
              <a:ext uri="{FF2B5EF4-FFF2-40B4-BE49-F238E27FC236}">
                <a16:creationId xmlns:a16="http://schemas.microsoft.com/office/drawing/2014/main" id="{614C09E9-D820-4A8F-BC34-9DCB1271FC07}"/>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8761" name="Oval 311162583">
            <a:extLst xmlns:a="http://schemas.openxmlformats.org/drawingml/2006/main">
              <a:ext uri="{FF2B5EF4-FFF2-40B4-BE49-F238E27FC236}">
                <a16:creationId xmlns:a16="http://schemas.microsoft.com/office/drawing/2014/main" id="{3A86181A-D849-4CD0-A49D-D8E93D417D8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4294712" name="Oval 418592258">
            <a:extLst xmlns:a="http://schemas.openxmlformats.org/drawingml/2006/main">
              <a:ext uri="{FF2B5EF4-FFF2-40B4-BE49-F238E27FC236}">
                <a16:creationId xmlns:a16="http://schemas.microsoft.com/office/drawing/2014/main" id="{538AD835-0F3D-4100-A730-2B7E95FE3B6D}"/>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9187884" name="Oval 391215337">
            <a:extLst xmlns:a="http://schemas.openxmlformats.org/drawingml/2006/main">
              <a:ext uri="{FF2B5EF4-FFF2-40B4-BE49-F238E27FC236}">
                <a16:creationId xmlns:a16="http://schemas.microsoft.com/office/drawing/2014/main" id="{49041D29-493D-42F7-AB9F-9E5361C31F4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1665164" name="Oval 1707420591">
            <a:extLst xmlns:a="http://schemas.openxmlformats.org/drawingml/2006/main">
              <a:ext uri="{FF2B5EF4-FFF2-40B4-BE49-F238E27FC236}">
                <a16:creationId xmlns:a16="http://schemas.microsoft.com/office/drawing/2014/main" id="{E7B6A6C4-202B-44A6-B5EB-55F098CB3F15}"/>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6923355" name="Oval 1324466289">
            <a:extLst xmlns:a="http://schemas.openxmlformats.org/drawingml/2006/main">
              <a:ext uri="{FF2B5EF4-FFF2-40B4-BE49-F238E27FC236}">
                <a16:creationId xmlns:a16="http://schemas.microsoft.com/office/drawing/2014/main" id="{78799C76-B485-4C13-91BE-211936445A7D}"/>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287111" name="Oval 1167646443">
            <a:extLst xmlns:a="http://schemas.openxmlformats.org/drawingml/2006/main">
              <a:ext uri="{FF2B5EF4-FFF2-40B4-BE49-F238E27FC236}">
                <a16:creationId xmlns:a16="http://schemas.microsoft.com/office/drawing/2014/main" id="{B43DF489-2E51-47A2-843C-7A71FAEAB7B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6992571" name="Rectangle: Rounded Corners 1367024097">
            <a:extLst xmlns:a="http://schemas.openxmlformats.org/drawingml/2006/main">
              <a:ext uri="{FF2B5EF4-FFF2-40B4-BE49-F238E27FC236}">
                <a16:creationId xmlns:a16="http://schemas.microsoft.com/office/drawing/2014/main" id="{3CDB6CAE-8EC8-475C-ADF8-EDC80C5EC6F7}"/>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915779397" name="Rectangle: Rounded Corners 2069871042">
            <a:extLst xmlns:a="http://schemas.openxmlformats.org/drawingml/2006/main">
              <a:ext uri="{FF2B5EF4-FFF2-40B4-BE49-F238E27FC236}">
                <a16:creationId xmlns:a16="http://schemas.microsoft.com/office/drawing/2014/main" id="{56B082D9-E3B6-4B4A-9550-96A005118CBB}"/>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09674055" name="Rectangle 2096192631">
            <a:extLst xmlns:a="http://schemas.openxmlformats.org/drawingml/2006/main">
              <a:ext uri="{FF2B5EF4-FFF2-40B4-BE49-F238E27FC236}">
                <a16:creationId xmlns:a16="http://schemas.microsoft.com/office/drawing/2014/main" id="{7D0B7745-B12A-440D-B97C-6F7D83EB83F4}"/>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57769904" name="Rectangle 969777747">
            <a:extLst xmlns:a="http://schemas.openxmlformats.org/drawingml/2006/main">
              <a:ext uri="{FF2B5EF4-FFF2-40B4-BE49-F238E27FC236}">
                <a16:creationId xmlns:a16="http://schemas.microsoft.com/office/drawing/2014/main" id="{F4174538-F1AD-4B29-B446-917B09D466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8</a:t>
            </a:r>
          </a:p>
        </p:txBody>
      </p:sp>
      <p:pic>
        <p:nvPicPr>
          <p:cNvPr id="2138325833"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536561230d874c6a">
            <a:extLst>
              <a:ext uri="{96DAC541-7B7A-43D3-8B79-37D633B846F1}">
                <asvg:svgBlip xmlns:asvg="http://schemas.microsoft.com/office/drawing/2016/SVG/main" r:embed="Rf7b52d5952f247c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9652610" name="solidguide_flipV">
            <a:extLst xmlns:a="http://schemas.openxmlformats.org/drawingml/2006/main">
              <a:ext uri="{FF2B5EF4-FFF2-40B4-BE49-F238E27FC236}">
                <a16:creationId xmlns:a16="http://schemas.microsoft.com/office/drawing/2014/main" id="{43C6B747-6F69-47EB-8263-3DA29E99817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30504114"/>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504811" name="Rectangle 1890818175">
            <a:extLst xmlns:a="http://schemas.openxmlformats.org/drawingml/2006/main">
              <a:ext uri="{FF2B5EF4-FFF2-40B4-BE49-F238E27FC236}">
                <a16:creationId xmlns:a16="http://schemas.microsoft.com/office/drawing/2014/main" id="{5E1F76D1-D5C6-44EC-9612-F1400204CC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584443290" name="Rectangle 785272061">
            <a:extLst xmlns:a="http://schemas.openxmlformats.org/drawingml/2006/main">
              <a:ext uri="{FF2B5EF4-FFF2-40B4-BE49-F238E27FC236}">
                <a16:creationId xmlns:a16="http://schemas.microsoft.com/office/drawing/2014/main" id="{03D3FBA1-D5FA-461F-B607-F6A2912064B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765747042" name="Rectangle: Rounded Corners 1266136651">
            <a:extLst xmlns:a="http://schemas.openxmlformats.org/drawingml/2006/main">
              <a:ext uri="{FF2B5EF4-FFF2-40B4-BE49-F238E27FC236}">
                <a16:creationId xmlns:a16="http://schemas.microsoft.com/office/drawing/2014/main" id="{1BD3DC22-6354-4100-B3AE-929A248197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525291" name="Rectangle: Rounded Corners 1050748594">
            <a:extLst xmlns:a="http://schemas.openxmlformats.org/drawingml/2006/main">
              <a:ext uri="{FF2B5EF4-FFF2-40B4-BE49-F238E27FC236}">
                <a16:creationId xmlns:a16="http://schemas.microsoft.com/office/drawing/2014/main" id="{B36283AE-6DF9-43D7-B9D7-C7F2597DB2AC}"/>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351831" name="Rectangle 1752567775">
            <a:extLst xmlns:a="http://schemas.openxmlformats.org/drawingml/2006/main">
              <a:ext uri="{FF2B5EF4-FFF2-40B4-BE49-F238E27FC236}">
                <a16:creationId xmlns:a16="http://schemas.microsoft.com/office/drawing/2014/main" id="{FA69A7DF-9BF1-47C6-BF24-FBFEC77485CB}"/>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785796746" name="Rectangle 397256149">
            <a:extLst xmlns:a="http://schemas.openxmlformats.org/drawingml/2006/main">
              <a:ext uri="{FF2B5EF4-FFF2-40B4-BE49-F238E27FC236}">
                <a16:creationId xmlns:a16="http://schemas.microsoft.com/office/drawing/2014/main" id="{79FC80A7-5AAA-4383-BCBD-B5B77AF6EAF1}"/>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438830826" name="Rectangle 528734129">
            <a:extLst xmlns:a="http://schemas.openxmlformats.org/drawingml/2006/main">
              <a:ext uri="{FF2B5EF4-FFF2-40B4-BE49-F238E27FC236}">
                <a16:creationId xmlns:a16="http://schemas.microsoft.com/office/drawing/2014/main" id="{E6CACDD9-5224-4236-920B-9F52C31ECD0C}"/>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516047076" name="Rectangle 1008566192">
            <a:extLst xmlns:a="http://schemas.openxmlformats.org/drawingml/2006/main">
              <a:ext uri="{FF2B5EF4-FFF2-40B4-BE49-F238E27FC236}">
                <a16:creationId xmlns:a16="http://schemas.microsoft.com/office/drawing/2014/main" id="{F530AD4A-6159-44AD-888B-6A3FA92D3B8B}"/>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908097614" name="Straight Connector 2104166465">
            <a:extLst xmlns:a="http://schemas.openxmlformats.org/drawingml/2006/main">
              <a:ext uri="{FF2B5EF4-FFF2-40B4-BE49-F238E27FC236}">
                <a16:creationId xmlns:a16="http://schemas.microsoft.com/office/drawing/2014/main" id="{4AE555E6-992B-4B5E-81F8-11109612D8B9}"/>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674266" name="Rectangle 1391317270">
            <a:extLst xmlns:a="http://schemas.openxmlformats.org/drawingml/2006/main">
              <a:ext uri="{FF2B5EF4-FFF2-40B4-BE49-F238E27FC236}">
                <a16:creationId xmlns:a16="http://schemas.microsoft.com/office/drawing/2014/main" id="{8A04C055-2298-4B03-B7B7-32C563D69C02}"/>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049934094" name="Rectangle 2139818398">
            <a:extLst xmlns:a="http://schemas.openxmlformats.org/drawingml/2006/main">
              <a:ext uri="{FF2B5EF4-FFF2-40B4-BE49-F238E27FC236}">
                <a16:creationId xmlns:a16="http://schemas.microsoft.com/office/drawing/2014/main" id="{F3DC8AD9-EDAE-4B2C-AD6B-031C9EBF9A7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852748522" name="Straight Connector 756114381">
            <a:extLst xmlns:a="http://schemas.openxmlformats.org/drawingml/2006/main">
              <a:ext uri="{FF2B5EF4-FFF2-40B4-BE49-F238E27FC236}">
                <a16:creationId xmlns:a16="http://schemas.microsoft.com/office/drawing/2014/main" id="{18C35A62-2CAB-4777-99C1-F19ACC4C83B2}"/>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394837" name="Rectangle 1665170772">
            <a:extLst xmlns:a="http://schemas.openxmlformats.org/drawingml/2006/main">
              <a:ext uri="{FF2B5EF4-FFF2-40B4-BE49-F238E27FC236}">
                <a16:creationId xmlns:a16="http://schemas.microsoft.com/office/drawing/2014/main" id="{D4C45096-E519-4046-AFF2-7224405540BA}"/>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356740745" name="Rectangle 1710634736">
            <a:extLst xmlns:a="http://schemas.openxmlformats.org/drawingml/2006/main">
              <a:ext uri="{FF2B5EF4-FFF2-40B4-BE49-F238E27FC236}">
                <a16:creationId xmlns:a16="http://schemas.microsoft.com/office/drawing/2014/main" id="{1D877170-0F83-4C4B-B3FF-9E56C8A6BA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3613760" name="Rectangle: Rounded Corners 1872312689">
            <a:extLst xmlns:a="http://schemas.openxmlformats.org/drawingml/2006/main">
              <a:ext uri="{FF2B5EF4-FFF2-40B4-BE49-F238E27FC236}">
                <a16:creationId xmlns:a16="http://schemas.microsoft.com/office/drawing/2014/main" id="{9AE248B7-FD3D-4125-AB18-CB218962837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9495411" name="Rectangle 1638876599">
            <a:extLst xmlns:a="http://schemas.openxmlformats.org/drawingml/2006/main">
              <a:ext uri="{FF2B5EF4-FFF2-40B4-BE49-F238E27FC236}">
                <a16:creationId xmlns:a16="http://schemas.microsoft.com/office/drawing/2014/main" id="{A5FBDA16-245D-4DE8-8965-2311F44289E6}"/>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2071581942" name="Rectangle 815678976">
            <a:extLst xmlns:a="http://schemas.openxmlformats.org/drawingml/2006/main">
              <a:ext uri="{FF2B5EF4-FFF2-40B4-BE49-F238E27FC236}">
                <a16:creationId xmlns:a16="http://schemas.microsoft.com/office/drawing/2014/main" id="{6C07A036-9695-4E55-BB0B-A24BA862941A}"/>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919275413" name="Rectangle 815528297">
            <a:extLst xmlns:a="http://schemas.openxmlformats.org/drawingml/2006/main">
              <a:ext uri="{FF2B5EF4-FFF2-40B4-BE49-F238E27FC236}">
                <a16:creationId xmlns:a16="http://schemas.microsoft.com/office/drawing/2014/main" id="{30DAB13A-0D52-413B-BD47-DD4D70BD4776}"/>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768363785" name="Rectangle 478170369">
            <a:extLst xmlns:a="http://schemas.openxmlformats.org/drawingml/2006/main">
              <a:ext uri="{FF2B5EF4-FFF2-40B4-BE49-F238E27FC236}">
                <a16:creationId xmlns:a16="http://schemas.microsoft.com/office/drawing/2014/main" id="{E48CF7F2-CB4B-4DD9-8664-DBF7A8E4E53C}"/>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001802795" name="Straight Connector 533968529">
            <a:extLst xmlns:a="http://schemas.openxmlformats.org/drawingml/2006/main">
              <a:ext uri="{FF2B5EF4-FFF2-40B4-BE49-F238E27FC236}">
                <a16:creationId xmlns:a16="http://schemas.microsoft.com/office/drawing/2014/main" id="{4B93ED14-AFE5-4435-BB4B-F1DDD31DB97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467785" name="Rectangle 195109745">
            <a:extLst xmlns:a="http://schemas.openxmlformats.org/drawingml/2006/main">
              <a:ext uri="{FF2B5EF4-FFF2-40B4-BE49-F238E27FC236}">
                <a16:creationId xmlns:a16="http://schemas.microsoft.com/office/drawing/2014/main" id="{5215DF69-2917-466C-A51D-44B187F81675}"/>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357048939" name="Rectangle 1008757044">
            <a:extLst xmlns:a="http://schemas.openxmlformats.org/drawingml/2006/main">
              <a:ext uri="{FF2B5EF4-FFF2-40B4-BE49-F238E27FC236}">
                <a16:creationId xmlns:a16="http://schemas.microsoft.com/office/drawing/2014/main" id="{8AE7E1BA-2AE6-4C87-81CB-38DC1A81E0F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58356901" name="Straight Connector 1685278168">
            <a:extLst xmlns:a="http://schemas.openxmlformats.org/drawingml/2006/main">
              <a:ext uri="{FF2B5EF4-FFF2-40B4-BE49-F238E27FC236}">
                <a16:creationId xmlns:a16="http://schemas.microsoft.com/office/drawing/2014/main" id="{3EE565AD-ACE6-4B08-A547-147D46AADF5E}"/>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994196" name="Rectangle 1256120152">
            <a:extLst xmlns:a="http://schemas.openxmlformats.org/drawingml/2006/main">
              <a:ext uri="{FF2B5EF4-FFF2-40B4-BE49-F238E27FC236}">
                <a16:creationId xmlns:a16="http://schemas.microsoft.com/office/drawing/2014/main" id="{015FB5C4-ECF0-40EE-BF83-DB758260B63F}"/>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1194155812" name="Rectangle 686280821">
            <a:extLst xmlns:a="http://schemas.openxmlformats.org/drawingml/2006/main">
              <a:ext uri="{FF2B5EF4-FFF2-40B4-BE49-F238E27FC236}">
                <a16:creationId xmlns:a16="http://schemas.microsoft.com/office/drawing/2014/main" id="{67D8CDCE-7D3B-4DDA-A9D4-C05CC8575EC9}"/>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783543723" name="Rectangle: Rounded Corners 312764701">
            <a:extLst xmlns:a="http://schemas.openxmlformats.org/drawingml/2006/main">
              <a:ext uri="{FF2B5EF4-FFF2-40B4-BE49-F238E27FC236}">
                <a16:creationId xmlns:a16="http://schemas.microsoft.com/office/drawing/2014/main" id="{F6D6ECAC-22E4-4BD6-9DB7-A3186BD479B2}"/>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232961" name="Rectangle 2086773709">
            <a:extLst xmlns:a="http://schemas.openxmlformats.org/drawingml/2006/main">
              <a:ext uri="{FF2B5EF4-FFF2-40B4-BE49-F238E27FC236}">
                <a16:creationId xmlns:a16="http://schemas.microsoft.com/office/drawing/2014/main" id="{38DB6C24-DB95-429F-816A-250001A8307E}"/>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022931396" name="Rectangle 2025467514">
            <a:extLst xmlns:a="http://schemas.openxmlformats.org/drawingml/2006/main">
              <a:ext uri="{FF2B5EF4-FFF2-40B4-BE49-F238E27FC236}">
                <a16:creationId xmlns:a16="http://schemas.microsoft.com/office/drawing/2014/main" id="{012D85A3-F947-461B-A1E0-4D63F4C814A1}"/>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433594766" name="Rectangle 957358411">
            <a:extLst xmlns:a="http://schemas.openxmlformats.org/drawingml/2006/main">
              <a:ext uri="{FF2B5EF4-FFF2-40B4-BE49-F238E27FC236}">
                <a16:creationId xmlns:a16="http://schemas.microsoft.com/office/drawing/2014/main" id="{61FA7A84-C439-4DD2-ABB2-8673B591D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290239595" name="Rectangle 1167683203">
            <a:extLst xmlns:a="http://schemas.openxmlformats.org/drawingml/2006/main">
              <a:ext uri="{FF2B5EF4-FFF2-40B4-BE49-F238E27FC236}">
                <a16:creationId xmlns:a16="http://schemas.microsoft.com/office/drawing/2014/main" id="{4F31C25A-B852-416B-9980-3F89EC293401}"/>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235200895" name="Straight Connector 935775799">
            <a:extLst xmlns:a="http://schemas.openxmlformats.org/drawingml/2006/main">
              <a:ext uri="{FF2B5EF4-FFF2-40B4-BE49-F238E27FC236}">
                <a16:creationId xmlns:a16="http://schemas.microsoft.com/office/drawing/2014/main" id="{35D2AEB5-2341-45BC-A43B-7CE93F8A658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512866" name="Rectangle 1650430570">
            <a:extLst xmlns:a="http://schemas.openxmlformats.org/drawingml/2006/main">
              <a:ext uri="{FF2B5EF4-FFF2-40B4-BE49-F238E27FC236}">
                <a16:creationId xmlns:a16="http://schemas.microsoft.com/office/drawing/2014/main" id="{96EFEFAE-C135-4D45-B7E3-5F6F61391795}"/>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223086984" name="Rectangle 1673598855">
            <a:extLst xmlns:a="http://schemas.openxmlformats.org/drawingml/2006/main">
              <a:ext uri="{FF2B5EF4-FFF2-40B4-BE49-F238E27FC236}">
                <a16:creationId xmlns:a16="http://schemas.microsoft.com/office/drawing/2014/main" id="{D117A364-7312-434A-87AF-C568F192CA0F}"/>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934349299" name="Straight Connector 796017482">
            <a:extLst xmlns:a="http://schemas.openxmlformats.org/drawingml/2006/main">
              <a:ext uri="{FF2B5EF4-FFF2-40B4-BE49-F238E27FC236}">
                <a16:creationId xmlns:a16="http://schemas.microsoft.com/office/drawing/2014/main" id="{23D22858-2424-4A50-98B2-CA185AFACB48}"/>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1770538" name="Rectangle 150138993">
            <a:extLst xmlns:a="http://schemas.openxmlformats.org/drawingml/2006/main">
              <a:ext uri="{FF2B5EF4-FFF2-40B4-BE49-F238E27FC236}">
                <a16:creationId xmlns:a16="http://schemas.microsoft.com/office/drawing/2014/main" id="{5FB398C3-82D8-4315-B2DD-D1B80E73A4C1}"/>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460654218" name="Rectangle 1355132477">
            <a:extLst xmlns:a="http://schemas.openxmlformats.org/drawingml/2006/main">
              <a:ext uri="{FF2B5EF4-FFF2-40B4-BE49-F238E27FC236}">
                <a16:creationId xmlns:a16="http://schemas.microsoft.com/office/drawing/2014/main" id="{E5CC488D-135A-48A3-ACB4-EA986DFEF5B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330152813" name="Straight Connector 2121780220">
            <a:extLst xmlns:a="http://schemas.openxmlformats.org/drawingml/2006/main">
              <a:ext uri="{FF2B5EF4-FFF2-40B4-BE49-F238E27FC236}">
                <a16:creationId xmlns:a16="http://schemas.microsoft.com/office/drawing/2014/main" id="{9905EA1E-26A6-4D70-BE23-927BB3C62A1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952041" name="Straight Connector 835810551">
            <a:extLst xmlns:a="http://schemas.openxmlformats.org/drawingml/2006/main">
              <a:ext uri="{FF2B5EF4-FFF2-40B4-BE49-F238E27FC236}">
                <a16:creationId xmlns:a16="http://schemas.microsoft.com/office/drawing/2014/main" id="{58B7C393-DAB1-4819-9488-B4B6303D09D8}"/>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2157150" name="Rectangle 1100880979">
            <a:extLst xmlns:a="http://schemas.openxmlformats.org/drawingml/2006/main">
              <a:ext uri="{FF2B5EF4-FFF2-40B4-BE49-F238E27FC236}">
                <a16:creationId xmlns:a16="http://schemas.microsoft.com/office/drawing/2014/main" id="{C0FAE199-310B-4A99-A7A3-A3DB69CF493C}"/>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7332021" name="Rectangle 1811406449">
            <a:extLst xmlns:a="http://schemas.openxmlformats.org/drawingml/2006/main">
              <a:ext uri="{FF2B5EF4-FFF2-40B4-BE49-F238E27FC236}">
                <a16:creationId xmlns:a16="http://schemas.microsoft.com/office/drawing/2014/main" id="{D4086C42-9AC9-442C-9285-40B47BC3A30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9</a:t>
            </a:r>
          </a:p>
        </p:txBody>
      </p:sp>
    </p:spTree>
    <p:extLst>
      <p:ext uri="{BB962C8B-B14F-4D97-AF65-F5344CB8AC3E}">
        <p14:creationId xmlns:p14="http://schemas.microsoft.com/office/powerpoint/2010/main" val="1142401985"/>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7072068" name="Rectangle 854926774">
            <a:extLst xmlns:a="http://schemas.openxmlformats.org/drawingml/2006/main">
              <a:ext uri="{FF2B5EF4-FFF2-40B4-BE49-F238E27FC236}">
                <a16:creationId xmlns:a16="http://schemas.microsoft.com/office/drawing/2014/main" id="{99FE6A7C-E37D-471D-8FEA-0C706F2D69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65000999" name="Rectangle 1150295720">
            <a:extLst xmlns:a="http://schemas.openxmlformats.org/drawingml/2006/main">
              <a:ext uri="{FF2B5EF4-FFF2-40B4-BE49-F238E27FC236}">
                <a16:creationId xmlns:a16="http://schemas.microsoft.com/office/drawing/2014/main" id="{78B48974-96BA-4A23-8D56-1C25D0C136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37431283" name="Rectangle: Rounded Corners 2106832513">
            <a:extLst xmlns:a="http://schemas.openxmlformats.org/drawingml/2006/main">
              <a:ext uri="{FF2B5EF4-FFF2-40B4-BE49-F238E27FC236}">
                <a16:creationId xmlns:a16="http://schemas.microsoft.com/office/drawing/2014/main" id="{3ACEB54D-62D9-4CF1-9F8C-14C463C510E3}"/>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13151347" name="Rectangle 537144149">
            <a:extLst xmlns:a="http://schemas.openxmlformats.org/drawingml/2006/main">
              <a:ext uri="{FF2B5EF4-FFF2-40B4-BE49-F238E27FC236}">
                <a16:creationId xmlns:a16="http://schemas.microsoft.com/office/drawing/2014/main" id="{86DB0C35-A0BE-46EE-9DAD-00FA0ACE3047}"/>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772530795" name="Straight Connector 1844070667">
            <a:extLst xmlns:a="http://schemas.openxmlformats.org/drawingml/2006/main">
              <a:ext uri="{FF2B5EF4-FFF2-40B4-BE49-F238E27FC236}">
                <a16:creationId xmlns:a16="http://schemas.microsoft.com/office/drawing/2014/main" id="{D0E3358B-434D-43C6-B9ED-E37F4559BC5D}"/>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744387" name="Rectangle: Rounded Corners 1156722812">
            <a:extLst xmlns:a="http://schemas.openxmlformats.org/drawingml/2006/main">
              <a:ext uri="{FF2B5EF4-FFF2-40B4-BE49-F238E27FC236}">
                <a16:creationId xmlns:a16="http://schemas.microsoft.com/office/drawing/2014/main" id="{1B00C7F3-1D99-4C45-8C9B-6B3BC528BC85}"/>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7551098" name="Rectangle 555957418">
            <a:extLst xmlns:a="http://schemas.openxmlformats.org/drawingml/2006/main">
              <a:ext uri="{FF2B5EF4-FFF2-40B4-BE49-F238E27FC236}">
                <a16:creationId xmlns:a16="http://schemas.microsoft.com/office/drawing/2014/main" id="{15C6E812-0B3C-4EF5-ACE0-FAA3CA42D5AF}"/>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59418381" name="Straight Connector 1221881980">
            <a:extLst xmlns:a="http://schemas.openxmlformats.org/drawingml/2006/main">
              <a:ext uri="{FF2B5EF4-FFF2-40B4-BE49-F238E27FC236}">
                <a16:creationId xmlns:a16="http://schemas.microsoft.com/office/drawing/2014/main" id="{F0E3A798-8D51-405D-89C4-88E1773DBA1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02759" name="Rectangle: Rounded Corners 942243679">
            <a:extLst xmlns:a="http://schemas.openxmlformats.org/drawingml/2006/main">
              <a:ext uri="{FF2B5EF4-FFF2-40B4-BE49-F238E27FC236}">
                <a16:creationId xmlns:a16="http://schemas.microsoft.com/office/drawing/2014/main" id="{411FE384-3792-46C7-8E39-2EFF5B6F8B0B}"/>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451641323" name="Rectangle 1558388499">
            <a:extLst xmlns:a="http://schemas.openxmlformats.org/drawingml/2006/main">
              <a:ext uri="{FF2B5EF4-FFF2-40B4-BE49-F238E27FC236}">
                <a16:creationId xmlns:a16="http://schemas.microsoft.com/office/drawing/2014/main" id="{1D2643B8-EE68-406B-A111-D1499E3AA79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39155430" name="Rectangle: Rounded Corners 497016789">
            <a:extLst xmlns:a="http://schemas.openxmlformats.org/drawingml/2006/main">
              <a:ext uri="{FF2B5EF4-FFF2-40B4-BE49-F238E27FC236}">
                <a16:creationId xmlns:a16="http://schemas.microsoft.com/office/drawing/2014/main" id="{B09BD259-89CD-4A29-AEDE-EA6628EC1427}"/>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1535702" name="Straight Connector 944728692">
            <a:extLst xmlns:a="http://schemas.openxmlformats.org/drawingml/2006/main">
              <a:ext uri="{FF2B5EF4-FFF2-40B4-BE49-F238E27FC236}">
                <a16:creationId xmlns:a16="http://schemas.microsoft.com/office/drawing/2014/main" id="{203F16CE-0854-4D0E-9D98-58FE471E767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142146" name="Straight Connector 492924597">
            <a:extLst xmlns:a="http://schemas.openxmlformats.org/drawingml/2006/main">
              <a:ext uri="{FF2B5EF4-FFF2-40B4-BE49-F238E27FC236}">
                <a16:creationId xmlns:a16="http://schemas.microsoft.com/office/drawing/2014/main" id="{4D8B5884-E780-4AFE-A676-6E339BA989C3}"/>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3611981" name="Rectangle 1897545627">
            <a:extLst xmlns:a="http://schemas.openxmlformats.org/drawingml/2006/main">
              <a:ext uri="{FF2B5EF4-FFF2-40B4-BE49-F238E27FC236}">
                <a16:creationId xmlns:a16="http://schemas.microsoft.com/office/drawing/2014/main" id="{1C1393D6-9214-4BE4-8255-35FB045327A8}"/>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419223175" name="Rectangle 567799544">
            <a:extLst xmlns:a="http://schemas.openxmlformats.org/drawingml/2006/main">
              <a:ext uri="{FF2B5EF4-FFF2-40B4-BE49-F238E27FC236}">
                <a16:creationId xmlns:a16="http://schemas.microsoft.com/office/drawing/2014/main" id="{90E2C4B2-5ECC-458A-915A-C9FA0A705A4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90629929" name="Rectangle 163568202">
            <a:extLst xmlns:a="http://schemas.openxmlformats.org/drawingml/2006/main">
              <a:ext uri="{FF2B5EF4-FFF2-40B4-BE49-F238E27FC236}">
                <a16:creationId xmlns:a16="http://schemas.microsoft.com/office/drawing/2014/main" id="{993B5045-A1F2-48A0-A61A-F15E5AC6039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63331144" name="Rectangle 1723731144">
            <a:extLst xmlns:a="http://schemas.openxmlformats.org/drawingml/2006/main">
              <a:ext uri="{FF2B5EF4-FFF2-40B4-BE49-F238E27FC236}">
                <a16:creationId xmlns:a16="http://schemas.microsoft.com/office/drawing/2014/main" id="{33C9BDB1-158E-44C3-AFF0-CF219C68088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591015912" name="Rectangle 326786159">
            <a:extLst xmlns:a="http://schemas.openxmlformats.org/drawingml/2006/main">
              <a:ext uri="{FF2B5EF4-FFF2-40B4-BE49-F238E27FC236}">
                <a16:creationId xmlns:a16="http://schemas.microsoft.com/office/drawing/2014/main" id="{960E80A2-6D7A-48A2-86AA-7E132739D1AF}"/>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295183257" name="Rectangle 1482802785">
            <a:extLst xmlns:a="http://schemas.openxmlformats.org/drawingml/2006/main">
              <a:ext uri="{FF2B5EF4-FFF2-40B4-BE49-F238E27FC236}">
                <a16:creationId xmlns:a16="http://schemas.microsoft.com/office/drawing/2014/main" id="{13638B2C-6130-49E0-996B-2AC2EE3F9AD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336820086" name="Rectangle 947956942">
            <a:extLst xmlns:a="http://schemas.openxmlformats.org/drawingml/2006/main">
              <a:ext uri="{FF2B5EF4-FFF2-40B4-BE49-F238E27FC236}">
                <a16:creationId xmlns:a16="http://schemas.microsoft.com/office/drawing/2014/main" id="{4FFB0DAF-FB4D-4CF0-8DDD-DD773ED99C7C}"/>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670026333" name="Rectangle 2016319604">
            <a:extLst xmlns:a="http://schemas.openxmlformats.org/drawingml/2006/main">
              <a:ext uri="{FF2B5EF4-FFF2-40B4-BE49-F238E27FC236}">
                <a16:creationId xmlns:a16="http://schemas.microsoft.com/office/drawing/2014/main" id="{B8F8DC52-91E8-471C-B3DA-66D2A4AE9300}"/>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607721416" name="Rectangle 759240474">
            <a:extLst xmlns:a="http://schemas.openxmlformats.org/drawingml/2006/main">
              <a:ext uri="{FF2B5EF4-FFF2-40B4-BE49-F238E27FC236}">
                <a16:creationId xmlns:a16="http://schemas.microsoft.com/office/drawing/2014/main" id="{1E010DDA-75F9-4B52-B2AB-C8412E59C6AD}"/>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903526191" name="Rectangle 1102304899">
            <a:extLst xmlns:a="http://schemas.openxmlformats.org/drawingml/2006/main">
              <a:ext uri="{FF2B5EF4-FFF2-40B4-BE49-F238E27FC236}">
                <a16:creationId xmlns:a16="http://schemas.microsoft.com/office/drawing/2014/main" id="{0FA128A3-2740-4D73-9778-3B13004446A3}"/>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48992313" name="Rectangle 1141042966">
            <a:extLst xmlns:a="http://schemas.openxmlformats.org/drawingml/2006/main">
              <a:ext uri="{FF2B5EF4-FFF2-40B4-BE49-F238E27FC236}">
                <a16:creationId xmlns:a16="http://schemas.microsoft.com/office/drawing/2014/main" id="{CED1FE8E-2BE0-4E2E-AF0D-51203D2117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10</a:t>
            </a:r>
          </a:p>
        </p:txBody>
      </p:sp>
      <p:sp>
        <p:nvSpPr>
          <p:cNvPr id="1094370345" name="solidguide_normal">
            <a:extLst xmlns:a="http://schemas.openxmlformats.org/drawingml/2006/main">
              <a:ext uri="{FF2B5EF4-FFF2-40B4-BE49-F238E27FC236}">
                <a16:creationId xmlns:a16="http://schemas.microsoft.com/office/drawing/2014/main" id="{438670FD-E0A7-40D9-8DCD-575649540B71}"/>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1773532" name="solidguide_normal">
            <a:extLst xmlns:a="http://schemas.openxmlformats.org/drawingml/2006/main">
              <a:ext uri="{FF2B5EF4-FFF2-40B4-BE49-F238E27FC236}">
                <a16:creationId xmlns:a16="http://schemas.microsoft.com/office/drawing/2014/main" id="{2E7F98D7-9DEC-4661-A8AA-A18FABE030EF}"/>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715142174"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32c7e3f53ca847d5">
            <a:extLst>
              <a:ext uri="{96DAC541-7B7A-43D3-8B79-37D633B846F1}">
                <asvg:svgBlip xmlns:asvg="http://schemas.microsoft.com/office/drawing/2016/SVG/main" r:embed="Rb8384f40003f4b9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0597579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25666247" name="Rectangle 1470283906">
            <a:extLst xmlns:a="http://schemas.openxmlformats.org/drawingml/2006/main">
              <a:ext uri="{FF2B5EF4-FFF2-40B4-BE49-F238E27FC236}">
                <a16:creationId xmlns:a16="http://schemas.microsoft.com/office/drawing/2014/main" id="{C7DB6C18-43D5-4B79-8F1F-F1B939C76C8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66681269" name="Rectangle 843139879">
            <a:extLst xmlns:a="http://schemas.openxmlformats.org/drawingml/2006/main">
              <a:ext uri="{FF2B5EF4-FFF2-40B4-BE49-F238E27FC236}">
                <a16:creationId xmlns:a16="http://schemas.microsoft.com/office/drawing/2014/main" id="{3FE97E74-0381-4108-B532-C943E87C7E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69330425" name="Rectangle: Rounded Corners 441777437">
            <a:extLst xmlns:a="http://schemas.openxmlformats.org/drawingml/2006/main">
              <a:ext uri="{FF2B5EF4-FFF2-40B4-BE49-F238E27FC236}">
                <a16:creationId xmlns:a16="http://schemas.microsoft.com/office/drawing/2014/main" id="{5BB5D031-8FEA-436B-8800-C5539DAFE2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0280698"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1e2b5c0a1b034c9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554777151" name="Oval 1369448292">
            <a:extLst xmlns:a="http://schemas.openxmlformats.org/drawingml/2006/main">
              <a:ext uri="{FF2B5EF4-FFF2-40B4-BE49-F238E27FC236}">
                <a16:creationId xmlns:a16="http://schemas.microsoft.com/office/drawing/2014/main" id="{A201EE28-0FFF-49CC-8910-D0683CA2E1A6}"/>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623987115" name="Rectangle 119453285">
            <a:extLst xmlns:a="http://schemas.openxmlformats.org/drawingml/2006/main">
              <a:ext uri="{FF2B5EF4-FFF2-40B4-BE49-F238E27FC236}">
                <a16:creationId xmlns:a16="http://schemas.microsoft.com/office/drawing/2014/main" id="{2820AB66-C0EC-41FD-9469-9EE03CA3E336}"/>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906566913" name="Oval 1329949566">
            <a:extLst xmlns:a="http://schemas.openxmlformats.org/drawingml/2006/main">
              <a:ext uri="{FF2B5EF4-FFF2-40B4-BE49-F238E27FC236}">
                <a16:creationId xmlns:a16="http://schemas.microsoft.com/office/drawing/2014/main" id="{D04B8F7C-5FBD-42E8-A054-34B1DCF2F139}"/>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100280693" name="Rectangle 1856458307">
            <a:extLst xmlns:a="http://schemas.openxmlformats.org/drawingml/2006/main">
              <a:ext uri="{FF2B5EF4-FFF2-40B4-BE49-F238E27FC236}">
                <a16:creationId xmlns:a16="http://schemas.microsoft.com/office/drawing/2014/main" id="{81488BF3-D63A-4082-B003-0C3EDB6BF654}"/>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2086023163" name="Oval 167515331">
            <a:extLst xmlns:a="http://schemas.openxmlformats.org/drawingml/2006/main">
              <a:ext uri="{FF2B5EF4-FFF2-40B4-BE49-F238E27FC236}">
                <a16:creationId xmlns:a16="http://schemas.microsoft.com/office/drawing/2014/main" id="{52270408-4D01-4B29-B122-E31E5E1176E4}"/>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574385921" name="Rectangle 324280658">
            <a:extLst xmlns:a="http://schemas.openxmlformats.org/drawingml/2006/main">
              <a:ext uri="{FF2B5EF4-FFF2-40B4-BE49-F238E27FC236}">
                <a16:creationId xmlns:a16="http://schemas.microsoft.com/office/drawing/2014/main" id="{21C9D87B-5BCE-4976-90E8-D903DDF70789}"/>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694638636" name="Rectangle 220100613">
            <a:extLst xmlns:a="http://schemas.openxmlformats.org/drawingml/2006/main">
              <a:ext uri="{FF2B5EF4-FFF2-40B4-BE49-F238E27FC236}">
                <a16:creationId xmlns:a16="http://schemas.microsoft.com/office/drawing/2014/main" id="{CCB16363-DC68-4906-937F-1F3461EDB71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992766975" name="Rectangle 1638243303">
            <a:extLst xmlns:a="http://schemas.openxmlformats.org/drawingml/2006/main">
              <a:ext uri="{FF2B5EF4-FFF2-40B4-BE49-F238E27FC236}">
                <a16:creationId xmlns:a16="http://schemas.microsoft.com/office/drawing/2014/main" id="{2397BB6F-8D12-4D7D-8162-21492054BB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11</a:t>
            </a:r>
          </a:p>
        </p:txBody>
      </p:sp>
    </p:spTree>
    <p:extLst>
      <p:ext uri="{BB962C8B-B14F-4D97-AF65-F5344CB8AC3E}">
        <p14:creationId xmlns:p14="http://schemas.microsoft.com/office/powerpoint/2010/main" val="2158731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0951573" name="Rectangle 914741475">
            <a:extLst xmlns:a="http://schemas.openxmlformats.org/drawingml/2006/main">
              <a:ext uri="{FF2B5EF4-FFF2-40B4-BE49-F238E27FC236}">
                <a16:creationId xmlns:a16="http://schemas.microsoft.com/office/drawing/2014/main" id="{92008AAF-4E23-454F-A44C-97BC14856B0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993401329" name="Rectangle 763526406">
            <a:extLst xmlns:a="http://schemas.openxmlformats.org/drawingml/2006/main">
              <a:ext uri="{FF2B5EF4-FFF2-40B4-BE49-F238E27FC236}">
                <a16:creationId xmlns:a16="http://schemas.microsoft.com/office/drawing/2014/main" id="{9A4F4F63-1C89-4B91-B98A-C167CA2A9D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806337855" name="Rectangle: Rounded Corners 611293625">
            <a:extLst xmlns:a="http://schemas.openxmlformats.org/drawingml/2006/main">
              <a:ext uri="{FF2B5EF4-FFF2-40B4-BE49-F238E27FC236}">
                <a16:creationId xmlns:a16="http://schemas.microsoft.com/office/drawing/2014/main" id="{CF115673-CCDC-4937-B949-F0EB2D1A1F3E}"/>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3401335"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33ac27fe53f40b9"/>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201496220" name="Straight Connector 1032169778">
            <a:extLst xmlns:a="http://schemas.openxmlformats.org/drawingml/2006/main">
              <a:ext uri="{FF2B5EF4-FFF2-40B4-BE49-F238E27FC236}">
                <a16:creationId xmlns:a16="http://schemas.microsoft.com/office/drawing/2014/main" id="{DADC097D-61DB-4FD4-BD12-3AC3B9EB33E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24739" name="Straight Connector 1768100698">
            <a:extLst xmlns:a="http://schemas.openxmlformats.org/drawingml/2006/main">
              <a:ext uri="{FF2B5EF4-FFF2-40B4-BE49-F238E27FC236}">
                <a16:creationId xmlns:a16="http://schemas.microsoft.com/office/drawing/2014/main" id="{5213686C-5B9E-435D-B7BF-4A4434085D46}"/>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3969670" name="Rectangle 1922458400">
            <a:extLst xmlns:a="http://schemas.openxmlformats.org/drawingml/2006/main">
              <a:ext uri="{FF2B5EF4-FFF2-40B4-BE49-F238E27FC236}">
                <a16:creationId xmlns:a16="http://schemas.microsoft.com/office/drawing/2014/main" id="{E6933C0B-DFFB-41DA-B0EA-8CA7A09CF89E}"/>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891346706" name="Rectangle 1402654062">
            <a:extLst xmlns:a="http://schemas.openxmlformats.org/drawingml/2006/main">
              <a:ext uri="{FF2B5EF4-FFF2-40B4-BE49-F238E27FC236}">
                <a16:creationId xmlns:a16="http://schemas.microsoft.com/office/drawing/2014/main" id="{4521D2FD-9F6A-4285-8404-E912F4D42EB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338214033" name="Oval 1006697960">
            <a:extLst xmlns:a="http://schemas.openxmlformats.org/drawingml/2006/main">
              <a:ext uri="{FF2B5EF4-FFF2-40B4-BE49-F238E27FC236}">
                <a16:creationId xmlns:a16="http://schemas.microsoft.com/office/drawing/2014/main" id="{F7911A08-237E-435B-9D0F-8A9630E2293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4609060" name="Straight Connector 772079832">
            <a:extLst xmlns:a="http://schemas.openxmlformats.org/drawingml/2006/main">
              <a:ext uri="{FF2B5EF4-FFF2-40B4-BE49-F238E27FC236}">
                <a16:creationId xmlns:a16="http://schemas.microsoft.com/office/drawing/2014/main" id="{C9300F3C-462C-428E-B31B-D197F90C88FC}"/>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82329" name="Oval 1493081963">
            <a:extLst xmlns:a="http://schemas.openxmlformats.org/drawingml/2006/main">
              <a:ext uri="{FF2B5EF4-FFF2-40B4-BE49-F238E27FC236}">
                <a16:creationId xmlns:a16="http://schemas.microsoft.com/office/drawing/2014/main" id="{C1D27919-024B-49DE-BF06-9A52A15EAA25}"/>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0837443" name="Oval 1125848367">
            <a:extLst xmlns:a="http://schemas.openxmlformats.org/drawingml/2006/main">
              <a:ext uri="{FF2B5EF4-FFF2-40B4-BE49-F238E27FC236}">
                <a16:creationId xmlns:a16="http://schemas.microsoft.com/office/drawing/2014/main" id="{7AB841C7-BB03-4170-9681-A13901A36DD3}"/>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901734" name="Rectangle 1431459787">
            <a:extLst xmlns:a="http://schemas.openxmlformats.org/drawingml/2006/main">
              <a:ext uri="{FF2B5EF4-FFF2-40B4-BE49-F238E27FC236}">
                <a16:creationId xmlns:a16="http://schemas.microsoft.com/office/drawing/2014/main" id="{9F3CD5BD-CDFD-4AA1-B688-81154CB223F6}"/>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583840720" name="Rectangle 551453139">
            <a:extLst xmlns:a="http://schemas.openxmlformats.org/drawingml/2006/main">
              <a:ext uri="{FF2B5EF4-FFF2-40B4-BE49-F238E27FC236}">
                <a16:creationId xmlns:a16="http://schemas.microsoft.com/office/drawing/2014/main" id="{AC7CD7B9-E8E9-4D95-A4A6-683EBCEDFE8B}"/>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430606868" name="Rectangle 1387627842">
            <a:extLst xmlns:a="http://schemas.openxmlformats.org/drawingml/2006/main">
              <a:ext uri="{FF2B5EF4-FFF2-40B4-BE49-F238E27FC236}">
                <a16:creationId xmlns:a16="http://schemas.microsoft.com/office/drawing/2014/main" id="{6B3DB7F3-3C44-43BF-ABC5-EEBBAB9D4E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12</a:t>
            </a:r>
          </a:p>
        </p:txBody>
      </p:sp>
      <p:sp>
        <p:nvSpPr>
          <p:cNvPr id="1791888701" name="Straight Connector 1489075409">
            <a:extLst xmlns:a="http://schemas.openxmlformats.org/drawingml/2006/main">
              <a:ext uri="{FF2B5EF4-FFF2-40B4-BE49-F238E27FC236}">
                <a16:creationId xmlns:a16="http://schemas.microsoft.com/office/drawing/2014/main" id="{7D1B6621-C0AD-44CD-B625-3F00D516E344}"/>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88060" name="Straight Connector 768615074">
            <a:extLst xmlns:a="http://schemas.openxmlformats.org/drawingml/2006/main">
              <a:ext uri="{FF2B5EF4-FFF2-40B4-BE49-F238E27FC236}">
                <a16:creationId xmlns:a16="http://schemas.microsoft.com/office/drawing/2014/main" id="{F6035176-3806-47AE-AAFD-97D79A46618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3401349"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74aaf98df2fd448b">
            <a:extLst>
              <a:ext uri="{96DAC541-7B7A-43D3-8B79-37D633B846F1}">
                <asvg:svgBlip xmlns:asvg="http://schemas.microsoft.com/office/drawing/2016/SVG/main" r:embed="R26b351ebdf834c0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1629356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8344506" name="Rectangle 151304597">
            <a:extLst xmlns:a="http://schemas.openxmlformats.org/drawingml/2006/main">
              <a:ext uri="{FF2B5EF4-FFF2-40B4-BE49-F238E27FC236}">
                <a16:creationId xmlns:a16="http://schemas.microsoft.com/office/drawing/2014/main" id="{96063BE1-FDB4-47CC-9667-BCAB5951AB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967918934" name="Rectangle 177396171">
            <a:extLst xmlns:a="http://schemas.openxmlformats.org/drawingml/2006/main">
              <a:ext uri="{FF2B5EF4-FFF2-40B4-BE49-F238E27FC236}">
                <a16:creationId xmlns:a16="http://schemas.microsoft.com/office/drawing/2014/main" id="{8014926A-028C-47AF-835F-F85AB5C1906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40270322" name="Rectangle: Rounded Corners 960318418">
            <a:extLst xmlns:a="http://schemas.openxmlformats.org/drawingml/2006/main">
              <a:ext uri="{FF2B5EF4-FFF2-40B4-BE49-F238E27FC236}">
                <a16:creationId xmlns:a16="http://schemas.microsoft.com/office/drawing/2014/main" id="{76DDA6D6-4894-48F1-BE1E-CA67638183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363372" name="Straight Connector 53979157">
            <a:extLst xmlns:a="http://schemas.openxmlformats.org/drawingml/2006/main">
              <a:ext uri="{FF2B5EF4-FFF2-40B4-BE49-F238E27FC236}">
                <a16:creationId xmlns:a16="http://schemas.microsoft.com/office/drawing/2014/main" id="{1BA2A741-3DAD-4BF1-8DB4-E0E5DA2D098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576594" name="Straight Connector 627639122">
            <a:extLst xmlns:a="http://schemas.openxmlformats.org/drawingml/2006/main">
              <a:ext uri="{FF2B5EF4-FFF2-40B4-BE49-F238E27FC236}">
                <a16:creationId xmlns:a16="http://schemas.microsoft.com/office/drawing/2014/main" id="{70508167-3A04-4BE0-A3DF-D0CB6AC2C8E9}"/>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421609" name="Rectangle 466830898">
            <a:extLst xmlns:a="http://schemas.openxmlformats.org/drawingml/2006/main">
              <a:ext uri="{FF2B5EF4-FFF2-40B4-BE49-F238E27FC236}">
                <a16:creationId xmlns:a16="http://schemas.microsoft.com/office/drawing/2014/main" id="{F86E1D7C-EF5D-4588-93D4-9B37E8664D49}"/>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79105418" name="Rectangle 1905295987">
            <a:extLst xmlns:a="http://schemas.openxmlformats.org/drawingml/2006/main">
              <a:ext uri="{FF2B5EF4-FFF2-40B4-BE49-F238E27FC236}">
                <a16:creationId xmlns:a16="http://schemas.microsoft.com/office/drawing/2014/main" id="{A1FBD8E4-BD88-4D49-BE88-E2D7C1399C0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02946016" name="Oval 917868853">
            <a:extLst xmlns:a="http://schemas.openxmlformats.org/drawingml/2006/main">
              <a:ext uri="{FF2B5EF4-FFF2-40B4-BE49-F238E27FC236}">
                <a16:creationId xmlns:a16="http://schemas.microsoft.com/office/drawing/2014/main" id="{3E133293-01E7-4C35-B9EB-178081A42698}"/>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9135042" name="Oval 1147861544">
            <a:extLst xmlns:a="http://schemas.openxmlformats.org/drawingml/2006/main">
              <a:ext uri="{FF2B5EF4-FFF2-40B4-BE49-F238E27FC236}">
                <a16:creationId xmlns:a16="http://schemas.microsoft.com/office/drawing/2014/main" id="{2DFCB9DE-9E99-4CC9-9846-731B536FE765}"/>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716784" name="Oval 453648762">
            <a:extLst xmlns:a="http://schemas.openxmlformats.org/drawingml/2006/main">
              <a:ext uri="{FF2B5EF4-FFF2-40B4-BE49-F238E27FC236}">
                <a16:creationId xmlns:a16="http://schemas.microsoft.com/office/drawing/2014/main" id="{509DB99D-2F56-4F45-869E-611B9818AEB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779597" name="Oval 1758550888">
            <a:extLst xmlns:a="http://schemas.openxmlformats.org/drawingml/2006/main">
              <a:ext uri="{FF2B5EF4-FFF2-40B4-BE49-F238E27FC236}">
                <a16:creationId xmlns:a16="http://schemas.microsoft.com/office/drawing/2014/main" id="{6D3B26D7-09F8-47E1-B67A-D3CDC1D8B143}"/>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867536" name="Rectangle: Rounded Corners 1781569673">
            <a:extLst xmlns:a="http://schemas.openxmlformats.org/drawingml/2006/main">
              <a:ext uri="{FF2B5EF4-FFF2-40B4-BE49-F238E27FC236}">
                <a16:creationId xmlns:a16="http://schemas.microsoft.com/office/drawing/2014/main" id="{983B7C6A-585B-4F71-A06A-06D605D226F3}"/>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89083100" name="Rectangle: Rounded Corners 140372676">
            <a:extLst xmlns:a="http://schemas.openxmlformats.org/drawingml/2006/main">
              <a:ext uri="{FF2B5EF4-FFF2-40B4-BE49-F238E27FC236}">
                <a16:creationId xmlns:a16="http://schemas.microsoft.com/office/drawing/2014/main" id="{891ED5EF-C119-48F0-9A2A-AB5F23F94D00}"/>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572334751" name="Rectangle: Rounded Corners 457547252">
            <a:extLst xmlns:a="http://schemas.openxmlformats.org/drawingml/2006/main">
              <a:ext uri="{FF2B5EF4-FFF2-40B4-BE49-F238E27FC236}">
                <a16:creationId xmlns:a16="http://schemas.microsoft.com/office/drawing/2014/main" id="{96F43956-1151-4136-B874-1BBF9EB00E74}"/>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9945903" name="Rectangle 126664147">
            <a:extLst xmlns:a="http://schemas.openxmlformats.org/drawingml/2006/main">
              <a:ext uri="{FF2B5EF4-FFF2-40B4-BE49-F238E27FC236}">
                <a16:creationId xmlns:a16="http://schemas.microsoft.com/office/drawing/2014/main" id="{AA55E7BA-B1BA-4AF5-83EA-0B31D079B4DD}"/>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84562170" name="Rectangle 638283189">
            <a:extLst xmlns:a="http://schemas.openxmlformats.org/drawingml/2006/main">
              <a:ext uri="{FF2B5EF4-FFF2-40B4-BE49-F238E27FC236}">
                <a16:creationId xmlns:a16="http://schemas.microsoft.com/office/drawing/2014/main" id="{D7F61F1A-71A9-466B-A1F4-098478B3CF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13</a:t>
            </a:r>
          </a:p>
        </p:txBody>
      </p:sp>
      <p:pic>
        <p:nvPicPr>
          <p:cNvPr id="2130716802"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726ff5a09b53490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49348599"/>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966576" name="Rectangle 1072400785">
            <a:extLst xmlns:a="http://schemas.openxmlformats.org/drawingml/2006/main">
              <a:ext uri="{FF2B5EF4-FFF2-40B4-BE49-F238E27FC236}">
                <a16:creationId xmlns:a16="http://schemas.microsoft.com/office/drawing/2014/main" id="{ED9C8168-72B9-449B-9E8C-923B73BE65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1822453" name="Rectangle 1682929385">
            <a:extLst xmlns:a="http://schemas.openxmlformats.org/drawingml/2006/main">
              <a:ext uri="{FF2B5EF4-FFF2-40B4-BE49-F238E27FC236}">
                <a16:creationId xmlns:a16="http://schemas.microsoft.com/office/drawing/2014/main" id="{3D1C533C-824E-431D-B496-6B5439A317A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188703403" name="Rectangle: Rounded Corners 1080314407">
            <a:extLst xmlns:a="http://schemas.openxmlformats.org/drawingml/2006/main">
              <a:ext uri="{FF2B5EF4-FFF2-40B4-BE49-F238E27FC236}">
                <a16:creationId xmlns:a16="http://schemas.microsoft.com/office/drawing/2014/main" id="{91F6F608-3C0C-43B5-A04C-7AE94813A3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579665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dd500dbae87470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20718756" name="Straight Connector 707499443">
            <a:extLst xmlns:a="http://schemas.openxmlformats.org/drawingml/2006/main">
              <a:ext uri="{FF2B5EF4-FFF2-40B4-BE49-F238E27FC236}">
                <a16:creationId xmlns:a16="http://schemas.microsoft.com/office/drawing/2014/main" id="{2831E9B5-BFD5-4686-AF55-996DA6EA5C90}"/>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028694" name="Straight Connector 1076861610">
            <a:extLst xmlns:a="http://schemas.openxmlformats.org/drawingml/2006/main">
              <a:ext uri="{FF2B5EF4-FFF2-40B4-BE49-F238E27FC236}">
                <a16:creationId xmlns:a16="http://schemas.microsoft.com/office/drawing/2014/main" id="{90B202B5-18CD-4E72-A81A-E55EE1B12296}"/>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1275954" name="Rectangle 1618224149">
            <a:extLst xmlns:a="http://schemas.openxmlformats.org/drawingml/2006/main">
              <a:ext uri="{FF2B5EF4-FFF2-40B4-BE49-F238E27FC236}">
                <a16:creationId xmlns:a16="http://schemas.microsoft.com/office/drawing/2014/main" id="{ABE07BCD-94C6-4448-8915-EC4807DC88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99133105" name="Rectangle 1957330890">
            <a:extLst xmlns:a="http://schemas.openxmlformats.org/drawingml/2006/main">
              <a:ext uri="{FF2B5EF4-FFF2-40B4-BE49-F238E27FC236}">
                <a16:creationId xmlns:a16="http://schemas.microsoft.com/office/drawing/2014/main" id="{E2D98FD8-14F5-44C3-A3DA-39E571F6D41B}"/>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797452044" name="Oval 1428842632">
            <a:extLst xmlns:a="http://schemas.openxmlformats.org/drawingml/2006/main">
              <a:ext uri="{FF2B5EF4-FFF2-40B4-BE49-F238E27FC236}">
                <a16:creationId xmlns:a16="http://schemas.microsoft.com/office/drawing/2014/main" id="{FDC53A24-DC45-4673-988B-8D58A6936E16}"/>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8251549" name="Oval 94324771">
            <a:extLst xmlns:a="http://schemas.openxmlformats.org/drawingml/2006/main">
              <a:ext uri="{FF2B5EF4-FFF2-40B4-BE49-F238E27FC236}">
                <a16:creationId xmlns:a16="http://schemas.microsoft.com/office/drawing/2014/main" id="{ED1CE153-ED6B-4116-86D0-A441C60E587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921174" name="Oval 1474916117">
            <a:extLst xmlns:a="http://schemas.openxmlformats.org/drawingml/2006/main">
              <a:ext uri="{FF2B5EF4-FFF2-40B4-BE49-F238E27FC236}">
                <a16:creationId xmlns:a16="http://schemas.microsoft.com/office/drawing/2014/main" id="{FC2C1730-F5A7-49CA-B0AF-DA56F88DFCB4}"/>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56332" name="Rectangle 1335518815">
            <a:extLst xmlns:a="http://schemas.openxmlformats.org/drawingml/2006/main">
              <a:ext uri="{FF2B5EF4-FFF2-40B4-BE49-F238E27FC236}">
                <a16:creationId xmlns:a16="http://schemas.microsoft.com/office/drawing/2014/main" id="{EA14CA1E-FCFE-4DC8-AAB9-DB567E6FCDE7}"/>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654926464" name="Rectangle 971869567">
            <a:extLst xmlns:a="http://schemas.openxmlformats.org/drawingml/2006/main">
              <a:ext uri="{FF2B5EF4-FFF2-40B4-BE49-F238E27FC236}">
                <a16:creationId xmlns:a16="http://schemas.microsoft.com/office/drawing/2014/main" id="{1A94A653-5A35-48DC-AF23-4859DACBE3FD}"/>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353022447" name="Rectangle: Rounded Corners 76329123">
            <a:extLst xmlns:a="http://schemas.openxmlformats.org/drawingml/2006/main">
              <a:ext uri="{FF2B5EF4-FFF2-40B4-BE49-F238E27FC236}">
                <a16:creationId xmlns:a16="http://schemas.microsoft.com/office/drawing/2014/main" id="{EA993228-2683-4C3A-9047-2AD93367229E}"/>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1230744748" name="Rectangle 237806933">
            <a:extLst xmlns:a="http://schemas.openxmlformats.org/drawingml/2006/main">
              <a:ext uri="{FF2B5EF4-FFF2-40B4-BE49-F238E27FC236}">
                <a16:creationId xmlns:a16="http://schemas.microsoft.com/office/drawing/2014/main" id="{25E7D420-8F42-471B-925B-94AEF66DF0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14</a:t>
            </a:r>
          </a:p>
        </p:txBody>
      </p:sp>
      <p:sp>
        <p:nvSpPr>
          <p:cNvPr id="1017329532" name="solid-loss-curve">
            <a:extLst xmlns:a="http://schemas.openxmlformats.org/drawingml/2006/main">
              <a:ext uri="{FF2B5EF4-FFF2-40B4-BE49-F238E27FC236}">
                <a16:creationId xmlns:a16="http://schemas.microsoft.com/office/drawing/2014/main" id="{3C3F8ED8-2640-4D57-AA20-07CC0933DE46}"/>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819452800"/>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67479650" name="Rectangle 935271156">
            <a:extLst xmlns:a="http://schemas.openxmlformats.org/drawingml/2006/main">
              <a:ext uri="{FF2B5EF4-FFF2-40B4-BE49-F238E27FC236}">
                <a16:creationId xmlns:a16="http://schemas.microsoft.com/office/drawing/2014/main" id="{AAD5ADED-3F5C-4FCD-8F42-8E34E79223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919668944" name="Rectangle 251777344">
            <a:extLst xmlns:a="http://schemas.openxmlformats.org/drawingml/2006/main">
              <a:ext uri="{FF2B5EF4-FFF2-40B4-BE49-F238E27FC236}">
                <a16:creationId xmlns:a16="http://schemas.microsoft.com/office/drawing/2014/main" id="{1592AED2-0B02-4E45-AE24-AF06C29545E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071402784" name="Rectangle: Rounded Corners 1456392341">
            <a:extLst xmlns:a="http://schemas.openxmlformats.org/drawingml/2006/main">
              <a:ext uri="{FF2B5EF4-FFF2-40B4-BE49-F238E27FC236}">
                <a16:creationId xmlns:a16="http://schemas.microsoft.com/office/drawing/2014/main" id="{594B0536-3AFF-4EA8-AAE4-DDBF0BA9DF5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4162383" name="Rectangle 615225220">
            <a:extLst xmlns:a="http://schemas.openxmlformats.org/drawingml/2006/main">
              <a:ext uri="{FF2B5EF4-FFF2-40B4-BE49-F238E27FC236}">
                <a16:creationId xmlns:a16="http://schemas.microsoft.com/office/drawing/2014/main" id="{4F49F001-5681-47B6-8F82-C5AA6FF1896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250173000" name="Rectangle: Rounded Corners 1987074982">
            <a:extLst xmlns:a="http://schemas.openxmlformats.org/drawingml/2006/main">
              <a:ext uri="{FF2B5EF4-FFF2-40B4-BE49-F238E27FC236}">
                <a16:creationId xmlns:a16="http://schemas.microsoft.com/office/drawing/2014/main" id="{52C78362-75A5-4A24-88E1-A07AE1CFC85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298900" name="Rectangle 1286956634">
            <a:extLst xmlns:a="http://schemas.openxmlformats.org/drawingml/2006/main">
              <a:ext uri="{FF2B5EF4-FFF2-40B4-BE49-F238E27FC236}">
                <a16:creationId xmlns:a16="http://schemas.microsoft.com/office/drawing/2014/main" id="{8188B73F-99F2-4C9C-A4A1-516B5508B726}"/>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633799962" name="Rectangle 399762638">
            <a:extLst xmlns:a="http://schemas.openxmlformats.org/drawingml/2006/main">
              <a:ext uri="{FF2B5EF4-FFF2-40B4-BE49-F238E27FC236}">
                <a16:creationId xmlns:a16="http://schemas.microsoft.com/office/drawing/2014/main" id="{0D91D259-5C03-4256-A8F1-64A5A2E5CAC6}"/>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392117762" name="Straight Connector 1664744869">
            <a:extLst xmlns:a="http://schemas.openxmlformats.org/drawingml/2006/main">
              <a:ext uri="{FF2B5EF4-FFF2-40B4-BE49-F238E27FC236}">
                <a16:creationId xmlns:a16="http://schemas.microsoft.com/office/drawing/2014/main" id="{DB604320-47A5-472E-AF6C-5F29AF49949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526971" name="Straight Connector 598323690">
            <a:extLst xmlns:a="http://schemas.openxmlformats.org/drawingml/2006/main">
              <a:ext uri="{FF2B5EF4-FFF2-40B4-BE49-F238E27FC236}">
                <a16:creationId xmlns:a16="http://schemas.microsoft.com/office/drawing/2014/main" id="{41CC859F-2D24-4CEF-A42B-303611CBAF7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46037" name="Rectangle 1233632033">
            <a:extLst xmlns:a="http://schemas.openxmlformats.org/drawingml/2006/main">
              <a:ext uri="{FF2B5EF4-FFF2-40B4-BE49-F238E27FC236}">
                <a16:creationId xmlns:a16="http://schemas.microsoft.com/office/drawing/2014/main" id="{A4CA1A8A-0673-4C16-9650-288BF2E4C749}"/>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825264556" name="Rectangle 987778106">
            <a:extLst xmlns:a="http://schemas.openxmlformats.org/drawingml/2006/main">
              <a:ext uri="{FF2B5EF4-FFF2-40B4-BE49-F238E27FC236}">
                <a16:creationId xmlns:a16="http://schemas.microsoft.com/office/drawing/2014/main" id="{DD3937ED-4BBC-4EAE-B810-3B3B9D51BD7F}"/>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486089522" name="Rectangle 1454394643">
            <a:extLst xmlns:a="http://schemas.openxmlformats.org/drawingml/2006/main">
              <a:ext uri="{FF2B5EF4-FFF2-40B4-BE49-F238E27FC236}">
                <a16:creationId xmlns:a16="http://schemas.microsoft.com/office/drawing/2014/main" id="{9626A218-27D3-4E91-B6A0-03145B0A95D7}"/>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985126090" name="Oval 1043049251">
            <a:extLst xmlns:a="http://schemas.openxmlformats.org/drawingml/2006/main">
              <a:ext uri="{FF2B5EF4-FFF2-40B4-BE49-F238E27FC236}">
                <a16:creationId xmlns:a16="http://schemas.microsoft.com/office/drawing/2014/main" id="{24E31B5E-F3A5-41DB-964B-EDA3B0B7B3F5}"/>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171593" name="Oval 103022139">
            <a:extLst xmlns:a="http://schemas.openxmlformats.org/drawingml/2006/main">
              <a:ext uri="{FF2B5EF4-FFF2-40B4-BE49-F238E27FC236}">
                <a16:creationId xmlns:a16="http://schemas.microsoft.com/office/drawing/2014/main" id="{CB5A4E6C-BD91-45FE-9ABF-8FA1497CBD8F}"/>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02363" name="Rectangle 1601714725">
            <a:extLst xmlns:a="http://schemas.openxmlformats.org/drawingml/2006/main">
              <a:ext uri="{FF2B5EF4-FFF2-40B4-BE49-F238E27FC236}">
                <a16:creationId xmlns:a16="http://schemas.microsoft.com/office/drawing/2014/main" id="{63E77E19-66A4-4AB3-8E95-F4A77B8F5A34}"/>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62745226" name="Rectangle 1242132362">
            <a:extLst xmlns:a="http://schemas.openxmlformats.org/drawingml/2006/main">
              <a:ext uri="{FF2B5EF4-FFF2-40B4-BE49-F238E27FC236}">
                <a16:creationId xmlns:a16="http://schemas.microsoft.com/office/drawing/2014/main" id="{ED23CC9B-92D7-4C95-AF86-3C02C70C425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922660421" name="Rectangle 2132047703">
            <a:extLst xmlns:a="http://schemas.openxmlformats.org/drawingml/2006/main">
              <a:ext uri="{FF2B5EF4-FFF2-40B4-BE49-F238E27FC236}">
                <a16:creationId xmlns:a16="http://schemas.microsoft.com/office/drawing/2014/main" id="{84C6DB95-D0C3-46BF-B838-4C06E362987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961178202" name="Rectangle 1495975732">
            <a:extLst xmlns:a="http://schemas.openxmlformats.org/drawingml/2006/main">
              <a:ext uri="{FF2B5EF4-FFF2-40B4-BE49-F238E27FC236}">
                <a16:creationId xmlns:a16="http://schemas.microsoft.com/office/drawing/2014/main" id="{03FF7D85-FD74-49E7-AECF-1783B67BBF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15</a:t>
            </a:r>
          </a:p>
        </p:txBody>
      </p:sp>
      <p:pic>
        <p:nvPicPr>
          <p:cNvPr id="206274524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09413b8e7dae43f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6274524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9cf64570a7c14f3c">
            <a:extLst>
              <a:ext uri="{96DAC541-7B7A-43D3-8B79-37D633B846F1}">
                <asvg:svgBlip xmlns:asvg="http://schemas.microsoft.com/office/drawing/2016/SVG/main" r:embed="Rf36f442f834d4b7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26764913"/>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2441477" name="Rectangle 549712311">
            <a:extLst xmlns:a="http://schemas.openxmlformats.org/drawingml/2006/main">
              <a:ext uri="{FF2B5EF4-FFF2-40B4-BE49-F238E27FC236}">
                <a16:creationId xmlns:a16="http://schemas.microsoft.com/office/drawing/2014/main" id="{2C20C21F-74FB-4967-A93E-3563A656DBE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403381034" name="Rectangle 504424573">
            <a:extLst xmlns:a="http://schemas.openxmlformats.org/drawingml/2006/main">
              <a:ext uri="{FF2B5EF4-FFF2-40B4-BE49-F238E27FC236}">
                <a16:creationId xmlns:a16="http://schemas.microsoft.com/office/drawing/2014/main" id="{69A73FB4-27DA-42E3-9572-5A7A775ED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787891731" name="Rectangle: Rounded Corners 8473207">
            <a:extLst xmlns:a="http://schemas.openxmlformats.org/drawingml/2006/main">
              <a:ext uri="{FF2B5EF4-FFF2-40B4-BE49-F238E27FC236}">
                <a16:creationId xmlns:a16="http://schemas.microsoft.com/office/drawing/2014/main" id="{01979A2F-295D-4BED-91A4-28E46D6E9A32}"/>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899192" name="Oval 1713827263">
            <a:extLst xmlns:a="http://schemas.openxmlformats.org/drawingml/2006/main">
              <a:ext uri="{FF2B5EF4-FFF2-40B4-BE49-F238E27FC236}">
                <a16:creationId xmlns:a16="http://schemas.microsoft.com/office/drawing/2014/main" id="{B1CEB41D-89B0-455C-BAB5-084050C409B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337283" name="Oval 324013536">
            <a:extLst xmlns:a="http://schemas.openxmlformats.org/drawingml/2006/main">
              <a:ext uri="{FF2B5EF4-FFF2-40B4-BE49-F238E27FC236}">
                <a16:creationId xmlns:a16="http://schemas.microsoft.com/office/drawing/2014/main" id="{5C75B8DA-F9FE-4844-9759-6CA3E0D8F0F2}"/>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209248" name="Oval 1149235491">
            <a:extLst xmlns:a="http://schemas.openxmlformats.org/drawingml/2006/main">
              <a:ext uri="{FF2B5EF4-FFF2-40B4-BE49-F238E27FC236}">
                <a16:creationId xmlns:a16="http://schemas.microsoft.com/office/drawing/2014/main" id="{8A205DCD-9A90-40A1-A6DA-05E2BE739663}"/>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717525" name="Oval 1750953689">
            <a:extLst xmlns:a="http://schemas.openxmlformats.org/drawingml/2006/main">
              <a:ext uri="{FF2B5EF4-FFF2-40B4-BE49-F238E27FC236}">
                <a16:creationId xmlns:a16="http://schemas.microsoft.com/office/drawing/2014/main" id="{4257A56B-8873-4E57-B308-78B3C1E9C131}"/>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2359943" name="Oval 1513393046">
            <a:extLst xmlns:a="http://schemas.openxmlformats.org/drawingml/2006/main">
              <a:ext uri="{FF2B5EF4-FFF2-40B4-BE49-F238E27FC236}">
                <a16:creationId xmlns:a16="http://schemas.microsoft.com/office/drawing/2014/main" id="{82D0A7AB-F792-4AA3-9AF1-91A9289C535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088611" name="Oval 496081326">
            <a:extLst xmlns:a="http://schemas.openxmlformats.org/drawingml/2006/main">
              <a:ext uri="{FF2B5EF4-FFF2-40B4-BE49-F238E27FC236}">
                <a16:creationId xmlns:a16="http://schemas.microsoft.com/office/drawing/2014/main" id="{AF06E6C7-1EB4-4A79-B701-0D8674EAD7CB}"/>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1399335" name="Oval 953579843">
            <a:extLst xmlns:a="http://schemas.openxmlformats.org/drawingml/2006/main">
              <a:ext uri="{FF2B5EF4-FFF2-40B4-BE49-F238E27FC236}">
                <a16:creationId xmlns:a16="http://schemas.microsoft.com/office/drawing/2014/main" id="{AABE0E3E-2450-44D6-A57C-1B562E80085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265497" name="Oval 268581152">
            <a:extLst xmlns:a="http://schemas.openxmlformats.org/drawingml/2006/main">
              <a:ext uri="{FF2B5EF4-FFF2-40B4-BE49-F238E27FC236}">
                <a16:creationId xmlns:a16="http://schemas.microsoft.com/office/drawing/2014/main" id="{7D99041F-3157-4F49-8ADD-D4F965B4AA0E}"/>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776070" name="Oval 1782461718">
            <a:extLst xmlns:a="http://schemas.openxmlformats.org/drawingml/2006/main">
              <a:ext uri="{FF2B5EF4-FFF2-40B4-BE49-F238E27FC236}">
                <a16:creationId xmlns:a16="http://schemas.microsoft.com/office/drawing/2014/main" id="{E0429A0A-DDED-4CF5-B126-8B40140C104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7426308" name="Oval 1638488983">
            <a:extLst xmlns:a="http://schemas.openxmlformats.org/drawingml/2006/main">
              <a:ext uri="{FF2B5EF4-FFF2-40B4-BE49-F238E27FC236}">
                <a16:creationId xmlns:a16="http://schemas.microsoft.com/office/drawing/2014/main" id="{1ECA8C62-EF5A-4BD2-81E4-0864A43357FB}"/>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6181229" name="Oval 1018913497">
            <a:extLst xmlns:a="http://schemas.openxmlformats.org/drawingml/2006/main">
              <a:ext uri="{FF2B5EF4-FFF2-40B4-BE49-F238E27FC236}">
                <a16:creationId xmlns:a16="http://schemas.microsoft.com/office/drawing/2014/main" id="{A87FA08A-6AA7-473D-9B13-794A67B1CC5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9766288" name="Oval 1292287629">
            <a:extLst xmlns:a="http://schemas.openxmlformats.org/drawingml/2006/main">
              <a:ext uri="{FF2B5EF4-FFF2-40B4-BE49-F238E27FC236}">
                <a16:creationId xmlns:a16="http://schemas.microsoft.com/office/drawing/2014/main" id="{AA30C791-3316-4769-9EB1-B2C8B7A13C87}"/>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997182" name="Oval 1410545746">
            <a:extLst xmlns:a="http://schemas.openxmlformats.org/drawingml/2006/main">
              <a:ext uri="{FF2B5EF4-FFF2-40B4-BE49-F238E27FC236}">
                <a16:creationId xmlns:a16="http://schemas.microsoft.com/office/drawing/2014/main" id="{1ACC8FAB-22CA-4FFA-A734-4E6FCE46B8B7}"/>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9932753" name="Oval 1923839338">
            <a:extLst xmlns:a="http://schemas.openxmlformats.org/drawingml/2006/main">
              <a:ext uri="{FF2B5EF4-FFF2-40B4-BE49-F238E27FC236}">
                <a16:creationId xmlns:a16="http://schemas.microsoft.com/office/drawing/2014/main" id="{A9A5FA09-EAD2-4BC4-B924-A8D9B3A4C68B}"/>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423826" name="Oval 452248781">
            <a:extLst xmlns:a="http://schemas.openxmlformats.org/drawingml/2006/main">
              <a:ext uri="{FF2B5EF4-FFF2-40B4-BE49-F238E27FC236}">
                <a16:creationId xmlns:a16="http://schemas.microsoft.com/office/drawing/2014/main" id="{E690C1ED-4412-463B-A88F-8ACC772458F7}"/>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945677" name="Rectangle 2036757279">
            <a:extLst xmlns:a="http://schemas.openxmlformats.org/drawingml/2006/main">
              <a:ext uri="{FF2B5EF4-FFF2-40B4-BE49-F238E27FC236}">
                <a16:creationId xmlns:a16="http://schemas.microsoft.com/office/drawing/2014/main" id="{0E62D9F4-4601-411F-B4CC-0FBA4DBF09A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92156630" name="Rectangle 899691756">
            <a:extLst xmlns:a="http://schemas.openxmlformats.org/drawingml/2006/main">
              <a:ext uri="{FF2B5EF4-FFF2-40B4-BE49-F238E27FC236}">
                <a16:creationId xmlns:a16="http://schemas.microsoft.com/office/drawing/2014/main" id="{0CAA659C-8EEC-4F6E-9C8B-22F435352BFE}"/>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42470724" name="Rectangle 1393267236">
            <a:extLst xmlns:a="http://schemas.openxmlformats.org/drawingml/2006/main">
              <a:ext uri="{FF2B5EF4-FFF2-40B4-BE49-F238E27FC236}">
                <a16:creationId xmlns:a16="http://schemas.microsoft.com/office/drawing/2014/main" id="{8981B2F1-81A4-41D8-806D-3DFA12796A3A}"/>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41561214" name="Rectangle 1802476533">
            <a:extLst xmlns:a="http://schemas.openxmlformats.org/drawingml/2006/main">
              <a:ext uri="{FF2B5EF4-FFF2-40B4-BE49-F238E27FC236}">
                <a16:creationId xmlns:a16="http://schemas.microsoft.com/office/drawing/2014/main" id="{8DD34D0A-55E1-407A-918A-52123FFD2A1E}"/>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412101787" name="Rectangle 1736954645">
            <a:extLst xmlns:a="http://schemas.openxmlformats.org/drawingml/2006/main">
              <a:ext uri="{FF2B5EF4-FFF2-40B4-BE49-F238E27FC236}">
                <a16:creationId xmlns:a16="http://schemas.microsoft.com/office/drawing/2014/main" id="{DD9564DB-7773-4CFC-8DEB-170DCD95B6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p>
        </p:txBody>
      </p:sp>
      <p:cxnSp>
        <p:nvCxnSpPr>
          <p:cNvPr id="2145489531" name="Straight Arrow Connector 2036758667"/>
          <p:cNvCxnSpPr>
            <a:stCxn xmlns:a="http://schemas.openxmlformats.org/drawingml/2006/main" id="83899192" idx="6"/>
            <a:endCxn xmlns:a="http://schemas.openxmlformats.org/drawingml/2006/main" id="279717525"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2" name="Straight Arrow Connector 2036758668"/>
          <p:cNvCxnSpPr>
            <a:stCxn xmlns:a="http://schemas.openxmlformats.org/drawingml/2006/main" id="83899192" idx="6"/>
            <a:endCxn xmlns:a="http://schemas.openxmlformats.org/drawingml/2006/main" id="652359943"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3" name="Straight Arrow Connector 2036758669"/>
          <p:cNvCxnSpPr>
            <a:stCxn xmlns:a="http://schemas.openxmlformats.org/drawingml/2006/main" id="83899192" idx="6"/>
            <a:endCxn xmlns:a="http://schemas.openxmlformats.org/drawingml/2006/main" id="1965088611"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4" name="Straight Arrow Connector 2036758670"/>
          <p:cNvCxnSpPr>
            <a:stCxn xmlns:a="http://schemas.openxmlformats.org/drawingml/2006/main" id="83899192" idx="6"/>
            <a:endCxn xmlns:a="http://schemas.openxmlformats.org/drawingml/2006/main" id="1341399335"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5" name="Straight Arrow Connector 2036758671"/>
          <p:cNvCxnSpPr>
            <a:stCxn xmlns:a="http://schemas.openxmlformats.org/drawingml/2006/main" id="83899192" idx="6"/>
            <a:endCxn xmlns:a="http://schemas.openxmlformats.org/drawingml/2006/main" id="885265497"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6" name="Straight Arrow Connector 2036758672"/>
          <p:cNvCxnSpPr>
            <a:stCxn xmlns:a="http://schemas.openxmlformats.org/drawingml/2006/main" id="1695337283" idx="6"/>
            <a:endCxn xmlns:a="http://schemas.openxmlformats.org/drawingml/2006/main" id="279717525"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7" name="Straight Arrow Connector 2036758673"/>
          <p:cNvCxnSpPr>
            <a:stCxn xmlns:a="http://schemas.openxmlformats.org/drawingml/2006/main" id="1695337283" idx="6"/>
            <a:endCxn xmlns:a="http://schemas.openxmlformats.org/drawingml/2006/main" id="652359943"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8" name="Straight Arrow Connector 2036758674"/>
          <p:cNvCxnSpPr>
            <a:stCxn xmlns:a="http://schemas.openxmlformats.org/drawingml/2006/main" id="1695337283" idx="6"/>
            <a:endCxn xmlns:a="http://schemas.openxmlformats.org/drawingml/2006/main" id="1965088611"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39" name="Straight Arrow Connector 2036758675"/>
          <p:cNvCxnSpPr>
            <a:stCxn xmlns:a="http://schemas.openxmlformats.org/drawingml/2006/main" id="1695337283" idx="6"/>
            <a:endCxn xmlns:a="http://schemas.openxmlformats.org/drawingml/2006/main" id="1341399335"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0" name="Straight Arrow Connector 2036758676"/>
          <p:cNvCxnSpPr>
            <a:stCxn xmlns:a="http://schemas.openxmlformats.org/drawingml/2006/main" id="1695337283" idx="6"/>
            <a:endCxn xmlns:a="http://schemas.openxmlformats.org/drawingml/2006/main" id="885265497"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1" name="Straight Arrow Connector 2036758677"/>
          <p:cNvCxnSpPr>
            <a:stCxn xmlns:a="http://schemas.openxmlformats.org/drawingml/2006/main" id="2125209248" idx="6"/>
            <a:endCxn xmlns:a="http://schemas.openxmlformats.org/drawingml/2006/main" id="279717525"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2" name="Straight Arrow Connector 2036758678"/>
          <p:cNvCxnSpPr>
            <a:stCxn xmlns:a="http://schemas.openxmlformats.org/drawingml/2006/main" id="2125209248" idx="6"/>
            <a:endCxn xmlns:a="http://schemas.openxmlformats.org/drawingml/2006/main" id="652359943"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3"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4" name="Straight Arrow Connector 2036758680"/>
          <p:cNvCxnSpPr>
            <a:stCxn xmlns:a="http://schemas.openxmlformats.org/drawingml/2006/main" id="2125209248" idx="6"/>
            <a:endCxn xmlns:a="http://schemas.openxmlformats.org/drawingml/2006/main" id="1341399335"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5" name="Straight Arrow Connector 2036758681"/>
          <p:cNvCxnSpPr>
            <a:stCxn xmlns:a="http://schemas.openxmlformats.org/drawingml/2006/main" id="2125209248" idx="6"/>
            <a:endCxn xmlns:a="http://schemas.openxmlformats.org/drawingml/2006/main" id="885265497"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6" name="Straight Arrow Connector 2036758682"/>
          <p:cNvCxnSpPr>
            <a:stCxn xmlns:a="http://schemas.openxmlformats.org/drawingml/2006/main" id="279717525" idx="6"/>
            <a:endCxn xmlns:a="http://schemas.openxmlformats.org/drawingml/2006/main" id="739776070"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7" name="Straight Arrow Connector 2036758683"/>
          <p:cNvCxnSpPr>
            <a:stCxn xmlns:a="http://schemas.openxmlformats.org/drawingml/2006/main" id="279717525" idx="6"/>
            <a:endCxn xmlns:a="http://schemas.openxmlformats.org/drawingml/2006/main" id="13574263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8" name="Straight Arrow Connector 2036758684"/>
          <p:cNvCxnSpPr>
            <a:stCxn xmlns:a="http://schemas.openxmlformats.org/drawingml/2006/main" id="279717525" idx="6"/>
            <a:endCxn xmlns:a="http://schemas.openxmlformats.org/drawingml/2006/main" id="716181229"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49" name="Straight Arrow Connector 2036758685"/>
          <p:cNvCxnSpPr>
            <a:stCxn xmlns:a="http://schemas.openxmlformats.org/drawingml/2006/main" id="279717525" idx="6"/>
            <a:endCxn xmlns:a="http://schemas.openxmlformats.org/drawingml/2006/main" id="579766288"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0" name="Straight Arrow Connector 2036758686"/>
          <p:cNvCxnSpPr>
            <a:stCxn xmlns:a="http://schemas.openxmlformats.org/drawingml/2006/main" id="279717525" idx="6"/>
            <a:endCxn xmlns:a="http://schemas.openxmlformats.org/drawingml/2006/main" id="151999718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1" name="Straight Arrow Connector 2036758687"/>
          <p:cNvCxnSpPr>
            <a:stCxn xmlns:a="http://schemas.openxmlformats.org/drawingml/2006/main" id="652359943" idx="6"/>
            <a:endCxn xmlns:a="http://schemas.openxmlformats.org/drawingml/2006/main" id="739776070"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2" name="Straight Arrow Connector 2036758688"/>
          <p:cNvCxnSpPr>
            <a:stCxn xmlns:a="http://schemas.openxmlformats.org/drawingml/2006/main" id="652359943" idx="6"/>
            <a:endCxn xmlns:a="http://schemas.openxmlformats.org/drawingml/2006/main" id="13574263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3" name="Straight Arrow Connector 2036758689"/>
          <p:cNvCxnSpPr>
            <a:stCxn xmlns:a="http://schemas.openxmlformats.org/drawingml/2006/main" id="652359943" idx="6"/>
            <a:endCxn xmlns:a="http://schemas.openxmlformats.org/drawingml/2006/main" id="716181229"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4" name="Straight Arrow Connector 2036758690"/>
          <p:cNvCxnSpPr>
            <a:stCxn xmlns:a="http://schemas.openxmlformats.org/drawingml/2006/main" id="652359943" idx="6"/>
            <a:endCxn xmlns:a="http://schemas.openxmlformats.org/drawingml/2006/main" id="579766288"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5" name="Straight Arrow Connector 2036758691"/>
          <p:cNvCxnSpPr>
            <a:stCxn xmlns:a="http://schemas.openxmlformats.org/drawingml/2006/main" id="652359943" idx="6"/>
            <a:endCxn xmlns:a="http://schemas.openxmlformats.org/drawingml/2006/main" id="151999718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6" name="Straight Arrow Connector 2036758692"/>
          <p:cNvCxnSpPr>
            <a:stCxn xmlns:a="http://schemas.openxmlformats.org/drawingml/2006/main" id="1965088611" idx="6"/>
            <a:endCxn xmlns:a="http://schemas.openxmlformats.org/drawingml/2006/main" id="739776070"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7" name="Straight Arrow Connector 2036758693"/>
          <p:cNvCxnSpPr>
            <a:stCxn xmlns:a="http://schemas.openxmlformats.org/drawingml/2006/main" id="1965088611" idx="6"/>
            <a:endCxn xmlns:a="http://schemas.openxmlformats.org/drawingml/2006/main" id="13574263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8" name="Straight Arrow Connector 2036758694"/>
          <p:cNvCxnSpPr>
            <a:stCxn xmlns:a="http://schemas.openxmlformats.org/drawingml/2006/main" id="1965088611" idx="6"/>
            <a:endCxn xmlns:a="http://schemas.openxmlformats.org/drawingml/2006/main" id="716181229"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59" name="Straight Arrow Connector 2036758695"/>
          <p:cNvCxnSpPr>
            <a:stCxn xmlns:a="http://schemas.openxmlformats.org/drawingml/2006/main" id="1965088611" idx="6"/>
            <a:endCxn xmlns:a="http://schemas.openxmlformats.org/drawingml/2006/main" id="579766288"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0" name="Straight Arrow Connector 2036758696"/>
          <p:cNvCxnSpPr>
            <a:stCxn xmlns:a="http://schemas.openxmlformats.org/drawingml/2006/main" id="1965088611" idx="6"/>
            <a:endCxn xmlns:a="http://schemas.openxmlformats.org/drawingml/2006/main" id="151999718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1" name="Straight Arrow Connector 2036758697"/>
          <p:cNvCxnSpPr>
            <a:stCxn xmlns:a="http://schemas.openxmlformats.org/drawingml/2006/main" id="1341399335" idx="6"/>
            <a:endCxn xmlns:a="http://schemas.openxmlformats.org/drawingml/2006/main" id="739776070"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2" name="Straight Arrow Connector 2036758698"/>
          <p:cNvCxnSpPr>
            <a:stCxn xmlns:a="http://schemas.openxmlformats.org/drawingml/2006/main" id="1341399335" idx="6"/>
            <a:endCxn xmlns:a="http://schemas.openxmlformats.org/drawingml/2006/main" id="13574263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3" name="Straight Arrow Connector 2036758699"/>
          <p:cNvCxnSpPr>
            <a:stCxn xmlns:a="http://schemas.openxmlformats.org/drawingml/2006/main" id="1341399335" idx="6"/>
            <a:endCxn xmlns:a="http://schemas.openxmlformats.org/drawingml/2006/main" id="716181229"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4" name="Straight Arrow Connector 2036758700"/>
          <p:cNvCxnSpPr>
            <a:stCxn xmlns:a="http://schemas.openxmlformats.org/drawingml/2006/main" id="1341399335" idx="6"/>
            <a:endCxn xmlns:a="http://schemas.openxmlformats.org/drawingml/2006/main" id="579766288"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5" name="Straight Arrow Connector 2036758701"/>
          <p:cNvCxnSpPr>
            <a:stCxn xmlns:a="http://schemas.openxmlformats.org/drawingml/2006/main" id="1341399335" idx="6"/>
            <a:endCxn xmlns:a="http://schemas.openxmlformats.org/drawingml/2006/main" id="151999718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6" name="Straight Arrow Connector 2036758702"/>
          <p:cNvCxnSpPr>
            <a:stCxn xmlns:a="http://schemas.openxmlformats.org/drawingml/2006/main" id="885265497" idx="6"/>
            <a:endCxn xmlns:a="http://schemas.openxmlformats.org/drawingml/2006/main" id="739776070"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7" name="Straight Arrow Connector 2036758703"/>
          <p:cNvCxnSpPr>
            <a:stCxn xmlns:a="http://schemas.openxmlformats.org/drawingml/2006/main" id="885265497" idx="6"/>
            <a:endCxn xmlns:a="http://schemas.openxmlformats.org/drawingml/2006/main" id="13574263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8" name="Straight Arrow Connector 2036758704"/>
          <p:cNvCxnSpPr>
            <a:stCxn xmlns:a="http://schemas.openxmlformats.org/drawingml/2006/main" id="885265497" idx="6"/>
            <a:endCxn xmlns:a="http://schemas.openxmlformats.org/drawingml/2006/main" id="716181229"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69" name="Straight Arrow Connector 2036758705"/>
          <p:cNvCxnSpPr>
            <a:stCxn xmlns:a="http://schemas.openxmlformats.org/drawingml/2006/main" id="885265497" idx="6"/>
            <a:endCxn xmlns:a="http://schemas.openxmlformats.org/drawingml/2006/main" id="579766288"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0" name="Straight Arrow Connector 2036758706"/>
          <p:cNvCxnSpPr>
            <a:stCxn xmlns:a="http://schemas.openxmlformats.org/drawingml/2006/main" id="885265497" idx="6"/>
            <a:endCxn xmlns:a="http://schemas.openxmlformats.org/drawingml/2006/main" id="151999718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1" name="Straight Arrow Connector 2036758707"/>
          <p:cNvCxnSpPr>
            <a:stCxn xmlns:a="http://schemas.openxmlformats.org/drawingml/2006/main" id="739776070" idx="6"/>
            <a:endCxn xmlns:a="http://schemas.openxmlformats.org/drawingml/2006/main" id="211993275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2" name="Straight Arrow Connector 2036758708"/>
          <p:cNvCxnSpPr>
            <a:stCxn xmlns:a="http://schemas.openxmlformats.org/drawingml/2006/main" id="739776070" idx="6"/>
            <a:endCxn xmlns:a="http://schemas.openxmlformats.org/drawingml/2006/main" id="1907423826"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3" name="Straight Arrow Connector 2036758709"/>
          <p:cNvCxnSpPr>
            <a:stCxn xmlns:a="http://schemas.openxmlformats.org/drawingml/2006/main" id="1357426308" idx="6"/>
            <a:endCxn xmlns:a="http://schemas.openxmlformats.org/drawingml/2006/main" id="211993275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4" name="Straight Arrow Connector 2036758710"/>
          <p:cNvCxnSpPr>
            <a:stCxn xmlns:a="http://schemas.openxmlformats.org/drawingml/2006/main" id="1357426308" idx="6"/>
            <a:endCxn xmlns:a="http://schemas.openxmlformats.org/drawingml/2006/main" id="1907423826"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5" name="Straight Arrow Connector 2036758711"/>
          <p:cNvCxnSpPr>
            <a:stCxn xmlns:a="http://schemas.openxmlformats.org/drawingml/2006/main" id="716181229" idx="6"/>
            <a:endCxn xmlns:a="http://schemas.openxmlformats.org/drawingml/2006/main" id="211993275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6" name="Straight Arrow Connector 2036758712"/>
          <p:cNvCxnSpPr>
            <a:stCxn xmlns:a="http://schemas.openxmlformats.org/drawingml/2006/main" id="716181229" idx="6"/>
            <a:endCxn xmlns:a="http://schemas.openxmlformats.org/drawingml/2006/main" id="1907423826"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7" name="Straight Arrow Connector 2036758713"/>
          <p:cNvCxnSpPr>
            <a:stCxn xmlns:a="http://schemas.openxmlformats.org/drawingml/2006/main" id="579766288" idx="6"/>
            <a:endCxn xmlns:a="http://schemas.openxmlformats.org/drawingml/2006/main" id="211993275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8" name="Straight Arrow Connector 2036758714"/>
          <p:cNvCxnSpPr>
            <a:stCxn xmlns:a="http://schemas.openxmlformats.org/drawingml/2006/main" id="579766288" idx="6"/>
            <a:endCxn xmlns:a="http://schemas.openxmlformats.org/drawingml/2006/main" id="1907423826"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79" name="Straight Arrow Connector 2036758715"/>
          <p:cNvCxnSpPr>
            <a:stCxn xmlns:a="http://schemas.openxmlformats.org/drawingml/2006/main" id="1519997182" idx="6"/>
            <a:endCxn xmlns:a="http://schemas.openxmlformats.org/drawingml/2006/main" id="211993275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5489580" name="Straight Arrow Connector 2036758716"/>
          <p:cNvCxnSpPr>
            <a:stCxn xmlns:a="http://schemas.openxmlformats.org/drawingml/2006/main" id="1519997182" idx="6"/>
            <a:endCxn xmlns:a="http://schemas.openxmlformats.org/drawingml/2006/main" id="1907423826"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940612541"/>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7824039" name="">
            <a:extLst xmlns:a="http://schemas.openxmlformats.org/drawingml/2006/main">
              <a:ext uri="{FF2B5EF4-FFF2-40B4-BE49-F238E27FC236}">
                <a16:creationId xmlns:a16="http://schemas.microsoft.com/office/drawing/2014/main" id="{9CE32C40-0ADB-4D6F-82CB-04B00C909A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67767093" name="">
            <a:extLst xmlns:a="http://schemas.openxmlformats.org/drawingml/2006/main">
              <a:ext uri="{FF2B5EF4-FFF2-40B4-BE49-F238E27FC236}">
                <a16:creationId xmlns:a16="http://schemas.microsoft.com/office/drawing/2014/main" id="{3A12B460-1F67-455F-9471-764901E2DE8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883548823" name="">
            <a:extLst xmlns:a="http://schemas.openxmlformats.org/drawingml/2006/main">
              <a:ext uri="{FF2B5EF4-FFF2-40B4-BE49-F238E27FC236}">
                <a16:creationId xmlns:a16="http://schemas.microsoft.com/office/drawing/2014/main" id="{66BBC603-27DD-4CA0-8B3E-9C75F7F5792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30435301" name="">
            <a:extLst xmlns:a="http://schemas.openxmlformats.org/drawingml/2006/main">
              <a:ext uri="{FF2B5EF4-FFF2-40B4-BE49-F238E27FC236}">
                <a16:creationId xmlns:a16="http://schemas.microsoft.com/office/drawing/2014/main" id="{5ADE7DEB-15A7-4DEA-9984-8447FFE78B7B}"/>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664671565" name="">
            <a:extLst xmlns:a="http://schemas.openxmlformats.org/drawingml/2006/main">
              <a:ext uri="{FF2B5EF4-FFF2-40B4-BE49-F238E27FC236}">
                <a16:creationId xmlns:a16="http://schemas.microsoft.com/office/drawing/2014/main" id="{CFDC587B-4A12-481A-A2C9-035AC95E11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891700563" name="">
            <a:extLst xmlns:a="http://schemas.openxmlformats.org/drawingml/2006/main">
              <a:ext uri="{FF2B5EF4-FFF2-40B4-BE49-F238E27FC236}">
                <a16:creationId xmlns:a16="http://schemas.microsoft.com/office/drawing/2014/main" id="{6606FB77-2B48-4443-BB7B-E2D18F0700D8}"/>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774263469" name="">
            <a:extLst xmlns:a="http://schemas.openxmlformats.org/drawingml/2006/main">
              <a:ext uri="{FF2B5EF4-FFF2-40B4-BE49-F238E27FC236}">
                <a16:creationId xmlns:a16="http://schemas.microsoft.com/office/drawing/2014/main" id="{A59E7B9E-4EE1-4781-AF35-1943BA519DA2}"/>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853291487" name="">
            <a:extLst xmlns:a="http://schemas.openxmlformats.org/drawingml/2006/main">
              <a:ext uri="{FF2B5EF4-FFF2-40B4-BE49-F238E27FC236}">
                <a16:creationId xmlns:a16="http://schemas.microsoft.com/office/drawing/2014/main" id="{3DA63D29-6E4E-403E-9A50-2FA9A237B961}"/>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1792906236" name="">
            <a:extLst xmlns:a="http://schemas.openxmlformats.org/drawingml/2006/main">
              <a:ext uri="{FF2B5EF4-FFF2-40B4-BE49-F238E27FC236}">
                <a16:creationId xmlns:a16="http://schemas.microsoft.com/office/drawing/2014/main" id="{16AFD8CD-E2A8-4582-9F01-475AAE4894AA}"/>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42226971" name="">
            <a:extLst xmlns:a="http://schemas.openxmlformats.org/drawingml/2006/main">
              <a:ext uri="{FF2B5EF4-FFF2-40B4-BE49-F238E27FC236}">
                <a16:creationId xmlns:a16="http://schemas.microsoft.com/office/drawing/2014/main" id="{41AE084C-91E4-4E41-B480-C021D3A2C2FD}"/>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1089881667" name="">
            <a:extLst xmlns:a="http://schemas.openxmlformats.org/drawingml/2006/main">
              <a:ext uri="{FF2B5EF4-FFF2-40B4-BE49-F238E27FC236}">
                <a16:creationId xmlns:a16="http://schemas.microsoft.com/office/drawing/2014/main" id="{FCD33752-0571-4254-ACEE-698AAAFC5720}"/>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395988585" name="">
            <a:extLst xmlns:a="http://schemas.openxmlformats.org/drawingml/2006/main">
              <a:ext uri="{FF2B5EF4-FFF2-40B4-BE49-F238E27FC236}">
                <a16:creationId xmlns:a16="http://schemas.microsoft.com/office/drawing/2014/main" id="{C7365454-5C9F-4A13-A6A2-E5461C5DD578}"/>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42620363" name="">
            <a:extLst xmlns:a="http://schemas.openxmlformats.org/drawingml/2006/main">
              <a:ext uri="{FF2B5EF4-FFF2-40B4-BE49-F238E27FC236}">
                <a16:creationId xmlns:a16="http://schemas.microsoft.com/office/drawing/2014/main" id="{2E046E5D-0744-4B62-8779-D934D73B2DED}"/>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407247671" name="">
            <a:extLst xmlns:a="http://schemas.openxmlformats.org/drawingml/2006/main">
              <a:ext uri="{FF2B5EF4-FFF2-40B4-BE49-F238E27FC236}">
                <a16:creationId xmlns:a16="http://schemas.microsoft.com/office/drawing/2014/main" id="{7BD42BB9-3BAA-42AC-94D2-A0313927AE48}"/>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678696763" name="">
            <a:extLst xmlns:a="http://schemas.openxmlformats.org/drawingml/2006/main">
              <a:ext uri="{FF2B5EF4-FFF2-40B4-BE49-F238E27FC236}">
                <a16:creationId xmlns:a16="http://schemas.microsoft.com/office/drawing/2014/main" id="{32E8C36E-92AA-4DE0-9643-657BBD9C8A31}"/>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192495433" name="">
            <a:extLst xmlns:a="http://schemas.openxmlformats.org/drawingml/2006/main">
              <a:ext uri="{FF2B5EF4-FFF2-40B4-BE49-F238E27FC236}">
                <a16:creationId xmlns:a16="http://schemas.microsoft.com/office/drawing/2014/main" id="{26B49773-798E-4E15-8340-081761A32B78}"/>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983941595" name="">
            <a:extLst xmlns:a="http://schemas.openxmlformats.org/drawingml/2006/main">
              <a:ext uri="{FF2B5EF4-FFF2-40B4-BE49-F238E27FC236}">
                <a16:creationId xmlns:a16="http://schemas.microsoft.com/office/drawing/2014/main" id="{E73DF05B-A16A-47D3-9905-1B080BCC9898}"/>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298832520" name="">
            <a:extLst xmlns:a="http://schemas.openxmlformats.org/drawingml/2006/main">
              <a:ext uri="{FF2B5EF4-FFF2-40B4-BE49-F238E27FC236}">
                <a16:creationId xmlns:a16="http://schemas.microsoft.com/office/drawing/2014/main" id="{E76DDE1B-C1BF-4E62-8537-3BCEDDBF4FE4}"/>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998109536" name="">
            <a:extLst xmlns:a="http://schemas.openxmlformats.org/drawingml/2006/main">
              <a:ext uri="{FF2B5EF4-FFF2-40B4-BE49-F238E27FC236}">
                <a16:creationId xmlns:a16="http://schemas.microsoft.com/office/drawing/2014/main" id="{4C63A154-05E3-440A-987C-878A272D50E5}"/>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08663873" name="">
            <a:extLst xmlns:a="http://schemas.openxmlformats.org/drawingml/2006/main">
              <a:ext uri="{FF2B5EF4-FFF2-40B4-BE49-F238E27FC236}">
                <a16:creationId xmlns:a16="http://schemas.microsoft.com/office/drawing/2014/main" id="{4CE37844-866E-47CB-8BFF-0CBDAB002882}"/>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86975888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9908975" name="">
            <a:extLst xmlns:a="http://schemas.openxmlformats.org/drawingml/2006/main">
              <a:ext uri="{FF2B5EF4-FFF2-40B4-BE49-F238E27FC236}">
                <a16:creationId xmlns:a16="http://schemas.microsoft.com/office/drawing/2014/main" id="{98C4EA74-D194-4EBF-9FEB-56DB8CDF60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6675059" name="">
            <a:extLst xmlns:a="http://schemas.openxmlformats.org/drawingml/2006/main">
              <a:ext uri="{FF2B5EF4-FFF2-40B4-BE49-F238E27FC236}">
                <a16:creationId xmlns:a16="http://schemas.microsoft.com/office/drawing/2014/main" id="{B6EF6C36-8740-4659-9152-82F93666C3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685086082" name="">
            <a:extLst xmlns:a="http://schemas.openxmlformats.org/drawingml/2006/main">
              <a:ext uri="{FF2B5EF4-FFF2-40B4-BE49-F238E27FC236}">
                <a16:creationId xmlns:a16="http://schemas.microsoft.com/office/drawing/2014/main" id="{5E9488FD-401F-429F-AF50-F49F3EC786C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703067206" name="">
            <a:extLst xmlns:a="http://schemas.openxmlformats.org/drawingml/2006/main">
              <a:ext uri="{FF2B5EF4-FFF2-40B4-BE49-F238E27FC236}">
                <a16:creationId xmlns:a16="http://schemas.microsoft.com/office/drawing/2014/main" id="{2DA48BE8-7497-4970-886B-E3652815D71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2073093973" name="">
            <a:extLst xmlns:a="http://schemas.openxmlformats.org/drawingml/2006/main">
              <a:ext uri="{FF2B5EF4-FFF2-40B4-BE49-F238E27FC236}">
                <a16:creationId xmlns:a16="http://schemas.microsoft.com/office/drawing/2014/main" id="{2C4F501A-E7D7-4EC5-8FF3-EB42F561EA4B}"/>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748555113" name="">
            <a:extLst xmlns:a="http://schemas.openxmlformats.org/drawingml/2006/main">
              <a:ext uri="{FF2B5EF4-FFF2-40B4-BE49-F238E27FC236}">
                <a16:creationId xmlns:a16="http://schemas.microsoft.com/office/drawing/2014/main" id="{6D2C1A09-237D-4446-8D71-6DF5E9078FA8}"/>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309143750" name="">
            <a:extLst xmlns:a="http://schemas.openxmlformats.org/drawingml/2006/main">
              <a:ext uri="{FF2B5EF4-FFF2-40B4-BE49-F238E27FC236}">
                <a16:creationId xmlns:a16="http://schemas.microsoft.com/office/drawing/2014/main" id="{F5916ABA-0515-41C9-B345-1E52956FE196}"/>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977560912" name="">
            <a:extLst xmlns:a="http://schemas.openxmlformats.org/drawingml/2006/main">
              <a:ext uri="{FF2B5EF4-FFF2-40B4-BE49-F238E27FC236}">
                <a16:creationId xmlns:a16="http://schemas.microsoft.com/office/drawing/2014/main" id="{9C0EAC35-993A-446C-9743-A7CD0B36EF0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322329313" name="">
            <a:extLst xmlns:a="http://schemas.openxmlformats.org/drawingml/2006/main">
              <a:ext uri="{FF2B5EF4-FFF2-40B4-BE49-F238E27FC236}">
                <a16:creationId xmlns:a16="http://schemas.microsoft.com/office/drawing/2014/main" id="{E05C762A-3CAA-47C4-A819-B029FC50BD8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733251711" name="">
            <a:extLst xmlns:a="http://schemas.openxmlformats.org/drawingml/2006/main">
              <a:ext uri="{FF2B5EF4-FFF2-40B4-BE49-F238E27FC236}">
                <a16:creationId xmlns:a16="http://schemas.microsoft.com/office/drawing/2014/main" id="{33485FFC-BD46-4006-88FB-C47199A4339E}"/>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320581778" name="">
            <a:extLst xmlns:a="http://schemas.openxmlformats.org/drawingml/2006/main">
              <a:ext uri="{FF2B5EF4-FFF2-40B4-BE49-F238E27FC236}">
                <a16:creationId xmlns:a16="http://schemas.microsoft.com/office/drawing/2014/main" id="{BC275445-6612-4474-BE0B-05B6DC492F58}"/>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1461810187" name="">
            <a:extLst xmlns:a="http://schemas.openxmlformats.org/drawingml/2006/main">
              <a:ext uri="{FF2B5EF4-FFF2-40B4-BE49-F238E27FC236}">
                <a16:creationId xmlns:a16="http://schemas.microsoft.com/office/drawing/2014/main" id="{F0C46221-5BB9-4995-89C3-D3F11FA9ABC6}"/>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2100508510" name="">
            <a:extLst xmlns:a="http://schemas.openxmlformats.org/drawingml/2006/main">
              <a:ext uri="{FF2B5EF4-FFF2-40B4-BE49-F238E27FC236}">
                <a16:creationId xmlns:a16="http://schemas.microsoft.com/office/drawing/2014/main" id="{4875407E-D2F0-494B-8880-856668693EA2}"/>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6287408" name="">
            <a:extLst xmlns:a="http://schemas.openxmlformats.org/drawingml/2006/main">
              <a:ext uri="{FF2B5EF4-FFF2-40B4-BE49-F238E27FC236}">
                <a16:creationId xmlns:a16="http://schemas.microsoft.com/office/drawing/2014/main" id="{2C266040-4EC8-486F-9EAA-F37AC63EDA0B}"/>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479364582" name="">
            <a:extLst xmlns:a="http://schemas.openxmlformats.org/drawingml/2006/main">
              <a:ext uri="{FF2B5EF4-FFF2-40B4-BE49-F238E27FC236}">
                <a16:creationId xmlns:a16="http://schemas.microsoft.com/office/drawing/2014/main" id="{DFB3FF21-6B50-4A70-8A48-9F50A2DA2D30}"/>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23103502" name="">
            <a:extLst xmlns:a="http://schemas.openxmlformats.org/drawingml/2006/main">
              <a:ext uri="{FF2B5EF4-FFF2-40B4-BE49-F238E27FC236}">
                <a16:creationId xmlns:a16="http://schemas.microsoft.com/office/drawing/2014/main" id="{65CDD682-3B7F-452B-A243-1117979F06C2}"/>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577350655" name="">
            <a:extLst xmlns:a="http://schemas.openxmlformats.org/drawingml/2006/main">
              <a:ext uri="{FF2B5EF4-FFF2-40B4-BE49-F238E27FC236}">
                <a16:creationId xmlns:a16="http://schemas.microsoft.com/office/drawing/2014/main" id="{9FAAF6B2-992F-47CC-815D-DCD6723CA86E}"/>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518594254" name="">
            <a:extLst xmlns:a="http://schemas.openxmlformats.org/drawingml/2006/main">
              <a:ext uri="{FF2B5EF4-FFF2-40B4-BE49-F238E27FC236}">
                <a16:creationId xmlns:a16="http://schemas.microsoft.com/office/drawing/2014/main" id="{F8E1AEE7-F5E3-4781-BC44-F40C378DC0FF}"/>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132151750" name="">
            <a:extLst xmlns:a="http://schemas.openxmlformats.org/drawingml/2006/main">
              <a:ext uri="{FF2B5EF4-FFF2-40B4-BE49-F238E27FC236}">
                <a16:creationId xmlns:a16="http://schemas.microsoft.com/office/drawing/2014/main" id="{466B16BA-5A72-47CC-A83A-4C25E47A8E59}"/>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591988921" name="">
            <a:extLst xmlns:a="http://schemas.openxmlformats.org/drawingml/2006/main">
              <a:ext uri="{FF2B5EF4-FFF2-40B4-BE49-F238E27FC236}">
                <a16:creationId xmlns:a16="http://schemas.microsoft.com/office/drawing/2014/main" id="{946A96EA-AF1E-49EC-A052-E45946FC0634}"/>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2103391201" name="">
            <a:extLst xmlns:a="http://schemas.openxmlformats.org/drawingml/2006/main">
              <a:ext uri="{FF2B5EF4-FFF2-40B4-BE49-F238E27FC236}">
                <a16:creationId xmlns:a16="http://schemas.microsoft.com/office/drawing/2014/main" id="{C62B0DFB-12CF-413E-871C-692D52E18F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18</a:t>
            </a:r>
          </a:p>
        </p:txBody>
      </p:sp>
    </p:spTree>
    <p:extLst>
      <p:ext uri="{BB962C8B-B14F-4D97-AF65-F5344CB8AC3E}">
        <p14:creationId xmlns:p14="http://schemas.microsoft.com/office/powerpoint/2010/main" val="472576815"/>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8485085" name="">
            <a:extLst xmlns:a="http://schemas.openxmlformats.org/drawingml/2006/main">
              <a:ext uri="{FF2B5EF4-FFF2-40B4-BE49-F238E27FC236}">
                <a16:creationId xmlns:a16="http://schemas.microsoft.com/office/drawing/2014/main" id="{3906186F-6F7E-45B9-9D00-962C61D20D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014745889" name="">
            <a:extLst xmlns:a="http://schemas.openxmlformats.org/drawingml/2006/main">
              <a:ext uri="{FF2B5EF4-FFF2-40B4-BE49-F238E27FC236}">
                <a16:creationId xmlns:a16="http://schemas.microsoft.com/office/drawing/2014/main" id="{8C8EEF84-25BC-4F82-8E9B-893A64F0DE6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858310324" name="">
            <a:extLst xmlns:a="http://schemas.openxmlformats.org/drawingml/2006/main">
              <a:ext uri="{FF2B5EF4-FFF2-40B4-BE49-F238E27FC236}">
                <a16:creationId xmlns:a16="http://schemas.microsoft.com/office/drawing/2014/main" id="{06C84086-6BD6-479D-A907-82D7B0378B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2014745894" name=""/>
          <p:cNvPicPr>
            <a:picLocks xmlns:a="http://schemas.openxmlformats.org/drawingml/2006/main" noChangeAspect="1"/>
          </p:cNvPicPr>
          <p:nvPr/>
        </p:nvPicPr>
        <p:blipFill rotWithShape="1">
          <a:blip xmlns:r="http://schemas.openxmlformats.org/officeDocument/2006/relationships" xmlns:a="http://schemas.openxmlformats.org/drawingml/2006/main" r:embed="Rf0b805bf80424691"/>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13172066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1230736" name="Rectangle 1153616344">
            <a:extLst xmlns:a="http://schemas.openxmlformats.org/drawingml/2006/main">
              <a:ext uri="{FF2B5EF4-FFF2-40B4-BE49-F238E27FC236}">
                <a16:creationId xmlns:a16="http://schemas.microsoft.com/office/drawing/2014/main" id="{4C48ABE8-08B4-41FD-83EC-4E2ABEC905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765255996" name="Rectangle 900783331">
            <a:extLst xmlns:a="http://schemas.openxmlformats.org/drawingml/2006/main">
              <a:ext uri="{FF2B5EF4-FFF2-40B4-BE49-F238E27FC236}">
                <a16:creationId xmlns:a16="http://schemas.microsoft.com/office/drawing/2014/main" id="{DC853EDB-5D57-4788-B1A8-2A18DDB0C60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026299795" name="Rectangle 1675037776">
            <a:extLst xmlns:a="http://schemas.openxmlformats.org/drawingml/2006/main">
              <a:ext uri="{FF2B5EF4-FFF2-40B4-BE49-F238E27FC236}">
                <a16:creationId xmlns:a16="http://schemas.microsoft.com/office/drawing/2014/main" id="{0A52B224-BD09-41DA-BEA0-57C49AFF0F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20</a:t>
            </a:r>
          </a:p>
        </p:txBody>
      </p:sp>
      <p:sp>
        <p:nvSpPr>
          <p:cNvPr id="2030417644" name="">
            <a:extLst xmlns:a="http://schemas.openxmlformats.org/drawingml/2006/main">
              <a:ext uri="{FF2B5EF4-FFF2-40B4-BE49-F238E27FC236}">
                <a16:creationId xmlns:a16="http://schemas.microsoft.com/office/drawing/2014/main" id="{891E8957-2434-4EF2-93AA-B4ADBA666F4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774837903" name="">
            <a:extLst xmlns:a="http://schemas.openxmlformats.org/drawingml/2006/main">
              <a:ext uri="{FF2B5EF4-FFF2-40B4-BE49-F238E27FC236}">
                <a16:creationId xmlns:a16="http://schemas.microsoft.com/office/drawing/2014/main" id="{2F4E6FEF-6F69-442B-ABF2-A5A8B9762084}"/>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720535863" name="">
            <a:extLst xmlns:a="http://schemas.openxmlformats.org/drawingml/2006/main">
              <a:ext uri="{FF2B5EF4-FFF2-40B4-BE49-F238E27FC236}">
                <a16:creationId xmlns:a16="http://schemas.microsoft.com/office/drawing/2014/main" id="{F30C7F3A-C615-44C2-8B03-1202920679FA}"/>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191864326" name="">
            <a:extLst xmlns:a="http://schemas.openxmlformats.org/drawingml/2006/main">
              <a:ext uri="{FF2B5EF4-FFF2-40B4-BE49-F238E27FC236}">
                <a16:creationId xmlns:a16="http://schemas.microsoft.com/office/drawing/2014/main" id="{7794636D-221D-4DDE-8D59-5A9486F97329}"/>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757820385" name="">
            <a:extLst xmlns:a="http://schemas.openxmlformats.org/drawingml/2006/main">
              <a:ext uri="{FF2B5EF4-FFF2-40B4-BE49-F238E27FC236}">
                <a16:creationId xmlns:a16="http://schemas.microsoft.com/office/drawing/2014/main" id="{B6DF7A08-BC26-46DE-8D0B-D98AB452D818}"/>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138139425" name="">
            <a:extLst xmlns:a="http://schemas.openxmlformats.org/drawingml/2006/main">
              <a:ext uri="{FF2B5EF4-FFF2-40B4-BE49-F238E27FC236}">
                <a16:creationId xmlns:a16="http://schemas.microsoft.com/office/drawing/2014/main" id="{7C4D881D-CB73-4527-80B7-DC520D17F70D}"/>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116592570" name="">
            <a:extLst xmlns:a="http://schemas.openxmlformats.org/drawingml/2006/main">
              <a:ext uri="{FF2B5EF4-FFF2-40B4-BE49-F238E27FC236}">
                <a16:creationId xmlns:a16="http://schemas.microsoft.com/office/drawing/2014/main" id="{32464AB9-FA9E-4DCC-9415-9D4558F7EA9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833562431" name="">
            <a:extLst xmlns:a="http://schemas.openxmlformats.org/drawingml/2006/main">
              <a:ext uri="{FF2B5EF4-FFF2-40B4-BE49-F238E27FC236}">
                <a16:creationId xmlns:a16="http://schemas.microsoft.com/office/drawing/2014/main" id="{F02DC26B-770A-4ABC-8F76-8A618FEC848C}"/>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674000523" name="">
            <a:extLst xmlns:a="http://schemas.openxmlformats.org/drawingml/2006/main">
              <a:ext uri="{FF2B5EF4-FFF2-40B4-BE49-F238E27FC236}">
                <a16:creationId xmlns:a16="http://schemas.microsoft.com/office/drawing/2014/main" id="{BBE527EA-AD77-4D87-B3A2-CB421853F86E}"/>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2030417658" name=""/>
          <p:cNvPicPr>
            <a:picLocks xmlns:a="http://schemas.openxmlformats.org/drawingml/2006/main" noChangeAspect="1"/>
          </p:cNvPicPr>
          <p:nvPr/>
        </p:nvPicPr>
        <p:blipFill rotWithShape="1">
          <a:blip xmlns:r="http://schemas.openxmlformats.org/officeDocument/2006/relationships" xmlns:a="http://schemas.openxmlformats.org/drawingml/2006/main" r:embed="Rbe3f63456917408b">
            <a:extLst>
              <a:ext uri="{96DAC541-7B7A-43D3-8B79-37D633B846F1}">
                <asvg:svgBlip xmlns:asvg="http://schemas.microsoft.com/office/drawing/2016/SVG/main" r:embed="R8b09e3f5291a4b6a"/>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51875467"/>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9133" name="Rectangle 1153616344">
            <a:extLst xmlns:a="http://schemas.openxmlformats.org/drawingml/2006/main">
              <a:ext uri="{FF2B5EF4-FFF2-40B4-BE49-F238E27FC236}">
                <a16:creationId xmlns:a16="http://schemas.microsoft.com/office/drawing/2014/main" id="{56EAE966-7E3C-478F-A66E-15ED292CF6B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2028485156" name="Rectangle 900783331">
            <a:extLst xmlns:a="http://schemas.openxmlformats.org/drawingml/2006/main">
              <a:ext uri="{FF2B5EF4-FFF2-40B4-BE49-F238E27FC236}">
                <a16:creationId xmlns:a16="http://schemas.microsoft.com/office/drawing/2014/main" id="{EA72E723-5653-46BB-A32E-F055BEA643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1256121741" name="Rectangle 1675037776">
            <a:extLst xmlns:a="http://schemas.openxmlformats.org/drawingml/2006/main">
              <a:ext uri="{FF2B5EF4-FFF2-40B4-BE49-F238E27FC236}">
                <a16:creationId xmlns:a16="http://schemas.microsoft.com/office/drawing/2014/main" id="{2F89545A-D5A8-4DF2-A119-F6FBD89E96A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21</a:t>
            </a:r>
          </a:p>
        </p:txBody>
      </p:sp>
      <p:sp>
        <p:nvSpPr>
          <p:cNvPr id="1424783322" name="">
            <a:extLst xmlns:a="http://schemas.openxmlformats.org/drawingml/2006/main">
              <a:ext uri="{FF2B5EF4-FFF2-40B4-BE49-F238E27FC236}">
                <a16:creationId xmlns:a16="http://schemas.microsoft.com/office/drawing/2014/main" id="{ADA3A174-9D32-4103-9E7F-92BE083C48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728519340" name="">
            <a:extLst xmlns:a="http://schemas.openxmlformats.org/drawingml/2006/main">
              <a:ext uri="{FF2B5EF4-FFF2-40B4-BE49-F238E27FC236}">
                <a16:creationId xmlns:a16="http://schemas.microsoft.com/office/drawing/2014/main" id="{11D52B22-2FA7-4A91-A094-457F68B1FBD0}"/>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574157869" name="">
            <a:extLst xmlns:a="http://schemas.openxmlformats.org/drawingml/2006/main">
              <a:ext uri="{FF2B5EF4-FFF2-40B4-BE49-F238E27FC236}">
                <a16:creationId xmlns:a16="http://schemas.microsoft.com/office/drawing/2014/main" id="{787C7A47-8375-477F-B1DE-26634AEAB801}"/>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872926416" name="">
            <a:extLst xmlns:a="http://schemas.openxmlformats.org/drawingml/2006/main">
              <a:ext uri="{FF2B5EF4-FFF2-40B4-BE49-F238E27FC236}">
                <a16:creationId xmlns:a16="http://schemas.microsoft.com/office/drawing/2014/main" id="{9D9D6DE6-B310-4C35-BD29-5FA89FAC7716}"/>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700815695" name="">
            <a:extLst xmlns:a="http://schemas.openxmlformats.org/drawingml/2006/main">
              <a:ext uri="{FF2B5EF4-FFF2-40B4-BE49-F238E27FC236}">
                <a16:creationId xmlns:a16="http://schemas.microsoft.com/office/drawing/2014/main" id="{289ECC21-91AD-46B0-94A9-BFED4A2A9681}"/>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28485171" name=""/>
          <p:cNvPicPr>
            <a:picLocks xmlns:a="http://schemas.openxmlformats.org/drawingml/2006/main" noChangeAspect="1"/>
          </p:cNvPicPr>
          <p:nvPr/>
        </p:nvPicPr>
        <p:blipFill rotWithShape="1">
          <a:blip xmlns:r="http://schemas.openxmlformats.org/officeDocument/2006/relationships" xmlns:a="http://schemas.openxmlformats.org/drawingml/2006/main" r:embed="R9a1d44815f134fbd">
            <a:extLst>
              <a:ext uri="{96DAC541-7B7A-43D3-8B79-37D633B846F1}">
                <asvg:svgBlip xmlns:asvg="http://schemas.microsoft.com/office/drawing/2016/SVG/main" r:embed="R3f74e074cb304be8"/>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28485172" name=""/>
          <p:cNvPicPr>
            <a:picLocks xmlns:a="http://schemas.openxmlformats.org/drawingml/2006/main" noChangeAspect="1"/>
          </p:cNvPicPr>
          <p:nvPr/>
        </p:nvPicPr>
        <p:blipFill rotWithShape="1">
          <a:blip xmlns:r="http://schemas.openxmlformats.org/officeDocument/2006/relationships" xmlns:a="http://schemas.openxmlformats.org/drawingml/2006/main" r:embed="R7f37993d9c0c4272">
            <a:extLst>
              <a:ext uri="{96DAC541-7B7A-43D3-8B79-37D633B846F1}">
                <asvg:svgBlip xmlns:asvg="http://schemas.microsoft.com/office/drawing/2016/SVG/main" r:embed="Rcbb5614099944053"/>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290544024" name="">
            <a:extLst xmlns:a="http://schemas.openxmlformats.org/drawingml/2006/main">
              <a:ext uri="{FF2B5EF4-FFF2-40B4-BE49-F238E27FC236}">
                <a16:creationId xmlns:a16="http://schemas.microsoft.com/office/drawing/2014/main" id="{114BF726-8C4C-4DF7-A101-01729683D07A}"/>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41833277" name="">
            <a:extLst xmlns:a="http://schemas.openxmlformats.org/drawingml/2006/main">
              <a:ext uri="{FF2B5EF4-FFF2-40B4-BE49-F238E27FC236}">
                <a16:creationId xmlns:a16="http://schemas.microsoft.com/office/drawing/2014/main" id="{0A2FBF36-2BD2-48EA-B939-35A3B7AB3AF5}"/>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1306720252" name="">
            <a:extLst xmlns:a="http://schemas.openxmlformats.org/drawingml/2006/main">
              <a:ext uri="{FF2B5EF4-FFF2-40B4-BE49-F238E27FC236}">
                <a16:creationId xmlns:a16="http://schemas.microsoft.com/office/drawing/2014/main" id="{E2D1159D-67EA-4997-8681-056A0DDBB6AF}"/>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414102631" name="">
            <a:extLst xmlns:a="http://schemas.openxmlformats.org/drawingml/2006/main">
              <a:ext uri="{FF2B5EF4-FFF2-40B4-BE49-F238E27FC236}">
                <a16:creationId xmlns:a16="http://schemas.microsoft.com/office/drawing/2014/main" id="{93FE11FB-C512-41AE-9CD3-223595D860E3}"/>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28485177" name=""/>
          <p:cNvPicPr>
            <a:picLocks xmlns:a="http://schemas.openxmlformats.org/drawingml/2006/main" noChangeAspect="1"/>
          </p:cNvPicPr>
          <p:nvPr/>
        </p:nvPicPr>
        <p:blipFill rotWithShape="1">
          <a:blip xmlns:r="http://schemas.openxmlformats.org/officeDocument/2006/relationships" xmlns:a="http://schemas.openxmlformats.org/drawingml/2006/main" r:embed="R453e2c7a0e534fe6">
            <a:extLst>
              <a:ext uri="{96DAC541-7B7A-43D3-8B79-37D633B846F1}">
                <asvg:svgBlip xmlns:asvg="http://schemas.microsoft.com/office/drawing/2016/SVG/main" r:embed="R61264ca393544c72"/>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28485178" name=""/>
          <p:cNvPicPr>
            <a:picLocks xmlns:a="http://schemas.openxmlformats.org/drawingml/2006/main" noChangeAspect="1"/>
          </p:cNvPicPr>
          <p:nvPr/>
        </p:nvPicPr>
        <p:blipFill rotWithShape="1">
          <a:blip xmlns:r="http://schemas.openxmlformats.org/officeDocument/2006/relationships" xmlns:a="http://schemas.openxmlformats.org/drawingml/2006/main" r:embed="Rfff4d20d7ee74f3d">
            <a:extLst>
              <a:ext uri="{96DAC541-7B7A-43D3-8B79-37D633B846F1}">
                <asvg:svgBlip xmlns:asvg="http://schemas.microsoft.com/office/drawing/2016/SVG/main" r:embed="Rbdb42f4a28264783"/>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226076668" name="">
            <a:extLst xmlns:a="http://schemas.openxmlformats.org/drawingml/2006/main">
              <a:ext uri="{FF2B5EF4-FFF2-40B4-BE49-F238E27FC236}">
                <a16:creationId xmlns:a16="http://schemas.microsoft.com/office/drawing/2014/main" id="{08BBF5F1-8DA8-4587-A0D0-70DCC4EA7A63}"/>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882725437" name="">
            <a:extLst xmlns:a="http://schemas.openxmlformats.org/drawingml/2006/main">
              <a:ext uri="{FF2B5EF4-FFF2-40B4-BE49-F238E27FC236}">
                <a16:creationId xmlns:a16="http://schemas.microsoft.com/office/drawing/2014/main" id="{CEE618D8-A735-4042-A49C-5D9BE2405A83}"/>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28485181" name=""/>
          <p:cNvPicPr>
            <a:picLocks xmlns:a="http://schemas.openxmlformats.org/drawingml/2006/main" noChangeAspect="1"/>
          </p:cNvPicPr>
          <p:nvPr/>
        </p:nvPicPr>
        <p:blipFill rotWithShape="1">
          <a:blip xmlns:r="http://schemas.openxmlformats.org/officeDocument/2006/relationships" xmlns:a="http://schemas.openxmlformats.org/drawingml/2006/main" r:embed="R5d7319fdf76949cf">
            <a:extLst>
              <a:ext uri="{96DAC541-7B7A-43D3-8B79-37D633B846F1}">
                <asvg:svgBlip xmlns:asvg="http://schemas.microsoft.com/office/drawing/2016/SVG/main" r:embed="Rf71c084b392e4f02"/>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279759938" name="">
            <a:extLst xmlns:a="http://schemas.openxmlformats.org/drawingml/2006/main">
              <a:ext uri="{FF2B5EF4-FFF2-40B4-BE49-F238E27FC236}">
                <a16:creationId xmlns:a16="http://schemas.microsoft.com/office/drawing/2014/main" id="{358D9B63-3CDB-40FE-BD84-DC5FF7D08CE2}"/>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28485183" name=""/>
          <p:cNvPicPr>
            <a:picLocks xmlns:a="http://schemas.openxmlformats.org/drawingml/2006/main" noChangeAspect="1"/>
          </p:cNvPicPr>
          <p:nvPr/>
        </p:nvPicPr>
        <p:blipFill rotWithShape="1">
          <a:blip xmlns:r="http://schemas.openxmlformats.org/officeDocument/2006/relationships" xmlns:a="http://schemas.openxmlformats.org/drawingml/2006/main" r:embed="R693b6272f41246b2">
            <a:extLst>
              <a:ext uri="{96DAC541-7B7A-43D3-8B79-37D633B846F1}">
                <asvg:svgBlip xmlns:asvg="http://schemas.microsoft.com/office/drawing/2016/SVG/main" r:embed="Rdb0958df4b324380"/>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803105004"/>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26503728" name="Rectangle 1153616344">
            <a:extLst xmlns:a="http://schemas.openxmlformats.org/drawingml/2006/main">
              <a:ext uri="{FF2B5EF4-FFF2-40B4-BE49-F238E27FC236}">
                <a16:creationId xmlns:a16="http://schemas.microsoft.com/office/drawing/2014/main" id="{287E6958-A30F-492C-A01E-890944AD79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513191435" name="Rectangle 900783331">
            <a:extLst xmlns:a="http://schemas.openxmlformats.org/drawingml/2006/main">
              <a:ext uri="{FF2B5EF4-FFF2-40B4-BE49-F238E27FC236}">
                <a16:creationId xmlns:a16="http://schemas.microsoft.com/office/drawing/2014/main" id="{50DF074A-327C-42A1-84E3-C3C0B2C8A4D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644133822" name="Rectangle 1675037776">
            <a:extLst xmlns:a="http://schemas.openxmlformats.org/drawingml/2006/main">
              <a:ext uri="{FF2B5EF4-FFF2-40B4-BE49-F238E27FC236}">
                <a16:creationId xmlns:a16="http://schemas.microsoft.com/office/drawing/2014/main" id="{29C76CA2-5C54-478E-9F58-3F72E78288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22</a:t>
            </a:r>
          </a:p>
        </p:txBody>
      </p:sp>
      <p:sp>
        <p:nvSpPr>
          <p:cNvPr id="829312679" name="">
            <a:extLst xmlns:a="http://schemas.openxmlformats.org/drawingml/2006/main">
              <a:ext uri="{FF2B5EF4-FFF2-40B4-BE49-F238E27FC236}">
                <a16:creationId xmlns:a16="http://schemas.microsoft.com/office/drawing/2014/main" id="{6EDB2899-9E3E-4D87-8F0C-5F4CC52D8B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22013397" name="">
            <a:extLst xmlns:a="http://schemas.openxmlformats.org/drawingml/2006/main">
              <a:ext uri="{FF2B5EF4-FFF2-40B4-BE49-F238E27FC236}">
                <a16:creationId xmlns:a16="http://schemas.microsoft.com/office/drawing/2014/main" id="{AD2FD726-5F83-4656-9165-A88E924E466A}"/>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317120134" name="">
            <a:extLst xmlns:a="http://schemas.openxmlformats.org/drawingml/2006/main">
              <a:ext uri="{FF2B5EF4-FFF2-40B4-BE49-F238E27FC236}">
                <a16:creationId xmlns:a16="http://schemas.microsoft.com/office/drawing/2014/main" id="{6363072F-E57F-44E8-958B-7116440473DB}"/>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14036268" name="">
            <a:extLst xmlns:a="http://schemas.openxmlformats.org/drawingml/2006/main">
              <a:ext uri="{FF2B5EF4-FFF2-40B4-BE49-F238E27FC236}">
                <a16:creationId xmlns:a16="http://schemas.microsoft.com/office/drawing/2014/main" id="{9B919BD6-0D38-4823-A1D4-58F8A70E0045}"/>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681436009" name="">
            <a:extLst xmlns:a="http://schemas.openxmlformats.org/drawingml/2006/main">
              <a:ext uri="{FF2B5EF4-FFF2-40B4-BE49-F238E27FC236}">
                <a16:creationId xmlns:a16="http://schemas.microsoft.com/office/drawing/2014/main" id="{2B5F7D53-976D-4286-80F9-0BD3ED27139F}"/>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601838431" name="">
            <a:extLst xmlns:a="http://schemas.openxmlformats.org/drawingml/2006/main">
              <a:ext uri="{FF2B5EF4-FFF2-40B4-BE49-F238E27FC236}">
                <a16:creationId xmlns:a16="http://schemas.microsoft.com/office/drawing/2014/main" id="{BC2A6122-8B18-47AB-A766-21BD89D6622B}"/>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668378" name="">
            <a:extLst xmlns:a="http://schemas.openxmlformats.org/drawingml/2006/main">
              <a:ext uri="{FF2B5EF4-FFF2-40B4-BE49-F238E27FC236}">
                <a16:creationId xmlns:a16="http://schemas.microsoft.com/office/drawing/2014/main" id="{136947F9-6A01-4F95-97EE-5F1F71D15C2F}"/>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932365598" name="">
            <a:extLst xmlns:a="http://schemas.openxmlformats.org/drawingml/2006/main">
              <a:ext uri="{FF2B5EF4-FFF2-40B4-BE49-F238E27FC236}">
                <a16:creationId xmlns:a16="http://schemas.microsoft.com/office/drawing/2014/main" id="{4C4F29AE-903E-4395-BEC0-3546B878D1AA}"/>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82261706" name="">
            <a:extLst xmlns:a="http://schemas.openxmlformats.org/drawingml/2006/main">
              <a:ext uri="{FF2B5EF4-FFF2-40B4-BE49-F238E27FC236}">
                <a16:creationId xmlns:a16="http://schemas.microsoft.com/office/drawing/2014/main" id="{F7203462-CBE6-4B6D-AE3E-986B5B5BB176}"/>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979735123" name="">
            <a:extLst xmlns:a="http://schemas.openxmlformats.org/drawingml/2006/main">
              <a:ext uri="{FF2B5EF4-FFF2-40B4-BE49-F238E27FC236}">
                <a16:creationId xmlns:a16="http://schemas.microsoft.com/office/drawing/2014/main" id="{0B006FDC-4B7F-490E-A92A-A6F2ADFC6AF1}"/>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2006508149" name="">
            <a:extLst xmlns:a="http://schemas.openxmlformats.org/drawingml/2006/main">
              <a:ext uri="{FF2B5EF4-FFF2-40B4-BE49-F238E27FC236}">
                <a16:creationId xmlns:a16="http://schemas.microsoft.com/office/drawing/2014/main" id="{7E73E2BA-B887-434D-BC92-DAE1E27C1A9F}"/>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1981951544" name="">
            <a:extLst xmlns:a="http://schemas.openxmlformats.org/drawingml/2006/main">
              <a:ext uri="{FF2B5EF4-FFF2-40B4-BE49-F238E27FC236}">
                <a16:creationId xmlns:a16="http://schemas.microsoft.com/office/drawing/2014/main" id="{7E0A8A16-064D-42F5-821C-49F2E991A76F}"/>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1169762884" name="">
            <a:extLst xmlns:a="http://schemas.openxmlformats.org/drawingml/2006/main">
              <a:ext uri="{FF2B5EF4-FFF2-40B4-BE49-F238E27FC236}">
                <a16:creationId xmlns:a16="http://schemas.microsoft.com/office/drawing/2014/main" id="{14395848-CAB6-4639-9691-4426C7518642}"/>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566839673" name="">
            <a:extLst xmlns:a="http://schemas.openxmlformats.org/drawingml/2006/main">
              <a:ext uri="{FF2B5EF4-FFF2-40B4-BE49-F238E27FC236}">
                <a16:creationId xmlns:a16="http://schemas.microsoft.com/office/drawing/2014/main" id="{255EA948-8CDB-40FF-9FEA-9566245ADB8F}"/>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779932145" name="">
            <a:extLst xmlns:a="http://schemas.openxmlformats.org/drawingml/2006/main">
              <a:ext uri="{FF2B5EF4-FFF2-40B4-BE49-F238E27FC236}">
                <a16:creationId xmlns:a16="http://schemas.microsoft.com/office/drawing/2014/main" id="{88D21F53-3770-460C-B1B8-1FD6D4C2DD94}"/>
              </a:ext>
            </a:extLst>
          </p:cNvPr>
          <p:cNvSpPr>
            <a:spLocks xmlns:a="http://schemas.openxmlformats.org/drawingml/2006/main" noGrp="1"/>
          </p:cNvSpPr>
          <p:nvPr/>
        </p:nvSpPr>
        <p:spPr>
          <a:xfrm xmlns:a="http://schemas.openxmlformats.org/drawingml/2006/main" flipH="0" flipV="0">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594311439" name="">
            <a:extLst xmlns:a="http://schemas.openxmlformats.org/drawingml/2006/main">
              <a:ext uri="{FF2B5EF4-FFF2-40B4-BE49-F238E27FC236}">
                <a16:creationId xmlns:a16="http://schemas.microsoft.com/office/drawing/2014/main" id="{6EAAC3CB-91B0-4CAE-8F13-D547702BA14C}"/>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006508171" name=""/>
          <p:cNvPicPr>
            <a:picLocks xmlns:a="http://schemas.openxmlformats.org/drawingml/2006/main" noChangeAspect="1"/>
          </p:cNvPicPr>
          <p:nvPr/>
        </p:nvPicPr>
        <p:blipFill rotWithShape="1">
          <a:blip xmlns:r="http://schemas.openxmlformats.org/officeDocument/2006/relationships" xmlns:a="http://schemas.openxmlformats.org/drawingml/2006/main" r:embed="R78ddd269544a4fbb">
            <a:extLst>
              <a:ext uri="{96DAC541-7B7A-43D3-8B79-37D633B846F1}">
                <asvg:svgBlip xmlns:asvg="http://schemas.microsoft.com/office/drawing/2016/SVG/main" r:embed="Rbafa14c71f7c48a7"/>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006508172" name=""/>
          <p:cNvPicPr>
            <a:picLocks xmlns:a="http://schemas.openxmlformats.org/drawingml/2006/main" noChangeAspect="1"/>
          </p:cNvPicPr>
          <p:nvPr/>
        </p:nvPicPr>
        <p:blipFill rotWithShape="1">
          <a:blip xmlns:r="http://schemas.openxmlformats.org/officeDocument/2006/relationships" xmlns:a="http://schemas.openxmlformats.org/drawingml/2006/main" r:embed="Rc902058a0c9b476b">
            <a:extLst>
              <a:ext uri="{96DAC541-7B7A-43D3-8B79-37D633B846F1}">
                <asvg:svgBlip xmlns:asvg="http://schemas.microsoft.com/office/drawing/2016/SVG/main" r:embed="R7c6b9bb1947a48fa"/>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261597301"/>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8559349" name="Rectangle 549712311">
            <a:extLst xmlns:a="http://schemas.openxmlformats.org/drawingml/2006/main">
              <a:ext uri="{FF2B5EF4-FFF2-40B4-BE49-F238E27FC236}">
                <a16:creationId xmlns:a16="http://schemas.microsoft.com/office/drawing/2014/main" id="{41D74158-58F2-4722-B156-78CC980FBAF1}"/>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486064002" name="Rectangle 504424573">
            <a:extLst xmlns:a="http://schemas.openxmlformats.org/drawingml/2006/main">
              <a:ext uri="{FF2B5EF4-FFF2-40B4-BE49-F238E27FC236}">
                <a16:creationId xmlns:a16="http://schemas.microsoft.com/office/drawing/2014/main" id="{80AE956C-472F-4906-A66F-D5C0DC926E44}"/>
              </a:ext>
            </a:extLst>
          </p:cNvPr>
          <p:cNvSpPr>
            <a:spLocks xmlns:a="http://schemas.openxmlformats.org/drawingml/2006/main" noGrp="1"/>
          </p:cNvSpPr>
          <p:nvPr/>
        </p:nvSpPr>
        <p:spPr>
          <a:xfrm xmlns:a="http://schemas.openxmlformats.org/drawingml/2006/main">
            <a:off x="609599" y="590548"/>
            <a:ext cx="93345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50" b="1">
                <a:solidFill>
                  <a:srgbClr val="0B0F19"/>
                </a:solidFill>
                <a:latin typeface="Times New Roman"/>
                <a:ea typeface="Times New Roman"/>
                <a:cs typeface="Times New Roman"/>
              </a:defRPr>
            </a:pPr>
            <a:r>
              <a:rPr sz="2650" b="1">
                <a:solidFill>
                  <a:srgbClr val="0B0F19"/>
                </a:solidFill>
                <a:latin typeface="Times New Roman"/>
                <a:ea typeface="Times New Roman"/>
                <a:cs typeface="Times New Roman"/>
              </a:rPr>
              <a:t>A 2 × 2 neural network</a:t>
            </a:r>
          </a:p>
        </p:txBody>
      </p:sp>
      <p:sp>
        <p:nvSpPr>
          <p:cNvPr id="1503402353" name="Rectangle: Rounded Corners 8473207">
            <a:extLst xmlns:a="http://schemas.openxmlformats.org/drawingml/2006/main">
              <a:ext uri="{FF2B5EF4-FFF2-40B4-BE49-F238E27FC236}">
                <a16:creationId xmlns:a16="http://schemas.microsoft.com/office/drawing/2014/main" id="{842E04CC-9A24-4728-8D62-24E2D7CD9FC3}"/>
              </a:ext>
            </a:extLst>
          </p:cNvPr>
          <p:cNvSpPr>
            <a:spLocks xmlns:a="http://schemas.openxmlformats.org/drawingml/2006/main" noGrp="1"/>
          </p:cNvSpPr>
          <p:nvPr/>
        </p:nvSpPr>
        <p:spPr>
          <a:xfrm xmlns:a="http://schemas.openxmlformats.org/drawingml/2006/main">
            <a:off x="609598" y="1343025"/>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8397220" name="Rectangle 1736954645">
            <a:extLst xmlns:a="http://schemas.openxmlformats.org/drawingml/2006/main">
              <a:ext uri="{FF2B5EF4-FFF2-40B4-BE49-F238E27FC236}">
                <a16:creationId xmlns:a16="http://schemas.microsoft.com/office/drawing/2014/main" id="{74D48774-0263-460C-83B9-46DD3CD4D101}"/>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cxnSp>
        <p:nvCxnSpPr>
          <p:cNvPr id="1703713566" name="Straight Arrow Connector 2036758667"/>
          <p:cNvCxnSpPr>
            <a:stCxn xmlns:a="http://schemas.openxmlformats.org/drawingml/2006/main" id="1971298680" idx="6"/>
            <a:endCxn xmlns:a="http://schemas.openxmlformats.org/drawingml/2006/main" id="129621589" idx="2"/>
          </p:cNvCxnSpPr>
          <p:nvPr/>
        </p:nvCxnSpPr>
        <p:spPr>
          <a:xfrm xmlns:a="http://schemas.openxmlformats.org/drawingml/2006/main" rot="0" flipH="0" flipV="1">
            <a:off x="2895600" y="2952750"/>
            <a:ext cx="5200650" cy="1714500"/>
          </a:xfrm>
          <a:prstGeom xmlns:a="http://schemas.openxmlformats.org/drawingml/2006/main" prst="straightConnector1">
            <a:avLst/>
          </a:prstGeom>
          <a:ln xmlns:a="http://schemas.openxmlformats.org/drawingml/2006/main" w="19050">
            <a:solidFill>
              <a:srgbClr val="2563EB"/>
            </a:solidFill>
            <a:prstDash val="solid"/>
          </a:ln>
        </p:spPr>
      </p:cxnSp>
      <p:cxnSp>
        <p:nvCxnSpPr>
          <p:cNvPr id="1703713567" name="Straight Arrow Connector 2036758668"/>
          <p:cNvCxnSpPr>
            <a:stCxn xmlns:a="http://schemas.openxmlformats.org/drawingml/2006/main" id="1971298680" idx="6"/>
            <a:endCxn xmlns:a="http://schemas.openxmlformats.org/drawingml/2006/main" id="349824516" idx="2"/>
          </p:cNvCxnSpPr>
          <p:nvPr/>
        </p:nvCxnSpPr>
        <p:spPr>
          <a:xfrm xmlns:a="http://schemas.openxmlformats.org/drawingml/2006/main" rot="0" flipH="0" flipV="0">
            <a:off x="2895600" y="2952750"/>
            <a:ext cx="5200650" cy="0"/>
          </a:xfrm>
          <a:prstGeom xmlns:a="http://schemas.openxmlformats.org/drawingml/2006/main" prst="straightConnector1">
            <a:avLst/>
          </a:prstGeom>
          <a:ln xmlns:a="http://schemas.openxmlformats.org/drawingml/2006/main" w="19050">
            <a:solidFill>
              <a:srgbClr val="2563EB"/>
            </a:solidFill>
            <a:prstDash val="solid"/>
          </a:ln>
        </p:spPr>
      </p:cxnSp>
      <p:cxnSp>
        <p:nvCxnSpPr>
          <p:cNvPr id="1703713568" name="Straight Arrow Connector 2036758669"/>
          <p:cNvCxnSpPr>
            <a:stCxn xmlns:a="http://schemas.openxmlformats.org/drawingml/2006/main" id="1971298680" idx="6"/>
            <a:endCxn xmlns:a="http://schemas.openxmlformats.org/drawingml/2006/main" id="1744004942" idx="2"/>
          </p:cNvCxnSpPr>
          <p:nvPr/>
        </p:nvCxnSpPr>
        <p:spPr>
          <a:xfrm xmlns:a="http://schemas.openxmlformats.org/drawingml/2006/main" rot="0" flipH="0" flipV="0">
            <a:off x="2895600" y="2952750"/>
            <a:ext cx="5200650" cy="1714500"/>
          </a:xfrm>
          <a:prstGeom xmlns:a="http://schemas.openxmlformats.org/drawingml/2006/main" prst="straightConnector1">
            <a:avLst/>
          </a:prstGeom>
          <a:ln xmlns:a="http://schemas.openxmlformats.org/drawingml/2006/main" w="19050">
            <a:solidFill>
              <a:srgbClr val="059669"/>
            </a:solidFill>
            <a:prstDash val="solid"/>
          </a:ln>
        </p:spPr>
      </p:cxnSp>
      <p:cxnSp>
        <p:nvCxnSpPr>
          <p:cNvPr id="1703713569" name="Straight Arrow Connector 2036758670"/>
          <p:cNvCxnSpPr>
            <a:stCxn xmlns:a="http://schemas.openxmlformats.org/drawingml/2006/main" id="1971298680" idx="6"/>
            <a:endCxn xmlns:a="http://schemas.openxmlformats.org/drawingml/2006/main" id="92012033" idx="2"/>
          </p:cNvCxnSpPr>
          <p:nvPr/>
        </p:nvCxnSpPr>
        <p:spPr>
          <a:xfrm xmlns:a="http://schemas.openxmlformats.org/drawingml/2006/main" rot="0" flipH="0" flipV="0">
            <a:off x="2895600" y="4667250"/>
            <a:ext cx="5200650" cy="0"/>
          </a:xfrm>
          <a:prstGeom xmlns:a="http://schemas.openxmlformats.org/drawingml/2006/main" prst="straightConnector1">
            <a:avLst/>
          </a:prstGeom>
          <a:ln xmlns:a="http://schemas.openxmlformats.org/drawingml/2006/main" w="19050">
            <a:solidFill>
              <a:srgbClr val="059669"/>
            </a:solidFill>
            <a:prstDash val="solid"/>
          </a:ln>
        </p:spPr>
      </p:cxnSp>
      <p:sp>
        <p:nvSpPr>
          <p:cNvPr id="1703713543" name="">
            <a:extLst xmlns:a="http://schemas.openxmlformats.org/drawingml/2006/main">
              <a:ext uri="{FF2B5EF4-FFF2-40B4-BE49-F238E27FC236}">
                <a16:creationId xmlns:a16="http://schemas.microsoft.com/office/drawing/2014/main" id="{24FE7642-6442-4986-A815-349576928D56}"/>
              </a:ext>
            </a:extLst>
          </p:cNvPr>
          <p:cNvSpPr>
            <a:spLocks xmlns:a="http://schemas.openxmlformats.org/drawingml/2006/main" noGrp="1"/>
          </p:cNvSpPr>
          <p:nvPr/>
        </p:nvSpPr>
        <p:spPr>
          <a:xfrm xmlns:a="http://schemas.openxmlformats.org/drawingml/2006/main">
            <a:off x="1952625" y="209550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67085"/>
                </a:solidFill>
                <a:latin typeface="Times New Roman"/>
                <a:ea typeface="Times New Roman"/>
                <a:cs typeface="Times New Roman"/>
              </a:defRPr>
            </a:pPr>
            <a:r>
              <a:rPr sz="1350" b="0">
                <a:solidFill>
                  <a:srgbClr val="667085"/>
                </a:solidFill>
                <a:latin typeface="Times New Roman"/>
                <a:ea typeface="Times New Roman"/>
                <a:cs typeface="Times New Roman"/>
              </a:rPr>
              <a:t>input</a:t>
            </a:r>
          </a:p>
        </p:txBody>
      </p:sp>
      <p:sp>
        <p:nvSpPr>
          <p:cNvPr id="1703713544" name="">
            <a:extLst xmlns:a="http://schemas.openxmlformats.org/drawingml/2006/main">
              <a:ext uri="{FF2B5EF4-FFF2-40B4-BE49-F238E27FC236}">
                <a16:creationId xmlns:a16="http://schemas.microsoft.com/office/drawing/2014/main" id="{DC29B8F8-1971-484C-B663-1F21AB3713FF}"/>
              </a:ext>
            </a:extLst>
          </p:cNvPr>
          <p:cNvSpPr>
            <a:spLocks xmlns:a="http://schemas.openxmlformats.org/drawingml/2006/main" noGrp="1"/>
          </p:cNvSpPr>
          <p:nvPr/>
        </p:nvSpPr>
        <p:spPr>
          <a:xfrm xmlns:a="http://schemas.openxmlformats.org/drawingml/2006/main">
            <a:off x="781050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67085"/>
                </a:solidFill>
                <a:latin typeface="Times New Roman"/>
                <a:ea typeface="Times New Roman"/>
                <a:cs typeface="Times New Roman"/>
              </a:defRPr>
            </a:pPr>
            <a:r>
              <a:rPr sz="1350" b="0">
                <a:solidFill>
                  <a:srgbClr val="667085"/>
                </a:solidFill>
                <a:latin typeface="Times New Roman"/>
                <a:ea typeface="Times New Roman"/>
                <a:cs typeface="Times New Roman"/>
              </a:rPr>
              <a:t>perceptron</a:t>
            </a:r>
          </a:p>
        </p:txBody>
      </p:sp>
      <p:sp>
        <p:nvSpPr>
          <p:cNvPr id="1703713545" name="">
            <a:extLst xmlns:a="http://schemas.openxmlformats.org/drawingml/2006/main">
              <a:ext uri="{FF2B5EF4-FFF2-40B4-BE49-F238E27FC236}">
                <a16:creationId xmlns:a16="http://schemas.microsoft.com/office/drawing/2014/main" id="{D2D3E5A6-BB2B-420C-BA38-A0C0814EDFC9}"/>
              </a:ext>
            </a:extLst>
          </p:cNvPr>
          <p:cNvSpPr>
            <a:spLocks xmlns:a="http://schemas.openxmlformats.org/drawingml/2006/main" noGrp="1"/>
          </p:cNvSpPr>
          <p:nvPr/>
        </p:nvSpPr>
        <p:spPr>
          <a:xfrm xmlns:a="http://schemas.openxmlformats.org/drawingml/2006/main">
            <a:off x="4953000" y="2600325"/>
            <a:ext cx="11239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w₁₁ = 0.2</a:t>
            </a:r>
          </a:p>
        </p:txBody>
      </p:sp>
      <p:sp>
        <p:nvSpPr>
          <p:cNvPr id="1703713546" name="">
            <a:extLst xmlns:a="http://schemas.openxmlformats.org/drawingml/2006/main">
              <a:ext uri="{FF2B5EF4-FFF2-40B4-BE49-F238E27FC236}">
                <a16:creationId xmlns:a16="http://schemas.microsoft.com/office/drawing/2014/main" id="{94DB8D72-B3BC-4A7A-8A26-71E1C847C67D}"/>
              </a:ext>
            </a:extLst>
          </p:cNvPr>
          <p:cNvSpPr>
            <a:spLocks xmlns:a="http://schemas.openxmlformats.org/drawingml/2006/main" noGrp="1"/>
          </p:cNvSpPr>
          <p:nvPr/>
        </p:nvSpPr>
        <p:spPr>
          <a:xfrm xmlns:a="http://schemas.openxmlformats.org/drawingml/2006/main">
            <a:off x="3829050" y="3448050"/>
            <a:ext cx="11239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59669"/>
                </a:solidFill>
                <a:latin typeface="Calibri"/>
                <a:ea typeface="Calibri"/>
                <a:cs typeface="Calibri"/>
              </a:defRPr>
            </a:pPr>
            <a:r>
              <a:rPr sz="1200" b="1">
                <a:solidFill>
                  <a:srgbClr val="059669"/>
                </a:solidFill>
                <a:latin typeface="Calibri"/>
                <a:ea typeface="Calibri"/>
                <a:cs typeface="Calibri"/>
              </a:rPr>
              <a:t>w₂₁ = 0.7</a:t>
            </a:r>
          </a:p>
        </p:txBody>
      </p:sp>
      <p:sp>
        <p:nvSpPr>
          <p:cNvPr id="1703713547" name="">
            <a:extLst xmlns:a="http://schemas.openxmlformats.org/drawingml/2006/main">
              <a:ext uri="{FF2B5EF4-FFF2-40B4-BE49-F238E27FC236}">
                <a16:creationId xmlns:a16="http://schemas.microsoft.com/office/drawing/2014/main" id="{4176928D-69DA-4477-B1C2-FE938B7377E4}"/>
              </a:ext>
            </a:extLst>
          </p:cNvPr>
          <p:cNvSpPr>
            <a:spLocks xmlns:a="http://schemas.openxmlformats.org/drawingml/2006/main" noGrp="1"/>
          </p:cNvSpPr>
          <p:nvPr/>
        </p:nvSpPr>
        <p:spPr>
          <a:xfrm xmlns:a="http://schemas.openxmlformats.org/drawingml/2006/main">
            <a:off x="6115050" y="3448050"/>
            <a:ext cx="11239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w₁₂ = −0.4</a:t>
            </a:r>
          </a:p>
        </p:txBody>
      </p:sp>
      <p:sp>
        <p:nvSpPr>
          <p:cNvPr id="1703713548" name="">
            <a:extLst xmlns:a="http://schemas.openxmlformats.org/drawingml/2006/main">
              <a:ext uri="{FF2B5EF4-FFF2-40B4-BE49-F238E27FC236}">
                <a16:creationId xmlns:a16="http://schemas.microsoft.com/office/drawing/2014/main" id="{573CCC74-C561-4811-8860-D42A11339691}"/>
              </a:ext>
            </a:extLst>
          </p:cNvPr>
          <p:cNvSpPr>
            <a:spLocks xmlns:a="http://schemas.openxmlformats.org/drawingml/2006/main" noGrp="1"/>
          </p:cNvSpPr>
          <p:nvPr/>
        </p:nvSpPr>
        <p:spPr>
          <a:xfrm xmlns:a="http://schemas.openxmlformats.org/drawingml/2006/main">
            <a:off x="4953000" y="4314825"/>
            <a:ext cx="11239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59669"/>
                </a:solidFill>
                <a:latin typeface="Calibri"/>
                <a:ea typeface="Calibri"/>
                <a:cs typeface="Calibri"/>
              </a:defRPr>
            </a:pPr>
            <a:r>
              <a:rPr sz="1200" b="1">
                <a:solidFill>
                  <a:srgbClr val="059669"/>
                </a:solidFill>
                <a:latin typeface="Calibri"/>
                <a:ea typeface="Calibri"/>
                <a:cs typeface="Calibri"/>
              </a:rPr>
              <a:t>w₂₂ = 0.1</a:t>
            </a:r>
          </a:p>
        </p:txBody>
      </p:sp>
      <p:sp>
        <p:nvSpPr>
          <p:cNvPr id="1703713549" name="">
            <a:extLst xmlns:a="http://schemas.openxmlformats.org/drawingml/2006/main">
              <a:ext uri="{FF2B5EF4-FFF2-40B4-BE49-F238E27FC236}">
                <a16:creationId xmlns:a16="http://schemas.microsoft.com/office/drawing/2014/main" id="{507CD1FD-2B15-4DAC-8858-A9CD8EAFFC29}"/>
              </a:ext>
            </a:extLst>
          </p:cNvPr>
          <p:cNvSpPr>
            <a:spLocks xmlns:a="http://schemas.openxmlformats.org/drawingml/2006/main" noGrp="1"/>
          </p:cNvSpPr>
          <p:nvPr/>
        </p:nvSpPr>
        <p:spPr>
          <a:xfrm xmlns:a="http://schemas.openxmlformats.org/drawingml/2006/main">
            <a:off x="2190750" y="2600325"/>
            <a:ext cx="704850" cy="704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64748B"/>
            </a:solidFill>
            <a:prstDash val="solid"/>
          </a:ln>
        </p:spPr>
      </p:sp>
      <p:sp>
        <p:nvSpPr>
          <p:cNvPr id="1703713550" name="">
            <a:extLst xmlns:a="http://schemas.openxmlformats.org/drawingml/2006/main">
              <a:ext uri="{FF2B5EF4-FFF2-40B4-BE49-F238E27FC236}">
                <a16:creationId xmlns:a16="http://schemas.microsoft.com/office/drawing/2014/main" id="{CC308006-58F4-462D-B676-8A4A0A3F2C44}"/>
              </a:ext>
            </a:extLst>
          </p:cNvPr>
          <p:cNvSpPr>
            <a:spLocks xmlns:a="http://schemas.openxmlformats.org/drawingml/2006/main" noGrp="1"/>
          </p:cNvSpPr>
          <p:nvPr/>
        </p:nvSpPr>
        <p:spPr>
          <a:xfrm xmlns:a="http://schemas.openxmlformats.org/drawingml/2006/main">
            <a:off x="2190750" y="269557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x₁ = 2</a:t>
            </a:r>
          </a:p>
        </p:txBody>
      </p:sp>
      <p:sp>
        <p:nvSpPr>
          <p:cNvPr id="1703713551" name="">
            <a:extLst xmlns:a="http://schemas.openxmlformats.org/drawingml/2006/main">
              <a:ext uri="{FF2B5EF4-FFF2-40B4-BE49-F238E27FC236}">
                <a16:creationId xmlns:a16="http://schemas.microsoft.com/office/drawing/2014/main" id="{C2C62043-171D-4799-924A-F29C3A65AE8E}"/>
              </a:ext>
            </a:extLst>
          </p:cNvPr>
          <p:cNvSpPr>
            <a:spLocks xmlns:a="http://schemas.openxmlformats.org/drawingml/2006/main" noGrp="1"/>
          </p:cNvSpPr>
          <p:nvPr/>
        </p:nvSpPr>
        <p:spPr>
          <a:xfrm xmlns:a="http://schemas.openxmlformats.org/drawingml/2006/main">
            <a:off x="2190750" y="4314825"/>
            <a:ext cx="704850" cy="704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64748B"/>
            </a:solidFill>
            <a:prstDash val="solid"/>
          </a:ln>
        </p:spPr>
      </p:sp>
      <p:sp>
        <p:nvSpPr>
          <p:cNvPr id="1703713552" name="">
            <a:extLst xmlns:a="http://schemas.openxmlformats.org/drawingml/2006/main">
              <a:ext uri="{FF2B5EF4-FFF2-40B4-BE49-F238E27FC236}">
                <a16:creationId xmlns:a16="http://schemas.microsoft.com/office/drawing/2014/main" id="{A576AA62-6393-42FD-AF89-5AEB53D90490}"/>
              </a:ext>
            </a:extLst>
          </p:cNvPr>
          <p:cNvSpPr>
            <a:spLocks xmlns:a="http://schemas.openxmlformats.org/drawingml/2006/main" noGrp="1"/>
          </p:cNvSpPr>
          <p:nvPr/>
        </p:nvSpPr>
        <p:spPr>
          <a:xfrm xmlns:a="http://schemas.openxmlformats.org/drawingml/2006/main">
            <a:off x="2190750" y="441007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x₂ = 1</a:t>
            </a:r>
          </a:p>
        </p:txBody>
      </p:sp>
      <p:sp>
        <p:nvSpPr>
          <p:cNvPr id="1703713553" name="">
            <a:extLst xmlns:a="http://schemas.openxmlformats.org/drawingml/2006/main">
              <a:ext uri="{FF2B5EF4-FFF2-40B4-BE49-F238E27FC236}">
                <a16:creationId xmlns:a16="http://schemas.microsoft.com/office/drawing/2014/main" id="{84F9AE3E-496D-42C9-A734-A6A08F70D1CB}"/>
              </a:ext>
            </a:extLst>
          </p:cNvPr>
          <p:cNvSpPr>
            <a:spLocks xmlns:a="http://schemas.openxmlformats.org/drawingml/2006/main" noGrp="1"/>
          </p:cNvSpPr>
          <p:nvPr/>
        </p:nvSpPr>
        <p:spPr>
          <a:xfrm xmlns:a="http://schemas.openxmlformats.org/drawingml/2006/main">
            <a:off x="8096250" y="2428875"/>
            <a:ext cx="1047750" cy="104775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1703713554" name="">
            <a:extLst xmlns:a="http://schemas.openxmlformats.org/drawingml/2006/main">
              <a:ext uri="{FF2B5EF4-FFF2-40B4-BE49-F238E27FC236}">
                <a16:creationId xmlns:a16="http://schemas.microsoft.com/office/drawing/2014/main" id="{95B577C7-7CB9-41FF-85F4-D4AB5C7E8B0D}"/>
              </a:ext>
            </a:extLst>
          </p:cNvPr>
          <p:cNvSpPr>
            <a:spLocks xmlns:a="http://schemas.openxmlformats.org/drawingml/2006/main" noGrp="1"/>
          </p:cNvSpPr>
          <p:nvPr/>
        </p:nvSpPr>
        <p:spPr>
          <a:xfrm xmlns:a="http://schemas.openxmlformats.org/drawingml/2006/main">
            <a:off x="8096250" y="2524125"/>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563EB"/>
                </a:solidFill>
                <a:latin typeface="Calibri"/>
                <a:ea typeface="Calibri"/>
                <a:cs typeface="Calibri"/>
              </a:defRPr>
            </a:pPr>
            <a:r>
              <a:rPr sz="1650" b="1">
                <a:solidFill>
                  <a:srgbClr val="2563EB"/>
                </a:solidFill>
                <a:latin typeface="Calibri"/>
                <a:ea typeface="Calibri"/>
                <a:cs typeface="Calibri"/>
              </a:rPr>
              <a:t>z₁</a:t>
            </a:r>
          </a:p>
        </p:txBody>
      </p:sp>
      <p:sp>
        <p:nvSpPr>
          <p:cNvPr id="1703713555" name="">
            <a:extLst xmlns:a="http://schemas.openxmlformats.org/drawingml/2006/main">
              <a:ext uri="{FF2B5EF4-FFF2-40B4-BE49-F238E27FC236}">
                <a16:creationId xmlns:a16="http://schemas.microsoft.com/office/drawing/2014/main" id="{7CA01588-FB83-449B-8F43-DDA7BE13787C}"/>
              </a:ext>
            </a:extLst>
          </p:cNvPr>
          <p:cNvSpPr>
            <a:spLocks xmlns:a="http://schemas.openxmlformats.org/drawingml/2006/main" noGrp="1"/>
          </p:cNvSpPr>
          <p:nvPr/>
        </p:nvSpPr>
        <p:spPr>
          <a:xfrm xmlns:a="http://schemas.openxmlformats.org/drawingml/2006/main">
            <a:off x="8143875" y="293370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bias b₁ = 0.1</a:t>
            </a:r>
          </a:p>
        </p:txBody>
      </p:sp>
      <p:sp>
        <p:nvSpPr>
          <p:cNvPr id="1703713556" name="">
            <a:extLst xmlns:a="http://schemas.openxmlformats.org/drawingml/2006/main">
              <a:ext uri="{FF2B5EF4-FFF2-40B4-BE49-F238E27FC236}">
                <a16:creationId xmlns:a16="http://schemas.microsoft.com/office/drawing/2014/main" id="{D416DFAF-ADC0-4879-BC43-19023C13BBC6}"/>
              </a:ext>
            </a:extLst>
          </p:cNvPr>
          <p:cNvSpPr>
            <a:spLocks xmlns:a="http://schemas.openxmlformats.org/drawingml/2006/main" noGrp="1"/>
          </p:cNvSpPr>
          <p:nvPr/>
        </p:nvSpPr>
        <p:spPr>
          <a:xfrm xmlns:a="http://schemas.openxmlformats.org/drawingml/2006/main">
            <a:off x="8096250" y="4143375"/>
            <a:ext cx="1047750" cy="1047750"/>
          </a:xfrm>
          <a:prstGeom xmlns:a="http://schemas.openxmlformats.org/drawingml/2006/main" prst="ellipse">
            <a:avLst/>
          </a:prstGeom>
          <a:solidFill xmlns:a="http://schemas.openxmlformats.org/drawingml/2006/main">
            <a:srgbClr val="D1FAE5"/>
          </a:solidFill>
          <a:ln xmlns:a="http://schemas.openxmlformats.org/drawingml/2006/main" w="19050">
            <a:solidFill>
              <a:srgbClr val="059669"/>
            </a:solidFill>
            <a:prstDash val="solid"/>
          </a:ln>
        </p:spPr>
      </p:sp>
      <p:sp>
        <p:nvSpPr>
          <p:cNvPr id="1703713557" name="">
            <a:extLst xmlns:a="http://schemas.openxmlformats.org/drawingml/2006/main">
              <a:ext uri="{FF2B5EF4-FFF2-40B4-BE49-F238E27FC236}">
                <a16:creationId xmlns:a16="http://schemas.microsoft.com/office/drawing/2014/main" id="{36C5CCD5-5031-4620-B9A0-BB777D93EAD9}"/>
              </a:ext>
            </a:extLst>
          </p:cNvPr>
          <p:cNvSpPr>
            <a:spLocks xmlns:a="http://schemas.openxmlformats.org/drawingml/2006/main" noGrp="1"/>
          </p:cNvSpPr>
          <p:nvPr/>
        </p:nvSpPr>
        <p:spPr>
          <a:xfrm xmlns:a="http://schemas.openxmlformats.org/drawingml/2006/main">
            <a:off x="8096250" y="4238625"/>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59669"/>
                </a:solidFill>
                <a:latin typeface="Calibri"/>
                <a:ea typeface="Calibri"/>
                <a:cs typeface="Calibri"/>
              </a:defRPr>
            </a:pPr>
            <a:r>
              <a:rPr sz="1650" b="1">
                <a:solidFill>
                  <a:srgbClr val="059669"/>
                </a:solidFill>
                <a:latin typeface="Calibri"/>
                <a:ea typeface="Calibri"/>
                <a:cs typeface="Calibri"/>
              </a:rPr>
              <a:t>z₂</a:t>
            </a:r>
          </a:p>
        </p:txBody>
      </p:sp>
      <p:sp>
        <p:nvSpPr>
          <p:cNvPr id="1703713558" name="">
            <a:extLst xmlns:a="http://schemas.openxmlformats.org/drawingml/2006/main">
              <a:ext uri="{FF2B5EF4-FFF2-40B4-BE49-F238E27FC236}">
                <a16:creationId xmlns:a16="http://schemas.microsoft.com/office/drawing/2014/main" id="{B5515A2A-7A11-4388-ABA2-499434DEBE82}"/>
              </a:ext>
            </a:extLst>
          </p:cNvPr>
          <p:cNvSpPr>
            <a:spLocks xmlns:a="http://schemas.openxmlformats.org/drawingml/2006/main" noGrp="1"/>
          </p:cNvSpPr>
          <p:nvPr/>
        </p:nvSpPr>
        <p:spPr>
          <a:xfrm xmlns:a="http://schemas.openxmlformats.org/drawingml/2006/main">
            <a:off x="8143875" y="464820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bias b₂ = −0.2</a:t>
            </a:r>
          </a:p>
        </p:txBody>
      </p:sp>
      <p:sp>
        <p:nvSpPr>
          <p:cNvPr id="1703713559" name="">
            <a:extLst xmlns:a="http://schemas.openxmlformats.org/drawingml/2006/main">
              <a:ext uri="{FF2B5EF4-FFF2-40B4-BE49-F238E27FC236}">
                <a16:creationId xmlns:a16="http://schemas.microsoft.com/office/drawing/2014/main" id="{806BC914-AA76-4618-B3D0-ED6BB7575EA2}"/>
              </a:ext>
            </a:extLst>
          </p:cNvPr>
          <p:cNvSpPr>
            <a:spLocks xmlns:a="http://schemas.openxmlformats.org/drawingml/2006/main" noGrp="1"/>
          </p:cNvSpPr>
          <p:nvPr/>
        </p:nvSpPr>
        <p:spPr>
          <a:xfrm xmlns:a="http://schemas.openxmlformats.org/drawingml/2006/main">
            <a:off x="1714500" y="538162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67085"/>
                </a:solidFill>
                <a:latin typeface="Times New Roman"/>
                <a:ea typeface="Times New Roman"/>
                <a:cs typeface="Times New Roman"/>
              </a:defRPr>
            </a:pPr>
            <a:r>
              <a:rPr sz="1350" b="0">
                <a:solidFill>
                  <a:srgbClr val="667085"/>
                </a:solidFill>
                <a:latin typeface="Times New Roman"/>
                <a:ea typeface="Times New Roman"/>
                <a:cs typeface="Times New Roman"/>
              </a:rPr>
              <a:t>2 inputs</a:t>
            </a:r>
          </a:p>
        </p:txBody>
      </p:sp>
      <p:sp>
        <p:nvSpPr>
          <p:cNvPr id="1703713560" name="">
            <a:extLst xmlns:a="http://schemas.openxmlformats.org/drawingml/2006/main">
              <a:ext uri="{FF2B5EF4-FFF2-40B4-BE49-F238E27FC236}">
                <a16:creationId xmlns:a16="http://schemas.microsoft.com/office/drawing/2014/main" id="{89FBFB28-1C2B-4546-98A7-37086E353668}"/>
              </a:ext>
            </a:extLst>
          </p:cNvPr>
          <p:cNvSpPr>
            <a:spLocks xmlns:a="http://schemas.openxmlformats.org/drawingml/2006/main" noGrp="1"/>
          </p:cNvSpPr>
          <p:nvPr/>
        </p:nvSpPr>
        <p:spPr>
          <a:xfrm xmlns:a="http://schemas.openxmlformats.org/drawingml/2006/main">
            <a:off x="7734300" y="5381625"/>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67085"/>
                </a:solidFill>
                <a:latin typeface="Times New Roman"/>
                <a:ea typeface="Times New Roman"/>
                <a:cs typeface="Times New Roman"/>
              </a:defRPr>
            </a:pPr>
            <a:r>
              <a:rPr sz="1350" b="0">
                <a:solidFill>
                  <a:srgbClr val="667085"/>
                </a:solidFill>
                <a:latin typeface="Times New Roman"/>
                <a:ea typeface="Times New Roman"/>
                <a:cs typeface="Times New Roman"/>
              </a:rPr>
              <a:t>2 perceptrons</a:t>
            </a:r>
          </a:p>
        </p:txBody>
      </p:sp>
      <p:sp>
        <p:nvSpPr>
          <p:cNvPr id="1703713561" name="">
            <a:extLst xmlns:a="http://schemas.openxmlformats.org/drawingml/2006/main">
              <a:ext uri="{FF2B5EF4-FFF2-40B4-BE49-F238E27FC236}">
                <a16:creationId xmlns:a16="http://schemas.microsoft.com/office/drawing/2014/main" id="{46355D81-30E2-4521-93AF-69AF2AFA5EFC}"/>
              </a:ext>
            </a:extLst>
          </p:cNvPr>
          <p:cNvSpPr>
            <a:spLocks xmlns:a="http://schemas.openxmlformats.org/drawingml/2006/main" noGrp="1"/>
          </p:cNvSpPr>
          <p:nvPr/>
        </p:nvSpPr>
        <p:spPr>
          <a:xfrm xmlns:a="http://schemas.openxmlformats.org/drawingml/2006/main">
            <a:off x="3905250" y="57435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Four connections become the 2 × 2 weight matrix W.</a:t>
            </a:r>
          </a:p>
        </p:txBody>
      </p:sp>
    </p:spTree>
    <p:extLst>
      <p:ext uri="{BB962C8B-B14F-4D97-AF65-F5344CB8AC3E}">
        <p14:creationId xmlns:p14="http://schemas.microsoft.com/office/powerpoint/2010/main" val="153037925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27909159" name="Rectangle 1153616344">
            <a:extLst xmlns:a="http://schemas.openxmlformats.org/drawingml/2006/main">
              <a:ext uri="{FF2B5EF4-FFF2-40B4-BE49-F238E27FC236}">
                <a16:creationId xmlns:a16="http://schemas.microsoft.com/office/drawing/2014/main" id="{88B04F5A-4334-488F-9969-CAFCA972A3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Matrix multiplication</a:t>
            </a:r>
          </a:p>
        </p:txBody>
      </p:sp>
      <p:sp>
        <p:nvSpPr>
          <p:cNvPr id="1483305175" name="Rectangle 900783331">
            <a:extLst xmlns:a="http://schemas.openxmlformats.org/drawingml/2006/main">
              <a:ext uri="{FF2B5EF4-FFF2-40B4-BE49-F238E27FC236}">
                <a16:creationId xmlns:a16="http://schemas.microsoft.com/office/drawing/2014/main" id="{F0117D79-8202-45A6-8858-03FF0A4385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Two hidden neurons compute two weighted sums at once</a:t>
            </a:r>
          </a:p>
        </p:txBody>
      </p:sp>
      <p:sp>
        <p:nvSpPr>
          <p:cNvPr id="2001568230" name="Rectangle 1675037776">
            <a:extLst xmlns:a="http://schemas.openxmlformats.org/drawingml/2006/main">
              <a:ext uri="{FF2B5EF4-FFF2-40B4-BE49-F238E27FC236}">
                <a16:creationId xmlns:a16="http://schemas.microsoft.com/office/drawing/2014/main" id="{399493C5-C359-46AC-87E6-904BD27127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24</a:t>
            </a:r>
          </a:p>
        </p:txBody>
      </p:sp>
      <p:sp>
        <p:nvSpPr>
          <p:cNvPr id="1738154033" name="">
            <a:extLst xmlns:a="http://schemas.openxmlformats.org/drawingml/2006/main">
              <a:ext uri="{FF2B5EF4-FFF2-40B4-BE49-F238E27FC236}">
                <a16:creationId xmlns:a16="http://schemas.microsoft.com/office/drawing/2014/main" id="{DABA6B96-20ED-4D01-A04C-10C3DB7558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473571382" name="">
            <a:extLst xmlns:a="http://schemas.openxmlformats.org/drawingml/2006/main">
              <a:ext uri="{FF2B5EF4-FFF2-40B4-BE49-F238E27FC236}">
                <a16:creationId xmlns:a16="http://schemas.microsoft.com/office/drawing/2014/main" id="{918A8FD7-8C54-47AE-8128-7FC94CDB5489}"/>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834289175" name="">
            <a:extLst xmlns:a="http://schemas.openxmlformats.org/drawingml/2006/main">
              <a:ext uri="{FF2B5EF4-FFF2-40B4-BE49-F238E27FC236}">
                <a16:creationId xmlns:a16="http://schemas.microsoft.com/office/drawing/2014/main" id="{1740531B-CBB2-4994-A605-FF9CF7E09E8A}"/>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7322694" name="">
            <a:extLst xmlns:a="http://schemas.openxmlformats.org/drawingml/2006/main">
              <a:ext uri="{FF2B5EF4-FFF2-40B4-BE49-F238E27FC236}">
                <a16:creationId xmlns:a16="http://schemas.microsoft.com/office/drawing/2014/main" id="{039DE8D6-F265-4789-B320-1DBBDF3BBAB6}"/>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389239171" name="">
            <a:extLst xmlns:a="http://schemas.openxmlformats.org/drawingml/2006/main">
              <a:ext uri="{FF2B5EF4-FFF2-40B4-BE49-F238E27FC236}">
                <a16:creationId xmlns:a16="http://schemas.microsoft.com/office/drawing/2014/main" id="{C22784B1-9A9C-494F-B449-6CBD27E3C22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454515978" name="">
            <a:extLst xmlns:a="http://schemas.openxmlformats.org/drawingml/2006/main">
              <a:ext uri="{FF2B5EF4-FFF2-40B4-BE49-F238E27FC236}">
                <a16:creationId xmlns:a16="http://schemas.microsoft.com/office/drawing/2014/main" id="{D71D31A9-9DEA-40F5-A2A5-7C9262322632}"/>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622544163" name="">
            <a:extLst xmlns:a="http://schemas.openxmlformats.org/drawingml/2006/main">
              <a:ext uri="{FF2B5EF4-FFF2-40B4-BE49-F238E27FC236}">
                <a16:creationId xmlns:a16="http://schemas.microsoft.com/office/drawing/2014/main" id="{E5E40E32-3ADE-4DB5-9583-91823313A1F4}"/>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2097827436" name="">
            <a:extLst xmlns:a="http://schemas.openxmlformats.org/drawingml/2006/main">
              <a:ext uri="{FF2B5EF4-FFF2-40B4-BE49-F238E27FC236}">
                <a16:creationId xmlns:a16="http://schemas.microsoft.com/office/drawing/2014/main" id="{ED2C7C31-B346-4D4E-B124-D61F39155628}"/>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2129607036" name="">
            <a:extLst xmlns:a="http://schemas.openxmlformats.org/drawingml/2006/main">
              <a:ext uri="{FF2B5EF4-FFF2-40B4-BE49-F238E27FC236}">
                <a16:creationId xmlns:a16="http://schemas.microsoft.com/office/drawing/2014/main" id="{FB5582BC-0A37-4C1D-8CD6-CDD8B2ED8A4E}"/>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970210730" name="">
            <a:extLst xmlns:a="http://schemas.openxmlformats.org/drawingml/2006/main">
              <a:ext uri="{FF2B5EF4-FFF2-40B4-BE49-F238E27FC236}">
                <a16:creationId xmlns:a16="http://schemas.microsoft.com/office/drawing/2014/main" id="{092E03BB-996C-4EC2-8EED-6853AE41D89E}"/>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494431788" name="">
            <a:extLst xmlns:a="http://schemas.openxmlformats.org/drawingml/2006/main">
              <a:ext uri="{FF2B5EF4-FFF2-40B4-BE49-F238E27FC236}">
                <a16:creationId xmlns:a16="http://schemas.microsoft.com/office/drawing/2014/main" id="{091D0507-5456-45CD-B383-9379C2C95BD8}"/>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1007137138" name="">
            <a:extLst xmlns:a="http://schemas.openxmlformats.org/drawingml/2006/main">
              <a:ext uri="{FF2B5EF4-FFF2-40B4-BE49-F238E27FC236}">
                <a16:creationId xmlns:a16="http://schemas.microsoft.com/office/drawing/2014/main" id="{1CFA432D-1540-4884-BF98-928935F90339}"/>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887916804" name="">
            <a:extLst xmlns:a="http://schemas.openxmlformats.org/drawingml/2006/main">
              <a:ext uri="{FF2B5EF4-FFF2-40B4-BE49-F238E27FC236}">
                <a16:creationId xmlns:a16="http://schemas.microsoft.com/office/drawing/2014/main" id="{E84DBA32-B7C2-4CD8-9FBB-D295860E51FA}"/>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4341858" name="">
            <a:extLst xmlns:a="http://schemas.openxmlformats.org/drawingml/2006/main">
              <a:ext uri="{FF2B5EF4-FFF2-40B4-BE49-F238E27FC236}">
                <a16:creationId xmlns:a16="http://schemas.microsoft.com/office/drawing/2014/main" id="{8623D64B-BE92-457B-BC6D-8A163BDCB835}"/>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582732102" name="">
            <a:extLst xmlns:a="http://schemas.openxmlformats.org/drawingml/2006/main">
              <a:ext uri="{FF2B5EF4-FFF2-40B4-BE49-F238E27FC236}">
                <a16:creationId xmlns:a16="http://schemas.microsoft.com/office/drawing/2014/main" id="{8D9B2D86-1BC7-47AF-B46B-44A96B6477A0}"/>
              </a:ext>
            </a:extLst>
          </p:cNvPr>
          <p:cNvSpPr>
            <a:spLocks xmlns:a="http://schemas.openxmlformats.org/drawingml/2006/main" noGrp="1"/>
          </p:cNvSpPr>
          <p:nvPr/>
        </p:nvSpPr>
        <p:spPr>
          <a:xfrm xmlns:a="http://schemas.openxmlformats.org/drawingml/2006/main" flipH="0" flipV="0">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28654523" name="">
            <a:extLst xmlns:a="http://schemas.openxmlformats.org/drawingml/2006/main">
              <a:ext uri="{FF2B5EF4-FFF2-40B4-BE49-F238E27FC236}">
                <a16:creationId xmlns:a16="http://schemas.microsoft.com/office/drawing/2014/main" id="{E39194B2-9209-4ABB-BEEB-7F0A3AD2EB85}"/>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29607058" name=""/>
          <p:cNvPicPr>
            <a:picLocks xmlns:a="http://schemas.openxmlformats.org/drawingml/2006/main" noChangeAspect="1"/>
          </p:cNvPicPr>
          <p:nvPr/>
        </p:nvPicPr>
        <p:blipFill rotWithShape="1">
          <a:blip xmlns:r="http://schemas.openxmlformats.org/officeDocument/2006/relationships" xmlns:a="http://schemas.openxmlformats.org/drawingml/2006/main" r:embed="Rd834685df4d7446e"/>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29607059" name=""/>
          <p:cNvPicPr>
            <a:picLocks xmlns:a="http://schemas.openxmlformats.org/drawingml/2006/main" noChangeAspect="1"/>
          </p:cNvPicPr>
          <p:nvPr/>
        </p:nvPicPr>
        <p:blipFill rotWithShape="1">
          <a:blip xmlns:r="http://schemas.openxmlformats.org/officeDocument/2006/relationships" xmlns:a="http://schemas.openxmlformats.org/drawingml/2006/main" r:embed="Ra4b70ca02d3f4208"/>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
        <p:nvSpPr>
          <p:cNvPr id="946434869" name="">
            <a:extLst xmlns:a="http://schemas.openxmlformats.org/drawingml/2006/main">
              <a:ext uri="{FF2B5EF4-FFF2-40B4-BE49-F238E27FC236}">
                <a16:creationId xmlns:a16="http://schemas.microsoft.com/office/drawing/2014/main" id="{B0366BD9-E53A-4234-A467-4E7271C6B547}"/>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519679007" name="">
            <a:extLst xmlns:a="http://schemas.openxmlformats.org/drawingml/2006/main">
              <a:ext uri="{FF2B5EF4-FFF2-40B4-BE49-F238E27FC236}">
                <a16:creationId xmlns:a16="http://schemas.microsoft.com/office/drawing/2014/main" id="{733D951B-E4A8-496B-A1D1-518A534DE1C0}"/>
              </a:ext>
            </a:extLst>
          </p:cNvPr>
          <p:cNvSpPr>
            <a:spLocks xmlns:a="http://schemas.openxmlformats.org/drawingml/2006/main" noGrp="1"/>
          </p:cNvSpPr>
          <p:nvPr/>
        </p:nvSpPr>
        <p:spPr>
          <a:xfrm xmlns:a="http://schemas.openxmlformats.org/drawingml/2006/main">
            <a:off x="876299" y="15144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 layer with 2 inputs and 2 neurons has four weights: a 2 × 2 matrix.</a:t>
            </a:r>
          </a:p>
        </p:txBody>
      </p:sp>
      <p:sp>
        <p:nvSpPr>
          <p:cNvPr id="1876525533" name="">
            <a:extLst xmlns:a="http://schemas.openxmlformats.org/drawingml/2006/main">
              <a:ext uri="{FF2B5EF4-FFF2-40B4-BE49-F238E27FC236}">
                <a16:creationId xmlns:a16="http://schemas.microsoft.com/office/drawing/2014/main" id="{BD188D83-F81A-4A87-A1C0-DB1A496F3B90}"/>
              </a:ext>
            </a:extLst>
          </p:cNvPr>
          <p:cNvSpPr>
            <a:spLocks xmlns:a="http://schemas.openxmlformats.org/drawingml/2006/main" noGrp="1"/>
          </p:cNvSpPr>
          <p:nvPr/>
        </p:nvSpPr>
        <p:spPr>
          <a:xfrm xmlns:a="http://schemas.openxmlformats.org/drawingml/2006/main">
            <a:off x="904875" y="2533650"/>
            <a:ext cx="428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B0F19"/>
                </a:solidFill>
                <a:latin typeface="Calibri"/>
                <a:ea typeface="Calibri"/>
                <a:cs typeface="Calibri"/>
              </a:defRPr>
            </a:pPr>
            <a:r>
              <a:rPr sz="2400" b="1">
                <a:solidFill>
                  <a:srgbClr val="0B0F19"/>
                </a:solidFill>
                <a:latin typeface="Calibri"/>
                <a:ea typeface="Calibri"/>
                <a:cs typeface="Calibri"/>
              </a:rPr>
              <a:t>z</a:t>
            </a:r>
          </a:p>
        </p:txBody>
      </p:sp>
      <p:sp>
        <p:nvSpPr>
          <p:cNvPr id="172556051" name="">
            <a:extLst xmlns:a="http://schemas.openxmlformats.org/drawingml/2006/main">
              <a:ext uri="{FF2B5EF4-FFF2-40B4-BE49-F238E27FC236}">
                <a16:creationId xmlns:a16="http://schemas.microsoft.com/office/drawing/2014/main" id="{FD826E04-E094-4F18-ADA1-8927FB79F723}"/>
              </a:ext>
            </a:extLst>
          </p:cNvPr>
          <p:cNvSpPr>
            <a:spLocks xmlns:a="http://schemas.openxmlformats.org/drawingml/2006/main" noGrp="1"/>
          </p:cNvSpPr>
          <p:nvPr/>
        </p:nvSpPr>
        <p:spPr>
          <a:xfrm xmlns:a="http://schemas.openxmlformats.org/drawingml/2006/main">
            <a:off x="1438275" y="2533650"/>
            <a:ext cx="400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1769582323" name="">
            <a:extLst xmlns:a="http://schemas.openxmlformats.org/drawingml/2006/main">
              <a:ext uri="{FF2B5EF4-FFF2-40B4-BE49-F238E27FC236}">
                <a16:creationId xmlns:a16="http://schemas.microsoft.com/office/drawing/2014/main" id="{74105860-6FDB-472F-BC3E-5624E8C46BF7}"/>
              </a:ext>
            </a:extLst>
          </p:cNvPr>
          <p:cNvSpPr>
            <a:spLocks xmlns:a="http://schemas.openxmlformats.org/drawingml/2006/main" noGrp="1"/>
          </p:cNvSpPr>
          <p:nvPr/>
        </p:nvSpPr>
        <p:spPr>
          <a:xfrm xmlns:a="http://schemas.openxmlformats.org/drawingml/2006/main">
            <a:off x="2619375" y="19716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W</a:t>
            </a:r>
          </a:p>
        </p:txBody>
      </p:sp>
      <p:sp>
        <p:nvSpPr>
          <p:cNvPr id="1485502724" name="">
            <a:extLst xmlns:a="http://schemas.openxmlformats.org/drawingml/2006/main">
              <a:ext uri="{FF2B5EF4-FFF2-40B4-BE49-F238E27FC236}">
                <a16:creationId xmlns:a16="http://schemas.microsoft.com/office/drawing/2014/main" id="{D4659C99-5242-4BD3-BED5-F431F967674C}"/>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1656404165" name="">
            <a:extLst xmlns:a="http://schemas.openxmlformats.org/drawingml/2006/main">
              <a:ext uri="{FF2B5EF4-FFF2-40B4-BE49-F238E27FC236}">
                <a16:creationId xmlns:a16="http://schemas.microsoft.com/office/drawing/2014/main" id="{296F895E-6C68-4967-BD3F-EB0B04EBD661}"/>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1754758388" name="">
            <a:extLst xmlns:a="http://schemas.openxmlformats.org/drawingml/2006/main">
              <a:ext uri="{FF2B5EF4-FFF2-40B4-BE49-F238E27FC236}">
                <a16:creationId xmlns:a16="http://schemas.microsoft.com/office/drawing/2014/main" id="{A5849E0C-4535-4A7F-8ABB-84360DAF5218}"/>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1702064343" name="">
            <a:extLst xmlns:a="http://schemas.openxmlformats.org/drawingml/2006/main">
              <a:ext uri="{FF2B5EF4-FFF2-40B4-BE49-F238E27FC236}">
                <a16:creationId xmlns:a16="http://schemas.microsoft.com/office/drawing/2014/main" id="{0426A7AB-B1B0-4258-B979-C8958110E8E9}"/>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−0.4</a:t>
            </a:r>
          </a:p>
        </p:txBody>
      </p:sp>
      <p:sp>
        <p:nvSpPr>
          <p:cNvPr id="49765688" name="">
            <a:extLst xmlns:a="http://schemas.openxmlformats.org/drawingml/2006/main">
              <a:ext uri="{FF2B5EF4-FFF2-40B4-BE49-F238E27FC236}">
                <a16:creationId xmlns:a16="http://schemas.microsoft.com/office/drawing/2014/main" id="{D08BD577-0E55-409D-827C-593326D78F6E}"/>
              </a:ext>
            </a:extLst>
          </p:cNvPr>
          <p:cNvSpPr>
            <a:spLocks xmlns:a="http://schemas.openxmlformats.org/drawingml/2006/main" noGrp="1"/>
          </p:cNvSpPr>
          <p:nvPr/>
        </p:nvSpPr>
        <p:spPr>
          <a:xfrm xmlns:a="http://schemas.openxmlformats.org/drawingml/2006/main">
            <a:off x="2047875"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620229750" name="">
            <a:extLst xmlns:a="http://schemas.openxmlformats.org/drawingml/2006/main">
              <a:ext uri="{FF2B5EF4-FFF2-40B4-BE49-F238E27FC236}">
                <a16:creationId xmlns:a16="http://schemas.microsoft.com/office/drawing/2014/main" id="{B419305E-CC66-40F1-9F19-386E6D7DE581}"/>
              </a:ext>
            </a:extLst>
          </p:cNvPr>
          <p:cNvSpPr>
            <a:spLocks xmlns:a="http://schemas.openxmlformats.org/drawingml/2006/main" noGrp="1"/>
          </p:cNvSpPr>
          <p:nvPr/>
        </p:nvSpPr>
        <p:spPr>
          <a:xfrm xmlns:a="http://schemas.openxmlformats.org/drawingml/2006/main">
            <a:off x="204787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0.7</a:t>
            </a:r>
          </a:p>
        </p:txBody>
      </p:sp>
      <p:sp>
        <p:nvSpPr>
          <p:cNvPr id="1132335320" name="">
            <a:extLst xmlns:a="http://schemas.openxmlformats.org/drawingml/2006/main">
              <a:ext uri="{FF2B5EF4-FFF2-40B4-BE49-F238E27FC236}">
                <a16:creationId xmlns:a16="http://schemas.microsoft.com/office/drawing/2014/main" id="{CB2F1242-5721-4FF6-8844-472A38CFD100}"/>
              </a:ext>
            </a:extLst>
          </p:cNvPr>
          <p:cNvSpPr>
            <a:spLocks xmlns:a="http://schemas.openxmlformats.org/drawingml/2006/main" noGrp="1"/>
          </p:cNvSpPr>
          <p:nvPr/>
        </p:nvSpPr>
        <p:spPr>
          <a:xfrm xmlns:a="http://schemas.openxmlformats.org/drawingml/2006/main">
            <a:off x="2733675"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1946561467" name="">
            <a:extLst xmlns:a="http://schemas.openxmlformats.org/drawingml/2006/main">
              <a:ext uri="{FF2B5EF4-FFF2-40B4-BE49-F238E27FC236}">
                <a16:creationId xmlns:a16="http://schemas.microsoft.com/office/drawing/2014/main" id="{0E790838-2EC2-46C7-916C-A4FBCE9CF010}"/>
              </a:ext>
            </a:extLst>
          </p:cNvPr>
          <p:cNvSpPr>
            <a:spLocks xmlns:a="http://schemas.openxmlformats.org/drawingml/2006/main" noGrp="1"/>
          </p:cNvSpPr>
          <p:nvPr/>
        </p:nvSpPr>
        <p:spPr>
          <a:xfrm xmlns:a="http://schemas.openxmlformats.org/drawingml/2006/main">
            <a:off x="273367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1794899800" name="">
            <a:extLst xmlns:a="http://schemas.openxmlformats.org/drawingml/2006/main">
              <a:ext uri="{FF2B5EF4-FFF2-40B4-BE49-F238E27FC236}">
                <a16:creationId xmlns:a16="http://schemas.microsoft.com/office/drawing/2014/main" id="{79879209-DA3D-4C17-86C3-CE18D6B6F1FF}"/>
              </a:ext>
            </a:extLst>
          </p:cNvPr>
          <p:cNvSpPr>
            <a:spLocks xmlns:a="http://schemas.openxmlformats.org/drawingml/2006/main" noGrp="1"/>
          </p:cNvSpPr>
          <p:nvPr/>
        </p:nvSpPr>
        <p:spPr>
          <a:xfrm xmlns:a="http://schemas.openxmlformats.org/drawingml/2006/main">
            <a:off x="3552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1908884569" name="">
            <a:extLst xmlns:a="http://schemas.openxmlformats.org/drawingml/2006/main">
              <a:ext uri="{FF2B5EF4-FFF2-40B4-BE49-F238E27FC236}">
                <a16:creationId xmlns:a16="http://schemas.microsoft.com/office/drawing/2014/main" id="{B8CA8190-95A6-4324-8C8E-0F04D45C7E84}"/>
              </a:ext>
            </a:extLst>
          </p:cNvPr>
          <p:cNvSpPr>
            <a:spLocks xmlns:a="http://schemas.openxmlformats.org/drawingml/2006/main" noGrp="1"/>
          </p:cNvSpPr>
          <p:nvPr/>
        </p:nvSpPr>
        <p:spPr>
          <a:xfrm xmlns:a="http://schemas.openxmlformats.org/drawingml/2006/main">
            <a:off x="42291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x</a:t>
            </a:r>
          </a:p>
        </p:txBody>
      </p:sp>
      <p:sp>
        <p:nvSpPr>
          <p:cNvPr id="2060007129" name="">
            <a:extLst xmlns:a="http://schemas.openxmlformats.org/drawingml/2006/main">
              <a:ext uri="{FF2B5EF4-FFF2-40B4-BE49-F238E27FC236}">
                <a16:creationId xmlns:a16="http://schemas.microsoft.com/office/drawing/2014/main" id="{C78FD980-D01A-49A5-8087-480D5ADA27AF}"/>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927400953" name="">
            <a:extLst xmlns:a="http://schemas.openxmlformats.org/drawingml/2006/main">
              <a:ext uri="{FF2B5EF4-FFF2-40B4-BE49-F238E27FC236}">
                <a16:creationId xmlns:a16="http://schemas.microsoft.com/office/drawing/2014/main" id="{6E91A9AA-977C-480C-8A56-FB865E1BB51A}"/>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2</a:t>
            </a:r>
          </a:p>
        </p:txBody>
      </p:sp>
      <p:sp>
        <p:nvSpPr>
          <p:cNvPr id="1035567829" name="">
            <a:extLst xmlns:a="http://schemas.openxmlformats.org/drawingml/2006/main">
              <a:ext uri="{FF2B5EF4-FFF2-40B4-BE49-F238E27FC236}">
                <a16:creationId xmlns:a16="http://schemas.microsoft.com/office/drawing/2014/main" id="{F910DF6A-B868-4CED-94CA-5A6830FC3E56}"/>
              </a:ext>
            </a:extLst>
          </p:cNvPr>
          <p:cNvSpPr>
            <a:spLocks xmlns:a="http://schemas.openxmlformats.org/drawingml/2006/main" noGrp="1"/>
          </p:cNvSpPr>
          <p:nvPr/>
        </p:nvSpPr>
        <p:spPr>
          <a:xfrm xmlns:a="http://schemas.openxmlformats.org/drawingml/2006/main">
            <a:off x="4229100" y="2933699"/>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30621636" name="">
            <a:extLst xmlns:a="http://schemas.openxmlformats.org/drawingml/2006/main">
              <a:ext uri="{FF2B5EF4-FFF2-40B4-BE49-F238E27FC236}">
                <a16:creationId xmlns:a16="http://schemas.microsoft.com/office/drawing/2014/main" id="{E4FB3FEC-1E39-4DFC-BBEE-929BBD2C7F02}"/>
              </a:ext>
            </a:extLst>
          </p:cNvPr>
          <p:cNvSpPr>
            <a:spLocks xmlns:a="http://schemas.openxmlformats.org/drawingml/2006/main" noGrp="1"/>
          </p:cNvSpPr>
          <p:nvPr/>
        </p:nvSpPr>
        <p:spPr>
          <a:xfrm xmlns:a="http://schemas.openxmlformats.org/drawingml/2006/main">
            <a:off x="4229100"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a:t>
            </a:r>
          </a:p>
        </p:txBody>
      </p:sp>
      <p:sp>
        <p:nvSpPr>
          <p:cNvPr id="1195187904" name="">
            <a:extLst xmlns:a="http://schemas.openxmlformats.org/drawingml/2006/main">
              <a:ext uri="{FF2B5EF4-FFF2-40B4-BE49-F238E27FC236}">
                <a16:creationId xmlns:a16="http://schemas.microsoft.com/office/drawing/2014/main" id="{480CEDF5-A0FD-4A55-953F-72FE3A109C85}"/>
              </a:ext>
            </a:extLst>
          </p:cNvPr>
          <p:cNvSpPr>
            <a:spLocks xmlns:a="http://schemas.openxmlformats.org/drawingml/2006/main" noGrp="1"/>
          </p:cNvSpPr>
          <p:nvPr/>
        </p:nvSpPr>
        <p:spPr>
          <a:xfrm xmlns:a="http://schemas.openxmlformats.org/drawingml/2006/main">
            <a:off x="5076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572902862" name="">
            <a:extLst xmlns:a="http://schemas.openxmlformats.org/drawingml/2006/main">
              <a:ext uri="{FF2B5EF4-FFF2-40B4-BE49-F238E27FC236}">
                <a16:creationId xmlns:a16="http://schemas.microsoft.com/office/drawing/2014/main" id="{77D1E64D-5DB4-4986-8E22-F6F1BD47C549}"/>
              </a:ext>
            </a:extLst>
          </p:cNvPr>
          <p:cNvSpPr>
            <a:spLocks xmlns:a="http://schemas.openxmlformats.org/drawingml/2006/main" noGrp="1"/>
          </p:cNvSpPr>
          <p:nvPr/>
        </p:nvSpPr>
        <p:spPr>
          <a:xfrm xmlns:a="http://schemas.openxmlformats.org/drawingml/2006/main">
            <a:off x="5762625"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b</a:t>
            </a:r>
          </a:p>
        </p:txBody>
      </p:sp>
      <p:sp>
        <p:nvSpPr>
          <p:cNvPr id="2018228308" name="">
            <a:extLst xmlns:a="http://schemas.openxmlformats.org/drawingml/2006/main">
              <a:ext uri="{FF2B5EF4-FFF2-40B4-BE49-F238E27FC236}">
                <a16:creationId xmlns:a16="http://schemas.microsoft.com/office/drawing/2014/main" id="{FBA7358B-1551-4D15-A0E2-35F2ECB88249}"/>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01212678" name="">
            <a:extLst xmlns:a="http://schemas.openxmlformats.org/drawingml/2006/main">
              <a:ext uri="{FF2B5EF4-FFF2-40B4-BE49-F238E27FC236}">
                <a16:creationId xmlns:a16="http://schemas.microsoft.com/office/drawing/2014/main" id="{C0404493-E724-483C-80EF-8E061A45AC41}"/>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1936098359" name="">
            <a:extLst xmlns:a="http://schemas.openxmlformats.org/drawingml/2006/main">
              <a:ext uri="{FF2B5EF4-FFF2-40B4-BE49-F238E27FC236}">
                <a16:creationId xmlns:a16="http://schemas.microsoft.com/office/drawing/2014/main" id="{9914B183-F75D-4787-98A7-7AAE5A841283}"/>
              </a:ext>
            </a:extLst>
          </p:cNvPr>
          <p:cNvSpPr>
            <a:spLocks xmlns:a="http://schemas.openxmlformats.org/drawingml/2006/main" noGrp="1"/>
          </p:cNvSpPr>
          <p:nvPr/>
        </p:nvSpPr>
        <p:spPr>
          <a:xfrm xmlns:a="http://schemas.openxmlformats.org/drawingml/2006/main">
            <a:off x="5762625" y="2933699"/>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18561193" name="">
            <a:extLst xmlns:a="http://schemas.openxmlformats.org/drawingml/2006/main">
              <a:ext uri="{FF2B5EF4-FFF2-40B4-BE49-F238E27FC236}">
                <a16:creationId xmlns:a16="http://schemas.microsoft.com/office/drawing/2014/main" id="{D0DE32D8-6013-4C50-980C-2375BDB8C7EA}"/>
              </a:ext>
            </a:extLst>
          </p:cNvPr>
          <p:cNvSpPr>
            <a:spLocks xmlns:a="http://schemas.openxmlformats.org/drawingml/2006/main" noGrp="1"/>
          </p:cNvSpPr>
          <p:nvPr/>
        </p:nvSpPr>
        <p:spPr>
          <a:xfrm xmlns:a="http://schemas.openxmlformats.org/drawingml/2006/main">
            <a:off x="576262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433232461" name="">
            <a:extLst xmlns:a="http://schemas.openxmlformats.org/drawingml/2006/main">
              <a:ext uri="{FF2B5EF4-FFF2-40B4-BE49-F238E27FC236}">
                <a16:creationId xmlns:a16="http://schemas.microsoft.com/office/drawing/2014/main" id="{3D97A3E0-C871-4984-BEEE-148D927E18AA}"/>
              </a:ext>
            </a:extLst>
          </p:cNvPr>
          <p:cNvSpPr>
            <a:spLocks xmlns:a="http://schemas.openxmlformats.org/drawingml/2006/main" noGrp="1"/>
          </p:cNvSpPr>
          <p:nvPr/>
        </p:nvSpPr>
        <p:spPr>
          <a:xfrm xmlns:a="http://schemas.openxmlformats.org/drawingml/2006/main">
            <a:off x="6600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348333594" name="">
            <a:extLst xmlns:a="http://schemas.openxmlformats.org/drawingml/2006/main">
              <a:ext uri="{FF2B5EF4-FFF2-40B4-BE49-F238E27FC236}">
                <a16:creationId xmlns:a16="http://schemas.microsoft.com/office/drawing/2014/main" id="{5F5D7B1A-C511-4046-B351-E802BA2E7600}"/>
              </a:ext>
            </a:extLst>
          </p:cNvPr>
          <p:cNvSpPr>
            <a:spLocks xmlns:a="http://schemas.openxmlformats.org/drawingml/2006/main" noGrp="1"/>
          </p:cNvSpPr>
          <p:nvPr/>
        </p:nvSpPr>
        <p:spPr>
          <a:xfrm xmlns:a="http://schemas.openxmlformats.org/drawingml/2006/main">
            <a:off x="73533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z</a:t>
            </a:r>
          </a:p>
        </p:txBody>
      </p:sp>
      <p:sp>
        <p:nvSpPr>
          <p:cNvPr id="1936097751" name="">
            <a:extLst xmlns:a="http://schemas.openxmlformats.org/drawingml/2006/main">
              <a:ext uri="{FF2B5EF4-FFF2-40B4-BE49-F238E27FC236}">
                <a16:creationId xmlns:a16="http://schemas.microsoft.com/office/drawing/2014/main" id="{B246EFCE-6D8F-447C-8908-A0FC1B4D896D}"/>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1238464080" name="">
            <a:extLst xmlns:a="http://schemas.openxmlformats.org/drawingml/2006/main">
              <a:ext uri="{FF2B5EF4-FFF2-40B4-BE49-F238E27FC236}">
                <a16:creationId xmlns:a16="http://schemas.microsoft.com/office/drawing/2014/main" id="{A55EF6A5-1581-4298-A881-51A755C73565}"/>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3266000" name="">
            <a:extLst xmlns:a="http://schemas.openxmlformats.org/drawingml/2006/main">
              <a:ext uri="{FF2B5EF4-FFF2-40B4-BE49-F238E27FC236}">
                <a16:creationId xmlns:a16="http://schemas.microsoft.com/office/drawing/2014/main" id="{71A19914-5C33-43DF-9C35-91B0662D28EC}"/>
              </a:ext>
            </a:extLst>
          </p:cNvPr>
          <p:cNvSpPr>
            <a:spLocks xmlns:a="http://schemas.openxmlformats.org/drawingml/2006/main" noGrp="1"/>
          </p:cNvSpPr>
          <p:nvPr/>
        </p:nvSpPr>
        <p:spPr>
          <a:xfrm xmlns:a="http://schemas.openxmlformats.org/drawingml/2006/main">
            <a:off x="7353300"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1370797598" name="">
            <a:extLst xmlns:a="http://schemas.openxmlformats.org/drawingml/2006/main">
              <a:ext uri="{FF2B5EF4-FFF2-40B4-BE49-F238E27FC236}">
                <a16:creationId xmlns:a16="http://schemas.microsoft.com/office/drawing/2014/main" id="{9AF7D08A-8C66-4DB2-B065-D0F8F6FF4324}"/>
              </a:ext>
            </a:extLst>
          </p:cNvPr>
          <p:cNvSpPr>
            <a:spLocks xmlns:a="http://schemas.openxmlformats.org/drawingml/2006/main" noGrp="1"/>
          </p:cNvSpPr>
          <p:nvPr/>
        </p:nvSpPr>
        <p:spPr>
          <a:xfrm xmlns:a="http://schemas.openxmlformats.org/drawingml/2006/main">
            <a:off x="7353300"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1.3</a:t>
            </a:r>
          </a:p>
        </p:txBody>
      </p:sp>
      <p:sp>
        <p:nvSpPr>
          <p:cNvPr id="1395113878" name="">
            <a:extLst xmlns:a="http://schemas.openxmlformats.org/drawingml/2006/main">
              <a:ext uri="{FF2B5EF4-FFF2-40B4-BE49-F238E27FC236}">
                <a16:creationId xmlns:a16="http://schemas.microsoft.com/office/drawing/2014/main" id="{54332039-762B-4523-9351-7122CDB130BF}"/>
              </a:ext>
            </a:extLst>
          </p:cNvPr>
          <p:cNvSpPr>
            <a:spLocks xmlns:a="http://schemas.openxmlformats.org/drawingml/2006/main" noGrp="1"/>
          </p:cNvSpPr>
          <p:nvPr/>
        </p:nvSpPr>
        <p:spPr>
          <a:xfrm xmlns:a="http://schemas.openxmlformats.org/drawingml/2006/main">
            <a:off x="8743950" y="20288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hidden neuron 1</a:t>
            </a:r>
          </a:p>
        </p:txBody>
      </p:sp>
      <p:sp>
        <p:nvSpPr>
          <p:cNvPr id="468329988" name="">
            <a:extLst xmlns:a="http://schemas.openxmlformats.org/drawingml/2006/main">
              <a:ext uri="{FF2B5EF4-FFF2-40B4-BE49-F238E27FC236}">
                <a16:creationId xmlns:a16="http://schemas.microsoft.com/office/drawing/2014/main" id="{DB3EFA36-8836-490C-9148-7ED7FAE230FE}"/>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oundRect">
            <a:avLst>
              <a:gd name="adj" fmla="val 16216"/>
            </a:avLst>
          </a:prstGeom>
          <a:solidFill xmlns:a="http://schemas.openxmlformats.org/drawingml/2006/main">
            <a:srgbClr val="DBEAFE"/>
          </a:solidFill>
          <a:ln xmlns:a="http://schemas.openxmlformats.org/drawingml/2006/main" w="9525">
            <a:solidFill>
              <a:srgbClr val="2563EB"/>
            </a:solidFill>
            <a:prstDash val="solid"/>
          </a:ln>
        </p:spPr>
      </p:sp>
      <p:sp>
        <p:nvSpPr>
          <p:cNvPr id="194191489" name="">
            <a:extLst xmlns:a="http://schemas.openxmlformats.org/drawingml/2006/main">
              <a:ext uri="{FF2B5EF4-FFF2-40B4-BE49-F238E27FC236}">
                <a16:creationId xmlns:a16="http://schemas.microsoft.com/office/drawing/2014/main" id="{EB974C09-D92F-4CE3-87A2-12AF86626346}"/>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00" b="1">
                <a:solidFill>
                  <a:srgbClr val="2563EB"/>
                </a:solidFill>
                <a:latin typeface="Calibri"/>
                <a:ea typeface="Calibri"/>
                <a:cs typeface="Calibri"/>
              </a:defRPr>
            </a:pPr>
            <a:r>
              <a:rPr sz="1900" b="1">
                <a:solidFill>
                  <a:srgbClr val="2563EB"/>
                </a:solidFill>
                <a:latin typeface="Calibri"/>
                <a:ea typeface="Calibri"/>
                <a:cs typeface="Calibri"/>
              </a:rPr>
              <a:t>z₁</a:t>
            </a:r>
          </a:p>
        </p:txBody>
      </p:sp>
      <p:sp>
        <p:nvSpPr>
          <p:cNvPr id="1259048862" name="">
            <a:extLst xmlns:a="http://schemas.openxmlformats.org/drawingml/2006/main">
              <a:ext uri="{FF2B5EF4-FFF2-40B4-BE49-F238E27FC236}">
                <a16:creationId xmlns:a16="http://schemas.microsoft.com/office/drawing/2014/main" id="{A2CA8644-5A30-4553-B4C1-7D89F44DD928}"/>
              </a:ext>
            </a:extLst>
          </p:cNvPr>
          <p:cNvSpPr>
            <a:spLocks xmlns:a="http://schemas.openxmlformats.org/drawingml/2006/main" noGrp="1"/>
          </p:cNvSpPr>
          <p:nvPr/>
        </p:nvSpPr>
        <p:spPr>
          <a:xfrm xmlns:a="http://schemas.openxmlformats.org/drawingml/2006/main">
            <a:off x="8743950" y="3333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hidden neuron 2</a:t>
            </a:r>
          </a:p>
        </p:txBody>
      </p:sp>
      <p:sp>
        <p:nvSpPr>
          <p:cNvPr id="384074966" name="">
            <a:extLst xmlns:a="http://schemas.openxmlformats.org/drawingml/2006/main">
              <a:ext uri="{FF2B5EF4-FFF2-40B4-BE49-F238E27FC236}">
                <a16:creationId xmlns:a16="http://schemas.microsoft.com/office/drawing/2014/main" id="{18A21573-95FC-4E99-8AFF-7B7613A92BEA}"/>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oundRect">
            <a:avLst>
              <a:gd name="adj" fmla="val 16216"/>
            </a:avLst>
          </a:prstGeom>
          <a:solidFill xmlns:a="http://schemas.openxmlformats.org/drawingml/2006/main">
            <a:srgbClr val="D1FAE5"/>
          </a:solidFill>
          <a:ln xmlns:a="http://schemas.openxmlformats.org/drawingml/2006/main" w="9525">
            <a:solidFill>
              <a:srgbClr val="059669"/>
            </a:solidFill>
            <a:prstDash val="solid"/>
          </a:ln>
        </p:spPr>
      </p:sp>
      <p:sp>
        <p:nvSpPr>
          <p:cNvPr id="1089496264" name="">
            <a:extLst xmlns:a="http://schemas.openxmlformats.org/drawingml/2006/main">
              <a:ext uri="{FF2B5EF4-FFF2-40B4-BE49-F238E27FC236}">
                <a16:creationId xmlns:a16="http://schemas.microsoft.com/office/drawing/2014/main" id="{D68BC766-4DCF-4B56-AE82-B7776EB5BEF5}"/>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00" b="1">
                <a:solidFill>
                  <a:srgbClr val="059669"/>
                </a:solidFill>
                <a:latin typeface="Calibri"/>
                <a:ea typeface="Calibri"/>
                <a:cs typeface="Calibri"/>
              </a:defRPr>
            </a:pPr>
            <a:r>
              <a:rPr sz="1900" b="1">
                <a:solidFill>
                  <a:srgbClr val="059669"/>
                </a:solidFill>
                <a:latin typeface="Calibri"/>
                <a:ea typeface="Calibri"/>
                <a:cs typeface="Calibri"/>
              </a:rPr>
              <a:t>z₂</a:t>
            </a:r>
          </a:p>
        </p:txBody>
      </p:sp>
      <p:sp>
        <p:nvSpPr>
          <p:cNvPr id="918652309" name="">
            <a:extLst xmlns:a="http://schemas.openxmlformats.org/drawingml/2006/main">
              <a:ext uri="{FF2B5EF4-FFF2-40B4-BE49-F238E27FC236}">
                <a16:creationId xmlns:a16="http://schemas.microsoft.com/office/drawing/2014/main" id="{40477DFF-F9D1-4451-A87D-603375E9C7D3}"/>
              </a:ext>
            </a:extLst>
          </p:cNvPr>
          <p:cNvSpPr>
            <a:spLocks xmlns:a="http://schemas.openxmlformats.org/drawingml/2006/main" noGrp="1"/>
          </p:cNvSpPr>
          <p:nvPr/>
        </p:nvSpPr>
        <p:spPr>
          <a:xfrm xmlns:a="http://schemas.openxmlformats.org/drawingml/2006/main">
            <a:off x="1219200" y="40957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latin typeface="Calibri"/>
                <a:ea typeface="Calibri"/>
                <a:cs typeface="Calibri"/>
              </a:defRPr>
            </a:pPr>
            <a:r>
              <a:rPr sz="1600" b="1">
                <a:solidFill>
                  <a:srgbClr val="2563EB"/>
                </a:solidFill>
                <a:latin typeface="Calibri"/>
                <a:ea typeface="Calibri"/>
                <a:cs typeface="Calibri"/>
              </a:rPr>
              <a:t>Row 1 → z₁ = 0.2·2 + (−0.4)·1 + 0.1 = 0.1</a:t>
            </a:r>
          </a:p>
        </p:txBody>
      </p:sp>
      <p:sp>
        <p:nvSpPr>
          <p:cNvPr id="1727548027" name="">
            <a:extLst xmlns:a="http://schemas.openxmlformats.org/drawingml/2006/main">
              <a:ext uri="{FF2B5EF4-FFF2-40B4-BE49-F238E27FC236}">
                <a16:creationId xmlns:a16="http://schemas.microsoft.com/office/drawing/2014/main" id="{75198455-01EC-44A3-A674-8B77EFC3C09B}"/>
              </a:ext>
            </a:extLst>
          </p:cNvPr>
          <p:cNvSpPr>
            <a:spLocks xmlns:a="http://schemas.openxmlformats.org/drawingml/2006/main" noGrp="1"/>
          </p:cNvSpPr>
          <p:nvPr/>
        </p:nvSpPr>
        <p:spPr>
          <a:xfrm xmlns:a="http://schemas.openxmlformats.org/drawingml/2006/main">
            <a:off x="1219200" y="4572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59669"/>
                </a:solidFill>
                <a:latin typeface="Calibri"/>
                <a:ea typeface="Calibri"/>
                <a:cs typeface="Calibri"/>
              </a:defRPr>
            </a:pPr>
            <a:r>
              <a:rPr sz="1600" b="1">
                <a:solidFill>
                  <a:srgbClr val="059669"/>
                </a:solidFill>
                <a:latin typeface="Calibri"/>
                <a:ea typeface="Calibri"/>
                <a:cs typeface="Calibri"/>
              </a:rPr>
              <a:t>Row 2 → z₂ = 0.7·2 + 0.1·1 − 0.2 = 1.3</a:t>
            </a:r>
          </a:p>
        </p:txBody>
      </p:sp>
      <p:sp>
        <p:nvSpPr>
          <p:cNvPr id="119361047" name="">
            <a:extLst xmlns:a="http://schemas.openxmlformats.org/drawingml/2006/main">
              <a:ext uri="{FF2B5EF4-FFF2-40B4-BE49-F238E27FC236}">
                <a16:creationId xmlns:a16="http://schemas.microsoft.com/office/drawing/2014/main" id="{4F8912C0-E390-4B2B-9B06-ECEBE69F4EA7}"/>
              </a:ext>
            </a:extLst>
          </p:cNvPr>
          <p:cNvSpPr>
            <a:spLocks xmlns:a="http://schemas.openxmlformats.org/drawingml/2006/main" noGrp="1"/>
          </p:cNvSpPr>
          <p:nvPr/>
        </p:nvSpPr>
        <p:spPr>
          <a:xfrm xmlns:a="http://schemas.openxmlformats.org/drawingml/2006/main">
            <a:off x="1143000" y="53625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latin typeface="Calibri"/>
                <a:ea typeface="Calibri"/>
                <a:cs typeface="Calibri"/>
              </a:defRPr>
            </a:pPr>
            <a:r>
              <a:rPr sz="1450" b="1">
                <a:solidFill>
                  <a:srgbClr val="0B0F19"/>
                </a:solidFill>
                <a:latin typeface="Calibri"/>
                <a:ea typeface="Calibri"/>
                <a:cs typeface="Calibri"/>
              </a:rPr>
              <a:t>One row of W contains all weights entering one hidden neuron.</a:t>
            </a:r>
          </a:p>
        </p:txBody>
      </p:sp>
    </p:spTree>
    <p:extLst>
      <p:ext uri="{BB962C8B-B14F-4D97-AF65-F5344CB8AC3E}">
        <p14:creationId xmlns:p14="http://schemas.microsoft.com/office/powerpoint/2010/main" val="1100782633"/>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4851991" name="">
            <a:extLst xmlns:a="http://schemas.openxmlformats.org/drawingml/2006/main">
              <a:ext uri="{FF2B5EF4-FFF2-40B4-BE49-F238E27FC236}">
                <a16:creationId xmlns:a16="http://schemas.microsoft.com/office/drawing/2014/main" id="{04459355-3C9F-47BC-9B50-1A72D1265D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79021827" name="">
            <a:extLst xmlns:a="http://schemas.openxmlformats.org/drawingml/2006/main">
              <a:ext uri="{FF2B5EF4-FFF2-40B4-BE49-F238E27FC236}">
                <a16:creationId xmlns:a16="http://schemas.microsoft.com/office/drawing/2014/main" id="{7D877F90-6A5C-47C9-A9DB-B54979561A1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978977910" name="">
            <a:extLst xmlns:a="http://schemas.openxmlformats.org/drawingml/2006/main">
              <a:ext uri="{FF2B5EF4-FFF2-40B4-BE49-F238E27FC236}">
                <a16:creationId xmlns:a16="http://schemas.microsoft.com/office/drawing/2014/main" id="{817A267D-273E-413B-B196-49B29CF711D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2015264454" name=""/>
          <p:cNvPicPr>
            <a:picLocks xmlns:a="http://schemas.openxmlformats.org/drawingml/2006/main" noChangeAspect="1"/>
          </p:cNvPicPr>
          <p:nvPr/>
        </p:nvPicPr>
        <p:blipFill rotWithShape="1">
          <a:blip xmlns:r="http://schemas.openxmlformats.org/officeDocument/2006/relationships" xmlns:a="http://schemas.openxmlformats.org/drawingml/2006/main" r:embed="R49d154acabfc4dec"/>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2015264449" name="">
            <a:extLst xmlns:a="http://schemas.openxmlformats.org/drawingml/2006/main">
              <a:ext uri="{FF2B5EF4-FFF2-40B4-BE49-F238E27FC236}">
                <a16:creationId xmlns:a16="http://schemas.microsoft.com/office/drawing/2014/main" id="{D1BBAC2F-041A-4D21-9FFF-809FF151AD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25</a:t>
            </a:r>
          </a:p>
        </p:txBody>
      </p:sp>
    </p:spTree>
    <p:extLst>
      <p:ext uri="{BB962C8B-B14F-4D97-AF65-F5344CB8AC3E}">
        <p14:creationId xmlns:p14="http://schemas.microsoft.com/office/powerpoint/2010/main" val="1776194022"/>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7212893" name="">
            <a:extLst xmlns:a="http://schemas.openxmlformats.org/drawingml/2006/main">
              <a:ext uri="{FF2B5EF4-FFF2-40B4-BE49-F238E27FC236}">
                <a16:creationId xmlns:a16="http://schemas.microsoft.com/office/drawing/2014/main" id="{23501CBB-46AA-4278-A7A7-B05D932F88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570926" name="">
            <a:extLst xmlns:a="http://schemas.openxmlformats.org/drawingml/2006/main">
              <a:ext uri="{FF2B5EF4-FFF2-40B4-BE49-F238E27FC236}">
                <a16:creationId xmlns:a16="http://schemas.microsoft.com/office/drawing/2014/main" id="{C8CC0C72-D33D-4AC8-A359-91280853CD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926875630" name="">
            <a:extLst xmlns:a="http://schemas.openxmlformats.org/drawingml/2006/main">
              <a:ext uri="{FF2B5EF4-FFF2-40B4-BE49-F238E27FC236}">
                <a16:creationId xmlns:a16="http://schemas.microsoft.com/office/drawing/2014/main" id="{67DCE7B1-55B0-441F-8E12-ADC229B94AC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265467360" name="">
            <a:extLst xmlns:a="http://schemas.openxmlformats.org/drawingml/2006/main">
              <a:ext uri="{FF2B5EF4-FFF2-40B4-BE49-F238E27FC236}">
                <a16:creationId xmlns:a16="http://schemas.microsoft.com/office/drawing/2014/main" id="{6DFCCBB5-033D-48E6-8C53-B3677733AC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26</a:t>
            </a:r>
          </a:p>
        </p:txBody>
      </p:sp>
      <p:sp>
        <p:nvSpPr>
          <p:cNvPr id="1467988730" name="">
            <a:extLst xmlns:a="http://schemas.openxmlformats.org/drawingml/2006/main">
              <a:ext uri="{FF2B5EF4-FFF2-40B4-BE49-F238E27FC236}">
                <a16:creationId xmlns:a16="http://schemas.microsoft.com/office/drawing/2014/main" id="{8E528A9A-4D32-403D-AA8B-5D8EF6D05FB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Use: vision tasks such as image classification, object detection, and segmentation.</a:t>
            </a:r>
          </a:p>
        </p:txBody>
      </p:sp>
      <p:sp>
        <p:nvSpPr>
          <p:cNvPr id="977157621" name="">
            <a:extLst xmlns:a="http://schemas.openxmlformats.org/drawingml/2006/main">
              <a:ext uri="{FF2B5EF4-FFF2-40B4-BE49-F238E27FC236}">
                <a16:creationId xmlns:a16="http://schemas.microsoft.com/office/drawing/2014/main" id="{8C21C9D8-4D31-4F49-BC11-9AD37BD6A33F}"/>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876551930" name="">
            <a:extLst xmlns:a="http://schemas.openxmlformats.org/drawingml/2006/main">
              <a:ext uri="{FF2B5EF4-FFF2-40B4-BE49-F238E27FC236}">
                <a16:creationId xmlns:a16="http://schemas.microsoft.com/office/drawing/2014/main" id="{595D7FDC-3959-43A5-B5C4-AF6ACEDE422A}"/>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A small filter slides across the image</a:t>
            </a:r>
          </a:p>
        </p:txBody>
      </p:sp>
      <p:sp>
        <p:nvSpPr>
          <p:cNvPr id="147356607" name="">
            <a:extLst xmlns:a="http://schemas.openxmlformats.org/drawingml/2006/main">
              <a:ext uri="{FF2B5EF4-FFF2-40B4-BE49-F238E27FC236}">
                <a16:creationId xmlns:a16="http://schemas.microsoft.com/office/drawing/2014/main" id="{67B504DB-BA3E-4D4B-B434-B8DE5BACFC0F}"/>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2124479603" name="">
            <a:extLst xmlns:a="http://schemas.openxmlformats.org/drawingml/2006/main">
              <a:ext uri="{FF2B5EF4-FFF2-40B4-BE49-F238E27FC236}">
                <a16:creationId xmlns:a16="http://schemas.microsoft.com/office/drawing/2014/main" id="{06C522D4-313E-4395-A3AC-22D4F513FB3E}"/>
              </a:ext>
            </a:extLst>
          </p:cNvPr>
          <p:cNvSpPr>
            <a:spLocks xmlns:a="http://schemas.openxmlformats.org/drawingml/2006/main" noGrp="1"/>
          </p:cNvSpPr>
          <p:nvPr/>
        </p:nvSpPr>
        <p:spPr>
          <a:xfrm xmlns:a="http://schemas.openxmlformats.org/drawingml/2006/main">
            <a:off x="1609724"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422142784" name="">
            <a:extLst xmlns:a="http://schemas.openxmlformats.org/drawingml/2006/main">
              <a:ext uri="{FF2B5EF4-FFF2-40B4-BE49-F238E27FC236}">
                <a16:creationId xmlns:a16="http://schemas.microsoft.com/office/drawing/2014/main" id="{1DE09A77-EF9A-474F-A1E8-467A24949533}"/>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823330126" name="">
            <a:extLst xmlns:a="http://schemas.openxmlformats.org/drawingml/2006/main">
              <a:ext uri="{FF2B5EF4-FFF2-40B4-BE49-F238E27FC236}">
                <a16:creationId xmlns:a16="http://schemas.microsoft.com/office/drawing/2014/main" id="{E802B754-272E-412B-9F4D-6D3E831178F3}"/>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922826062" name="">
            <a:extLst xmlns:a="http://schemas.openxmlformats.org/drawingml/2006/main">
              <a:ext uri="{FF2B5EF4-FFF2-40B4-BE49-F238E27FC236}">
                <a16:creationId xmlns:a16="http://schemas.microsoft.com/office/drawing/2014/main" id="{D3F23244-0696-465C-B251-2DC3A0C64C1C}"/>
              </a:ext>
            </a:extLst>
          </p:cNvPr>
          <p:cNvSpPr>
            <a:spLocks xmlns:a="http://schemas.openxmlformats.org/drawingml/2006/main" noGrp="1"/>
          </p:cNvSpPr>
          <p:nvPr/>
        </p:nvSpPr>
        <p:spPr>
          <a:xfrm xmlns:a="http://schemas.openxmlformats.org/drawingml/2006/main">
            <a:off x="1609724"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563511595" name="">
            <a:extLst xmlns:a="http://schemas.openxmlformats.org/drawingml/2006/main">
              <a:ext uri="{FF2B5EF4-FFF2-40B4-BE49-F238E27FC236}">
                <a16:creationId xmlns:a16="http://schemas.microsoft.com/office/drawing/2014/main" id="{0D0623D3-9C01-4434-A57F-C049C42DC78F}"/>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594903218" name="">
            <a:extLst xmlns:a="http://schemas.openxmlformats.org/drawingml/2006/main">
              <a:ext uri="{FF2B5EF4-FFF2-40B4-BE49-F238E27FC236}">
                <a16:creationId xmlns:a16="http://schemas.microsoft.com/office/drawing/2014/main" id="{E6FDFC19-CC88-4D06-9204-2F81A790556E}"/>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25143309" name="">
            <a:extLst xmlns:a="http://schemas.openxmlformats.org/drawingml/2006/main">
              <a:ext uri="{FF2B5EF4-FFF2-40B4-BE49-F238E27FC236}">
                <a16:creationId xmlns:a16="http://schemas.microsoft.com/office/drawing/2014/main" id="{57400E01-2525-4503-AB98-88FDC4C26CE1}"/>
              </a:ext>
            </a:extLst>
          </p:cNvPr>
          <p:cNvSpPr>
            <a:spLocks xmlns:a="http://schemas.openxmlformats.org/drawingml/2006/main" noGrp="1"/>
          </p:cNvSpPr>
          <p:nvPr/>
        </p:nvSpPr>
        <p:spPr>
          <a:xfrm xmlns:a="http://schemas.openxmlformats.org/drawingml/2006/main">
            <a:off x="1609724"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356973150" name="">
            <a:extLst xmlns:a="http://schemas.openxmlformats.org/drawingml/2006/main">
              <a:ext uri="{FF2B5EF4-FFF2-40B4-BE49-F238E27FC236}">
                <a16:creationId xmlns:a16="http://schemas.microsoft.com/office/drawing/2014/main" id="{B9A282D9-3E82-4889-8C67-516D8DE350AC}"/>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042048119" name="">
            <a:extLst xmlns:a="http://schemas.openxmlformats.org/drawingml/2006/main">
              <a:ext uri="{FF2B5EF4-FFF2-40B4-BE49-F238E27FC236}">
                <a16:creationId xmlns:a16="http://schemas.microsoft.com/office/drawing/2014/main" id="{C6103C67-C3EC-4482-9BBC-C2E0528F4AF1}"/>
              </a:ext>
            </a:extLst>
          </p:cNvPr>
          <p:cNvSpPr>
            <a:spLocks xmlns:a="http://schemas.openxmlformats.org/drawingml/2006/main" noGrp="1"/>
          </p:cNvSpPr>
          <p:nvPr/>
        </p:nvSpPr>
        <p:spPr>
          <a:xfrm xmlns:a="http://schemas.openxmlformats.org/drawingml/2006/main">
            <a:off x="1238250" y="4076699"/>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85166495" name="">
            <a:extLst xmlns:a="http://schemas.openxmlformats.org/drawingml/2006/main">
              <a:ext uri="{FF2B5EF4-FFF2-40B4-BE49-F238E27FC236}">
                <a16:creationId xmlns:a16="http://schemas.microsoft.com/office/drawing/2014/main" id="{2E707941-EB67-42C9-AB32-E0D0C005D8FC}"/>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667085"/>
                </a:solidFill>
                <a:latin typeface="Calibri"/>
                <a:ea typeface="Calibri"/>
                <a:cs typeface="Calibri"/>
              </a:defRPr>
            </a:pPr>
            <a:r>
              <a:rPr sz="2050" b="1">
                <a:solidFill>
                  <a:srgbClr val="667085"/>
                </a:solidFill>
                <a:latin typeface="Calibri"/>
                <a:ea typeface="Calibri"/>
                <a:cs typeface="Calibri"/>
              </a:rPr>
              <a:t>×</a:t>
            </a:r>
          </a:p>
        </p:txBody>
      </p:sp>
      <p:sp>
        <p:nvSpPr>
          <p:cNvPr id="1601655453" name="">
            <a:extLst xmlns:a="http://schemas.openxmlformats.org/drawingml/2006/main">
              <a:ext uri="{FF2B5EF4-FFF2-40B4-BE49-F238E27FC236}">
                <a16:creationId xmlns:a16="http://schemas.microsoft.com/office/drawing/2014/main" id="{E14696B2-3889-4CD3-8A95-948B448F92CC}"/>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291711030" name="">
            <a:extLst xmlns:a="http://schemas.openxmlformats.org/drawingml/2006/main">
              <a:ext uri="{FF2B5EF4-FFF2-40B4-BE49-F238E27FC236}">
                <a16:creationId xmlns:a16="http://schemas.microsoft.com/office/drawing/2014/main" id="{3485565D-D020-4778-938C-32351BBEE4B4}"/>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407035283" name="">
            <a:extLst xmlns:a="http://schemas.openxmlformats.org/drawingml/2006/main">
              <a:ext uri="{FF2B5EF4-FFF2-40B4-BE49-F238E27FC236}">
                <a16:creationId xmlns:a16="http://schemas.microsoft.com/office/drawing/2014/main" id="{1F0D6368-6690-4BC1-9AAA-62D20E8AA521}"/>
              </a:ext>
            </a:extLst>
          </p:cNvPr>
          <p:cNvSpPr>
            <a:spLocks xmlns:a="http://schemas.openxmlformats.org/drawingml/2006/main" noGrp="1"/>
          </p:cNvSpPr>
          <p:nvPr/>
        </p:nvSpPr>
        <p:spPr>
          <a:xfrm xmlns:a="http://schemas.openxmlformats.org/drawingml/2006/main">
            <a:off x="2924175" y="3219449"/>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491557476" name="">
            <a:extLst xmlns:a="http://schemas.openxmlformats.org/drawingml/2006/main">
              <a:ext uri="{FF2B5EF4-FFF2-40B4-BE49-F238E27FC236}">
                <a16:creationId xmlns:a16="http://schemas.microsoft.com/office/drawing/2014/main" id="{2D10CE45-1DBD-42F7-80C9-D95A4A74DA92}"/>
              </a:ext>
            </a:extLst>
          </p:cNvPr>
          <p:cNvSpPr>
            <a:spLocks xmlns:a="http://schemas.openxmlformats.org/drawingml/2006/main" noGrp="1"/>
          </p:cNvSpPr>
          <p:nvPr/>
        </p:nvSpPr>
        <p:spPr>
          <a:xfrm xmlns:a="http://schemas.openxmlformats.org/drawingml/2006/main">
            <a:off x="3286125" y="3219449"/>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056338783" name="">
            <a:extLst xmlns:a="http://schemas.openxmlformats.org/drawingml/2006/main">
              <a:ext uri="{FF2B5EF4-FFF2-40B4-BE49-F238E27FC236}">
                <a16:creationId xmlns:a16="http://schemas.microsoft.com/office/drawing/2014/main" id="{65135F36-1CC4-4308-91E9-47D81F984813}"/>
              </a:ext>
            </a:extLst>
          </p:cNvPr>
          <p:cNvSpPr>
            <a:spLocks xmlns:a="http://schemas.openxmlformats.org/drawingml/2006/main" noGrp="1"/>
          </p:cNvSpPr>
          <p:nvPr/>
        </p:nvSpPr>
        <p:spPr>
          <a:xfrm xmlns:a="http://schemas.openxmlformats.org/drawingml/2006/main">
            <a:off x="2857500" y="4076699"/>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77665446" name="">
            <a:extLst xmlns:a="http://schemas.openxmlformats.org/drawingml/2006/main">
              <a:ext uri="{FF2B5EF4-FFF2-40B4-BE49-F238E27FC236}">
                <a16:creationId xmlns:a16="http://schemas.microsoft.com/office/drawing/2014/main" id="{639AE9C3-4BDC-4233-9426-206A5ABBBAFB}"/>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2113688218" name="">
            <a:extLst xmlns:a="http://schemas.openxmlformats.org/drawingml/2006/main">
              <a:ext uri="{FF2B5EF4-FFF2-40B4-BE49-F238E27FC236}">
                <a16:creationId xmlns:a16="http://schemas.microsoft.com/office/drawing/2014/main" id="{61E25A1A-BB58-4C63-BFF6-62964D9B8D66}"/>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How it works</a:t>
            </a:r>
          </a:p>
        </p:txBody>
      </p:sp>
      <p:sp>
        <p:nvSpPr>
          <p:cNvPr id="1228422649" name="">
            <a:extLst xmlns:a="http://schemas.openxmlformats.org/drawingml/2006/main">
              <a:ext uri="{FF2B5EF4-FFF2-40B4-BE49-F238E27FC236}">
                <a16:creationId xmlns:a16="http://schemas.microsoft.com/office/drawing/2014/main" id="{7FFDD3FD-00C7-4195-A342-8419D3E1006E}"/>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433360770" name="">
            <a:extLst xmlns:a="http://schemas.openxmlformats.org/drawingml/2006/main">
              <a:ext uri="{FF2B5EF4-FFF2-40B4-BE49-F238E27FC236}">
                <a16:creationId xmlns:a16="http://schemas.microsoft.com/office/drawing/2014/main" id="{F1FB2C33-ED8C-4235-B1EB-5BCBE2AF2C0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Convolution: the same filter scans every local region.</a:t>
            </a:r>
          </a:p>
        </p:txBody>
      </p:sp>
      <p:sp>
        <p:nvSpPr>
          <p:cNvPr id="319824198" name="">
            <a:extLst xmlns:a="http://schemas.openxmlformats.org/drawingml/2006/main">
              <a:ext uri="{FF2B5EF4-FFF2-40B4-BE49-F238E27FC236}">
                <a16:creationId xmlns:a16="http://schemas.microsoft.com/office/drawing/2014/main" id="{031C7CDD-5DA7-4823-98E8-90FD146B995F}"/>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90256975" name="">
            <a:extLst xmlns:a="http://schemas.openxmlformats.org/drawingml/2006/main">
              <a:ext uri="{FF2B5EF4-FFF2-40B4-BE49-F238E27FC236}">
                <a16:creationId xmlns:a16="http://schemas.microsoft.com/office/drawing/2014/main" id="{4B862B7E-1CBA-49D2-8CFD-E9B59A6CE34A}"/>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Activation map: strong matches mark useful features.</a:t>
            </a:r>
          </a:p>
        </p:txBody>
      </p:sp>
      <p:sp>
        <p:nvSpPr>
          <p:cNvPr id="948330472" name="">
            <a:extLst xmlns:a="http://schemas.openxmlformats.org/drawingml/2006/main">
              <a:ext uri="{FF2B5EF4-FFF2-40B4-BE49-F238E27FC236}">
                <a16:creationId xmlns:a16="http://schemas.microsoft.com/office/drawing/2014/main" id="{F1308474-CB68-404A-85F2-0C9059487EBE}"/>
              </a:ext>
            </a:extLst>
          </p:cNvPr>
          <p:cNvSpPr>
            <a:spLocks xmlns:a="http://schemas.openxmlformats.org/drawingml/2006/main" noGrp="1"/>
          </p:cNvSpPr>
          <p:nvPr/>
        </p:nvSpPr>
        <p:spPr>
          <a:xfrm xmlns:a="http://schemas.openxmlformats.org/drawingml/2006/main">
            <a:off x="5038725" y="3933824"/>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81357357" name="">
            <a:extLst xmlns:a="http://schemas.openxmlformats.org/drawingml/2006/main">
              <a:ext uri="{FF2B5EF4-FFF2-40B4-BE49-F238E27FC236}">
                <a16:creationId xmlns:a16="http://schemas.microsoft.com/office/drawing/2014/main" id="{086DBC8B-DE76-4CD1-852B-2DD09D2EB7D6}"/>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Deeper layers combine edges → textures → objects.</a:t>
            </a:r>
          </a:p>
        </p:txBody>
      </p:sp>
      <p:sp>
        <p:nvSpPr>
          <p:cNvPr id="137947420" name="">
            <a:extLst xmlns:a="http://schemas.openxmlformats.org/drawingml/2006/main">
              <a:ext uri="{FF2B5EF4-FFF2-40B4-BE49-F238E27FC236}">
                <a16:creationId xmlns:a16="http://schemas.microsoft.com/office/drawing/2014/main" id="{1033D4FB-5853-4990-A4DF-C32BD2EAD9A9}"/>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202522844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7590333" name="">
            <a:extLst xmlns:a="http://schemas.openxmlformats.org/drawingml/2006/main">
              <a:ext uri="{FF2B5EF4-FFF2-40B4-BE49-F238E27FC236}">
                <a16:creationId xmlns:a16="http://schemas.microsoft.com/office/drawing/2014/main" id="{2DB1D9DD-CC16-484C-981C-9206154D5C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3267950" name="">
            <a:extLst xmlns:a="http://schemas.openxmlformats.org/drawingml/2006/main">
              <a:ext uri="{FF2B5EF4-FFF2-40B4-BE49-F238E27FC236}">
                <a16:creationId xmlns:a16="http://schemas.microsoft.com/office/drawing/2014/main" id="{409EE32D-E105-4FD3-9F52-05D66C1F447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62278910" name="">
            <a:extLst xmlns:a="http://schemas.openxmlformats.org/drawingml/2006/main">
              <a:ext uri="{FF2B5EF4-FFF2-40B4-BE49-F238E27FC236}">
                <a16:creationId xmlns:a16="http://schemas.microsoft.com/office/drawing/2014/main" id="{5B912B59-06C9-43CE-BAD3-0BD6FFDE9F0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459089391" name="">
            <a:extLst xmlns:a="http://schemas.openxmlformats.org/drawingml/2006/main">
              <a:ext uri="{FF2B5EF4-FFF2-40B4-BE49-F238E27FC236}">
                <a16:creationId xmlns:a16="http://schemas.microsoft.com/office/drawing/2014/main" id="{C9674FB9-9B4B-49D5-BD51-E4FBC5EB4E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27</a:t>
            </a:r>
          </a:p>
        </p:txBody>
      </p:sp>
      <p:sp>
        <p:nvSpPr>
          <p:cNvPr id="1982873100" name="">
            <a:extLst xmlns:a="http://schemas.openxmlformats.org/drawingml/2006/main">
              <a:ext uri="{FF2B5EF4-FFF2-40B4-BE49-F238E27FC236}">
                <a16:creationId xmlns:a16="http://schemas.microsoft.com/office/drawing/2014/main" id="{575EA5DC-EBEA-4A30-8C91-0FA98247FA8B}"/>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982873107" name=""/>
          <p:cNvPicPr>
            <a:picLocks xmlns:a="http://schemas.openxmlformats.org/drawingml/2006/main" noChangeAspect="1"/>
          </p:cNvPicPr>
          <p:nvPr/>
        </p:nvPicPr>
        <p:blipFill rotWithShape="1">
          <a:blip xmlns:r="http://schemas.openxmlformats.org/officeDocument/2006/relationships" xmlns:a="http://schemas.openxmlformats.org/drawingml/2006/main" r:embed="Rff34a5d6748647de"/>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852267196" name="">
            <a:extLst xmlns:a="http://schemas.openxmlformats.org/drawingml/2006/main">
              <a:ext uri="{FF2B5EF4-FFF2-40B4-BE49-F238E27FC236}">
                <a16:creationId xmlns:a16="http://schemas.microsoft.com/office/drawing/2014/main" id="{37F832FA-8663-44D2-9442-8E897D2733C9}"/>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1573613976"/>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03920235" name="">
            <a:extLst xmlns:a="http://schemas.openxmlformats.org/drawingml/2006/main">
              <a:ext uri="{FF2B5EF4-FFF2-40B4-BE49-F238E27FC236}">
                <a16:creationId xmlns:a16="http://schemas.microsoft.com/office/drawing/2014/main" id="{2427F590-23FD-4BA4-B09B-4292D9B692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71380439" name="">
            <a:extLst xmlns:a="http://schemas.openxmlformats.org/drawingml/2006/main">
              <a:ext uri="{FF2B5EF4-FFF2-40B4-BE49-F238E27FC236}">
                <a16:creationId xmlns:a16="http://schemas.microsoft.com/office/drawing/2014/main" id="{BF1C70F3-9BCF-4BD9-99E8-69C08FD78ED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608404556" name="">
            <a:extLst xmlns:a="http://schemas.openxmlformats.org/drawingml/2006/main">
              <a:ext uri="{FF2B5EF4-FFF2-40B4-BE49-F238E27FC236}">
                <a16:creationId xmlns:a16="http://schemas.microsoft.com/office/drawing/2014/main" id="{F832E366-B37B-4D3C-BF1F-252451CA4A9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2038265660" name="">
            <a:extLst xmlns:a="http://schemas.openxmlformats.org/drawingml/2006/main">
              <a:ext uri="{FF2B5EF4-FFF2-40B4-BE49-F238E27FC236}">
                <a16:creationId xmlns:a16="http://schemas.microsoft.com/office/drawing/2014/main" id="{FF61AD4E-C3D7-4E5F-8D60-F03B17B632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28</a:t>
            </a:r>
          </a:p>
        </p:txBody>
      </p:sp>
      <p:sp>
        <p:nvSpPr>
          <p:cNvPr id="1642738133" name="">
            <a:extLst xmlns:a="http://schemas.openxmlformats.org/drawingml/2006/main">
              <a:ext uri="{FF2B5EF4-FFF2-40B4-BE49-F238E27FC236}">
                <a16:creationId xmlns:a16="http://schemas.microsoft.com/office/drawing/2014/main" id="{6FDF718C-F4C0-4406-91C1-369D91AFBE61}"/>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850643840" name="">
            <a:extLst xmlns:a="http://schemas.openxmlformats.org/drawingml/2006/main">
              <a:ext uri="{FF2B5EF4-FFF2-40B4-BE49-F238E27FC236}">
                <a16:creationId xmlns:a16="http://schemas.microsoft.com/office/drawing/2014/main" id="{749202F8-FBCD-432F-AEF8-6718B82912A7}"/>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1017679781" name="">
            <a:extLst xmlns:a="http://schemas.openxmlformats.org/drawingml/2006/main">
              <a:ext uri="{FF2B5EF4-FFF2-40B4-BE49-F238E27FC236}">
                <a16:creationId xmlns:a16="http://schemas.microsoft.com/office/drawing/2014/main" id="{E4E7DD85-D2AE-4FF0-9B81-2AD6A47C3029}"/>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849476889" name="">
            <a:extLst xmlns:a="http://schemas.openxmlformats.org/drawingml/2006/main">
              <a:ext uri="{FF2B5EF4-FFF2-40B4-BE49-F238E27FC236}">
                <a16:creationId xmlns:a16="http://schemas.microsoft.com/office/drawing/2014/main" id="{2C030CB0-2FE3-4378-91DA-2268B0B373BB}"/>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661712453" name="">
            <a:extLst xmlns:a="http://schemas.openxmlformats.org/drawingml/2006/main">
              <a:ext uri="{FF2B5EF4-FFF2-40B4-BE49-F238E27FC236}">
                <a16:creationId xmlns:a16="http://schemas.microsoft.com/office/drawing/2014/main" id="{0C955D05-D1E0-4B29-8E4D-62908DD5A641}"/>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814738558" name="">
            <a:extLst xmlns:a="http://schemas.openxmlformats.org/drawingml/2006/main">
              <a:ext uri="{FF2B5EF4-FFF2-40B4-BE49-F238E27FC236}">
                <a16:creationId xmlns:a16="http://schemas.microsoft.com/office/drawing/2014/main" id="{20A008AB-8F6F-43BF-93EA-D75EA968ED6F}"/>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1558336150" name="">
            <a:extLst xmlns:a="http://schemas.openxmlformats.org/drawingml/2006/main">
              <a:ext uri="{FF2B5EF4-FFF2-40B4-BE49-F238E27FC236}">
                <a16:creationId xmlns:a16="http://schemas.microsoft.com/office/drawing/2014/main" id="{F43ABB5C-677B-464F-9773-FE7FA9B98527}"/>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1410040052" name="">
            <a:extLst xmlns:a="http://schemas.openxmlformats.org/drawingml/2006/main">
              <a:ext uri="{FF2B5EF4-FFF2-40B4-BE49-F238E27FC236}">
                <a16:creationId xmlns:a16="http://schemas.microsoft.com/office/drawing/2014/main" id="{23F6F758-B5D7-4846-B91A-D561B371B979}"/>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940875112" name="">
            <a:extLst xmlns:a="http://schemas.openxmlformats.org/drawingml/2006/main">
              <a:ext uri="{FF2B5EF4-FFF2-40B4-BE49-F238E27FC236}">
                <a16:creationId xmlns:a16="http://schemas.microsoft.com/office/drawing/2014/main" id="{7DF391A2-11DC-4C32-99E7-733496297146}"/>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1325281557" name="">
            <a:extLst xmlns:a="http://schemas.openxmlformats.org/drawingml/2006/main">
              <a:ext uri="{FF2B5EF4-FFF2-40B4-BE49-F238E27FC236}">
                <a16:creationId xmlns:a16="http://schemas.microsoft.com/office/drawing/2014/main" id="{49FC418A-D1D8-48DA-85AB-290C223084DF}"/>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527931364" name="">
            <a:extLst xmlns:a="http://schemas.openxmlformats.org/drawingml/2006/main">
              <a:ext uri="{FF2B5EF4-FFF2-40B4-BE49-F238E27FC236}">
                <a16:creationId xmlns:a16="http://schemas.microsoft.com/office/drawing/2014/main" id="{E004FA25-5028-4F4F-92D3-BCED97E0C1A7}"/>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713289507" name="">
            <a:extLst xmlns:a="http://schemas.openxmlformats.org/drawingml/2006/main">
              <a:ext uri="{FF2B5EF4-FFF2-40B4-BE49-F238E27FC236}">
                <a16:creationId xmlns:a16="http://schemas.microsoft.com/office/drawing/2014/main" id="{4CB33474-EEBE-42A9-9B5B-CF2B2133A19C}"/>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473538767" name="">
            <a:extLst xmlns:a="http://schemas.openxmlformats.org/drawingml/2006/main">
              <a:ext uri="{FF2B5EF4-FFF2-40B4-BE49-F238E27FC236}">
                <a16:creationId xmlns:a16="http://schemas.microsoft.com/office/drawing/2014/main" id="{AC1F4397-7CC6-4484-8E31-FCB09BFD577F}"/>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292723" name="">
            <a:extLst xmlns:a="http://schemas.openxmlformats.org/drawingml/2006/main">
              <a:ext uri="{FF2B5EF4-FFF2-40B4-BE49-F238E27FC236}">
                <a16:creationId xmlns:a16="http://schemas.microsoft.com/office/drawing/2014/main" id="{80DCC8BC-8D56-410B-AA35-4FEE792F7EAA}"/>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327092208" name="">
            <a:extLst xmlns:a="http://schemas.openxmlformats.org/drawingml/2006/main">
              <a:ext uri="{FF2B5EF4-FFF2-40B4-BE49-F238E27FC236}">
                <a16:creationId xmlns:a16="http://schemas.microsoft.com/office/drawing/2014/main" id="{44DEB476-ABF7-445C-A536-C1CFEA0C45B3}"/>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1176949748" name="">
            <a:extLst xmlns:a="http://schemas.openxmlformats.org/drawingml/2006/main">
              <a:ext uri="{FF2B5EF4-FFF2-40B4-BE49-F238E27FC236}">
                <a16:creationId xmlns:a16="http://schemas.microsoft.com/office/drawing/2014/main" id="{8EBBBE7B-2577-4FDB-BAE5-66B48168A7D2}"/>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1591407678" name="">
            <a:extLst xmlns:a="http://schemas.openxmlformats.org/drawingml/2006/main">
              <a:ext uri="{FF2B5EF4-FFF2-40B4-BE49-F238E27FC236}">
                <a16:creationId xmlns:a16="http://schemas.microsoft.com/office/drawing/2014/main" id="{03C29B60-8B9F-449E-91BB-4E3DC3D94457}"/>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107924295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89602604" name="">
            <a:extLst xmlns:a="http://schemas.openxmlformats.org/drawingml/2006/main">
              <a:ext uri="{FF2B5EF4-FFF2-40B4-BE49-F238E27FC236}">
                <a16:creationId xmlns:a16="http://schemas.microsoft.com/office/drawing/2014/main" id="{4907D016-8244-4A75-9B4A-9F38D5F047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556299" name="">
            <a:extLst xmlns:a="http://schemas.openxmlformats.org/drawingml/2006/main">
              <a:ext uri="{FF2B5EF4-FFF2-40B4-BE49-F238E27FC236}">
                <a16:creationId xmlns:a16="http://schemas.microsoft.com/office/drawing/2014/main" id="{DC998C9B-9209-4FF6-8D3F-F17C54F7297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512049015" name="">
            <a:extLst xmlns:a="http://schemas.openxmlformats.org/drawingml/2006/main">
              <a:ext uri="{FF2B5EF4-FFF2-40B4-BE49-F238E27FC236}">
                <a16:creationId xmlns:a16="http://schemas.microsoft.com/office/drawing/2014/main" id="{5450975A-285F-4F1A-951E-22DD2A5C35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1473387865" name="">
            <a:extLst xmlns:a="http://schemas.openxmlformats.org/drawingml/2006/main">
              <a:ext uri="{FF2B5EF4-FFF2-40B4-BE49-F238E27FC236}">
                <a16:creationId xmlns:a16="http://schemas.microsoft.com/office/drawing/2014/main" id="{A90CFE5C-ED70-4028-A93D-822C87A781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29</a:t>
            </a:r>
          </a:p>
        </p:txBody>
      </p:sp>
      <p:pic>
        <p:nvPicPr>
          <p:cNvPr id="1512049021" name=""/>
          <p:cNvPicPr>
            <a:picLocks xmlns:a="http://schemas.openxmlformats.org/drawingml/2006/main" noChangeAspect="1"/>
          </p:cNvPicPr>
          <p:nvPr/>
        </p:nvPicPr>
        <p:blipFill rotWithShape="1">
          <a:blip xmlns:r="http://schemas.openxmlformats.org/officeDocument/2006/relationships" xmlns:a="http://schemas.openxmlformats.org/drawingml/2006/main" r:embed="R1cfe1dcc300843ed"/>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6738763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605594" name="">
            <a:extLst xmlns:a="http://schemas.openxmlformats.org/drawingml/2006/main">
              <a:ext uri="{FF2B5EF4-FFF2-40B4-BE49-F238E27FC236}">
                <a16:creationId xmlns:a16="http://schemas.microsoft.com/office/drawing/2014/main" id="{719E9CCA-E832-4900-8BAB-C043DD7BC4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82020854" name="">
            <a:extLst xmlns:a="http://schemas.openxmlformats.org/drawingml/2006/main">
              <a:ext uri="{FF2B5EF4-FFF2-40B4-BE49-F238E27FC236}">
                <a16:creationId xmlns:a16="http://schemas.microsoft.com/office/drawing/2014/main" id="{C097C6CD-5A2E-4579-93BE-14DC66D2900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826648596" name="">
            <a:extLst xmlns:a="http://schemas.openxmlformats.org/drawingml/2006/main">
              <a:ext uri="{FF2B5EF4-FFF2-40B4-BE49-F238E27FC236}">
                <a16:creationId xmlns:a16="http://schemas.microsoft.com/office/drawing/2014/main" id="{824713B2-B4DC-4826-A7B4-64319493B26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183250404" name="">
            <a:extLst xmlns:a="http://schemas.openxmlformats.org/drawingml/2006/main">
              <a:ext uri="{FF2B5EF4-FFF2-40B4-BE49-F238E27FC236}">
                <a16:creationId xmlns:a16="http://schemas.microsoft.com/office/drawing/2014/main" id="{1564C31C-B37D-4E1A-86B8-1D7E91AF100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30</a:t>
            </a:r>
          </a:p>
        </p:txBody>
      </p:sp>
      <p:sp>
        <p:nvSpPr>
          <p:cNvPr id="1906576323" name="">
            <a:extLst xmlns:a="http://schemas.openxmlformats.org/drawingml/2006/main">
              <a:ext uri="{FF2B5EF4-FFF2-40B4-BE49-F238E27FC236}">
                <a16:creationId xmlns:a16="http://schemas.microsoft.com/office/drawing/2014/main" id="{8368C256-993B-48FF-8C4F-773FB64F8340}"/>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713842563" name="">
            <a:extLst xmlns:a="http://schemas.openxmlformats.org/drawingml/2006/main">
              <a:ext uri="{FF2B5EF4-FFF2-40B4-BE49-F238E27FC236}">
                <a16:creationId xmlns:a16="http://schemas.microsoft.com/office/drawing/2014/main" id="{460522C9-7221-4DE6-A55A-195010BB4EC1}"/>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969174602" name="">
            <a:extLst xmlns:a="http://schemas.openxmlformats.org/drawingml/2006/main">
              <a:ext uri="{FF2B5EF4-FFF2-40B4-BE49-F238E27FC236}">
                <a16:creationId xmlns:a16="http://schemas.microsoft.com/office/drawing/2014/main" id="{299DCE46-76C8-4823-AF01-2A131A084DF2}"/>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69245450" name="">
            <a:extLst xmlns:a="http://schemas.openxmlformats.org/drawingml/2006/main">
              <a:ext uri="{FF2B5EF4-FFF2-40B4-BE49-F238E27FC236}">
                <a16:creationId xmlns:a16="http://schemas.microsoft.com/office/drawing/2014/main" id="{3A3EFFB0-D19C-4F66-B3EB-B2E30470D0A3}"/>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93602512" name="">
            <a:extLst xmlns:a="http://schemas.openxmlformats.org/drawingml/2006/main">
              <a:ext uri="{FF2B5EF4-FFF2-40B4-BE49-F238E27FC236}">
                <a16:creationId xmlns:a16="http://schemas.microsoft.com/office/drawing/2014/main" id="{2A7AB605-536F-485C-9FB3-8B3FF24B9246}"/>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881943618" name="">
            <a:extLst xmlns:a="http://schemas.openxmlformats.org/drawingml/2006/main">
              <a:ext uri="{FF2B5EF4-FFF2-40B4-BE49-F238E27FC236}">
                <a16:creationId xmlns:a16="http://schemas.microsoft.com/office/drawing/2014/main" id="{C4DEF922-7829-4EEA-B308-C58D1E2A8DE4}"/>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377672320" name="">
            <a:extLst xmlns:a="http://schemas.openxmlformats.org/drawingml/2006/main">
              <a:ext uri="{FF2B5EF4-FFF2-40B4-BE49-F238E27FC236}">
                <a16:creationId xmlns:a16="http://schemas.microsoft.com/office/drawing/2014/main" id="{B2A10265-24B9-4681-9BE1-9330F1D2E5E5}"/>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000571148" name="">
            <a:extLst xmlns:a="http://schemas.openxmlformats.org/drawingml/2006/main">
              <a:ext uri="{FF2B5EF4-FFF2-40B4-BE49-F238E27FC236}">
                <a16:creationId xmlns:a16="http://schemas.microsoft.com/office/drawing/2014/main" id="{D8A479EF-B5D2-4FA3-BDFC-69DE5D0199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234262455" name="">
            <a:extLst xmlns:a="http://schemas.openxmlformats.org/drawingml/2006/main">
              <a:ext uri="{FF2B5EF4-FFF2-40B4-BE49-F238E27FC236}">
                <a16:creationId xmlns:a16="http://schemas.microsoft.com/office/drawing/2014/main" id="{6C0B4149-929E-49C1-86CE-D258E3FD7F85}"/>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325909978" name="">
            <a:extLst xmlns:a="http://schemas.openxmlformats.org/drawingml/2006/main">
              <a:ext uri="{FF2B5EF4-FFF2-40B4-BE49-F238E27FC236}">
                <a16:creationId xmlns:a16="http://schemas.microsoft.com/office/drawing/2014/main" id="{00D84D68-082D-4C44-B441-30E505C044AA}"/>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945518173" name="">
            <a:extLst xmlns:a="http://schemas.openxmlformats.org/drawingml/2006/main">
              <a:ext uri="{FF2B5EF4-FFF2-40B4-BE49-F238E27FC236}">
                <a16:creationId xmlns:a16="http://schemas.microsoft.com/office/drawing/2014/main" id="{9CFF4226-4BA9-4DA7-B869-4F3F104B841F}"/>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121480323" name="">
            <a:extLst xmlns:a="http://schemas.openxmlformats.org/drawingml/2006/main">
              <a:ext uri="{FF2B5EF4-FFF2-40B4-BE49-F238E27FC236}">
                <a16:creationId xmlns:a16="http://schemas.microsoft.com/office/drawing/2014/main" id="{5D1D6ABD-B0B7-4E3A-B93A-3C2C3396D06A}"/>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570394486" name="">
            <a:extLst xmlns:a="http://schemas.openxmlformats.org/drawingml/2006/main">
              <a:ext uri="{FF2B5EF4-FFF2-40B4-BE49-F238E27FC236}">
                <a16:creationId xmlns:a16="http://schemas.microsoft.com/office/drawing/2014/main" id="{885F2198-7657-47FD-85CF-CADA7F06CA9C}"/>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928509983" name="">
            <a:extLst xmlns:a="http://schemas.openxmlformats.org/drawingml/2006/main">
              <a:ext uri="{FF2B5EF4-FFF2-40B4-BE49-F238E27FC236}">
                <a16:creationId xmlns:a16="http://schemas.microsoft.com/office/drawing/2014/main" id="{4B5D83F3-142A-47C8-BFE7-C0C8D1245D40}"/>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756776669" name="">
            <a:extLst xmlns:a="http://schemas.openxmlformats.org/drawingml/2006/main">
              <a:ext uri="{FF2B5EF4-FFF2-40B4-BE49-F238E27FC236}">
                <a16:creationId xmlns:a16="http://schemas.microsoft.com/office/drawing/2014/main" id="{DE82C702-11AF-4F46-AEAB-0CB682E7FF9D}"/>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928182548" name="">
            <a:extLst xmlns:a="http://schemas.openxmlformats.org/drawingml/2006/main">
              <a:ext uri="{FF2B5EF4-FFF2-40B4-BE49-F238E27FC236}">
                <a16:creationId xmlns:a16="http://schemas.microsoft.com/office/drawing/2014/main" id="{FB2B1FCE-E274-488C-8D12-52E36F950FD4}"/>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064166990" name="">
            <a:extLst xmlns:a="http://schemas.openxmlformats.org/drawingml/2006/main">
              <a:ext uri="{FF2B5EF4-FFF2-40B4-BE49-F238E27FC236}">
                <a16:creationId xmlns:a16="http://schemas.microsoft.com/office/drawing/2014/main" id="{5ADC9658-98B9-462E-B33E-D016E9D9384A}"/>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935771942" name="">
            <a:extLst xmlns:a="http://schemas.openxmlformats.org/drawingml/2006/main">
              <a:ext uri="{FF2B5EF4-FFF2-40B4-BE49-F238E27FC236}">
                <a16:creationId xmlns:a16="http://schemas.microsoft.com/office/drawing/2014/main" id="{37B68181-1DFA-4CCB-9A1E-D51801D7EF00}"/>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50770127" name="">
            <a:extLst xmlns:a="http://schemas.openxmlformats.org/drawingml/2006/main">
              <a:ext uri="{FF2B5EF4-FFF2-40B4-BE49-F238E27FC236}">
                <a16:creationId xmlns:a16="http://schemas.microsoft.com/office/drawing/2014/main" id="{98330509-4C54-4C98-8006-F7EC29116294}"/>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657162876" name="">
            <a:extLst xmlns:a="http://schemas.openxmlformats.org/drawingml/2006/main">
              <a:ext uri="{FF2B5EF4-FFF2-40B4-BE49-F238E27FC236}">
                <a16:creationId xmlns:a16="http://schemas.microsoft.com/office/drawing/2014/main" id="{FBE679EE-79BC-458E-A6DE-9074B5A5B21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853229097" name="">
            <a:extLst xmlns:a="http://schemas.openxmlformats.org/drawingml/2006/main">
              <a:ext uri="{FF2B5EF4-FFF2-40B4-BE49-F238E27FC236}">
                <a16:creationId xmlns:a16="http://schemas.microsoft.com/office/drawing/2014/main" id="{7623DE5F-B536-45D9-8506-B4295C5F2FCD}"/>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466949097" name="">
            <a:extLst xmlns:a="http://schemas.openxmlformats.org/drawingml/2006/main">
              <a:ext uri="{FF2B5EF4-FFF2-40B4-BE49-F238E27FC236}">
                <a16:creationId xmlns:a16="http://schemas.microsoft.com/office/drawing/2014/main" id="{3E87115E-38FC-44EE-8470-2D16EEA4BF3C}"/>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38396105" name="">
            <a:extLst xmlns:a="http://schemas.openxmlformats.org/drawingml/2006/main">
              <a:ext uri="{FF2B5EF4-FFF2-40B4-BE49-F238E27FC236}">
                <a16:creationId xmlns:a16="http://schemas.microsoft.com/office/drawing/2014/main" id="{15CF71A7-1607-4182-8684-E7BBF73A5A6A}"/>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227167136" name="">
            <a:extLst xmlns:a="http://schemas.openxmlformats.org/drawingml/2006/main">
              <a:ext uri="{FF2B5EF4-FFF2-40B4-BE49-F238E27FC236}">
                <a16:creationId xmlns:a16="http://schemas.microsoft.com/office/drawing/2014/main" id="{07C7BE08-5438-4F25-A4C8-F61C891C485B}"/>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303371463" name="">
            <a:extLst xmlns:a="http://schemas.openxmlformats.org/drawingml/2006/main">
              <a:ext uri="{FF2B5EF4-FFF2-40B4-BE49-F238E27FC236}">
                <a16:creationId xmlns:a16="http://schemas.microsoft.com/office/drawing/2014/main" id="{7F0F0E61-DA2D-4391-9180-8A419C27A9E8}"/>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303264547" name="">
            <a:extLst xmlns:a="http://schemas.openxmlformats.org/drawingml/2006/main">
              <a:ext uri="{FF2B5EF4-FFF2-40B4-BE49-F238E27FC236}">
                <a16:creationId xmlns:a16="http://schemas.microsoft.com/office/drawing/2014/main" id="{5D8DEF94-F0A8-48B1-9543-0D5D1A54E4C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33050033" name="">
            <a:extLst xmlns:a="http://schemas.openxmlformats.org/drawingml/2006/main">
              <a:ext uri="{FF2B5EF4-FFF2-40B4-BE49-F238E27FC236}">
                <a16:creationId xmlns:a16="http://schemas.microsoft.com/office/drawing/2014/main" id="{91746F18-3621-4362-96D3-984D104EE0D3}"/>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878246071" name="">
            <a:extLst xmlns:a="http://schemas.openxmlformats.org/drawingml/2006/main">
              <a:ext uri="{FF2B5EF4-FFF2-40B4-BE49-F238E27FC236}">
                <a16:creationId xmlns:a16="http://schemas.microsoft.com/office/drawing/2014/main" id="{707D5695-A904-457A-BD80-435A70D4D7BD}"/>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966688596" name="">
            <a:extLst xmlns:a="http://schemas.openxmlformats.org/drawingml/2006/main">
              <a:ext uri="{FF2B5EF4-FFF2-40B4-BE49-F238E27FC236}">
                <a16:creationId xmlns:a16="http://schemas.microsoft.com/office/drawing/2014/main" id="{533E5E1B-134F-47EC-8FB8-947734C22FB3}"/>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92084209" name="">
            <a:extLst xmlns:a="http://schemas.openxmlformats.org/drawingml/2006/main">
              <a:ext uri="{FF2B5EF4-FFF2-40B4-BE49-F238E27FC236}">
                <a16:creationId xmlns:a16="http://schemas.microsoft.com/office/drawing/2014/main" id="{BBC62E0A-8FB0-48D9-8F04-33BD20D1BFE2}"/>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719821600" name="">
            <a:extLst xmlns:a="http://schemas.openxmlformats.org/drawingml/2006/main">
              <a:ext uri="{FF2B5EF4-FFF2-40B4-BE49-F238E27FC236}">
                <a16:creationId xmlns:a16="http://schemas.microsoft.com/office/drawing/2014/main" id="{ABBB5863-755A-4B40-B232-798DF55FF39F}"/>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405005536"/>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6075" name="Rectangle 935271156">
            <a:extLst xmlns:a="http://schemas.openxmlformats.org/drawingml/2006/main">
              <a:ext uri="{FF2B5EF4-FFF2-40B4-BE49-F238E27FC236}">
                <a16:creationId xmlns:a16="http://schemas.microsoft.com/office/drawing/2014/main" id="{71E560C6-8346-4362-84A9-2D045C49D76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465815109" name="Rectangle 251777344">
            <a:extLst xmlns:a="http://schemas.openxmlformats.org/drawingml/2006/main">
              <a:ext uri="{FF2B5EF4-FFF2-40B4-BE49-F238E27FC236}">
                <a16:creationId xmlns:a16="http://schemas.microsoft.com/office/drawing/2014/main" id="{267D3C3B-F722-41AF-A3E0-89C1847BF8D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875640130" name="Rectangle: Rounded Corners 1456392341">
            <a:extLst xmlns:a="http://schemas.openxmlformats.org/drawingml/2006/main">
              <a:ext uri="{FF2B5EF4-FFF2-40B4-BE49-F238E27FC236}">
                <a16:creationId xmlns:a16="http://schemas.microsoft.com/office/drawing/2014/main" id="{75A9216A-F5B0-4BBD-B8C1-D0F8B95A912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2312513" name="Rectangle: Rounded Corners 1987074982">
            <a:extLst xmlns:a="http://schemas.openxmlformats.org/drawingml/2006/main">
              <a:ext uri="{FF2B5EF4-FFF2-40B4-BE49-F238E27FC236}">
                <a16:creationId xmlns:a16="http://schemas.microsoft.com/office/drawing/2014/main" id="{C70C3FB9-FA66-41E9-B0F2-C9E6F91716E5}"/>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386753" name="Rectangle 1286956634">
            <a:extLst xmlns:a="http://schemas.openxmlformats.org/drawingml/2006/main">
              <a:ext uri="{FF2B5EF4-FFF2-40B4-BE49-F238E27FC236}">
                <a16:creationId xmlns:a16="http://schemas.microsoft.com/office/drawing/2014/main" id="{5BC5AF9E-D811-41E7-8ADE-D36BD1B7B3D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13693703" name="Rectangle 399762638">
            <a:extLst xmlns:a="http://schemas.openxmlformats.org/drawingml/2006/main">
              <a:ext uri="{FF2B5EF4-FFF2-40B4-BE49-F238E27FC236}">
                <a16:creationId xmlns:a16="http://schemas.microsoft.com/office/drawing/2014/main" id="{E9D00725-58B0-40EF-9A22-576EED93C723}"/>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80586251" name="Rectangle 1233632033">
            <a:extLst xmlns:a="http://schemas.openxmlformats.org/drawingml/2006/main">
              <a:ext uri="{FF2B5EF4-FFF2-40B4-BE49-F238E27FC236}">
                <a16:creationId xmlns:a16="http://schemas.microsoft.com/office/drawing/2014/main" id="{F0E5E18F-115D-4565-8471-33CFA3F22ED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321641172" name="Rectangle 987778106">
            <a:extLst xmlns:a="http://schemas.openxmlformats.org/drawingml/2006/main">
              <a:ext uri="{FF2B5EF4-FFF2-40B4-BE49-F238E27FC236}">
                <a16:creationId xmlns:a16="http://schemas.microsoft.com/office/drawing/2014/main" id="{739307FA-B578-4411-BD45-363410316150}"/>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053899142" name="Rectangle 1495975732">
            <a:extLst xmlns:a="http://schemas.openxmlformats.org/drawingml/2006/main">
              <a:ext uri="{FF2B5EF4-FFF2-40B4-BE49-F238E27FC236}">
                <a16:creationId xmlns:a16="http://schemas.microsoft.com/office/drawing/2014/main" id="{B5E9B07E-7A41-4592-8C68-B893712E15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31</a:t>
            </a:r>
          </a:p>
        </p:txBody>
      </p:sp>
      <p:pic>
        <p:nvPicPr>
          <p:cNvPr id="1875640141"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53b35c0f4b24f69"/>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9971042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2458334" name="Rectangle 935271156">
            <a:extLst xmlns:a="http://schemas.openxmlformats.org/drawingml/2006/main">
              <a:ext uri="{FF2B5EF4-FFF2-40B4-BE49-F238E27FC236}">
                <a16:creationId xmlns:a16="http://schemas.microsoft.com/office/drawing/2014/main" id="{FE229283-668C-449A-A616-5BC63FE37D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368090041" name="Rectangle 251777344">
            <a:extLst xmlns:a="http://schemas.openxmlformats.org/drawingml/2006/main">
              <a:ext uri="{FF2B5EF4-FFF2-40B4-BE49-F238E27FC236}">
                <a16:creationId xmlns:a16="http://schemas.microsoft.com/office/drawing/2014/main" id="{4BCFEA43-7AD6-43F3-B74C-88C9818F694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549031365" name="Rectangle 1495975732">
            <a:extLst xmlns:a="http://schemas.openxmlformats.org/drawingml/2006/main">
              <a:ext uri="{FF2B5EF4-FFF2-40B4-BE49-F238E27FC236}">
                <a16:creationId xmlns:a16="http://schemas.microsoft.com/office/drawing/2014/main" id="{D71C2A80-233F-4CB1-A582-444A2143FC0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32</a:t>
            </a:r>
          </a:p>
        </p:txBody>
      </p:sp>
      <p:sp>
        <p:nvSpPr>
          <p:cNvPr id="1073258182" name="">
            <a:extLst xmlns:a="http://schemas.openxmlformats.org/drawingml/2006/main">
              <a:ext uri="{FF2B5EF4-FFF2-40B4-BE49-F238E27FC236}">
                <a16:creationId xmlns:a16="http://schemas.microsoft.com/office/drawing/2014/main" id="{D78DD29A-0DE8-47E5-8CFE-51552CA1100A}"/>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26212805" name="">
            <a:extLst xmlns:a="http://schemas.openxmlformats.org/drawingml/2006/main">
              <a:ext uri="{FF2B5EF4-FFF2-40B4-BE49-F238E27FC236}">
                <a16:creationId xmlns:a16="http://schemas.microsoft.com/office/drawing/2014/main" id="{5BC8480F-77BF-45C8-A7AE-A5EED108705F}"/>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12794745" name="">
            <a:extLst xmlns:a="http://schemas.openxmlformats.org/drawingml/2006/main">
              <a:ext uri="{FF2B5EF4-FFF2-40B4-BE49-F238E27FC236}">
                <a16:creationId xmlns:a16="http://schemas.microsoft.com/office/drawing/2014/main" id="{181B7867-89A5-46F0-A6F7-AFD870311E93}"/>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1461007705" name="">
            <a:extLst xmlns:a="http://schemas.openxmlformats.org/drawingml/2006/main">
              <a:ext uri="{FF2B5EF4-FFF2-40B4-BE49-F238E27FC236}">
                <a16:creationId xmlns:a16="http://schemas.microsoft.com/office/drawing/2014/main" id="{25AEE2BC-65DD-4285-AD40-2C3E975D734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279736927" name="">
            <a:extLst xmlns:a="http://schemas.openxmlformats.org/drawingml/2006/main">
              <a:ext uri="{FF2B5EF4-FFF2-40B4-BE49-F238E27FC236}">
                <a16:creationId xmlns:a16="http://schemas.microsoft.com/office/drawing/2014/main" id="{8B586F0D-7B04-4B8E-8ED4-FD820E2D9BE6}"/>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1115151554" name="">
            <a:extLst xmlns:a="http://schemas.openxmlformats.org/drawingml/2006/main">
              <a:ext uri="{FF2B5EF4-FFF2-40B4-BE49-F238E27FC236}">
                <a16:creationId xmlns:a16="http://schemas.microsoft.com/office/drawing/2014/main" id="{C190064D-26B5-4188-A419-32EDE7950CD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1619670976" name="">
            <a:extLst xmlns:a="http://schemas.openxmlformats.org/drawingml/2006/main">
              <a:ext uri="{FF2B5EF4-FFF2-40B4-BE49-F238E27FC236}">
                <a16:creationId xmlns:a16="http://schemas.microsoft.com/office/drawing/2014/main" id="{64D5B720-6538-4B0C-9D80-127924B3204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43333567" name="">
            <a:extLst xmlns:a="http://schemas.openxmlformats.org/drawingml/2006/main">
              <a:ext uri="{FF2B5EF4-FFF2-40B4-BE49-F238E27FC236}">
                <a16:creationId xmlns:a16="http://schemas.microsoft.com/office/drawing/2014/main" id="{CD9DB8A5-B007-4FCF-BE96-48767A9172FA}"/>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57660028" name="">
            <a:extLst xmlns:a="http://schemas.openxmlformats.org/drawingml/2006/main">
              <a:ext uri="{FF2B5EF4-FFF2-40B4-BE49-F238E27FC236}">
                <a16:creationId xmlns:a16="http://schemas.microsoft.com/office/drawing/2014/main" id="{0DB103F4-AAF3-4AD0-9BAE-860C545261E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45208639" name="">
            <a:extLst xmlns:a="http://schemas.openxmlformats.org/drawingml/2006/main">
              <a:ext uri="{FF2B5EF4-FFF2-40B4-BE49-F238E27FC236}">
                <a16:creationId xmlns:a16="http://schemas.microsoft.com/office/drawing/2014/main" id="{5A3736B8-34AB-4020-AFB5-AB8C5B4892C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609950338" name="">
            <a:extLst xmlns:a="http://schemas.openxmlformats.org/drawingml/2006/main">
              <a:ext uri="{FF2B5EF4-FFF2-40B4-BE49-F238E27FC236}">
                <a16:creationId xmlns:a16="http://schemas.microsoft.com/office/drawing/2014/main" id="{15981DAD-CFD5-4354-88DC-BE054C621E7C}"/>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43182339" name="">
            <a:extLst xmlns:a="http://schemas.openxmlformats.org/drawingml/2006/main">
              <a:ext uri="{FF2B5EF4-FFF2-40B4-BE49-F238E27FC236}">
                <a16:creationId xmlns:a16="http://schemas.microsoft.com/office/drawing/2014/main" id="{C44CCBDC-9A0A-4D95-942F-CF5B24CFA00B}"/>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785359654" name="">
            <a:extLst xmlns:a="http://schemas.openxmlformats.org/drawingml/2006/main">
              <a:ext uri="{FF2B5EF4-FFF2-40B4-BE49-F238E27FC236}">
                <a16:creationId xmlns:a16="http://schemas.microsoft.com/office/drawing/2014/main" id="{9CF43259-58A9-46CB-8D90-5D2D6A4B0671}"/>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55638667" name="">
            <a:extLst xmlns:a="http://schemas.openxmlformats.org/drawingml/2006/main">
              <a:ext uri="{FF2B5EF4-FFF2-40B4-BE49-F238E27FC236}">
                <a16:creationId xmlns:a16="http://schemas.microsoft.com/office/drawing/2014/main" id="{A87BB411-1432-4A11-9190-0F21C86B7E0E}"/>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940954366" name="">
            <a:extLst xmlns:a="http://schemas.openxmlformats.org/drawingml/2006/main">
              <a:ext uri="{FF2B5EF4-FFF2-40B4-BE49-F238E27FC236}">
                <a16:creationId xmlns:a16="http://schemas.microsoft.com/office/drawing/2014/main" id="{833DCFE4-B4C4-4A7B-B8FA-CAAC2333799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693332807" name="">
            <a:extLst xmlns:a="http://schemas.openxmlformats.org/drawingml/2006/main">
              <a:ext uri="{FF2B5EF4-FFF2-40B4-BE49-F238E27FC236}">
                <a16:creationId xmlns:a16="http://schemas.microsoft.com/office/drawing/2014/main" id="{3A31987B-E065-4C38-ABF5-2A80AD083E5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26968987" name="">
            <a:extLst xmlns:a="http://schemas.openxmlformats.org/drawingml/2006/main">
              <a:ext uri="{FF2B5EF4-FFF2-40B4-BE49-F238E27FC236}">
                <a16:creationId xmlns:a16="http://schemas.microsoft.com/office/drawing/2014/main" id="{D0B1814E-FEEC-44E3-9810-5514934769B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51762914" name="">
            <a:extLst xmlns:a="http://schemas.openxmlformats.org/drawingml/2006/main">
              <a:ext uri="{FF2B5EF4-FFF2-40B4-BE49-F238E27FC236}">
                <a16:creationId xmlns:a16="http://schemas.microsoft.com/office/drawing/2014/main" id="{84A9C7C1-6440-4D35-9349-B7A428EA705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65425088" name="">
            <a:extLst xmlns:a="http://schemas.openxmlformats.org/drawingml/2006/main">
              <a:ext uri="{FF2B5EF4-FFF2-40B4-BE49-F238E27FC236}">
                <a16:creationId xmlns:a16="http://schemas.microsoft.com/office/drawing/2014/main" id="{617B09D4-2DDB-406A-8C10-32F93D22EF1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45865222" name="">
            <a:extLst xmlns:a="http://schemas.openxmlformats.org/drawingml/2006/main">
              <a:ext uri="{FF2B5EF4-FFF2-40B4-BE49-F238E27FC236}">
                <a16:creationId xmlns:a16="http://schemas.microsoft.com/office/drawing/2014/main" id="{0DFEF38B-5F7B-465E-ABAF-27F2237856FB}"/>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416834569" name="">
            <a:extLst xmlns:a="http://schemas.openxmlformats.org/drawingml/2006/main">
              <a:ext uri="{FF2B5EF4-FFF2-40B4-BE49-F238E27FC236}">
                <a16:creationId xmlns:a16="http://schemas.microsoft.com/office/drawing/2014/main" id="{169709D5-7F65-413B-B649-3CCE5F39C180}"/>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75380548" name="">
            <a:extLst xmlns:a="http://schemas.openxmlformats.org/drawingml/2006/main">
              <a:ext uri="{FF2B5EF4-FFF2-40B4-BE49-F238E27FC236}">
                <a16:creationId xmlns:a16="http://schemas.microsoft.com/office/drawing/2014/main" id="{C5D71F81-EFEB-4673-B783-D72441DE4FAF}"/>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764041" name="">
            <a:extLst xmlns:a="http://schemas.openxmlformats.org/drawingml/2006/main">
              <a:ext uri="{FF2B5EF4-FFF2-40B4-BE49-F238E27FC236}">
                <a16:creationId xmlns:a16="http://schemas.microsoft.com/office/drawing/2014/main" id="{09017522-E8B2-4B73-B081-4994BCC05171}"/>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03501064" name="">
            <a:extLst xmlns:a="http://schemas.openxmlformats.org/drawingml/2006/main">
              <a:ext uri="{FF2B5EF4-FFF2-40B4-BE49-F238E27FC236}">
                <a16:creationId xmlns:a16="http://schemas.microsoft.com/office/drawing/2014/main" id="{75CD0912-983D-4CCB-8E34-D8D07B84032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60762690" name="">
            <a:extLst xmlns:a="http://schemas.openxmlformats.org/drawingml/2006/main">
              <a:ext uri="{FF2B5EF4-FFF2-40B4-BE49-F238E27FC236}">
                <a16:creationId xmlns:a16="http://schemas.microsoft.com/office/drawing/2014/main" id="{169B3B09-6A73-4BEA-84CB-3785AA051ED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27588093" name="">
            <a:extLst xmlns:a="http://schemas.openxmlformats.org/drawingml/2006/main">
              <a:ext uri="{FF2B5EF4-FFF2-40B4-BE49-F238E27FC236}">
                <a16:creationId xmlns:a16="http://schemas.microsoft.com/office/drawing/2014/main" id="{470A53CC-D892-4E22-872A-B5FE6858C5A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35481053" name="">
            <a:extLst xmlns:a="http://schemas.openxmlformats.org/drawingml/2006/main">
              <a:ext uri="{FF2B5EF4-FFF2-40B4-BE49-F238E27FC236}">
                <a16:creationId xmlns:a16="http://schemas.microsoft.com/office/drawing/2014/main" id="{21DD9B69-AF9D-4B95-BEB7-2027AD46C1D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664930943" name="">
            <a:extLst xmlns:a="http://schemas.openxmlformats.org/drawingml/2006/main">
              <a:ext uri="{FF2B5EF4-FFF2-40B4-BE49-F238E27FC236}">
                <a16:creationId xmlns:a16="http://schemas.microsoft.com/office/drawing/2014/main" id="{5739600F-4C73-48F9-A03B-E2549411554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48230013" name="">
            <a:extLst xmlns:a="http://schemas.openxmlformats.org/drawingml/2006/main">
              <a:ext uri="{FF2B5EF4-FFF2-40B4-BE49-F238E27FC236}">
                <a16:creationId xmlns:a16="http://schemas.microsoft.com/office/drawing/2014/main" id="{18A78C66-F96C-4925-8969-CACCA774DE4C}"/>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82970706" name="">
            <a:extLst xmlns:a="http://schemas.openxmlformats.org/drawingml/2006/main">
              <a:ext uri="{FF2B5EF4-FFF2-40B4-BE49-F238E27FC236}">
                <a16:creationId xmlns:a16="http://schemas.microsoft.com/office/drawing/2014/main" id="{F4F8D4F4-DFA6-4FC6-A33F-9A37DD591A5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78376783" name="">
            <a:extLst xmlns:a="http://schemas.openxmlformats.org/drawingml/2006/main">
              <a:ext uri="{FF2B5EF4-FFF2-40B4-BE49-F238E27FC236}">
                <a16:creationId xmlns:a16="http://schemas.microsoft.com/office/drawing/2014/main" id="{C0E592F2-8382-4042-86E7-674DEA8E0A0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32450152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280467" name="Rectangle 935271156">
            <a:extLst xmlns:a="http://schemas.openxmlformats.org/drawingml/2006/main">
              <a:ext uri="{FF2B5EF4-FFF2-40B4-BE49-F238E27FC236}">
                <a16:creationId xmlns:a16="http://schemas.microsoft.com/office/drawing/2014/main" id="{1AE0ED63-7B90-4C5E-9F78-028AF45019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885125887" name="Rectangle 251777344">
            <a:extLst xmlns:a="http://schemas.openxmlformats.org/drawingml/2006/main">
              <a:ext uri="{FF2B5EF4-FFF2-40B4-BE49-F238E27FC236}">
                <a16:creationId xmlns:a16="http://schemas.microsoft.com/office/drawing/2014/main" id="{7C76FFE7-4D4D-454C-B8A2-B0A968C2A3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360939014" name="Rectangle 1495975732">
            <a:extLst xmlns:a="http://schemas.openxmlformats.org/drawingml/2006/main">
              <a:ext uri="{FF2B5EF4-FFF2-40B4-BE49-F238E27FC236}">
                <a16:creationId xmlns:a16="http://schemas.microsoft.com/office/drawing/2014/main" id="{2D8B4DCF-63FB-4ABB-93A9-6D68B3CC506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33</a:t>
            </a:r>
          </a:p>
        </p:txBody>
      </p:sp>
      <p:sp>
        <p:nvSpPr>
          <p:cNvPr id="1430704303" name="">
            <a:extLst xmlns:a="http://schemas.openxmlformats.org/drawingml/2006/main">
              <a:ext uri="{FF2B5EF4-FFF2-40B4-BE49-F238E27FC236}">
                <a16:creationId xmlns:a16="http://schemas.microsoft.com/office/drawing/2014/main" id="{4A01E0F4-3E02-4C90-A963-87A9334C5890}"/>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1012559161" name="">
            <a:extLst xmlns:a="http://schemas.openxmlformats.org/drawingml/2006/main">
              <a:ext uri="{FF2B5EF4-FFF2-40B4-BE49-F238E27FC236}">
                <a16:creationId xmlns:a16="http://schemas.microsoft.com/office/drawing/2014/main" id="{C714E6C4-431E-43A3-BF32-B7AB0174507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1158417424" name="">
            <a:extLst xmlns:a="http://schemas.openxmlformats.org/drawingml/2006/main">
              <a:ext uri="{FF2B5EF4-FFF2-40B4-BE49-F238E27FC236}">
                <a16:creationId xmlns:a16="http://schemas.microsoft.com/office/drawing/2014/main" id="{B5435024-E818-4603-A267-3E9165A60E98}"/>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427464005" name="">
            <a:extLst xmlns:a="http://schemas.openxmlformats.org/drawingml/2006/main">
              <a:ext uri="{FF2B5EF4-FFF2-40B4-BE49-F238E27FC236}">
                <a16:creationId xmlns:a16="http://schemas.microsoft.com/office/drawing/2014/main" id="{3225F4A4-7C88-4BC2-844E-605D79162452}"/>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215861249" name="">
            <a:extLst xmlns:a="http://schemas.openxmlformats.org/drawingml/2006/main">
              <a:ext uri="{FF2B5EF4-FFF2-40B4-BE49-F238E27FC236}">
                <a16:creationId xmlns:a16="http://schemas.microsoft.com/office/drawing/2014/main" id="{775558A0-BA27-4227-A9EB-121E6399C4DA}"/>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49351608" name="">
            <a:extLst xmlns:a="http://schemas.openxmlformats.org/drawingml/2006/main">
              <a:ext uri="{FF2B5EF4-FFF2-40B4-BE49-F238E27FC236}">
                <a16:creationId xmlns:a16="http://schemas.microsoft.com/office/drawing/2014/main" id="{488E77B4-30A8-45F3-B54E-FB014FBFC52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927723799" name="">
            <a:extLst xmlns:a="http://schemas.openxmlformats.org/drawingml/2006/main">
              <a:ext uri="{FF2B5EF4-FFF2-40B4-BE49-F238E27FC236}">
                <a16:creationId xmlns:a16="http://schemas.microsoft.com/office/drawing/2014/main" id="{36A31D57-4064-4398-9C52-3E05CB76020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29236222" name="">
            <a:extLst xmlns:a="http://schemas.openxmlformats.org/drawingml/2006/main">
              <a:ext uri="{FF2B5EF4-FFF2-40B4-BE49-F238E27FC236}">
                <a16:creationId xmlns:a16="http://schemas.microsoft.com/office/drawing/2014/main" id="{33BFF34E-0BA1-4D24-B58D-64EF09460A6A}"/>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41621472" name="">
            <a:extLst xmlns:a="http://schemas.openxmlformats.org/drawingml/2006/main">
              <a:ext uri="{FF2B5EF4-FFF2-40B4-BE49-F238E27FC236}">
                <a16:creationId xmlns:a16="http://schemas.microsoft.com/office/drawing/2014/main" id="{FFAB760E-AA3D-4FF0-9E6A-9E061662B87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1239363629" name="">
            <a:extLst xmlns:a="http://schemas.openxmlformats.org/drawingml/2006/main">
              <a:ext uri="{FF2B5EF4-FFF2-40B4-BE49-F238E27FC236}">
                <a16:creationId xmlns:a16="http://schemas.microsoft.com/office/drawing/2014/main" id="{98919730-A526-4758-9DCD-AA78387C01C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08606351" name="">
            <a:extLst xmlns:a="http://schemas.openxmlformats.org/drawingml/2006/main">
              <a:ext uri="{FF2B5EF4-FFF2-40B4-BE49-F238E27FC236}">
                <a16:creationId xmlns:a16="http://schemas.microsoft.com/office/drawing/2014/main" id="{52D76AFF-CA34-48BA-8791-9CDAA7C6159E}"/>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449320914" name="">
            <a:extLst xmlns:a="http://schemas.openxmlformats.org/drawingml/2006/main">
              <a:ext uri="{FF2B5EF4-FFF2-40B4-BE49-F238E27FC236}">
                <a16:creationId xmlns:a16="http://schemas.microsoft.com/office/drawing/2014/main" id="{50C3913E-FBBF-4A48-9887-EFBAFF96578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72799237" name="">
            <a:extLst xmlns:a="http://schemas.openxmlformats.org/drawingml/2006/main">
              <a:ext uri="{FF2B5EF4-FFF2-40B4-BE49-F238E27FC236}">
                <a16:creationId xmlns:a16="http://schemas.microsoft.com/office/drawing/2014/main" id="{16A9BBB8-EBCD-44D5-A037-AFF023CD620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9541052" name="">
            <a:extLst xmlns:a="http://schemas.openxmlformats.org/drawingml/2006/main">
              <a:ext uri="{FF2B5EF4-FFF2-40B4-BE49-F238E27FC236}">
                <a16:creationId xmlns:a16="http://schemas.microsoft.com/office/drawing/2014/main" id="{C91A4562-A1C9-4B81-9C8A-E36129AAA73C}"/>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08467907" name="">
            <a:extLst xmlns:a="http://schemas.openxmlformats.org/drawingml/2006/main">
              <a:ext uri="{FF2B5EF4-FFF2-40B4-BE49-F238E27FC236}">
                <a16:creationId xmlns:a16="http://schemas.microsoft.com/office/drawing/2014/main" id="{250901C8-A922-4B72-B80C-DA91EF13856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3089443" name="">
            <a:extLst xmlns:a="http://schemas.openxmlformats.org/drawingml/2006/main">
              <a:ext uri="{FF2B5EF4-FFF2-40B4-BE49-F238E27FC236}">
                <a16:creationId xmlns:a16="http://schemas.microsoft.com/office/drawing/2014/main" id="{E924ED10-3F51-4628-B31C-631986A74F84}"/>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05397230" name="">
            <a:extLst xmlns:a="http://schemas.openxmlformats.org/drawingml/2006/main">
              <a:ext uri="{FF2B5EF4-FFF2-40B4-BE49-F238E27FC236}">
                <a16:creationId xmlns:a16="http://schemas.microsoft.com/office/drawing/2014/main" id="{85D85D98-F139-477C-B328-F439E3440AD4}"/>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50580430" name="">
            <a:extLst xmlns:a="http://schemas.openxmlformats.org/drawingml/2006/main">
              <a:ext uri="{FF2B5EF4-FFF2-40B4-BE49-F238E27FC236}">
                <a16:creationId xmlns:a16="http://schemas.microsoft.com/office/drawing/2014/main" id="{76B4C5B6-3E20-4A3F-AE25-A9FB6396878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353970453" name="">
            <a:extLst xmlns:a="http://schemas.openxmlformats.org/drawingml/2006/main">
              <a:ext uri="{FF2B5EF4-FFF2-40B4-BE49-F238E27FC236}">
                <a16:creationId xmlns:a16="http://schemas.microsoft.com/office/drawing/2014/main" id="{7E26FD93-D138-498B-9B2F-F3CEC31B1422}"/>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06273478" name="">
            <a:extLst xmlns:a="http://schemas.openxmlformats.org/drawingml/2006/main">
              <a:ext uri="{FF2B5EF4-FFF2-40B4-BE49-F238E27FC236}">
                <a16:creationId xmlns:a16="http://schemas.microsoft.com/office/drawing/2014/main" id="{4C6483E0-7C7C-4763-9BCC-D58B5D8A1DC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6207926" name="">
            <a:extLst xmlns:a="http://schemas.openxmlformats.org/drawingml/2006/main">
              <a:ext uri="{FF2B5EF4-FFF2-40B4-BE49-F238E27FC236}">
                <a16:creationId xmlns:a16="http://schemas.microsoft.com/office/drawing/2014/main" id="{293E2852-0474-4593-904B-82BD3B56D1D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458049315" name="">
            <a:extLst xmlns:a="http://schemas.openxmlformats.org/drawingml/2006/main">
              <a:ext uri="{FF2B5EF4-FFF2-40B4-BE49-F238E27FC236}">
                <a16:creationId xmlns:a16="http://schemas.microsoft.com/office/drawing/2014/main" id="{69AE30B3-B5BB-48AB-91D8-E8EAB1FF05E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206745482" name="">
            <a:extLst xmlns:a="http://schemas.openxmlformats.org/drawingml/2006/main">
              <a:ext uri="{FF2B5EF4-FFF2-40B4-BE49-F238E27FC236}">
                <a16:creationId xmlns:a16="http://schemas.microsoft.com/office/drawing/2014/main" id="{85F71CD4-E4E3-465A-812B-4ACBF0EE567D}"/>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93735715" name="">
            <a:extLst xmlns:a="http://schemas.openxmlformats.org/drawingml/2006/main">
              <a:ext uri="{FF2B5EF4-FFF2-40B4-BE49-F238E27FC236}">
                <a16:creationId xmlns:a16="http://schemas.microsoft.com/office/drawing/2014/main" id="{FB2233A6-9DE9-41BA-A888-F06A962B9004}"/>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547570179" name="">
            <a:extLst xmlns:a="http://schemas.openxmlformats.org/drawingml/2006/main">
              <a:ext uri="{FF2B5EF4-FFF2-40B4-BE49-F238E27FC236}">
                <a16:creationId xmlns:a16="http://schemas.microsoft.com/office/drawing/2014/main" id="{AB1555D8-1C2D-49D0-9F12-969D7DF64DC7}"/>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68051657" name="">
            <a:extLst xmlns:a="http://schemas.openxmlformats.org/drawingml/2006/main">
              <a:ext uri="{FF2B5EF4-FFF2-40B4-BE49-F238E27FC236}">
                <a16:creationId xmlns:a16="http://schemas.microsoft.com/office/drawing/2014/main" id="{11C6F229-75BE-4D87-9C34-BDA3003FCCDB}"/>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83507331" name="">
            <a:extLst xmlns:a="http://schemas.openxmlformats.org/drawingml/2006/main">
              <a:ext uri="{FF2B5EF4-FFF2-40B4-BE49-F238E27FC236}">
                <a16:creationId xmlns:a16="http://schemas.microsoft.com/office/drawing/2014/main" id="{54810BE4-1A42-48C1-8D46-A06CFB09F5B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197472557" name="">
            <a:extLst xmlns:a="http://schemas.openxmlformats.org/drawingml/2006/main">
              <a:ext uri="{FF2B5EF4-FFF2-40B4-BE49-F238E27FC236}">
                <a16:creationId xmlns:a16="http://schemas.microsoft.com/office/drawing/2014/main" id="{7A112757-A201-4B47-8253-421B869895C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32538635" name="">
            <a:extLst xmlns:a="http://schemas.openxmlformats.org/drawingml/2006/main">
              <a:ext uri="{FF2B5EF4-FFF2-40B4-BE49-F238E27FC236}">
                <a16:creationId xmlns:a16="http://schemas.microsoft.com/office/drawing/2014/main" id="{D7C94D27-B550-452F-8F40-812E5A71E64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16229027" name="">
            <a:extLst xmlns:a="http://schemas.openxmlformats.org/drawingml/2006/main">
              <a:ext uri="{FF2B5EF4-FFF2-40B4-BE49-F238E27FC236}">
                <a16:creationId xmlns:a16="http://schemas.microsoft.com/office/drawing/2014/main" id="{F2ADAF7A-3644-48FD-9A10-509838D5AB10}"/>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982950089" name="">
            <a:extLst xmlns:a="http://schemas.openxmlformats.org/drawingml/2006/main">
              <a:ext uri="{FF2B5EF4-FFF2-40B4-BE49-F238E27FC236}">
                <a16:creationId xmlns:a16="http://schemas.microsoft.com/office/drawing/2014/main" id="{AA411860-6913-4610-AE59-41A953B6A662}"/>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582612325"/>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9924556" name="Rectangle 935271156">
            <a:extLst xmlns:a="http://schemas.openxmlformats.org/drawingml/2006/main">
              <a:ext uri="{FF2B5EF4-FFF2-40B4-BE49-F238E27FC236}">
                <a16:creationId xmlns:a16="http://schemas.microsoft.com/office/drawing/2014/main" id="{24D868B2-09B1-4201-A76A-31626F47C1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410725449" name="Rectangle 251777344">
            <a:extLst xmlns:a="http://schemas.openxmlformats.org/drawingml/2006/main">
              <a:ext uri="{FF2B5EF4-FFF2-40B4-BE49-F238E27FC236}">
                <a16:creationId xmlns:a16="http://schemas.microsoft.com/office/drawing/2014/main" id="{0ECCBC6F-2025-44A8-8CA4-EB22EF5F407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1997651199" name="Rectangle 1495975732">
            <a:extLst xmlns:a="http://schemas.openxmlformats.org/drawingml/2006/main">
              <a:ext uri="{FF2B5EF4-FFF2-40B4-BE49-F238E27FC236}">
                <a16:creationId xmlns:a16="http://schemas.microsoft.com/office/drawing/2014/main" id="{16253E6C-902E-4335-8986-A7703BA35D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34</a:t>
            </a:r>
          </a:p>
        </p:txBody>
      </p:sp>
      <p:sp>
        <p:nvSpPr>
          <p:cNvPr id="958108389" name="">
            <a:extLst xmlns:a="http://schemas.openxmlformats.org/drawingml/2006/main">
              <a:ext uri="{FF2B5EF4-FFF2-40B4-BE49-F238E27FC236}">
                <a16:creationId xmlns:a16="http://schemas.microsoft.com/office/drawing/2014/main" id="{DA39EB89-AEED-4D16-AD20-251ABFBB5BC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223341810" name="">
            <a:extLst xmlns:a="http://schemas.openxmlformats.org/drawingml/2006/main">
              <a:ext uri="{FF2B5EF4-FFF2-40B4-BE49-F238E27FC236}">
                <a16:creationId xmlns:a16="http://schemas.microsoft.com/office/drawing/2014/main" id="{3EB6267B-8880-4DDA-95C1-53C2DE0A7DC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1189281664" name="">
            <a:extLst xmlns:a="http://schemas.openxmlformats.org/drawingml/2006/main">
              <a:ext uri="{FF2B5EF4-FFF2-40B4-BE49-F238E27FC236}">
                <a16:creationId xmlns:a16="http://schemas.microsoft.com/office/drawing/2014/main" id="{45E23BF5-1B82-45E0-9E0F-7E63DAD74CC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67193433" name="">
            <a:extLst xmlns:a="http://schemas.openxmlformats.org/drawingml/2006/main">
              <a:ext uri="{FF2B5EF4-FFF2-40B4-BE49-F238E27FC236}">
                <a16:creationId xmlns:a16="http://schemas.microsoft.com/office/drawing/2014/main" id="{CEF7A541-1F91-460F-B873-D00B40A46FB7}"/>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15823733" name="">
            <a:extLst xmlns:a="http://schemas.openxmlformats.org/drawingml/2006/main">
              <a:ext uri="{FF2B5EF4-FFF2-40B4-BE49-F238E27FC236}">
                <a16:creationId xmlns:a16="http://schemas.microsoft.com/office/drawing/2014/main" id="{D1AFA003-F136-450F-95C9-D81C9BC6A6FB}"/>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55104786" name="">
            <a:extLst xmlns:a="http://schemas.openxmlformats.org/drawingml/2006/main">
              <a:ext uri="{FF2B5EF4-FFF2-40B4-BE49-F238E27FC236}">
                <a16:creationId xmlns:a16="http://schemas.microsoft.com/office/drawing/2014/main" id="{AD441BD2-6CC7-4ECA-8FF9-A76386E2EA5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525634099" name="">
            <a:extLst xmlns:a="http://schemas.openxmlformats.org/drawingml/2006/main">
              <a:ext uri="{FF2B5EF4-FFF2-40B4-BE49-F238E27FC236}">
                <a16:creationId xmlns:a16="http://schemas.microsoft.com/office/drawing/2014/main" id="{C188ED94-5428-4294-B4DC-DB3531A4B37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74286045" name="">
            <a:extLst xmlns:a="http://schemas.openxmlformats.org/drawingml/2006/main">
              <a:ext uri="{FF2B5EF4-FFF2-40B4-BE49-F238E27FC236}">
                <a16:creationId xmlns:a16="http://schemas.microsoft.com/office/drawing/2014/main" id="{BA6A3B66-6D43-4CFA-ABF9-FB524D8435A9}"/>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68437567" name="">
            <a:extLst xmlns:a="http://schemas.openxmlformats.org/drawingml/2006/main">
              <a:ext uri="{FF2B5EF4-FFF2-40B4-BE49-F238E27FC236}">
                <a16:creationId xmlns:a16="http://schemas.microsoft.com/office/drawing/2014/main" id="{02036F24-B05F-409E-9979-125CF7BA4CA6}"/>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426500243" name="">
            <a:extLst xmlns:a="http://schemas.openxmlformats.org/drawingml/2006/main">
              <a:ext uri="{FF2B5EF4-FFF2-40B4-BE49-F238E27FC236}">
                <a16:creationId xmlns:a16="http://schemas.microsoft.com/office/drawing/2014/main" id="{FBDFC893-33B5-424B-AAB8-AB5D6E57046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67709389" name="">
            <a:extLst xmlns:a="http://schemas.openxmlformats.org/drawingml/2006/main">
              <a:ext uri="{FF2B5EF4-FFF2-40B4-BE49-F238E27FC236}">
                <a16:creationId xmlns:a16="http://schemas.microsoft.com/office/drawing/2014/main" id="{CB36EFE1-4A80-4E1B-B549-3410C4F4DF9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34797797" name="">
            <a:extLst xmlns:a="http://schemas.openxmlformats.org/drawingml/2006/main">
              <a:ext uri="{FF2B5EF4-FFF2-40B4-BE49-F238E27FC236}">
                <a16:creationId xmlns:a16="http://schemas.microsoft.com/office/drawing/2014/main" id="{3489B14D-BF88-48B3-8574-5729305732A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1500557143" name="">
            <a:extLst xmlns:a="http://schemas.openxmlformats.org/drawingml/2006/main">
              <a:ext uri="{FF2B5EF4-FFF2-40B4-BE49-F238E27FC236}">
                <a16:creationId xmlns:a16="http://schemas.microsoft.com/office/drawing/2014/main" id="{5D861E5D-E1A2-4E17-AD22-B8930025504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02394843" name="">
            <a:extLst xmlns:a="http://schemas.openxmlformats.org/drawingml/2006/main">
              <a:ext uri="{FF2B5EF4-FFF2-40B4-BE49-F238E27FC236}">
                <a16:creationId xmlns:a16="http://schemas.microsoft.com/office/drawing/2014/main" id="{096FE4E0-72B3-4D2A-AA4B-8CE8031B8BB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33887881" name="">
            <a:extLst xmlns:a="http://schemas.openxmlformats.org/drawingml/2006/main">
              <a:ext uri="{FF2B5EF4-FFF2-40B4-BE49-F238E27FC236}">
                <a16:creationId xmlns:a16="http://schemas.microsoft.com/office/drawing/2014/main" id="{C21F5EB9-12D1-4E6E-8D46-0DEB0C9E36F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799654874" name="">
            <a:extLst xmlns:a="http://schemas.openxmlformats.org/drawingml/2006/main">
              <a:ext uri="{FF2B5EF4-FFF2-40B4-BE49-F238E27FC236}">
                <a16:creationId xmlns:a16="http://schemas.microsoft.com/office/drawing/2014/main" id="{400F7AF6-4E3D-4B0F-9E24-E5BD10575E1C}"/>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57808799" name="">
            <a:extLst xmlns:a="http://schemas.openxmlformats.org/drawingml/2006/main">
              <a:ext uri="{FF2B5EF4-FFF2-40B4-BE49-F238E27FC236}">
                <a16:creationId xmlns:a16="http://schemas.microsoft.com/office/drawing/2014/main" id="{582CC6B6-C7B7-44AF-A4E6-E56FE7E7B2DF}"/>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41828911" name="">
            <a:extLst xmlns:a="http://schemas.openxmlformats.org/drawingml/2006/main">
              <a:ext uri="{FF2B5EF4-FFF2-40B4-BE49-F238E27FC236}">
                <a16:creationId xmlns:a16="http://schemas.microsoft.com/office/drawing/2014/main" id="{7948FD47-800E-47D7-8897-2C1903A09CF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49861612" name="">
            <a:extLst xmlns:a="http://schemas.openxmlformats.org/drawingml/2006/main">
              <a:ext uri="{FF2B5EF4-FFF2-40B4-BE49-F238E27FC236}">
                <a16:creationId xmlns:a16="http://schemas.microsoft.com/office/drawing/2014/main" id="{3838255D-7D26-4ABE-94B2-CF6DA88E0BC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75602485" name="">
            <a:extLst xmlns:a="http://schemas.openxmlformats.org/drawingml/2006/main">
              <a:ext uri="{FF2B5EF4-FFF2-40B4-BE49-F238E27FC236}">
                <a16:creationId xmlns:a16="http://schemas.microsoft.com/office/drawing/2014/main" id="{1915E2B2-C1D7-490A-96E4-EF3DF77B25D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465330689" name="">
            <a:extLst xmlns:a="http://schemas.openxmlformats.org/drawingml/2006/main">
              <a:ext uri="{FF2B5EF4-FFF2-40B4-BE49-F238E27FC236}">
                <a16:creationId xmlns:a16="http://schemas.microsoft.com/office/drawing/2014/main" id="{D57F1829-9D69-49C8-A3A3-8E7C2FFBFDF5}"/>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424137738" name="">
            <a:extLst xmlns:a="http://schemas.openxmlformats.org/drawingml/2006/main">
              <a:ext uri="{FF2B5EF4-FFF2-40B4-BE49-F238E27FC236}">
                <a16:creationId xmlns:a16="http://schemas.microsoft.com/office/drawing/2014/main" id="{A5856DC1-BC6F-450F-A703-9D44C1DF89CF}"/>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36703504" name="">
            <a:extLst xmlns:a="http://schemas.openxmlformats.org/drawingml/2006/main">
              <a:ext uri="{FF2B5EF4-FFF2-40B4-BE49-F238E27FC236}">
                <a16:creationId xmlns:a16="http://schemas.microsoft.com/office/drawing/2014/main" id="{BF5F281D-0DFA-413A-92EE-8C666F1C5B7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74599598" name="">
            <a:extLst xmlns:a="http://schemas.openxmlformats.org/drawingml/2006/main">
              <a:ext uri="{FF2B5EF4-FFF2-40B4-BE49-F238E27FC236}">
                <a16:creationId xmlns:a16="http://schemas.microsoft.com/office/drawing/2014/main" id="{ACE92B7C-EAE1-43A4-A9E8-943F61198F3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587719899" name="">
            <a:extLst xmlns:a="http://schemas.openxmlformats.org/drawingml/2006/main">
              <a:ext uri="{FF2B5EF4-FFF2-40B4-BE49-F238E27FC236}">
                <a16:creationId xmlns:a16="http://schemas.microsoft.com/office/drawing/2014/main" id="{D16AC076-A992-4C15-AD56-DC2E230B3FB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57359033" name="">
            <a:extLst xmlns:a="http://schemas.openxmlformats.org/drawingml/2006/main">
              <a:ext uri="{FF2B5EF4-FFF2-40B4-BE49-F238E27FC236}">
                <a16:creationId xmlns:a16="http://schemas.microsoft.com/office/drawing/2014/main" id="{16F7232C-B992-4C87-B4E8-E7DB8EE9AA0E}"/>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98635460" name="">
            <a:extLst xmlns:a="http://schemas.openxmlformats.org/drawingml/2006/main">
              <a:ext uri="{FF2B5EF4-FFF2-40B4-BE49-F238E27FC236}">
                <a16:creationId xmlns:a16="http://schemas.microsoft.com/office/drawing/2014/main" id="{9962F1E1-A3F6-4347-85FA-F1F8267B1706}"/>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69277451" name="">
            <a:extLst xmlns:a="http://schemas.openxmlformats.org/drawingml/2006/main">
              <a:ext uri="{FF2B5EF4-FFF2-40B4-BE49-F238E27FC236}">
                <a16:creationId xmlns:a16="http://schemas.microsoft.com/office/drawing/2014/main" id="{F19C2279-C65B-4D27-A91C-F5B54D7C1D8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888041" name="">
            <a:extLst xmlns:a="http://schemas.openxmlformats.org/drawingml/2006/main">
              <a:ext uri="{FF2B5EF4-FFF2-40B4-BE49-F238E27FC236}">
                <a16:creationId xmlns:a16="http://schemas.microsoft.com/office/drawing/2014/main" id="{E87834A8-34E3-49B6-AFBA-C2AD00383E5C}"/>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7936323" name="">
            <a:extLst xmlns:a="http://schemas.openxmlformats.org/drawingml/2006/main">
              <a:ext uri="{FF2B5EF4-FFF2-40B4-BE49-F238E27FC236}">
                <a16:creationId xmlns:a16="http://schemas.microsoft.com/office/drawing/2014/main" id="{F814E5C1-A6D1-4F3D-9260-F4F75ECA831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56855878" name="">
            <a:extLst xmlns:a="http://schemas.openxmlformats.org/drawingml/2006/main">
              <a:ext uri="{FF2B5EF4-FFF2-40B4-BE49-F238E27FC236}">
                <a16:creationId xmlns:a16="http://schemas.microsoft.com/office/drawing/2014/main" id="{ADA8C9A9-7CF5-4F55-9A86-3C4A610948A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75837876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7904153" name="Rectangle 935271156">
            <a:extLst xmlns:a="http://schemas.openxmlformats.org/drawingml/2006/main">
              <a:ext uri="{FF2B5EF4-FFF2-40B4-BE49-F238E27FC236}">
                <a16:creationId xmlns:a16="http://schemas.microsoft.com/office/drawing/2014/main" id="{CE6EE86C-07B9-4388-A382-9DBCC57BC99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837217519" name="Rectangle 251777344">
            <a:extLst xmlns:a="http://schemas.openxmlformats.org/drawingml/2006/main">
              <a:ext uri="{FF2B5EF4-FFF2-40B4-BE49-F238E27FC236}">
                <a16:creationId xmlns:a16="http://schemas.microsoft.com/office/drawing/2014/main" id="{D9AACDD6-F113-4A22-A2DE-7AA06849A07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736673638" name="Rectangle 1495975732">
            <a:extLst xmlns:a="http://schemas.openxmlformats.org/drawingml/2006/main">
              <a:ext uri="{FF2B5EF4-FFF2-40B4-BE49-F238E27FC236}">
                <a16:creationId xmlns:a16="http://schemas.microsoft.com/office/drawing/2014/main" id="{91B279A4-7DEF-4811-A3F9-850E00F77D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35</a:t>
            </a:r>
          </a:p>
        </p:txBody>
      </p:sp>
      <p:sp>
        <p:nvSpPr>
          <p:cNvPr id="321697068" name="">
            <a:extLst xmlns:a="http://schemas.openxmlformats.org/drawingml/2006/main">
              <a:ext uri="{FF2B5EF4-FFF2-40B4-BE49-F238E27FC236}">
                <a16:creationId xmlns:a16="http://schemas.microsoft.com/office/drawing/2014/main" id="{F724FB5B-236F-4ADF-978B-320920B9A613}"/>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349570966" name="">
            <a:extLst xmlns:a="http://schemas.openxmlformats.org/drawingml/2006/main">
              <a:ext uri="{FF2B5EF4-FFF2-40B4-BE49-F238E27FC236}">
                <a16:creationId xmlns:a16="http://schemas.microsoft.com/office/drawing/2014/main" id="{95A4F562-48A1-46BC-8F41-145BD1F556AC}"/>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812796277" name="">
            <a:extLst xmlns:a="http://schemas.openxmlformats.org/drawingml/2006/main">
              <a:ext uri="{FF2B5EF4-FFF2-40B4-BE49-F238E27FC236}">
                <a16:creationId xmlns:a16="http://schemas.microsoft.com/office/drawing/2014/main" id="{EB9619E5-392F-4AE3-9642-ECBA4F8B7A12}"/>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1603395577" name="">
            <a:extLst xmlns:a="http://schemas.openxmlformats.org/drawingml/2006/main">
              <a:ext uri="{FF2B5EF4-FFF2-40B4-BE49-F238E27FC236}">
                <a16:creationId xmlns:a16="http://schemas.microsoft.com/office/drawing/2014/main" id="{0376D3FF-9610-46DC-A394-6E4FA68BC9C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176541762" name="">
            <a:extLst xmlns:a="http://schemas.openxmlformats.org/drawingml/2006/main">
              <a:ext uri="{FF2B5EF4-FFF2-40B4-BE49-F238E27FC236}">
                <a16:creationId xmlns:a16="http://schemas.microsoft.com/office/drawing/2014/main" id="{A33F1F1E-AC37-4DBE-9445-E15CFEE438A5}"/>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141189747" name="">
            <a:extLst xmlns:a="http://schemas.openxmlformats.org/drawingml/2006/main">
              <a:ext uri="{FF2B5EF4-FFF2-40B4-BE49-F238E27FC236}">
                <a16:creationId xmlns:a16="http://schemas.microsoft.com/office/drawing/2014/main" id="{C9178F93-DE87-4C97-9A40-7E87F4C40C34}"/>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600780343" name="">
            <a:extLst xmlns:a="http://schemas.openxmlformats.org/drawingml/2006/main">
              <a:ext uri="{FF2B5EF4-FFF2-40B4-BE49-F238E27FC236}">
                <a16:creationId xmlns:a16="http://schemas.microsoft.com/office/drawing/2014/main" id="{2C9FD0F8-BD3A-416A-978B-6290A0C7F15C}"/>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2673419" name="">
            <a:extLst xmlns:a="http://schemas.openxmlformats.org/drawingml/2006/main">
              <a:ext uri="{FF2B5EF4-FFF2-40B4-BE49-F238E27FC236}">
                <a16:creationId xmlns:a16="http://schemas.microsoft.com/office/drawing/2014/main" id="{A7BDDA87-E966-42B1-8AA6-DEFB894B254E}"/>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57410291" name="">
            <a:extLst xmlns:a="http://schemas.openxmlformats.org/drawingml/2006/main">
              <a:ext uri="{FF2B5EF4-FFF2-40B4-BE49-F238E27FC236}">
                <a16:creationId xmlns:a16="http://schemas.microsoft.com/office/drawing/2014/main" id="{3875AADF-894B-4E01-A26C-905368CEE266}"/>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115912949" name="">
            <a:extLst xmlns:a="http://schemas.openxmlformats.org/drawingml/2006/main">
              <a:ext uri="{FF2B5EF4-FFF2-40B4-BE49-F238E27FC236}">
                <a16:creationId xmlns:a16="http://schemas.microsoft.com/office/drawing/2014/main" id="{42A963EA-8DC8-4786-B69D-AE69275EE79F}"/>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669837261" name="">
            <a:extLst xmlns:a="http://schemas.openxmlformats.org/drawingml/2006/main">
              <a:ext uri="{FF2B5EF4-FFF2-40B4-BE49-F238E27FC236}">
                <a16:creationId xmlns:a16="http://schemas.microsoft.com/office/drawing/2014/main" id="{A84C5EA9-B922-4146-B3ED-FD3D74D5B2E6}"/>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59641251" name="">
            <a:extLst xmlns:a="http://schemas.openxmlformats.org/drawingml/2006/main">
              <a:ext uri="{FF2B5EF4-FFF2-40B4-BE49-F238E27FC236}">
                <a16:creationId xmlns:a16="http://schemas.microsoft.com/office/drawing/2014/main" id="{E5CAE824-B4D9-4282-A0E3-D1F1151332EE}"/>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618109236" name="">
            <a:extLst xmlns:a="http://schemas.openxmlformats.org/drawingml/2006/main">
              <a:ext uri="{FF2B5EF4-FFF2-40B4-BE49-F238E27FC236}">
                <a16:creationId xmlns:a16="http://schemas.microsoft.com/office/drawing/2014/main" id="{4F8B41AC-3E23-47DC-802D-3685188796A3}"/>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48512623" name="">
            <a:extLst xmlns:a="http://schemas.openxmlformats.org/drawingml/2006/main">
              <a:ext uri="{FF2B5EF4-FFF2-40B4-BE49-F238E27FC236}">
                <a16:creationId xmlns:a16="http://schemas.microsoft.com/office/drawing/2014/main" id="{9819F647-3E64-434E-9C01-B54CD51A49DD}"/>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449560421" name="">
            <a:extLst xmlns:a="http://schemas.openxmlformats.org/drawingml/2006/main">
              <a:ext uri="{FF2B5EF4-FFF2-40B4-BE49-F238E27FC236}">
                <a16:creationId xmlns:a16="http://schemas.microsoft.com/office/drawing/2014/main" id="{653EAE36-E57E-4531-B6A8-AE5B08C4CDA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611044705" name="">
            <a:extLst xmlns:a="http://schemas.openxmlformats.org/drawingml/2006/main">
              <a:ext uri="{FF2B5EF4-FFF2-40B4-BE49-F238E27FC236}">
                <a16:creationId xmlns:a16="http://schemas.microsoft.com/office/drawing/2014/main" id="{A76E2AF3-2722-43F2-B261-2C5A8FE0F55A}"/>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01361335" name="">
            <a:extLst xmlns:a="http://schemas.openxmlformats.org/drawingml/2006/main">
              <a:ext uri="{FF2B5EF4-FFF2-40B4-BE49-F238E27FC236}">
                <a16:creationId xmlns:a16="http://schemas.microsoft.com/office/drawing/2014/main" id="{A54E917D-FE8A-4EAD-93A8-EDF563924393}"/>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55852883" name="">
            <a:extLst xmlns:a="http://schemas.openxmlformats.org/drawingml/2006/main">
              <a:ext uri="{FF2B5EF4-FFF2-40B4-BE49-F238E27FC236}">
                <a16:creationId xmlns:a16="http://schemas.microsoft.com/office/drawing/2014/main" id="{7DA83DA4-F4B0-4E35-91E6-7BCF40143BF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62227754" name="">
            <a:extLst xmlns:a="http://schemas.openxmlformats.org/drawingml/2006/main">
              <a:ext uri="{FF2B5EF4-FFF2-40B4-BE49-F238E27FC236}">
                <a16:creationId xmlns:a16="http://schemas.microsoft.com/office/drawing/2014/main" id="{820F9825-3E4C-40A7-B923-83BB81B3A05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85577814" name="">
            <a:extLst xmlns:a="http://schemas.openxmlformats.org/drawingml/2006/main">
              <a:ext uri="{FF2B5EF4-FFF2-40B4-BE49-F238E27FC236}">
                <a16:creationId xmlns:a16="http://schemas.microsoft.com/office/drawing/2014/main" id="{16F0A283-E7AA-49B1-B958-1657A0F72D1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98636032" name="">
            <a:extLst xmlns:a="http://schemas.openxmlformats.org/drawingml/2006/main">
              <a:ext uri="{FF2B5EF4-FFF2-40B4-BE49-F238E27FC236}">
                <a16:creationId xmlns:a16="http://schemas.microsoft.com/office/drawing/2014/main" id="{CFAB2AFC-0BF3-4F4D-8D1B-02A458DCBC92}"/>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352979734" name="">
            <a:extLst xmlns:a="http://schemas.openxmlformats.org/drawingml/2006/main">
              <a:ext uri="{FF2B5EF4-FFF2-40B4-BE49-F238E27FC236}">
                <a16:creationId xmlns:a16="http://schemas.microsoft.com/office/drawing/2014/main" id="{079DB268-0519-4C27-9E92-A7EF69BAF28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36102286" name="">
            <a:extLst xmlns:a="http://schemas.openxmlformats.org/drawingml/2006/main">
              <a:ext uri="{FF2B5EF4-FFF2-40B4-BE49-F238E27FC236}">
                <a16:creationId xmlns:a16="http://schemas.microsoft.com/office/drawing/2014/main" id="{FE594D59-D29F-4569-8BE4-0F001E52931E}"/>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85054655" name="">
            <a:extLst xmlns:a="http://schemas.openxmlformats.org/drawingml/2006/main">
              <a:ext uri="{FF2B5EF4-FFF2-40B4-BE49-F238E27FC236}">
                <a16:creationId xmlns:a16="http://schemas.microsoft.com/office/drawing/2014/main" id="{C12A618F-7F00-4C0D-8BFE-70EC51B598B4}"/>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371789297" name="">
            <a:extLst xmlns:a="http://schemas.openxmlformats.org/drawingml/2006/main">
              <a:ext uri="{FF2B5EF4-FFF2-40B4-BE49-F238E27FC236}">
                <a16:creationId xmlns:a16="http://schemas.microsoft.com/office/drawing/2014/main" id="{83CA8FE9-E5E5-47A6-8CF8-A4710277D647}"/>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11992751" name="">
            <a:extLst xmlns:a="http://schemas.openxmlformats.org/drawingml/2006/main">
              <a:ext uri="{FF2B5EF4-FFF2-40B4-BE49-F238E27FC236}">
                <a16:creationId xmlns:a16="http://schemas.microsoft.com/office/drawing/2014/main" id="{8A65E691-AB95-4CC0-9FFB-76BB7A51A93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67618513" name="">
            <a:extLst xmlns:a="http://schemas.openxmlformats.org/drawingml/2006/main">
              <a:ext uri="{FF2B5EF4-FFF2-40B4-BE49-F238E27FC236}">
                <a16:creationId xmlns:a16="http://schemas.microsoft.com/office/drawing/2014/main" id="{D24E628E-BF3C-466F-A029-F722DFC3F261}"/>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76145286" name="">
            <a:extLst xmlns:a="http://schemas.openxmlformats.org/drawingml/2006/main">
              <a:ext uri="{FF2B5EF4-FFF2-40B4-BE49-F238E27FC236}">
                <a16:creationId xmlns:a16="http://schemas.microsoft.com/office/drawing/2014/main" id="{23456218-51FE-4471-A476-DCF6EC1E086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38876560" name="">
            <a:extLst xmlns:a="http://schemas.openxmlformats.org/drawingml/2006/main">
              <a:ext uri="{FF2B5EF4-FFF2-40B4-BE49-F238E27FC236}">
                <a16:creationId xmlns:a16="http://schemas.microsoft.com/office/drawing/2014/main" id="{BCB0210C-A016-4612-96B4-EA16458CBD03}"/>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35637446" name="">
            <a:extLst xmlns:a="http://schemas.openxmlformats.org/drawingml/2006/main">
              <a:ext uri="{FF2B5EF4-FFF2-40B4-BE49-F238E27FC236}">
                <a16:creationId xmlns:a16="http://schemas.microsoft.com/office/drawing/2014/main" id="{C74EF921-372E-4927-8B12-80FF59F03C3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549188429" name="">
            <a:extLst xmlns:a="http://schemas.openxmlformats.org/drawingml/2006/main">
              <a:ext uri="{FF2B5EF4-FFF2-40B4-BE49-F238E27FC236}">
                <a16:creationId xmlns:a16="http://schemas.microsoft.com/office/drawing/2014/main" id="{6B1575D6-EAB3-403E-AD5A-55B962E46E89}"/>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38573228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857193" name="Rectangle 935271156">
            <a:extLst xmlns:a="http://schemas.openxmlformats.org/drawingml/2006/main">
              <a:ext uri="{FF2B5EF4-FFF2-40B4-BE49-F238E27FC236}">
                <a16:creationId xmlns:a16="http://schemas.microsoft.com/office/drawing/2014/main" id="{92723AC5-D130-4A52-9A0B-D8A983A26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549986352" name="Rectangle 251777344">
            <a:extLst xmlns:a="http://schemas.openxmlformats.org/drawingml/2006/main">
              <a:ext uri="{FF2B5EF4-FFF2-40B4-BE49-F238E27FC236}">
                <a16:creationId xmlns:a16="http://schemas.microsoft.com/office/drawing/2014/main" id="{733860DA-B364-4B6C-A4A7-0E9ACDC508A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758269857" name="Rectangle 1495975732">
            <a:extLst xmlns:a="http://schemas.openxmlformats.org/drawingml/2006/main">
              <a:ext uri="{FF2B5EF4-FFF2-40B4-BE49-F238E27FC236}">
                <a16:creationId xmlns:a16="http://schemas.microsoft.com/office/drawing/2014/main" id="{A372E71D-A3E5-48C6-BCCC-C2F79DCC08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36</a:t>
            </a:r>
          </a:p>
        </p:txBody>
      </p:sp>
      <p:sp>
        <p:nvSpPr>
          <p:cNvPr id="1796615842" name="">
            <a:extLst xmlns:a="http://schemas.openxmlformats.org/drawingml/2006/main">
              <a:ext uri="{FF2B5EF4-FFF2-40B4-BE49-F238E27FC236}">
                <a16:creationId xmlns:a16="http://schemas.microsoft.com/office/drawing/2014/main" id="{5177C811-DA1A-4CB9-9978-DCCD14AF2E36}"/>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2124759828" name="">
            <a:extLst xmlns:a="http://schemas.openxmlformats.org/drawingml/2006/main">
              <a:ext uri="{FF2B5EF4-FFF2-40B4-BE49-F238E27FC236}">
                <a16:creationId xmlns:a16="http://schemas.microsoft.com/office/drawing/2014/main" id="{8D795DC1-48EB-4B23-83BD-1D8CFAA4CBAD}"/>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1142861111" name="">
            <a:extLst xmlns:a="http://schemas.openxmlformats.org/drawingml/2006/main">
              <a:ext uri="{FF2B5EF4-FFF2-40B4-BE49-F238E27FC236}">
                <a16:creationId xmlns:a16="http://schemas.microsoft.com/office/drawing/2014/main" id="{F1C3B507-3708-45CB-AD45-7E372B87DF1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880775110" name="">
            <a:extLst xmlns:a="http://schemas.openxmlformats.org/drawingml/2006/main">
              <a:ext uri="{FF2B5EF4-FFF2-40B4-BE49-F238E27FC236}">
                <a16:creationId xmlns:a16="http://schemas.microsoft.com/office/drawing/2014/main" id="{1C941B34-C924-47F0-AD3B-4AEBD143D57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212521510" name="">
            <a:extLst xmlns:a="http://schemas.openxmlformats.org/drawingml/2006/main">
              <a:ext uri="{FF2B5EF4-FFF2-40B4-BE49-F238E27FC236}">
                <a16:creationId xmlns:a16="http://schemas.microsoft.com/office/drawing/2014/main" id="{2B9D55D6-72EF-4C27-8DF2-02C7F919309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03994551" name="">
            <a:extLst xmlns:a="http://schemas.openxmlformats.org/drawingml/2006/main">
              <a:ext uri="{FF2B5EF4-FFF2-40B4-BE49-F238E27FC236}">
                <a16:creationId xmlns:a16="http://schemas.microsoft.com/office/drawing/2014/main" id="{B6A4F94C-31E2-4E6B-B591-B1256D22B4D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082776074" name="">
            <a:extLst xmlns:a="http://schemas.openxmlformats.org/drawingml/2006/main">
              <a:ext uri="{FF2B5EF4-FFF2-40B4-BE49-F238E27FC236}">
                <a16:creationId xmlns:a16="http://schemas.microsoft.com/office/drawing/2014/main" id="{0805300B-351C-4FF7-A838-D34A65FE499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89310826" name="">
            <a:extLst xmlns:a="http://schemas.openxmlformats.org/drawingml/2006/main">
              <a:ext uri="{FF2B5EF4-FFF2-40B4-BE49-F238E27FC236}">
                <a16:creationId xmlns:a16="http://schemas.microsoft.com/office/drawing/2014/main" id="{06383FA4-04DC-4699-AD1B-483DDCC94776}"/>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48291848" name="">
            <a:extLst xmlns:a="http://schemas.openxmlformats.org/drawingml/2006/main">
              <a:ext uri="{FF2B5EF4-FFF2-40B4-BE49-F238E27FC236}">
                <a16:creationId xmlns:a16="http://schemas.microsoft.com/office/drawing/2014/main" id="{A6A5981D-AD6C-4800-92A9-9FECC538F1A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27926124" name="">
            <a:extLst xmlns:a="http://schemas.openxmlformats.org/drawingml/2006/main">
              <a:ext uri="{FF2B5EF4-FFF2-40B4-BE49-F238E27FC236}">
                <a16:creationId xmlns:a16="http://schemas.microsoft.com/office/drawing/2014/main" id="{C1E65EB0-FEEE-4046-8B78-9C6C9F121CC6}"/>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192935411" name="">
            <a:extLst xmlns:a="http://schemas.openxmlformats.org/drawingml/2006/main">
              <a:ext uri="{FF2B5EF4-FFF2-40B4-BE49-F238E27FC236}">
                <a16:creationId xmlns:a16="http://schemas.microsoft.com/office/drawing/2014/main" id="{514C8C91-FDB1-48F5-99CD-A6033D589CB7}"/>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76230542" name="">
            <a:extLst xmlns:a="http://schemas.openxmlformats.org/drawingml/2006/main">
              <a:ext uri="{FF2B5EF4-FFF2-40B4-BE49-F238E27FC236}">
                <a16:creationId xmlns:a16="http://schemas.microsoft.com/office/drawing/2014/main" id="{28EF8CDA-5133-46A9-9DCD-CA718B521FD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407523361" name="">
            <a:extLst xmlns:a="http://schemas.openxmlformats.org/drawingml/2006/main">
              <a:ext uri="{FF2B5EF4-FFF2-40B4-BE49-F238E27FC236}">
                <a16:creationId xmlns:a16="http://schemas.microsoft.com/office/drawing/2014/main" id="{F33D6B74-6D96-4069-9B3B-F6961573301F}"/>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9870703" name="">
            <a:extLst xmlns:a="http://schemas.openxmlformats.org/drawingml/2006/main">
              <a:ext uri="{FF2B5EF4-FFF2-40B4-BE49-F238E27FC236}">
                <a16:creationId xmlns:a16="http://schemas.microsoft.com/office/drawing/2014/main" id="{11A2D704-7739-470E-99E2-2BFB7D79FC86}"/>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88099187" name="">
            <a:extLst xmlns:a="http://schemas.openxmlformats.org/drawingml/2006/main">
              <a:ext uri="{FF2B5EF4-FFF2-40B4-BE49-F238E27FC236}">
                <a16:creationId xmlns:a16="http://schemas.microsoft.com/office/drawing/2014/main" id="{B70F826C-C3B7-4323-8335-CCD2863D8A6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22433848" name="">
            <a:extLst xmlns:a="http://schemas.openxmlformats.org/drawingml/2006/main">
              <a:ext uri="{FF2B5EF4-FFF2-40B4-BE49-F238E27FC236}">
                <a16:creationId xmlns:a16="http://schemas.microsoft.com/office/drawing/2014/main" id="{7ED1693C-2C08-4093-8667-BA1C2D7883DF}"/>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02370231" name="">
            <a:extLst xmlns:a="http://schemas.openxmlformats.org/drawingml/2006/main">
              <a:ext uri="{FF2B5EF4-FFF2-40B4-BE49-F238E27FC236}">
                <a16:creationId xmlns:a16="http://schemas.microsoft.com/office/drawing/2014/main" id="{D3144417-6110-4AA4-9274-7360B8909825}"/>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371086358" name="">
            <a:extLst xmlns:a="http://schemas.openxmlformats.org/drawingml/2006/main">
              <a:ext uri="{FF2B5EF4-FFF2-40B4-BE49-F238E27FC236}">
                <a16:creationId xmlns:a16="http://schemas.microsoft.com/office/drawing/2014/main" id="{A1035FFF-E6C6-4084-8398-49F1194E92B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897884153" name="">
            <a:extLst xmlns:a="http://schemas.openxmlformats.org/drawingml/2006/main">
              <a:ext uri="{FF2B5EF4-FFF2-40B4-BE49-F238E27FC236}">
                <a16:creationId xmlns:a16="http://schemas.microsoft.com/office/drawing/2014/main" id="{58A56ED7-0F54-49F8-9D2F-E118DB49C49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87834288" name="">
            <a:extLst xmlns:a="http://schemas.openxmlformats.org/drawingml/2006/main">
              <a:ext uri="{FF2B5EF4-FFF2-40B4-BE49-F238E27FC236}">
                <a16:creationId xmlns:a16="http://schemas.microsoft.com/office/drawing/2014/main" id="{A31B3828-A7CB-4670-8C56-CBB39987164F}"/>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5609481" name="">
            <a:extLst xmlns:a="http://schemas.openxmlformats.org/drawingml/2006/main">
              <a:ext uri="{FF2B5EF4-FFF2-40B4-BE49-F238E27FC236}">
                <a16:creationId xmlns:a16="http://schemas.microsoft.com/office/drawing/2014/main" id="{07708BF9-7BB9-476B-9C2E-7CA92EE285C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452092563" name="">
            <a:extLst xmlns:a="http://schemas.openxmlformats.org/drawingml/2006/main">
              <a:ext uri="{FF2B5EF4-FFF2-40B4-BE49-F238E27FC236}">
                <a16:creationId xmlns:a16="http://schemas.microsoft.com/office/drawing/2014/main" id="{B102A0D8-F26E-4556-AE55-8D8A40CB6EF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361158" name="">
            <a:extLst xmlns:a="http://schemas.openxmlformats.org/drawingml/2006/main">
              <a:ext uri="{FF2B5EF4-FFF2-40B4-BE49-F238E27FC236}">
                <a16:creationId xmlns:a16="http://schemas.microsoft.com/office/drawing/2014/main" id="{7E05CF7B-3E2F-4E38-A680-4829B34CF80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87749684" name="">
            <a:extLst xmlns:a="http://schemas.openxmlformats.org/drawingml/2006/main">
              <a:ext uri="{FF2B5EF4-FFF2-40B4-BE49-F238E27FC236}">
                <a16:creationId xmlns:a16="http://schemas.microsoft.com/office/drawing/2014/main" id="{40B22D74-E6F1-4E61-85AC-29366A3DC10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5788940" name="">
            <a:extLst xmlns:a="http://schemas.openxmlformats.org/drawingml/2006/main">
              <a:ext uri="{FF2B5EF4-FFF2-40B4-BE49-F238E27FC236}">
                <a16:creationId xmlns:a16="http://schemas.microsoft.com/office/drawing/2014/main" id="{07FA1FBC-1245-4D11-830F-41987ED9264C}"/>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21816877" name="">
            <a:extLst xmlns:a="http://schemas.openxmlformats.org/drawingml/2006/main">
              <a:ext uri="{FF2B5EF4-FFF2-40B4-BE49-F238E27FC236}">
                <a16:creationId xmlns:a16="http://schemas.microsoft.com/office/drawing/2014/main" id="{D24B7B32-ADF7-4D00-86B1-4CC5A2154C24}"/>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18740258" name="">
            <a:extLst xmlns:a="http://schemas.openxmlformats.org/drawingml/2006/main">
              <a:ext uri="{FF2B5EF4-FFF2-40B4-BE49-F238E27FC236}">
                <a16:creationId xmlns:a16="http://schemas.microsoft.com/office/drawing/2014/main" id="{82BB0590-A3CF-43C9-979B-15D23103684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730717557" name="">
            <a:extLst xmlns:a="http://schemas.openxmlformats.org/drawingml/2006/main">
              <a:ext uri="{FF2B5EF4-FFF2-40B4-BE49-F238E27FC236}">
                <a16:creationId xmlns:a16="http://schemas.microsoft.com/office/drawing/2014/main" id="{6AB0AA8F-9CD3-4581-AB71-A87549D2BBE4}"/>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03779117" name="">
            <a:extLst xmlns:a="http://schemas.openxmlformats.org/drawingml/2006/main">
              <a:ext uri="{FF2B5EF4-FFF2-40B4-BE49-F238E27FC236}">
                <a16:creationId xmlns:a16="http://schemas.microsoft.com/office/drawing/2014/main" id="{5AC38C41-25CE-472D-BF88-95D30D975CC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944859034" name="">
            <a:extLst xmlns:a="http://schemas.openxmlformats.org/drawingml/2006/main">
              <a:ext uri="{FF2B5EF4-FFF2-40B4-BE49-F238E27FC236}">
                <a16:creationId xmlns:a16="http://schemas.microsoft.com/office/drawing/2014/main" id="{ADDA672C-05B5-4AC6-A004-FC195DA7FA75}"/>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620100846" name="">
            <a:extLst xmlns:a="http://schemas.openxmlformats.org/drawingml/2006/main">
              <a:ext uri="{FF2B5EF4-FFF2-40B4-BE49-F238E27FC236}">
                <a16:creationId xmlns:a16="http://schemas.microsoft.com/office/drawing/2014/main" id="{115BBFF5-FCDF-49B0-8C3B-5D1A374BCC8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76115420"/>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5353708" name="Rectangle 935271156">
            <a:extLst xmlns:a="http://schemas.openxmlformats.org/drawingml/2006/main">
              <a:ext uri="{FF2B5EF4-FFF2-40B4-BE49-F238E27FC236}">
                <a16:creationId xmlns:a16="http://schemas.microsoft.com/office/drawing/2014/main" id="{B2D2523A-6DCA-4D99-B798-D39F303B83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965748933" name="Rectangle 251777344">
            <a:extLst xmlns:a="http://schemas.openxmlformats.org/drawingml/2006/main">
              <a:ext uri="{FF2B5EF4-FFF2-40B4-BE49-F238E27FC236}">
                <a16:creationId xmlns:a16="http://schemas.microsoft.com/office/drawing/2014/main" id="{B5AA13A6-FAC2-41DA-A95C-D60D77AEFB4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146775505" name="Rectangle 1495975732">
            <a:extLst xmlns:a="http://schemas.openxmlformats.org/drawingml/2006/main">
              <a:ext uri="{FF2B5EF4-FFF2-40B4-BE49-F238E27FC236}">
                <a16:creationId xmlns:a16="http://schemas.microsoft.com/office/drawing/2014/main" id="{791E7B59-69FD-4CDE-8DB0-FEFF4B401F7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37</a:t>
            </a:r>
          </a:p>
        </p:txBody>
      </p:sp>
      <p:sp>
        <p:nvSpPr>
          <p:cNvPr id="1832370407" name="">
            <a:extLst xmlns:a="http://schemas.openxmlformats.org/drawingml/2006/main">
              <a:ext uri="{FF2B5EF4-FFF2-40B4-BE49-F238E27FC236}">
                <a16:creationId xmlns:a16="http://schemas.microsoft.com/office/drawing/2014/main" id="{C87B1E28-090E-4171-B631-271A20F5D35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1297482731" name="">
            <a:extLst xmlns:a="http://schemas.openxmlformats.org/drawingml/2006/main">
              <a:ext uri="{FF2B5EF4-FFF2-40B4-BE49-F238E27FC236}">
                <a16:creationId xmlns:a16="http://schemas.microsoft.com/office/drawing/2014/main" id="{606BA44A-3E27-413B-8C96-272DEB091B9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1200011165" name="">
            <a:extLst xmlns:a="http://schemas.openxmlformats.org/drawingml/2006/main">
              <a:ext uri="{FF2B5EF4-FFF2-40B4-BE49-F238E27FC236}">
                <a16:creationId xmlns:a16="http://schemas.microsoft.com/office/drawing/2014/main" id="{EBE21F4B-35AF-40AE-BF12-4BAC67944FC8}"/>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442300351" name="">
            <a:extLst xmlns:a="http://schemas.openxmlformats.org/drawingml/2006/main">
              <a:ext uri="{FF2B5EF4-FFF2-40B4-BE49-F238E27FC236}">
                <a16:creationId xmlns:a16="http://schemas.microsoft.com/office/drawing/2014/main" id="{08B7253C-4A26-42E3-B409-444DBBED68B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708556131" name="">
            <a:extLst xmlns:a="http://schemas.openxmlformats.org/drawingml/2006/main">
              <a:ext uri="{FF2B5EF4-FFF2-40B4-BE49-F238E27FC236}">
                <a16:creationId xmlns:a16="http://schemas.microsoft.com/office/drawing/2014/main" id="{78D88D67-5C74-4441-8E30-A95CA7A736A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0423534" name="">
            <a:extLst xmlns:a="http://schemas.openxmlformats.org/drawingml/2006/main">
              <a:ext uri="{FF2B5EF4-FFF2-40B4-BE49-F238E27FC236}">
                <a16:creationId xmlns:a16="http://schemas.microsoft.com/office/drawing/2014/main" id="{C71E4329-90F1-4AAB-944C-C7E28842200A}"/>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47957590" name="">
            <a:extLst xmlns:a="http://schemas.openxmlformats.org/drawingml/2006/main">
              <a:ext uri="{FF2B5EF4-FFF2-40B4-BE49-F238E27FC236}">
                <a16:creationId xmlns:a16="http://schemas.microsoft.com/office/drawing/2014/main" id="{971A078C-F684-4024-A756-F37CBB34476D}"/>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044367557" name="">
            <a:extLst xmlns:a="http://schemas.openxmlformats.org/drawingml/2006/main">
              <a:ext uri="{FF2B5EF4-FFF2-40B4-BE49-F238E27FC236}">
                <a16:creationId xmlns:a16="http://schemas.microsoft.com/office/drawing/2014/main" id="{3AA763B0-D1D5-40A9-ABF8-85A15636DEA9}"/>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43684600" name="">
            <a:extLst xmlns:a="http://schemas.openxmlformats.org/drawingml/2006/main">
              <a:ext uri="{FF2B5EF4-FFF2-40B4-BE49-F238E27FC236}">
                <a16:creationId xmlns:a16="http://schemas.microsoft.com/office/drawing/2014/main" id="{C51868BF-A6E7-4119-8758-5AB8B218BCAE}"/>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339640359" name="">
            <a:extLst xmlns:a="http://schemas.openxmlformats.org/drawingml/2006/main">
              <a:ext uri="{FF2B5EF4-FFF2-40B4-BE49-F238E27FC236}">
                <a16:creationId xmlns:a16="http://schemas.microsoft.com/office/drawing/2014/main" id="{4386841A-427D-4A1D-8C75-801F6F1FBF4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174751443" name="">
            <a:extLst xmlns:a="http://schemas.openxmlformats.org/drawingml/2006/main">
              <a:ext uri="{FF2B5EF4-FFF2-40B4-BE49-F238E27FC236}">
                <a16:creationId xmlns:a16="http://schemas.microsoft.com/office/drawing/2014/main" id="{2DB02026-B9A7-4E62-B02D-3AC3919E135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90160821" name="">
            <a:extLst xmlns:a="http://schemas.openxmlformats.org/drawingml/2006/main">
              <a:ext uri="{FF2B5EF4-FFF2-40B4-BE49-F238E27FC236}">
                <a16:creationId xmlns:a16="http://schemas.microsoft.com/office/drawing/2014/main" id="{FA74747E-1DE0-4A64-A76B-E2AE8E0B081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96514297" name="">
            <a:extLst xmlns:a="http://schemas.openxmlformats.org/drawingml/2006/main">
              <a:ext uri="{FF2B5EF4-FFF2-40B4-BE49-F238E27FC236}">
                <a16:creationId xmlns:a16="http://schemas.microsoft.com/office/drawing/2014/main" id="{9511A6B9-EC29-4EBF-B3F8-A2FE6FEE5383}"/>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251191565" name="">
            <a:extLst xmlns:a="http://schemas.openxmlformats.org/drawingml/2006/main">
              <a:ext uri="{FF2B5EF4-FFF2-40B4-BE49-F238E27FC236}">
                <a16:creationId xmlns:a16="http://schemas.microsoft.com/office/drawing/2014/main" id="{281A6D73-F149-4C80-8456-5448BC63AC4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14015276" name="">
            <a:extLst xmlns:a="http://schemas.openxmlformats.org/drawingml/2006/main">
              <a:ext uri="{FF2B5EF4-FFF2-40B4-BE49-F238E27FC236}">
                <a16:creationId xmlns:a16="http://schemas.microsoft.com/office/drawing/2014/main" id="{3245A1C8-C3B1-4294-A795-6EF8E5796A51}"/>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16038945" name="">
            <a:extLst xmlns:a="http://schemas.openxmlformats.org/drawingml/2006/main">
              <a:ext uri="{FF2B5EF4-FFF2-40B4-BE49-F238E27FC236}">
                <a16:creationId xmlns:a16="http://schemas.microsoft.com/office/drawing/2014/main" id="{16B104AA-5C68-40C6-B5CC-08A40EF22A70}"/>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2172498" name="">
            <a:extLst xmlns:a="http://schemas.openxmlformats.org/drawingml/2006/main">
              <a:ext uri="{FF2B5EF4-FFF2-40B4-BE49-F238E27FC236}">
                <a16:creationId xmlns:a16="http://schemas.microsoft.com/office/drawing/2014/main" id="{9D7052B5-E27C-47BA-84C0-C2CC6EB10BA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67356554" name="">
            <a:extLst xmlns:a="http://schemas.openxmlformats.org/drawingml/2006/main">
              <a:ext uri="{FF2B5EF4-FFF2-40B4-BE49-F238E27FC236}">
                <a16:creationId xmlns:a16="http://schemas.microsoft.com/office/drawing/2014/main" id="{ABAC93BA-97D9-4933-AB17-6C699BB7F5A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438817860" name="">
            <a:extLst xmlns:a="http://schemas.openxmlformats.org/drawingml/2006/main">
              <a:ext uri="{FF2B5EF4-FFF2-40B4-BE49-F238E27FC236}">
                <a16:creationId xmlns:a16="http://schemas.microsoft.com/office/drawing/2014/main" id="{7FAE2738-0849-47BC-A117-22D0F16B0815}"/>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11964683" name="">
            <a:extLst xmlns:a="http://schemas.openxmlformats.org/drawingml/2006/main">
              <a:ext uri="{FF2B5EF4-FFF2-40B4-BE49-F238E27FC236}">
                <a16:creationId xmlns:a16="http://schemas.microsoft.com/office/drawing/2014/main" id="{268B5397-F733-4A22-98F8-2B0F82FA3B32}"/>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398509590" name="">
            <a:extLst xmlns:a="http://schemas.openxmlformats.org/drawingml/2006/main">
              <a:ext uri="{FF2B5EF4-FFF2-40B4-BE49-F238E27FC236}">
                <a16:creationId xmlns:a16="http://schemas.microsoft.com/office/drawing/2014/main" id="{C326E357-661B-42BF-A25A-088E1D0C9B13}"/>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172637881" name="">
            <a:extLst xmlns:a="http://schemas.openxmlformats.org/drawingml/2006/main">
              <a:ext uri="{FF2B5EF4-FFF2-40B4-BE49-F238E27FC236}">
                <a16:creationId xmlns:a16="http://schemas.microsoft.com/office/drawing/2014/main" id="{752BDDC5-7F9F-4E21-AE29-44AC092149E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64865696" name="">
            <a:extLst xmlns:a="http://schemas.openxmlformats.org/drawingml/2006/main">
              <a:ext uri="{FF2B5EF4-FFF2-40B4-BE49-F238E27FC236}">
                <a16:creationId xmlns:a16="http://schemas.microsoft.com/office/drawing/2014/main" id="{E466F535-8540-46FD-9C6F-F03E90635AFD}"/>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43263201" name="">
            <a:extLst xmlns:a="http://schemas.openxmlformats.org/drawingml/2006/main">
              <a:ext uri="{FF2B5EF4-FFF2-40B4-BE49-F238E27FC236}">
                <a16:creationId xmlns:a16="http://schemas.microsoft.com/office/drawing/2014/main" id="{04D1F29C-EC6F-4B88-97A6-984C4BB803BC}"/>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24461840" name="">
            <a:extLst xmlns:a="http://schemas.openxmlformats.org/drawingml/2006/main">
              <a:ext uri="{FF2B5EF4-FFF2-40B4-BE49-F238E27FC236}">
                <a16:creationId xmlns:a16="http://schemas.microsoft.com/office/drawing/2014/main" id="{44BFA6B0-6E1D-455F-BBCC-61BC8E6A6C4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88074795" name="">
            <a:extLst xmlns:a="http://schemas.openxmlformats.org/drawingml/2006/main">
              <a:ext uri="{FF2B5EF4-FFF2-40B4-BE49-F238E27FC236}">
                <a16:creationId xmlns:a16="http://schemas.microsoft.com/office/drawing/2014/main" id="{EA59D5AF-359A-4F5F-ADAE-AD55A5652103}"/>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19969480" name="">
            <a:extLst xmlns:a="http://schemas.openxmlformats.org/drawingml/2006/main">
              <a:ext uri="{FF2B5EF4-FFF2-40B4-BE49-F238E27FC236}">
                <a16:creationId xmlns:a16="http://schemas.microsoft.com/office/drawing/2014/main" id="{2D74E1D3-F431-4605-A977-0330CB560F5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26513159" name="">
            <a:extLst xmlns:a="http://schemas.openxmlformats.org/drawingml/2006/main">
              <a:ext uri="{FF2B5EF4-FFF2-40B4-BE49-F238E27FC236}">
                <a16:creationId xmlns:a16="http://schemas.microsoft.com/office/drawing/2014/main" id="{D8BCD7C6-5B69-44CE-B9EE-A15ED0B62575}"/>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48387770" name="">
            <a:extLst xmlns:a="http://schemas.openxmlformats.org/drawingml/2006/main">
              <a:ext uri="{FF2B5EF4-FFF2-40B4-BE49-F238E27FC236}">
                <a16:creationId xmlns:a16="http://schemas.microsoft.com/office/drawing/2014/main" id="{0BE80B81-1635-4CA8-84C0-DF540456919D}"/>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72774207" name="">
            <a:extLst xmlns:a="http://schemas.openxmlformats.org/drawingml/2006/main">
              <a:ext uri="{FF2B5EF4-FFF2-40B4-BE49-F238E27FC236}">
                <a16:creationId xmlns:a16="http://schemas.microsoft.com/office/drawing/2014/main" id="{3681E336-AB10-472B-89FA-882291490D9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78171325" name="">
            <a:extLst xmlns:a="http://schemas.openxmlformats.org/drawingml/2006/main">
              <a:ext uri="{FF2B5EF4-FFF2-40B4-BE49-F238E27FC236}">
                <a16:creationId xmlns:a16="http://schemas.microsoft.com/office/drawing/2014/main" id="{BBDBEE5B-F714-4593-B4F4-5D5DAEFFE30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34574697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01085379" name="Rectangle 935271156">
            <a:extLst xmlns:a="http://schemas.openxmlformats.org/drawingml/2006/main">
              <a:ext uri="{FF2B5EF4-FFF2-40B4-BE49-F238E27FC236}">
                <a16:creationId xmlns:a16="http://schemas.microsoft.com/office/drawing/2014/main" id="{38DF8BA0-4723-4DC4-8EAA-C49A85DD4F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940472532" name="Rectangle 251777344">
            <a:extLst xmlns:a="http://schemas.openxmlformats.org/drawingml/2006/main">
              <a:ext uri="{FF2B5EF4-FFF2-40B4-BE49-F238E27FC236}">
                <a16:creationId xmlns:a16="http://schemas.microsoft.com/office/drawing/2014/main" id="{75809AC0-5C5F-44F0-B751-1B8FD4DF5D1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448675472" name="Rectangle 1495975732">
            <a:extLst xmlns:a="http://schemas.openxmlformats.org/drawingml/2006/main">
              <a:ext uri="{FF2B5EF4-FFF2-40B4-BE49-F238E27FC236}">
                <a16:creationId xmlns:a16="http://schemas.microsoft.com/office/drawing/2014/main" id="{F3DDFC0E-857A-4830-98E2-0624341B8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38</a:t>
            </a:r>
          </a:p>
        </p:txBody>
      </p:sp>
      <p:sp>
        <p:nvSpPr>
          <p:cNvPr id="1424745272" name="">
            <a:extLst xmlns:a="http://schemas.openxmlformats.org/drawingml/2006/main">
              <a:ext uri="{FF2B5EF4-FFF2-40B4-BE49-F238E27FC236}">
                <a16:creationId xmlns:a16="http://schemas.microsoft.com/office/drawing/2014/main" id="{78ED88E6-8C3E-4ABD-8D86-6E9B1AB8C2E3}"/>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27431759" name="">
            <a:extLst xmlns:a="http://schemas.openxmlformats.org/drawingml/2006/main">
              <a:ext uri="{FF2B5EF4-FFF2-40B4-BE49-F238E27FC236}">
                <a16:creationId xmlns:a16="http://schemas.microsoft.com/office/drawing/2014/main" id="{63BDF878-F19E-4FE5-906F-292266D54A7D}"/>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491309083" name="">
            <a:extLst xmlns:a="http://schemas.openxmlformats.org/drawingml/2006/main">
              <a:ext uri="{FF2B5EF4-FFF2-40B4-BE49-F238E27FC236}">
                <a16:creationId xmlns:a16="http://schemas.microsoft.com/office/drawing/2014/main" id="{FB241AE4-FF69-4DC0-A122-9E08C5FFBDFC}"/>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243841632" name="">
            <a:extLst xmlns:a="http://schemas.openxmlformats.org/drawingml/2006/main">
              <a:ext uri="{FF2B5EF4-FFF2-40B4-BE49-F238E27FC236}">
                <a16:creationId xmlns:a16="http://schemas.microsoft.com/office/drawing/2014/main" id="{9AA89D23-02A3-44A2-B5B5-88D81F33C83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87767122" name="">
            <a:extLst xmlns:a="http://schemas.openxmlformats.org/drawingml/2006/main">
              <a:ext uri="{FF2B5EF4-FFF2-40B4-BE49-F238E27FC236}">
                <a16:creationId xmlns:a16="http://schemas.microsoft.com/office/drawing/2014/main" id="{58931129-777B-4953-93E8-9DE86D9D4C7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97848101" name="">
            <a:extLst xmlns:a="http://schemas.openxmlformats.org/drawingml/2006/main">
              <a:ext uri="{FF2B5EF4-FFF2-40B4-BE49-F238E27FC236}">
                <a16:creationId xmlns:a16="http://schemas.microsoft.com/office/drawing/2014/main" id="{30F64778-C9F9-4CEB-A17E-A42A31FF230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517415220" name="">
            <a:extLst xmlns:a="http://schemas.openxmlformats.org/drawingml/2006/main">
              <a:ext uri="{FF2B5EF4-FFF2-40B4-BE49-F238E27FC236}">
                <a16:creationId xmlns:a16="http://schemas.microsoft.com/office/drawing/2014/main" id="{8C0E59DF-87B7-463B-9D88-273AA34F465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99558658" name="">
            <a:extLst xmlns:a="http://schemas.openxmlformats.org/drawingml/2006/main">
              <a:ext uri="{FF2B5EF4-FFF2-40B4-BE49-F238E27FC236}">
                <a16:creationId xmlns:a16="http://schemas.microsoft.com/office/drawing/2014/main" id="{ADCEE8C0-DD0C-4702-BA51-544CD21FFB62}"/>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28592007" name="">
            <a:extLst xmlns:a="http://schemas.openxmlformats.org/drawingml/2006/main">
              <a:ext uri="{FF2B5EF4-FFF2-40B4-BE49-F238E27FC236}">
                <a16:creationId xmlns:a16="http://schemas.microsoft.com/office/drawing/2014/main" id="{CEE8BC24-E4A5-4895-B488-0EB8076C1EA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26366938" name="">
            <a:extLst xmlns:a="http://schemas.openxmlformats.org/drawingml/2006/main">
              <a:ext uri="{FF2B5EF4-FFF2-40B4-BE49-F238E27FC236}">
                <a16:creationId xmlns:a16="http://schemas.microsoft.com/office/drawing/2014/main" id="{7F7697CD-9722-4686-B636-581FAA85B365}"/>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49263432" name="">
            <a:extLst xmlns:a="http://schemas.openxmlformats.org/drawingml/2006/main">
              <a:ext uri="{FF2B5EF4-FFF2-40B4-BE49-F238E27FC236}">
                <a16:creationId xmlns:a16="http://schemas.microsoft.com/office/drawing/2014/main" id="{6FCFAA73-FF46-4B22-BB0F-747610EA576F}"/>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489678666" name="">
            <a:extLst xmlns:a="http://schemas.openxmlformats.org/drawingml/2006/main">
              <a:ext uri="{FF2B5EF4-FFF2-40B4-BE49-F238E27FC236}">
                <a16:creationId xmlns:a16="http://schemas.microsoft.com/office/drawing/2014/main" id="{1DC64A85-8FDF-4656-A93A-DE99EE6EA59F}"/>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117391913" name="">
            <a:extLst xmlns:a="http://schemas.openxmlformats.org/drawingml/2006/main">
              <a:ext uri="{FF2B5EF4-FFF2-40B4-BE49-F238E27FC236}">
                <a16:creationId xmlns:a16="http://schemas.microsoft.com/office/drawing/2014/main" id="{A54A4CB6-D3C8-4FC8-B636-7C836C2BFFC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30421429" name="">
            <a:extLst xmlns:a="http://schemas.openxmlformats.org/drawingml/2006/main">
              <a:ext uri="{FF2B5EF4-FFF2-40B4-BE49-F238E27FC236}">
                <a16:creationId xmlns:a16="http://schemas.microsoft.com/office/drawing/2014/main" id="{1C56FCC9-0582-4AF6-B5CF-B309A89777FB}"/>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53048197" name="">
            <a:extLst xmlns:a="http://schemas.openxmlformats.org/drawingml/2006/main">
              <a:ext uri="{FF2B5EF4-FFF2-40B4-BE49-F238E27FC236}">
                <a16:creationId xmlns:a16="http://schemas.microsoft.com/office/drawing/2014/main" id="{CB0D51E4-AED5-49F1-9ABF-5AEC089BBB9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85798313" name="">
            <a:extLst xmlns:a="http://schemas.openxmlformats.org/drawingml/2006/main">
              <a:ext uri="{FF2B5EF4-FFF2-40B4-BE49-F238E27FC236}">
                <a16:creationId xmlns:a16="http://schemas.microsoft.com/office/drawing/2014/main" id="{AB64171C-E054-4038-9243-D06357961D01}"/>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76514480" name="">
            <a:extLst xmlns:a="http://schemas.openxmlformats.org/drawingml/2006/main">
              <a:ext uri="{FF2B5EF4-FFF2-40B4-BE49-F238E27FC236}">
                <a16:creationId xmlns:a16="http://schemas.microsoft.com/office/drawing/2014/main" id="{F33FAC12-FCB3-4A59-AE37-898E278B5F5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16774188" name="">
            <a:extLst xmlns:a="http://schemas.openxmlformats.org/drawingml/2006/main">
              <a:ext uri="{FF2B5EF4-FFF2-40B4-BE49-F238E27FC236}">
                <a16:creationId xmlns:a16="http://schemas.microsoft.com/office/drawing/2014/main" id="{2126B8E9-BB32-47ED-99E1-60AFC732E2D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84365112" name="">
            <a:extLst xmlns:a="http://schemas.openxmlformats.org/drawingml/2006/main">
              <a:ext uri="{FF2B5EF4-FFF2-40B4-BE49-F238E27FC236}">
                <a16:creationId xmlns:a16="http://schemas.microsoft.com/office/drawing/2014/main" id="{C38D1D3D-A0BE-4163-A05B-28C5B969BB35}"/>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69054347" name="">
            <a:extLst xmlns:a="http://schemas.openxmlformats.org/drawingml/2006/main">
              <a:ext uri="{FF2B5EF4-FFF2-40B4-BE49-F238E27FC236}">
                <a16:creationId xmlns:a16="http://schemas.microsoft.com/office/drawing/2014/main" id="{40D6F32A-D05B-457F-B698-EB0A37B47FF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9843632" name="">
            <a:extLst xmlns:a="http://schemas.openxmlformats.org/drawingml/2006/main">
              <a:ext uri="{FF2B5EF4-FFF2-40B4-BE49-F238E27FC236}">
                <a16:creationId xmlns:a16="http://schemas.microsoft.com/office/drawing/2014/main" id="{FCDADB12-0460-430F-9378-493D76393A06}"/>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29725029" name="">
            <a:extLst xmlns:a="http://schemas.openxmlformats.org/drawingml/2006/main">
              <a:ext uri="{FF2B5EF4-FFF2-40B4-BE49-F238E27FC236}">
                <a16:creationId xmlns:a16="http://schemas.microsoft.com/office/drawing/2014/main" id="{5BFD18BE-40BA-4875-AFCE-7473C8BE13E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96229295" name="">
            <a:extLst xmlns:a="http://schemas.openxmlformats.org/drawingml/2006/main">
              <a:ext uri="{FF2B5EF4-FFF2-40B4-BE49-F238E27FC236}">
                <a16:creationId xmlns:a16="http://schemas.microsoft.com/office/drawing/2014/main" id="{8BDFC388-951A-41D3-81B5-AF0D16F40E1F}"/>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914684956" name="">
            <a:extLst xmlns:a="http://schemas.openxmlformats.org/drawingml/2006/main">
              <a:ext uri="{FF2B5EF4-FFF2-40B4-BE49-F238E27FC236}">
                <a16:creationId xmlns:a16="http://schemas.microsoft.com/office/drawing/2014/main" id="{647D6646-BE3D-4911-ABD1-E5866F933B9A}"/>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875512188" name="">
            <a:extLst xmlns:a="http://schemas.openxmlformats.org/drawingml/2006/main">
              <a:ext uri="{FF2B5EF4-FFF2-40B4-BE49-F238E27FC236}">
                <a16:creationId xmlns:a16="http://schemas.microsoft.com/office/drawing/2014/main" id="{75350115-62FB-4F68-9B75-80EC77C9C57E}"/>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677424929" name="">
            <a:extLst xmlns:a="http://schemas.openxmlformats.org/drawingml/2006/main">
              <a:ext uri="{FF2B5EF4-FFF2-40B4-BE49-F238E27FC236}">
                <a16:creationId xmlns:a16="http://schemas.microsoft.com/office/drawing/2014/main" id="{E7250114-1E17-4EAF-A26C-C67BA9A410B7}"/>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76625683" name="">
            <a:extLst xmlns:a="http://schemas.openxmlformats.org/drawingml/2006/main">
              <a:ext uri="{FF2B5EF4-FFF2-40B4-BE49-F238E27FC236}">
                <a16:creationId xmlns:a16="http://schemas.microsoft.com/office/drawing/2014/main" id="{A49FEB60-4C9C-4458-96BC-275C20BBAB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842723331" name="">
            <a:extLst xmlns:a="http://schemas.openxmlformats.org/drawingml/2006/main">
              <a:ext uri="{FF2B5EF4-FFF2-40B4-BE49-F238E27FC236}">
                <a16:creationId xmlns:a16="http://schemas.microsoft.com/office/drawing/2014/main" id="{DA74C287-CC51-4F31-9C2E-CD7A46091B7E}"/>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153467285" name="">
            <a:extLst xmlns:a="http://schemas.openxmlformats.org/drawingml/2006/main">
              <a:ext uri="{FF2B5EF4-FFF2-40B4-BE49-F238E27FC236}">
                <a16:creationId xmlns:a16="http://schemas.microsoft.com/office/drawing/2014/main" id="{D51AFF4B-DB76-40E1-8295-B20C0B53D675}"/>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11084732" name="">
            <a:extLst xmlns:a="http://schemas.openxmlformats.org/drawingml/2006/main">
              <a:ext uri="{FF2B5EF4-FFF2-40B4-BE49-F238E27FC236}">
                <a16:creationId xmlns:a16="http://schemas.microsoft.com/office/drawing/2014/main" id="{5C8EC4EF-1A4D-4B86-852E-B4E6B5949DD7}"/>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70185302" name="">
            <a:extLst xmlns:a="http://schemas.openxmlformats.org/drawingml/2006/main">
              <a:ext uri="{FF2B5EF4-FFF2-40B4-BE49-F238E27FC236}">
                <a16:creationId xmlns:a16="http://schemas.microsoft.com/office/drawing/2014/main" id="{2430BEF1-9554-4F94-9B42-E492926A44BE}"/>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120443787"/>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143689" name="Rectangle 935271156">
            <a:extLst xmlns:a="http://schemas.openxmlformats.org/drawingml/2006/main">
              <a:ext uri="{FF2B5EF4-FFF2-40B4-BE49-F238E27FC236}">
                <a16:creationId xmlns:a16="http://schemas.microsoft.com/office/drawing/2014/main" id="{D5163B2C-5409-4DD1-85FA-60D7640ECE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1417064918" name="Rectangle 251777344">
            <a:extLst xmlns:a="http://schemas.openxmlformats.org/drawingml/2006/main">
              <a:ext uri="{FF2B5EF4-FFF2-40B4-BE49-F238E27FC236}">
                <a16:creationId xmlns:a16="http://schemas.microsoft.com/office/drawing/2014/main" id="{B2DF8C26-CE43-4D7F-A17D-CDFE3213920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4349507" name="Rectangle 1495975732">
            <a:extLst xmlns:a="http://schemas.openxmlformats.org/drawingml/2006/main">
              <a:ext uri="{FF2B5EF4-FFF2-40B4-BE49-F238E27FC236}">
                <a16:creationId xmlns:a16="http://schemas.microsoft.com/office/drawing/2014/main" id="{633B9F56-9BD4-4FCF-A5B1-869C285CC4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39</a:t>
            </a:r>
          </a:p>
        </p:txBody>
      </p:sp>
      <p:sp>
        <p:nvSpPr>
          <p:cNvPr id="1880099825" name="">
            <a:extLst xmlns:a="http://schemas.openxmlformats.org/drawingml/2006/main">
              <a:ext uri="{FF2B5EF4-FFF2-40B4-BE49-F238E27FC236}">
                <a16:creationId xmlns:a16="http://schemas.microsoft.com/office/drawing/2014/main" id="{56ADC406-EA68-49CA-A9BE-A2BAD925C1CA}"/>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687046558" name="">
            <a:extLst xmlns:a="http://schemas.openxmlformats.org/drawingml/2006/main">
              <a:ext uri="{FF2B5EF4-FFF2-40B4-BE49-F238E27FC236}">
                <a16:creationId xmlns:a16="http://schemas.microsoft.com/office/drawing/2014/main" id="{90B12578-D59D-4543-AAF4-5D75D9E8653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1700787282" name="">
            <a:extLst xmlns:a="http://schemas.openxmlformats.org/drawingml/2006/main">
              <a:ext uri="{FF2B5EF4-FFF2-40B4-BE49-F238E27FC236}">
                <a16:creationId xmlns:a16="http://schemas.microsoft.com/office/drawing/2014/main" id="{D13192A3-1485-4726-A124-4D14DF8B7651}"/>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1455969293" name="">
            <a:extLst xmlns:a="http://schemas.openxmlformats.org/drawingml/2006/main">
              <a:ext uri="{FF2B5EF4-FFF2-40B4-BE49-F238E27FC236}">
                <a16:creationId xmlns:a16="http://schemas.microsoft.com/office/drawing/2014/main" id="{5A495C7B-7411-415C-88A9-55F15A27B3EE}"/>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648015229" name="">
            <a:extLst xmlns:a="http://schemas.openxmlformats.org/drawingml/2006/main">
              <a:ext uri="{FF2B5EF4-FFF2-40B4-BE49-F238E27FC236}">
                <a16:creationId xmlns:a16="http://schemas.microsoft.com/office/drawing/2014/main" id="{7A82CDB5-7875-4C44-A48C-79236BC578E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98625460" name="">
            <a:extLst xmlns:a="http://schemas.openxmlformats.org/drawingml/2006/main">
              <a:ext uri="{FF2B5EF4-FFF2-40B4-BE49-F238E27FC236}">
                <a16:creationId xmlns:a16="http://schemas.microsoft.com/office/drawing/2014/main" id="{36743991-CD90-4F23-9344-3E124704A45F}"/>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5389354" name="">
            <a:extLst xmlns:a="http://schemas.openxmlformats.org/drawingml/2006/main">
              <a:ext uri="{FF2B5EF4-FFF2-40B4-BE49-F238E27FC236}">
                <a16:creationId xmlns:a16="http://schemas.microsoft.com/office/drawing/2014/main" id="{E958C10D-CD21-4F7E-90A3-A7FF748CCC90}"/>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61100455" name="">
            <a:extLst xmlns:a="http://schemas.openxmlformats.org/drawingml/2006/main">
              <a:ext uri="{FF2B5EF4-FFF2-40B4-BE49-F238E27FC236}">
                <a16:creationId xmlns:a16="http://schemas.microsoft.com/office/drawing/2014/main" id="{3E6161F7-3DD0-4E4B-AF6E-F88F4EC30C3C}"/>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89123922" name="">
            <a:extLst xmlns:a="http://schemas.openxmlformats.org/drawingml/2006/main">
              <a:ext uri="{FF2B5EF4-FFF2-40B4-BE49-F238E27FC236}">
                <a16:creationId xmlns:a16="http://schemas.microsoft.com/office/drawing/2014/main" id="{25256D2B-C666-4FAE-AB80-C7B618D1282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15909229" name="">
            <a:extLst xmlns:a="http://schemas.openxmlformats.org/drawingml/2006/main">
              <a:ext uri="{FF2B5EF4-FFF2-40B4-BE49-F238E27FC236}">
                <a16:creationId xmlns:a16="http://schemas.microsoft.com/office/drawing/2014/main" id="{25EF0366-B530-4F62-9448-C7AF09BA9DC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2575114" name="">
            <a:extLst xmlns:a="http://schemas.openxmlformats.org/drawingml/2006/main">
              <a:ext uri="{FF2B5EF4-FFF2-40B4-BE49-F238E27FC236}">
                <a16:creationId xmlns:a16="http://schemas.microsoft.com/office/drawing/2014/main" id="{88AA235D-1991-41B3-9E22-C0341AB2B076}"/>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04461930" name="">
            <a:extLst xmlns:a="http://schemas.openxmlformats.org/drawingml/2006/main">
              <a:ext uri="{FF2B5EF4-FFF2-40B4-BE49-F238E27FC236}">
                <a16:creationId xmlns:a16="http://schemas.microsoft.com/office/drawing/2014/main" id="{7578E5AE-503C-43A3-B68D-1982D4796A2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465333175" name="">
            <a:extLst xmlns:a="http://schemas.openxmlformats.org/drawingml/2006/main">
              <a:ext uri="{FF2B5EF4-FFF2-40B4-BE49-F238E27FC236}">
                <a16:creationId xmlns:a16="http://schemas.microsoft.com/office/drawing/2014/main" id="{6EF0D3C8-CB4D-41A0-90D9-2D3990BD26E3}"/>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89563849" name="">
            <a:extLst xmlns:a="http://schemas.openxmlformats.org/drawingml/2006/main">
              <a:ext uri="{FF2B5EF4-FFF2-40B4-BE49-F238E27FC236}">
                <a16:creationId xmlns:a16="http://schemas.microsoft.com/office/drawing/2014/main" id="{55E2ABF6-9645-466A-B18E-1AEEFD90314E}"/>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146563266" name="">
            <a:extLst xmlns:a="http://schemas.openxmlformats.org/drawingml/2006/main">
              <a:ext uri="{FF2B5EF4-FFF2-40B4-BE49-F238E27FC236}">
                <a16:creationId xmlns:a16="http://schemas.microsoft.com/office/drawing/2014/main" id="{63F25BA5-826D-416E-B547-74C614DBC4D4}"/>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42930672" name="">
            <a:extLst xmlns:a="http://schemas.openxmlformats.org/drawingml/2006/main">
              <a:ext uri="{FF2B5EF4-FFF2-40B4-BE49-F238E27FC236}">
                <a16:creationId xmlns:a16="http://schemas.microsoft.com/office/drawing/2014/main" id="{EAF99B9C-E124-4EB7-94B6-75327E80737C}"/>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43619557" name="">
            <a:extLst xmlns:a="http://schemas.openxmlformats.org/drawingml/2006/main">
              <a:ext uri="{FF2B5EF4-FFF2-40B4-BE49-F238E27FC236}">
                <a16:creationId xmlns:a16="http://schemas.microsoft.com/office/drawing/2014/main" id="{B5FEC98B-B6C3-42A4-BB7A-55B0A1C7A5C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72166203" name="">
            <a:extLst xmlns:a="http://schemas.openxmlformats.org/drawingml/2006/main">
              <a:ext uri="{FF2B5EF4-FFF2-40B4-BE49-F238E27FC236}">
                <a16:creationId xmlns:a16="http://schemas.microsoft.com/office/drawing/2014/main" id="{823846F2-6BDE-4E55-BA5D-11A88967BA5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47922109" name="">
            <a:extLst xmlns:a="http://schemas.openxmlformats.org/drawingml/2006/main">
              <a:ext uri="{FF2B5EF4-FFF2-40B4-BE49-F238E27FC236}">
                <a16:creationId xmlns:a16="http://schemas.microsoft.com/office/drawing/2014/main" id="{4E7752EA-F3A5-46DB-B2CC-21095DCF654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140412521" name="">
            <a:extLst xmlns:a="http://schemas.openxmlformats.org/drawingml/2006/main">
              <a:ext uri="{FF2B5EF4-FFF2-40B4-BE49-F238E27FC236}">
                <a16:creationId xmlns:a16="http://schemas.microsoft.com/office/drawing/2014/main" id="{590A7A83-06CE-4C51-AF71-3F5DF0C4D5F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61576087" name="">
            <a:extLst xmlns:a="http://schemas.openxmlformats.org/drawingml/2006/main">
              <a:ext uri="{FF2B5EF4-FFF2-40B4-BE49-F238E27FC236}">
                <a16:creationId xmlns:a16="http://schemas.microsoft.com/office/drawing/2014/main" id="{A52CB6A9-F76C-4B21-9920-D9680E9045D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991870029" name="">
            <a:extLst xmlns:a="http://schemas.openxmlformats.org/drawingml/2006/main">
              <a:ext uri="{FF2B5EF4-FFF2-40B4-BE49-F238E27FC236}">
                <a16:creationId xmlns:a16="http://schemas.microsoft.com/office/drawing/2014/main" id="{9323E67C-9B23-4C4D-BF6B-2EC24F8302F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56683" name="">
            <a:extLst xmlns:a="http://schemas.openxmlformats.org/drawingml/2006/main">
              <a:ext uri="{FF2B5EF4-FFF2-40B4-BE49-F238E27FC236}">
                <a16:creationId xmlns:a16="http://schemas.microsoft.com/office/drawing/2014/main" id="{44FB85CF-694A-4F86-B858-7FA153FEB110}"/>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60266165" name="">
            <a:extLst xmlns:a="http://schemas.openxmlformats.org/drawingml/2006/main">
              <a:ext uri="{FF2B5EF4-FFF2-40B4-BE49-F238E27FC236}">
                <a16:creationId xmlns:a16="http://schemas.microsoft.com/office/drawing/2014/main" id="{01D3B39F-6193-4790-93F2-16AEAB3BE59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466953927" name="">
            <a:extLst xmlns:a="http://schemas.openxmlformats.org/drawingml/2006/main">
              <a:ext uri="{FF2B5EF4-FFF2-40B4-BE49-F238E27FC236}">
                <a16:creationId xmlns:a16="http://schemas.microsoft.com/office/drawing/2014/main" id="{53F1919B-5724-44D4-AC2E-D9EF4A8A9F56}"/>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8622405" name="">
            <a:extLst xmlns:a="http://schemas.openxmlformats.org/drawingml/2006/main">
              <a:ext uri="{FF2B5EF4-FFF2-40B4-BE49-F238E27FC236}">
                <a16:creationId xmlns:a16="http://schemas.microsoft.com/office/drawing/2014/main" id="{0727C29D-835A-494D-98B7-95843F7E691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358130834" name="">
            <a:extLst xmlns:a="http://schemas.openxmlformats.org/drawingml/2006/main">
              <a:ext uri="{FF2B5EF4-FFF2-40B4-BE49-F238E27FC236}">
                <a16:creationId xmlns:a16="http://schemas.microsoft.com/office/drawing/2014/main" id="{B55567BD-5476-402F-AD1F-C6B95042D1DE}"/>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064198226" name="">
            <a:extLst xmlns:a="http://schemas.openxmlformats.org/drawingml/2006/main">
              <a:ext uri="{FF2B5EF4-FFF2-40B4-BE49-F238E27FC236}">
                <a16:creationId xmlns:a16="http://schemas.microsoft.com/office/drawing/2014/main" id="{266F8EDD-9B56-4E03-9506-AE6429C5936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06007459" name="">
            <a:extLst xmlns:a="http://schemas.openxmlformats.org/drawingml/2006/main">
              <a:ext uri="{FF2B5EF4-FFF2-40B4-BE49-F238E27FC236}">
                <a16:creationId xmlns:a16="http://schemas.microsoft.com/office/drawing/2014/main" id="{BA92A493-4C5D-4A64-882C-39B1BD0494B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35018739" name="">
            <a:extLst xmlns:a="http://schemas.openxmlformats.org/drawingml/2006/main">
              <a:ext uri="{FF2B5EF4-FFF2-40B4-BE49-F238E27FC236}">
                <a16:creationId xmlns:a16="http://schemas.microsoft.com/office/drawing/2014/main" id="{036331BB-E784-4659-B436-694334BE45D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31362831" name="">
            <a:extLst xmlns:a="http://schemas.openxmlformats.org/drawingml/2006/main">
              <a:ext uri="{FF2B5EF4-FFF2-40B4-BE49-F238E27FC236}">
                <a16:creationId xmlns:a16="http://schemas.microsoft.com/office/drawing/2014/main" id="{1CB93E29-21F0-474C-9FA3-3F6D8F21CC1D}"/>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1863179633"/>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277080" name="Rectangle 935271156">
            <a:extLst xmlns:a="http://schemas.openxmlformats.org/drawingml/2006/main">
              <a:ext uri="{FF2B5EF4-FFF2-40B4-BE49-F238E27FC236}">
                <a16:creationId xmlns:a16="http://schemas.microsoft.com/office/drawing/2014/main" id="{F9F5F43F-081D-4A73-B58E-227C778E85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318421370" name="Rectangle 251777344">
            <a:extLst xmlns:a="http://schemas.openxmlformats.org/drawingml/2006/main">
              <a:ext uri="{FF2B5EF4-FFF2-40B4-BE49-F238E27FC236}">
                <a16:creationId xmlns:a16="http://schemas.microsoft.com/office/drawing/2014/main" id="{B271F221-2B82-4421-8C67-7D27BCC1283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4874777" name="Rectangle 1495975732">
            <a:extLst xmlns:a="http://schemas.openxmlformats.org/drawingml/2006/main">
              <a:ext uri="{FF2B5EF4-FFF2-40B4-BE49-F238E27FC236}">
                <a16:creationId xmlns:a16="http://schemas.microsoft.com/office/drawing/2014/main" id="{CF2550C3-0809-48DD-B15B-E130920DA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40</a:t>
            </a:r>
          </a:p>
        </p:txBody>
      </p:sp>
      <p:sp>
        <p:nvSpPr>
          <p:cNvPr id="2053569447" name="">
            <a:extLst xmlns:a="http://schemas.openxmlformats.org/drawingml/2006/main">
              <a:ext uri="{FF2B5EF4-FFF2-40B4-BE49-F238E27FC236}">
                <a16:creationId xmlns:a16="http://schemas.microsoft.com/office/drawing/2014/main" id="{7E8D86C5-1D83-4F92-B0F4-43BAEFDA21BE}"/>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2093550815" name="">
            <a:extLst xmlns:a="http://schemas.openxmlformats.org/drawingml/2006/main">
              <a:ext uri="{FF2B5EF4-FFF2-40B4-BE49-F238E27FC236}">
                <a16:creationId xmlns:a16="http://schemas.microsoft.com/office/drawing/2014/main" id="{2686E0C2-3162-4750-BB5E-18402DECAB6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1093967431" name="">
            <a:extLst xmlns:a="http://schemas.openxmlformats.org/drawingml/2006/main">
              <a:ext uri="{FF2B5EF4-FFF2-40B4-BE49-F238E27FC236}">
                <a16:creationId xmlns:a16="http://schemas.microsoft.com/office/drawing/2014/main" id="{7B5B13DD-757B-41F0-A0A1-7C27312AD6C9}"/>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135366074" name="">
            <a:extLst xmlns:a="http://schemas.openxmlformats.org/drawingml/2006/main">
              <a:ext uri="{FF2B5EF4-FFF2-40B4-BE49-F238E27FC236}">
                <a16:creationId xmlns:a16="http://schemas.microsoft.com/office/drawing/2014/main" id="{039F04E6-FFB0-428C-A923-994C08ECA8A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039537941" name="">
            <a:extLst xmlns:a="http://schemas.openxmlformats.org/drawingml/2006/main">
              <a:ext uri="{FF2B5EF4-FFF2-40B4-BE49-F238E27FC236}">
                <a16:creationId xmlns:a16="http://schemas.microsoft.com/office/drawing/2014/main" id="{BC49C8B6-C0F5-4853-8865-B5D1F167F3D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28131139" name="">
            <a:extLst xmlns:a="http://schemas.openxmlformats.org/drawingml/2006/main">
              <a:ext uri="{FF2B5EF4-FFF2-40B4-BE49-F238E27FC236}">
                <a16:creationId xmlns:a16="http://schemas.microsoft.com/office/drawing/2014/main" id="{AE1F96E3-6C02-44ED-AD9E-8376BE0F2C9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45023769" name="">
            <a:extLst xmlns:a="http://schemas.openxmlformats.org/drawingml/2006/main">
              <a:ext uri="{FF2B5EF4-FFF2-40B4-BE49-F238E27FC236}">
                <a16:creationId xmlns:a16="http://schemas.microsoft.com/office/drawing/2014/main" id="{6991AC1F-65BF-4BE9-99BF-73EDD39362CC}"/>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03166909" name="">
            <a:extLst xmlns:a="http://schemas.openxmlformats.org/drawingml/2006/main">
              <a:ext uri="{FF2B5EF4-FFF2-40B4-BE49-F238E27FC236}">
                <a16:creationId xmlns:a16="http://schemas.microsoft.com/office/drawing/2014/main" id="{8B50282D-4638-42DB-8FE6-6D0E0686A794}"/>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24551333" name="">
            <a:extLst xmlns:a="http://schemas.openxmlformats.org/drawingml/2006/main">
              <a:ext uri="{FF2B5EF4-FFF2-40B4-BE49-F238E27FC236}">
                <a16:creationId xmlns:a16="http://schemas.microsoft.com/office/drawing/2014/main" id="{73754787-E9EA-48AA-994A-057A579661A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97604631" name="">
            <a:extLst xmlns:a="http://schemas.openxmlformats.org/drawingml/2006/main">
              <a:ext uri="{FF2B5EF4-FFF2-40B4-BE49-F238E27FC236}">
                <a16:creationId xmlns:a16="http://schemas.microsoft.com/office/drawing/2014/main" id="{296DB3C2-3BFD-48AC-8FED-A0BFA5922BC3}"/>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670026603" name="">
            <a:extLst xmlns:a="http://schemas.openxmlformats.org/drawingml/2006/main">
              <a:ext uri="{FF2B5EF4-FFF2-40B4-BE49-F238E27FC236}">
                <a16:creationId xmlns:a16="http://schemas.microsoft.com/office/drawing/2014/main" id="{76788A68-630B-440E-9123-1F00C012A9E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6571171" name="">
            <a:extLst xmlns:a="http://schemas.openxmlformats.org/drawingml/2006/main">
              <a:ext uri="{FF2B5EF4-FFF2-40B4-BE49-F238E27FC236}">
                <a16:creationId xmlns:a16="http://schemas.microsoft.com/office/drawing/2014/main" id="{6BC73A05-AF39-42E0-8666-614443135D1D}"/>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81515369" name="">
            <a:extLst xmlns:a="http://schemas.openxmlformats.org/drawingml/2006/main">
              <a:ext uri="{FF2B5EF4-FFF2-40B4-BE49-F238E27FC236}">
                <a16:creationId xmlns:a16="http://schemas.microsoft.com/office/drawing/2014/main" id="{8A025AC0-D0E4-40A7-9FCA-D6F4F0A0AF9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61005204" name="">
            <a:extLst xmlns:a="http://schemas.openxmlformats.org/drawingml/2006/main">
              <a:ext uri="{FF2B5EF4-FFF2-40B4-BE49-F238E27FC236}">
                <a16:creationId xmlns:a16="http://schemas.microsoft.com/office/drawing/2014/main" id="{EFF9D1A5-28A0-4124-9FAC-3703B03CEBE6}"/>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08218616" name="">
            <a:extLst xmlns:a="http://schemas.openxmlformats.org/drawingml/2006/main">
              <a:ext uri="{FF2B5EF4-FFF2-40B4-BE49-F238E27FC236}">
                <a16:creationId xmlns:a16="http://schemas.microsoft.com/office/drawing/2014/main" id="{21BCDC8D-9B07-4B20-BA68-48BC435D3702}"/>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674230049" name="">
            <a:extLst xmlns:a="http://schemas.openxmlformats.org/drawingml/2006/main">
              <a:ext uri="{FF2B5EF4-FFF2-40B4-BE49-F238E27FC236}">
                <a16:creationId xmlns:a16="http://schemas.microsoft.com/office/drawing/2014/main" id="{B89DE666-3430-44C1-92C4-47CC63DD1C0F}"/>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55373585" name="">
            <a:extLst xmlns:a="http://schemas.openxmlformats.org/drawingml/2006/main">
              <a:ext uri="{FF2B5EF4-FFF2-40B4-BE49-F238E27FC236}">
                <a16:creationId xmlns:a16="http://schemas.microsoft.com/office/drawing/2014/main" id="{F3830CA6-9139-4E4A-B79B-FDDBDB80528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54375256" name="">
            <a:extLst xmlns:a="http://schemas.openxmlformats.org/drawingml/2006/main">
              <a:ext uri="{FF2B5EF4-FFF2-40B4-BE49-F238E27FC236}">
                <a16:creationId xmlns:a16="http://schemas.microsoft.com/office/drawing/2014/main" id="{E01392EF-82F2-4621-9013-9D07A531121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38108989" name="">
            <a:extLst xmlns:a="http://schemas.openxmlformats.org/drawingml/2006/main">
              <a:ext uri="{FF2B5EF4-FFF2-40B4-BE49-F238E27FC236}">
                <a16:creationId xmlns:a16="http://schemas.microsoft.com/office/drawing/2014/main" id="{9FF94DFF-844D-4057-938E-A5552B5F295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9381264" name="">
            <a:extLst xmlns:a="http://schemas.openxmlformats.org/drawingml/2006/main">
              <a:ext uri="{FF2B5EF4-FFF2-40B4-BE49-F238E27FC236}">
                <a16:creationId xmlns:a16="http://schemas.microsoft.com/office/drawing/2014/main" id="{F6869EC6-F6E8-4F38-A4F6-AC5E6644DDD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8972316" name="">
            <a:extLst xmlns:a="http://schemas.openxmlformats.org/drawingml/2006/main">
              <a:ext uri="{FF2B5EF4-FFF2-40B4-BE49-F238E27FC236}">
                <a16:creationId xmlns:a16="http://schemas.microsoft.com/office/drawing/2014/main" id="{7F022A94-1443-4753-9519-5ADAF6444B8E}"/>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402802112" name="">
            <a:extLst xmlns:a="http://schemas.openxmlformats.org/drawingml/2006/main">
              <a:ext uri="{FF2B5EF4-FFF2-40B4-BE49-F238E27FC236}">
                <a16:creationId xmlns:a16="http://schemas.microsoft.com/office/drawing/2014/main" id="{57FFAAA7-99DE-4DC0-A1D1-3B665BD93E7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00324751" name="">
            <a:extLst xmlns:a="http://schemas.openxmlformats.org/drawingml/2006/main">
              <a:ext uri="{FF2B5EF4-FFF2-40B4-BE49-F238E27FC236}">
                <a16:creationId xmlns:a16="http://schemas.microsoft.com/office/drawing/2014/main" id="{FB5076A4-EDEA-4BDE-8606-7591E5333BB0}"/>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33634538" name="">
            <a:extLst xmlns:a="http://schemas.openxmlformats.org/drawingml/2006/main">
              <a:ext uri="{FF2B5EF4-FFF2-40B4-BE49-F238E27FC236}">
                <a16:creationId xmlns:a16="http://schemas.microsoft.com/office/drawing/2014/main" id="{6740920C-F6E3-4B1C-A075-15D8F1139A8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41871374" name="">
            <a:extLst xmlns:a="http://schemas.openxmlformats.org/drawingml/2006/main">
              <a:ext uri="{FF2B5EF4-FFF2-40B4-BE49-F238E27FC236}">
                <a16:creationId xmlns:a16="http://schemas.microsoft.com/office/drawing/2014/main" id="{E8692963-158D-4C3A-AB70-B63E5181861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29725635" name="">
            <a:extLst xmlns:a="http://schemas.openxmlformats.org/drawingml/2006/main">
              <a:ext uri="{FF2B5EF4-FFF2-40B4-BE49-F238E27FC236}">
                <a16:creationId xmlns:a16="http://schemas.microsoft.com/office/drawing/2014/main" id="{90B50290-2793-45B9-9C8D-E170B4CCBD2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908787351" name="">
            <a:extLst xmlns:a="http://schemas.openxmlformats.org/drawingml/2006/main">
              <a:ext uri="{FF2B5EF4-FFF2-40B4-BE49-F238E27FC236}">
                <a16:creationId xmlns:a16="http://schemas.microsoft.com/office/drawing/2014/main" id="{15A037BF-25CA-44A7-8E72-AB1F492D962C}"/>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372489362" name="">
            <a:extLst xmlns:a="http://schemas.openxmlformats.org/drawingml/2006/main">
              <a:ext uri="{FF2B5EF4-FFF2-40B4-BE49-F238E27FC236}">
                <a16:creationId xmlns:a16="http://schemas.microsoft.com/office/drawing/2014/main" id="{98808C7D-1506-47F7-A225-309B2BF9978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57956786" name="">
            <a:extLst xmlns:a="http://schemas.openxmlformats.org/drawingml/2006/main">
              <a:ext uri="{FF2B5EF4-FFF2-40B4-BE49-F238E27FC236}">
                <a16:creationId xmlns:a16="http://schemas.microsoft.com/office/drawing/2014/main" id="{76DFAACE-B11A-4823-A4D9-01F0FC59686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28567006" name="">
            <a:extLst xmlns:a="http://schemas.openxmlformats.org/drawingml/2006/main">
              <a:ext uri="{FF2B5EF4-FFF2-40B4-BE49-F238E27FC236}">
                <a16:creationId xmlns:a16="http://schemas.microsoft.com/office/drawing/2014/main" id="{B269FC69-9C39-46A4-B4B3-C582C6C2C5E4}"/>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1835411307" name="">
            <a:extLst xmlns:a="http://schemas.openxmlformats.org/drawingml/2006/main">
              <a:ext uri="{FF2B5EF4-FFF2-40B4-BE49-F238E27FC236}">
                <a16:creationId xmlns:a16="http://schemas.microsoft.com/office/drawing/2014/main" id="{9BB124B2-D67F-4DA2-8D29-A3B80328A2B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2024675241"/>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280064" name="Rectangle 596912551">
            <a:extLst xmlns:a="http://schemas.openxmlformats.org/drawingml/2006/main">
              <a:ext uri="{FF2B5EF4-FFF2-40B4-BE49-F238E27FC236}">
                <a16:creationId xmlns:a16="http://schemas.microsoft.com/office/drawing/2014/main" id="{F15A9614-59BC-4475-8F74-996C720697D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70277448" name="Rectangle 290873250">
            <a:extLst xmlns:a="http://schemas.openxmlformats.org/drawingml/2006/main">
              <a:ext uri="{FF2B5EF4-FFF2-40B4-BE49-F238E27FC236}">
                <a16:creationId xmlns:a16="http://schemas.microsoft.com/office/drawing/2014/main" id="{BF072625-4283-4131-B072-FA01AD4C4C1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475389171" name="Rectangle: Rounded Corners 81270832">
            <a:extLst xmlns:a="http://schemas.openxmlformats.org/drawingml/2006/main">
              <a:ext uri="{FF2B5EF4-FFF2-40B4-BE49-F238E27FC236}">
                <a16:creationId xmlns:a16="http://schemas.microsoft.com/office/drawing/2014/main" id="{E5AA00C4-5E68-4AC4-8275-963E720865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8979460" name="Rectangle: Rounded Corners 1587413913">
            <a:extLst xmlns:a="http://schemas.openxmlformats.org/drawingml/2006/main">
              <a:ext uri="{FF2B5EF4-FFF2-40B4-BE49-F238E27FC236}">
                <a16:creationId xmlns:a16="http://schemas.microsoft.com/office/drawing/2014/main" id="{C38FAD2F-7DA6-426B-84A3-F6E151901276}"/>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41856403" name="Rectangle: Rounded Corners 493815563">
            <a:extLst xmlns:a="http://schemas.openxmlformats.org/drawingml/2006/main">
              <a:ext uri="{FF2B5EF4-FFF2-40B4-BE49-F238E27FC236}">
                <a16:creationId xmlns:a16="http://schemas.microsoft.com/office/drawing/2014/main" id="{C512707F-17E1-4732-9C9E-A2F2A3479233}"/>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258509158" name="Rectangle: Rounded Corners 770580154">
            <a:extLst xmlns:a="http://schemas.openxmlformats.org/drawingml/2006/main">
              <a:ext uri="{FF2B5EF4-FFF2-40B4-BE49-F238E27FC236}">
                <a16:creationId xmlns:a16="http://schemas.microsoft.com/office/drawing/2014/main" id="{D93348D6-7DF0-46EB-9777-EE24229AF0CC}"/>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114766627" name="Arrow: Right 719400496">
            <a:extLst xmlns:a="http://schemas.openxmlformats.org/drawingml/2006/main">
              <a:ext uri="{FF2B5EF4-FFF2-40B4-BE49-F238E27FC236}">
                <a16:creationId xmlns:a16="http://schemas.microsoft.com/office/drawing/2014/main" id="{A2A12677-4321-4598-BE8A-7A4276C632C3}"/>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9872573" name="Rectangle: Rounded Corners 1479447591">
            <a:extLst xmlns:a="http://schemas.openxmlformats.org/drawingml/2006/main">
              <a:ext uri="{FF2B5EF4-FFF2-40B4-BE49-F238E27FC236}">
                <a16:creationId xmlns:a16="http://schemas.microsoft.com/office/drawing/2014/main" id="{F0A5D3DF-B6F8-4E23-A663-E7030F254DA8}"/>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65329634" name="Rectangle: Rounded Corners 2028005840">
            <a:extLst xmlns:a="http://schemas.openxmlformats.org/drawingml/2006/main">
              <a:ext uri="{FF2B5EF4-FFF2-40B4-BE49-F238E27FC236}">
                <a16:creationId xmlns:a16="http://schemas.microsoft.com/office/drawing/2014/main" id="{EFC8B7F0-843E-4C40-97E5-AA64E6FA14CF}"/>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2124197597" name="Rectangle: Rounded Corners 1882830141">
            <a:extLst xmlns:a="http://schemas.openxmlformats.org/drawingml/2006/main">
              <a:ext uri="{FF2B5EF4-FFF2-40B4-BE49-F238E27FC236}">
                <a16:creationId xmlns:a16="http://schemas.microsoft.com/office/drawing/2014/main" id="{8EDAA20E-AB97-4347-8CED-391871ECB3AE}"/>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59066242" name="Rectangle: Rounded Corners 60243026">
            <a:extLst xmlns:a="http://schemas.openxmlformats.org/drawingml/2006/main">
              <a:ext uri="{FF2B5EF4-FFF2-40B4-BE49-F238E27FC236}">
                <a16:creationId xmlns:a16="http://schemas.microsoft.com/office/drawing/2014/main" id="{BF17EE04-5D53-4DA7-855F-DD22A7C75472}"/>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501477287" name="Rectangle: Rounded Corners 1134928050">
            <a:extLst xmlns:a="http://schemas.openxmlformats.org/drawingml/2006/main">
              <a:ext uri="{FF2B5EF4-FFF2-40B4-BE49-F238E27FC236}">
                <a16:creationId xmlns:a16="http://schemas.microsoft.com/office/drawing/2014/main" id="{FC6FFAD7-6810-4991-A99D-5E7E7FEEAE37}"/>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2118270386" name="Rectangle 1354337603">
            <a:extLst xmlns:a="http://schemas.openxmlformats.org/drawingml/2006/main">
              <a:ext uri="{FF2B5EF4-FFF2-40B4-BE49-F238E27FC236}">
                <a16:creationId xmlns:a16="http://schemas.microsoft.com/office/drawing/2014/main" id="{93394180-1812-47DD-AD2E-0FFB211D561E}"/>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544383449" name="Rectangle 564634627">
            <a:extLst xmlns:a="http://schemas.openxmlformats.org/drawingml/2006/main">
              <a:ext uri="{FF2B5EF4-FFF2-40B4-BE49-F238E27FC236}">
                <a16:creationId xmlns:a16="http://schemas.microsoft.com/office/drawing/2014/main" id="{9D1FBF34-BD88-4D43-880D-C38021844A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41</a:t>
            </a:r>
          </a:p>
        </p:txBody>
      </p:sp>
    </p:spTree>
    <p:extLst>
      <p:ext uri="{BB962C8B-B14F-4D97-AF65-F5344CB8AC3E}">
        <p14:creationId xmlns:p14="http://schemas.microsoft.com/office/powerpoint/2010/main" val="898458179"/>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0331058" name="Rectangle 804913496">
            <a:extLst xmlns:a="http://schemas.openxmlformats.org/drawingml/2006/main">
              <a:ext uri="{FF2B5EF4-FFF2-40B4-BE49-F238E27FC236}">
                <a16:creationId xmlns:a16="http://schemas.microsoft.com/office/drawing/2014/main" id="{26402C0A-775D-4CC1-9DC5-386107AB38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993333122" name="Rectangle 977578111">
            <a:extLst xmlns:a="http://schemas.openxmlformats.org/drawingml/2006/main">
              <a:ext uri="{FF2B5EF4-FFF2-40B4-BE49-F238E27FC236}">
                <a16:creationId xmlns:a16="http://schemas.microsoft.com/office/drawing/2014/main" id="{0E583FC8-FA77-4210-ADFB-26C6E2B55F6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49048722" name="Rectangle: Rounded Corners 1169649151">
            <a:extLst xmlns:a="http://schemas.openxmlformats.org/drawingml/2006/main">
              <a:ext uri="{FF2B5EF4-FFF2-40B4-BE49-F238E27FC236}">
                <a16:creationId xmlns:a16="http://schemas.microsoft.com/office/drawing/2014/main" id="{D89B64F4-6DA8-4661-B046-B666F90954C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383478" name="Straight Connector 2011469827">
            <a:extLst xmlns:a="http://schemas.openxmlformats.org/drawingml/2006/main">
              <a:ext uri="{FF2B5EF4-FFF2-40B4-BE49-F238E27FC236}">
                <a16:creationId xmlns:a16="http://schemas.microsoft.com/office/drawing/2014/main" id="{7C102496-7C75-4917-A57E-9B4942B76D6A}"/>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0587613" name="Straight Connector 181034433">
            <a:extLst xmlns:a="http://schemas.openxmlformats.org/drawingml/2006/main">
              <a:ext uri="{FF2B5EF4-FFF2-40B4-BE49-F238E27FC236}">
                <a16:creationId xmlns:a16="http://schemas.microsoft.com/office/drawing/2014/main" id="{A245660E-A7EB-4B52-9F35-02C08FEBCFD4}"/>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420885" name="Oval 1553006746">
            <a:extLst xmlns:a="http://schemas.openxmlformats.org/drawingml/2006/main">
              <a:ext uri="{FF2B5EF4-FFF2-40B4-BE49-F238E27FC236}">
                <a16:creationId xmlns:a16="http://schemas.microsoft.com/office/drawing/2014/main" id="{B6E6EF6B-012F-49A5-B7B6-73075AF45F27}"/>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001024" name="Rectangle 1709600281">
            <a:extLst xmlns:a="http://schemas.openxmlformats.org/drawingml/2006/main">
              <a:ext uri="{FF2B5EF4-FFF2-40B4-BE49-F238E27FC236}">
                <a16:creationId xmlns:a16="http://schemas.microsoft.com/office/drawing/2014/main" id="{87FC3248-B4D6-4184-8211-43AD9306CD40}"/>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49717378" name="Oval 21898783">
            <a:extLst xmlns:a="http://schemas.openxmlformats.org/drawingml/2006/main">
              <a:ext uri="{FF2B5EF4-FFF2-40B4-BE49-F238E27FC236}">
                <a16:creationId xmlns:a16="http://schemas.microsoft.com/office/drawing/2014/main" id="{F3D0711D-95A2-47B9-9657-E2DCC42DDB91}"/>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25844" name="Rectangle 948343370">
            <a:extLst xmlns:a="http://schemas.openxmlformats.org/drawingml/2006/main">
              <a:ext uri="{FF2B5EF4-FFF2-40B4-BE49-F238E27FC236}">
                <a16:creationId xmlns:a16="http://schemas.microsoft.com/office/drawing/2014/main" id="{54B215A4-F1A7-4AD2-BE06-440D614BD0E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750212665" name="Oval 2041526387">
            <a:extLst xmlns:a="http://schemas.openxmlformats.org/drawingml/2006/main">
              <a:ext uri="{FF2B5EF4-FFF2-40B4-BE49-F238E27FC236}">
                <a16:creationId xmlns:a16="http://schemas.microsoft.com/office/drawing/2014/main" id="{B01FFDCB-6118-4473-8D7B-9F842EE1B594}"/>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8952532" name="Rectangle 1876813262">
            <a:extLst xmlns:a="http://schemas.openxmlformats.org/drawingml/2006/main">
              <a:ext uri="{FF2B5EF4-FFF2-40B4-BE49-F238E27FC236}">
                <a16:creationId xmlns:a16="http://schemas.microsoft.com/office/drawing/2014/main" id="{EF65F6FF-DD6F-42C7-BBEC-53B7AD58C346}"/>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367474889" name="Oval 1942427474">
            <a:extLst xmlns:a="http://schemas.openxmlformats.org/drawingml/2006/main">
              <a:ext uri="{FF2B5EF4-FFF2-40B4-BE49-F238E27FC236}">
                <a16:creationId xmlns:a16="http://schemas.microsoft.com/office/drawing/2014/main" id="{2557D5FA-DB64-4C70-BC83-7F92E17BE99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9818800" name="Rectangle 888296365">
            <a:extLst xmlns:a="http://schemas.openxmlformats.org/drawingml/2006/main">
              <a:ext uri="{FF2B5EF4-FFF2-40B4-BE49-F238E27FC236}">
                <a16:creationId xmlns:a16="http://schemas.microsoft.com/office/drawing/2014/main" id="{967A2C62-E03C-4370-836C-B61B3BCCB8AC}"/>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863547768" name="Oval 358440105">
            <a:extLst xmlns:a="http://schemas.openxmlformats.org/drawingml/2006/main">
              <a:ext uri="{FF2B5EF4-FFF2-40B4-BE49-F238E27FC236}">
                <a16:creationId xmlns:a16="http://schemas.microsoft.com/office/drawing/2014/main" id="{30C27A42-B54A-431B-97EE-93E8B3C3B2BA}"/>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009708" name="Rectangle 1076600515">
            <a:extLst xmlns:a="http://schemas.openxmlformats.org/drawingml/2006/main">
              <a:ext uri="{FF2B5EF4-FFF2-40B4-BE49-F238E27FC236}">
                <a16:creationId xmlns:a16="http://schemas.microsoft.com/office/drawing/2014/main" id="{16B4E534-32DC-4849-B964-4E028AE67B78}"/>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800272487" name="Oval 1935212152">
            <a:extLst xmlns:a="http://schemas.openxmlformats.org/drawingml/2006/main">
              <a:ext uri="{FF2B5EF4-FFF2-40B4-BE49-F238E27FC236}">
                <a16:creationId xmlns:a16="http://schemas.microsoft.com/office/drawing/2014/main" id="{8CC6A6AE-3065-427C-9AAF-2D1EB6B05307}"/>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3978552" name="Rectangle 40298214">
            <a:extLst xmlns:a="http://schemas.openxmlformats.org/drawingml/2006/main">
              <a:ext uri="{FF2B5EF4-FFF2-40B4-BE49-F238E27FC236}">
                <a16:creationId xmlns:a16="http://schemas.microsoft.com/office/drawing/2014/main" id="{FCED4DD7-4504-41FA-91B8-37040F99325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681713186" name="Oval 1096938976">
            <a:extLst xmlns:a="http://schemas.openxmlformats.org/drawingml/2006/main">
              <a:ext uri="{FF2B5EF4-FFF2-40B4-BE49-F238E27FC236}">
                <a16:creationId xmlns:a16="http://schemas.microsoft.com/office/drawing/2014/main" id="{992BEB6E-3B8F-4FB0-9891-09C64F1AF25A}"/>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563681" name="Rectangle 251020529">
            <a:extLst xmlns:a="http://schemas.openxmlformats.org/drawingml/2006/main">
              <a:ext uri="{FF2B5EF4-FFF2-40B4-BE49-F238E27FC236}">
                <a16:creationId xmlns:a16="http://schemas.microsoft.com/office/drawing/2014/main" id="{1270D707-E0D2-44F3-B3E6-5D8CF24127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629525082" name="Rectangle 1844580113">
            <a:extLst xmlns:a="http://schemas.openxmlformats.org/drawingml/2006/main">
              <a:ext uri="{FF2B5EF4-FFF2-40B4-BE49-F238E27FC236}">
                <a16:creationId xmlns:a16="http://schemas.microsoft.com/office/drawing/2014/main" id="{CC4F1577-D916-48F5-9D44-C1722FFF1B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42</a:t>
            </a:r>
          </a:p>
        </p:txBody>
      </p:sp>
    </p:spTree>
    <p:extLst>
      <p:ext uri="{BB962C8B-B14F-4D97-AF65-F5344CB8AC3E}">
        <p14:creationId xmlns:p14="http://schemas.microsoft.com/office/powerpoint/2010/main" val="1731952979"/>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2382993" name="Rectangle 316490786">
            <a:extLst xmlns:a="http://schemas.openxmlformats.org/drawingml/2006/main">
              <a:ext uri="{FF2B5EF4-FFF2-40B4-BE49-F238E27FC236}">
                <a16:creationId xmlns:a16="http://schemas.microsoft.com/office/drawing/2014/main" id="{6BFC3161-1974-4B49-9C4F-C94926D202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79830560" name="Rectangle 1088829960">
            <a:extLst xmlns:a="http://schemas.openxmlformats.org/drawingml/2006/main">
              <a:ext uri="{FF2B5EF4-FFF2-40B4-BE49-F238E27FC236}">
                <a16:creationId xmlns:a16="http://schemas.microsoft.com/office/drawing/2014/main" id="{B1CF1E4A-4F67-487E-A4D1-42BF91974B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04355042" name="Rectangle: Rounded Corners 1185614033">
            <a:extLst xmlns:a="http://schemas.openxmlformats.org/drawingml/2006/main">
              <a:ext uri="{FF2B5EF4-FFF2-40B4-BE49-F238E27FC236}">
                <a16:creationId xmlns:a16="http://schemas.microsoft.com/office/drawing/2014/main" id="{3C64B4C5-5169-4F11-B857-1B36A53BBC3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651704" name="Rectangle: Rounded Corners 1637263549">
            <a:extLst xmlns:a="http://schemas.openxmlformats.org/drawingml/2006/main">
              <a:ext uri="{FF2B5EF4-FFF2-40B4-BE49-F238E27FC236}">
                <a16:creationId xmlns:a16="http://schemas.microsoft.com/office/drawing/2014/main" id="{467D2267-FED1-4B67-AA0B-11F32A3BF7EE}"/>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82965250" name="Arrow: Right 483904790">
            <a:extLst xmlns:a="http://schemas.openxmlformats.org/drawingml/2006/main">
              <a:ext uri="{FF2B5EF4-FFF2-40B4-BE49-F238E27FC236}">
                <a16:creationId xmlns:a16="http://schemas.microsoft.com/office/drawing/2014/main" id="{946815D3-6DAD-475F-BD11-0F15A1721472}"/>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392170975" name="Rectangle: Rounded Corners 112366508">
            <a:extLst xmlns:a="http://schemas.openxmlformats.org/drawingml/2006/main">
              <a:ext uri="{FF2B5EF4-FFF2-40B4-BE49-F238E27FC236}">
                <a16:creationId xmlns:a16="http://schemas.microsoft.com/office/drawing/2014/main" id="{BD7705D8-DDA1-49B3-91A1-8A9A9AF01A23}"/>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759558562" name="Rectangle: Rounded Corners 1684869887">
            <a:extLst xmlns:a="http://schemas.openxmlformats.org/drawingml/2006/main">
              <a:ext uri="{FF2B5EF4-FFF2-40B4-BE49-F238E27FC236}">
                <a16:creationId xmlns:a16="http://schemas.microsoft.com/office/drawing/2014/main" id="{EDA93F45-BB4A-4CAB-AB5F-50236EDDBF2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76986139" name="Arrow: Right 582027638">
            <a:extLst xmlns:a="http://schemas.openxmlformats.org/drawingml/2006/main">
              <a:ext uri="{FF2B5EF4-FFF2-40B4-BE49-F238E27FC236}">
                <a16:creationId xmlns:a16="http://schemas.microsoft.com/office/drawing/2014/main" id="{B9ED35B6-9995-46B5-992F-1469B2962AE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89719277" name="Rectangle: Rounded Corners 415203980">
            <a:extLst xmlns:a="http://schemas.openxmlformats.org/drawingml/2006/main">
              <a:ext uri="{FF2B5EF4-FFF2-40B4-BE49-F238E27FC236}">
                <a16:creationId xmlns:a16="http://schemas.microsoft.com/office/drawing/2014/main" id="{75D1D16D-4636-48D5-A0F2-40853DBFD3BF}"/>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33287498" name="Rectangle 1659565154">
            <a:extLst xmlns:a="http://schemas.openxmlformats.org/drawingml/2006/main">
              <a:ext uri="{FF2B5EF4-FFF2-40B4-BE49-F238E27FC236}">
                <a16:creationId xmlns:a16="http://schemas.microsoft.com/office/drawing/2014/main" id="{209E1D57-10A2-472F-B372-A1244C0021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43</a:t>
            </a:r>
          </a:p>
        </p:txBody>
      </p:sp>
    </p:spTree>
    <p:extLst>
      <p:ext uri="{BB962C8B-B14F-4D97-AF65-F5344CB8AC3E}">
        <p14:creationId xmlns:p14="http://schemas.microsoft.com/office/powerpoint/2010/main" val="21324588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6261434" name="Rectangle 2031595678">
            <a:extLst xmlns:a="http://schemas.openxmlformats.org/drawingml/2006/main">
              <a:ext uri="{FF2B5EF4-FFF2-40B4-BE49-F238E27FC236}">
                <a16:creationId xmlns:a16="http://schemas.microsoft.com/office/drawing/2014/main" id="{239E3F77-E0CA-40EA-A39D-9CA5E3B1B2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41185427" name="Rectangle 1958034541">
            <a:extLst xmlns:a="http://schemas.openxmlformats.org/drawingml/2006/main">
              <a:ext uri="{FF2B5EF4-FFF2-40B4-BE49-F238E27FC236}">
                <a16:creationId xmlns:a16="http://schemas.microsoft.com/office/drawing/2014/main" id="{416B7521-AEDC-4CF8-88BD-218958B05A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911589164" name="Rectangle: Rounded Corners 856291304">
            <a:extLst xmlns:a="http://schemas.openxmlformats.org/drawingml/2006/main">
              <a:ext uri="{FF2B5EF4-FFF2-40B4-BE49-F238E27FC236}">
                <a16:creationId xmlns:a16="http://schemas.microsoft.com/office/drawing/2014/main" id="{5E96A792-0655-4ED7-9224-05E6A1CB22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0222" name="Oval 915562435">
            <a:extLst xmlns:a="http://schemas.openxmlformats.org/drawingml/2006/main">
              <a:ext uri="{FF2B5EF4-FFF2-40B4-BE49-F238E27FC236}">
                <a16:creationId xmlns:a16="http://schemas.microsoft.com/office/drawing/2014/main" id="{D86E8A87-8039-4A86-87F2-17BEE8A5804A}"/>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234301259" name="Oval 2063706273">
            <a:extLst xmlns:a="http://schemas.openxmlformats.org/drawingml/2006/main">
              <a:ext uri="{FF2B5EF4-FFF2-40B4-BE49-F238E27FC236}">
                <a16:creationId xmlns:a16="http://schemas.microsoft.com/office/drawing/2014/main" id="{7F72B6C0-0A03-4326-BC2A-F64AFC0E5B8E}"/>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1603447" name="Oval 1843251255">
            <a:extLst xmlns:a="http://schemas.openxmlformats.org/drawingml/2006/main">
              <a:ext uri="{FF2B5EF4-FFF2-40B4-BE49-F238E27FC236}">
                <a16:creationId xmlns:a16="http://schemas.microsoft.com/office/drawing/2014/main" id="{E6D5F321-4BAB-45CB-B54C-22DF142B6BA6}"/>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664764" name="Arrow: Right 1047507270">
            <a:extLst xmlns:a="http://schemas.openxmlformats.org/drawingml/2006/main">
              <a:ext uri="{FF2B5EF4-FFF2-40B4-BE49-F238E27FC236}">
                <a16:creationId xmlns:a16="http://schemas.microsoft.com/office/drawing/2014/main" id="{C7BF97F6-3F68-4301-B5BE-0BCFE660E7AA}"/>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768680378" name="Arrow: Right 416431706">
            <a:extLst xmlns:a="http://schemas.openxmlformats.org/drawingml/2006/main">
              <a:ext uri="{FF2B5EF4-FFF2-40B4-BE49-F238E27FC236}">
                <a16:creationId xmlns:a16="http://schemas.microsoft.com/office/drawing/2014/main" id="{54A38D55-DA61-430B-B5DC-0C8C8DB166F9}"/>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70641574" name="Rectangle: Rounded Corners 685887359">
            <a:extLst xmlns:a="http://schemas.openxmlformats.org/drawingml/2006/main">
              <a:ext uri="{FF2B5EF4-FFF2-40B4-BE49-F238E27FC236}">
                <a16:creationId xmlns:a16="http://schemas.microsoft.com/office/drawing/2014/main" id="{F2623260-3502-48F4-B9DD-70CE666A4826}"/>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59018355" name="Rectangle 1087270730">
            <a:extLst xmlns:a="http://schemas.openxmlformats.org/drawingml/2006/main">
              <a:ext uri="{FF2B5EF4-FFF2-40B4-BE49-F238E27FC236}">
                <a16:creationId xmlns:a16="http://schemas.microsoft.com/office/drawing/2014/main" id="{0996EBB9-A458-42FF-A1D4-F9FFDB2EA0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44</a:t>
            </a:r>
          </a:p>
        </p:txBody>
      </p:sp>
    </p:spTree>
    <p:extLst>
      <p:ext uri="{BB962C8B-B14F-4D97-AF65-F5344CB8AC3E}">
        <p14:creationId xmlns:p14="http://schemas.microsoft.com/office/powerpoint/2010/main" val="1743567895"/>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284546" name="Rectangle 274056230">
            <a:extLst xmlns:a="http://schemas.openxmlformats.org/drawingml/2006/main">
              <a:ext uri="{FF2B5EF4-FFF2-40B4-BE49-F238E27FC236}">
                <a16:creationId xmlns:a16="http://schemas.microsoft.com/office/drawing/2014/main" id="{5AE4A822-42E1-4A0F-9245-DD29FA83D1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68212351" name="Rectangle 2069842662">
            <a:extLst xmlns:a="http://schemas.openxmlformats.org/drawingml/2006/main">
              <a:ext uri="{FF2B5EF4-FFF2-40B4-BE49-F238E27FC236}">
                <a16:creationId xmlns:a16="http://schemas.microsoft.com/office/drawing/2014/main" id="{0CC90504-A0C2-491C-B226-E640246FFB4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942693462" name="Rectangle: Rounded Corners 1012080298">
            <a:extLst xmlns:a="http://schemas.openxmlformats.org/drawingml/2006/main">
              <a:ext uri="{FF2B5EF4-FFF2-40B4-BE49-F238E27FC236}">
                <a16:creationId xmlns:a16="http://schemas.microsoft.com/office/drawing/2014/main" id="{9F26B9FB-3E9B-4E30-A644-18D2CF25C8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356643" name="Rectangle: Rounded Corners 268010825">
            <a:extLst xmlns:a="http://schemas.openxmlformats.org/drawingml/2006/main">
              <a:ext uri="{FF2B5EF4-FFF2-40B4-BE49-F238E27FC236}">
                <a16:creationId xmlns:a16="http://schemas.microsoft.com/office/drawing/2014/main" id="{4FEEE1D8-83A3-477D-865E-F63C119AB94C}"/>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8786398" name="Rectangle 859411994">
            <a:extLst xmlns:a="http://schemas.openxmlformats.org/drawingml/2006/main">
              <a:ext uri="{FF2B5EF4-FFF2-40B4-BE49-F238E27FC236}">
                <a16:creationId xmlns:a16="http://schemas.microsoft.com/office/drawing/2014/main" id="{B75E3678-9870-41DF-B411-A7E3D55F56E1}"/>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123044707" name="Rectangle: Rounded Corners 462313761">
            <a:extLst xmlns:a="http://schemas.openxmlformats.org/drawingml/2006/main">
              <a:ext uri="{FF2B5EF4-FFF2-40B4-BE49-F238E27FC236}">
                <a16:creationId xmlns:a16="http://schemas.microsoft.com/office/drawing/2014/main" id="{53459AAB-7E11-4C90-A629-F84658BC394B}"/>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974186918" name="Rectangle 256178726">
            <a:extLst xmlns:a="http://schemas.openxmlformats.org/drawingml/2006/main">
              <a:ext uri="{FF2B5EF4-FFF2-40B4-BE49-F238E27FC236}">
                <a16:creationId xmlns:a16="http://schemas.microsoft.com/office/drawing/2014/main" id="{9D0B1446-4625-4898-9EB1-8BD5849C1251}"/>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318994197" name="Rectangle: Rounded Corners 570514558">
            <a:extLst xmlns:a="http://schemas.openxmlformats.org/drawingml/2006/main">
              <a:ext uri="{FF2B5EF4-FFF2-40B4-BE49-F238E27FC236}">
                <a16:creationId xmlns:a16="http://schemas.microsoft.com/office/drawing/2014/main" id="{D930F3F3-82BA-42F3-921A-A6FF5FDFAB4A}"/>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6672874" name="Rectangle: Rounded Corners 1825339525">
            <a:extLst xmlns:a="http://schemas.openxmlformats.org/drawingml/2006/main">
              <a:ext uri="{FF2B5EF4-FFF2-40B4-BE49-F238E27FC236}">
                <a16:creationId xmlns:a16="http://schemas.microsoft.com/office/drawing/2014/main" id="{1821EA8F-93AA-4144-9E70-0FCCFBD8D5BC}"/>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656823" name="Rectangle: Rounded Corners 1330424870">
            <a:extLst xmlns:a="http://schemas.openxmlformats.org/drawingml/2006/main">
              <a:ext uri="{FF2B5EF4-FFF2-40B4-BE49-F238E27FC236}">
                <a16:creationId xmlns:a16="http://schemas.microsoft.com/office/drawing/2014/main" id="{E9ACD12F-D2D8-49CA-B75F-E54D3B554A3F}"/>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042" name="Rectangle: Rounded Corners 1894137061">
            <a:extLst xmlns:a="http://schemas.openxmlformats.org/drawingml/2006/main">
              <a:ext uri="{FF2B5EF4-FFF2-40B4-BE49-F238E27FC236}">
                <a16:creationId xmlns:a16="http://schemas.microsoft.com/office/drawing/2014/main" id="{E250C323-AB58-4135-8699-89A86D237ADA}"/>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026017" name="Rectangle: Rounded Corners 402898928">
            <a:extLst xmlns:a="http://schemas.openxmlformats.org/drawingml/2006/main">
              <a:ext uri="{FF2B5EF4-FFF2-40B4-BE49-F238E27FC236}">
                <a16:creationId xmlns:a16="http://schemas.microsoft.com/office/drawing/2014/main" id="{A727D866-FD4B-4C6F-8709-7EFFF89D89AC}"/>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11582" name="Rectangle 1777770755">
            <a:extLst xmlns:a="http://schemas.openxmlformats.org/drawingml/2006/main">
              <a:ext uri="{FF2B5EF4-FFF2-40B4-BE49-F238E27FC236}">
                <a16:creationId xmlns:a16="http://schemas.microsoft.com/office/drawing/2014/main" id="{D6C73658-192B-496D-AC5B-045AA49456E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833980112" name="Rectangle 664374673">
            <a:extLst xmlns:a="http://schemas.openxmlformats.org/drawingml/2006/main">
              <a:ext uri="{FF2B5EF4-FFF2-40B4-BE49-F238E27FC236}">
                <a16:creationId xmlns:a16="http://schemas.microsoft.com/office/drawing/2014/main" id="{FF798181-7651-43D5-96FF-491B93C4923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45</a:t>
            </a:r>
          </a:p>
        </p:txBody>
      </p:sp>
      <p:sp>
        <p:nvSpPr>
          <p:cNvPr id="1248667456" name="qk-score-formula">
            <a:extLst xmlns:a="http://schemas.openxmlformats.org/drawingml/2006/main">
              <a:ext uri="{FF2B5EF4-FFF2-40B4-BE49-F238E27FC236}">
                <a16:creationId xmlns:a16="http://schemas.microsoft.com/office/drawing/2014/main" id="{555BD91E-058D-486E-A5AB-DBDA6B960E82}"/>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675758271" name="dot-product-explanation">
            <a:extLst xmlns:a="http://schemas.openxmlformats.org/drawingml/2006/main">
              <a:ext uri="{FF2B5EF4-FFF2-40B4-BE49-F238E27FC236}">
                <a16:creationId xmlns:a16="http://schemas.microsoft.com/office/drawing/2014/main" id="{FB94FD66-9750-4446-A469-CB864AB93EA2}"/>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2105370411"/>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8022265" name="Rectangle 1701338696">
            <a:extLst xmlns:a="http://schemas.openxmlformats.org/drawingml/2006/main">
              <a:ext uri="{FF2B5EF4-FFF2-40B4-BE49-F238E27FC236}">
                <a16:creationId xmlns:a16="http://schemas.microsoft.com/office/drawing/2014/main" id="{28DF8A01-C605-49D2-969F-8431B2E745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51208290" name="Rectangle 1786653114">
            <a:extLst xmlns:a="http://schemas.openxmlformats.org/drawingml/2006/main">
              <a:ext uri="{FF2B5EF4-FFF2-40B4-BE49-F238E27FC236}">
                <a16:creationId xmlns:a16="http://schemas.microsoft.com/office/drawing/2014/main" id="{3FD34678-3859-4BF9-BC64-FC7A8709213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530030953" name="Rectangle: Rounded Corners 464705818">
            <a:extLst xmlns:a="http://schemas.openxmlformats.org/drawingml/2006/main">
              <a:ext uri="{FF2B5EF4-FFF2-40B4-BE49-F238E27FC236}">
                <a16:creationId xmlns:a16="http://schemas.microsoft.com/office/drawing/2014/main" id="{1E207E7B-287A-41A3-A92C-5CA853B0766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35178" name="Rectangle: Rounded Corners 1141548239">
            <a:extLst xmlns:a="http://schemas.openxmlformats.org/drawingml/2006/main">
              <a:ext uri="{FF2B5EF4-FFF2-40B4-BE49-F238E27FC236}">
                <a16:creationId xmlns:a16="http://schemas.microsoft.com/office/drawing/2014/main" id="{F29D7A83-DBFA-416B-9AC9-95DFBA60A6C2}"/>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54026" name="Rectangle: Rounded Corners 498832919">
            <a:extLst xmlns:a="http://schemas.openxmlformats.org/drawingml/2006/main">
              <a:ext uri="{FF2B5EF4-FFF2-40B4-BE49-F238E27FC236}">
                <a16:creationId xmlns:a16="http://schemas.microsoft.com/office/drawing/2014/main" id="{D6AFDF4A-3284-4703-A9C2-9755757A964F}"/>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1476262" name="Rectangle: Rounded Corners 1769908897">
            <a:extLst xmlns:a="http://schemas.openxmlformats.org/drawingml/2006/main">
              <a:ext uri="{FF2B5EF4-FFF2-40B4-BE49-F238E27FC236}">
                <a16:creationId xmlns:a16="http://schemas.microsoft.com/office/drawing/2014/main" id="{3DB80A3E-B7EA-455A-B26A-F4117BB81B82}"/>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7536332" name="Rectangle: Rounded Corners 1914348486">
            <a:extLst xmlns:a="http://schemas.openxmlformats.org/drawingml/2006/main">
              <a:ext uri="{FF2B5EF4-FFF2-40B4-BE49-F238E27FC236}">
                <a16:creationId xmlns:a16="http://schemas.microsoft.com/office/drawing/2014/main" id="{DE8B2FB6-82E4-4999-8F14-3A3A2E118E5F}"/>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5384966" name="Rectangle: Rounded Corners 1678518739">
            <a:extLst xmlns:a="http://schemas.openxmlformats.org/drawingml/2006/main">
              <a:ext uri="{FF2B5EF4-FFF2-40B4-BE49-F238E27FC236}">
                <a16:creationId xmlns:a16="http://schemas.microsoft.com/office/drawing/2014/main" id="{47EB5CE3-D208-4BDC-8ECF-FADD800A2683}"/>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169021" name="Arrow: Right 2119966246">
            <a:extLst xmlns:a="http://schemas.openxmlformats.org/drawingml/2006/main">
              <a:ext uri="{FF2B5EF4-FFF2-40B4-BE49-F238E27FC236}">
                <a16:creationId xmlns:a16="http://schemas.microsoft.com/office/drawing/2014/main" id="{E7FB9B7B-FF7D-4D43-81FB-04C8544440F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7271173" name="Rectangle: Rounded Corners 211572738">
            <a:extLst xmlns:a="http://schemas.openxmlformats.org/drawingml/2006/main">
              <a:ext uri="{FF2B5EF4-FFF2-40B4-BE49-F238E27FC236}">
                <a16:creationId xmlns:a16="http://schemas.microsoft.com/office/drawing/2014/main" id="{EE924A1D-BE99-4B0B-8D4F-485B4F4EEAC3}"/>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520707" name="Rectangle: Rounded Corners 1030269239">
            <a:extLst xmlns:a="http://schemas.openxmlformats.org/drawingml/2006/main">
              <a:ext uri="{FF2B5EF4-FFF2-40B4-BE49-F238E27FC236}">
                <a16:creationId xmlns:a16="http://schemas.microsoft.com/office/drawing/2014/main" id="{C0D76529-CAA2-4686-BB73-28D0AE319C4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58115" name="Rectangle: Rounded Corners 642494706">
            <a:extLst xmlns:a="http://schemas.openxmlformats.org/drawingml/2006/main">
              <a:ext uri="{FF2B5EF4-FFF2-40B4-BE49-F238E27FC236}">
                <a16:creationId xmlns:a16="http://schemas.microsoft.com/office/drawing/2014/main" id="{5417ACC3-0540-42F2-9247-A71422ED4D6C}"/>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626736" name="Rectangle: Rounded Corners 1203968868">
            <a:extLst xmlns:a="http://schemas.openxmlformats.org/drawingml/2006/main">
              <a:ext uri="{FF2B5EF4-FFF2-40B4-BE49-F238E27FC236}">
                <a16:creationId xmlns:a16="http://schemas.microsoft.com/office/drawing/2014/main" id="{EE544C43-4588-412E-BD5D-76834A654EE5}"/>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2087947" name="Rectangle: Rounded Corners 666818066">
            <a:extLst xmlns:a="http://schemas.openxmlformats.org/drawingml/2006/main">
              <a:ext uri="{FF2B5EF4-FFF2-40B4-BE49-F238E27FC236}">
                <a16:creationId xmlns:a16="http://schemas.microsoft.com/office/drawing/2014/main" id="{C1D935AD-E46B-40FB-A652-A2564F7C30EE}"/>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5036424" name="Rectangle 1940968764">
            <a:extLst xmlns:a="http://schemas.openxmlformats.org/drawingml/2006/main">
              <a:ext uri="{FF2B5EF4-FFF2-40B4-BE49-F238E27FC236}">
                <a16:creationId xmlns:a16="http://schemas.microsoft.com/office/drawing/2014/main" id="{F9984D9A-B4AB-4DCE-9692-1FC28DAAB5E6}"/>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230833799" name="Rectangle 1848061419">
            <a:extLst xmlns:a="http://schemas.openxmlformats.org/drawingml/2006/main">
              <a:ext uri="{FF2B5EF4-FFF2-40B4-BE49-F238E27FC236}">
                <a16:creationId xmlns:a16="http://schemas.microsoft.com/office/drawing/2014/main" id="{6D45391F-6E68-420C-B518-0AFCF31F076B}"/>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620159831" name="Rectangle 2016234214">
            <a:extLst xmlns:a="http://schemas.openxmlformats.org/drawingml/2006/main">
              <a:ext uri="{FF2B5EF4-FFF2-40B4-BE49-F238E27FC236}">
                <a16:creationId xmlns:a16="http://schemas.microsoft.com/office/drawing/2014/main" id="{FC2E0123-CBBB-4349-A432-948FD5E491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46</a:t>
            </a:r>
          </a:p>
        </p:txBody>
      </p:sp>
      <p:sp>
        <p:nvSpPr>
          <p:cNvPr id="452551082" name="scaled-dot-product-attention-formula">
            <a:extLst xmlns:a="http://schemas.openxmlformats.org/drawingml/2006/main">
              <a:ext uri="{FF2B5EF4-FFF2-40B4-BE49-F238E27FC236}">
                <a16:creationId xmlns:a16="http://schemas.microsoft.com/office/drawing/2014/main" id="{8F6BA8FA-0C53-480E-8380-7E7151F0E98C}"/>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646326717" name="scaling-explanation">
            <a:extLst xmlns:a="http://schemas.openxmlformats.org/drawingml/2006/main">
              <a:ext uri="{FF2B5EF4-FFF2-40B4-BE49-F238E27FC236}">
                <a16:creationId xmlns:a16="http://schemas.microsoft.com/office/drawing/2014/main" id="{848E1E5E-1039-4941-AA02-633E207F582B}"/>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79731521"/>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6258081" name="Rectangle 667720717">
            <a:extLst xmlns:a="http://schemas.openxmlformats.org/drawingml/2006/main">
              <a:ext uri="{FF2B5EF4-FFF2-40B4-BE49-F238E27FC236}">
                <a16:creationId xmlns:a16="http://schemas.microsoft.com/office/drawing/2014/main" id="{DF1CE807-FCE5-47AA-81BD-142410FE723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146655139" name="Rectangle 1521779778">
            <a:extLst xmlns:a="http://schemas.openxmlformats.org/drawingml/2006/main">
              <a:ext uri="{FF2B5EF4-FFF2-40B4-BE49-F238E27FC236}">
                <a16:creationId xmlns:a16="http://schemas.microsoft.com/office/drawing/2014/main" id="{000661D3-2BC3-4A5C-AB1C-13CD1901D2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680365842" name="Rectangle: Rounded Corners 832807897">
            <a:extLst xmlns:a="http://schemas.openxmlformats.org/drawingml/2006/main">
              <a:ext uri="{FF2B5EF4-FFF2-40B4-BE49-F238E27FC236}">
                <a16:creationId xmlns:a16="http://schemas.microsoft.com/office/drawing/2014/main" id="{959AFD40-5068-48E4-BB84-3B8A89153E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220043" name="Rectangle: Rounded Corners 1099418884">
            <a:extLst xmlns:a="http://schemas.openxmlformats.org/drawingml/2006/main">
              <a:ext uri="{FF2B5EF4-FFF2-40B4-BE49-F238E27FC236}">
                <a16:creationId xmlns:a16="http://schemas.microsoft.com/office/drawing/2014/main" id="{763DC296-9FCB-4DF6-ACBF-BE445B99256F}"/>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87197119" name="Rectangle 605842497">
            <a:extLst xmlns:a="http://schemas.openxmlformats.org/drawingml/2006/main">
              <a:ext uri="{FF2B5EF4-FFF2-40B4-BE49-F238E27FC236}">
                <a16:creationId xmlns:a16="http://schemas.microsoft.com/office/drawing/2014/main" id="{5D68ADF7-BB09-4EB1-B5E5-95CD74300B36}"/>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95545763" name="Rectangle: Rounded Corners 1810780251">
            <a:extLst xmlns:a="http://schemas.openxmlformats.org/drawingml/2006/main">
              <a:ext uri="{FF2B5EF4-FFF2-40B4-BE49-F238E27FC236}">
                <a16:creationId xmlns:a16="http://schemas.microsoft.com/office/drawing/2014/main" id="{01E037CF-4A21-4DE3-8F4E-25EEBBB538C8}"/>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628009790" name="Rectangle 1903860279">
            <a:extLst xmlns:a="http://schemas.openxmlformats.org/drawingml/2006/main">
              <a:ext uri="{FF2B5EF4-FFF2-40B4-BE49-F238E27FC236}">
                <a16:creationId xmlns:a16="http://schemas.microsoft.com/office/drawing/2014/main" id="{A4DD331F-AD23-48B0-A408-C5AB98DCA5FF}"/>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7855553" name="Rectangle: Rounded Corners 453837605">
            <a:extLst xmlns:a="http://schemas.openxmlformats.org/drawingml/2006/main">
              <a:ext uri="{FF2B5EF4-FFF2-40B4-BE49-F238E27FC236}">
                <a16:creationId xmlns:a16="http://schemas.microsoft.com/office/drawing/2014/main" id="{B5312DED-A1B4-40E7-8814-7151666169E5}"/>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54191941" name="Rectangle 1961512127">
            <a:extLst xmlns:a="http://schemas.openxmlformats.org/drawingml/2006/main">
              <a:ext uri="{FF2B5EF4-FFF2-40B4-BE49-F238E27FC236}">
                <a16:creationId xmlns:a16="http://schemas.microsoft.com/office/drawing/2014/main" id="{6A919745-92AC-4A94-99F4-0B83BFBC347E}"/>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372864717" name="Rectangle: Rounded Corners 866508350">
            <a:extLst xmlns:a="http://schemas.openxmlformats.org/drawingml/2006/main">
              <a:ext uri="{FF2B5EF4-FFF2-40B4-BE49-F238E27FC236}">
                <a16:creationId xmlns:a16="http://schemas.microsoft.com/office/drawing/2014/main" id="{F39F61F2-405A-4513-A688-0C705BEB48A2}"/>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860143133" name="Rectangle 1031075147">
            <a:extLst xmlns:a="http://schemas.openxmlformats.org/drawingml/2006/main">
              <a:ext uri="{FF2B5EF4-FFF2-40B4-BE49-F238E27FC236}">
                <a16:creationId xmlns:a16="http://schemas.microsoft.com/office/drawing/2014/main" id="{3A467795-B942-4631-9755-7050BCCA6DC8}"/>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69357408" name="Arrow: Right 691035972">
            <a:extLst xmlns:a="http://schemas.openxmlformats.org/drawingml/2006/main">
              <a:ext uri="{FF2B5EF4-FFF2-40B4-BE49-F238E27FC236}">
                <a16:creationId xmlns:a16="http://schemas.microsoft.com/office/drawing/2014/main" id="{051A4958-73DF-4373-9642-8743DB8C96F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126679376" name="Rectangle: Rounded Corners 997542731">
            <a:extLst xmlns:a="http://schemas.openxmlformats.org/drawingml/2006/main">
              <a:ext uri="{FF2B5EF4-FFF2-40B4-BE49-F238E27FC236}">
                <a16:creationId xmlns:a16="http://schemas.microsoft.com/office/drawing/2014/main" id="{E3AA757A-D9E6-4CB3-AEDA-E108012FEF93}"/>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39802226" name="Rectangle 1562003282">
            <a:extLst xmlns:a="http://schemas.openxmlformats.org/drawingml/2006/main">
              <a:ext uri="{FF2B5EF4-FFF2-40B4-BE49-F238E27FC236}">
                <a16:creationId xmlns:a16="http://schemas.microsoft.com/office/drawing/2014/main" id="{B04E2529-8CAA-4B65-A198-76606AABEB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47</a:t>
            </a:r>
          </a:p>
        </p:txBody>
      </p:sp>
    </p:spTree>
    <p:extLst>
      <p:ext uri="{BB962C8B-B14F-4D97-AF65-F5344CB8AC3E}">
        <p14:creationId xmlns:p14="http://schemas.microsoft.com/office/powerpoint/2010/main" val="26986308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7268148" name="Rectangle 836461681">
            <a:extLst xmlns:a="http://schemas.openxmlformats.org/drawingml/2006/main">
              <a:ext uri="{FF2B5EF4-FFF2-40B4-BE49-F238E27FC236}">
                <a16:creationId xmlns:a16="http://schemas.microsoft.com/office/drawing/2014/main" id="{C67D9AE0-5022-4E43-B549-2CF2ADFCC98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642863" name="Rectangle 1767099124">
            <a:extLst xmlns:a="http://schemas.openxmlformats.org/drawingml/2006/main">
              <a:ext uri="{FF2B5EF4-FFF2-40B4-BE49-F238E27FC236}">
                <a16:creationId xmlns:a16="http://schemas.microsoft.com/office/drawing/2014/main" id="{0CFA73F2-0069-4CF0-8027-B6229ADF1D6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532001827" name="Rectangle: Rounded Corners 658275056">
            <a:extLst xmlns:a="http://schemas.openxmlformats.org/drawingml/2006/main">
              <a:ext uri="{FF2B5EF4-FFF2-40B4-BE49-F238E27FC236}">
                <a16:creationId xmlns:a16="http://schemas.microsoft.com/office/drawing/2014/main" id="{261C413E-5357-4C10-B3E7-1F4EF8446D6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355929" name="Oval 1632534857">
            <a:extLst xmlns:a="http://schemas.openxmlformats.org/drawingml/2006/main">
              <a:ext uri="{FF2B5EF4-FFF2-40B4-BE49-F238E27FC236}">
                <a16:creationId xmlns:a16="http://schemas.microsoft.com/office/drawing/2014/main" id="{66D794DC-580F-491B-9044-E3298C82D4BD}"/>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862641616" name="Oval 1413970628">
            <a:extLst xmlns:a="http://schemas.openxmlformats.org/drawingml/2006/main">
              <a:ext uri="{FF2B5EF4-FFF2-40B4-BE49-F238E27FC236}">
                <a16:creationId xmlns:a16="http://schemas.microsoft.com/office/drawing/2014/main" id="{B18E3027-B035-4337-8CCF-3368873E00D8}"/>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668527797" name="Oval 1148745044">
            <a:extLst xmlns:a="http://schemas.openxmlformats.org/drawingml/2006/main">
              <a:ext uri="{FF2B5EF4-FFF2-40B4-BE49-F238E27FC236}">
                <a16:creationId xmlns:a16="http://schemas.microsoft.com/office/drawing/2014/main" id="{EF5A429B-F0E0-479D-B2C8-FACD03DBBDAF}"/>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51351079" name="Oval 1579502936">
            <a:extLst xmlns:a="http://schemas.openxmlformats.org/drawingml/2006/main">
              <a:ext uri="{FF2B5EF4-FFF2-40B4-BE49-F238E27FC236}">
                <a16:creationId xmlns:a16="http://schemas.microsoft.com/office/drawing/2014/main" id="{ACB38B70-B1E0-4458-8C78-9D45040756C9}"/>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90170330" name="Oval 638914901">
            <a:extLst xmlns:a="http://schemas.openxmlformats.org/drawingml/2006/main">
              <a:ext uri="{FF2B5EF4-FFF2-40B4-BE49-F238E27FC236}">
                <a16:creationId xmlns:a16="http://schemas.microsoft.com/office/drawing/2014/main" id="{9925C5AB-CB0C-43C8-B589-D97BB959482E}"/>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729527414" name="Oval 1524084679">
            <a:extLst xmlns:a="http://schemas.openxmlformats.org/drawingml/2006/main">
              <a:ext uri="{FF2B5EF4-FFF2-40B4-BE49-F238E27FC236}">
                <a16:creationId xmlns:a16="http://schemas.microsoft.com/office/drawing/2014/main" id="{9B141899-5B87-49A5-965C-13B5A0741AA7}"/>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42897859" name="Oval 1617060268">
            <a:extLst xmlns:a="http://schemas.openxmlformats.org/drawingml/2006/main">
              <a:ext uri="{FF2B5EF4-FFF2-40B4-BE49-F238E27FC236}">
                <a16:creationId xmlns:a16="http://schemas.microsoft.com/office/drawing/2014/main" id="{28056365-9AD7-4AC0-864C-B3A5D2CC051C}"/>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44595286" name="Oval 1577893088">
            <a:extLst xmlns:a="http://schemas.openxmlformats.org/drawingml/2006/main">
              <a:ext uri="{FF2B5EF4-FFF2-40B4-BE49-F238E27FC236}">
                <a16:creationId xmlns:a16="http://schemas.microsoft.com/office/drawing/2014/main" id="{C9FEC4C3-2DC8-43D2-B517-728544884871}"/>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82115876" name="Oval 1071333543">
            <a:extLst xmlns:a="http://schemas.openxmlformats.org/drawingml/2006/main">
              <a:ext uri="{FF2B5EF4-FFF2-40B4-BE49-F238E27FC236}">
                <a16:creationId xmlns:a16="http://schemas.microsoft.com/office/drawing/2014/main" id="{97802155-11E3-4EB5-98BA-9B88F9C7DA2C}"/>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194072215" name="Oval 399974577">
            <a:extLst xmlns:a="http://schemas.openxmlformats.org/drawingml/2006/main">
              <a:ext uri="{FF2B5EF4-FFF2-40B4-BE49-F238E27FC236}">
                <a16:creationId xmlns:a16="http://schemas.microsoft.com/office/drawing/2014/main" id="{9646FEF1-D4F3-4B21-8783-C1E5012D19E3}"/>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05453633" name="Oval 1223483228">
            <a:extLst xmlns:a="http://schemas.openxmlformats.org/drawingml/2006/main">
              <a:ext uri="{FF2B5EF4-FFF2-40B4-BE49-F238E27FC236}">
                <a16:creationId xmlns:a16="http://schemas.microsoft.com/office/drawing/2014/main" id="{33B0A4E5-6FF3-45D1-B19F-3C93D9C04B17}"/>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869625009" name="Oval 494721319">
            <a:extLst xmlns:a="http://schemas.openxmlformats.org/drawingml/2006/main">
              <a:ext uri="{FF2B5EF4-FFF2-40B4-BE49-F238E27FC236}">
                <a16:creationId xmlns:a16="http://schemas.microsoft.com/office/drawing/2014/main" id="{E4D61E6B-6F15-4877-9538-89DDB027A22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0078316" name="Straight Connector 484203624">
            <a:extLst xmlns:a="http://schemas.openxmlformats.org/drawingml/2006/main">
              <a:ext uri="{FF2B5EF4-FFF2-40B4-BE49-F238E27FC236}">
                <a16:creationId xmlns:a16="http://schemas.microsoft.com/office/drawing/2014/main" id="{C7B5DD06-06E3-4918-9017-B60B4163BEE3}"/>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9444235" name="Straight Connector 390803704">
            <a:extLst xmlns:a="http://schemas.openxmlformats.org/drawingml/2006/main">
              <a:ext uri="{FF2B5EF4-FFF2-40B4-BE49-F238E27FC236}">
                <a16:creationId xmlns:a16="http://schemas.microsoft.com/office/drawing/2014/main" id="{391F72EC-29D0-4E7C-97B4-55141007E8B0}"/>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868156" name="Straight Connector 1483356268">
            <a:extLst xmlns:a="http://schemas.openxmlformats.org/drawingml/2006/main">
              <a:ext uri="{FF2B5EF4-FFF2-40B4-BE49-F238E27FC236}">
                <a16:creationId xmlns:a16="http://schemas.microsoft.com/office/drawing/2014/main" id="{BC9A242F-44F1-4EBF-ABDE-CC847C862630}"/>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96304" name="Straight Connector 491113418">
            <a:extLst xmlns:a="http://schemas.openxmlformats.org/drawingml/2006/main">
              <a:ext uri="{FF2B5EF4-FFF2-40B4-BE49-F238E27FC236}">
                <a16:creationId xmlns:a16="http://schemas.microsoft.com/office/drawing/2014/main" id="{DFC4B12F-B193-41FA-993A-C449CDED65B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021837" name="Straight Connector 1895177637">
            <a:extLst xmlns:a="http://schemas.openxmlformats.org/drawingml/2006/main">
              <a:ext uri="{FF2B5EF4-FFF2-40B4-BE49-F238E27FC236}">
                <a16:creationId xmlns:a16="http://schemas.microsoft.com/office/drawing/2014/main" id="{8ECB01DF-E75B-4C91-ADC4-2AEF1317EAA5}"/>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047882" name="Straight Connector 1498279708">
            <a:extLst xmlns:a="http://schemas.openxmlformats.org/drawingml/2006/main">
              <a:ext uri="{FF2B5EF4-FFF2-40B4-BE49-F238E27FC236}">
                <a16:creationId xmlns:a16="http://schemas.microsoft.com/office/drawing/2014/main" id="{06DD8F37-82A6-4C45-AE6E-755443CE2429}"/>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210978" name="Straight Connector 139583842">
            <a:extLst xmlns:a="http://schemas.openxmlformats.org/drawingml/2006/main">
              <a:ext uri="{FF2B5EF4-FFF2-40B4-BE49-F238E27FC236}">
                <a16:creationId xmlns:a16="http://schemas.microsoft.com/office/drawing/2014/main" id="{21C73F91-A814-423C-817D-F617CFBFB108}"/>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130259" name="Straight Connector 810730709">
            <a:extLst xmlns:a="http://schemas.openxmlformats.org/drawingml/2006/main">
              <a:ext uri="{FF2B5EF4-FFF2-40B4-BE49-F238E27FC236}">
                <a16:creationId xmlns:a16="http://schemas.microsoft.com/office/drawing/2014/main" id="{6216312F-F692-4A9F-9FC5-FD9E896C6FD7}"/>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256675" name="Straight Connector 521066155">
            <a:extLst xmlns:a="http://schemas.openxmlformats.org/drawingml/2006/main">
              <a:ext uri="{FF2B5EF4-FFF2-40B4-BE49-F238E27FC236}">
                <a16:creationId xmlns:a16="http://schemas.microsoft.com/office/drawing/2014/main" id="{97D41DEE-F68B-419E-93FA-11BCDD4A2958}"/>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969175" name="Straight Connector 316407275">
            <a:extLst xmlns:a="http://schemas.openxmlformats.org/drawingml/2006/main">
              <a:ext uri="{FF2B5EF4-FFF2-40B4-BE49-F238E27FC236}">
                <a16:creationId xmlns:a16="http://schemas.microsoft.com/office/drawing/2014/main" id="{0F837E90-EB6B-4D84-9DE9-8F1890A2C7B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248667" name="Straight Connector 218150276">
            <a:extLst xmlns:a="http://schemas.openxmlformats.org/drawingml/2006/main">
              <a:ext uri="{FF2B5EF4-FFF2-40B4-BE49-F238E27FC236}">
                <a16:creationId xmlns:a16="http://schemas.microsoft.com/office/drawing/2014/main" id="{562EA77B-AA45-4C10-80A8-C77F9FAF44D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383036" name="Straight Connector 499927860">
            <a:extLst xmlns:a="http://schemas.openxmlformats.org/drawingml/2006/main">
              <a:ext uri="{FF2B5EF4-FFF2-40B4-BE49-F238E27FC236}">
                <a16:creationId xmlns:a16="http://schemas.microsoft.com/office/drawing/2014/main" id="{08405C1A-C5E4-4EA2-83EB-D090BA34891B}"/>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691313" name="Straight Connector 1350622295">
            <a:extLst xmlns:a="http://schemas.openxmlformats.org/drawingml/2006/main">
              <a:ext uri="{FF2B5EF4-FFF2-40B4-BE49-F238E27FC236}">
                <a16:creationId xmlns:a16="http://schemas.microsoft.com/office/drawing/2014/main" id="{77BF2142-68C2-4F3A-AFBF-57309E43EA61}"/>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410490" name="Straight Connector 45691064">
            <a:extLst xmlns:a="http://schemas.openxmlformats.org/drawingml/2006/main">
              <a:ext uri="{FF2B5EF4-FFF2-40B4-BE49-F238E27FC236}">
                <a16:creationId xmlns:a16="http://schemas.microsoft.com/office/drawing/2014/main" id="{387123B9-A60C-4204-AF37-4AAE3A1D6B02}"/>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745700" name="Straight Connector 1145050028">
            <a:extLst xmlns:a="http://schemas.openxmlformats.org/drawingml/2006/main">
              <a:ext uri="{FF2B5EF4-FFF2-40B4-BE49-F238E27FC236}">
                <a16:creationId xmlns:a16="http://schemas.microsoft.com/office/drawing/2014/main" id="{8634B908-F503-4C2C-B631-FA6904658C63}"/>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523838" name="Straight Connector 969983034">
            <a:extLst xmlns:a="http://schemas.openxmlformats.org/drawingml/2006/main">
              <a:ext uri="{FF2B5EF4-FFF2-40B4-BE49-F238E27FC236}">
                <a16:creationId xmlns:a16="http://schemas.microsoft.com/office/drawing/2014/main" id="{615685EF-D049-438C-8683-22F955C542EB}"/>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063013" name="Straight Connector 452016390">
            <a:extLst xmlns:a="http://schemas.openxmlformats.org/drawingml/2006/main">
              <a:ext uri="{FF2B5EF4-FFF2-40B4-BE49-F238E27FC236}">
                <a16:creationId xmlns:a16="http://schemas.microsoft.com/office/drawing/2014/main" id="{548F278C-C9DD-45EA-8733-83EB703B06D3}"/>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3651822" name="Straight Connector 1200418004">
            <a:extLst xmlns:a="http://schemas.openxmlformats.org/drawingml/2006/main">
              <a:ext uri="{FF2B5EF4-FFF2-40B4-BE49-F238E27FC236}">
                <a16:creationId xmlns:a16="http://schemas.microsoft.com/office/drawing/2014/main" id="{B3AA1F65-5623-4403-B2CB-5FBCD1E29E9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670947" name="Straight Connector 1516866411">
            <a:extLst xmlns:a="http://schemas.openxmlformats.org/drawingml/2006/main">
              <a:ext uri="{FF2B5EF4-FFF2-40B4-BE49-F238E27FC236}">
                <a16:creationId xmlns:a16="http://schemas.microsoft.com/office/drawing/2014/main" id="{F52BE264-1B77-41BB-A0A9-9F4833BD3A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295461" name="Straight Connector 251999135">
            <a:extLst xmlns:a="http://schemas.openxmlformats.org/drawingml/2006/main">
              <a:ext uri="{FF2B5EF4-FFF2-40B4-BE49-F238E27FC236}">
                <a16:creationId xmlns:a16="http://schemas.microsoft.com/office/drawing/2014/main" id="{FE8140F2-5629-42C7-9721-D10C03CE9300}"/>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300230" name="Straight Connector 86571184">
            <a:extLst xmlns:a="http://schemas.openxmlformats.org/drawingml/2006/main">
              <a:ext uri="{FF2B5EF4-FFF2-40B4-BE49-F238E27FC236}">
                <a16:creationId xmlns:a16="http://schemas.microsoft.com/office/drawing/2014/main" id="{F736BCE5-EBC8-40A5-8BFF-561F1E425CEE}"/>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495683" name="Straight Connector 602661193">
            <a:extLst xmlns:a="http://schemas.openxmlformats.org/drawingml/2006/main">
              <a:ext uri="{FF2B5EF4-FFF2-40B4-BE49-F238E27FC236}">
                <a16:creationId xmlns:a16="http://schemas.microsoft.com/office/drawing/2014/main" id="{DB9817CA-CEFE-4D19-AB80-C63B17240451}"/>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003115" name="Straight Connector 2078817605">
            <a:extLst xmlns:a="http://schemas.openxmlformats.org/drawingml/2006/main">
              <a:ext uri="{FF2B5EF4-FFF2-40B4-BE49-F238E27FC236}">
                <a16:creationId xmlns:a16="http://schemas.microsoft.com/office/drawing/2014/main" id="{32BF8A7F-BBB1-4B18-9C22-3CC30EF0A56E}"/>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017503" name="Straight Connector 37467791">
            <a:extLst xmlns:a="http://schemas.openxmlformats.org/drawingml/2006/main">
              <a:ext uri="{FF2B5EF4-FFF2-40B4-BE49-F238E27FC236}">
                <a16:creationId xmlns:a16="http://schemas.microsoft.com/office/drawing/2014/main" id="{7B6E9986-7928-4FAF-9640-6D6FE2C73C5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598743" name="Rectangle 118172492">
            <a:extLst xmlns:a="http://schemas.openxmlformats.org/drawingml/2006/main">
              <a:ext uri="{FF2B5EF4-FFF2-40B4-BE49-F238E27FC236}">
                <a16:creationId xmlns:a16="http://schemas.microsoft.com/office/drawing/2014/main" id="{BFF3A265-AA8D-4A16-A966-2A1790BF4E6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48</a:t>
            </a:r>
          </a:p>
        </p:txBody>
      </p:sp>
    </p:spTree>
    <p:extLst>
      <p:ext uri="{BB962C8B-B14F-4D97-AF65-F5344CB8AC3E}">
        <p14:creationId xmlns:p14="http://schemas.microsoft.com/office/powerpoint/2010/main" val="6402414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4002391" name="Rectangle 1367258729">
            <a:extLst xmlns:a="http://schemas.openxmlformats.org/drawingml/2006/main">
              <a:ext uri="{FF2B5EF4-FFF2-40B4-BE49-F238E27FC236}">
                <a16:creationId xmlns:a16="http://schemas.microsoft.com/office/drawing/2014/main" id="{70C4D383-8225-4FBF-B7F1-6718169B76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933669579" name="Rectangle 1284678877">
            <a:extLst xmlns:a="http://schemas.openxmlformats.org/drawingml/2006/main">
              <a:ext uri="{FF2B5EF4-FFF2-40B4-BE49-F238E27FC236}">
                <a16:creationId xmlns:a16="http://schemas.microsoft.com/office/drawing/2014/main" id="{F92DB9DE-8854-4585-9165-B77E8B8A95F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689012328" name="Rectangle: Rounded Corners 800864107">
            <a:extLst xmlns:a="http://schemas.openxmlformats.org/drawingml/2006/main">
              <a:ext uri="{FF2B5EF4-FFF2-40B4-BE49-F238E27FC236}">
                <a16:creationId xmlns:a16="http://schemas.microsoft.com/office/drawing/2014/main" id="{6BF79D8D-490B-44A1-B204-E4CB462CD96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84928" name="Oval 233773315">
            <a:extLst xmlns:a="http://schemas.openxmlformats.org/drawingml/2006/main">
              <a:ext uri="{FF2B5EF4-FFF2-40B4-BE49-F238E27FC236}">
                <a16:creationId xmlns:a16="http://schemas.microsoft.com/office/drawing/2014/main" id="{6F2769F7-957B-4292-86F0-31716F0F16E6}"/>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220799" name="Straight Connector 1564947674">
            <a:extLst xmlns:a="http://schemas.openxmlformats.org/drawingml/2006/main">
              <a:ext uri="{FF2B5EF4-FFF2-40B4-BE49-F238E27FC236}">
                <a16:creationId xmlns:a16="http://schemas.microsoft.com/office/drawing/2014/main" id="{6B947068-CF66-4FEB-B6FB-A6DAC10FE964}"/>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5211852" name="Straight Connector 995560161">
            <a:extLst xmlns:a="http://schemas.openxmlformats.org/drawingml/2006/main">
              <a:ext uri="{FF2B5EF4-FFF2-40B4-BE49-F238E27FC236}">
                <a16:creationId xmlns:a16="http://schemas.microsoft.com/office/drawing/2014/main" id="{05A7636E-B6CF-4EAB-9079-C8DA17176783}"/>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6094772" name="Rectangle 1698038425">
            <a:extLst xmlns:a="http://schemas.openxmlformats.org/drawingml/2006/main">
              <a:ext uri="{FF2B5EF4-FFF2-40B4-BE49-F238E27FC236}">
                <a16:creationId xmlns:a16="http://schemas.microsoft.com/office/drawing/2014/main" id="{18C68375-7777-4C58-9377-8552B361B1F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00148330" name="Oval 79558485">
            <a:extLst xmlns:a="http://schemas.openxmlformats.org/drawingml/2006/main">
              <a:ext uri="{FF2B5EF4-FFF2-40B4-BE49-F238E27FC236}">
                <a16:creationId xmlns:a16="http://schemas.microsoft.com/office/drawing/2014/main" id="{4FE3C62F-997D-4B21-A120-0C8F31A17C80}"/>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10193" name="Straight Connector 1609830998">
            <a:extLst xmlns:a="http://schemas.openxmlformats.org/drawingml/2006/main">
              <a:ext uri="{FF2B5EF4-FFF2-40B4-BE49-F238E27FC236}">
                <a16:creationId xmlns:a16="http://schemas.microsoft.com/office/drawing/2014/main" id="{71942D07-20C6-4923-BD87-17DBCFE534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0127972" name="Straight Connector 1713490366">
            <a:extLst xmlns:a="http://schemas.openxmlformats.org/drawingml/2006/main">
              <a:ext uri="{FF2B5EF4-FFF2-40B4-BE49-F238E27FC236}">
                <a16:creationId xmlns:a16="http://schemas.microsoft.com/office/drawing/2014/main" id="{09DAFEC9-BE97-4E23-9B81-9DDBEEF46313}"/>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4826964" name="Rectangle 1540777176">
            <a:extLst xmlns:a="http://schemas.openxmlformats.org/drawingml/2006/main">
              <a:ext uri="{FF2B5EF4-FFF2-40B4-BE49-F238E27FC236}">
                <a16:creationId xmlns:a16="http://schemas.microsoft.com/office/drawing/2014/main" id="{5AC04697-B327-4236-A155-4E18ABD93D5A}"/>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841050428" name="Oval 1805008483">
            <a:extLst xmlns:a="http://schemas.openxmlformats.org/drawingml/2006/main">
              <a:ext uri="{FF2B5EF4-FFF2-40B4-BE49-F238E27FC236}">
                <a16:creationId xmlns:a16="http://schemas.microsoft.com/office/drawing/2014/main" id="{4B3E470B-E14A-40AB-96E4-C5D9F5BECF3C}"/>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161375" name="Straight Connector 1911549704">
            <a:extLst xmlns:a="http://schemas.openxmlformats.org/drawingml/2006/main">
              <a:ext uri="{FF2B5EF4-FFF2-40B4-BE49-F238E27FC236}">
                <a16:creationId xmlns:a16="http://schemas.microsoft.com/office/drawing/2014/main" id="{7E36D5E9-A96F-460E-86F0-19ABBC8EF353}"/>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6517580" name="Straight Connector 1791936671">
            <a:extLst xmlns:a="http://schemas.openxmlformats.org/drawingml/2006/main">
              <a:ext uri="{FF2B5EF4-FFF2-40B4-BE49-F238E27FC236}">
                <a16:creationId xmlns:a16="http://schemas.microsoft.com/office/drawing/2014/main" id="{6160C3D1-2018-4397-855D-2F50BC87864A}"/>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563641" name="Rectangle 109414286">
            <a:extLst xmlns:a="http://schemas.openxmlformats.org/drawingml/2006/main">
              <a:ext uri="{FF2B5EF4-FFF2-40B4-BE49-F238E27FC236}">
                <a16:creationId xmlns:a16="http://schemas.microsoft.com/office/drawing/2014/main" id="{A5F8CAEE-B271-486E-A07A-21C3ED17E1E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865288944" name="Oval 446622830">
            <a:extLst xmlns:a="http://schemas.openxmlformats.org/drawingml/2006/main">
              <a:ext uri="{FF2B5EF4-FFF2-40B4-BE49-F238E27FC236}">
                <a16:creationId xmlns:a16="http://schemas.microsoft.com/office/drawing/2014/main" id="{781AA400-05DA-4B96-A106-9CC30756B047}"/>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9078856" name="Straight Connector 858706386">
            <a:extLst xmlns:a="http://schemas.openxmlformats.org/drawingml/2006/main">
              <a:ext uri="{FF2B5EF4-FFF2-40B4-BE49-F238E27FC236}">
                <a16:creationId xmlns:a16="http://schemas.microsoft.com/office/drawing/2014/main" id="{A55BF21F-0FA7-46CD-83A1-9592A0817CF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157921" name="Straight Connector 1428863682">
            <a:extLst xmlns:a="http://schemas.openxmlformats.org/drawingml/2006/main">
              <a:ext uri="{FF2B5EF4-FFF2-40B4-BE49-F238E27FC236}">
                <a16:creationId xmlns:a16="http://schemas.microsoft.com/office/drawing/2014/main" id="{C59DF1B2-A487-4B57-B41E-62516A23E4B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683622" name="Rectangle 1133392472">
            <a:extLst xmlns:a="http://schemas.openxmlformats.org/drawingml/2006/main">
              <a:ext uri="{FF2B5EF4-FFF2-40B4-BE49-F238E27FC236}">
                <a16:creationId xmlns:a16="http://schemas.microsoft.com/office/drawing/2014/main" id="{65B11148-6B14-4708-8B58-98D7B5D214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961174085" name="Rectangle 438456562">
            <a:extLst xmlns:a="http://schemas.openxmlformats.org/drawingml/2006/main">
              <a:ext uri="{FF2B5EF4-FFF2-40B4-BE49-F238E27FC236}">
                <a16:creationId xmlns:a16="http://schemas.microsoft.com/office/drawing/2014/main" id="{8BCDEC55-A9BA-4E54-9151-CAC22794AE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49</a:t>
            </a:r>
          </a:p>
        </p:txBody>
      </p:sp>
    </p:spTree>
    <p:extLst>
      <p:ext uri="{BB962C8B-B14F-4D97-AF65-F5344CB8AC3E}">
        <p14:creationId xmlns:p14="http://schemas.microsoft.com/office/powerpoint/2010/main" val="212395080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7474568" name="Rectangle 1411052237">
            <a:extLst xmlns:a="http://schemas.openxmlformats.org/drawingml/2006/main">
              <a:ext uri="{FF2B5EF4-FFF2-40B4-BE49-F238E27FC236}">
                <a16:creationId xmlns:a16="http://schemas.microsoft.com/office/drawing/2014/main" id="{314C22C2-5800-4707-9FD1-ABB339E2A8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618285096" name="Rectangle 106512870">
            <a:extLst xmlns:a="http://schemas.openxmlformats.org/drawingml/2006/main">
              <a:ext uri="{FF2B5EF4-FFF2-40B4-BE49-F238E27FC236}">
                <a16:creationId xmlns:a16="http://schemas.microsoft.com/office/drawing/2014/main" id="{B5C97099-A17C-4B39-8DF5-1FB5037604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32627498" name="Rectangle: Rounded Corners 87118212">
            <a:extLst xmlns:a="http://schemas.openxmlformats.org/drawingml/2006/main">
              <a:ext uri="{FF2B5EF4-FFF2-40B4-BE49-F238E27FC236}">
                <a16:creationId xmlns:a16="http://schemas.microsoft.com/office/drawing/2014/main" id="{E5900675-3B6B-4F90-8D1A-6EEB699DAB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854934" name="Rectangle: Rounded Corners 437710827">
            <a:extLst xmlns:a="http://schemas.openxmlformats.org/drawingml/2006/main">
              <a:ext uri="{FF2B5EF4-FFF2-40B4-BE49-F238E27FC236}">
                <a16:creationId xmlns:a16="http://schemas.microsoft.com/office/drawing/2014/main" id="{A23A17C6-CCD7-4A8D-978A-55362EE286A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280192413" name="Rectangle 1111010882">
            <a:extLst xmlns:a="http://schemas.openxmlformats.org/drawingml/2006/main">
              <a:ext uri="{FF2B5EF4-FFF2-40B4-BE49-F238E27FC236}">
                <a16:creationId xmlns:a16="http://schemas.microsoft.com/office/drawing/2014/main" id="{028A6DD1-AA76-4FE2-AEA9-811E7B41C69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5306753" name="Rectangle: Rounded Corners 1831606846">
            <a:extLst xmlns:a="http://schemas.openxmlformats.org/drawingml/2006/main">
              <a:ext uri="{FF2B5EF4-FFF2-40B4-BE49-F238E27FC236}">
                <a16:creationId xmlns:a16="http://schemas.microsoft.com/office/drawing/2014/main" id="{AFEAAC2B-8E2D-4FF2-96E6-30419CFA7547}"/>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799208204" name="Rectangle 1646324530">
            <a:extLst xmlns:a="http://schemas.openxmlformats.org/drawingml/2006/main">
              <a:ext uri="{FF2B5EF4-FFF2-40B4-BE49-F238E27FC236}">
                <a16:creationId xmlns:a16="http://schemas.microsoft.com/office/drawing/2014/main" id="{57F14628-24B1-4447-8562-E1D24311F83C}"/>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31586535" name="Rectangle: Rounded Corners 1489327302">
            <a:extLst xmlns:a="http://schemas.openxmlformats.org/drawingml/2006/main">
              <a:ext uri="{FF2B5EF4-FFF2-40B4-BE49-F238E27FC236}">
                <a16:creationId xmlns:a16="http://schemas.microsoft.com/office/drawing/2014/main" id="{651656A1-FA4F-4D0F-BE01-50C61038DC1B}"/>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109925486" name="Rectangle 1229374656">
            <a:extLst xmlns:a="http://schemas.openxmlformats.org/drawingml/2006/main">
              <a:ext uri="{FF2B5EF4-FFF2-40B4-BE49-F238E27FC236}">
                <a16:creationId xmlns:a16="http://schemas.microsoft.com/office/drawing/2014/main" id="{97946248-7497-45F5-B4BE-AB0C4E41768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50</a:t>
            </a:r>
          </a:p>
        </p:txBody>
      </p:sp>
    </p:spTree>
    <p:extLst>
      <p:ext uri="{BB962C8B-B14F-4D97-AF65-F5344CB8AC3E}">
        <p14:creationId xmlns:p14="http://schemas.microsoft.com/office/powerpoint/2010/main" val="59500793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3912470" name="Rectangle 1844228020">
            <a:extLst xmlns:a="http://schemas.openxmlformats.org/drawingml/2006/main">
              <a:ext uri="{FF2B5EF4-FFF2-40B4-BE49-F238E27FC236}">
                <a16:creationId xmlns:a16="http://schemas.microsoft.com/office/drawing/2014/main" id="{9F2242E6-3804-4E59-A688-52A05F3237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232153196" name="Rectangle 619868867">
            <a:extLst xmlns:a="http://schemas.openxmlformats.org/drawingml/2006/main">
              <a:ext uri="{FF2B5EF4-FFF2-40B4-BE49-F238E27FC236}">
                <a16:creationId xmlns:a16="http://schemas.microsoft.com/office/drawing/2014/main" id="{B2AB9C60-3CB2-4CF7-B744-896E64582C1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367724609" name="Rectangle: Rounded Corners 1987948612">
            <a:extLst xmlns:a="http://schemas.openxmlformats.org/drawingml/2006/main">
              <a:ext uri="{FF2B5EF4-FFF2-40B4-BE49-F238E27FC236}">
                <a16:creationId xmlns:a16="http://schemas.microsoft.com/office/drawing/2014/main" id="{F5B3EC44-68EE-461A-A54F-CE908789A1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596650" name="Rectangle: Rounded Corners 1704183002">
            <a:extLst xmlns:a="http://schemas.openxmlformats.org/drawingml/2006/main">
              <a:ext uri="{FF2B5EF4-FFF2-40B4-BE49-F238E27FC236}">
                <a16:creationId xmlns:a16="http://schemas.microsoft.com/office/drawing/2014/main" id="{927A3923-8282-4FFD-AD08-154E8421A8F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11030774" name="Rectangle: Rounded Corners 2064136095">
            <a:extLst xmlns:a="http://schemas.openxmlformats.org/drawingml/2006/main">
              <a:ext uri="{FF2B5EF4-FFF2-40B4-BE49-F238E27FC236}">
                <a16:creationId xmlns:a16="http://schemas.microsoft.com/office/drawing/2014/main" id="{81FA28FD-CEAE-490B-A46B-9AE623A74099}"/>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128937983" name="Rectangle: Rounded Corners 1859104578">
            <a:extLst xmlns:a="http://schemas.openxmlformats.org/drawingml/2006/main">
              <a:ext uri="{FF2B5EF4-FFF2-40B4-BE49-F238E27FC236}">
                <a16:creationId xmlns:a16="http://schemas.microsoft.com/office/drawing/2014/main" id="{B2F65FE5-D9F7-435B-AA3E-090E91366D19}"/>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189923939" name="Rectangle: Rounded Corners 1016569497">
            <a:extLst xmlns:a="http://schemas.openxmlformats.org/drawingml/2006/main">
              <a:ext uri="{FF2B5EF4-FFF2-40B4-BE49-F238E27FC236}">
                <a16:creationId xmlns:a16="http://schemas.microsoft.com/office/drawing/2014/main" id="{53891564-88E9-4C9E-B9C3-351E887230E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605265515" name="Straight Connector 94601081">
            <a:extLst xmlns:a="http://schemas.openxmlformats.org/drawingml/2006/main">
              <a:ext uri="{FF2B5EF4-FFF2-40B4-BE49-F238E27FC236}">
                <a16:creationId xmlns:a16="http://schemas.microsoft.com/office/drawing/2014/main" id="{10907254-F8FE-41C7-8081-EA2316831B06}"/>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062099" name="Straight Connector 1000744926">
            <a:extLst xmlns:a="http://schemas.openxmlformats.org/drawingml/2006/main">
              <a:ext uri="{FF2B5EF4-FFF2-40B4-BE49-F238E27FC236}">
                <a16:creationId xmlns:a16="http://schemas.microsoft.com/office/drawing/2014/main" id="{0E7B5FDD-74D3-4732-B755-D352118DCBBC}"/>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65522" name="Straight Connector 781772780">
            <a:extLst xmlns:a="http://schemas.openxmlformats.org/drawingml/2006/main">
              <a:ext uri="{FF2B5EF4-FFF2-40B4-BE49-F238E27FC236}">
                <a16:creationId xmlns:a16="http://schemas.microsoft.com/office/drawing/2014/main" id="{7922FDBC-8DEE-417E-9EC9-9D613122FA9B}"/>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62733" name="Rectangle 1007733503">
            <a:extLst xmlns:a="http://schemas.openxmlformats.org/drawingml/2006/main">
              <a:ext uri="{FF2B5EF4-FFF2-40B4-BE49-F238E27FC236}">
                <a16:creationId xmlns:a16="http://schemas.microsoft.com/office/drawing/2014/main" id="{0CEAB84D-4371-4B1C-BE88-9F6FF358C19C}"/>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210162215" name="Rectangle 1520419495">
            <a:extLst xmlns:a="http://schemas.openxmlformats.org/drawingml/2006/main">
              <a:ext uri="{FF2B5EF4-FFF2-40B4-BE49-F238E27FC236}">
                <a16:creationId xmlns:a16="http://schemas.microsoft.com/office/drawing/2014/main" id="{BFDB948D-9D33-408C-B3A0-B2C5A55C21D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51</a:t>
            </a:r>
          </a:p>
        </p:txBody>
      </p:sp>
    </p:spTree>
    <p:extLst>
      <p:ext uri="{BB962C8B-B14F-4D97-AF65-F5344CB8AC3E}">
        <p14:creationId xmlns:p14="http://schemas.microsoft.com/office/powerpoint/2010/main" val="29923701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108416" name="Rectangle 1860349465">
            <a:extLst xmlns:a="http://schemas.openxmlformats.org/drawingml/2006/main">
              <a:ext uri="{FF2B5EF4-FFF2-40B4-BE49-F238E27FC236}">
                <a16:creationId xmlns:a16="http://schemas.microsoft.com/office/drawing/2014/main" id="{E9C8A296-F9FC-49D2-A5AB-107C9454DD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2009752339" name="Rectangle 1379853287">
            <a:extLst xmlns:a="http://schemas.openxmlformats.org/drawingml/2006/main">
              <a:ext uri="{FF2B5EF4-FFF2-40B4-BE49-F238E27FC236}">
                <a16:creationId xmlns:a16="http://schemas.microsoft.com/office/drawing/2014/main" id="{20D18B5E-9E98-4E6A-9815-55A54315122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79370258" name="Rectangle: Rounded Corners 1919655130">
            <a:extLst xmlns:a="http://schemas.openxmlformats.org/drawingml/2006/main">
              <a:ext uri="{FF2B5EF4-FFF2-40B4-BE49-F238E27FC236}">
                <a16:creationId xmlns:a16="http://schemas.microsoft.com/office/drawing/2014/main" id="{4CC2964F-8D52-409E-8AFC-E77584169CF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740476" name="Rectangle: Rounded Corners 1257118693">
            <a:extLst xmlns:a="http://schemas.openxmlformats.org/drawingml/2006/main">
              <a:ext uri="{FF2B5EF4-FFF2-40B4-BE49-F238E27FC236}">
                <a16:creationId xmlns:a16="http://schemas.microsoft.com/office/drawing/2014/main" id="{92219FD6-7E89-4177-AAF2-0CE4B34C7137}"/>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223121144" name="Rectangle: Rounded Corners 139886069">
            <a:extLst xmlns:a="http://schemas.openxmlformats.org/drawingml/2006/main">
              <a:ext uri="{FF2B5EF4-FFF2-40B4-BE49-F238E27FC236}">
                <a16:creationId xmlns:a16="http://schemas.microsoft.com/office/drawing/2014/main" id="{A4AF3B1B-78AF-40D7-9711-8D28BAB76848}"/>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929388400" name="Rectangle: Rounded Corners 1995249494">
            <a:extLst xmlns:a="http://schemas.openxmlformats.org/drawingml/2006/main">
              <a:ext uri="{FF2B5EF4-FFF2-40B4-BE49-F238E27FC236}">
                <a16:creationId xmlns:a16="http://schemas.microsoft.com/office/drawing/2014/main" id="{B014F714-82F8-4C84-8371-ADCCD9C9216A}"/>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17323117" name="Rectangle: Rounded Corners 486029296">
            <a:extLst xmlns:a="http://schemas.openxmlformats.org/drawingml/2006/main">
              <a:ext uri="{FF2B5EF4-FFF2-40B4-BE49-F238E27FC236}">
                <a16:creationId xmlns:a16="http://schemas.microsoft.com/office/drawing/2014/main" id="{D903B436-FC29-4EFA-9781-8460D2F7A838}"/>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348878203" name="Rectangle: Rounded Corners 2009773558">
            <a:extLst xmlns:a="http://schemas.openxmlformats.org/drawingml/2006/main">
              <a:ext uri="{FF2B5EF4-FFF2-40B4-BE49-F238E27FC236}">
                <a16:creationId xmlns:a16="http://schemas.microsoft.com/office/drawing/2014/main" id="{E3DBA840-D9C7-42EF-90EF-4011B6D664AE}"/>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112532787" name="Rectangle: Rounded Corners 607891528">
            <a:extLst xmlns:a="http://schemas.openxmlformats.org/drawingml/2006/main">
              <a:ext uri="{FF2B5EF4-FFF2-40B4-BE49-F238E27FC236}">
                <a16:creationId xmlns:a16="http://schemas.microsoft.com/office/drawing/2014/main" id="{19EAC7EB-C449-40C4-A21F-DD0B7E426258}"/>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000822497" name="Rectangle: Rounded Corners 1953501824">
            <a:extLst xmlns:a="http://schemas.openxmlformats.org/drawingml/2006/main">
              <a:ext uri="{FF2B5EF4-FFF2-40B4-BE49-F238E27FC236}">
                <a16:creationId xmlns:a16="http://schemas.microsoft.com/office/drawing/2014/main" id="{744AC872-1729-4244-B7E6-DB75BFB9AC4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475378377" name="Arrow: Right 237891345">
            <a:extLst xmlns:a="http://schemas.openxmlformats.org/drawingml/2006/main">
              <a:ext uri="{FF2B5EF4-FFF2-40B4-BE49-F238E27FC236}">
                <a16:creationId xmlns:a16="http://schemas.microsoft.com/office/drawing/2014/main" id="{B7BD6047-B41A-4F85-ABAA-0FF45E43FC87}"/>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530991" name="Rectangle 567787381">
            <a:extLst xmlns:a="http://schemas.openxmlformats.org/drawingml/2006/main">
              <a:ext uri="{FF2B5EF4-FFF2-40B4-BE49-F238E27FC236}">
                <a16:creationId xmlns:a16="http://schemas.microsoft.com/office/drawing/2014/main" id="{1EAD3B34-0EDA-4156-989E-282E99C2605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2053330199" name="Rectangle 1811573039">
            <a:extLst xmlns:a="http://schemas.openxmlformats.org/drawingml/2006/main">
              <a:ext uri="{FF2B5EF4-FFF2-40B4-BE49-F238E27FC236}">
                <a16:creationId xmlns:a16="http://schemas.microsoft.com/office/drawing/2014/main" id="{7BF053EF-D157-4FCE-99A4-206D66D894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52</a:t>
            </a:r>
          </a:p>
        </p:txBody>
      </p:sp>
    </p:spTree>
    <p:extLst>
      <p:ext uri="{BB962C8B-B14F-4D97-AF65-F5344CB8AC3E}">
        <p14:creationId xmlns:p14="http://schemas.microsoft.com/office/powerpoint/2010/main" val="74702189"/>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5529728" name="Rectangle 698847192">
            <a:extLst xmlns:a="http://schemas.openxmlformats.org/drawingml/2006/main">
              <a:ext uri="{FF2B5EF4-FFF2-40B4-BE49-F238E27FC236}">
                <a16:creationId xmlns:a16="http://schemas.microsoft.com/office/drawing/2014/main" id="{9FBB870C-A7F9-46F6-A658-88BC6B63357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251627584" name="Rectangle 892173066">
            <a:extLst xmlns:a="http://schemas.openxmlformats.org/drawingml/2006/main">
              <a:ext uri="{FF2B5EF4-FFF2-40B4-BE49-F238E27FC236}">
                <a16:creationId xmlns:a16="http://schemas.microsoft.com/office/drawing/2014/main" id="{C363C04B-516F-4EAC-AB78-A561DAFA02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402399487" name="Rectangle: Rounded Corners 634225882">
            <a:extLst xmlns:a="http://schemas.openxmlformats.org/drawingml/2006/main">
              <a:ext uri="{FF2B5EF4-FFF2-40B4-BE49-F238E27FC236}">
                <a16:creationId xmlns:a16="http://schemas.microsoft.com/office/drawing/2014/main" id="{609ED465-5479-4289-82A7-EEEF358042C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9081728" name="Rectangle: Rounded Corners 2010502302">
            <a:extLst xmlns:a="http://schemas.openxmlformats.org/drawingml/2006/main">
              <a:ext uri="{FF2B5EF4-FFF2-40B4-BE49-F238E27FC236}">
                <a16:creationId xmlns:a16="http://schemas.microsoft.com/office/drawing/2014/main" id="{9ECF1DCB-FCB2-4001-AFC2-617FD7261F56}"/>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9215029" name="Rectangle: Rounded Corners 1366762973">
            <a:extLst xmlns:a="http://schemas.openxmlformats.org/drawingml/2006/main">
              <a:ext uri="{FF2B5EF4-FFF2-40B4-BE49-F238E27FC236}">
                <a16:creationId xmlns:a16="http://schemas.microsoft.com/office/drawing/2014/main" id="{FF281501-C8BE-409E-868A-8719D4039A6F}"/>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809175" name="Rectangle: Rounded Corners 1460632181">
            <a:extLst xmlns:a="http://schemas.openxmlformats.org/drawingml/2006/main">
              <a:ext uri="{FF2B5EF4-FFF2-40B4-BE49-F238E27FC236}">
                <a16:creationId xmlns:a16="http://schemas.microsoft.com/office/drawing/2014/main" id="{DB74075E-02A6-4294-A73A-CF51BEC6B071}"/>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958332" name="Rectangle: Rounded Corners 1175856486">
            <a:extLst xmlns:a="http://schemas.openxmlformats.org/drawingml/2006/main">
              <a:ext uri="{FF2B5EF4-FFF2-40B4-BE49-F238E27FC236}">
                <a16:creationId xmlns:a16="http://schemas.microsoft.com/office/drawing/2014/main" id="{826ADC7D-FCCD-4E60-9B72-4A626724B37C}"/>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499231" name="Rectangle: Rounded Corners 2061757066">
            <a:extLst xmlns:a="http://schemas.openxmlformats.org/drawingml/2006/main">
              <a:ext uri="{FF2B5EF4-FFF2-40B4-BE49-F238E27FC236}">
                <a16:creationId xmlns:a16="http://schemas.microsoft.com/office/drawing/2014/main" id="{B5F09AD7-CA51-4451-854D-2F1FCD60876C}"/>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042323" name="Rectangle: Rounded Corners 1169118889">
            <a:extLst xmlns:a="http://schemas.openxmlformats.org/drawingml/2006/main">
              <a:ext uri="{FF2B5EF4-FFF2-40B4-BE49-F238E27FC236}">
                <a16:creationId xmlns:a16="http://schemas.microsoft.com/office/drawing/2014/main" id="{0F89FB22-A5D4-4CAD-BA7D-889A81C9F4D7}"/>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3768546" name="Rectangle: Rounded Corners 238188300">
            <a:extLst xmlns:a="http://schemas.openxmlformats.org/drawingml/2006/main">
              <a:ext uri="{FF2B5EF4-FFF2-40B4-BE49-F238E27FC236}">
                <a16:creationId xmlns:a16="http://schemas.microsoft.com/office/drawing/2014/main" id="{34CAA3BE-CF54-4DA6-89B0-C5F8DAB1ACE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6363540" name="Rectangle: Rounded Corners 2049301056">
            <a:extLst xmlns:a="http://schemas.openxmlformats.org/drawingml/2006/main">
              <a:ext uri="{FF2B5EF4-FFF2-40B4-BE49-F238E27FC236}">
                <a16:creationId xmlns:a16="http://schemas.microsoft.com/office/drawing/2014/main" id="{F38B2C26-7A85-4DA4-9034-5A70F362777D}"/>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710364" name="Rectangle: Rounded Corners 1282082344">
            <a:extLst xmlns:a="http://schemas.openxmlformats.org/drawingml/2006/main">
              <a:ext uri="{FF2B5EF4-FFF2-40B4-BE49-F238E27FC236}">
                <a16:creationId xmlns:a16="http://schemas.microsoft.com/office/drawing/2014/main" id="{5507709D-5E2D-40D4-9F5A-31E642B3D74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927985" name="Rectangle: Rounded Corners 1172922271">
            <a:extLst xmlns:a="http://schemas.openxmlformats.org/drawingml/2006/main">
              <a:ext uri="{FF2B5EF4-FFF2-40B4-BE49-F238E27FC236}">
                <a16:creationId xmlns:a16="http://schemas.microsoft.com/office/drawing/2014/main" id="{B937AA51-9B86-49B1-9755-F28C2858D8EB}"/>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3370631" name="Rectangle: Rounded Corners 603029256">
            <a:extLst xmlns:a="http://schemas.openxmlformats.org/drawingml/2006/main">
              <a:ext uri="{FF2B5EF4-FFF2-40B4-BE49-F238E27FC236}">
                <a16:creationId xmlns:a16="http://schemas.microsoft.com/office/drawing/2014/main" id="{9E509EA2-2869-45C6-923E-F5AA4E3F9EDE}"/>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416918" name="Rectangle: Rounded Corners 1879817439">
            <a:extLst xmlns:a="http://schemas.openxmlformats.org/drawingml/2006/main">
              <a:ext uri="{FF2B5EF4-FFF2-40B4-BE49-F238E27FC236}">
                <a16:creationId xmlns:a16="http://schemas.microsoft.com/office/drawing/2014/main" id="{E049C7E0-2F81-40F7-9A73-B5BECB7F326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9022095" name="Rectangle: Rounded Corners 875542064">
            <a:extLst xmlns:a="http://schemas.openxmlformats.org/drawingml/2006/main">
              <a:ext uri="{FF2B5EF4-FFF2-40B4-BE49-F238E27FC236}">
                <a16:creationId xmlns:a16="http://schemas.microsoft.com/office/drawing/2014/main" id="{EDC39EFB-5D00-4F29-B4E6-FCE2F8640A15}"/>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56919" name="Rectangle: Rounded Corners 51908471">
            <a:extLst xmlns:a="http://schemas.openxmlformats.org/drawingml/2006/main">
              <a:ext uri="{FF2B5EF4-FFF2-40B4-BE49-F238E27FC236}">
                <a16:creationId xmlns:a16="http://schemas.microsoft.com/office/drawing/2014/main" id="{5BF2B66A-D4E0-48BF-A11C-1D7691E9C450}"/>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3380704" name="Rectangle: Rounded Corners 1689509712">
            <a:extLst xmlns:a="http://schemas.openxmlformats.org/drawingml/2006/main">
              <a:ext uri="{FF2B5EF4-FFF2-40B4-BE49-F238E27FC236}">
                <a16:creationId xmlns:a16="http://schemas.microsoft.com/office/drawing/2014/main" id="{75974FE7-8973-4406-88C8-871FF39DAD0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890481" name="Rectangle: Rounded Corners 791720529">
            <a:extLst xmlns:a="http://schemas.openxmlformats.org/drawingml/2006/main">
              <a:ext uri="{FF2B5EF4-FFF2-40B4-BE49-F238E27FC236}">
                <a16:creationId xmlns:a16="http://schemas.microsoft.com/office/drawing/2014/main" id="{C7FBCC30-82A0-4AFE-9F80-52E7198F79E3}"/>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143030" name="Rectangle: Rounded Corners 105367441">
            <a:extLst xmlns:a="http://schemas.openxmlformats.org/drawingml/2006/main">
              <a:ext uri="{FF2B5EF4-FFF2-40B4-BE49-F238E27FC236}">
                <a16:creationId xmlns:a16="http://schemas.microsoft.com/office/drawing/2014/main" id="{32D53D13-0516-40C0-9F13-EFAC2FF49E14}"/>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5591415" name="Rectangle: Rounded Corners 1563215529">
            <a:extLst xmlns:a="http://schemas.openxmlformats.org/drawingml/2006/main">
              <a:ext uri="{FF2B5EF4-FFF2-40B4-BE49-F238E27FC236}">
                <a16:creationId xmlns:a16="http://schemas.microsoft.com/office/drawing/2014/main" id="{9DB9E851-F1AD-4A33-A6B3-BBA1C65716A1}"/>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6270" name="Rectangle: Rounded Corners 315081294">
            <a:extLst xmlns:a="http://schemas.openxmlformats.org/drawingml/2006/main">
              <a:ext uri="{FF2B5EF4-FFF2-40B4-BE49-F238E27FC236}">
                <a16:creationId xmlns:a16="http://schemas.microsoft.com/office/drawing/2014/main" id="{22AB2C72-748E-4D24-94A9-6456D8007ED8}"/>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0865438" name="Rectangle: Rounded Corners 248452190">
            <a:extLst xmlns:a="http://schemas.openxmlformats.org/drawingml/2006/main">
              <a:ext uri="{FF2B5EF4-FFF2-40B4-BE49-F238E27FC236}">
                <a16:creationId xmlns:a16="http://schemas.microsoft.com/office/drawing/2014/main" id="{086E0027-F5F9-4AFD-BB4B-46BBD09093E3}"/>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4468403" name="Rectangle: Rounded Corners 1671279799">
            <a:extLst xmlns:a="http://schemas.openxmlformats.org/drawingml/2006/main">
              <a:ext uri="{FF2B5EF4-FFF2-40B4-BE49-F238E27FC236}">
                <a16:creationId xmlns:a16="http://schemas.microsoft.com/office/drawing/2014/main" id="{8E42596A-B8FC-4FF8-9FAF-EEE9B6022AC5}"/>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345322" name="Rectangle: Rounded Corners 1239843558">
            <a:extLst xmlns:a="http://schemas.openxmlformats.org/drawingml/2006/main">
              <a:ext uri="{FF2B5EF4-FFF2-40B4-BE49-F238E27FC236}">
                <a16:creationId xmlns:a16="http://schemas.microsoft.com/office/drawing/2014/main" id="{3B259991-AEB6-4ED1-A000-8422EACE8047}"/>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641298" name="Rectangle: Rounded Corners 1474960510">
            <a:extLst xmlns:a="http://schemas.openxmlformats.org/drawingml/2006/main">
              <a:ext uri="{FF2B5EF4-FFF2-40B4-BE49-F238E27FC236}">
                <a16:creationId xmlns:a16="http://schemas.microsoft.com/office/drawing/2014/main" id="{180F4E1B-EA50-4349-AD62-9000F7704D17}"/>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111891" name="Rectangle: Rounded Corners 1705162463">
            <a:extLst xmlns:a="http://schemas.openxmlformats.org/drawingml/2006/main">
              <a:ext uri="{FF2B5EF4-FFF2-40B4-BE49-F238E27FC236}">
                <a16:creationId xmlns:a16="http://schemas.microsoft.com/office/drawing/2014/main" id="{A3B66D09-66BC-4148-B120-06164140D460}"/>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208827" name="Rectangle: Rounded Corners 7576924">
            <a:extLst xmlns:a="http://schemas.openxmlformats.org/drawingml/2006/main">
              <a:ext uri="{FF2B5EF4-FFF2-40B4-BE49-F238E27FC236}">
                <a16:creationId xmlns:a16="http://schemas.microsoft.com/office/drawing/2014/main" id="{7BAEEA91-AAF0-4FEE-A858-7254EF41B5DA}"/>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6675364" name="Rectangle: Rounded Corners 426996610">
            <a:extLst xmlns:a="http://schemas.openxmlformats.org/drawingml/2006/main">
              <a:ext uri="{FF2B5EF4-FFF2-40B4-BE49-F238E27FC236}">
                <a16:creationId xmlns:a16="http://schemas.microsoft.com/office/drawing/2014/main" id="{064C2848-9FBB-45F9-BA8B-7BC95D69E328}"/>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608754" name="Rectangle: Rounded Corners 4937970">
            <a:extLst xmlns:a="http://schemas.openxmlformats.org/drawingml/2006/main">
              <a:ext uri="{FF2B5EF4-FFF2-40B4-BE49-F238E27FC236}">
                <a16:creationId xmlns:a16="http://schemas.microsoft.com/office/drawing/2014/main" id="{39A03782-BDAB-4341-9D70-0C6E89A42FBA}"/>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852" name="Rectangle: Rounded Corners 318411884">
            <a:extLst xmlns:a="http://schemas.openxmlformats.org/drawingml/2006/main">
              <a:ext uri="{FF2B5EF4-FFF2-40B4-BE49-F238E27FC236}">
                <a16:creationId xmlns:a16="http://schemas.microsoft.com/office/drawing/2014/main" id="{2B94438A-78DA-4D01-81CE-5A53CE483350}"/>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438546" name="Rectangle: Rounded Corners 615608590">
            <a:extLst xmlns:a="http://schemas.openxmlformats.org/drawingml/2006/main">
              <a:ext uri="{FF2B5EF4-FFF2-40B4-BE49-F238E27FC236}">
                <a16:creationId xmlns:a16="http://schemas.microsoft.com/office/drawing/2014/main" id="{1830E8A5-6C43-494C-8AF8-EB2DD92358B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131754" name="Rectangle: Rounded Corners 1731456271">
            <a:extLst xmlns:a="http://schemas.openxmlformats.org/drawingml/2006/main">
              <a:ext uri="{FF2B5EF4-FFF2-40B4-BE49-F238E27FC236}">
                <a16:creationId xmlns:a16="http://schemas.microsoft.com/office/drawing/2014/main" id="{D081CBD9-9FBF-45EC-A5E4-5A512109D848}"/>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522003" name="Rectangle: Rounded Corners 484935539">
            <a:extLst xmlns:a="http://schemas.openxmlformats.org/drawingml/2006/main">
              <a:ext uri="{FF2B5EF4-FFF2-40B4-BE49-F238E27FC236}">
                <a16:creationId xmlns:a16="http://schemas.microsoft.com/office/drawing/2014/main" id="{38F72017-0C45-4732-BDCD-80043101FCA8}"/>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982339" name="Rectangle: Rounded Corners 1134420310">
            <a:extLst xmlns:a="http://schemas.openxmlformats.org/drawingml/2006/main">
              <a:ext uri="{FF2B5EF4-FFF2-40B4-BE49-F238E27FC236}">
                <a16:creationId xmlns:a16="http://schemas.microsoft.com/office/drawing/2014/main" id="{5A6D2CC3-D493-45B6-BF6E-2FFBAB0051FB}"/>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730396" name="Rectangle: Rounded Corners 1355285829">
            <a:extLst xmlns:a="http://schemas.openxmlformats.org/drawingml/2006/main">
              <a:ext uri="{FF2B5EF4-FFF2-40B4-BE49-F238E27FC236}">
                <a16:creationId xmlns:a16="http://schemas.microsoft.com/office/drawing/2014/main" id="{BE2F92E2-1794-4003-820E-8F631AF94E28}"/>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391290" name="Rectangle: Rounded Corners 1945716100">
            <a:extLst xmlns:a="http://schemas.openxmlformats.org/drawingml/2006/main">
              <a:ext uri="{FF2B5EF4-FFF2-40B4-BE49-F238E27FC236}">
                <a16:creationId xmlns:a16="http://schemas.microsoft.com/office/drawing/2014/main" id="{4AA0723B-4AA8-402C-A2C2-A888E1C9E974}"/>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175795" name="Rectangle: Rounded Corners 903673204">
            <a:extLst xmlns:a="http://schemas.openxmlformats.org/drawingml/2006/main">
              <a:ext uri="{FF2B5EF4-FFF2-40B4-BE49-F238E27FC236}">
                <a16:creationId xmlns:a16="http://schemas.microsoft.com/office/drawing/2014/main" id="{B3D48847-F605-4FC5-9AE3-08E8BB220AC9}"/>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031559" name="Rectangle: Rounded Corners 41920753">
            <a:extLst xmlns:a="http://schemas.openxmlformats.org/drawingml/2006/main">
              <a:ext uri="{FF2B5EF4-FFF2-40B4-BE49-F238E27FC236}">
                <a16:creationId xmlns:a16="http://schemas.microsoft.com/office/drawing/2014/main" id="{0C7814D7-D1C3-442A-882F-67DFF423EB6F}"/>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4787944" name="Rectangle 1090731607">
            <a:extLst xmlns:a="http://schemas.openxmlformats.org/drawingml/2006/main">
              <a:ext uri="{FF2B5EF4-FFF2-40B4-BE49-F238E27FC236}">
                <a16:creationId xmlns:a16="http://schemas.microsoft.com/office/drawing/2014/main" id="{7F5DC201-C085-4A85-A75C-AB58E85B5195}"/>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416511425" name="Rectangle 1864567656">
            <a:extLst xmlns:a="http://schemas.openxmlformats.org/drawingml/2006/main">
              <a:ext uri="{FF2B5EF4-FFF2-40B4-BE49-F238E27FC236}">
                <a16:creationId xmlns:a16="http://schemas.microsoft.com/office/drawing/2014/main" id="{733501CA-4672-44D7-BC17-745D93EE6984}"/>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2106452259" name="Rectangle 353583897">
            <a:extLst xmlns:a="http://schemas.openxmlformats.org/drawingml/2006/main">
              <a:ext uri="{FF2B5EF4-FFF2-40B4-BE49-F238E27FC236}">
                <a16:creationId xmlns:a16="http://schemas.microsoft.com/office/drawing/2014/main" id="{F4D637DC-18E7-4B2C-8700-222108A105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53</a:t>
            </a:r>
          </a:p>
        </p:txBody>
      </p:sp>
    </p:spTree>
    <p:extLst>
      <p:ext uri="{BB962C8B-B14F-4D97-AF65-F5344CB8AC3E}">
        <p14:creationId xmlns:p14="http://schemas.microsoft.com/office/powerpoint/2010/main" val="634387296"/>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8466918" name="Rectangle 352308475">
            <a:extLst xmlns:a="http://schemas.openxmlformats.org/drawingml/2006/main">
              <a:ext uri="{FF2B5EF4-FFF2-40B4-BE49-F238E27FC236}">
                <a16:creationId xmlns:a16="http://schemas.microsoft.com/office/drawing/2014/main" id="{B08330CF-4245-45FA-A210-068D4B8B0F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717008153" name="Rectangle 890164865">
            <a:extLst xmlns:a="http://schemas.openxmlformats.org/drawingml/2006/main">
              <a:ext uri="{FF2B5EF4-FFF2-40B4-BE49-F238E27FC236}">
                <a16:creationId xmlns:a16="http://schemas.microsoft.com/office/drawing/2014/main" id="{9951179D-C6EB-4245-BCDE-C8C367945E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792073284" name="Rectangle: Rounded Corners 1302761572">
            <a:extLst xmlns:a="http://schemas.openxmlformats.org/drawingml/2006/main">
              <a:ext uri="{FF2B5EF4-FFF2-40B4-BE49-F238E27FC236}">
                <a16:creationId xmlns:a16="http://schemas.microsoft.com/office/drawing/2014/main" id="{217F476A-87F3-4360-A8EA-1EADCDB5BA3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3428800" name="Rectangle: Rounded Corners 2031370086">
            <a:extLst xmlns:a="http://schemas.openxmlformats.org/drawingml/2006/main">
              <a:ext uri="{FF2B5EF4-FFF2-40B4-BE49-F238E27FC236}">
                <a16:creationId xmlns:a16="http://schemas.microsoft.com/office/drawing/2014/main" id="{8A4B2C99-13DF-4F15-A626-7BB333DD2B14}"/>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278266331" name="Rectangle 1726456331">
            <a:extLst xmlns:a="http://schemas.openxmlformats.org/drawingml/2006/main">
              <a:ext uri="{FF2B5EF4-FFF2-40B4-BE49-F238E27FC236}">
                <a16:creationId xmlns:a16="http://schemas.microsoft.com/office/drawing/2014/main" id="{DA717CF3-F5ED-40DD-8B62-F0B590B4746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937474749" name="Rectangle: Rounded Corners 412394112">
            <a:extLst xmlns:a="http://schemas.openxmlformats.org/drawingml/2006/main">
              <a:ext uri="{FF2B5EF4-FFF2-40B4-BE49-F238E27FC236}">
                <a16:creationId xmlns:a16="http://schemas.microsoft.com/office/drawing/2014/main" id="{FF658E0A-1A81-4680-839E-7752CDAA754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53139932" name="Rectangle 225213445">
            <a:extLst xmlns:a="http://schemas.openxmlformats.org/drawingml/2006/main">
              <a:ext uri="{FF2B5EF4-FFF2-40B4-BE49-F238E27FC236}">
                <a16:creationId xmlns:a16="http://schemas.microsoft.com/office/drawing/2014/main" id="{597272E4-45A1-4FAF-AEAF-94FB68C5C9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54</a:t>
            </a:r>
          </a:p>
        </p:txBody>
      </p:sp>
    </p:spTree>
    <p:extLst>
      <p:ext uri="{BB962C8B-B14F-4D97-AF65-F5344CB8AC3E}">
        <p14:creationId xmlns:p14="http://schemas.microsoft.com/office/powerpoint/2010/main" val="340029035"/>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08275" name="Rectangle 935271156">
            <a:extLst xmlns:a="http://schemas.openxmlformats.org/drawingml/2006/main">
              <a:ext uri="{FF2B5EF4-FFF2-40B4-BE49-F238E27FC236}">
                <a16:creationId xmlns:a16="http://schemas.microsoft.com/office/drawing/2014/main" id="{C1DAEE7A-3DA6-4CCC-956D-4552F34B64E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801362156" name="Rectangle 251777344">
            <a:extLst xmlns:a="http://schemas.openxmlformats.org/drawingml/2006/main">
              <a:ext uri="{FF2B5EF4-FFF2-40B4-BE49-F238E27FC236}">
                <a16:creationId xmlns:a16="http://schemas.microsoft.com/office/drawing/2014/main" id="{AE667885-9991-4D1A-AC0D-638A223B7DC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39565881" name="Rectangle: Rounded Corners 1456392341">
            <a:extLst xmlns:a="http://schemas.openxmlformats.org/drawingml/2006/main">
              <a:ext uri="{FF2B5EF4-FFF2-40B4-BE49-F238E27FC236}">
                <a16:creationId xmlns:a16="http://schemas.microsoft.com/office/drawing/2014/main" id="{025AFB5D-CF12-4ECB-BE90-57A83DB2287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68925" name="Rectangle: Rounded Corners 1987074982">
            <a:extLst xmlns:a="http://schemas.openxmlformats.org/drawingml/2006/main">
              <a:ext uri="{FF2B5EF4-FFF2-40B4-BE49-F238E27FC236}">
                <a16:creationId xmlns:a16="http://schemas.microsoft.com/office/drawing/2014/main" id="{EBCB45A5-6D2E-4607-A1E3-BA6C9F77097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0633448" name="Rectangle 1286956634">
            <a:extLst xmlns:a="http://schemas.openxmlformats.org/drawingml/2006/main">
              <a:ext uri="{FF2B5EF4-FFF2-40B4-BE49-F238E27FC236}">
                <a16:creationId xmlns:a16="http://schemas.microsoft.com/office/drawing/2014/main" id="{8FB420C6-9BE2-407C-9E41-5AB02785B28C}"/>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530364046" name="Rectangle 399762638">
            <a:extLst xmlns:a="http://schemas.openxmlformats.org/drawingml/2006/main">
              <a:ext uri="{FF2B5EF4-FFF2-40B4-BE49-F238E27FC236}">
                <a16:creationId xmlns:a16="http://schemas.microsoft.com/office/drawing/2014/main" id="{E183E015-AA03-4A22-972E-CA8A0EDF5056}"/>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3486689" name="Rectangle 1233632033">
            <a:extLst xmlns:a="http://schemas.openxmlformats.org/drawingml/2006/main">
              <a:ext uri="{FF2B5EF4-FFF2-40B4-BE49-F238E27FC236}">
                <a16:creationId xmlns:a16="http://schemas.microsoft.com/office/drawing/2014/main" id="{AEADAF28-0DF5-440A-A00E-FD2DB1781B7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169922781" name="Rectangle 987778106">
            <a:extLst xmlns:a="http://schemas.openxmlformats.org/drawingml/2006/main">
              <a:ext uri="{FF2B5EF4-FFF2-40B4-BE49-F238E27FC236}">
                <a16:creationId xmlns:a16="http://schemas.microsoft.com/office/drawing/2014/main" id="{7AD9391E-099C-4456-B3D2-87BD75B540B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959273528" name="Rectangle 1495975732">
            <a:extLst xmlns:a="http://schemas.openxmlformats.org/drawingml/2006/main">
              <a:ext uri="{FF2B5EF4-FFF2-40B4-BE49-F238E27FC236}">
                <a16:creationId xmlns:a16="http://schemas.microsoft.com/office/drawing/2014/main" id="{30F2DED1-80DD-4ADE-B567-500E263306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55</a:t>
            </a:r>
          </a:p>
        </p:txBody>
      </p:sp>
      <p:pic>
        <p:nvPicPr>
          <p:cNvPr id="195927353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2f65b9e019d409f"/>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92494849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32285605" name="Rectangle 1548456798">
            <a:extLst xmlns:a="http://schemas.openxmlformats.org/drawingml/2006/main">
              <a:ext uri="{FF2B5EF4-FFF2-40B4-BE49-F238E27FC236}">
                <a16:creationId xmlns:a16="http://schemas.microsoft.com/office/drawing/2014/main" id="{A2B2D4D7-7116-46A8-A436-F854ACEA88C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38319495" name="Rectangle 1277068294">
            <a:extLst xmlns:a="http://schemas.openxmlformats.org/drawingml/2006/main">
              <a:ext uri="{FF2B5EF4-FFF2-40B4-BE49-F238E27FC236}">
                <a16:creationId xmlns:a16="http://schemas.microsoft.com/office/drawing/2014/main" id="{526D7908-48D2-4747-B6BB-92015366244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90831966" name="Rectangle: Rounded Corners 700677848">
            <a:extLst xmlns:a="http://schemas.openxmlformats.org/drawingml/2006/main">
              <a:ext uri="{FF2B5EF4-FFF2-40B4-BE49-F238E27FC236}">
                <a16:creationId xmlns:a16="http://schemas.microsoft.com/office/drawing/2014/main" id="{6CF2C9A3-9EA5-40C4-9ACF-177808E027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396703" name="Rectangle: Rounded Corners 614717420">
            <a:extLst xmlns:a="http://schemas.openxmlformats.org/drawingml/2006/main">
              <a:ext uri="{FF2B5EF4-FFF2-40B4-BE49-F238E27FC236}">
                <a16:creationId xmlns:a16="http://schemas.microsoft.com/office/drawing/2014/main" id="{339410B0-7B47-47D7-9913-8D27AD37D50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711574951" name="Rectangle: Rounded Corners 1854427874">
            <a:extLst xmlns:a="http://schemas.openxmlformats.org/drawingml/2006/main">
              <a:ext uri="{FF2B5EF4-FFF2-40B4-BE49-F238E27FC236}">
                <a16:creationId xmlns:a16="http://schemas.microsoft.com/office/drawing/2014/main" id="{F5C94282-B12D-49F7-97FD-6EF265BA7D4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429749186" name="Rectangle: Rounded Corners 1506494527">
            <a:extLst xmlns:a="http://schemas.openxmlformats.org/drawingml/2006/main">
              <a:ext uri="{FF2B5EF4-FFF2-40B4-BE49-F238E27FC236}">
                <a16:creationId xmlns:a16="http://schemas.microsoft.com/office/drawing/2014/main" id="{6AC682FC-0BFB-403A-B1DA-5BC8E4DC3980}"/>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28738923" name="Rectangle: Rounded Corners 310583424">
            <a:extLst xmlns:a="http://schemas.openxmlformats.org/drawingml/2006/main">
              <a:ext uri="{FF2B5EF4-FFF2-40B4-BE49-F238E27FC236}">
                <a16:creationId xmlns:a16="http://schemas.microsoft.com/office/drawing/2014/main" id="{64371920-7798-4340-942C-F23FFFCABF8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014354429" name="Rectangle: Rounded Corners 701546865">
            <a:extLst xmlns:a="http://schemas.openxmlformats.org/drawingml/2006/main">
              <a:ext uri="{FF2B5EF4-FFF2-40B4-BE49-F238E27FC236}">
                <a16:creationId xmlns:a16="http://schemas.microsoft.com/office/drawing/2014/main" id="{798B4168-623D-478B-AACF-D98316C996CF}"/>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5050757" name="Arrow: Right 622048333">
            <a:extLst xmlns:a="http://schemas.openxmlformats.org/drawingml/2006/main">
              <a:ext uri="{FF2B5EF4-FFF2-40B4-BE49-F238E27FC236}">
                <a16:creationId xmlns:a16="http://schemas.microsoft.com/office/drawing/2014/main" id="{EA1F374B-744C-435C-B042-533C8F6943CC}"/>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8979580" name="Arrow: Right 476163819">
            <a:extLst xmlns:a="http://schemas.openxmlformats.org/drawingml/2006/main">
              <a:ext uri="{FF2B5EF4-FFF2-40B4-BE49-F238E27FC236}">
                <a16:creationId xmlns:a16="http://schemas.microsoft.com/office/drawing/2014/main" id="{4A1CB718-7288-4B7D-A893-CFEF843507E3}"/>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603052" name="Rectangle: Rounded Corners 1396234520">
            <a:extLst xmlns:a="http://schemas.openxmlformats.org/drawingml/2006/main">
              <a:ext uri="{FF2B5EF4-FFF2-40B4-BE49-F238E27FC236}">
                <a16:creationId xmlns:a16="http://schemas.microsoft.com/office/drawing/2014/main" id="{1600C522-D1ED-4EB7-B495-CDAE48A9544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131727460" name="Rectangle 1921889684">
            <a:extLst xmlns:a="http://schemas.openxmlformats.org/drawingml/2006/main">
              <a:ext uri="{FF2B5EF4-FFF2-40B4-BE49-F238E27FC236}">
                <a16:creationId xmlns:a16="http://schemas.microsoft.com/office/drawing/2014/main" id="{C173FA36-C4C2-4D5E-85F3-BFDA62B5FC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56</a:t>
            </a:r>
          </a:p>
        </p:txBody>
      </p:sp>
    </p:spTree>
    <p:extLst>
      <p:ext uri="{BB962C8B-B14F-4D97-AF65-F5344CB8AC3E}">
        <p14:creationId xmlns:p14="http://schemas.microsoft.com/office/powerpoint/2010/main" val="1194962888"/>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3250984" name="Rectangle 7713821">
            <a:extLst xmlns:a="http://schemas.openxmlformats.org/drawingml/2006/main">
              <a:ext uri="{FF2B5EF4-FFF2-40B4-BE49-F238E27FC236}">
                <a16:creationId xmlns:a16="http://schemas.microsoft.com/office/drawing/2014/main" id="{E1516D05-90D2-4B97-B120-534D742524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905774694" name="Rectangle 1381388514">
            <a:extLst xmlns:a="http://schemas.openxmlformats.org/drawingml/2006/main">
              <a:ext uri="{FF2B5EF4-FFF2-40B4-BE49-F238E27FC236}">
                <a16:creationId xmlns:a16="http://schemas.microsoft.com/office/drawing/2014/main" id="{79A2D2EB-ADC5-4121-A208-605FEF9418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797461043" name="Rectangle: Rounded Corners 661849784">
            <a:extLst xmlns:a="http://schemas.openxmlformats.org/drawingml/2006/main">
              <a:ext uri="{FF2B5EF4-FFF2-40B4-BE49-F238E27FC236}">
                <a16:creationId xmlns:a16="http://schemas.microsoft.com/office/drawing/2014/main" id="{8AE9B28F-150B-4189-BFE5-A591602C26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2059354" name="Rectangle: Rounded Corners 1954931325">
            <a:extLst xmlns:a="http://schemas.openxmlformats.org/drawingml/2006/main">
              <a:ext uri="{FF2B5EF4-FFF2-40B4-BE49-F238E27FC236}">
                <a16:creationId xmlns:a16="http://schemas.microsoft.com/office/drawing/2014/main" id="{42BEDBAC-D109-4346-B6F8-D97A85E05848}"/>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91129250" name="Rectangle: Rounded Corners 1479007971">
            <a:extLst xmlns:a="http://schemas.openxmlformats.org/drawingml/2006/main">
              <a:ext uri="{FF2B5EF4-FFF2-40B4-BE49-F238E27FC236}">
                <a16:creationId xmlns:a16="http://schemas.microsoft.com/office/drawing/2014/main" id="{CC460CE6-6F3B-46E2-863B-4082B6902637}"/>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796720629" name="Rectangle: Rounded Corners 337911440">
            <a:extLst xmlns:a="http://schemas.openxmlformats.org/drawingml/2006/main">
              <a:ext uri="{FF2B5EF4-FFF2-40B4-BE49-F238E27FC236}">
                <a16:creationId xmlns:a16="http://schemas.microsoft.com/office/drawing/2014/main" id="{2147B3D6-D160-45FA-8985-BC8E7CB43149}"/>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73755589" name="Rectangle: Rounded Corners 812565267">
            <a:extLst xmlns:a="http://schemas.openxmlformats.org/drawingml/2006/main">
              <a:ext uri="{FF2B5EF4-FFF2-40B4-BE49-F238E27FC236}">
                <a16:creationId xmlns:a16="http://schemas.microsoft.com/office/drawing/2014/main" id="{8D5D73CA-9BF4-4ABE-B65C-E4F57394494F}"/>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073437868" name="Rectangle: Rounded Corners 210839016">
            <a:extLst xmlns:a="http://schemas.openxmlformats.org/drawingml/2006/main">
              <a:ext uri="{FF2B5EF4-FFF2-40B4-BE49-F238E27FC236}">
                <a16:creationId xmlns:a16="http://schemas.microsoft.com/office/drawing/2014/main" id="{C8C751E2-0643-4E83-9C7D-82240863607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643357207" name="Arrow: Right 923890290">
            <a:extLst xmlns:a="http://schemas.openxmlformats.org/drawingml/2006/main">
              <a:ext uri="{FF2B5EF4-FFF2-40B4-BE49-F238E27FC236}">
                <a16:creationId xmlns:a16="http://schemas.microsoft.com/office/drawing/2014/main" id="{AF5BF949-D4FB-45FE-9507-24367C1E2A88}"/>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042699" name="Rectangle: Rounded Corners 549922296">
            <a:extLst xmlns:a="http://schemas.openxmlformats.org/drawingml/2006/main">
              <a:ext uri="{FF2B5EF4-FFF2-40B4-BE49-F238E27FC236}">
                <a16:creationId xmlns:a16="http://schemas.microsoft.com/office/drawing/2014/main" id="{F27E20DD-06CA-44A5-884C-6F7777BD0FDB}"/>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045265390" name="Rectangle 313069816">
            <a:extLst xmlns:a="http://schemas.openxmlformats.org/drawingml/2006/main">
              <a:ext uri="{FF2B5EF4-FFF2-40B4-BE49-F238E27FC236}">
                <a16:creationId xmlns:a16="http://schemas.microsoft.com/office/drawing/2014/main" id="{0E122DDE-9B9B-4DEE-B8C9-A1855E0734F4}"/>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96355744" name="Rectangle 181180573">
            <a:extLst xmlns:a="http://schemas.openxmlformats.org/drawingml/2006/main">
              <a:ext uri="{FF2B5EF4-FFF2-40B4-BE49-F238E27FC236}">
                <a16:creationId xmlns:a16="http://schemas.microsoft.com/office/drawing/2014/main" id="{D047264A-F02A-4A92-97C1-D86AC28F62D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57</a:t>
            </a:r>
          </a:p>
        </p:txBody>
      </p:sp>
    </p:spTree>
    <p:extLst>
      <p:ext uri="{BB962C8B-B14F-4D97-AF65-F5344CB8AC3E}">
        <p14:creationId xmlns:p14="http://schemas.microsoft.com/office/powerpoint/2010/main" val="266678783"/>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9594194" name="Rectangle 106407163">
            <a:extLst xmlns:a="http://schemas.openxmlformats.org/drawingml/2006/main">
              <a:ext uri="{FF2B5EF4-FFF2-40B4-BE49-F238E27FC236}">
                <a16:creationId xmlns:a16="http://schemas.microsoft.com/office/drawing/2014/main" id="{756F7952-9DA5-4D7C-9681-A6C75509D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2134861638" name="Rectangle 440135367">
            <a:extLst xmlns:a="http://schemas.openxmlformats.org/drawingml/2006/main">
              <a:ext uri="{FF2B5EF4-FFF2-40B4-BE49-F238E27FC236}">
                <a16:creationId xmlns:a16="http://schemas.microsoft.com/office/drawing/2014/main" id="{B864D65F-4BE1-4266-8A7A-702E174B27C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23073201" name="Rectangle: Rounded Corners 989138248">
            <a:extLst xmlns:a="http://schemas.openxmlformats.org/drawingml/2006/main">
              <a:ext uri="{FF2B5EF4-FFF2-40B4-BE49-F238E27FC236}">
                <a16:creationId xmlns:a16="http://schemas.microsoft.com/office/drawing/2014/main" id="{87555BF9-6C9B-499F-A3DF-3A8E62EDF8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439502" name="Rectangle: Rounded Corners 1616044445">
            <a:extLst xmlns:a="http://schemas.openxmlformats.org/drawingml/2006/main">
              <a:ext uri="{FF2B5EF4-FFF2-40B4-BE49-F238E27FC236}">
                <a16:creationId xmlns:a16="http://schemas.microsoft.com/office/drawing/2014/main" id="{FB7D42B4-52FB-4876-85EF-1FF26E92790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325226249" name="Arrow: Right 594282241">
            <a:extLst xmlns:a="http://schemas.openxmlformats.org/drawingml/2006/main">
              <a:ext uri="{FF2B5EF4-FFF2-40B4-BE49-F238E27FC236}">
                <a16:creationId xmlns:a16="http://schemas.microsoft.com/office/drawing/2014/main" id="{901C36D8-9B8A-4B01-B845-90F98146A5F3}"/>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25547133" name="Rectangle: Rounded Corners 733975538">
            <a:extLst xmlns:a="http://schemas.openxmlformats.org/drawingml/2006/main">
              <a:ext uri="{FF2B5EF4-FFF2-40B4-BE49-F238E27FC236}">
                <a16:creationId xmlns:a16="http://schemas.microsoft.com/office/drawing/2014/main" id="{C50B8B02-55BE-4C74-93F2-BEB40A6B7C3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498727970" name="Arrow: Right 826463740">
            <a:extLst xmlns:a="http://schemas.openxmlformats.org/drawingml/2006/main">
              <a:ext uri="{FF2B5EF4-FFF2-40B4-BE49-F238E27FC236}">
                <a16:creationId xmlns:a16="http://schemas.microsoft.com/office/drawing/2014/main" id="{76DE3FE7-2BA6-46C1-9419-F5FAF3A4365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809872419" name="Rectangle: Rounded Corners 1611946980">
            <a:extLst xmlns:a="http://schemas.openxmlformats.org/drawingml/2006/main">
              <a:ext uri="{FF2B5EF4-FFF2-40B4-BE49-F238E27FC236}">
                <a16:creationId xmlns:a16="http://schemas.microsoft.com/office/drawing/2014/main" id="{7A16D5ED-B665-4455-BDDD-FB2A1B6EED2E}"/>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751602212" name="Arrow: Right 1141760594">
            <a:extLst xmlns:a="http://schemas.openxmlformats.org/drawingml/2006/main">
              <a:ext uri="{FF2B5EF4-FFF2-40B4-BE49-F238E27FC236}">
                <a16:creationId xmlns:a16="http://schemas.microsoft.com/office/drawing/2014/main" id="{A449A3F1-685B-4411-8BC8-3E2AFC08CA1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0085855" name="Oval 546463300">
            <a:extLst xmlns:a="http://schemas.openxmlformats.org/drawingml/2006/main">
              <a:ext uri="{FF2B5EF4-FFF2-40B4-BE49-F238E27FC236}">
                <a16:creationId xmlns:a16="http://schemas.microsoft.com/office/drawing/2014/main" id="{7ACBC63F-9076-499A-BE6B-07372084C69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981627458" name="Rectangle 1547793054">
            <a:extLst xmlns:a="http://schemas.openxmlformats.org/drawingml/2006/main">
              <a:ext uri="{FF2B5EF4-FFF2-40B4-BE49-F238E27FC236}">
                <a16:creationId xmlns:a16="http://schemas.microsoft.com/office/drawing/2014/main" id="{12D09718-34CF-4DB5-9ADD-235F06BF026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58</a:t>
            </a:r>
          </a:p>
        </p:txBody>
      </p:sp>
    </p:spTree>
    <p:extLst>
      <p:ext uri="{BB962C8B-B14F-4D97-AF65-F5344CB8AC3E}">
        <p14:creationId xmlns:p14="http://schemas.microsoft.com/office/powerpoint/2010/main" val="1040030953"/>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5108690" name="Rectangle 106407163">
            <a:extLst xmlns:a="http://schemas.openxmlformats.org/drawingml/2006/main">
              <a:ext uri="{FF2B5EF4-FFF2-40B4-BE49-F238E27FC236}">
                <a16:creationId xmlns:a16="http://schemas.microsoft.com/office/drawing/2014/main" id="{5C95609F-B493-49C6-BCF3-1CB5319FD7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41290572" name="Rectangle 440135367">
            <a:extLst xmlns:a="http://schemas.openxmlformats.org/drawingml/2006/main">
              <a:ext uri="{FF2B5EF4-FFF2-40B4-BE49-F238E27FC236}">
                <a16:creationId xmlns:a16="http://schemas.microsoft.com/office/drawing/2014/main" id="{DD703BE2-ABC2-477B-8EBE-4A7AECE662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666392967" name="Rectangle: Rounded Corners 989138248">
            <a:extLst xmlns:a="http://schemas.openxmlformats.org/drawingml/2006/main">
              <a:ext uri="{FF2B5EF4-FFF2-40B4-BE49-F238E27FC236}">
                <a16:creationId xmlns:a16="http://schemas.microsoft.com/office/drawing/2014/main" id="{D1E2B2C5-4944-4D05-8B75-9A25CB3E5B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80155" name="Rectangle 1547793054">
            <a:extLst xmlns:a="http://schemas.openxmlformats.org/drawingml/2006/main">
              <a:ext uri="{FF2B5EF4-FFF2-40B4-BE49-F238E27FC236}">
                <a16:creationId xmlns:a16="http://schemas.microsoft.com/office/drawing/2014/main" id="{8CDB5FCD-257E-48FB-8B10-4A22358749B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59</a:t>
            </a:r>
          </a:p>
        </p:txBody>
      </p:sp>
      <p:sp>
        <p:nvSpPr>
          <p:cNvPr id="783298281" name="model-group-label">
            <a:extLst xmlns:a="http://schemas.openxmlformats.org/drawingml/2006/main">
              <a:ext uri="{FF2B5EF4-FFF2-40B4-BE49-F238E27FC236}">
                <a16:creationId xmlns:a16="http://schemas.microsoft.com/office/drawing/2014/main" id="{9F99F32F-4ED7-4A23-8F57-4E580411CB7C}"/>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02931828" name="config-component">
            <a:extLst xmlns:a="http://schemas.openxmlformats.org/drawingml/2006/main">
              <a:ext uri="{FF2B5EF4-FFF2-40B4-BE49-F238E27FC236}">
                <a16:creationId xmlns:a16="http://schemas.microsoft.com/office/drawing/2014/main" id="{2B1E7791-940E-4B6C-B31B-D282D228222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407923" name="config-label">
            <a:extLst xmlns:a="http://schemas.openxmlformats.org/drawingml/2006/main">
              <a:ext uri="{FF2B5EF4-FFF2-40B4-BE49-F238E27FC236}">
                <a16:creationId xmlns:a16="http://schemas.microsoft.com/office/drawing/2014/main" id="{5A60ADF8-AFBA-41A2-9EFE-FDDE7D075565}"/>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283191526" name="config-title">
            <a:extLst xmlns:a="http://schemas.openxmlformats.org/drawingml/2006/main">
              <a:ext uri="{FF2B5EF4-FFF2-40B4-BE49-F238E27FC236}">
                <a16:creationId xmlns:a16="http://schemas.microsoft.com/office/drawing/2014/main" id="{DE74A1A0-ECC3-4A13-A24E-77D19DCB8D80}"/>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725746691" name="config-detail">
            <a:extLst xmlns:a="http://schemas.openxmlformats.org/drawingml/2006/main">
              <a:ext uri="{FF2B5EF4-FFF2-40B4-BE49-F238E27FC236}">
                <a16:creationId xmlns:a16="http://schemas.microsoft.com/office/drawing/2014/main" id="{FE3DD6CA-2CAC-402C-B5FA-EB749284485E}"/>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08501237" name="model-plus">
            <a:extLst xmlns:a="http://schemas.openxmlformats.org/drawingml/2006/main">
              <a:ext uri="{FF2B5EF4-FFF2-40B4-BE49-F238E27FC236}">
                <a16:creationId xmlns:a16="http://schemas.microsoft.com/office/drawing/2014/main" id="{09B07D29-3CD1-4774-974A-3B34778FE2F9}"/>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80274165" name="checkpoint-component">
            <a:extLst xmlns:a="http://schemas.openxmlformats.org/drawingml/2006/main">
              <a:ext uri="{FF2B5EF4-FFF2-40B4-BE49-F238E27FC236}">
                <a16:creationId xmlns:a16="http://schemas.microsoft.com/office/drawing/2014/main" id="{191688CB-A3C4-4B3E-9D8E-E970E51FD77C}"/>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703379" name="checkpoint-label">
            <a:extLst xmlns:a="http://schemas.openxmlformats.org/drawingml/2006/main">
              <a:ext uri="{FF2B5EF4-FFF2-40B4-BE49-F238E27FC236}">
                <a16:creationId xmlns:a16="http://schemas.microsoft.com/office/drawing/2014/main" id="{932AF306-EC3C-4F88-899C-D86699787D86}"/>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79015752" name="checkpoint-title">
            <a:extLst xmlns:a="http://schemas.openxmlformats.org/drawingml/2006/main">
              <a:ext uri="{FF2B5EF4-FFF2-40B4-BE49-F238E27FC236}">
                <a16:creationId xmlns:a16="http://schemas.microsoft.com/office/drawing/2014/main" id="{BFE507CD-C9CD-4DE9-BA40-8CE6DADD69E1}"/>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49635621" name="checkpoint-detail">
            <a:extLst xmlns:a="http://schemas.openxmlformats.org/drawingml/2006/main">
              <a:ext uri="{FF2B5EF4-FFF2-40B4-BE49-F238E27FC236}">
                <a16:creationId xmlns:a16="http://schemas.microsoft.com/office/drawing/2014/main" id="{392AB89A-C507-4972-A96B-584133FBB29E}"/>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686164464" name="tokenizer-plus">
            <a:extLst xmlns:a="http://schemas.openxmlformats.org/drawingml/2006/main">
              <a:ext uri="{FF2B5EF4-FFF2-40B4-BE49-F238E27FC236}">
                <a16:creationId xmlns:a16="http://schemas.microsoft.com/office/drawing/2014/main" id="{EA5B8700-569E-45DE-8A9D-C827122736DD}"/>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484703909" name="text ↔ ids-component">
            <a:extLst xmlns:a="http://schemas.openxmlformats.org/drawingml/2006/main">
              <a:ext uri="{FF2B5EF4-FFF2-40B4-BE49-F238E27FC236}">
                <a16:creationId xmlns:a16="http://schemas.microsoft.com/office/drawing/2014/main" id="{9793AEAE-6108-4817-89C5-17B55D76CF39}"/>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0429097" name="text ↔ ids-label">
            <a:extLst xmlns:a="http://schemas.openxmlformats.org/drawingml/2006/main">
              <a:ext uri="{FF2B5EF4-FFF2-40B4-BE49-F238E27FC236}">
                <a16:creationId xmlns:a16="http://schemas.microsoft.com/office/drawing/2014/main" id="{B232944E-5E9F-41C2-9195-BE9C060BE6B7}"/>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992373443" name="text ↔ ids-title">
            <a:extLst xmlns:a="http://schemas.openxmlformats.org/drawingml/2006/main">
              <a:ext uri="{FF2B5EF4-FFF2-40B4-BE49-F238E27FC236}">
                <a16:creationId xmlns:a16="http://schemas.microsoft.com/office/drawing/2014/main" id="{FBD50328-30F1-4938-8F79-CD5AC6BF6CE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374193375" name="text ↔ ids-detail">
            <a:extLst xmlns:a="http://schemas.openxmlformats.org/drawingml/2006/main">
              <a:ext uri="{FF2B5EF4-FFF2-40B4-BE49-F238E27FC236}">
                <a16:creationId xmlns:a16="http://schemas.microsoft.com/office/drawing/2014/main" id="{56ACEF76-2E8A-410B-ACAD-B3F6EE8EAAD6}"/>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904212494" name="matching-takeaway">
            <a:extLst xmlns:a="http://schemas.openxmlformats.org/drawingml/2006/main">
              <a:ext uri="{FF2B5EF4-FFF2-40B4-BE49-F238E27FC236}">
                <a16:creationId xmlns:a16="http://schemas.microsoft.com/office/drawing/2014/main" id="{4D60005A-5E19-4B67-9CF6-65D6A866CFE3}"/>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877236411"/>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335466" name="Rectangle 965507380">
            <a:extLst xmlns:a="http://schemas.openxmlformats.org/drawingml/2006/main">
              <a:ext uri="{FF2B5EF4-FFF2-40B4-BE49-F238E27FC236}">
                <a16:creationId xmlns:a16="http://schemas.microsoft.com/office/drawing/2014/main" id="{C6F5EE83-E6CC-4DB5-8BD1-97C755C76E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806952454" name="Rectangle 139921793">
            <a:extLst xmlns:a="http://schemas.openxmlformats.org/drawingml/2006/main">
              <a:ext uri="{FF2B5EF4-FFF2-40B4-BE49-F238E27FC236}">
                <a16:creationId xmlns:a16="http://schemas.microsoft.com/office/drawing/2014/main" id="{BB7612AB-5529-48B0-99A7-B1AE42A1913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678890620" name="Rectangle: Rounded Corners 1511732123">
            <a:extLst xmlns:a="http://schemas.openxmlformats.org/drawingml/2006/main">
              <a:ext uri="{FF2B5EF4-FFF2-40B4-BE49-F238E27FC236}">
                <a16:creationId xmlns:a16="http://schemas.microsoft.com/office/drawing/2014/main" id="{573EE782-26E6-458D-856B-D05EFAF375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37869" name="Rectangle: Rounded Corners 2034787168">
            <a:extLst xmlns:a="http://schemas.openxmlformats.org/drawingml/2006/main">
              <a:ext uri="{FF2B5EF4-FFF2-40B4-BE49-F238E27FC236}">
                <a16:creationId xmlns:a16="http://schemas.microsoft.com/office/drawing/2014/main" id="{46E720C0-F0AF-470C-87D4-3261091B9250}"/>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2003622535" name="Arrow: Right 1804858146">
            <a:extLst xmlns:a="http://schemas.openxmlformats.org/drawingml/2006/main">
              <a:ext uri="{FF2B5EF4-FFF2-40B4-BE49-F238E27FC236}">
                <a16:creationId xmlns:a16="http://schemas.microsoft.com/office/drawing/2014/main" id="{80B245BF-615F-4C11-8E4F-87F190BB128C}"/>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3006981" name="Rectangle: Rounded Corners 2119234794">
            <a:extLst xmlns:a="http://schemas.openxmlformats.org/drawingml/2006/main">
              <a:ext uri="{FF2B5EF4-FFF2-40B4-BE49-F238E27FC236}">
                <a16:creationId xmlns:a16="http://schemas.microsoft.com/office/drawing/2014/main" id="{4B267D5E-B63E-489A-A7F4-7C5C8F1CE6E1}"/>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325329354" name="Arrow: Right 1610655777">
            <a:extLst xmlns:a="http://schemas.openxmlformats.org/drawingml/2006/main">
              <a:ext uri="{FF2B5EF4-FFF2-40B4-BE49-F238E27FC236}">
                <a16:creationId xmlns:a16="http://schemas.microsoft.com/office/drawing/2014/main" id="{0CCC2D54-7EDA-47FC-B681-1D0523C7714B}"/>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4134501" name="Rectangle: Rounded Corners 67679862">
            <a:extLst xmlns:a="http://schemas.openxmlformats.org/drawingml/2006/main">
              <a:ext uri="{FF2B5EF4-FFF2-40B4-BE49-F238E27FC236}">
                <a16:creationId xmlns:a16="http://schemas.microsoft.com/office/drawing/2014/main" id="{70823A17-CEF2-4DB2-A1E2-B020E65D28A9}"/>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83629182" name="Straight Connector 1129615995">
            <a:extLst xmlns:a="http://schemas.openxmlformats.org/drawingml/2006/main">
              <a:ext uri="{FF2B5EF4-FFF2-40B4-BE49-F238E27FC236}">
                <a16:creationId xmlns:a16="http://schemas.microsoft.com/office/drawing/2014/main" id="{178E1AD0-B430-475A-A464-93EA6D21E99C}"/>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596356" name="Rectangle 701260999">
            <a:extLst xmlns:a="http://schemas.openxmlformats.org/drawingml/2006/main">
              <a:ext uri="{FF2B5EF4-FFF2-40B4-BE49-F238E27FC236}">
                <a16:creationId xmlns:a16="http://schemas.microsoft.com/office/drawing/2014/main" id="{0A9D454F-1632-4C53-A7DA-8873DAF49560}"/>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609087870" name="Rectangle 567537238">
            <a:extLst xmlns:a="http://schemas.openxmlformats.org/drawingml/2006/main">
              <a:ext uri="{FF2B5EF4-FFF2-40B4-BE49-F238E27FC236}">
                <a16:creationId xmlns:a16="http://schemas.microsoft.com/office/drawing/2014/main" id="{E7F30C0D-02DF-4040-B74C-E59E3A62985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60</a:t>
            </a:r>
          </a:p>
        </p:txBody>
      </p:sp>
    </p:spTree>
    <p:extLst>
      <p:ext uri="{BB962C8B-B14F-4D97-AF65-F5344CB8AC3E}">
        <p14:creationId xmlns:p14="http://schemas.microsoft.com/office/powerpoint/2010/main" val="4564521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969232" name="Rectangle 1814109763">
            <a:extLst xmlns:a="http://schemas.openxmlformats.org/drawingml/2006/main">
              <a:ext uri="{FF2B5EF4-FFF2-40B4-BE49-F238E27FC236}">
                <a16:creationId xmlns:a16="http://schemas.microsoft.com/office/drawing/2014/main" id="{D656FD23-2A21-4E22-8451-25E7AED322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707743783" name="Rectangle 2024296005">
            <a:extLst xmlns:a="http://schemas.openxmlformats.org/drawingml/2006/main">
              <a:ext uri="{FF2B5EF4-FFF2-40B4-BE49-F238E27FC236}">
                <a16:creationId xmlns:a16="http://schemas.microsoft.com/office/drawing/2014/main" id="{9C8B669B-4858-492E-B0C5-01553C35E77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619487593" name="Rectangle: Rounded Corners 520397166">
            <a:extLst xmlns:a="http://schemas.openxmlformats.org/drawingml/2006/main">
              <a:ext uri="{FF2B5EF4-FFF2-40B4-BE49-F238E27FC236}">
                <a16:creationId xmlns:a16="http://schemas.microsoft.com/office/drawing/2014/main" id="{06D38F3D-E1E4-4F13-A99F-E57989490E1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5436240" name="Rectangle 1861104430">
            <a:extLst xmlns:a="http://schemas.openxmlformats.org/drawingml/2006/main">
              <a:ext uri="{FF2B5EF4-FFF2-40B4-BE49-F238E27FC236}">
                <a16:creationId xmlns:a16="http://schemas.microsoft.com/office/drawing/2014/main" id="{8C1D6046-BDB1-4DCE-9BF8-43EB7E1069D2}"/>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959321535" name="Rectangle: Rounded Corners 1392389716">
            <a:extLst xmlns:a="http://schemas.openxmlformats.org/drawingml/2006/main">
              <a:ext uri="{FF2B5EF4-FFF2-40B4-BE49-F238E27FC236}">
                <a16:creationId xmlns:a16="http://schemas.microsoft.com/office/drawing/2014/main" id="{AB15E86C-AAF6-4793-8167-DA79D2828669}"/>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070376" name="Rectangle: Rounded Corners 304746229">
            <a:extLst xmlns:a="http://schemas.openxmlformats.org/drawingml/2006/main">
              <a:ext uri="{FF2B5EF4-FFF2-40B4-BE49-F238E27FC236}">
                <a16:creationId xmlns:a16="http://schemas.microsoft.com/office/drawing/2014/main" id="{5CC1FC2F-F831-4592-88C6-BBB74139163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8003212" name="Rectangle: Rounded Corners 1222174650">
            <a:extLst xmlns:a="http://schemas.openxmlformats.org/drawingml/2006/main">
              <a:ext uri="{FF2B5EF4-FFF2-40B4-BE49-F238E27FC236}">
                <a16:creationId xmlns:a16="http://schemas.microsoft.com/office/drawing/2014/main" id="{6EFBFEEA-C22C-48D8-AD4E-79E6F89A8F84}"/>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581128" name="Rectangle: Rounded Corners 221083532">
            <a:extLst xmlns:a="http://schemas.openxmlformats.org/drawingml/2006/main">
              <a:ext uri="{FF2B5EF4-FFF2-40B4-BE49-F238E27FC236}">
                <a16:creationId xmlns:a16="http://schemas.microsoft.com/office/drawing/2014/main" id="{D8FAE113-8810-416B-88B2-42B95B9C747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745484" name="Rectangle: Rounded Corners 1871169587">
            <a:extLst xmlns:a="http://schemas.openxmlformats.org/drawingml/2006/main">
              <a:ext uri="{FF2B5EF4-FFF2-40B4-BE49-F238E27FC236}">
                <a16:creationId xmlns:a16="http://schemas.microsoft.com/office/drawing/2014/main" id="{58A194B0-D571-4CA5-80CC-0699536C3735}"/>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224103" name="Rectangle 1899079274">
            <a:extLst xmlns:a="http://schemas.openxmlformats.org/drawingml/2006/main">
              <a:ext uri="{FF2B5EF4-FFF2-40B4-BE49-F238E27FC236}">
                <a16:creationId xmlns:a16="http://schemas.microsoft.com/office/drawing/2014/main" id="{4744584B-D136-48E3-9890-2A81B6F550BB}"/>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314045077" name="Rectangle: Rounded Corners 557756631">
            <a:extLst xmlns:a="http://schemas.openxmlformats.org/drawingml/2006/main">
              <a:ext uri="{FF2B5EF4-FFF2-40B4-BE49-F238E27FC236}">
                <a16:creationId xmlns:a16="http://schemas.microsoft.com/office/drawing/2014/main" id="{EED658D0-7493-4C18-B020-31E7419E14F1}"/>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1414626" name="Rectangle: Rounded Corners 421477788">
            <a:extLst xmlns:a="http://schemas.openxmlformats.org/drawingml/2006/main">
              <a:ext uri="{FF2B5EF4-FFF2-40B4-BE49-F238E27FC236}">
                <a16:creationId xmlns:a16="http://schemas.microsoft.com/office/drawing/2014/main" id="{1A3BB659-61B0-4B39-AB11-2080DCC81472}"/>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034748" name="Rectangle: Rounded Corners 358930618">
            <a:extLst xmlns:a="http://schemas.openxmlformats.org/drawingml/2006/main">
              <a:ext uri="{FF2B5EF4-FFF2-40B4-BE49-F238E27FC236}">
                <a16:creationId xmlns:a16="http://schemas.microsoft.com/office/drawing/2014/main" id="{F3EDF949-AC9F-4FEA-B751-3FFE4D1FB31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3377152" name="Rectangle: Rounded Corners 92675593">
            <a:extLst xmlns:a="http://schemas.openxmlformats.org/drawingml/2006/main">
              <a:ext uri="{FF2B5EF4-FFF2-40B4-BE49-F238E27FC236}">
                <a16:creationId xmlns:a16="http://schemas.microsoft.com/office/drawing/2014/main" id="{8C1ADA34-C070-4100-9A72-80F41544BF98}"/>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0242042" name="Rectangle: Rounded Corners 1199041677">
            <a:extLst xmlns:a="http://schemas.openxmlformats.org/drawingml/2006/main">
              <a:ext uri="{FF2B5EF4-FFF2-40B4-BE49-F238E27FC236}">
                <a16:creationId xmlns:a16="http://schemas.microsoft.com/office/drawing/2014/main" id="{B6F408A8-8C39-43AB-953C-27626954A220}"/>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281947" name="Rectangle 35073005">
            <a:extLst xmlns:a="http://schemas.openxmlformats.org/drawingml/2006/main">
              <a:ext uri="{FF2B5EF4-FFF2-40B4-BE49-F238E27FC236}">
                <a16:creationId xmlns:a16="http://schemas.microsoft.com/office/drawing/2014/main" id="{D4913615-BDB9-40EA-8339-DD86E759126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61</a:t>
            </a:r>
          </a:p>
        </p:txBody>
      </p:sp>
    </p:spTree>
    <p:extLst>
      <p:ext uri="{BB962C8B-B14F-4D97-AF65-F5344CB8AC3E}">
        <p14:creationId xmlns:p14="http://schemas.microsoft.com/office/powerpoint/2010/main" val="1267257165"/>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8062534" name="Rectangle 642368024">
            <a:extLst xmlns:a="http://schemas.openxmlformats.org/drawingml/2006/main">
              <a:ext uri="{FF2B5EF4-FFF2-40B4-BE49-F238E27FC236}">
                <a16:creationId xmlns:a16="http://schemas.microsoft.com/office/drawing/2014/main" id="{3EC48F03-A58A-4891-B6EA-86A837D690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46679237" name="Rectangle 1340580572">
            <a:extLst xmlns:a="http://schemas.openxmlformats.org/drawingml/2006/main">
              <a:ext uri="{FF2B5EF4-FFF2-40B4-BE49-F238E27FC236}">
                <a16:creationId xmlns:a16="http://schemas.microsoft.com/office/drawing/2014/main" id="{825BED75-A4A5-4258-9FCB-B6B5EF0312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803909458" name="Rectangle: Rounded Corners 1167098246">
            <a:extLst xmlns:a="http://schemas.openxmlformats.org/drawingml/2006/main">
              <a:ext uri="{FF2B5EF4-FFF2-40B4-BE49-F238E27FC236}">
                <a16:creationId xmlns:a16="http://schemas.microsoft.com/office/drawing/2014/main" id="{88696855-1A94-4B49-A3F0-E118FBE5A8B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005589" name="Rectangle: Rounded Corners 391850247">
            <a:extLst xmlns:a="http://schemas.openxmlformats.org/drawingml/2006/main">
              <a:ext uri="{FF2B5EF4-FFF2-40B4-BE49-F238E27FC236}">
                <a16:creationId xmlns:a16="http://schemas.microsoft.com/office/drawing/2014/main" id="{92D0B47A-84DF-4A4E-8083-05581CD5D57D}"/>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7232323" name="Rectangle 558602476">
            <a:extLst xmlns:a="http://schemas.openxmlformats.org/drawingml/2006/main">
              <a:ext uri="{FF2B5EF4-FFF2-40B4-BE49-F238E27FC236}">
                <a16:creationId xmlns:a16="http://schemas.microsoft.com/office/drawing/2014/main" id="{BFB90F7B-6195-43DF-9736-95E9868406C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526679024" name="Rectangle 908481340">
            <a:extLst xmlns:a="http://schemas.openxmlformats.org/drawingml/2006/main">
              <a:ext uri="{FF2B5EF4-FFF2-40B4-BE49-F238E27FC236}">
                <a16:creationId xmlns:a16="http://schemas.microsoft.com/office/drawing/2014/main" id="{7BD15C4F-8107-4002-BE9E-BFB264C6FBC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484655780" name="Rectangle 803342785">
            <a:extLst xmlns:a="http://schemas.openxmlformats.org/drawingml/2006/main">
              <a:ext uri="{FF2B5EF4-FFF2-40B4-BE49-F238E27FC236}">
                <a16:creationId xmlns:a16="http://schemas.microsoft.com/office/drawing/2014/main" id="{6F7D555D-3ACC-428E-B68B-7B16A8661814}"/>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2091289709" name="Rectangle: Rounded Corners 1990101030">
            <a:extLst xmlns:a="http://schemas.openxmlformats.org/drawingml/2006/main">
              <a:ext uri="{FF2B5EF4-FFF2-40B4-BE49-F238E27FC236}">
                <a16:creationId xmlns:a16="http://schemas.microsoft.com/office/drawing/2014/main" id="{B5F2408C-6DBF-47BA-830C-4D5AE6470CE5}"/>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579217" name="Rectangle 1511392786">
            <a:extLst xmlns:a="http://schemas.openxmlformats.org/drawingml/2006/main">
              <a:ext uri="{FF2B5EF4-FFF2-40B4-BE49-F238E27FC236}">
                <a16:creationId xmlns:a16="http://schemas.microsoft.com/office/drawing/2014/main" id="{E3F5F9EE-D4EF-45A6-A9D0-18D775A4F7B6}"/>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141856937" name="Rectangle: Rounded Corners 768585734">
            <a:extLst xmlns:a="http://schemas.openxmlformats.org/drawingml/2006/main">
              <a:ext uri="{FF2B5EF4-FFF2-40B4-BE49-F238E27FC236}">
                <a16:creationId xmlns:a16="http://schemas.microsoft.com/office/drawing/2014/main" id="{CE862FEA-4C34-4EC4-82F6-825E10410F4E}"/>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00539" name="Rectangle 734996419">
            <a:extLst xmlns:a="http://schemas.openxmlformats.org/drawingml/2006/main">
              <a:ext uri="{FF2B5EF4-FFF2-40B4-BE49-F238E27FC236}">
                <a16:creationId xmlns:a16="http://schemas.microsoft.com/office/drawing/2014/main" id="{85E75719-E478-48C0-9F60-A252C8CA92E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5024461" name="Rectangle: Rounded Corners 904396018">
            <a:extLst xmlns:a="http://schemas.openxmlformats.org/drawingml/2006/main">
              <a:ext uri="{FF2B5EF4-FFF2-40B4-BE49-F238E27FC236}">
                <a16:creationId xmlns:a16="http://schemas.microsoft.com/office/drawing/2014/main" id="{FDE32E7E-978A-4390-AA3E-1D7264DD3AB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6738716" name="Rectangle 1723400869">
            <a:extLst xmlns:a="http://schemas.openxmlformats.org/drawingml/2006/main">
              <a:ext uri="{FF2B5EF4-FFF2-40B4-BE49-F238E27FC236}">
                <a16:creationId xmlns:a16="http://schemas.microsoft.com/office/drawing/2014/main" id="{87E390D3-8E0A-4E06-B50F-6AAEED035D81}"/>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430132491" name="Rectangle: Rounded Corners 1904735606">
            <a:extLst xmlns:a="http://schemas.openxmlformats.org/drawingml/2006/main">
              <a:ext uri="{FF2B5EF4-FFF2-40B4-BE49-F238E27FC236}">
                <a16:creationId xmlns:a16="http://schemas.microsoft.com/office/drawing/2014/main" id="{8AAE5DEA-DAB8-465C-B418-D2BBC34B2677}"/>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1467880" name="Rectangle 1977779495">
            <a:extLst xmlns:a="http://schemas.openxmlformats.org/drawingml/2006/main">
              <a:ext uri="{FF2B5EF4-FFF2-40B4-BE49-F238E27FC236}">
                <a16:creationId xmlns:a16="http://schemas.microsoft.com/office/drawing/2014/main" id="{FE7AFAD9-E8A1-438D-AF7A-D80F0649BE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793254516" name="Rectangle: Rounded Corners 758909754">
            <a:extLst xmlns:a="http://schemas.openxmlformats.org/drawingml/2006/main">
              <a:ext uri="{FF2B5EF4-FFF2-40B4-BE49-F238E27FC236}">
                <a16:creationId xmlns:a16="http://schemas.microsoft.com/office/drawing/2014/main" id="{14B2A96B-1F7E-4E35-9D25-F2BBF7A0E69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6528261" name="Rectangle 1103671468">
            <a:extLst xmlns:a="http://schemas.openxmlformats.org/drawingml/2006/main">
              <a:ext uri="{FF2B5EF4-FFF2-40B4-BE49-F238E27FC236}">
                <a16:creationId xmlns:a16="http://schemas.microsoft.com/office/drawing/2014/main" id="{FB2CA481-704F-4D2C-9046-B4F76A56198C}"/>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83998729" name="Rectangle: Rounded Corners 1109785804">
            <a:extLst xmlns:a="http://schemas.openxmlformats.org/drawingml/2006/main">
              <a:ext uri="{FF2B5EF4-FFF2-40B4-BE49-F238E27FC236}">
                <a16:creationId xmlns:a16="http://schemas.microsoft.com/office/drawing/2014/main" id="{1157D444-DE81-4F54-A7B0-D635C0B97CB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1713947" name="Rectangle 87535763">
            <a:extLst xmlns:a="http://schemas.openxmlformats.org/drawingml/2006/main">
              <a:ext uri="{FF2B5EF4-FFF2-40B4-BE49-F238E27FC236}">
                <a16:creationId xmlns:a16="http://schemas.microsoft.com/office/drawing/2014/main" id="{20CF8427-9F77-4BD8-B5BA-67241816E96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5867240" name="Rectangle: Rounded Corners 395524451">
            <a:extLst xmlns:a="http://schemas.openxmlformats.org/drawingml/2006/main">
              <a:ext uri="{FF2B5EF4-FFF2-40B4-BE49-F238E27FC236}">
                <a16:creationId xmlns:a16="http://schemas.microsoft.com/office/drawing/2014/main" id="{DC220774-A48E-42B9-8355-B906023B4EBC}"/>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9449820" name="Rectangle 752117888">
            <a:extLst xmlns:a="http://schemas.openxmlformats.org/drawingml/2006/main">
              <a:ext uri="{FF2B5EF4-FFF2-40B4-BE49-F238E27FC236}">
                <a16:creationId xmlns:a16="http://schemas.microsoft.com/office/drawing/2014/main" id="{55CBD744-53B3-4B92-A286-BFFF328FA51F}"/>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2590489" name="Rectangle: Rounded Corners 1187034514">
            <a:extLst xmlns:a="http://schemas.openxmlformats.org/drawingml/2006/main">
              <a:ext uri="{FF2B5EF4-FFF2-40B4-BE49-F238E27FC236}">
                <a16:creationId xmlns:a16="http://schemas.microsoft.com/office/drawing/2014/main" id="{E487442B-2CC5-4584-AEBC-47345D31BA50}"/>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8173556" name="Rectangle 1239831952">
            <a:extLst xmlns:a="http://schemas.openxmlformats.org/drawingml/2006/main">
              <a:ext uri="{FF2B5EF4-FFF2-40B4-BE49-F238E27FC236}">
                <a16:creationId xmlns:a16="http://schemas.microsoft.com/office/drawing/2014/main" id="{88BF8000-059D-4506-9739-FCC9AB62F29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33603914" name="Rectangle: Rounded Corners 1990686703">
            <a:extLst xmlns:a="http://schemas.openxmlformats.org/drawingml/2006/main">
              <a:ext uri="{FF2B5EF4-FFF2-40B4-BE49-F238E27FC236}">
                <a16:creationId xmlns:a16="http://schemas.microsoft.com/office/drawing/2014/main" id="{D3605C52-B97B-42DF-8C42-C194B5E291A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6900651" name="Rectangle 790741738">
            <a:extLst xmlns:a="http://schemas.openxmlformats.org/drawingml/2006/main">
              <a:ext uri="{FF2B5EF4-FFF2-40B4-BE49-F238E27FC236}">
                <a16:creationId xmlns:a16="http://schemas.microsoft.com/office/drawing/2014/main" id="{5B0A6B74-36C7-4392-BE76-4AB2AFBD440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131280275" name="Rectangle 1344716697">
            <a:extLst xmlns:a="http://schemas.openxmlformats.org/drawingml/2006/main">
              <a:ext uri="{FF2B5EF4-FFF2-40B4-BE49-F238E27FC236}">
                <a16:creationId xmlns:a16="http://schemas.microsoft.com/office/drawing/2014/main" id="{13903771-9A62-4340-AF79-B10FF1BB9D84}"/>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1454104905" name="Rectangle: Rounded Corners 505587208">
            <a:extLst xmlns:a="http://schemas.openxmlformats.org/drawingml/2006/main">
              <a:ext uri="{FF2B5EF4-FFF2-40B4-BE49-F238E27FC236}">
                <a16:creationId xmlns:a16="http://schemas.microsoft.com/office/drawing/2014/main" id="{49CCC979-33FA-431E-9F50-45510DF16A43}"/>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9525285" name="Rectangle 1817540189">
            <a:extLst xmlns:a="http://schemas.openxmlformats.org/drawingml/2006/main">
              <a:ext uri="{FF2B5EF4-FFF2-40B4-BE49-F238E27FC236}">
                <a16:creationId xmlns:a16="http://schemas.microsoft.com/office/drawing/2014/main" id="{85D53342-2647-42B6-8F4A-89342F9B0BF5}"/>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20281711" name="Rectangle: Rounded Corners 1412774459">
            <a:extLst xmlns:a="http://schemas.openxmlformats.org/drawingml/2006/main">
              <a:ext uri="{FF2B5EF4-FFF2-40B4-BE49-F238E27FC236}">
                <a16:creationId xmlns:a16="http://schemas.microsoft.com/office/drawing/2014/main" id="{7F46CB7F-5EA5-488D-A35A-88394F409372}"/>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65938" name="Rectangle 842999192">
            <a:extLst xmlns:a="http://schemas.openxmlformats.org/drawingml/2006/main">
              <a:ext uri="{FF2B5EF4-FFF2-40B4-BE49-F238E27FC236}">
                <a16:creationId xmlns:a16="http://schemas.microsoft.com/office/drawing/2014/main" id="{3624F40D-DC84-42D9-92A2-F1EC161BB93F}"/>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019530381" name="Rectangle: Rounded Corners 1720875966">
            <a:extLst xmlns:a="http://schemas.openxmlformats.org/drawingml/2006/main">
              <a:ext uri="{FF2B5EF4-FFF2-40B4-BE49-F238E27FC236}">
                <a16:creationId xmlns:a16="http://schemas.microsoft.com/office/drawing/2014/main" id="{ED554C61-60B5-4C2A-A336-AD929DD78911}"/>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6133862" name="Rectangle 66502239">
            <a:extLst xmlns:a="http://schemas.openxmlformats.org/drawingml/2006/main">
              <a:ext uri="{FF2B5EF4-FFF2-40B4-BE49-F238E27FC236}">
                <a16:creationId xmlns:a16="http://schemas.microsoft.com/office/drawing/2014/main" id="{059B5263-9423-49F6-8406-0469F57720A5}"/>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532473035" name="Rectangle: Rounded Corners 2118371450">
            <a:extLst xmlns:a="http://schemas.openxmlformats.org/drawingml/2006/main">
              <a:ext uri="{FF2B5EF4-FFF2-40B4-BE49-F238E27FC236}">
                <a16:creationId xmlns:a16="http://schemas.microsoft.com/office/drawing/2014/main" id="{80C5331A-FDD7-4114-AAF8-90F6ED08D8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392815" name="Rectangle 1265886563">
            <a:extLst xmlns:a="http://schemas.openxmlformats.org/drawingml/2006/main">
              <a:ext uri="{FF2B5EF4-FFF2-40B4-BE49-F238E27FC236}">
                <a16:creationId xmlns:a16="http://schemas.microsoft.com/office/drawing/2014/main" id="{ABD8CEEB-80A1-4450-83F4-5A91A23A2DE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908925085" name="Rectangle: Rounded Corners 2042608732">
            <a:extLst xmlns:a="http://schemas.openxmlformats.org/drawingml/2006/main">
              <a:ext uri="{FF2B5EF4-FFF2-40B4-BE49-F238E27FC236}">
                <a16:creationId xmlns:a16="http://schemas.microsoft.com/office/drawing/2014/main" id="{BC6651E7-6823-499B-AF20-5434D2D3A740}"/>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648885" name="Rectangle 661207096">
            <a:extLst xmlns:a="http://schemas.openxmlformats.org/drawingml/2006/main">
              <a:ext uri="{FF2B5EF4-FFF2-40B4-BE49-F238E27FC236}">
                <a16:creationId xmlns:a16="http://schemas.microsoft.com/office/drawing/2014/main" id="{7A6A9FFD-55DE-4A0E-BF67-703B26F11BEB}"/>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762895340" name="Rectangle: Rounded Corners 1098391783">
            <a:extLst xmlns:a="http://schemas.openxmlformats.org/drawingml/2006/main">
              <a:ext uri="{FF2B5EF4-FFF2-40B4-BE49-F238E27FC236}">
                <a16:creationId xmlns:a16="http://schemas.microsoft.com/office/drawing/2014/main" id="{0FDB6023-FC67-412F-9574-D704D13BC86D}"/>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73291" name="Rectangle 1867510340">
            <a:extLst xmlns:a="http://schemas.openxmlformats.org/drawingml/2006/main">
              <a:ext uri="{FF2B5EF4-FFF2-40B4-BE49-F238E27FC236}">
                <a16:creationId xmlns:a16="http://schemas.microsoft.com/office/drawing/2014/main" id="{239A327C-DE19-4C1C-9706-D08810EEBC85}"/>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154153935" name="Rectangle 610821016">
            <a:extLst xmlns:a="http://schemas.openxmlformats.org/drawingml/2006/main">
              <a:ext uri="{FF2B5EF4-FFF2-40B4-BE49-F238E27FC236}">
                <a16:creationId xmlns:a16="http://schemas.microsoft.com/office/drawing/2014/main" id="{DFD20CA6-8593-4F90-B281-0F6FEE8BA733}"/>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750690368" name="Rectangle: Rounded Corners 1846748793">
            <a:extLst xmlns:a="http://schemas.openxmlformats.org/drawingml/2006/main">
              <a:ext uri="{FF2B5EF4-FFF2-40B4-BE49-F238E27FC236}">
                <a16:creationId xmlns:a16="http://schemas.microsoft.com/office/drawing/2014/main" id="{6242CBD4-10D1-4B81-A112-C2683AE355A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764957722" name="Rectangle 569626175">
            <a:extLst xmlns:a="http://schemas.openxmlformats.org/drawingml/2006/main">
              <a:ext uri="{FF2B5EF4-FFF2-40B4-BE49-F238E27FC236}">
                <a16:creationId xmlns:a16="http://schemas.microsoft.com/office/drawing/2014/main" id="{96885094-A6EF-431F-A41C-8143AECE4245}"/>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16757779" name="Rectangle: Rounded Corners 43298065">
            <a:extLst xmlns:a="http://schemas.openxmlformats.org/drawingml/2006/main">
              <a:ext uri="{FF2B5EF4-FFF2-40B4-BE49-F238E27FC236}">
                <a16:creationId xmlns:a16="http://schemas.microsoft.com/office/drawing/2014/main" id="{4C52B284-838D-4399-9F93-308BB2379B31}"/>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991859771" name="Rectangle 114239354">
            <a:extLst xmlns:a="http://schemas.openxmlformats.org/drawingml/2006/main">
              <a:ext uri="{FF2B5EF4-FFF2-40B4-BE49-F238E27FC236}">
                <a16:creationId xmlns:a16="http://schemas.microsoft.com/office/drawing/2014/main" id="{293DD3D8-50F9-44BF-A8CE-6089EAE5A827}"/>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706243773" name="Rectangle: Rounded Corners 1589723464">
            <a:extLst xmlns:a="http://schemas.openxmlformats.org/drawingml/2006/main">
              <a:ext uri="{FF2B5EF4-FFF2-40B4-BE49-F238E27FC236}">
                <a16:creationId xmlns:a16="http://schemas.microsoft.com/office/drawing/2014/main" id="{4C450FFD-49DF-454F-B299-AC8F87BA95B0}"/>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742347236" name="Rectangle 127230098">
            <a:extLst xmlns:a="http://schemas.openxmlformats.org/drawingml/2006/main">
              <a:ext uri="{FF2B5EF4-FFF2-40B4-BE49-F238E27FC236}">
                <a16:creationId xmlns:a16="http://schemas.microsoft.com/office/drawing/2014/main" id="{45FED815-9133-429D-8677-F92CACF6E592}"/>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825973397" name="Rectangle 760303360">
            <a:extLst xmlns:a="http://schemas.openxmlformats.org/drawingml/2006/main">
              <a:ext uri="{FF2B5EF4-FFF2-40B4-BE49-F238E27FC236}">
                <a16:creationId xmlns:a16="http://schemas.microsoft.com/office/drawing/2014/main" id="{7641520E-CC06-4398-AAA3-F9AC11C340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62</a:t>
            </a:r>
          </a:p>
        </p:txBody>
      </p:sp>
      <p:pic>
        <p:nvPicPr>
          <p:cNvPr id="2141856985"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0d23086d35c0451d">
            <a:extLst>
              <a:ext uri="{96DAC541-7B7A-43D3-8B79-37D633B846F1}">
                <asvg:svgBlip xmlns:asvg="http://schemas.microsoft.com/office/drawing/2016/SVG/main" r:embed="Ra8b4505353b543f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34770432"/>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5603355" name="Rectangle 1109576543">
            <a:extLst xmlns:a="http://schemas.openxmlformats.org/drawingml/2006/main">
              <a:ext uri="{FF2B5EF4-FFF2-40B4-BE49-F238E27FC236}">
                <a16:creationId xmlns:a16="http://schemas.microsoft.com/office/drawing/2014/main" id="{E336249C-59A0-4318-9A90-353B31DBE3E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757493673" name="Rectangle 165357682">
            <a:extLst xmlns:a="http://schemas.openxmlformats.org/drawingml/2006/main">
              <a:ext uri="{FF2B5EF4-FFF2-40B4-BE49-F238E27FC236}">
                <a16:creationId xmlns:a16="http://schemas.microsoft.com/office/drawing/2014/main" id="{8F486B29-13C7-4E90-8F46-11C46F5A189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253554711" name="Rectangle: Rounded Corners 1373434995">
            <a:extLst xmlns:a="http://schemas.openxmlformats.org/drawingml/2006/main">
              <a:ext uri="{FF2B5EF4-FFF2-40B4-BE49-F238E27FC236}">
                <a16:creationId xmlns:a16="http://schemas.microsoft.com/office/drawing/2014/main" id="{531E9AC5-A132-4CA6-89DD-3A3183651C8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841621" name="Straight Connector 247695513">
            <a:extLst xmlns:a="http://schemas.openxmlformats.org/drawingml/2006/main">
              <a:ext uri="{FF2B5EF4-FFF2-40B4-BE49-F238E27FC236}">
                <a16:creationId xmlns:a16="http://schemas.microsoft.com/office/drawing/2014/main" id="{BE5C36CE-188B-4E74-8150-63C7DC9459E8}"/>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6576049" name="Oval 628746849">
            <a:extLst xmlns:a="http://schemas.openxmlformats.org/drawingml/2006/main">
              <a:ext uri="{FF2B5EF4-FFF2-40B4-BE49-F238E27FC236}">
                <a16:creationId xmlns:a16="http://schemas.microsoft.com/office/drawing/2014/main" id="{E228C583-BD57-41C1-8078-2C2CD6E35C5F}"/>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38145411" name="Rectangle 1898660202">
            <a:extLst xmlns:a="http://schemas.openxmlformats.org/drawingml/2006/main">
              <a:ext uri="{FF2B5EF4-FFF2-40B4-BE49-F238E27FC236}">
                <a16:creationId xmlns:a16="http://schemas.microsoft.com/office/drawing/2014/main" id="{DE16A02D-E7EC-4F85-B88C-980B0F32A34E}"/>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647365568" name="Oval 901053968">
            <a:extLst xmlns:a="http://schemas.openxmlformats.org/drawingml/2006/main">
              <a:ext uri="{FF2B5EF4-FFF2-40B4-BE49-F238E27FC236}">
                <a16:creationId xmlns:a16="http://schemas.microsoft.com/office/drawing/2014/main" id="{091572E8-EF16-4D54-80A1-5D14C3A5A8A0}"/>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866115283" name="Rectangle 2049675483">
            <a:extLst xmlns:a="http://schemas.openxmlformats.org/drawingml/2006/main">
              <a:ext uri="{FF2B5EF4-FFF2-40B4-BE49-F238E27FC236}">
                <a16:creationId xmlns:a16="http://schemas.microsoft.com/office/drawing/2014/main" id="{BE96D1BA-289F-4757-950B-2987D4DA9B2B}"/>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836212044" name="Oval 80204406">
            <a:extLst xmlns:a="http://schemas.openxmlformats.org/drawingml/2006/main">
              <a:ext uri="{FF2B5EF4-FFF2-40B4-BE49-F238E27FC236}">
                <a16:creationId xmlns:a16="http://schemas.microsoft.com/office/drawing/2014/main" id="{0145F381-238E-45B3-8A5C-3644CD7848CE}"/>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664173926" name="Rectangle 1419699716">
            <a:extLst xmlns:a="http://schemas.openxmlformats.org/drawingml/2006/main">
              <a:ext uri="{FF2B5EF4-FFF2-40B4-BE49-F238E27FC236}">
                <a16:creationId xmlns:a16="http://schemas.microsoft.com/office/drawing/2014/main" id="{C5A2163F-B151-4A70-BFBE-1382A07B507B}"/>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92608654" name="Oval 1824188964">
            <a:extLst xmlns:a="http://schemas.openxmlformats.org/drawingml/2006/main">
              <a:ext uri="{FF2B5EF4-FFF2-40B4-BE49-F238E27FC236}">
                <a16:creationId xmlns:a16="http://schemas.microsoft.com/office/drawing/2014/main" id="{A82612CD-495E-4003-9B46-BE1CD8C58DA0}"/>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23658904" name="Rectangle 1161191516">
            <a:extLst xmlns:a="http://schemas.openxmlformats.org/drawingml/2006/main">
              <a:ext uri="{FF2B5EF4-FFF2-40B4-BE49-F238E27FC236}">
                <a16:creationId xmlns:a16="http://schemas.microsoft.com/office/drawing/2014/main" id="{D246E9EF-6FB0-4409-9BB4-C379799082E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1273718747" name="Oval 506955708">
            <a:extLst xmlns:a="http://schemas.openxmlformats.org/drawingml/2006/main">
              <a:ext uri="{FF2B5EF4-FFF2-40B4-BE49-F238E27FC236}">
                <a16:creationId xmlns:a16="http://schemas.microsoft.com/office/drawing/2014/main" id="{3CD99222-400E-493C-A5F8-7C910398AC88}"/>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65604062" name="Rectangle 1606354811">
            <a:extLst xmlns:a="http://schemas.openxmlformats.org/drawingml/2006/main">
              <a:ext uri="{FF2B5EF4-FFF2-40B4-BE49-F238E27FC236}">
                <a16:creationId xmlns:a16="http://schemas.microsoft.com/office/drawing/2014/main" id="{FBD4443A-8BCA-47EB-9EA1-AA63685A3B90}"/>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87529920" name="Oval 759270822">
            <a:extLst xmlns:a="http://schemas.openxmlformats.org/drawingml/2006/main">
              <a:ext uri="{FF2B5EF4-FFF2-40B4-BE49-F238E27FC236}">
                <a16:creationId xmlns:a16="http://schemas.microsoft.com/office/drawing/2014/main" id="{9B5D7293-AB68-40FB-BE87-BF1D917306BD}"/>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94489360" name="Rectangle 2044500735">
            <a:extLst xmlns:a="http://schemas.openxmlformats.org/drawingml/2006/main">
              <a:ext uri="{FF2B5EF4-FFF2-40B4-BE49-F238E27FC236}">
                <a16:creationId xmlns:a16="http://schemas.microsoft.com/office/drawing/2014/main" id="{9410F8CC-F3B0-461E-9B2D-B61EC8D3E73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2015250742" name="Rectangle 421878984">
            <a:extLst xmlns:a="http://schemas.openxmlformats.org/drawingml/2006/main">
              <a:ext uri="{FF2B5EF4-FFF2-40B4-BE49-F238E27FC236}">
                <a16:creationId xmlns:a16="http://schemas.microsoft.com/office/drawing/2014/main" id="{C76E2AA3-5F4B-4FF4-8B02-75286EAA3674}"/>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678647046" name="Rectangle 865122751">
            <a:extLst xmlns:a="http://schemas.openxmlformats.org/drawingml/2006/main">
              <a:ext uri="{FF2B5EF4-FFF2-40B4-BE49-F238E27FC236}">
                <a16:creationId xmlns:a16="http://schemas.microsoft.com/office/drawing/2014/main" id="{BCBF570B-5112-492D-8774-116162A591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63</a:t>
            </a:r>
          </a:p>
        </p:txBody>
      </p:sp>
    </p:spTree>
    <p:extLst>
      <p:ext uri="{BB962C8B-B14F-4D97-AF65-F5344CB8AC3E}">
        <p14:creationId xmlns:p14="http://schemas.microsoft.com/office/powerpoint/2010/main" val="146018325"/>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8628905" name="Rectangle 720144411">
            <a:extLst xmlns:a="http://schemas.openxmlformats.org/drawingml/2006/main">
              <a:ext uri="{FF2B5EF4-FFF2-40B4-BE49-F238E27FC236}">
                <a16:creationId xmlns:a16="http://schemas.microsoft.com/office/drawing/2014/main" id="{8A2FE0E2-4AE2-47B6-A4EB-099A31C6E3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33022780" name="Rectangle 1225833152">
            <a:extLst xmlns:a="http://schemas.openxmlformats.org/drawingml/2006/main">
              <a:ext uri="{FF2B5EF4-FFF2-40B4-BE49-F238E27FC236}">
                <a16:creationId xmlns:a16="http://schemas.microsoft.com/office/drawing/2014/main" id="{99DDE6C9-BC60-4AA2-BCAD-C5AE3D89EF7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82492937" name="Rectangle: Rounded Corners 259784900">
            <a:extLst xmlns:a="http://schemas.openxmlformats.org/drawingml/2006/main">
              <a:ext uri="{FF2B5EF4-FFF2-40B4-BE49-F238E27FC236}">
                <a16:creationId xmlns:a16="http://schemas.microsoft.com/office/drawing/2014/main" id="{2F332E85-80A6-45C9-8759-96FD17B4666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695767" name="Rectangle: Rounded Corners 590363604">
            <a:extLst xmlns:a="http://schemas.openxmlformats.org/drawingml/2006/main">
              <a:ext uri="{FF2B5EF4-FFF2-40B4-BE49-F238E27FC236}">
                <a16:creationId xmlns:a16="http://schemas.microsoft.com/office/drawing/2014/main" id="{57CF96F7-259E-4C3F-870B-F764DA3738A7}"/>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24917514" name="Rectangle: Rounded Corners 646256513">
            <a:extLst xmlns:a="http://schemas.openxmlformats.org/drawingml/2006/main">
              <a:ext uri="{FF2B5EF4-FFF2-40B4-BE49-F238E27FC236}">
                <a16:creationId xmlns:a16="http://schemas.microsoft.com/office/drawing/2014/main" id="{DBC70356-E50C-4CB9-B60F-97AF89F86669}"/>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055554835" name="Rectangle: Rounded Corners 904291872">
            <a:extLst xmlns:a="http://schemas.openxmlformats.org/drawingml/2006/main">
              <a:ext uri="{FF2B5EF4-FFF2-40B4-BE49-F238E27FC236}">
                <a16:creationId xmlns:a16="http://schemas.microsoft.com/office/drawing/2014/main" id="{CF20778A-E6FC-444D-B4C8-6CC20C68C81D}"/>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506023918" name="Rectangle: Rounded Corners 1609756684">
            <a:extLst xmlns:a="http://schemas.openxmlformats.org/drawingml/2006/main">
              <a:ext uri="{FF2B5EF4-FFF2-40B4-BE49-F238E27FC236}">
                <a16:creationId xmlns:a16="http://schemas.microsoft.com/office/drawing/2014/main" id="{5313B93E-6608-45D8-AB73-3BEF17750A4E}"/>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958911216" name="Rectangle: Rounded Corners 855592258">
            <a:extLst xmlns:a="http://schemas.openxmlformats.org/drawingml/2006/main">
              <a:ext uri="{FF2B5EF4-FFF2-40B4-BE49-F238E27FC236}">
                <a16:creationId xmlns:a16="http://schemas.microsoft.com/office/drawing/2014/main" id="{AE27B488-BE79-45D7-A8DF-9053B04830B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883892445" name="Straight Connector 607889825">
            <a:extLst xmlns:a="http://schemas.openxmlformats.org/drawingml/2006/main">
              <a:ext uri="{FF2B5EF4-FFF2-40B4-BE49-F238E27FC236}">
                <a16:creationId xmlns:a16="http://schemas.microsoft.com/office/drawing/2014/main" id="{8B4F6E7C-49BA-471C-888A-9C52799BEE71}"/>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89529" name="Rectangle 1601584250">
            <a:extLst xmlns:a="http://schemas.openxmlformats.org/drawingml/2006/main">
              <a:ext uri="{FF2B5EF4-FFF2-40B4-BE49-F238E27FC236}">
                <a16:creationId xmlns:a16="http://schemas.microsoft.com/office/drawing/2014/main" id="{CCAC89E4-A327-448F-8D5A-7ADADF4D30A6}"/>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462553208" name="Rectangle 734795484">
            <a:extLst xmlns:a="http://schemas.openxmlformats.org/drawingml/2006/main">
              <a:ext uri="{FF2B5EF4-FFF2-40B4-BE49-F238E27FC236}">
                <a16:creationId xmlns:a16="http://schemas.microsoft.com/office/drawing/2014/main" id="{1E572C28-723C-4E2B-BF62-5DAC6D968D37}"/>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717215729" name="Rectangle 28239208">
            <a:extLst xmlns:a="http://schemas.openxmlformats.org/drawingml/2006/main">
              <a:ext uri="{FF2B5EF4-FFF2-40B4-BE49-F238E27FC236}">
                <a16:creationId xmlns:a16="http://schemas.microsoft.com/office/drawing/2014/main" id="{07069B68-704A-4853-BBAB-D2DADCEFF4E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69629509" name="Rectangle 1250386903">
            <a:extLst xmlns:a="http://schemas.openxmlformats.org/drawingml/2006/main">
              <a:ext uri="{FF2B5EF4-FFF2-40B4-BE49-F238E27FC236}">
                <a16:creationId xmlns:a16="http://schemas.microsoft.com/office/drawing/2014/main" id="{964BD242-ABF9-4AD7-8EA9-B037A0C23B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64</a:t>
            </a:r>
          </a:p>
        </p:txBody>
      </p:sp>
    </p:spTree>
    <p:extLst>
      <p:ext uri="{BB962C8B-B14F-4D97-AF65-F5344CB8AC3E}">
        <p14:creationId xmlns:p14="http://schemas.microsoft.com/office/powerpoint/2010/main" val="103121038"/>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3908186" name="Rectangle 1667135521">
            <a:extLst xmlns:a="http://schemas.openxmlformats.org/drawingml/2006/main">
              <a:ext uri="{FF2B5EF4-FFF2-40B4-BE49-F238E27FC236}">
                <a16:creationId xmlns:a16="http://schemas.microsoft.com/office/drawing/2014/main" id="{AB375B56-A37A-4368-8581-B297C9AA468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203826240" name="Rectangle 753528189">
            <a:extLst xmlns:a="http://schemas.openxmlformats.org/drawingml/2006/main">
              <a:ext uri="{FF2B5EF4-FFF2-40B4-BE49-F238E27FC236}">
                <a16:creationId xmlns:a16="http://schemas.microsoft.com/office/drawing/2014/main" id="{F414C5A5-B077-4275-B99E-C11DDFE1381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609101527" name="Rectangle: Rounded Corners 870951437">
            <a:extLst xmlns:a="http://schemas.openxmlformats.org/drawingml/2006/main">
              <a:ext uri="{FF2B5EF4-FFF2-40B4-BE49-F238E27FC236}">
                <a16:creationId xmlns:a16="http://schemas.microsoft.com/office/drawing/2014/main" id="{A859D407-2FD9-4AFB-9552-CDB39D543E0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61226" name="Rectangle: Rounded Corners 1803074334">
            <a:extLst xmlns:a="http://schemas.openxmlformats.org/drawingml/2006/main">
              <a:ext uri="{FF2B5EF4-FFF2-40B4-BE49-F238E27FC236}">
                <a16:creationId xmlns:a16="http://schemas.microsoft.com/office/drawing/2014/main" id="{925C9F22-575B-44A5-AE19-9D629CC86B06}"/>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5770984" name="Arrow: Right 2018184415">
            <a:extLst xmlns:a="http://schemas.openxmlformats.org/drawingml/2006/main">
              <a:ext uri="{FF2B5EF4-FFF2-40B4-BE49-F238E27FC236}">
                <a16:creationId xmlns:a16="http://schemas.microsoft.com/office/drawing/2014/main" id="{018542C3-3697-4821-9A67-6EB21FF620B8}"/>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4866708" name="Rectangle: Rounded Corners 850855695">
            <a:extLst xmlns:a="http://schemas.openxmlformats.org/drawingml/2006/main">
              <a:ext uri="{FF2B5EF4-FFF2-40B4-BE49-F238E27FC236}">
                <a16:creationId xmlns:a16="http://schemas.microsoft.com/office/drawing/2014/main" id="{E48B46D3-5C3E-4A81-A9DD-9B175EF85D09}"/>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419718626" name="Arrow: Right 1111035308">
            <a:extLst xmlns:a="http://schemas.openxmlformats.org/drawingml/2006/main">
              <a:ext uri="{FF2B5EF4-FFF2-40B4-BE49-F238E27FC236}">
                <a16:creationId xmlns:a16="http://schemas.microsoft.com/office/drawing/2014/main" id="{BB3A139B-44D8-4C9B-8ACC-5D96F9B483AA}"/>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323360" name="Rectangle: Rounded Corners 360549355">
            <a:extLst xmlns:a="http://schemas.openxmlformats.org/drawingml/2006/main">
              <a:ext uri="{FF2B5EF4-FFF2-40B4-BE49-F238E27FC236}">
                <a16:creationId xmlns:a16="http://schemas.microsoft.com/office/drawing/2014/main" id="{78B5F105-F749-41F6-86DB-3C28E4A9C665}"/>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390760896" name="Arrow: Right 1294665978">
            <a:extLst xmlns:a="http://schemas.openxmlformats.org/drawingml/2006/main">
              <a:ext uri="{FF2B5EF4-FFF2-40B4-BE49-F238E27FC236}">
                <a16:creationId xmlns:a16="http://schemas.microsoft.com/office/drawing/2014/main" id="{A1365739-3F63-475F-BFEF-E69911E8BE26}"/>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918752" name="Rectangle: Rounded Corners 1581615348">
            <a:extLst xmlns:a="http://schemas.openxmlformats.org/drawingml/2006/main">
              <a:ext uri="{FF2B5EF4-FFF2-40B4-BE49-F238E27FC236}">
                <a16:creationId xmlns:a16="http://schemas.microsoft.com/office/drawing/2014/main" id="{2D0567C9-9C73-4A13-9495-953354EA3B5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437297143" name="Rectangle: Rounded Corners 143885393">
            <a:extLst xmlns:a="http://schemas.openxmlformats.org/drawingml/2006/main">
              <a:ext uri="{FF2B5EF4-FFF2-40B4-BE49-F238E27FC236}">
                <a16:creationId xmlns:a16="http://schemas.microsoft.com/office/drawing/2014/main" id="{F171569C-76E9-47A2-8973-C95FE3A7129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515089014" name="Rectangle 310012483">
            <a:extLst xmlns:a="http://schemas.openxmlformats.org/drawingml/2006/main">
              <a:ext uri="{FF2B5EF4-FFF2-40B4-BE49-F238E27FC236}">
                <a16:creationId xmlns:a16="http://schemas.microsoft.com/office/drawing/2014/main" id="{705E520D-109C-4F33-B5E8-A9EEC20FC812}"/>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528582546" name="Rectangle 131870986">
            <a:extLst xmlns:a="http://schemas.openxmlformats.org/drawingml/2006/main">
              <a:ext uri="{FF2B5EF4-FFF2-40B4-BE49-F238E27FC236}">
                <a16:creationId xmlns:a16="http://schemas.microsoft.com/office/drawing/2014/main" id="{8DCFC917-091C-4AA1-90D1-7D41AEF7474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65187266" name="Rectangle 2042090532">
            <a:extLst xmlns:a="http://schemas.openxmlformats.org/drawingml/2006/main">
              <a:ext uri="{FF2B5EF4-FFF2-40B4-BE49-F238E27FC236}">
                <a16:creationId xmlns:a16="http://schemas.microsoft.com/office/drawing/2014/main" id="{5504C689-2877-4283-BDB7-F4E930EEB77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65</a:t>
            </a:r>
          </a:p>
        </p:txBody>
      </p:sp>
    </p:spTree>
    <p:extLst>
      <p:ext uri="{BB962C8B-B14F-4D97-AF65-F5344CB8AC3E}">
        <p14:creationId xmlns:p14="http://schemas.microsoft.com/office/powerpoint/2010/main" val="179338504"/>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0038810" name="Rectangle 1747625471">
            <a:extLst xmlns:a="http://schemas.openxmlformats.org/drawingml/2006/main">
              <a:ext uri="{FF2B5EF4-FFF2-40B4-BE49-F238E27FC236}">
                <a16:creationId xmlns:a16="http://schemas.microsoft.com/office/drawing/2014/main" id="{70FFFC81-C683-497B-BAB2-E4C6F53E40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04306493" name="Rectangle 1692741899">
            <a:extLst xmlns:a="http://schemas.openxmlformats.org/drawingml/2006/main">
              <a:ext uri="{FF2B5EF4-FFF2-40B4-BE49-F238E27FC236}">
                <a16:creationId xmlns:a16="http://schemas.microsoft.com/office/drawing/2014/main" id="{D10D843D-5D18-45B4-8268-3754B6D0ABFF}"/>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345940870" name="Rectangle: Rounded Corners 258575892">
            <a:extLst xmlns:a="http://schemas.openxmlformats.org/drawingml/2006/main">
              <a:ext uri="{FF2B5EF4-FFF2-40B4-BE49-F238E27FC236}">
                <a16:creationId xmlns:a16="http://schemas.microsoft.com/office/drawing/2014/main" id="{C6521D01-FE0D-4CA6-A932-899BDBBA676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6026905" name="Rectangle: Rounded Corners 1069258196">
            <a:extLst xmlns:a="http://schemas.openxmlformats.org/drawingml/2006/main">
              <a:ext uri="{FF2B5EF4-FFF2-40B4-BE49-F238E27FC236}">
                <a16:creationId xmlns:a16="http://schemas.microsoft.com/office/drawing/2014/main" id="{B7A6ED6B-BED4-456F-A950-11F0C506B0E9}"/>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373115267" name="Rectangle: Rounded Corners 1837153769">
            <a:extLst xmlns:a="http://schemas.openxmlformats.org/drawingml/2006/main">
              <a:ext uri="{FF2B5EF4-FFF2-40B4-BE49-F238E27FC236}">
                <a16:creationId xmlns:a16="http://schemas.microsoft.com/office/drawing/2014/main" id="{69F96D7D-2180-44C4-9A58-739A72D71C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325123561" name="Rectangle: Rounded Corners 744058578">
            <a:extLst xmlns:a="http://schemas.openxmlformats.org/drawingml/2006/main">
              <a:ext uri="{FF2B5EF4-FFF2-40B4-BE49-F238E27FC236}">
                <a16:creationId xmlns:a16="http://schemas.microsoft.com/office/drawing/2014/main" id="{B2FF193F-A06F-48FE-AABC-E2E12D7D60F5}"/>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098428747" name="Rectangle 1294874812">
            <a:extLst xmlns:a="http://schemas.openxmlformats.org/drawingml/2006/main">
              <a:ext uri="{FF2B5EF4-FFF2-40B4-BE49-F238E27FC236}">
                <a16:creationId xmlns:a16="http://schemas.microsoft.com/office/drawing/2014/main" id="{F055644B-D5CF-4734-98C7-DB99BEA0527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832496994" name="Rectangle 1106276676">
            <a:extLst xmlns:a="http://schemas.openxmlformats.org/drawingml/2006/main">
              <a:ext uri="{FF2B5EF4-FFF2-40B4-BE49-F238E27FC236}">
                <a16:creationId xmlns:a16="http://schemas.microsoft.com/office/drawing/2014/main" id="{A7FD3D01-5A5C-4775-81D0-D5AA08202F4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582772547" name="Rectangle 1479918333">
            <a:extLst xmlns:a="http://schemas.openxmlformats.org/drawingml/2006/main">
              <a:ext uri="{FF2B5EF4-FFF2-40B4-BE49-F238E27FC236}">
                <a16:creationId xmlns:a16="http://schemas.microsoft.com/office/drawing/2014/main" id="{3BF62226-E562-4042-92C0-C1C4E28556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66</a:t>
            </a:r>
          </a:p>
        </p:txBody>
      </p:sp>
      <p:pic>
        <p:nvPicPr>
          <p:cNvPr id="1926026916"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66de93d1ec1e4e42"/>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285886267"/>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9347640" name="Rectangle 935271156">
            <a:extLst xmlns:a="http://schemas.openxmlformats.org/drawingml/2006/main">
              <a:ext uri="{FF2B5EF4-FFF2-40B4-BE49-F238E27FC236}">
                <a16:creationId xmlns:a16="http://schemas.microsoft.com/office/drawing/2014/main" id="{78794662-E3AC-488F-A903-9459188164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1479590747" name="Rectangle 251777344">
            <a:extLst xmlns:a="http://schemas.openxmlformats.org/drawingml/2006/main">
              <a:ext uri="{FF2B5EF4-FFF2-40B4-BE49-F238E27FC236}">
                <a16:creationId xmlns:a16="http://schemas.microsoft.com/office/drawing/2014/main" id="{424EC563-C1A0-4BB6-9DEF-AE02532D1A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046760875" name="Rectangle: Rounded Corners 1456392341">
            <a:extLst xmlns:a="http://schemas.openxmlformats.org/drawingml/2006/main">
              <a:ext uri="{FF2B5EF4-FFF2-40B4-BE49-F238E27FC236}">
                <a16:creationId xmlns:a16="http://schemas.microsoft.com/office/drawing/2014/main" id="{A27681B0-A4E8-4ADA-A781-95246021610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164335" name="Rectangle 1495975732">
            <a:extLst xmlns:a="http://schemas.openxmlformats.org/drawingml/2006/main">
              <a:ext uri="{FF2B5EF4-FFF2-40B4-BE49-F238E27FC236}">
                <a16:creationId xmlns:a16="http://schemas.microsoft.com/office/drawing/2014/main" id="{582772BE-C1CA-433B-BCB9-76B011818E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67</a:t>
            </a:r>
          </a:p>
        </p:txBody>
      </p:sp>
      <p:pic>
        <p:nvPicPr>
          <p:cNvPr id="196934764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5043a0916af146b6"/>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121468609" name="diffusion-forward-label">
            <a:extLst xmlns:a="http://schemas.openxmlformats.org/drawingml/2006/main">
              <a:ext uri="{FF2B5EF4-FFF2-40B4-BE49-F238E27FC236}">
                <a16:creationId xmlns:a16="http://schemas.microsoft.com/office/drawing/2014/main" id="{C92D5E7C-FCF7-4BE2-B1EC-62884A7298F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256707019" name="diffusion-reverse-label">
            <a:extLst xmlns:a="http://schemas.openxmlformats.org/drawingml/2006/main">
              <a:ext uri="{FF2B5EF4-FFF2-40B4-BE49-F238E27FC236}">
                <a16:creationId xmlns:a16="http://schemas.microsoft.com/office/drawing/2014/main" id="{F053B608-1C39-47AE-9873-453BB79D2976}"/>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309799338"/>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163863" name="Rectangle 550399601">
            <a:extLst xmlns:a="http://schemas.openxmlformats.org/drawingml/2006/main">
              <a:ext uri="{FF2B5EF4-FFF2-40B4-BE49-F238E27FC236}">
                <a16:creationId xmlns:a16="http://schemas.microsoft.com/office/drawing/2014/main" id="{C2087AA8-4969-499E-A866-21A852DDC4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525119099" name="Rectangle 882538346">
            <a:extLst xmlns:a="http://schemas.openxmlformats.org/drawingml/2006/main">
              <a:ext uri="{FF2B5EF4-FFF2-40B4-BE49-F238E27FC236}">
                <a16:creationId xmlns:a16="http://schemas.microsoft.com/office/drawing/2014/main" id="{AC35B81A-7738-4E4A-9170-9F7B3A988F8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616537973" name="Rectangle: Rounded Corners 1990867235">
            <a:extLst xmlns:a="http://schemas.openxmlformats.org/drawingml/2006/main">
              <a:ext uri="{FF2B5EF4-FFF2-40B4-BE49-F238E27FC236}">
                <a16:creationId xmlns:a16="http://schemas.microsoft.com/office/drawing/2014/main" id="{543C7F8F-28B9-4EC0-A1BD-34ACB556E67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3719460" name="Rectangle 9623160">
            <a:extLst xmlns:a="http://schemas.openxmlformats.org/drawingml/2006/main">
              <a:ext uri="{FF2B5EF4-FFF2-40B4-BE49-F238E27FC236}">
                <a16:creationId xmlns:a16="http://schemas.microsoft.com/office/drawing/2014/main" id="{2C2D647D-6191-46DB-9C57-4E484D572378}"/>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28042027" name="Rectangle: Rounded Corners 114855872">
            <a:extLst xmlns:a="http://schemas.openxmlformats.org/drawingml/2006/main">
              <a:ext uri="{FF2B5EF4-FFF2-40B4-BE49-F238E27FC236}">
                <a16:creationId xmlns:a16="http://schemas.microsoft.com/office/drawing/2014/main" id="{ECFBBBFD-D311-4FEC-AB5F-1F87C8D867F4}"/>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37013708" name="Rectangle: Rounded Corners 734158913">
            <a:extLst xmlns:a="http://schemas.openxmlformats.org/drawingml/2006/main">
              <a:ext uri="{FF2B5EF4-FFF2-40B4-BE49-F238E27FC236}">
                <a16:creationId xmlns:a16="http://schemas.microsoft.com/office/drawing/2014/main" id="{0955FBD1-5C57-4828-8294-477A94C8B86F}"/>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21969584" name="Rectangle: Rounded Corners 1596678256">
            <a:extLst xmlns:a="http://schemas.openxmlformats.org/drawingml/2006/main">
              <a:ext uri="{FF2B5EF4-FFF2-40B4-BE49-F238E27FC236}">
                <a16:creationId xmlns:a16="http://schemas.microsoft.com/office/drawing/2014/main" id="{8F904A8F-F8D8-4865-BBD8-574FD286DB55}"/>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8282078" name="Rectangle: Rounded Corners 2059288131">
            <a:extLst xmlns:a="http://schemas.openxmlformats.org/drawingml/2006/main">
              <a:ext uri="{FF2B5EF4-FFF2-40B4-BE49-F238E27FC236}">
                <a16:creationId xmlns:a16="http://schemas.microsoft.com/office/drawing/2014/main" id="{C5458D63-FD5B-4049-9446-01C21772864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01300351" name="Rectangle: Rounded Corners 1010991302">
            <a:extLst xmlns:a="http://schemas.openxmlformats.org/drawingml/2006/main">
              <a:ext uri="{FF2B5EF4-FFF2-40B4-BE49-F238E27FC236}">
                <a16:creationId xmlns:a16="http://schemas.microsoft.com/office/drawing/2014/main" id="{97BC69FD-B53C-4C61-BCB9-03505BBA82B2}"/>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06982898" name="Rectangle: Rounded Corners 1730168992">
            <a:extLst xmlns:a="http://schemas.openxmlformats.org/drawingml/2006/main">
              <a:ext uri="{FF2B5EF4-FFF2-40B4-BE49-F238E27FC236}">
                <a16:creationId xmlns:a16="http://schemas.microsoft.com/office/drawing/2014/main" id="{69B1147D-982F-4EC1-BB80-9D384C64A7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5689611" name="Straight Connector 427538637">
            <a:extLst xmlns:a="http://schemas.openxmlformats.org/drawingml/2006/main">
              <a:ext uri="{FF2B5EF4-FFF2-40B4-BE49-F238E27FC236}">
                <a16:creationId xmlns:a16="http://schemas.microsoft.com/office/drawing/2014/main" id="{0E0C93F1-4B1B-4446-8218-746C1B08898C}"/>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2006013" name="Rectangle 317775176">
            <a:extLst xmlns:a="http://schemas.openxmlformats.org/drawingml/2006/main">
              <a:ext uri="{FF2B5EF4-FFF2-40B4-BE49-F238E27FC236}">
                <a16:creationId xmlns:a16="http://schemas.microsoft.com/office/drawing/2014/main" id="{1391C57F-34C6-4E67-92CD-486286BF85B1}"/>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878268209" name="Rectangle: Rounded Corners 947755655">
            <a:extLst xmlns:a="http://schemas.openxmlformats.org/drawingml/2006/main">
              <a:ext uri="{FF2B5EF4-FFF2-40B4-BE49-F238E27FC236}">
                <a16:creationId xmlns:a16="http://schemas.microsoft.com/office/drawing/2014/main" id="{DBEE02C3-5707-43BA-ADAB-CBFC384C93BF}"/>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404393407" name="Rectangle: Rounded Corners 1310797679">
            <a:extLst xmlns:a="http://schemas.openxmlformats.org/drawingml/2006/main">
              <a:ext uri="{FF2B5EF4-FFF2-40B4-BE49-F238E27FC236}">
                <a16:creationId xmlns:a16="http://schemas.microsoft.com/office/drawing/2014/main" id="{D5591120-2E36-41EA-86C3-A438D00A7C86}"/>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52941388" name="Rectangle: Rounded Corners 1996140323">
            <a:extLst xmlns:a="http://schemas.openxmlformats.org/drawingml/2006/main">
              <a:ext uri="{FF2B5EF4-FFF2-40B4-BE49-F238E27FC236}">
                <a16:creationId xmlns:a16="http://schemas.microsoft.com/office/drawing/2014/main" id="{3A5D01D5-92AF-4806-B789-F434E60CFE94}"/>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894230769" name="Rectangle: Rounded Corners 242163070">
            <a:extLst xmlns:a="http://schemas.openxmlformats.org/drawingml/2006/main">
              <a:ext uri="{FF2B5EF4-FFF2-40B4-BE49-F238E27FC236}">
                <a16:creationId xmlns:a16="http://schemas.microsoft.com/office/drawing/2014/main" id="{DF11DE7A-CB0A-4845-B322-1F6DDB26F27A}"/>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18267499" name="Rectangle: Rounded Corners 787924439">
            <a:extLst xmlns:a="http://schemas.openxmlformats.org/drawingml/2006/main">
              <a:ext uri="{FF2B5EF4-FFF2-40B4-BE49-F238E27FC236}">
                <a16:creationId xmlns:a16="http://schemas.microsoft.com/office/drawing/2014/main" id="{D2E2F39E-079E-46EF-8C3C-C1487E7381A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345737195" name="Rectangle: Rounded Corners 2036973233">
            <a:extLst xmlns:a="http://schemas.openxmlformats.org/drawingml/2006/main">
              <a:ext uri="{FF2B5EF4-FFF2-40B4-BE49-F238E27FC236}">
                <a16:creationId xmlns:a16="http://schemas.microsoft.com/office/drawing/2014/main" id="{BBEA0C0D-5AA8-4CE4-8E67-F878B63E6F7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18905465" name="Straight Connector 2017847098">
            <a:extLst xmlns:a="http://schemas.openxmlformats.org/drawingml/2006/main">
              <a:ext uri="{FF2B5EF4-FFF2-40B4-BE49-F238E27FC236}">
                <a16:creationId xmlns:a16="http://schemas.microsoft.com/office/drawing/2014/main" id="{C7E5B6AE-617F-4BC2-A096-C6017B5CF8A7}"/>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414713" name="Rectangle 420069148">
            <a:extLst xmlns:a="http://schemas.openxmlformats.org/drawingml/2006/main">
              <a:ext uri="{FF2B5EF4-FFF2-40B4-BE49-F238E27FC236}">
                <a16:creationId xmlns:a16="http://schemas.microsoft.com/office/drawing/2014/main" id="{BE488EE5-1DBD-41DF-B8F9-51D5AC28A157}"/>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2074382474" name="Rectangle: Rounded Corners 1532010383">
            <a:extLst xmlns:a="http://schemas.openxmlformats.org/drawingml/2006/main">
              <a:ext uri="{FF2B5EF4-FFF2-40B4-BE49-F238E27FC236}">
                <a16:creationId xmlns:a16="http://schemas.microsoft.com/office/drawing/2014/main" id="{C6AE8CD6-4D9E-4812-AD36-29766C86E45D}"/>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391636711" name="Rectangle: Rounded Corners 1983276117">
            <a:extLst xmlns:a="http://schemas.openxmlformats.org/drawingml/2006/main">
              <a:ext uri="{FF2B5EF4-FFF2-40B4-BE49-F238E27FC236}">
                <a16:creationId xmlns:a16="http://schemas.microsoft.com/office/drawing/2014/main" id="{688E5FC8-E668-4186-A59C-6E6F99A728B7}"/>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394711689" name="Rectangle: Rounded Corners 1047163946">
            <a:extLst xmlns:a="http://schemas.openxmlformats.org/drawingml/2006/main">
              <a:ext uri="{FF2B5EF4-FFF2-40B4-BE49-F238E27FC236}">
                <a16:creationId xmlns:a16="http://schemas.microsoft.com/office/drawing/2014/main" id="{A05D2C8A-B97D-4BB1-9A11-4E1761EB68D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01703795" name="Rectangle: Rounded Corners 523171807">
            <a:extLst xmlns:a="http://schemas.openxmlformats.org/drawingml/2006/main">
              <a:ext uri="{FF2B5EF4-FFF2-40B4-BE49-F238E27FC236}">
                <a16:creationId xmlns:a16="http://schemas.microsoft.com/office/drawing/2014/main" id="{BE7F1C01-ED54-42E2-B9FC-4604F0F0F27B}"/>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096377570" name="Rectangle: Rounded Corners 752356456">
            <a:extLst xmlns:a="http://schemas.openxmlformats.org/drawingml/2006/main">
              <a:ext uri="{FF2B5EF4-FFF2-40B4-BE49-F238E27FC236}">
                <a16:creationId xmlns:a16="http://schemas.microsoft.com/office/drawing/2014/main" id="{2C3CC2E9-8A6B-47E1-B1F5-25968C121995}"/>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41968452" name="Rectangle: Rounded Corners 816374805">
            <a:extLst xmlns:a="http://schemas.openxmlformats.org/drawingml/2006/main">
              <a:ext uri="{FF2B5EF4-FFF2-40B4-BE49-F238E27FC236}">
                <a16:creationId xmlns:a16="http://schemas.microsoft.com/office/drawing/2014/main" id="{5E6B1FCA-B1D6-467C-A7D1-4A0E3D2F469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820319488" name="Straight Connector 1386166301">
            <a:extLst xmlns:a="http://schemas.openxmlformats.org/drawingml/2006/main">
              <a:ext uri="{FF2B5EF4-FFF2-40B4-BE49-F238E27FC236}">
                <a16:creationId xmlns:a16="http://schemas.microsoft.com/office/drawing/2014/main" id="{A05290C3-6A34-4D09-BFF5-C6237E9AE33B}"/>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340651" name="Rectangle 1180679312">
            <a:extLst xmlns:a="http://schemas.openxmlformats.org/drawingml/2006/main">
              <a:ext uri="{FF2B5EF4-FFF2-40B4-BE49-F238E27FC236}">
                <a16:creationId xmlns:a16="http://schemas.microsoft.com/office/drawing/2014/main" id="{90A16D32-B2E5-467A-844A-124AA35B1C7E}"/>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429861208" name="Rectangle: Rounded Corners 1119801345">
            <a:extLst xmlns:a="http://schemas.openxmlformats.org/drawingml/2006/main">
              <a:ext uri="{FF2B5EF4-FFF2-40B4-BE49-F238E27FC236}">
                <a16:creationId xmlns:a16="http://schemas.microsoft.com/office/drawing/2014/main" id="{1F6F9E78-F1E6-4321-A5D1-436B1AF17649}"/>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891622090" name="Rectangle: Rounded Corners 563472098">
            <a:extLst xmlns:a="http://schemas.openxmlformats.org/drawingml/2006/main">
              <a:ext uri="{FF2B5EF4-FFF2-40B4-BE49-F238E27FC236}">
                <a16:creationId xmlns:a16="http://schemas.microsoft.com/office/drawing/2014/main" id="{7BA10C8E-EEFF-464F-AED8-A9747384F092}"/>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616916629" name="Rectangle: Rounded Corners 1869507790">
            <a:extLst xmlns:a="http://schemas.openxmlformats.org/drawingml/2006/main">
              <a:ext uri="{FF2B5EF4-FFF2-40B4-BE49-F238E27FC236}">
                <a16:creationId xmlns:a16="http://schemas.microsoft.com/office/drawing/2014/main" id="{0BB1CEF7-CB46-4170-ADCC-97AA36C69997}"/>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952434794" name="Rectangle: Rounded Corners 2113559938">
            <a:extLst xmlns:a="http://schemas.openxmlformats.org/drawingml/2006/main">
              <a:ext uri="{FF2B5EF4-FFF2-40B4-BE49-F238E27FC236}">
                <a16:creationId xmlns:a16="http://schemas.microsoft.com/office/drawing/2014/main" id="{94265F9A-52F7-461A-A831-4BDEDC961E41}"/>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189430609" name="Rectangle: Rounded Corners 274418513">
            <a:extLst xmlns:a="http://schemas.openxmlformats.org/drawingml/2006/main">
              <a:ext uri="{FF2B5EF4-FFF2-40B4-BE49-F238E27FC236}">
                <a16:creationId xmlns:a16="http://schemas.microsoft.com/office/drawing/2014/main" id="{8E14545F-2CD0-46C0-9825-339C46DC4F31}"/>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951118806" name="Rectangle: Rounded Corners 1941550636">
            <a:extLst xmlns:a="http://schemas.openxmlformats.org/drawingml/2006/main">
              <a:ext uri="{FF2B5EF4-FFF2-40B4-BE49-F238E27FC236}">
                <a16:creationId xmlns:a16="http://schemas.microsoft.com/office/drawing/2014/main" id="{0471B68D-F265-4F0A-958A-1F0BDB0C87C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01048845" name="Rectangle 1798355039">
            <a:extLst xmlns:a="http://schemas.openxmlformats.org/drawingml/2006/main">
              <a:ext uri="{FF2B5EF4-FFF2-40B4-BE49-F238E27FC236}">
                <a16:creationId xmlns:a16="http://schemas.microsoft.com/office/drawing/2014/main" id="{03E657F4-A7F7-40CB-8D41-8D58F6D01BC8}"/>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31086018" name="Rectangle 1161886986">
            <a:extLst xmlns:a="http://schemas.openxmlformats.org/drawingml/2006/main">
              <a:ext uri="{FF2B5EF4-FFF2-40B4-BE49-F238E27FC236}">
                <a16:creationId xmlns:a16="http://schemas.microsoft.com/office/drawing/2014/main" id="{E78E7330-F1C8-4ADE-BE8E-0FF7F4B8D9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68</a:t>
            </a:r>
          </a:p>
        </p:txBody>
      </p:sp>
      <p:sp>
        <p:nvSpPr>
          <p:cNvPr id="231935932" name="mercury-example-divider">
            <a:extLst xmlns:a="http://schemas.openxmlformats.org/drawingml/2006/main">
              <a:ext uri="{FF2B5EF4-FFF2-40B4-BE49-F238E27FC236}">
                <a16:creationId xmlns:a16="http://schemas.microsoft.com/office/drawing/2014/main" id="{EBCCE87B-3089-4BF8-8F2D-423A42357051}"/>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5498600" name="mercury-example-label">
            <a:extLst xmlns:a="http://schemas.openxmlformats.org/drawingml/2006/main">
              <a:ext uri="{FF2B5EF4-FFF2-40B4-BE49-F238E27FC236}">
                <a16:creationId xmlns:a16="http://schemas.microsoft.com/office/drawing/2014/main" id="{1F1AF8FD-BA8A-47E0-AA12-2C214C9C1FB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05845506" name="mercury-2-link">
            <a:extLst xmlns:a="http://schemas.openxmlformats.org/drawingml/2006/main">
              <a:ext uri="{FF2B5EF4-FFF2-40B4-BE49-F238E27FC236}">
                <a16:creationId xmlns:a16="http://schemas.microsoft.com/office/drawing/2014/main" id="{8D899960-099C-4CA9-BAC2-85617AB89EEF}"/>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c6143e3224184ae1"/>
              </a:rPr>
              <a:t>Transformer dLLM</a:t>
            </a:r>
          </a:p>
        </p:txBody>
      </p:sp>
      <p:sp>
        <p:nvSpPr>
          <p:cNvPr id="1934553458" name="mercury-example-description">
            <a:extLst xmlns:a="http://schemas.openxmlformats.org/drawingml/2006/main">
              <a:ext uri="{FF2B5EF4-FFF2-40B4-BE49-F238E27FC236}">
                <a16:creationId xmlns:a16="http://schemas.microsoft.com/office/drawing/2014/main" id="{9033E3E1-3DBE-404C-B08D-4C427748AEE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792713982" name="mercury-example-contrast">
            <a:extLst xmlns:a="http://schemas.openxmlformats.org/drawingml/2006/main">
              <a:ext uri="{FF2B5EF4-FFF2-40B4-BE49-F238E27FC236}">
                <a16:creationId xmlns:a16="http://schemas.microsoft.com/office/drawing/2014/main" id="{AEBFECE2-672B-4111-BBDA-3A74CA7126EB}"/>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2092441158"/>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7690927" name="Rectangle 1487198538">
            <a:extLst xmlns:a="http://schemas.openxmlformats.org/drawingml/2006/main">
              <a:ext uri="{FF2B5EF4-FFF2-40B4-BE49-F238E27FC236}">
                <a16:creationId xmlns:a16="http://schemas.microsoft.com/office/drawing/2014/main" id="{3A5FFD5F-DCA8-45AD-A711-C8C70DF22D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221890003" name="Rectangle 1518038747">
            <a:extLst xmlns:a="http://schemas.openxmlformats.org/drawingml/2006/main">
              <a:ext uri="{FF2B5EF4-FFF2-40B4-BE49-F238E27FC236}">
                <a16:creationId xmlns:a16="http://schemas.microsoft.com/office/drawing/2014/main" id="{3B128305-CB7D-4857-9491-B701D9D9F08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36816252" name="Rectangle: Rounded Corners 1531743003">
            <a:extLst xmlns:a="http://schemas.openxmlformats.org/drawingml/2006/main">
              <a:ext uri="{FF2B5EF4-FFF2-40B4-BE49-F238E27FC236}">
                <a16:creationId xmlns:a16="http://schemas.microsoft.com/office/drawing/2014/main" id="{23FE5547-DC57-4363-B9E5-BA0FE850BEB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3703346" name="Rectangle: Rounded Corners 369702881">
            <a:extLst xmlns:a="http://schemas.openxmlformats.org/drawingml/2006/main">
              <a:ext uri="{FF2B5EF4-FFF2-40B4-BE49-F238E27FC236}">
                <a16:creationId xmlns:a16="http://schemas.microsoft.com/office/drawing/2014/main" id="{F8013E29-A056-45F1-BA89-ECE13443A5A3}"/>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865625426" name="Rectangle 1197178350">
            <a:extLst xmlns:a="http://schemas.openxmlformats.org/drawingml/2006/main">
              <a:ext uri="{FF2B5EF4-FFF2-40B4-BE49-F238E27FC236}">
                <a16:creationId xmlns:a16="http://schemas.microsoft.com/office/drawing/2014/main" id="{199A22BA-8A5A-4288-B10C-7543FD378EF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911878377" name="Rectangle: Rounded Corners 1914676260">
            <a:extLst xmlns:a="http://schemas.openxmlformats.org/drawingml/2006/main">
              <a:ext uri="{FF2B5EF4-FFF2-40B4-BE49-F238E27FC236}">
                <a16:creationId xmlns:a16="http://schemas.microsoft.com/office/drawing/2014/main" id="{8873F534-A48B-45BC-89E8-E78E5AC09187}"/>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130447951" name="Rectangle: Rounded Corners 58582831">
            <a:extLst xmlns:a="http://schemas.openxmlformats.org/drawingml/2006/main">
              <a:ext uri="{FF2B5EF4-FFF2-40B4-BE49-F238E27FC236}">
                <a16:creationId xmlns:a16="http://schemas.microsoft.com/office/drawing/2014/main" id="{271C22FF-6D74-4FEB-A5E4-14EF7C700FEC}"/>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930984361" name="Rectangle: Rounded Corners 1580617481">
            <a:extLst xmlns:a="http://schemas.openxmlformats.org/drawingml/2006/main">
              <a:ext uri="{FF2B5EF4-FFF2-40B4-BE49-F238E27FC236}">
                <a16:creationId xmlns:a16="http://schemas.microsoft.com/office/drawing/2014/main" id="{A2F6205A-3945-4B56-9504-318AAD944603}"/>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966565855" name="Rectangle: Rounded Corners 1783142644">
            <a:extLst xmlns:a="http://schemas.openxmlformats.org/drawingml/2006/main">
              <a:ext uri="{FF2B5EF4-FFF2-40B4-BE49-F238E27FC236}">
                <a16:creationId xmlns:a16="http://schemas.microsoft.com/office/drawing/2014/main" id="{2E69F566-BEDD-4928-928C-85576D90174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94421686" name="Rectangle 1697788859">
            <a:extLst xmlns:a="http://schemas.openxmlformats.org/drawingml/2006/main">
              <a:ext uri="{FF2B5EF4-FFF2-40B4-BE49-F238E27FC236}">
                <a16:creationId xmlns:a16="http://schemas.microsoft.com/office/drawing/2014/main" id="{BD966660-275C-41B9-BE45-96E1587815EF}"/>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843363831" name="Rectangle: Rounded Corners 1686198037">
            <a:extLst xmlns:a="http://schemas.openxmlformats.org/drawingml/2006/main">
              <a:ext uri="{FF2B5EF4-FFF2-40B4-BE49-F238E27FC236}">
                <a16:creationId xmlns:a16="http://schemas.microsoft.com/office/drawing/2014/main" id="{C9769C53-F89D-4B48-BCF2-E1AE36EB6E13}"/>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178797681" name="Rectangle 1556928439">
            <a:extLst xmlns:a="http://schemas.openxmlformats.org/drawingml/2006/main">
              <a:ext uri="{FF2B5EF4-FFF2-40B4-BE49-F238E27FC236}">
                <a16:creationId xmlns:a16="http://schemas.microsoft.com/office/drawing/2014/main" id="{328ED840-6A48-4D34-AD89-A3FC4DD3B646}"/>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327659926" name="Straight Connector 170693198">
            <a:extLst xmlns:a="http://schemas.openxmlformats.org/drawingml/2006/main">
              <a:ext uri="{FF2B5EF4-FFF2-40B4-BE49-F238E27FC236}">
                <a16:creationId xmlns:a16="http://schemas.microsoft.com/office/drawing/2014/main" id="{A0EF9763-7E49-4604-8798-43FDA5DCB23D}"/>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01411" name="Straight Connector 2021615088">
            <a:extLst xmlns:a="http://schemas.openxmlformats.org/drawingml/2006/main">
              <a:ext uri="{FF2B5EF4-FFF2-40B4-BE49-F238E27FC236}">
                <a16:creationId xmlns:a16="http://schemas.microsoft.com/office/drawing/2014/main" id="{E55F2A0D-456A-4A58-BE49-BC4042EAF1D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2667671" name="Rectangle 1396476378">
            <a:extLst xmlns:a="http://schemas.openxmlformats.org/drawingml/2006/main">
              <a:ext uri="{FF2B5EF4-FFF2-40B4-BE49-F238E27FC236}">
                <a16:creationId xmlns:a16="http://schemas.microsoft.com/office/drawing/2014/main" id="{EE7C6069-9CD8-4F7A-B6A0-61CD9864CE8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929105827" name="Rectangle: Rounded Corners 910307424">
            <a:extLst xmlns:a="http://schemas.openxmlformats.org/drawingml/2006/main">
              <a:ext uri="{FF2B5EF4-FFF2-40B4-BE49-F238E27FC236}">
                <a16:creationId xmlns:a16="http://schemas.microsoft.com/office/drawing/2014/main" id="{867E42A8-ACC1-4417-938E-3F02009F3AB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78349438" name="Rectangle: Rounded Corners 760188915">
            <a:extLst xmlns:a="http://schemas.openxmlformats.org/drawingml/2006/main">
              <a:ext uri="{FF2B5EF4-FFF2-40B4-BE49-F238E27FC236}">
                <a16:creationId xmlns:a16="http://schemas.microsoft.com/office/drawing/2014/main" id="{25638BA2-3EF6-4025-9988-381747FCC4E6}"/>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560887334" name="Rectangle: Rounded Corners 1604029254">
            <a:extLst xmlns:a="http://schemas.openxmlformats.org/drawingml/2006/main">
              <a:ext uri="{FF2B5EF4-FFF2-40B4-BE49-F238E27FC236}">
                <a16:creationId xmlns:a16="http://schemas.microsoft.com/office/drawing/2014/main" id="{458DA1D8-75D2-4096-9EA7-BB596306E0C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5739884" name="Rectangle 583346847">
            <a:extLst xmlns:a="http://schemas.openxmlformats.org/drawingml/2006/main">
              <a:ext uri="{FF2B5EF4-FFF2-40B4-BE49-F238E27FC236}">
                <a16:creationId xmlns:a16="http://schemas.microsoft.com/office/drawing/2014/main" id="{D1C05880-D09C-4D68-9A03-0CD1F4615BE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787101100" name="Rectangle: Rounded Corners 5957980">
            <a:extLst xmlns:a="http://schemas.openxmlformats.org/drawingml/2006/main">
              <a:ext uri="{FF2B5EF4-FFF2-40B4-BE49-F238E27FC236}">
                <a16:creationId xmlns:a16="http://schemas.microsoft.com/office/drawing/2014/main" id="{75D6D93B-8705-41E0-A273-CB3F2C61F7FF}"/>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889624531" name="Rectangle: Rounded Corners 410294816">
            <a:extLst xmlns:a="http://schemas.openxmlformats.org/drawingml/2006/main">
              <a:ext uri="{FF2B5EF4-FFF2-40B4-BE49-F238E27FC236}">
                <a16:creationId xmlns:a16="http://schemas.microsoft.com/office/drawing/2014/main" id="{E0799CBC-E20F-48F0-9B95-4FBC4426A6E4}"/>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278393840" name="Straight Connector 1668590987">
            <a:extLst xmlns:a="http://schemas.openxmlformats.org/drawingml/2006/main">
              <a:ext uri="{FF2B5EF4-FFF2-40B4-BE49-F238E27FC236}">
                <a16:creationId xmlns:a16="http://schemas.microsoft.com/office/drawing/2014/main" id="{E431C88C-E2D9-43ED-B700-6AD37A38C8A2}"/>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9179507" name="Rectangle 1956440405">
            <a:extLst xmlns:a="http://schemas.openxmlformats.org/drawingml/2006/main">
              <a:ext uri="{FF2B5EF4-FFF2-40B4-BE49-F238E27FC236}">
                <a16:creationId xmlns:a16="http://schemas.microsoft.com/office/drawing/2014/main" id="{232D2D62-D7E0-4F87-BAA6-451758D17DEB}"/>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134408430" name="Rectangle 918919992">
            <a:extLst xmlns:a="http://schemas.openxmlformats.org/drawingml/2006/main">
              <a:ext uri="{FF2B5EF4-FFF2-40B4-BE49-F238E27FC236}">
                <a16:creationId xmlns:a16="http://schemas.microsoft.com/office/drawing/2014/main" id="{708DB023-6D22-4E1A-8457-456039B95BC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69</a:t>
            </a:r>
          </a:p>
        </p:txBody>
      </p:sp>
    </p:spTree>
    <p:extLst>
      <p:ext uri="{BB962C8B-B14F-4D97-AF65-F5344CB8AC3E}">
        <p14:creationId xmlns:p14="http://schemas.microsoft.com/office/powerpoint/2010/main" val="2041520021"/>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8322325" name="Rectangle 1682307419">
            <a:extLst xmlns:a="http://schemas.openxmlformats.org/drawingml/2006/main">
              <a:ext uri="{FF2B5EF4-FFF2-40B4-BE49-F238E27FC236}">
                <a16:creationId xmlns:a16="http://schemas.microsoft.com/office/drawing/2014/main" id="{2CE2575F-5D04-46D9-8D6A-5BCD89D1D1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284477206" name="Rectangle 1048423222">
            <a:extLst xmlns:a="http://schemas.openxmlformats.org/drawingml/2006/main">
              <a:ext uri="{FF2B5EF4-FFF2-40B4-BE49-F238E27FC236}">
                <a16:creationId xmlns:a16="http://schemas.microsoft.com/office/drawing/2014/main" id="{585E3867-1A30-47F5-AE69-E6BE2271FC3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607363792" name="Rectangle 1821451500">
            <a:extLst xmlns:a="http://schemas.openxmlformats.org/drawingml/2006/main">
              <a:ext uri="{FF2B5EF4-FFF2-40B4-BE49-F238E27FC236}">
                <a16:creationId xmlns:a16="http://schemas.microsoft.com/office/drawing/2014/main" id="{D2A157CE-F1E3-4CF8-A284-3D49D01DF141}"/>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022764636" name="Rectangle: Rounded Corners 1912787708">
            <a:extLst xmlns:a="http://schemas.openxmlformats.org/drawingml/2006/main">
              <a:ext uri="{FF2B5EF4-FFF2-40B4-BE49-F238E27FC236}">
                <a16:creationId xmlns:a16="http://schemas.microsoft.com/office/drawing/2014/main" id="{7709191E-2AA6-4E11-96C5-E29E8B48D194}"/>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683617" name="Rectangle 698160899">
            <a:extLst xmlns:a="http://schemas.openxmlformats.org/drawingml/2006/main">
              <a:ext uri="{FF2B5EF4-FFF2-40B4-BE49-F238E27FC236}">
                <a16:creationId xmlns:a16="http://schemas.microsoft.com/office/drawing/2014/main" id="{B4858B3B-FF8B-46F2-AF78-DDD807836E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32222041" name="Straight Connector 820052219">
            <a:extLst xmlns:a="http://schemas.openxmlformats.org/drawingml/2006/main">
              <a:ext uri="{FF2B5EF4-FFF2-40B4-BE49-F238E27FC236}">
                <a16:creationId xmlns:a16="http://schemas.microsoft.com/office/drawing/2014/main" id="{313DC91B-5CB1-4D6D-AEA4-12F5EE2C078A}"/>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021814" name="Rectangle: Rounded Corners 1977383084">
            <a:extLst xmlns:a="http://schemas.openxmlformats.org/drawingml/2006/main">
              <a:ext uri="{FF2B5EF4-FFF2-40B4-BE49-F238E27FC236}">
                <a16:creationId xmlns:a16="http://schemas.microsoft.com/office/drawing/2014/main" id="{FFA1DCEA-E03F-4A8C-A924-77AC6A6064C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42" name="Rectangle: Rounded Corners 1598161198">
            <a:extLst xmlns:a="http://schemas.openxmlformats.org/drawingml/2006/main">
              <a:ext uri="{FF2B5EF4-FFF2-40B4-BE49-F238E27FC236}">
                <a16:creationId xmlns:a16="http://schemas.microsoft.com/office/drawing/2014/main" id="{EB78C2E0-6650-48C4-AD6F-D6E358D5F9B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652633" name="Rectangle: Rounded Corners 1558195880">
            <a:extLst xmlns:a="http://schemas.openxmlformats.org/drawingml/2006/main">
              <a:ext uri="{FF2B5EF4-FFF2-40B4-BE49-F238E27FC236}">
                <a16:creationId xmlns:a16="http://schemas.microsoft.com/office/drawing/2014/main" id="{AF9B041D-5D4D-480D-8AB2-7ECA21180D7C}"/>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702112" name="Rectangle: Rounded Corners 521701979">
            <a:extLst xmlns:a="http://schemas.openxmlformats.org/drawingml/2006/main">
              <a:ext uri="{FF2B5EF4-FFF2-40B4-BE49-F238E27FC236}">
                <a16:creationId xmlns:a16="http://schemas.microsoft.com/office/drawing/2014/main" id="{76469D48-FD65-4F67-933C-B9A8A8FE15A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23781" name="Rectangle: Rounded Corners 1995606132">
            <a:extLst xmlns:a="http://schemas.openxmlformats.org/drawingml/2006/main">
              <a:ext uri="{FF2B5EF4-FFF2-40B4-BE49-F238E27FC236}">
                <a16:creationId xmlns:a16="http://schemas.microsoft.com/office/drawing/2014/main" id="{9ED12F8C-1050-4796-8B6C-BF93F86CE5C8}"/>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3775744" name="Rectangle 1524836487">
            <a:extLst xmlns:a="http://schemas.openxmlformats.org/drawingml/2006/main">
              <a:ext uri="{FF2B5EF4-FFF2-40B4-BE49-F238E27FC236}">
                <a16:creationId xmlns:a16="http://schemas.microsoft.com/office/drawing/2014/main" id="{6A30443C-D4A3-4B99-BDD5-58643EF9947F}"/>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34272026" name="Rectangle 2124862657">
            <a:extLst xmlns:a="http://schemas.openxmlformats.org/drawingml/2006/main">
              <a:ext uri="{FF2B5EF4-FFF2-40B4-BE49-F238E27FC236}">
                <a16:creationId xmlns:a16="http://schemas.microsoft.com/office/drawing/2014/main" id="{2C3FE3D7-24BE-4A75-A159-F44095BF6532}"/>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016419375" name="Rectangle 8219971">
            <a:extLst xmlns:a="http://schemas.openxmlformats.org/drawingml/2006/main">
              <a:ext uri="{FF2B5EF4-FFF2-40B4-BE49-F238E27FC236}">
                <a16:creationId xmlns:a16="http://schemas.microsoft.com/office/drawing/2014/main" id="{117C099C-9D18-444F-9906-9FABBFE9066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916735219" name="Rectangle: Rounded Corners 1401385986">
            <a:extLst xmlns:a="http://schemas.openxmlformats.org/drawingml/2006/main">
              <a:ext uri="{FF2B5EF4-FFF2-40B4-BE49-F238E27FC236}">
                <a16:creationId xmlns:a16="http://schemas.microsoft.com/office/drawing/2014/main" id="{1ED07254-7A2C-4A76-A2D3-2C84CCC123D2}"/>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400440" name="Oval 2082712540">
            <a:extLst xmlns:a="http://schemas.openxmlformats.org/drawingml/2006/main">
              <a:ext uri="{FF2B5EF4-FFF2-40B4-BE49-F238E27FC236}">
                <a16:creationId xmlns:a16="http://schemas.microsoft.com/office/drawing/2014/main" id="{15410289-7821-477B-8924-AE66961766FC}"/>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868594" name="Oval 1800286295">
            <a:extLst xmlns:a="http://schemas.openxmlformats.org/drawingml/2006/main">
              <a:ext uri="{FF2B5EF4-FFF2-40B4-BE49-F238E27FC236}">
                <a16:creationId xmlns:a16="http://schemas.microsoft.com/office/drawing/2014/main" id="{3BB4DD0D-E0FB-462A-9A65-A7C04E5B853F}"/>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3866333" name="Straight Connector 1377652961">
            <a:extLst xmlns:a="http://schemas.openxmlformats.org/drawingml/2006/main">
              <a:ext uri="{FF2B5EF4-FFF2-40B4-BE49-F238E27FC236}">
                <a16:creationId xmlns:a16="http://schemas.microsoft.com/office/drawing/2014/main" id="{79ED462B-EBA2-4050-A261-0EFFE4C9D4D2}"/>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8864002" name="Oval 1129487082">
            <a:extLst xmlns:a="http://schemas.openxmlformats.org/drawingml/2006/main">
              <a:ext uri="{FF2B5EF4-FFF2-40B4-BE49-F238E27FC236}">
                <a16:creationId xmlns:a16="http://schemas.microsoft.com/office/drawing/2014/main" id="{F05E027D-A710-42F0-A0F6-CEDBFD418D97}"/>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061654" name="Straight Connector 1835573147">
            <a:extLst xmlns:a="http://schemas.openxmlformats.org/drawingml/2006/main">
              <a:ext uri="{FF2B5EF4-FFF2-40B4-BE49-F238E27FC236}">
                <a16:creationId xmlns:a16="http://schemas.microsoft.com/office/drawing/2014/main" id="{38A0C32A-90BD-4F68-8850-EB6302FAECDB}"/>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488936" name="Oval 1354002711">
            <a:extLst xmlns:a="http://schemas.openxmlformats.org/drawingml/2006/main">
              <a:ext uri="{FF2B5EF4-FFF2-40B4-BE49-F238E27FC236}">
                <a16:creationId xmlns:a16="http://schemas.microsoft.com/office/drawing/2014/main" id="{D4BEB1DC-5231-44DD-A4A2-55BF330D10B4}"/>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3398619" name="Straight Connector 1642711494">
            <a:extLst xmlns:a="http://schemas.openxmlformats.org/drawingml/2006/main">
              <a:ext uri="{FF2B5EF4-FFF2-40B4-BE49-F238E27FC236}">
                <a16:creationId xmlns:a16="http://schemas.microsoft.com/office/drawing/2014/main" id="{1782B1EF-CE2F-40C1-8B61-75CC011DC7DC}"/>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3081396" name="Oval 1162477815">
            <a:extLst xmlns:a="http://schemas.openxmlformats.org/drawingml/2006/main">
              <a:ext uri="{FF2B5EF4-FFF2-40B4-BE49-F238E27FC236}">
                <a16:creationId xmlns:a16="http://schemas.microsoft.com/office/drawing/2014/main" id="{D3BFF535-E971-4ADD-82A2-7E12AE3F8BD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519960" name="Straight Connector 754093467">
            <a:extLst xmlns:a="http://schemas.openxmlformats.org/drawingml/2006/main">
              <a:ext uri="{FF2B5EF4-FFF2-40B4-BE49-F238E27FC236}">
                <a16:creationId xmlns:a16="http://schemas.microsoft.com/office/drawing/2014/main" id="{F70CBB20-1476-4784-B8FC-2AFC453A1F2B}"/>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98018" name="Oval 926903494">
            <a:extLst xmlns:a="http://schemas.openxmlformats.org/drawingml/2006/main">
              <a:ext uri="{FF2B5EF4-FFF2-40B4-BE49-F238E27FC236}">
                <a16:creationId xmlns:a16="http://schemas.microsoft.com/office/drawing/2014/main" id="{2BE3F7AA-B828-4B0F-99B8-ED329D78E9C0}"/>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8556682" name="Straight Connector 1314704656">
            <a:extLst xmlns:a="http://schemas.openxmlformats.org/drawingml/2006/main">
              <a:ext uri="{FF2B5EF4-FFF2-40B4-BE49-F238E27FC236}">
                <a16:creationId xmlns:a16="http://schemas.microsoft.com/office/drawing/2014/main" id="{7734A043-5D31-4478-A60C-643EC0DCA0CC}"/>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68088" name="Oval 297993689">
            <a:extLst xmlns:a="http://schemas.openxmlformats.org/drawingml/2006/main">
              <a:ext uri="{FF2B5EF4-FFF2-40B4-BE49-F238E27FC236}">
                <a16:creationId xmlns:a16="http://schemas.microsoft.com/office/drawing/2014/main" id="{FC842C8E-6910-4979-85F9-301B66E03C68}"/>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7082639" name="Straight Connector 1869335124">
            <a:extLst xmlns:a="http://schemas.openxmlformats.org/drawingml/2006/main">
              <a:ext uri="{FF2B5EF4-FFF2-40B4-BE49-F238E27FC236}">
                <a16:creationId xmlns:a16="http://schemas.microsoft.com/office/drawing/2014/main" id="{F7E28FA0-CE4D-4EA5-AE45-50382762970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95538" name="Rectangle 1902597770">
            <a:extLst xmlns:a="http://schemas.openxmlformats.org/drawingml/2006/main">
              <a:ext uri="{FF2B5EF4-FFF2-40B4-BE49-F238E27FC236}">
                <a16:creationId xmlns:a16="http://schemas.microsoft.com/office/drawing/2014/main" id="{BC426AD3-80FC-4A44-9530-6CC9F7FA10F3}"/>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889974174" name="Rectangle 1200483564">
            <a:extLst xmlns:a="http://schemas.openxmlformats.org/drawingml/2006/main">
              <a:ext uri="{FF2B5EF4-FFF2-40B4-BE49-F238E27FC236}">
                <a16:creationId xmlns:a16="http://schemas.microsoft.com/office/drawing/2014/main" id="{2B16FF6A-C13C-43A5-9BCC-163FE9B7116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739997587" name="Rectangle 713949086">
            <a:extLst xmlns:a="http://schemas.openxmlformats.org/drawingml/2006/main">
              <a:ext uri="{FF2B5EF4-FFF2-40B4-BE49-F238E27FC236}">
                <a16:creationId xmlns:a16="http://schemas.microsoft.com/office/drawing/2014/main" id="{E9987CD0-BF30-4D68-AE85-9FA5F5FF6B0E}"/>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928006946" name="Rectangle: Rounded Corners 731916211">
            <a:extLst xmlns:a="http://schemas.openxmlformats.org/drawingml/2006/main">
              <a:ext uri="{FF2B5EF4-FFF2-40B4-BE49-F238E27FC236}">
                <a16:creationId xmlns:a16="http://schemas.microsoft.com/office/drawing/2014/main" id="{15409BA7-F9E5-4D83-85EB-4BE32B601018}"/>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4988758" name="Oval 1174154410">
            <a:extLst xmlns:a="http://schemas.openxmlformats.org/drawingml/2006/main">
              <a:ext uri="{FF2B5EF4-FFF2-40B4-BE49-F238E27FC236}">
                <a16:creationId xmlns:a16="http://schemas.microsoft.com/office/drawing/2014/main" id="{7374CC5C-0CA3-4A5C-AFA3-D0C76DC08502}"/>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803854" name="Oval 125293162">
            <a:extLst xmlns:a="http://schemas.openxmlformats.org/drawingml/2006/main">
              <a:ext uri="{FF2B5EF4-FFF2-40B4-BE49-F238E27FC236}">
                <a16:creationId xmlns:a16="http://schemas.microsoft.com/office/drawing/2014/main" id="{9F970875-1A0F-4DD4-8CF1-B1A6408BE460}"/>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613359" name="Oval 1712601375">
            <a:extLst xmlns:a="http://schemas.openxmlformats.org/drawingml/2006/main">
              <a:ext uri="{FF2B5EF4-FFF2-40B4-BE49-F238E27FC236}">
                <a16:creationId xmlns:a16="http://schemas.microsoft.com/office/drawing/2014/main" id="{ABAF4D0C-5339-46C0-B39C-DB9F623FB5E2}"/>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204116" name="Straight Connector 361292721">
            <a:extLst xmlns:a="http://schemas.openxmlformats.org/drawingml/2006/main">
              <a:ext uri="{FF2B5EF4-FFF2-40B4-BE49-F238E27FC236}">
                <a16:creationId xmlns:a16="http://schemas.microsoft.com/office/drawing/2014/main" id="{746F5DFB-52D1-4ED4-B881-4C7EEBB5782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0699668" name="Straight Connector 1216392229">
            <a:extLst xmlns:a="http://schemas.openxmlformats.org/drawingml/2006/main">
              <a:ext uri="{FF2B5EF4-FFF2-40B4-BE49-F238E27FC236}">
                <a16:creationId xmlns:a16="http://schemas.microsoft.com/office/drawing/2014/main" id="{1CD5116D-F369-4C95-9E45-A455E3988A53}"/>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42844" name="Rectangle 1760216901">
            <a:extLst xmlns:a="http://schemas.openxmlformats.org/drawingml/2006/main">
              <a:ext uri="{FF2B5EF4-FFF2-40B4-BE49-F238E27FC236}">
                <a16:creationId xmlns:a16="http://schemas.microsoft.com/office/drawing/2014/main" id="{C3574BA7-FB94-4F2D-8FBA-66C327E3EDA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75052124" name="Rectangle 1432423854">
            <a:extLst xmlns:a="http://schemas.openxmlformats.org/drawingml/2006/main">
              <a:ext uri="{FF2B5EF4-FFF2-40B4-BE49-F238E27FC236}">
                <a16:creationId xmlns:a16="http://schemas.microsoft.com/office/drawing/2014/main" id="{3E8F8F46-0F61-490D-9126-6C53C1D7D20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958720962" name="Rectangle 1426602610">
            <a:extLst xmlns:a="http://schemas.openxmlformats.org/drawingml/2006/main">
              <a:ext uri="{FF2B5EF4-FFF2-40B4-BE49-F238E27FC236}">
                <a16:creationId xmlns:a16="http://schemas.microsoft.com/office/drawing/2014/main" id="{E086B656-CB8A-41E4-AF80-1B5CFD4D2B51}"/>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919096610" name="Rectangle: Rounded Corners 1132936319">
            <a:extLst xmlns:a="http://schemas.openxmlformats.org/drawingml/2006/main">
              <a:ext uri="{FF2B5EF4-FFF2-40B4-BE49-F238E27FC236}">
                <a16:creationId xmlns:a16="http://schemas.microsoft.com/office/drawing/2014/main" id="{56920C2C-18E1-4877-80FB-92CE5C044741}"/>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8959624" name="Oval 848102302">
            <a:extLst xmlns:a="http://schemas.openxmlformats.org/drawingml/2006/main">
              <a:ext uri="{FF2B5EF4-FFF2-40B4-BE49-F238E27FC236}">
                <a16:creationId xmlns:a16="http://schemas.microsoft.com/office/drawing/2014/main" id="{BB24E38D-78B5-459A-9261-B2A8F4C3FD29}"/>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891522" name="Straight Connector 2140277386">
            <a:extLst xmlns:a="http://schemas.openxmlformats.org/drawingml/2006/main">
              <a:ext uri="{FF2B5EF4-FFF2-40B4-BE49-F238E27FC236}">
                <a16:creationId xmlns:a16="http://schemas.microsoft.com/office/drawing/2014/main" id="{02B28684-9431-4BB2-96BD-1461B08FE6D5}"/>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9026" name="Straight Connector 546058830">
            <a:extLst xmlns:a="http://schemas.openxmlformats.org/drawingml/2006/main">
              <a:ext uri="{FF2B5EF4-FFF2-40B4-BE49-F238E27FC236}">
                <a16:creationId xmlns:a16="http://schemas.microsoft.com/office/drawing/2014/main" id="{8356CD4F-D27F-4E2E-84A2-6A0A07E9FD5F}"/>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161411" name="Straight Connector 634911421">
            <a:extLst xmlns:a="http://schemas.openxmlformats.org/drawingml/2006/main">
              <a:ext uri="{FF2B5EF4-FFF2-40B4-BE49-F238E27FC236}">
                <a16:creationId xmlns:a16="http://schemas.microsoft.com/office/drawing/2014/main" id="{877D73DD-7103-4FA6-AFC3-196088AF332F}"/>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3908997" name="Rectangle 253059330">
            <a:extLst xmlns:a="http://schemas.openxmlformats.org/drawingml/2006/main">
              <a:ext uri="{FF2B5EF4-FFF2-40B4-BE49-F238E27FC236}">
                <a16:creationId xmlns:a16="http://schemas.microsoft.com/office/drawing/2014/main" id="{E72E629E-5AE2-4DF6-8D20-32C59468A57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774668373" name="Rectangle 1961211258">
            <a:extLst xmlns:a="http://schemas.openxmlformats.org/drawingml/2006/main">
              <a:ext uri="{FF2B5EF4-FFF2-40B4-BE49-F238E27FC236}">
                <a16:creationId xmlns:a16="http://schemas.microsoft.com/office/drawing/2014/main" id="{B04988CC-E530-4FDE-A6CD-5CD370846E43}"/>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24263850" name="Rectangle 902052220">
            <a:extLst xmlns:a="http://schemas.openxmlformats.org/drawingml/2006/main">
              <a:ext uri="{FF2B5EF4-FFF2-40B4-BE49-F238E27FC236}">
                <a16:creationId xmlns:a16="http://schemas.microsoft.com/office/drawing/2014/main" id="{55B942A9-5132-4794-BEF5-672F71127E62}"/>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393041445" name="Rectangle 110604859">
            <a:extLst xmlns:a="http://schemas.openxmlformats.org/drawingml/2006/main">
              <a:ext uri="{FF2B5EF4-FFF2-40B4-BE49-F238E27FC236}">
                <a16:creationId xmlns:a16="http://schemas.microsoft.com/office/drawing/2014/main" id="{9918B838-CCE0-4584-AB7D-8DD747A808C2}"/>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6431276" name="Rectangle 1570659082">
            <a:extLst xmlns:a="http://schemas.openxmlformats.org/drawingml/2006/main">
              <a:ext uri="{FF2B5EF4-FFF2-40B4-BE49-F238E27FC236}">
                <a16:creationId xmlns:a16="http://schemas.microsoft.com/office/drawing/2014/main" id="{3A1C9450-247D-4C97-9254-D9DC40FBB9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70</a:t>
            </a:r>
          </a:p>
        </p:txBody>
      </p:sp>
    </p:spTree>
    <p:extLst>
      <p:ext uri="{BB962C8B-B14F-4D97-AF65-F5344CB8AC3E}">
        <p14:creationId xmlns:p14="http://schemas.microsoft.com/office/powerpoint/2010/main" val="1986478053"/>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0798696" name="Rectangle 1748329787">
            <a:extLst xmlns:a="http://schemas.openxmlformats.org/drawingml/2006/main">
              <a:ext uri="{FF2B5EF4-FFF2-40B4-BE49-F238E27FC236}">
                <a16:creationId xmlns:a16="http://schemas.microsoft.com/office/drawing/2014/main" id="{AA2FCB81-AD78-4136-859A-3DCA6E677F8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99343582" name="Rectangle 1611343531">
            <a:extLst xmlns:a="http://schemas.openxmlformats.org/drawingml/2006/main">
              <a:ext uri="{FF2B5EF4-FFF2-40B4-BE49-F238E27FC236}">
                <a16:creationId xmlns:a16="http://schemas.microsoft.com/office/drawing/2014/main" id="{7E935B88-A81C-4BF5-A4FA-022327C3160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275099801" name="Rectangle: Rounded Corners 1015940866">
            <a:extLst xmlns:a="http://schemas.openxmlformats.org/drawingml/2006/main">
              <a:ext uri="{FF2B5EF4-FFF2-40B4-BE49-F238E27FC236}">
                <a16:creationId xmlns:a16="http://schemas.microsoft.com/office/drawing/2014/main" id="{BC375B5E-513D-422B-974F-5B9041E2A58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122156" name="Rectangle: Rounded Corners 1808652943">
            <a:extLst xmlns:a="http://schemas.openxmlformats.org/drawingml/2006/main">
              <a:ext uri="{FF2B5EF4-FFF2-40B4-BE49-F238E27FC236}">
                <a16:creationId xmlns:a16="http://schemas.microsoft.com/office/drawing/2014/main" id="{AE4E4089-53D5-4A1B-A24B-9E5E92A7532C}"/>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4490315" name="Rectangle: Rounded Corners 1081078089">
            <a:extLst xmlns:a="http://schemas.openxmlformats.org/drawingml/2006/main">
              <a:ext uri="{FF2B5EF4-FFF2-40B4-BE49-F238E27FC236}">
                <a16:creationId xmlns:a16="http://schemas.microsoft.com/office/drawing/2014/main" id="{2BCB8D1F-86C4-4FC5-BDF6-224677056379}"/>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607719" name="Rectangle: Rounded Corners 492680344">
            <a:extLst xmlns:a="http://schemas.openxmlformats.org/drawingml/2006/main">
              <a:ext uri="{FF2B5EF4-FFF2-40B4-BE49-F238E27FC236}">
                <a16:creationId xmlns:a16="http://schemas.microsoft.com/office/drawing/2014/main" id="{EFFAFE88-1FA4-4554-9727-2AAF28982F24}"/>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293692" name="Rectangle: Rounded Corners 1482722514">
            <a:extLst xmlns:a="http://schemas.openxmlformats.org/drawingml/2006/main">
              <a:ext uri="{FF2B5EF4-FFF2-40B4-BE49-F238E27FC236}">
                <a16:creationId xmlns:a16="http://schemas.microsoft.com/office/drawing/2014/main" id="{E8333812-A451-4585-A1F1-5622D9E97BB6}"/>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0064785" name="Rectangle: Rounded Corners 121026446">
            <a:extLst xmlns:a="http://schemas.openxmlformats.org/drawingml/2006/main">
              <a:ext uri="{FF2B5EF4-FFF2-40B4-BE49-F238E27FC236}">
                <a16:creationId xmlns:a16="http://schemas.microsoft.com/office/drawing/2014/main" id="{83B2CF6D-6D48-4743-A6F2-A0199A36CAC1}"/>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4177117" name="Rectangle 163980103">
            <a:extLst xmlns:a="http://schemas.openxmlformats.org/drawingml/2006/main">
              <a:ext uri="{FF2B5EF4-FFF2-40B4-BE49-F238E27FC236}">
                <a16:creationId xmlns:a16="http://schemas.microsoft.com/office/drawing/2014/main" id="{07D3722E-8973-4113-BEEA-3E958BED0C7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3743909" name="Rectangle 693850306">
            <a:extLst xmlns:a="http://schemas.openxmlformats.org/drawingml/2006/main">
              <a:ext uri="{FF2B5EF4-FFF2-40B4-BE49-F238E27FC236}">
                <a16:creationId xmlns:a16="http://schemas.microsoft.com/office/drawing/2014/main" id="{B4A3B6B5-3E73-4C9B-8AC4-67C54173B829}"/>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44522852" name="Straight Connector 1622472842">
            <a:extLst xmlns:a="http://schemas.openxmlformats.org/drawingml/2006/main">
              <a:ext uri="{FF2B5EF4-FFF2-40B4-BE49-F238E27FC236}">
                <a16:creationId xmlns:a16="http://schemas.microsoft.com/office/drawing/2014/main" id="{7A04CE4A-1842-4D60-B763-DA394CDF8FF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422246" name="Rectangle: Rounded Corners 1311020404">
            <a:extLst xmlns:a="http://schemas.openxmlformats.org/drawingml/2006/main">
              <a:ext uri="{FF2B5EF4-FFF2-40B4-BE49-F238E27FC236}">
                <a16:creationId xmlns:a16="http://schemas.microsoft.com/office/drawing/2014/main" id="{E0AD3F99-0FCC-45C1-92BB-9CF958F72B8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282827599" name="Rectangle 481459380">
            <a:extLst xmlns:a="http://schemas.openxmlformats.org/drawingml/2006/main">
              <a:ext uri="{FF2B5EF4-FFF2-40B4-BE49-F238E27FC236}">
                <a16:creationId xmlns:a16="http://schemas.microsoft.com/office/drawing/2014/main" id="{8EB1F705-C53D-468F-BCD8-38F022D3058D}"/>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586063504" name="Rectangle: Rounded Corners 1942037177">
            <a:extLst xmlns:a="http://schemas.openxmlformats.org/drawingml/2006/main">
              <a:ext uri="{FF2B5EF4-FFF2-40B4-BE49-F238E27FC236}">
                <a16:creationId xmlns:a16="http://schemas.microsoft.com/office/drawing/2014/main" id="{52CE1AFA-F4E1-45AA-9D32-FCDF35276C56}"/>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1087146843" name="Rectangle: Rounded Corners 75602190">
            <a:extLst xmlns:a="http://schemas.openxmlformats.org/drawingml/2006/main">
              <a:ext uri="{FF2B5EF4-FFF2-40B4-BE49-F238E27FC236}">
                <a16:creationId xmlns:a16="http://schemas.microsoft.com/office/drawing/2014/main" id="{297C376C-BAD1-4AF1-B799-87FE722577DE}"/>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438796010" name="Rectangle: Rounded Corners 1789658254">
            <a:extLst xmlns:a="http://schemas.openxmlformats.org/drawingml/2006/main">
              <a:ext uri="{FF2B5EF4-FFF2-40B4-BE49-F238E27FC236}">
                <a16:creationId xmlns:a16="http://schemas.microsoft.com/office/drawing/2014/main" id="{7D975B56-21DE-4F41-BFDC-E7187EB081E4}"/>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26523031" name="Rectangle: Rounded Corners 1953288476">
            <a:extLst xmlns:a="http://schemas.openxmlformats.org/drawingml/2006/main">
              <a:ext uri="{FF2B5EF4-FFF2-40B4-BE49-F238E27FC236}">
                <a16:creationId xmlns:a16="http://schemas.microsoft.com/office/drawing/2014/main" id="{A83F645E-4E95-4CE5-8325-5B3A554C7B7E}"/>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83511455" name="Straight Connector 319643796">
            <a:extLst xmlns:a="http://schemas.openxmlformats.org/drawingml/2006/main">
              <a:ext uri="{FF2B5EF4-FFF2-40B4-BE49-F238E27FC236}">
                <a16:creationId xmlns:a16="http://schemas.microsoft.com/office/drawing/2014/main" id="{BFAECEE2-FAF6-42EB-8A49-95064F6A38B5}"/>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018965" name="Rectangle: Rounded Corners 647942513">
            <a:extLst xmlns:a="http://schemas.openxmlformats.org/drawingml/2006/main">
              <a:ext uri="{FF2B5EF4-FFF2-40B4-BE49-F238E27FC236}">
                <a16:creationId xmlns:a16="http://schemas.microsoft.com/office/drawing/2014/main" id="{ECF5CDCF-91E5-4F25-9A1E-E9E729A3B33E}"/>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2053" name="Rectangle: Rounded Corners 636131648">
            <a:extLst xmlns:a="http://schemas.openxmlformats.org/drawingml/2006/main">
              <a:ext uri="{FF2B5EF4-FFF2-40B4-BE49-F238E27FC236}">
                <a16:creationId xmlns:a16="http://schemas.microsoft.com/office/drawing/2014/main" id="{01262A5B-B6D9-49FD-BF1E-003BEFC04C94}"/>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9947506" name="Rectangle: Rounded Corners 261513705">
            <a:extLst xmlns:a="http://schemas.openxmlformats.org/drawingml/2006/main">
              <a:ext uri="{FF2B5EF4-FFF2-40B4-BE49-F238E27FC236}">
                <a16:creationId xmlns:a16="http://schemas.microsoft.com/office/drawing/2014/main" id="{B7F6F010-55F9-4F79-AE95-031E9321AF8E}"/>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183739" name="Rectangle 1466779702">
            <a:extLst xmlns:a="http://schemas.openxmlformats.org/drawingml/2006/main">
              <a:ext uri="{FF2B5EF4-FFF2-40B4-BE49-F238E27FC236}">
                <a16:creationId xmlns:a16="http://schemas.microsoft.com/office/drawing/2014/main" id="{90B1D5F3-4FB6-462A-A67F-756A5A937927}"/>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535987743" name="Rectangle 2140567318">
            <a:extLst xmlns:a="http://schemas.openxmlformats.org/drawingml/2006/main">
              <a:ext uri="{FF2B5EF4-FFF2-40B4-BE49-F238E27FC236}">
                <a16:creationId xmlns:a16="http://schemas.microsoft.com/office/drawing/2014/main" id="{8740409C-D0BD-4AD2-A1BD-5D85916968E6}"/>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342984073" name="Rectangle 800090932">
            <a:extLst xmlns:a="http://schemas.openxmlformats.org/drawingml/2006/main">
              <a:ext uri="{FF2B5EF4-FFF2-40B4-BE49-F238E27FC236}">
                <a16:creationId xmlns:a16="http://schemas.microsoft.com/office/drawing/2014/main" id="{1CCA07B0-DC43-4FAB-8DFA-CF4FA0E850A4}"/>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056881007" name="Oval 663275864">
            <a:extLst xmlns:a="http://schemas.openxmlformats.org/drawingml/2006/main">
              <a:ext uri="{FF2B5EF4-FFF2-40B4-BE49-F238E27FC236}">
                <a16:creationId xmlns:a16="http://schemas.microsoft.com/office/drawing/2014/main" id="{033F91EA-A759-4642-A9A9-A2C532878BD8}"/>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578776" name="Oval 302896655">
            <a:extLst xmlns:a="http://schemas.openxmlformats.org/drawingml/2006/main">
              <a:ext uri="{FF2B5EF4-FFF2-40B4-BE49-F238E27FC236}">
                <a16:creationId xmlns:a16="http://schemas.microsoft.com/office/drawing/2014/main" id="{B7C518C0-B128-462D-B265-48BD89A1F30A}"/>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6917652" name="Oval 1173073258">
            <a:extLst xmlns:a="http://schemas.openxmlformats.org/drawingml/2006/main">
              <a:ext uri="{FF2B5EF4-FFF2-40B4-BE49-F238E27FC236}">
                <a16:creationId xmlns:a16="http://schemas.microsoft.com/office/drawing/2014/main" id="{E28773EC-DD88-4DB9-A410-34AF79AB6F03}"/>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2957875" name="Rectangle 1351287707">
            <a:extLst xmlns:a="http://schemas.openxmlformats.org/drawingml/2006/main">
              <a:ext uri="{FF2B5EF4-FFF2-40B4-BE49-F238E27FC236}">
                <a16:creationId xmlns:a16="http://schemas.microsoft.com/office/drawing/2014/main" id="{3BD670B2-1AF2-4EC6-ACB6-50C61F227824}"/>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595383111" name="Rectangle 1523385386">
            <a:extLst xmlns:a="http://schemas.openxmlformats.org/drawingml/2006/main">
              <a:ext uri="{FF2B5EF4-FFF2-40B4-BE49-F238E27FC236}">
                <a16:creationId xmlns:a16="http://schemas.microsoft.com/office/drawing/2014/main" id="{9339F5D9-2F04-4731-B9FF-4F59D4662D2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71</a:t>
            </a:r>
          </a:p>
        </p:txBody>
      </p:sp>
    </p:spTree>
    <p:extLst>
      <p:ext uri="{BB962C8B-B14F-4D97-AF65-F5344CB8AC3E}">
        <p14:creationId xmlns:p14="http://schemas.microsoft.com/office/powerpoint/2010/main" val="1344640447"/>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2026-07-27T16:58:13.2940000Z</dcterms:created>
  <dcterms:modified xsi:type="dcterms:W3CDTF">2026-07-27T16:58:13.2940000Z</dcterms:modified>
</coreProperties>
</file>