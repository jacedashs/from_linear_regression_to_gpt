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b96e75da7943ef" /><Relationship Type="http://schemas.openxmlformats.org/officeDocument/2006/relationships/extended-properties" Target="/docProps/app.xml" Id="R85dd6d86db1f4667" /><Relationship Type="http://schemas.openxmlformats.org/officeDocument/2006/relationships/officeDocument" Target="/ppt/presentation.xml" Id="Rba65332b279647db" /></Relationships>
</file>

<file path=ppt/presentation.xml><?xml version="1.0" encoding="utf-8"?>
<p:presentation xmlns:p="http://schemas.openxmlformats.org/presentationml/2006/main">
  <p:sldMasterIdLst>
    <p:sldMasterId xmlns:r="http://schemas.openxmlformats.org/officeDocument/2006/relationships" id="2147483648" r:id="R1138cd91ce864ac6"/>
  </p:sldMasterIdLst>
  <p:notesMasterIdLst>
    <p:notesMasterId xmlns:r="http://schemas.openxmlformats.org/officeDocument/2006/relationships" r:id="Rc9efee6d1cf349b7"/>
  </p:notesMasterIdLst>
  <p:sldIdLst>
    <p:sldId xmlns:r="http://schemas.openxmlformats.org/officeDocument/2006/relationships" id="256" r:id="R0da7467f494f44dd"/>
    <p:sldId xmlns:r="http://schemas.openxmlformats.org/officeDocument/2006/relationships" id="257" r:id="R88e329a2747343bc"/>
    <p:sldId xmlns:r="http://schemas.openxmlformats.org/officeDocument/2006/relationships" id="258" r:id="R9f7ee701cba3490e"/>
    <p:sldId xmlns:r="http://schemas.openxmlformats.org/officeDocument/2006/relationships" id="259" r:id="R057382ea529947d1"/>
    <p:sldId xmlns:r="http://schemas.openxmlformats.org/officeDocument/2006/relationships" id="260" r:id="Ra89fd66b44e04410"/>
    <p:sldId xmlns:r="http://schemas.openxmlformats.org/officeDocument/2006/relationships" id="261" r:id="R502c6dc473674958"/>
    <p:sldId xmlns:r="http://schemas.openxmlformats.org/officeDocument/2006/relationships" id="262" r:id="R3fb8fdcb6db24551"/>
    <p:sldId xmlns:r="http://schemas.openxmlformats.org/officeDocument/2006/relationships" id="263" r:id="R457b509eb7dc4535"/>
    <p:sldId xmlns:r="http://schemas.openxmlformats.org/officeDocument/2006/relationships" id="264" r:id="Rd276aa645dde4802"/>
    <p:sldId xmlns:r="http://schemas.openxmlformats.org/officeDocument/2006/relationships" id="265" r:id="R7b29f6adb7854c55"/>
    <p:sldId xmlns:r="http://schemas.openxmlformats.org/officeDocument/2006/relationships" id="266" r:id="Rcf22a391a1af43cf"/>
    <p:sldId xmlns:r="http://schemas.openxmlformats.org/officeDocument/2006/relationships" id="267" r:id="R92ce63d0f1264874"/>
    <p:sldId xmlns:r="http://schemas.openxmlformats.org/officeDocument/2006/relationships" id="268" r:id="Rd149622064e64282"/>
    <p:sldId xmlns:r="http://schemas.openxmlformats.org/officeDocument/2006/relationships" id="269" r:id="Rcda0efb168344217"/>
    <p:sldId xmlns:r="http://schemas.openxmlformats.org/officeDocument/2006/relationships" id="270" r:id="Rffece648b5074dfe"/>
    <p:sldId xmlns:r="http://schemas.openxmlformats.org/officeDocument/2006/relationships" id="271" r:id="Rc8f1383654834c73"/>
    <p:sldId xmlns:r="http://schemas.openxmlformats.org/officeDocument/2006/relationships" id="272" r:id="Reaf4d9c2ea6f4e8c"/>
    <p:sldId xmlns:r="http://schemas.openxmlformats.org/officeDocument/2006/relationships" id="273" r:id="Ra4d3e03acc6b478c"/>
    <p:sldId xmlns:r="http://schemas.openxmlformats.org/officeDocument/2006/relationships" id="274" r:id="R08cc60bc024442fd"/>
    <p:sldId xmlns:r="http://schemas.openxmlformats.org/officeDocument/2006/relationships" id="275" r:id="R92c9985bf3214c4f"/>
    <p:sldId xmlns:r="http://schemas.openxmlformats.org/officeDocument/2006/relationships" id="276" r:id="Rec0d9577accf4ad9"/>
    <p:sldId xmlns:r="http://schemas.openxmlformats.org/officeDocument/2006/relationships" id="277" r:id="R6c83e771630d4f38"/>
    <p:sldId xmlns:r="http://schemas.openxmlformats.org/officeDocument/2006/relationships" id="278" r:id="Rbc6b37126d104bd6"/>
    <p:sldId xmlns:r="http://schemas.openxmlformats.org/officeDocument/2006/relationships" id="279" r:id="R91d7b5b707f64028"/>
    <p:sldId xmlns:r="http://schemas.openxmlformats.org/officeDocument/2006/relationships" id="280" r:id="R2948f35f58944ae6"/>
    <p:sldId xmlns:r="http://schemas.openxmlformats.org/officeDocument/2006/relationships" id="281" r:id="R04919745deff4845"/>
    <p:sldId xmlns:r="http://schemas.openxmlformats.org/officeDocument/2006/relationships" id="282" r:id="R9f5ebc6b2e254c1f"/>
    <p:sldId xmlns:r="http://schemas.openxmlformats.org/officeDocument/2006/relationships" id="283" r:id="Rf7387c54a2704936"/>
    <p:sldId xmlns:r="http://schemas.openxmlformats.org/officeDocument/2006/relationships" id="284" r:id="R7d61ea1d156543d6"/>
    <p:sldId xmlns:r="http://schemas.openxmlformats.org/officeDocument/2006/relationships" id="285" r:id="R4836daa958f14144"/>
    <p:sldId xmlns:r="http://schemas.openxmlformats.org/officeDocument/2006/relationships" id="286" r:id="R043d760a24c44806"/>
    <p:sldId xmlns:r="http://schemas.openxmlformats.org/officeDocument/2006/relationships" id="287" r:id="R166e3e3fa52948b4"/>
    <p:sldId xmlns:r="http://schemas.openxmlformats.org/officeDocument/2006/relationships" id="288" r:id="R3a77e90e85d34723"/>
    <p:sldId xmlns:r="http://schemas.openxmlformats.org/officeDocument/2006/relationships" id="289" r:id="R760cd30f08c54f0c"/>
    <p:sldId xmlns:r="http://schemas.openxmlformats.org/officeDocument/2006/relationships" id="290" r:id="R4f64cd78bdc94304"/>
    <p:sldId xmlns:r="http://schemas.openxmlformats.org/officeDocument/2006/relationships" id="291" r:id="R9bbfca9744f1455c"/>
    <p:sldId xmlns:r="http://schemas.openxmlformats.org/officeDocument/2006/relationships" id="292" r:id="R2d8185fd1bc849e5"/>
    <p:sldId xmlns:r="http://schemas.openxmlformats.org/officeDocument/2006/relationships" id="293" r:id="R5a693f06e9034044"/>
    <p:sldId xmlns:r="http://schemas.openxmlformats.org/officeDocument/2006/relationships" id="294" r:id="R96bb140a0b96480c"/>
    <p:sldId xmlns:r="http://schemas.openxmlformats.org/officeDocument/2006/relationships" id="295" r:id="R20015369c6914638"/>
    <p:sldId xmlns:r="http://schemas.openxmlformats.org/officeDocument/2006/relationships" id="296" r:id="R304065160d57418e"/>
    <p:sldId xmlns:r="http://schemas.openxmlformats.org/officeDocument/2006/relationships" id="297" r:id="R6b70d0b6e8b44b88"/>
    <p:sldId xmlns:r="http://schemas.openxmlformats.org/officeDocument/2006/relationships" id="298" r:id="Re34ec50415b44bbb"/>
    <p:sldId xmlns:r="http://schemas.openxmlformats.org/officeDocument/2006/relationships" id="299" r:id="R6f85972d63b84b0f"/>
    <p:sldId xmlns:r="http://schemas.openxmlformats.org/officeDocument/2006/relationships" id="300" r:id="R83d6871a059a430f"/>
    <p:sldId xmlns:r="http://schemas.openxmlformats.org/officeDocument/2006/relationships" id="301" r:id="R34c4635ff9e44dd1"/>
    <p:sldId xmlns:r="http://schemas.openxmlformats.org/officeDocument/2006/relationships" id="302" r:id="R8649542cf8ca4d7d"/>
    <p:sldId xmlns:r="http://schemas.openxmlformats.org/officeDocument/2006/relationships" id="303" r:id="Rbec0489e902f40f0"/>
    <p:sldId xmlns:r="http://schemas.openxmlformats.org/officeDocument/2006/relationships" id="304" r:id="Rc6c0543152124a47"/>
    <p:sldId xmlns:r="http://schemas.openxmlformats.org/officeDocument/2006/relationships" id="305" r:id="R94737acf187248b1"/>
    <p:sldId xmlns:r="http://schemas.openxmlformats.org/officeDocument/2006/relationships" id="306" r:id="Rd3cdd4dc80984105"/>
    <p:sldId xmlns:r="http://schemas.openxmlformats.org/officeDocument/2006/relationships" id="307" r:id="R7a9f6664d292452b"/>
    <p:sldId xmlns:r="http://schemas.openxmlformats.org/officeDocument/2006/relationships" id="308" r:id="Rfb79db5e629a4afc"/>
    <p:sldId xmlns:r="http://schemas.openxmlformats.org/officeDocument/2006/relationships" id="309" r:id="Rae7590cb543344ae"/>
    <p:sldId xmlns:r="http://schemas.openxmlformats.org/officeDocument/2006/relationships" id="310" r:id="Rc590b666a4004f0a"/>
    <p:sldId xmlns:r="http://schemas.openxmlformats.org/officeDocument/2006/relationships" id="311" r:id="Red7b13e24cb04870"/>
    <p:sldId xmlns:r="http://schemas.openxmlformats.org/officeDocument/2006/relationships" id="312" r:id="R36dfc37996af4a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593fbbd77d4943" /><Relationship Type="http://schemas.openxmlformats.org/officeDocument/2006/relationships/slideMaster" Target="/ppt/slideMasters/slideMaster1.xml" Id="R1138cd91ce864ac6" /><Relationship Type="http://schemas.openxmlformats.org/officeDocument/2006/relationships/notesMaster" Target="/ppt/notesMasters/notesMaster1.xml" Id="Rc9efee6d1cf349b7" /><Relationship Type="http://schemas.openxmlformats.org/officeDocument/2006/relationships/presProps" Target="/ppt/presProps.xml" Id="R5a78931335c5445a" /><Relationship Type="http://schemas.openxmlformats.org/officeDocument/2006/relationships/tableStyles" Target="/ppt/tableStyles.xml" Id="R7c1e922ae94f424b" /><Relationship Type="http://schemas.openxmlformats.org/officeDocument/2006/relationships/slide" Target="/ppt/slides/slide1.xml" Id="R0da7467f494f44dd" /><Relationship Type="http://schemas.openxmlformats.org/officeDocument/2006/relationships/slide" Target="/ppt/slides/slide2.xml" Id="R88e329a2747343bc" /><Relationship Type="http://schemas.openxmlformats.org/officeDocument/2006/relationships/slide" Target="/ppt/slides/slide3.xml" Id="R9f7ee701cba3490e" /><Relationship Type="http://schemas.openxmlformats.org/officeDocument/2006/relationships/slide" Target="/ppt/slides/slide4.xml" Id="R057382ea529947d1" /><Relationship Type="http://schemas.openxmlformats.org/officeDocument/2006/relationships/slide" Target="/ppt/slides/slide5.xml" Id="Ra89fd66b44e04410" /><Relationship Type="http://schemas.openxmlformats.org/officeDocument/2006/relationships/slide" Target="/ppt/slides/slide6.xml" Id="R502c6dc473674958" /><Relationship Type="http://schemas.openxmlformats.org/officeDocument/2006/relationships/slide" Target="/ppt/slides/slide7.xml" Id="R3fb8fdcb6db24551" /><Relationship Type="http://schemas.openxmlformats.org/officeDocument/2006/relationships/slide" Target="/ppt/slides/slide8.xml" Id="R457b509eb7dc4535" /><Relationship Type="http://schemas.openxmlformats.org/officeDocument/2006/relationships/slide" Target="/ppt/slides/slide9.xml" Id="Rd276aa645dde4802" /><Relationship Type="http://schemas.openxmlformats.org/officeDocument/2006/relationships/slide" Target="/ppt/slides/slide10.xml" Id="R7b29f6adb7854c55" /><Relationship Type="http://schemas.openxmlformats.org/officeDocument/2006/relationships/slide" Target="/ppt/slides/slide11.xml" Id="Rcf22a391a1af43cf" /><Relationship Type="http://schemas.openxmlformats.org/officeDocument/2006/relationships/slide" Target="/ppt/slides/slide12.xml" Id="R92ce63d0f1264874" /><Relationship Type="http://schemas.openxmlformats.org/officeDocument/2006/relationships/slide" Target="/ppt/slides/slide13.xml" Id="Rd149622064e64282" /><Relationship Type="http://schemas.openxmlformats.org/officeDocument/2006/relationships/slide" Target="/ppt/slides/slide14.xml" Id="Rcda0efb168344217" /><Relationship Type="http://schemas.openxmlformats.org/officeDocument/2006/relationships/slide" Target="/ppt/slides/slide15.xml" Id="Rffece648b5074dfe" /><Relationship Type="http://schemas.openxmlformats.org/officeDocument/2006/relationships/slide" Target="/ppt/slides/slide16.xml" Id="Rc8f1383654834c73" /><Relationship Type="http://schemas.openxmlformats.org/officeDocument/2006/relationships/slide" Target="/ppt/slides/slide17.xml" Id="Reaf4d9c2ea6f4e8c" /><Relationship Type="http://schemas.openxmlformats.org/officeDocument/2006/relationships/slide" Target="/ppt/slides/slide18.xml" Id="Ra4d3e03acc6b478c" /><Relationship Type="http://schemas.openxmlformats.org/officeDocument/2006/relationships/slide" Target="/ppt/slides/slide19.xml" Id="R08cc60bc024442fd" /><Relationship Type="http://schemas.openxmlformats.org/officeDocument/2006/relationships/slide" Target="/ppt/slides/slide20.xml" Id="R92c9985bf3214c4f" /><Relationship Type="http://schemas.openxmlformats.org/officeDocument/2006/relationships/slide" Target="/ppt/slides/slide21.xml" Id="Rec0d9577accf4ad9" /><Relationship Type="http://schemas.openxmlformats.org/officeDocument/2006/relationships/slide" Target="/ppt/slides/slide22.xml" Id="R6c83e771630d4f38" /><Relationship Type="http://schemas.openxmlformats.org/officeDocument/2006/relationships/slide" Target="/ppt/slides/slide23.xml" Id="Rbc6b37126d104bd6" /><Relationship Type="http://schemas.openxmlformats.org/officeDocument/2006/relationships/slide" Target="/ppt/slides/slide24.xml" Id="R91d7b5b707f64028" /><Relationship Type="http://schemas.openxmlformats.org/officeDocument/2006/relationships/slide" Target="/ppt/slides/slide25.xml" Id="R2948f35f58944ae6" /><Relationship Type="http://schemas.openxmlformats.org/officeDocument/2006/relationships/slide" Target="/ppt/slides/slide26.xml" Id="R04919745deff4845" /><Relationship Type="http://schemas.openxmlformats.org/officeDocument/2006/relationships/slide" Target="/ppt/slides/slide27.xml" Id="R9f5ebc6b2e254c1f" /><Relationship Type="http://schemas.openxmlformats.org/officeDocument/2006/relationships/slide" Target="/ppt/slides/slide28.xml" Id="Rf7387c54a2704936" /><Relationship Type="http://schemas.openxmlformats.org/officeDocument/2006/relationships/slide" Target="/ppt/slides/slide29.xml" Id="R7d61ea1d156543d6" /><Relationship Type="http://schemas.openxmlformats.org/officeDocument/2006/relationships/slide" Target="/ppt/slides/slide30.xml" Id="R4836daa958f14144" /><Relationship Type="http://schemas.openxmlformats.org/officeDocument/2006/relationships/slide" Target="/ppt/slides/slide31.xml" Id="R043d760a24c44806" /><Relationship Type="http://schemas.openxmlformats.org/officeDocument/2006/relationships/slide" Target="/ppt/slides/slide32.xml" Id="R166e3e3fa52948b4" /><Relationship Type="http://schemas.openxmlformats.org/officeDocument/2006/relationships/slide" Target="/ppt/slides/slide33.xml" Id="R3a77e90e85d34723" /><Relationship Type="http://schemas.openxmlformats.org/officeDocument/2006/relationships/slide" Target="/ppt/slides/slide34.xml" Id="R760cd30f08c54f0c" /><Relationship Type="http://schemas.openxmlformats.org/officeDocument/2006/relationships/slide" Target="/ppt/slides/slide35.xml" Id="R4f64cd78bdc94304" /><Relationship Type="http://schemas.openxmlformats.org/officeDocument/2006/relationships/slide" Target="/ppt/slides/slide36.xml" Id="R9bbfca9744f1455c" /><Relationship Type="http://schemas.openxmlformats.org/officeDocument/2006/relationships/slide" Target="/ppt/slides/slide37.xml" Id="R2d8185fd1bc849e5" /><Relationship Type="http://schemas.openxmlformats.org/officeDocument/2006/relationships/slide" Target="/ppt/slides/slide38.xml" Id="R5a693f06e9034044" /><Relationship Type="http://schemas.openxmlformats.org/officeDocument/2006/relationships/slide" Target="/ppt/slides/slide39.xml" Id="R96bb140a0b96480c" /><Relationship Type="http://schemas.openxmlformats.org/officeDocument/2006/relationships/slide" Target="/ppt/slides/slide40.xml" Id="R20015369c6914638" /><Relationship Type="http://schemas.openxmlformats.org/officeDocument/2006/relationships/slide" Target="/ppt/slides/slide41.xml" Id="R304065160d57418e" /><Relationship Type="http://schemas.openxmlformats.org/officeDocument/2006/relationships/slide" Target="/ppt/slides/slide42.xml" Id="R6b70d0b6e8b44b88" /><Relationship Type="http://schemas.openxmlformats.org/officeDocument/2006/relationships/slide" Target="/ppt/slides/slide43.xml" Id="Re34ec50415b44bbb" /><Relationship Type="http://schemas.openxmlformats.org/officeDocument/2006/relationships/slide" Target="/ppt/slides/slide44.xml" Id="R6f85972d63b84b0f" /><Relationship Type="http://schemas.openxmlformats.org/officeDocument/2006/relationships/slide" Target="/ppt/slides/slide45.xml" Id="R83d6871a059a430f" /><Relationship Type="http://schemas.openxmlformats.org/officeDocument/2006/relationships/slide" Target="/ppt/slides/slide46.xml" Id="R34c4635ff9e44dd1" /><Relationship Type="http://schemas.openxmlformats.org/officeDocument/2006/relationships/slide" Target="/ppt/slides/slide47.xml" Id="R8649542cf8ca4d7d" /><Relationship Type="http://schemas.openxmlformats.org/officeDocument/2006/relationships/slide" Target="/ppt/slides/slide48.xml" Id="Rbec0489e902f40f0" /><Relationship Type="http://schemas.openxmlformats.org/officeDocument/2006/relationships/slide" Target="/ppt/slides/slide49.xml" Id="Rc6c0543152124a47" /><Relationship Type="http://schemas.openxmlformats.org/officeDocument/2006/relationships/slide" Target="/ppt/slides/slide50.xml" Id="R94737acf187248b1" /><Relationship Type="http://schemas.openxmlformats.org/officeDocument/2006/relationships/slide" Target="/ppt/slides/slide51.xml" Id="Rd3cdd4dc80984105" /><Relationship Type="http://schemas.openxmlformats.org/officeDocument/2006/relationships/slide" Target="/ppt/slides/slide52.xml" Id="R7a9f6664d292452b" /><Relationship Type="http://schemas.openxmlformats.org/officeDocument/2006/relationships/slide" Target="/ppt/slides/slide53.xml" Id="Rfb79db5e629a4afc" /><Relationship Type="http://schemas.openxmlformats.org/officeDocument/2006/relationships/slide" Target="/ppt/slides/slide54.xml" Id="Rae7590cb543344ae" /><Relationship Type="http://schemas.openxmlformats.org/officeDocument/2006/relationships/slide" Target="/ppt/slides/slide55.xml" Id="Rc590b666a4004f0a" /><Relationship Type="http://schemas.openxmlformats.org/officeDocument/2006/relationships/slide" Target="/ppt/slides/slide56.xml" Id="Red7b13e24cb04870" /><Relationship Type="http://schemas.openxmlformats.org/officeDocument/2006/relationships/slide" Target="/ppt/slides/slide57.xml" Id="R36dfc37996af4a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beaa9f90034b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81784344424e45" /><Relationship Type="http://schemas.openxmlformats.org/officeDocument/2006/relationships/notesMaster" Target="/ppt/notesMasters/notesMaster1.xml" Id="R5ddc4d634173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0002e142ba4b96" /><Relationship Type="http://schemas.openxmlformats.org/officeDocument/2006/relationships/notesMaster" Target="/ppt/notesMasters/notesMaster1.xml" Id="Rdc101a1bbc464c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4b5e0a0584833" /><Relationship Type="http://schemas.openxmlformats.org/officeDocument/2006/relationships/notesMaster" Target="/ppt/notesMasters/notesMaster1.xml" Id="R558a7e0246eb40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f938ff378945c3" /><Relationship Type="http://schemas.openxmlformats.org/officeDocument/2006/relationships/notesMaster" Target="/ppt/notesMasters/notesMaster1.xml" Id="R56c6b95f110c41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9a362331fd4de4" /><Relationship Type="http://schemas.openxmlformats.org/officeDocument/2006/relationships/notesMaster" Target="/ppt/notesMasters/notesMaster1.xml" Id="R9e0b75ee17d84f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979c6c94434cec" /><Relationship Type="http://schemas.openxmlformats.org/officeDocument/2006/relationships/notesMaster" Target="/ppt/notesMasters/notesMaster1.xml" Id="R7f1394d2a4b240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7d9e1f25f84224" /><Relationship Type="http://schemas.openxmlformats.org/officeDocument/2006/relationships/notesMaster" Target="/ppt/notesMasters/notesMaster1.xml" Id="R3b0ae30ddf1942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d481264b224808" /><Relationship Type="http://schemas.openxmlformats.org/officeDocument/2006/relationships/notesMaster" Target="/ppt/notesMasters/notesMaster1.xml" Id="R50586438df864b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bbc76cbc694923" /><Relationship Type="http://schemas.openxmlformats.org/officeDocument/2006/relationships/notesMaster" Target="/ppt/notesMasters/notesMaster1.xml" Id="Rc7264e14d0c243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baf19ad51646f5" /><Relationship Type="http://schemas.openxmlformats.org/officeDocument/2006/relationships/notesMaster" Target="/ppt/notesMasters/notesMaster1.xml" Id="Rf6ea3776ff734a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05a28ffd0e49e0" /><Relationship Type="http://schemas.openxmlformats.org/officeDocument/2006/relationships/notesMaster" Target="/ppt/notesMasters/notesMaster1.xml" Id="R74b5fec4306f4f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951dcf6aff40c7" /><Relationship Type="http://schemas.openxmlformats.org/officeDocument/2006/relationships/notesMaster" Target="/ppt/notesMasters/notesMaster1.xml" Id="Rf15d2974bafe40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a645892bae4505" /><Relationship Type="http://schemas.openxmlformats.org/officeDocument/2006/relationships/notesMaster" Target="/ppt/notesMasters/notesMaster1.xml" Id="Rea866fd3498a4d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7a4d95a8194359" /><Relationship Type="http://schemas.openxmlformats.org/officeDocument/2006/relationships/notesMaster" Target="/ppt/notesMasters/notesMaster1.xml" Id="R696e8bde31bf44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73c78c1eba42c1" /><Relationship Type="http://schemas.openxmlformats.org/officeDocument/2006/relationships/notesMaster" Target="/ppt/notesMasters/notesMaster1.xml" Id="Rd39811f8aff04e0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960aa680b74777" /><Relationship Type="http://schemas.openxmlformats.org/officeDocument/2006/relationships/notesMaster" Target="/ppt/notesMasters/notesMaster1.xml" Id="R7fe687b831f34b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e0ec44a2b94efb" /><Relationship Type="http://schemas.openxmlformats.org/officeDocument/2006/relationships/notesMaster" Target="/ppt/notesMasters/notesMaster1.xml" Id="R17654a3f823d4e4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f5dbddbe2447ab" /><Relationship Type="http://schemas.openxmlformats.org/officeDocument/2006/relationships/notesMaster" Target="/ppt/notesMasters/notesMaster1.xml" Id="Rc4496da71f1d40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62c72ca0844c13" /><Relationship Type="http://schemas.openxmlformats.org/officeDocument/2006/relationships/notesMaster" Target="/ppt/notesMasters/notesMaster1.xml" Id="Rbb3d3761c8d645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0d53df03be4387" /><Relationship Type="http://schemas.openxmlformats.org/officeDocument/2006/relationships/notesMaster" Target="/ppt/notesMasters/notesMaster1.xml" Id="Rbb9fb4864c7849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448086ae5d4c24" /><Relationship Type="http://schemas.openxmlformats.org/officeDocument/2006/relationships/notesMaster" Target="/ppt/notesMasters/notesMaster1.xml" Id="Rf9c1f2c2089546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eeeb6e1b7f49a6" /><Relationship Type="http://schemas.openxmlformats.org/officeDocument/2006/relationships/notesMaster" Target="/ppt/notesMasters/notesMaster1.xml" Id="Rc067f0246db74d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ea64ea619124f63" /><Relationship Type="http://schemas.openxmlformats.org/officeDocument/2006/relationships/notesMaster" Target="/ppt/notesMasters/notesMaster1.xml" Id="R9a3c7b51070648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92a760cadad42bb" /><Relationship Type="http://schemas.openxmlformats.org/officeDocument/2006/relationships/notesMaster" Target="/ppt/notesMasters/notesMaster1.xml" Id="Rb4232811b2014ad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82774515094f45" /><Relationship Type="http://schemas.openxmlformats.org/officeDocument/2006/relationships/notesMaster" Target="/ppt/notesMasters/notesMaster1.xml" Id="Rfecd3fcb97da47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ef5061d67084046" /><Relationship Type="http://schemas.openxmlformats.org/officeDocument/2006/relationships/notesMaster" Target="/ppt/notesMasters/notesMaster1.xml" Id="R534c6aad91704bd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adeda263b24949" /><Relationship Type="http://schemas.openxmlformats.org/officeDocument/2006/relationships/notesMaster" Target="/ppt/notesMasters/notesMaster1.xml" Id="R6942820706ee452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fe548481aaf42ca" /><Relationship Type="http://schemas.openxmlformats.org/officeDocument/2006/relationships/notesMaster" Target="/ppt/notesMasters/notesMaster1.xml" Id="R1056f58a09ff45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c10adca94364e2f" /><Relationship Type="http://schemas.openxmlformats.org/officeDocument/2006/relationships/notesMaster" Target="/ppt/notesMasters/notesMaster1.xml" Id="R68b4667a65c141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85e3dc6d5584596" /><Relationship Type="http://schemas.openxmlformats.org/officeDocument/2006/relationships/notesMaster" Target="/ppt/notesMasters/notesMaster1.xml" Id="R4eac1cdbc8e2443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c815f8bc6904aa6" /><Relationship Type="http://schemas.openxmlformats.org/officeDocument/2006/relationships/notesMaster" Target="/ppt/notesMasters/notesMaster1.xml" Id="R103598a86f41443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74ad6922d44d72" /><Relationship Type="http://schemas.openxmlformats.org/officeDocument/2006/relationships/notesMaster" Target="/ppt/notesMasters/notesMaster1.xml" Id="R357aba83b8a54d5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55798cd4b0e4f23" /><Relationship Type="http://schemas.openxmlformats.org/officeDocument/2006/relationships/notesMaster" Target="/ppt/notesMasters/notesMaster1.xml" Id="Rc38634dd54d24d7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92ceee47b5b4d06" /><Relationship Type="http://schemas.openxmlformats.org/officeDocument/2006/relationships/notesMaster" Target="/ppt/notesMasters/notesMaster1.xml" Id="Rb73dcaa03c2647a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27f5f6d575645d4" /><Relationship Type="http://schemas.openxmlformats.org/officeDocument/2006/relationships/notesMaster" Target="/ppt/notesMasters/notesMaster1.xml" Id="R9ccd0214586c43e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e0dd91c8c414e2b" /><Relationship Type="http://schemas.openxmlformats.org/officeDocument/2006/relationships/notesMaster" Target="/ppt/notesMasters/notesMaster1.xml" Id="Ra624cbc0193e429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c82a27955a844be" /><Relationship Type="http://schemas.openxmlformats.org/officeDocument/2006/relationships/notesMaster" Target="/ppt/notesMasters/notesMaster1.xml" Id="R85e6195a4ff7458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080281c06ad4bc6" /><Relationship Type="http://schemas.openxmlformats.org/officeDocument/2006/relationships/notesMaster" Target="/ppt/notesMasters/notesMaster1.xml" Id="R04e159012ea44e9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36c3116a9c54b98" /><Relationship Type="http://schemas.openxmlformats.org/officeDocument/2006/relationships/notesMaster" Target="/ppt/notesMasters/notesMaster1.xml" Id="R6a1dd4186d7d44c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d76980f21e24eba" /><Relationship Type="http://schemas.openxmlformats.org/officeDocument/2006/relationships/notesMaster" Target="/ppt/notesMasters/notesMaster1.xml" Id="Rb46773ee99a049e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7fde38e7a0d4d1e" /><Relationship Type="http://schemas.openxmlformats.org/officeDocument/2006/relationships/notesMaster" Target="/ppt/notesMasters/notesMaster1.xml" Id="R8bf16974a95e4ee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8bb346fb1b24474" /><Relationship Type="http://schemas.openxmlformats.org/officeDocument/2006/relationships/notesMaster" Target="/ppt/notesMasters/notesMaster1.xml" Id="R0d0894d7d33e4b7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89d0aea7f37420b" /><Relationship Type="http://schemas.openxmlformats.org/officeDocument/2006/relationships/notesMaster" Target="/ppt/notesMasters/notesMaster1.xml" Id="R652fab20f39f49c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8f6146a393541a4" /><Relationship Type="http://schemas.openxmlformats.org/officeDocument/2006/relationships/notesMaster" Target="/ppt/notesMasters/notesMaster1.xml" Id="R3273a18a5bf54cd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d97c09a9a724bc6" /><Relationship Type="http://schemas.openxmlformats.org/officeDocument/2006/relationships/notesMaster" Target="/ppt/notesMasters/notesMaster1.xml" Id="Re94c051e0d0a44b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5bad6f9e32246b0" /><Relationship Type="http://schemas.openxmlformats.org/officeDocument/2006/relationships/notesMaster" Target="/ppt/notesMasters/notesMaster1.xml" Id="R808afee37e89466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7d29d064ba3459a" /><Relationship Type="http://schemas.openxmlformats.org/officeDocument/2006/relationships/notesMaster" Target="/ppt/notesMasters/notesMaster1.xml" Id="R7a4a18307d414fe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cf157bf68514346" /><Relationship Type="http://schemas.openxmlformats.org/officeDocument/2006/relationships/notesMaster" Target="/ppt/notesMasters/notesMaster1.xml" Id="R49a4f803fd6e47c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9680dfb05dc4023" /><Relationship Type="http://schemas.openxmlformats.org/officeDocument/2006/relationships/notesMaster" Target="/ppt/notesMasters/notesMaster1.xml" Id="R8ca967188469407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edc0fc8cba74e40" /><Relationship Type="http://schemas.openxmlformats.org/officeDocument/2006/relationships/notesMaster" Target="/ppt/notesMasters/notesMaster1.xml" Id="R8d6b1267014d4ca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abce38a073542f5" /><Relationship Type="http://schemas.openxmlformats.org/officeDocument/2006/relationships/notesMaster" Target="/ppt/notesMasters/notesMaster1.xml" Id="R14c877392cad4cf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3af9d2e2f884b9a" /><Relationship Type="http://schemas.openxmlformats.org/officeDocument/2006/relationships/notesMaster" Target="/ppt/notesMasters/notesMaster1.xml" Id="Rbd3729afed5f465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dce97018b6b4bf3" /><Relationship Type="http://schemas.openxmlformats.org/officeDocument/2006/relationships/notesMaster" Target="/ppt/notesMasters/notesMaster1.xml" Id="Rc1bcf6bc9ac746b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4283a1fa68c43bf" /><Relationship Type="http://schemas.openxmlformats.org/officeDocument/2006/relationships/notesMaster" Target="/ppt/notesMasters/notesMaster1.xml" Id="Rfca5eb7a6c574bc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8db2f3651be4c97" /><Relationship Type="http://schemas.openxmlformats.org/officeDocument/2006/relationships/notesMaster" Target="/ppt/notesMasters/notesMaster1.xml" Id="R22d0bf5a86434f0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b84fdea71424882" /><Relationship Type="http://schemas.openxmlformats.org/officeDocument/2006/relationships/notesMaster" Target="/ppt/notesMasters/notesMaster1.xml" Id="R955f20fd480c41f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fe8f85f21914a36" /><Relationship Type="http://schemas.openxmlformats.org/officeDocument/2006/relationships/notesMaster" Target="/ppt/notesMasters/notesMaster1.xml" Id="R64c94b2044634f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8fd1f57d424778"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efbb7dd6d840a5" /><Relationship Type="http://schemas.openxmlformats.org/officeDocument/2006/relationships/slideLayout" Target="/ppt/slideLayouts/slideLayout1.xml" Id="R31669223cbdd45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669223cbdd45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280325b0014320" /><Relationship Type="http://schemas.openxmlformats.org/officeDocument/2006/relationships/notesSlide" Target="/ppt/notesSlides/notesSlide1.xml" Id="Radad273814f240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1013b213c746cf" /><Relationship Type="http://schemas.openxmlformats.org/officeDocument/2006/relationships/image" Target="/ppt/media/image.png" Id="R4e3c28fe30a942ad" /><Relationship Type="http://schemas.openxmlformats.org/officeDocument/2006/relationships/notesSlide" Target="/ppt/notesSlides/notesSlide2.xml" Id="Rf98b905b5b4142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567989c4504cfa" /><Relationship Type="http://schemas.openxmlformats.org/officeDocument/2006/relationships/image" Target="/ppt/media/image2.png" Id="R25c8536e54ed435a" /><Relationship Type="http://schemas.openxmlformats.org/officeDocument/2006/relationships/notesSlide" Target="/ppt/notesSlides/notesSlide3.xml" Id="R5ea915129b1b4e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1815a174f44c44" /><Relationship Type="http://schemas.openxmlformats.org/officeDocument/2006/relationships/image" Target="/ppt/media/image3.png" Id="R9c6112080063452a" /><Relationship Type="http://schemas.openxmlformats.org/officeDocument/2006/relationships/notesSlide" Target="/ppt/notesSlides/notesSlide4.xml" Id="Rd9b422d21f5e4c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ce5e9a5fe54ab7" /><Relationship Type="http://schemas.openxmlformats.org/officeDocument/2006/relationships/notesSlide" Target="/ppt/notesSlides/notesSlide5.xml" Id="R5e70a226a7764a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e9e949c8464b0d" /><Relationship Type="http://schemas.openxmlformats.org/officeDocument/2006/relationships/image" Target="/ppt/media/image.svg" Id="Rb7b9bf93b1d94fc0" /><Relationship Type="http://schemas.openxmlformats.org/officeDocument/2006/relationships/image" Target="/ppt/media/image.png" Id="R1c0347e591094fa4" /><Relationship Type="http://schemas.openxmlformats.org/officeDocument/2006/relationships/notesSlide" Target="/ppt/notesSlides/notesSlide6.xml" Id="Raa4537b5cec34f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bae1717d8b4958" /><Relationship Type="http://schemas.openxmlformats.org/officeDocument/2006/relationships/image" Target="/ppt/media/image2.svg" Id="Rf18b802eb5434d91" /><Relationship Type="http://schemas.openxmlformats.org/officeDocument/2006/relationships/image" Target="/ppt/media/image2.png" Id="Re1225a6cd12e4096" /><Relationship Type="http://schemas.openxmlformats.org/officeDocument/2006/relationships/notesSlide" Target="/ppt/notesSlides/notesSlide7.xml" Id="R81099c6cb65442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ea5c226e354124" /><Relationship Type="http://schemas.openxmlformats.org/officeDocument/2006/relationships/notesSlide" Target="/ppt/notesSlides/notesSlide8.xml" Id="Rba00b4df25ab42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27ba0bb22b439d" /><Relationship Type="http://schemas.openxmlformats.org/officeDocument/2006/relationships/image" Target="/ppt/media/image3.svg" Id="Red8674a4688d42e1" /><Relationship Type="http://schemas.openxmlformats.org/officeDocument/2006/relationships/image" Target="/ppt/media/image3.png" Id="R05dfca6408df45f9" /><Relationship Type="http://schemas.openxmlformats.org/officeDocument/2006/relationships/notesSlide" Target="/ppt/notesSlides/notesSlide9.xml" Id="Ra41dd1fe712e47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4d63a190714a17" /><Relationship Type="http://schemas.openxmlformats.org/officeDocument/2006/relationships/image" Target="/ppt/media/image4.png" Id="Re09b0debe42b431f" /><Relationship Type="http://schemas.openxmlformats.org/officeDocument/2006/relationships/notesSlide" Target="/ppt/notesSlides/notesSlide10.xml" Id="R86f084816c3543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f140f060264405" /><Relationship Type="http://schemas.openxmlformats.org/officeDocument/2006/relationships/image" Target="/ppt/media/image5.png" Id="Ra0cf54aca5ad4e1a" /><Relationship Type="http://schemas.openxmlformats.org/officeDocument/2006/relationships/image" Target="/ppt/media/image4.svg" Id="R9515c7d821f0461d" /><Relationship Type="http://schemas.openxmlformats.org/officeDocument/2006/relationships/image" Target="/ppt/media/image4.png" Id="R6acea21863ae4574" /><Relationship Type="http://schemas.openxmlformats.org/officeDocument/2006/relationships/notesSlide" Target="/ppt/notesSlides/notesSlide11.xml" Id="Ra6bedc5a78f14a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7eb21bd33e4fbc" /><Relationship Type="http://schemas.openxmlformats.org/officeDocument/2006/relationships/image" Target="/ppt/media/image5.svg" Id="Rd7b133c9458f40fd" /><Relationship Type="http://schemas.openxmlformats.org/officeDocument/2006/relationships/image" Target="/ppt/media/image5.png" Id="R67da360a6d5c43bb" /><Relationship Type="http://schemas.openxmlformats.org/officeDocument/2006/relationships/notesSlide" Target="/ppt/notesSlides/notesSlide12.xml" Id="R6a68898439084f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249eb917af4c15" /><Relationship Type="http://schemas.openxmlformats.org/officeDocument/2006/relationships/image" Target="/ppt/media/image6.png" Id="R9347ea749f9b4c5d" /><Relationship Type="http://schemas.openxmlformats.org/officeDocument/2006/relationships/image" Target="/ppt/media/image6.svg" Id="Reb8f22d86d664d60" /><Relationship Type="http://schemas.openxmlformats.org/officeDocument/2006/relationships/image" Target="/ppt/media/image7.png" Id="R88a2204aacec47b8" /><Relationship Type="http://schemas.openxmlformats.org/officeDocument/2006/relationships/image" Target="/ppt/media/image7.svg" Id="Rf94ec10132b240a5" /><Relationship Type="http://schemas.openxmlformats.org/officeDocument/2006/relationships/notesSlide" Target="/ppt/notesSlides/notesSlide13.xml" Id="R9b2e439da71c41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5e9ee5e00d4932" /><Relationship Type="http://schemas.openxmlformats.org/officeDocument/2006/relationships/image" Target="/ppt/media/image8.png" Id="Rff8715feade94ed6" /><Relationship Type="http://schemas.openxmlformats.org/officeDocument/2006/relationships/image" Target="/ppt/media/image8.svg" Id="R4bdcda596acd43b4" /><Relationship Type="http://schemas.openxmlformats.org/officeDocument/2006/relationships/notesSlide" Target="/ppt/notesSlides/notesSlide14.xml" Id="Rfff73250eb674c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d88bbb4c0df46d3" /><Relationship Type="http://schemas.openxmlformats.org/officeDocument/2006/relationships/image" Target="/ppt/media/image9.png" Id="R0229bb5ff7d14561" /><Relationship Type="http://schemas.openxmlformats.org/officeDocument/2006/relationships/image" Target="/ppt/media/image9.svg" Id="Rd957903d6bcc480a" /><Relationship Type="http://schemas.openxmlformats.org/officeDocument/2006/relationships/notesSlide" Target="/ppt/notesSlides/notesSlide15.xml" Id="R53464f2100744a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ff0748b231486f" /><Relationship Type="http://schemas.openxmlformats.org/officeDocument/2006/relationships/notesSlide" Target="/ppt/notesSlides/notesSlide16.xml" Id="Ree5aeb80e4304d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164832f08be4abd" /><Relationship Type="http://schemas.openxmlformats.org/officeDocument/2006/relationships/notesSlide" Target="/ppt/notesSlides/notesSlide17.xml" Id="Rfa0f50c0b63648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bab020b8f4454e" /><Relationship Type="http://schemas.openxmlformats.org/officeDocument/2006/relationships/notesSlide" Target="/ppt/notesSlides/notesSlide18.xml" Id="Rb5d596c3008d40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8e4f7ed37024211" /><Relationship Type="http://schemas.openxmlformats.org/officeDocument/2006/relationships/image" Target="/ppt/media/image10.png" Id="R94945617832647e9" /><Relationship Type="http://schemas.openxmlformats.org/officeDocument/2006/relationships/notesSlide" Target="/ppt/notesSlides/notesSlide19.xml" Id="R342d872f52f240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75f6c4a4c11449f" /><Relationship Type="http://schemas.openxmlformats.org/officeDocument/2006/relationships/notesSlide" Target="/ppt/notesSlides/notesSlide20.xml" Id="R8e9e4555a38148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9de08deda640c3" /><Relationship Type="http://schemas.openxmlformats.org/officeDocument/2006/relationships/notesSlide" Target="/ppt/notesSlides/notesSlide21.xml" Id="Rf0e960b75f114f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d8755377b8640be" /><Relationship Type="http://schemas.openxmlformats.org/officeDocument/2006/relationships/notesSlide" Target="/ppt/notesSlides/notesSlide22.xml" Id="R526feb496ada4b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c18f0c111f949f6" /><Relationship Type="http://schemas.openxmlformats.org/officeDocument/2006/relationships/notesSlide" Target="/ppt/notesSlides/notesSlide23.xml" Id="R0be797d99c22421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3d644425c5e4a43" /><Relationship Type="http://schemas.openxmlformats.org/officeDocument/2006/relationships/notesSlide" Target="/ppt/notesSlides/notesSlide24.xml" Id="Rfab36ac7c6b146e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3c5a425957947a8" /><Relationship Type="http://schemas.openxmlformats.org/officeDocument/2006/relationships/notesSlide" Target="/ppt/notesSlides/notesSlide25.xml" Id="Raa8b00fc72b84f6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77619a26c464e63" /><Relationship Type="http://schemas.openxmlformats.org/officeDocument/2006/relationships/notesSlide" Target="/ppt/notesSlides/notesSlide26.xml" Id="Rd3d6f2239cd2471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ba0bdc5680f46c2" /><Relationship Type="http://schemas.openxmlformats.org/officeDocument/2006/relationships/image" Target="/ppt/media/image11.png" Id="R95e28201820948ea" /><Relationship Type="http://schemas.openxmlformats.org/officeDocument/2006/relationships/notesSlide" Target="/ppt/notesSlides/notesSlide27.xml" Id="Re7c49d04cb86458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4685e91732843cc" /><Relationship Type="http://schemas.openxmlformats.org/officeDocument/2006/relationships/image" Target="/ppt/media/image12.png" Id="R3bebaccd5f6644c3" /><Relationship Type="http://schemas.openxmlformats.org/officeDocument/2006/relationships/notesSlide" Target="/ppt/notesSlides/notesSlide28.xml" Id="R4dbe201f142f41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41887a1df804be7" /><Relationship Type="http://schemas.openxmlformats.org/officeDocument/2006/relationships/notesSlide" Target="/ppt/notesSlides/notesSlide29.xml" Id="Rb41cb207d29f4c1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0921dac45dc42ba" /><Relationship Type="http://schemas.openxmlformats.org/officeDocument/2006/relationships/notesSlide" Target="/ppt/notesSlides/notesSlide30.xml" Id="R486bf404222d4b5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7b4e4d9c624455b" /><Relationship Type="http://schemas.openxmlformats.org/officeDocument/2006/relationships/notesSlide" Target="/ppt/notesSlides/notesSlide31.xml" Id="R682a94e5a7c8419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0f1f46721274a42" /><Relationship Type="http://schemas.openxmlformats.org/officeDocument/2006/relationships/notesSlide" Target="/ppt/notesSlides/notesSlide32.xml" Id="R5f95c60de2be42e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e7c1514c5b144c9" /><Relationship Type="http://schemas.openxmlformats.org/officeDocument/2006/relationships/notesSlide" Target="/ppt/notesSlides/notesSlide33.xml" Id="Rb4d54aad978b4c0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52eea3135154270" /><Relationship Type="http://schemas.openxmlformats.org/officeDocument/2006/relationships/notesSlide" Target="/ppt/notesSlides/notesSlide34.xml" Id="Rfb26cd73222f438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b92d7bf9d314154" /><Relationship Type="http://schemas.openxmlformats.org/officeDocument/2006/relationships/notesSlide" Target="/ppt/notesSlides/notesSlide35.xml" Id="R974d0bd7444a48f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e86edfe80044360" /><Relationship Type="http://schemas.openxmlformats.org/officeDocument/2006/relationships/notesSlide" Target="/ppt/notesSlides/notesSlide36.xml" Id="Rd35930d0e466424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13f8b91e5594417" /><Relationship Type="http://schemas.openxmlformats.org/officeDocument/2006/relationships/image" Target="/ppt/media/image13.png" Id="Re7e1719808c648dd" /><Relationship Type="http://schemas.openxmlformats.org/officeDocument/2006/relationships/notesSlide" Target="/ppt/notesSlides/notesSlide37.xml" Id="Rbe7f18c96c52496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fc59ad8acd3445a" /><Relationship Type="http://schemas.openxmlformats.org/officeDocument/2006/relationships/notesSlide" Target="/ppt/notesSlides/notesSlide38.xml" Id="R2d1df47f204244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dd74e74be3549ab" /><Relationship Type="http://schemas.openxmlformats.org/officeDocument/2006/relationships/notesSlide" Target="/ppt/notesSlides/notesSlide39.xml" Id="R96a170f2b0bd472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fc2b5aa2c3c410f" /><Relationship Type="http://schemas.openxmlformats.org/officeDocument/2006/relationships/notesSlide" Target="/ppt/notesSlides/notesSlide40.xml" Id="Rcb7feeb3644946a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8e4660e82004772" /><Relationship Type="http://schemas.openxmlformats.org/officeDocument/2006/relationships/notesSlide" Target="/ppt/notesSlides/notesSlide41.xml" Id="R7c06a49607c4403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ba63bfc11984890" /><Relationship Type="http://schemas.openxmlformats.org/officeDocument/2006/relationships/image" Target="/ppt/media/image6.png" Id="Rdb66eae0106246b8" /><Relationship Type="http://schemas.openxmlformats.org/officeDocument/2006/relationships/image" Target="/ppt/media/image6.svg" Id="R3570ad7cc1a4441c" /><Relationship Type="http://schemas.openxmlformats.org/officeDocument/2006/relationships/image" Target="/ppt/media/image7.png" Id="Rbf544c50bc2d4269" /><Relationship Type="http://schemas.openxmlformats.org/officeDocument/2006/relationships/image" Target="/ppt/media/image7.svg" Id="R493200e58c754795" /><Relationship Type="http://schemas.openxmlformats.org/officeDocument/2006/relationships/notesSlide" Target="/ppt/notesSlides/notesSlide42.xml" Id="Rbbb85800a99a4d8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0cbe1e9bc8143c8" /><Relationship Type="http://schemas.openxmlformats.org/officeDocument/2006/relationships/notesSlide" Target="/ppt/notesSlides/notesSlide43.xml" Id="R61bb67b5f24a4a2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370cbd2efb440c7" /><Relationship Type="http://schemas.openxmlformats.org/officeDocument/2006/relationships/notesSlide" Target="/ppt/notesSlides/notesSlide44.xml" Id="Ra68ae8e4c9b64dd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383796071ec4c52" /><Relationship Type="http://schemas.openxmlformats.org/officeDocument/2006/relationships/notesSlide" Target="/ppt/notesSlides/notesSlide45.xml" Id="R23e3343c3d5e450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4bfcfd5c9ee4c7b" /><Relationship Type="http://schemas.openxmlformats.org/officeDocument/2006/relationships/notesSlide" Target="/ppt/notesSlides/notesSlide46.xml" Id="Rc3fbd10a4a7440e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aa1e8b3e85a43b1" /><Relationship Type="http://schemas.openxmlformats.org/officeDocument/2006/relationships/notesSlide" Target="/ppt/notesSlides/notesSlide47.xml" Id="Rca564f3122b9469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40f56a223144209" /><Relationship Type="http://schemas.openxmlformats.org/officeDocument/2006/relationships/notesSlide" Target="/ppt/notesSlides/notesSlide48.xml" Id="Rcba99f55c63c49f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5403b9ce35f41fe" /><Relationship Type="http://schemas.openxmlformats.org/officeDocument/2006/relationships/image" Target="/ppt/media/image10.svg" Id="Ree1752f2fc0249b7" /><Relationship Type="http://schemas.openxmlformats.org/officeDocument/2006/relationships/image" Target="/ppt/media/image10.png" Id="Rd43e98c42f844577" /><Relationship Type="http://schemas.openxmlformats.org/officeDocument/2006/relationships/notesSlide" Target="/ppt/notesSlides/notesSlide49.xml" Id="R54805fd8e3694be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755341cd2e24636" /><Relationship Type="http://schemas.openxmlformats.org/officeDocument/2006/relationships/notesSlide" Target="/ppt/notesSlides/notesSlide50.xml" Id="R1d14341f60cd4f6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60a111401aa4a5f" /><Relationship Type="http://schemas.openxmlformats.org/officeDocument/2006/relationships/notesSlide" Target="/ppt/notesSlides/notesSlide51.xml" Id="Rfb1d0e5e80584b1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68d4454f23e4384" /><Relationship Type="http://schemas.openxmlformats.org/officeDocument/2006/relationships/notesSlide" Target="/ppt/notesSlides/notesSlide52.xml" Id="R536bb1c8002a4aa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bf3ce7e286974e29" /><Relationship Type="http://schemas.openxmlformats.org/officeDocument/2006/relationships/notesSlide" Target="/ppt/notesSlides/notesSlide53.xml" Id="Raab4813f11b44ce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81c83a44a4641d6" /><Relationship Type="http://schemas.openxmlformats.org/officeDocument/2006/relationships/notesSlide" Target="/ppt/notesSlides/notesSlide54.xml" Id="R859d58aa6d0f450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bce6b2acfce4056" /><Relationship Type="http://schemas.openxmlformats.org/officeDocument/2006/relationships/notesSlide" Target="/ppt/notesSlides/notesSlide55.xml" Id="R02280fb4f566488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ec734050c774adc" /><Relationship Type="http://schemas.openxmlformats.org/officeDocument/2006/relationships/notesSlide" Target="/ppt/notesSlides/notesSlide56.xml" Id="R12a6885668f04a8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d62f53b0da84546" /><Relationship Type="http://schemas.openxmlformats.org/officeDocument/2006/relationships/notesSlide" Target="/ppt/notesSlides/notesSlide57.xml" Id="Rb2a274cde0d24df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2-21</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22-28</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29-36</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37-41</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42-56</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4e3c28fe30a942a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25c8536e54ed435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9c6112080063452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1c0347e591094fa4">
            <a:extLst>
              <a:ext uri="{96DAC541-7B7A-43D3-8B79-37D633B846F1}">
                <asvg:svgBlip xmlns:asvg="http://schemas.microsoft.com/office/drawing/2016/SVG/main" r:embed="Rb7b9bf93b1d94fc0"/>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e1225a6cd12e4096">
            <a:extLst>
              <a:ext uri="{96DAC541-7B7A-43D3-8B79-37D633B846F1}">
                <asvg:svgBlip xmlns:asvg="http://schemas.microsoft.com/office/drawing/2016/SVG/main" r:embed="Rf18b802eb5434d9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05dfca6408df45f9">
            <a:extLst>
              <a:ext uri="{96DAC541-7B7A-43D3-8B79-37D633B846F1}">
                <asvg:svgBlip xmlns:asvg="http://schemas.microsoft.com/office/drawing/2016/SVG/main" r:embed="Red8674a4688d42e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e09b0debe42b431f"/>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a0cf54aca5ad4e1a"/>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6acea21863ae4574">
            <a:extLst>
              <a:ext uri="{96DAC541-7B7A-43D3-8B79-37D633B846F1}">
                <asvg:svgBlip xmlns:asvg="http://schemas.microsoft.com/office/drawing/2016/SVG/main" r:embed="R9515c7d821f0461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67da360a6d5c43bb">
            <a:extLst>
              <a:ext uri="{96DAC541-7B7A-43D3-8B79-37D633B846F1}">
                <asvg:svgBlip xmlns:asvg="http://schemas.microsoft.com/office/drawing/2016/SVG/main" r:embed="Rd7b133c9458f40f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9347ea749f9b4c5d">
            <a:extLst>
              <a:ext uri="{96DAC541-7B7A-43D3-8B79-37D633B846F1}">
                <asvg:svgBlip xmlns:asvg="http://schemas.microsoft.com/office/drawing/2016/SVG/main" r:embed="Reb8f22d86d664d60"/>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88a2204aacec47b8">
            <a:extLst>
              <a:ext uri="{96DAC541-7B7A-43D3-8B79-37D633B846F1}">
                <asvg:svgBlip xmlns:asvg="http://schemas.microsoft.com/office/drawing/2016/SVG/main" r:embed="Rf94ec10132b240a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ff8715feade94ed6"/>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ff8715feade94ed6">
            <a:extLst>
              <a:ext uri="{96DAC541-7B7A-43D3-8B79-37D633B846F1}">
                <asvg:svgBlip xmlns:asvg="http://schemas.microsoft.com/office/drawing/2016/SVG/main" r:embed="R4bdcda596acd43b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0229bb5ff7d14561">
            <a:extLst>
              <a:ext uri="{96DAC541-7B7A-43D3-8B79-37D633B846F1}">
                <asvg:svgBlip xmlns:asvg="http://schemas.microsoft.com/office/drawing/2016/SVG/main" r:embed="Rd957903d6bcc480a"/>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8011"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2"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3"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4"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5"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6"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7"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8"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19"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0"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1"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2"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3"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4"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5"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6"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7"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8"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29"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0"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1"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2"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3"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4"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5"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6"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7"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8"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39"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0"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1"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2"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3"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4"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5"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6"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7"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8"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49"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0"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1"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2"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3"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4"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5"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6"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7"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8"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59"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060"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94945617832647e9"/>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95e28201820948ea"/>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3bebaccd5f6644c3"/>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984515109"/>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717836351"/>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202936571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990315218"/>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176073685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53308264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31229900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206576533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e7e1719808c648dd"/>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45862281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58415269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13975143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71357872"/>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db66eae0106246b8">
            <a:extLst>
              <a:ext uri="{96DAC541-7B7A-43D3-8B79-37D633B846F1}">
                <asvg:svgBlip xmlns:asvg="http://schemas.microsoft.com/office/drawing/2016/SVG/main" r:embed="R3570ad7cc1a4441c"/>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bf544c50bc2d4269">
            <a:extLst>
              <a:ext uri="{96DAC541-7B7A-43D3-8B79-37D633B846F1}">
                <asvg:svgBlip xmlns:asvg="http://schemas.microsoft.com/office/drawing/2016/SVG/main" r:embed="R493200e58c75479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806896858"/>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1545776099"/>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372569667"/>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14449925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489948602"/>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d43e98c42f844577">
            <a:extLst>
              <a:ext uri="{96DAC541-7B7A-43D3-8B79-37D633B846F1}">
                <asvg:svgBlip xmlns:asvg="http://schemas.microsoft.com/office/drawing/2016/SVG/main" r:embed="Ree1752f2fc0249b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813735675"/>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884948398"/>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686667865"/>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101783865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38981274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7156326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Tree>
    <p:extLst>
      <p:ext uri="{BB962C8B-B14F-4D97-AF65-F5344CB8AC3E}">
        <p14:creationId xmlns:p14="http://schemas.microsoft.com/office/powerpoint/2010/main" val="209328064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2026-07-27T04:00:24.7430000Z</dcterms:created>
  <dcterms:modified xsi:type="dcterms:W3CDTF">2026-07-27T04:00:24.7430000Z</dcterms:modified>
</coreProperties>
</file>