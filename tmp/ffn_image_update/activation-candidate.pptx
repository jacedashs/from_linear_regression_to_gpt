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b74969f45345a9" /><Relationship Type="http://schemas.openxmlformats.org/officeDocument/2006/relationships/extended-properties" Target="/docProps/app.xml" Id="R5e0d78bf27a34be8" /><Relationship Type="http://schemas.openxmlformats.org/officeDocument/2006/relationships/officeDocument" Target="/ppt/presentation.xml" Id="R29206722025e4b15" /></Relationships>
</file>

<file path=ppt/presentation.xml><?xml version="1.0" encoding="utf-8"?>
<p:presentation xmlns:p="http://schemas.openxmlformats.org/presentationml/2006/main">
  <p:sldMasterIdLst>
    <p:sldMasterId xmlns:r="http://schemas.openxmlformats.org/officeDocument/2006/relationships" id="2147483648" r:id="R63c88996ae74480f"/>
  </p:sldMasterIdLst>
  <p:notesMasterIdLst>
    <p:notesMasterId xmlns:r="http://schemas.openxmlformats.org/officeDocument/2006/relationships" r:id="R852465fb472343ab"/>
  </p:notesMasterIdLst>
  <p:sldIdLst>
    <p:sldId xmlns:r="http://schemas.openxmlformats.org/officeDocument/2006/relationships" id="256" r:id="R9ef2b6247be94d91"/>
    <p:sldId xmlns:r="http://schemas.openxmlformats.org/officeDocument/2006/relationships" id="257" r:id="R2de4dad262cb4d49"/>
    <p:sldId xmlns:r="http://schemas.openxmlformats.org/officeDocument/2006/relationships" id="258" r:id="R4c2d2bd4a08044c3"/>
    <p:sldId xmlns:r="http://schemas.openxmlformats.org/officeDocument/2006/relationships" id="259" r:id="Rea77ec5c996c4f4e"/>
    <p:sldId xmlns:r="http://schemas.openxmlformats.org/officeDocument/2006/relationships" id="260" r:id="Ra1725b6552f04d53"/>
    <p:sldId xmlns:r="http://schemas.openxmlformats.org/officeDocument/2006/relationships" id="261" r:id="R178bcf04ed3b4269"/>
    <p:sldId xmlns:r="http://schemas.openxmlformats.org/officeDocument/2006/relationships" id="262" r:id="R0195d07fd14c430d"/>
    <p:sldId xmlns:r="http://schemas.openxmlformats.org/officeDocument/2006/relationships" id="263" r:id="Rb5e88d3d11214d3f"/>
    <p:sldId xmlns:r="http://schemas.openxmlformats.org/officeDocument/2006/relationships" id="264" r:id="R5ce197ddcec54763"/>
    <p:sldId xmlns:r="http://schemas.openxmlformats.org/officeDocument/2006/relationships" id="265" r:id="Rdaa5cd955c964dd0"/>
    <p:sldId xmlns:r="http://schemas.openxmlformats.org/officeDocument/2006/relationships" id="266" r:id="R046e9108dee24135"/>
    <p:sldId xmlns:r="http://schemas.openxmlformats.org/officeDocument/2006/relationships" id="267" r:id="Rbaf07b35b60f4c24"/>
    <p:sldId xmlns:r="http://schemas.openxmlformats.org/officeDocument/2006/relationships" id="268" r:id="R69099c88552d4c5e"/>
    <p:sldId xmlns:r="http://schemas.openxmlformats.org/officeDocument/2006/relationships" id="269" r:id="Rcade340f83fe4587"/>
    <p:sldId xmlns:r="http://schemas.openxmlformats.org/officeDocument/2006/relationships" id="270" r:id="R28fdebe49a4c4412"/>
    <p:sldId xmlns:r="http://schemas.openxmlformats.org/officeDocument/2006/relationships" id="271" r:id="Rdae34cf76f35455b"/>
    <p:sldId xmlns:r="http://schemas.openxmlformats.org/officeDocument/2006/relationships" id="272" r:id="R46cac2aaff794d91"/>
    <p:sldId xmlns:r="http://schemas.openxmlformats.org/officeDocument/2006/relationships" id="273" r:id="R9dae229293ad47b9"/>
    <p:sldId xmlns:r="http://schemas.openxmlformats.org/officeDocument/2006/relationships" id="274" r:id="Ra73583f946dd4d03"/>
    <p:sldId xmlns:r="http://schemas.openxmlformats.org/officeDocument/2006/relationships" id="275" r:id="R4cfedb8867404781"/>
    <p:sldId xmlns:r="http://schemas.openxmlformats.org/officeDocument/2006/relationships" id="276" r:id="R539d82a4abb74edc"/>
    <p:sldId xmlns:r="http://schemas.openxmlformats.org/officeDocument/2006/relationships" id="277" r:id="R39fc31b8e5e2467d"/>
    <p:sldId xmlns:r="http://schemas.openxmlformats.org/officeDocument/2006/relationships" id="278" r:id="Rf89bc50264f6444a"/>
    <p:sldId xmlns:r="http://schemas.openxmlformats.org/officeDocument/2006/relationships" id="279" r:id="Rd6255358ceef450b"/>
    <p:sldId xmlns:r="http://schemas.openxmlformats.org/officeDocument/2006/relationships" id="280" r:id="Ra99aa2360bee4e5a"/>
    <p:sldId xmlns:r="http://schemas.openxmlformats.org/officeDocument/2006/relationships" id="281" r:id="R5e19b7bf6bfc41ae"/>
    <p:sldId xmlns:r="http://schemas.openxmlformats.org/officeDocument/2006/relationships" id="282" r:id="R1a739183ae254b7f"/>
    <p:sldId xmlns:r="http://schemas.openxmlformats.org/officeDocument/2006/relationships" id="283" r:id="R47afa561f7884f50"/>
    <p:sldId xmlns:r="http://schemas.openxmlformats.org/officeDocument/2006/relationships" id="284" r:id="Rfaae6b31f6094dc3"/>
    <p:sldId xmlns:r="http://schemas.openxmlformats.org/officeDocument/2006/relationships" id="285" r:id="R7259d5f466e64de4"/>
    <p:sldId xmlns:r="http://schemas.openxmlformats.org/officeDocument/2006/relationships" id="286" r:id="R6f785f4685214852"/>
    <p:sldId xmlns:r="http://schemas.openxmlformats.org/officeDocument/2006/relationships" id="287" r:id="Rc9c08fbfbb974ea2"/>
    <p:sldId xmlns:r="http://schemas.openxmlformats.org/officeDocument/2006/relationships" id="288" r:id="Rda11f3a874e44ffe"/>
    <p:sldId xmlns:r="http://schemas.openxmlformats.org/officeDocument/2006/relationships" id="289" r:id="R6d46986d84644e95"/>
    <p:sldId xmlns:r="http://schemas.openxmlformats.org/officeDocument/2006/relationships" id="290" r:id="R5e9b97f78ca34983"/>
    <p:sldId xmlns:r="http://schemas.openxmlformats.org/officeDocument/2006/relationships" id="291" r:id="R0bae079d78cf47db"/>
    <p:sldId xmlns:r="http://schemas.openxmlformats.org/officeDocument/2006/relationships" id="292" r:id="Rd30fe249b0384630"/>
    <p:sldId xmlns:r="http://schemas.openxmlformats.org/officeDocument/2006/relationships" id="293" r:id="Rd4bb02a6443448e8"/>
    <p:sldId xmlns:r="http://schemas.openxmlformats.org/officeDocument/2006/relationships" id="294" r:id="Rf2b98b01f99e4c61"/>
    <p:sldId xmlns:r="http://schemas.openxmlformats.org/officeDocument/2006/relationships" id="295" r:id="Rd7f0f99afd154fb7"/>
    <p:sldId xmlns:r="http://schemas.openxmlformats.org/officeDocument/2006/relationships" id="296" r:id="Rab7936cb93104a4e"/>
    <p:sldId xmlns:r="http://schemas.openxmlformats.org/officeDocument/2006/relationships" id="297" r:id="R403421d231de4bb8"/>
    <p:sldId xmlns:r="http://schemas.openxmlformats.org/officeDocument/2006/relationships" id="298" r:id="R08214f7406a84078"/>
    <p:sldId xmlns:r="http://schemas.openxmlformats.org/officeDocument/2006/relationships" id="299" r:id="Rd14c3571b8c44f0c"/>
    <p:sldId xmlns:r="http://schemas.openxmlformats.org/officeDocument/2006/relationships" id="300" r:id="Re09e96bee64d4a7f"/>
    <p:sldId xmlns:r="http://schemas.openxmlformats.org/officeDocument/2006/relationships" id="301" r:id="Rc67556a2ca134738"/>
    <p:sldId xmlns:r="http://schemas.openxmlformats.org/officeDocument/2006/relationships" id="302" r:id="R7561978cc3b84f3b"/>
    <p:sldId xmlns:r="http://schemas.openxmlformats.org/officeDocument/2006/relationships" id="303" r:id="Rab47a3c0f7c94fd8"/>
    <p:sldId xmlns:r="http://schemas.openxmlformats.org/officeDocument/2006/relationships" id="304" r:id="R3a33ed042615485f"/>
    <p:sldId xmlns:r="http://schemas.openxmlformats.org/officeDocument/2006/relationships" id="305" r:id="R20d0cc04b8e84f89"/>
    <p:sldId xmlns:r="http://schemas.openxmlformats.org/officeDocument/2006/relationships" id="306" r:id="R5b7be3af29ee4f20"/>
    <p:sldId xmlns:r="http://schemas.openxmlformats.org/officeDocument/2006/relationships" id="307" r:id="R8da616db48fd4ddd"/>
    <p:sldId xmlns:r="http://schemas.openxmlformats.org/officeDocument/2006/relationships" id="308" r:id="R2e9f7cc6812b479b"/>
    <p:sldId xmlns:r="http://schemas.openxmlformats.org/officeDocument/2006/relationships" id="309" r:id="Rc56ddd1762124d94"/>
    <p:sldId xmlns:r="http://schemas.openxmlformats.org/officeDocument/2006/relationships" id="310" r:id="Re2974a340422414c"/>
    <p:sldId xmlns:r="http://schemas.openxmlformats.org/officeDocument/2006/relationships" id="311" r:id="R999b604756474713"/>
    <p:sldId xmlns:r="http://schemas.openxmlformats.org/officeDocument/2006/relationships" id="312" r:id="R00dd239ccfc141af"/>
    <p:sldId xmlns:r="http://schemas.openxmlformats.org/officeDocument/2006/relationships" id="313" r:id="R35b8ac0d6f054b3a"/>
    <p:sldId xmlns:r="http://schemas.openxmlformats.org/officeDocument/2006/relationships" id="314" r:id="Rfbfe805e05bd4d9b"/>
    <p:sldId xmlns:r="http://schemas.openxmlformats.org/officeDocument/2006/relationships" id="315" r:id="R11d8ac744ef44f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2b921c67c1c482b" /><Relationship Type="http://schemas.openxmlformats.org/officeDocument/2006/relationships/slideMaster" Target="/ppt/slideMasters/slideMaster1.xml" Id="R63c88996ae74480f" /><Relationship Type="http://schemas.openxmlformats.org/officeDocument/2006/relationships/notesMaster" Target="/ppt/notesMasters/notesMaster1.xml" Id="R852465fb472343ab" /><Relationship Type="http://schemas.openxmlformats.org/officeDocument/2006/relationships/presProps" Target="/ppt/presProps.xml" Id="R0b99aac236ba4310" /><Relationship Type="http://schemas.openxmlformats.org/officeDocument/2006/relationships/viewProps" Target="/ppt/viewProps.xml" Id="R178b19bae9374e4b" /><Relationship Type="http://schemas.openxmlformats.org/officeDocument/2006/relationships/tableStyles" Target="/ppt/tableStyles.xml" Id="R6ba2c0c1fa21484e" /><Relationship Type="http://schemas.openxmlformats.org/officeDocument/2006/relationships/slide" Target="/ppt/slides/slide1.xml" Id="R9ef2b6247be94d91" /><Relationship Type="http://schemas.openxmlformats.org/officeDocument/2006/relationships/slide" Target="/ppt/slides/slide2.xml" Id="R2de4dad262cb4d49" /><Relationship Type="http://schemas.openxmlformats.org/officeDocument/2006/relationships/slide" Target="/ppt/slides/slide3.xml" Id="R4c2d2bd4a08044c3" /><Relationship Type="http://schemas.openxmlformats.org/officeDocument/2006/relationships/slide" Target="/ppt/slides/slide4.xml" Id="Rea77ec5c996c4f4e" /><Relationship Type="http://schemas.openxmlformats.org/officeDocument/2006/relationships/slide" Target="/ppt/slides/slide5.xml" Id="Ra1725b6552f04d53" /><Relationship Type="http://schemas.openxmlformats.org/officeDocument/2006/relationships/slide" Target="/ppt/slides/slide6.xml" Id="R178bcf04ed3b4269" /><Relationship Type="http://schemas.openxmlformats.org/officeDocument/2006/relationships/slide" Target="/ppt/slides/slide7.xml" Id="R0195d07fd14c430d" /><Relationship Type="http://schemas.openxmlformats.org/officeDocument/2006/relationships/slide" Target="/ppt/slides/slide8.xml" Id="Rb5e88d3d11214d3f" /><Relationship Type="http://schemas.openxmlformats.org/officeDocument/2006/relationships/slide" Target="/ppt/slides/slide9.xml" Id="R5ce197ddcec54763" /><Relationship Type="http://schemas.openxmlformats.org/officeDocument/2006/relationships/slide" Target="/ppt/slides/slide10.xml" Id="Rdaa5cd955c964dd0" /><Relationship Type="http://schemas.openxmlformats.org/officeDocument/2006/relationships/slide" Target="/ppt/slides/slide11.xml" Id="R046e9108dee24135" /><Relationship Type="http://schemas.openxmlformats.org/officeDocument/2006/relationships/slide" Target="/ppt/slides/slide12.xml" Id="Rbaf07b35b60f4c24" /><Relationship Type="http://schemas.openxmlformats.org/officeDocument/2006/relationships/slide" Target="/ppt/slides/slide13.xml" Id="R69099c88552d4c5e" /><Relationship Type="http://schemas.openxmlformats.org/officeDocument/2006/relationships/slide" Target="/ppt/slides/slide14.xml" Id="Rcade340f83fe4587" /><Relationship Type="http://schemas.openxmlformats.org/officeDocument/2006/relationships/slide" Target="/ppt/slides/slide15.xml" Id="R28fdebe49a4c4412" /><Relationship Type="http://schemas.openxmlformats.org/officeDocument/2006/relationships/slide" Target="/ppt/slides/slide16.xml" Id="Rdae34cf76f35455b" /><Relationship Type="http://schemas.openxmlformats.org/officeDocument/2006/relationships/slide" Target="/ppt/slides/slide17.xml" Id="R46cac2aaff794d91" /><Relationship Type="http://schemas.openxmlformats.org/officeDocument/2006/relationships/slide" Target="/ppt/slides/slide18.xml" Id="R9dae229293ad47b9" /><Relationship Type="http://schemas.openxmlformats.org/officeDocument/2006/relationships/slide" Target="/ppt/slides/slide19.xml" Id="Ra73583f946dd4d03" /><Relationship Type="http://schemas.openxmlformats.org/officeDocument/2006/relationships/slide" Target="/ppt/slides/slide20.xml" Id="R4cfedb8867404781" /><Relationship Type="http://schemas.openxmlformats.org/officeDocument/2006/relationships/slide" Target="/ppt/slides/slide21.xml" Id="R539d82a4abb74edc" /><Relationship Type="http://schemas.openxmlformats.org/officeDocument/2006/relationships/slide" Target="/ppt/slides/slide22.xml" Id="R39fc31b8e5e2467d" /><Relationship Type="http://schemas.openxmlformats.org/officeDocument/2006/relationships/slide" Target="/ppt/slides/slide23.xml" Id="Rf89bc50264f6444a" /><Relationship Type="http://schemas.openxmlformats.org/officeDocument/2006/relationships/slide" Target="/ppt/slides/slide24.xml" Id="Rd6255358ceef450b" /><Relationship Type="http://schemas.openxmlformats.org/officeDocument/2006/relationships/slide" Target="/ppt/slides/slide25.xml" Id="Ra99aa2360bee4e5a" /><Relationship Type="http://schemas.openxmlformats.org/officeDocument/2006/relationships/slide" Target="/ppt/slides/slide26.xml" Id="R5e19b7bf6bfc41ae" /><Relationship Type="http://schemas.openxmlformats.org/officeDocument/2006/relationships/slide" Target="/ppt/slides/slide27.xml" Id="R1a739183ae254b7f" /><Relationship Type="http://schemas.openxmlformats.org/officeDocument/2006/relationships/slide" Target="/ppt/slides/slide28.xml" Id="R47afa561f7884f50" /><Relationship Type="http://schemas.openxmlformats.org/officeDocument/2006/relationships/slide" Target="/ppt/slides/slide29.xml" Id="Rfaae6b31f6094dc3" /><Relationship Type="http://schemas.openxmlformats.org/officeDocument/2006/relationships/slide" Target="/ppt/slides/slide30.xml" Id="R7259d5f466e64de4" /><Relationship Type="http://schemas.openxmlformats.org/officeDocument/2006/relationships/slide" Target="/ppt/slides/slide31.xml" Id="R6f785f4685214852" /><Relationship Type="http://schemas.openxmlformats.org/officeDocument/2006/relationships/slide" Target="/ppt/slides/slide32.xml" Id="Rc9c08fbfbb974ea2" /><Relationship Type="http://schemas.openxmlformats.org/officeDocument/2006/relationships/slide" Target="/ppt/slides/slide33.xml" Id="Rda11f3a874e44ffe" /><Relationship Type="http://schemas.openxmlformats.org/officeDocument/2006/relationships/slide" Target="/ppt/slides/slide34.xml" Id="R6d46986d84644e95" /><Relationship Type="http://schemas.openxmlformats.org/officeDocument/2006/relationships/slide" Target="/ppt/slides/slide35.xml" Id="R5e9b97f78ca34983" /><Relationship Type="http://schemas.openxmlformats.org/officeDocument/2006/relationships/slide" Target="/ppt/slides/slide36.xml" Id="R0bae079d78cf47db" /><Relationship Type="http://schemas.openxmlformats.org/officeDocument/2006/relationships/slide" Target="/ppt/slides/slide37.xml" Id="Rd30fe249b0384630" /><Relationship Type="http://schemas.openxmlformats.org/officeDocument/2006/relationships/slide" Target="/ppt/slides/slide38.xml" Id="Rd4bb02a6443448e8" /><Relationship Type="http://schemas.openxmlformats.org/officeDocument/2006/relationships/slide" Target="/ppt/slides/slide39.xml" Id="Rf2b98b01f99e4c61" /><Relationship Type="http://schemas.openxmlformats.org/officeDocument/2006/relationships/slide" Target="/ppt/slides/slide40.xml" Id="Rd7f0f99afd154fb7" /><Relationship Type="http://schemas.openxmlformats.org/officeDocument/2006/relationships/slide" Target="/ppt/slides/slide41.xml" Id="Rab7936cb93104a4e" /><Relationship Type="http://schemas.openxmlformats.org/officeDocument/2006/relationships/slide" Target="/ppt/slides/slide42.xml" Id="R403421d231de4bb8" /><Relationship Type="http://schemas.openxmlformats.org/officeDocument/2006/relationships/slide" Target="/ppt/slides/slide43.xml" Id="R08214f7406a84078" /><Relationship Type="http://schemas.openxmlformats.org/officeDocument/2006/relationships/slide" Target="/ppt/slides/slide44.xml" Id="Rd14c3571b8c44f0c" /><Relationship Type="http://schemas.openxmlformats.org/officeDocument/2006/relationships/slide" Target="/ppt/slides/slide45.xml" Id="Re09e96bee64d4a7f" /><Relationship Type="http://schemas.openxmlformats.org/officeDocument/2006/relationships/slide" Target="/ppt/slides/slide46.xml" Id="Rc67556a2ca134738" /><Relationship Type="http://schemas.openxmlformats.org/officeDocument/2006/relationships/slide" Target="/ppt/slides/slide47.xml" Id="R7561978cc3b84f3b" /><Relationship Type="http://schemas.openxmlformats.org/officeDocument/2006/relationships/slide" Target="/ppt/slides/slide48.xml" Id="Rab47a3c0f7c94fd8" /><Relationship Type="http://schemas.openxmlformats.org/officeDocument/2006/relationships/slide" Target="/ppt/slides/slide49.xml" Id="R3a33ed042615485f" /><Relationship Type="http://schemas.openxmlformats.org/officeDocument/2006/relationships/slide" Target="/ppt/slides/slide50.xml" Id="R20d0cc04b8e84f89" /><Relationship Type="http://schemas.openxmlformats.org/officeDocument/2006/relationships/slide" Target="/ppt/slides/slide51.xml" Id="R5b7be3af29ee4f20" /><Relationship Type="http://schemas.openxmlformats.org/officeDocument/2006/relationships/slide" Target="/ppt/slides/slide52.xml" Id="R8da616db48fd4ddd" /><Relationship Type="http://schemas.openxmlformats.org/officeDocument/2006/relationships/slide" Target="/ppt/slides/slide53.xml" Id="R2e9f7cc6812b479b" /><Relationship Type="http://schemas.openxmlformats.org/officeDocument/2006/relationships/slide" Target="/ppt/slides/slide54.xml" Id="Rc56ddd1762124d94" /><Relationship Type="http://schemas.openxmlformats.org/officeDocument/2006/relationships/slide" Target="/ppt/slides/slide55.xml" Id="Re2974a340422414c" /><Relationship Type="http://schemas.openxmlformats.org/officeDocument/2006/relationships/slide" Target="/ppt/slides/slide56.xml" Id="R999b604756474713" /><Relationship Type="http://schemas.openxmlformats.org/officeDocument/2006/relationships/slide" Target="/ppt/slides/slide57.xml" Id="R00dd239ccfc141af" /><Relationship Type="http://schemas.openxmlformats.org/officeDocument/2006/relationships/slide" Target="/ppt/slides/slide58.xml" Id="R35b8ac0d6f054b3a" /><Relationship Type="http://schemas.openxmlformats.org/officeDocument/2006/relationships/slide" Target="/ppt/slides/slide59.xml" Id="Rfbfe805e05bd4d9b" /><Relationship Type="http://schemas.openxmlformats.org/officeDocument/2006/relationships/slide" Target="/ppt/slides/slide60.xml" Id="R11d8ac744ef44f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1cb93f5fc747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555fd93f374636" /><Relationship Type="http://schemas.openxmlformats.org/officeDocument/2006/relationships/notesMaster" Target="/ppt/notesMasters/notesMaster1.xml" Id="R65bd3153b80148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1749347511404c" /><Relationship Type="http://schemas.openxmlformats.org/officeDocument/2006/relationships/notesMaster" Target="/ppt/notesMasters/notesMaster1.xml" Id="R14308f194b7d47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fd03b1dea24b2d" /><Relationship Type="http://schemas.openxmlformats.org/officeDocument/2006/relationships/notesMaster" Target="/ppt/notesMasters/notesMaster1.xml" Id="R6461d92965434d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e13f918a994de9" /><Relationship Type="http://schemas.openxmlformats.org/officeDocument/2006/relationships/notesMaster" Target="/ppt/notesMasters/notesMaster1.xml" Id="Re26d75a968a044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8886f541984ed4" /><Relationship Type="http://schemas.openxmlformats.org/officeDocument/2006/relationships/notesMaster" Target="/ppt/notesMasters/notesMaster1.xml" Id="Rc28305669ec947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73933640424197" /><Relationship Type="http://schemas.openxmlformats.org/officeDocument/2006/relationships/notesMaster" Target="/ppt/notesMasters/notesMaster1.xml" Id="R5513e1a0812748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5762deb6434d42" /><Relationship Type="http://schemas.openxmlformats.org/officeDocument/2006/relationships/notesMaster" Target="/ppt/notesMasters/notesMaster1.xml" Id="Rffed27bd3c6d49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15a7e7d0f64a62" /><Relationship Type="http://schemas.openxmlformats.org/officeDocument/2006/relationships/notesMaster" Target="/ppt/notesMasters/notesMaster1.xml" Id="R5689a1d1abe94f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624204c85949c1" /><Relationship Type="http://schemas.openxmlformats.org/officeDocument/2006/relationships/notesMaster" Target="/ppt/notesMasters/notesMaster1.xml" Id="Rbbba83ec305e4e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2d8880aade436e" /><Relationship Type="http://schemas.openxmlformats.org/officeDocument/2006/relationships/notesMaster" Target="/ppt/notesMasters/notesMaster1.xml" Id="R62f6a2bba6d642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cecd6aa2264d2b" /><Relationship Type="http://schemas.openxmlformats.org/officeDocument/2006/relationships/notesMaster" Target="/ppt/notesMasters/notesMaster1.xml" Id="R9546dff3460949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7d6081f48a4f0f" /><Relationship Type="http://schemas.openxmlformats.org/officeDocument/2006/relationships/notesMaster" Target="/ppt/notesMasters/notesMaster1.xml" Id="R3d9cb55c576842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99841b79294fe5" /><Relationship Type="http://schemas.openxmlformats.org/officeDocument/2006/relationships/notesMaster" Target="/ppt/notesMasters/notesMaster1.xml" Id="Rbfba1d1de4fe42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2c08cdf1414b30" /><Relationship Type="http://schemas.openxmlformats.org/officeDocument/2006/relationships/notesMaster" Target="/ppt/notesMasters/notesMaster1.xml" Id="R3fad5f20f12c4f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05ecddf09e4302" /><Relationship Type="http://schemas.openxmlformats.org/officeDocument/2006/relationships/notesMaster" Target="/ppt/notesMasters/notesMaster1.xml" Id="R2a926c92c32e48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df9714a5e2447b9" /><Relationship Type="http://schemas.openxmlformats.org/officeDocument/2006/relationships/notesMaster" Target="/ppt/notesMasters/notesMaster1.xml" Id="R91968e3f5705444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dbe46a47334378" /><Relationship Type="http://schemas.openxmlformats.org/officeDocument/2006/relationships/notesMaster" Target="/ppt/notesMasters/notesMaster1.xml" Id="R200507a7bd6542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bedb56c9d624935" /><Relationship Type="http://schemas.openxmlformats.org/officeDocument/2006/relationships/notesMaster" Target="/ppt/notesMasters/notesMaster1.xml" Id="R1b2a29203e2d4ba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dd6de8a17a465a" /><Relationship Type="http://schemas.openxmlformats.org/officeDocument/2006/relationships/notesMaster" Target="/ppt/notesMasters/notesMaster1.xml" Id="R371d70713b7c4f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7a217e47374e96" /><Relationship Type="http://schemas.openxmlformats.org/officeDocument/2006/relationships/notesMaster" Target="/ppt/notesMasters/notesMaster1.xml" Id="R396882af74474e8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f366415351c4554" /><Relationship Type="http://schemas.openxmlformats.org/officeDocument/2006/relationships/notesMaster" Target="/ppt/notesMasters/notesMaster1.xml" Id="Rb98517731ddc4b4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56e3001518b4f8b" /><Relationship Type="http://schemas.openxmlformats.org/officeDocument/2006/relationships/notesMaster" Target="/ppt/notesMasters/notesMaster1.xml" Id="R1aa42f326021466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17f22375f1a41b2" /><Relationship Type="http://schemas.openxmlformats.org/officeDocument/2006/relationships/notesMaster" Target="/ppt/notesMasters/notesMaster1.xml" Id="Rbf952b7649064c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f17a291a92d49b2" /><Relationship Type="http://schemas.openxmlformats.org/officeDocument/2006/relationships/notesMaster" Target="/ppt/notesMasters/notesMaster1.xml" Id="R9fa619eddc0f4a2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e6006b5464f4ab3" /><Relationship Type="http://schemas.openxmlformats.org/officeDocument/2006/relationships/notesMaster" Target="/ppt/notesMasters/notesMaster1.xml" Id="R7ee9e05a578f4b9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29a13a668ea4409" /><Relationship Type="http://schemas.openxmlformats.org/officeDocument/2006/relationships/notesMaster" Target="/ppt/notesMasters/notesMaster1.xml" Id="R6e81d84892414ee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b0d3b41ea7647f8" /><Relationship Type="http://schemas.openxmlformats.org/officeDocument/2006/relationships/notesMaster" Target="/ppt/notesMasters/notesMaster1.xml" Id="R8eb4c68e466c49e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dddead2bc9e44ca" /><Relationship Type="http://schemas.openxmlformats.org/officeDocument/2006/relationships/notesMaster" Target="/ppt/notesMasters/notesMaster1.xml" Id="R81031aa070ae463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61e63582d41442d" /><Relationship Type="http://schemas.openxmlformats.org/officeDocument/2006/relationships/notesMaster" Target="/ppt/notesMasters/notesMaster1.xml" Id="R912be76533f4455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9fc8b0c45df4500" /><Relationship Type="http://schemas.openxmlformats.org/officeDocument/2006/relationships/notesMaster" Target="/ppt/notesMasters/notesMaster1.xml" Id="Rc13eab433805483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0608e82d91a48a5" /><Relationship Type="http://schemas.openxmlformats.org/officeDocument/2006/relationships/notesMaster" Target="/ppt/notesMasters/notesMaster1.xml" Id="Ra78da8e7d7934c4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91fa0a0558d46d0" /><Relationship Type="http://schemas.openxmlformats.org/officeDocument/2006/relationships/notesMaster" Target="/ppt/notesMasters/notesMaster1.xml" Id="R9704280130c7462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557d00276334c4a" /><Relationship Type="http://schemas.openxmlformats.org/officeDocument/2006/relationships/notesMaster" Target="/ppt/notesMasters/notesMaster1.xml" Id="Raca398434a0e4cc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696a77fdc3b487c" /><Relationship Type="http://schemas.openxmlformats.org/officeDocument/2006/relationships/notesMaster" Target="/ppt/notesMasters/notesMaster1.xml" Id="Rc68a4d457d9b42d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7c09bced57f4206" /><Relationship Type="http://schemas.openxmlformats.org/officeDocument/2006/relationships/notesMaster" Target="/ppt/notesMasters/notesMaster1.xml" Id="R9bff3cad3b284f2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f3b0eb043214b3d" /><Relationship Type="http://schemas.openxmlformats.org/officeDocument/2006/relationships/notesMaster" Target="/ppt/notesMasters/notesMaster1.xml" Id="R5603b8655ad8492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f67a1130c60421f" /><Relationship Type="http://schemas.openxmlformats.org/officeDocument/2006/relationships/notesMaster" Target="/ppt/notesMasters/notesMaster1.xml" Id="R9f6689aefb034d8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bffbb6131404d15" /><Relationship Type="http://schemas.openxmlformats.org/officeDocument/2006/relationships/notesMaster" Target="/ppt/notesMasters/notesMaster1.xml" Id="Re8a88ac219794ba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5eb6c530bb249fd" /><Relationship Type="http://schemas.openxmlformats.org/officeDocument/2006/relationships/notesMaster" Target="/ppt/notesMasters/notesMaster1.xml" Id="R276271e33a7c40f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229137d2b8a4105" /><Relationship Type="http://schemas.openxmlformats.org/officeDocument/2006/relationships/notesMaster" Target="/ppt/notesMasters/notesMaster1.xml" Id="Ra2bdcf80680c47f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ba79e53781d4bf7" /><Relationship Type="http://schemas.openxmlformats.org/officeDocument/2006/relationships/notesMaster" Target="/ppt/notesMasters/notesMaster1.xml" Id="R8005192df6154d0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3602189096d482e" /><Relationship Type="http://schemas.openxmlformats.org/officeDocument/2006/relationships/notesMaster" Target="/ppt/notesMasters/notesMaster1.xml" Id="Rc298601fa8fe423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6d8ef0b8d614843" /><Relationship Type="http://schemas.openxmlformats.org/officeDocument/2006/relationships/notesMaster" Target="/ppt/notesMasters/notesMaster1.xml" Id="R42510da72bae4d8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bdd052eafdc42c6" /><Relationship Type="http://schemas.openxmlformats.org/officeDocument/2006/relationships/notesMaster" Target="/ppt/notesMasters/notesMaster1.xml" Id="Re8df58f109cc4f0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746b1496adf48a5" /><Relationship Type="http://schemas.openxmlformats.org/officeDocument/2006/relationships/notesMaster" Target="/ppt/notesMasters/notesMaster1.xml" Id="Ra54aec5e3f9f421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5299d8a95494106" /><Relationship Type="http://schemas.openxmlformats.org/officeDocument/2006/relationships/notesMaster" Target="/ppt/notesMasters/notesMaster1.xml" Id="Rdc85ecb92b2f40c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6d50261bc1945ce" /><Relationship Type="http://schemas.openxmlformats.org/officeDocument/2006/relationships/notesMaster" Target="/ppt/notesMasters/notesMaster1.xml" Id="R737810705c99400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64a32be31c3417c" /><Relationship Type="http://schemas.openxmlformats.org/officeDocument/2006/relationships/notesMaster" Target="/ppt/notesMasters/notesMaster1.xml" Id="Rd94166bd288b417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cc78a6cd88244d1" /><Relationship Type="http://schemas.openxmlformats.org/officeDocument/2006/relationships/notesMaster" Target="/ppt/notesMasters/notesMaster1.xml" Id="R9ed3e52a2368443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174c9c3fe7a44af" /><Relationship Type="http://schemas.openxmlformats.org/officeDocument/2006/relationships/notesMaster" Target="/ppt/notesMasters/notesMaster1.xml" Id="R02074626f446483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ddff5f9ea2e4e30" /><Relationship Type="http://schemas.openxmlformats.org/officeDocument/2006/relationships/notesMaster" Target="/ppt/notesMasters/notesMaster1.xml" Id="Rd1a7bdf130644e7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027b8a77ced41d3" /><Relationship Type="http://schemas.openxmlformats.org/officeDocument/2006/relationships/notesMaster" Target="/ppt/notesMasters/notesMaster1.xml" Id="Racd5e2f31fd74dd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27fea38bc8443ed" /><Relationship Type="http://schemas.openxmlformats.org/officeDocument/2006/relationships/notesMaster" Target="/ppt/notesMasters/notesMaster1.xml" Id="Re2297763ed0d46a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bcc30bc42604961" /><Relationship Type="http://schemas.openxmlformats.org/officeDocument/2006/relationships/notesMaster" Target="/ppt/notesMasters/notesMaster1.xml" Id="Rd2e0f83aec3b492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ead9a4faa3c4afd" /><Relationship Type="http://schemas.openxmlformats.org/officeDocument/2006/relationships/notesMaster" Target="/ppt/notesMasters/notesMaster1.xml" Id="R9f5b4447e6b149d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91fab64524a44ee" /><Relationship Type="http://schemas.openxmlformats.org/officeDocument/2006/relationships/notesMaster" Target="/ppt/notesMasters/notesMaster1.xml" Id="Ra62f8ecaf69e4b8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bb2a5cd5c984800" /><Relationship Type="http://schemas.openxmlformats.org/officeDocument/2006/relationships/notesMaster" Target="/ppt/notesMasters/notesMaster1.xml" Id="Rc3f35ba41fbf41b3"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4436cb251cc40f4" /><Relationship Type="http://schemas.openxmlformats.org/officeDocument/2006/relationships/notesMaster" Target="/ppt/notesMasters/notesMaster1.xml" Id="R00b91a16e2054f4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9b1349fb76f4fd4" /><Relationship Type="http://schemas.openxmlformats.org/officeDocument/2006/relationships/notesMaster" Target="/ppt/notesMasters/notesMaster1.xml" Id="Rdfeb30585eb748a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ae54750374544b4" /><Relationship Type="http://schemas.openxmlformats.org/officeDocument/2006/relationships/notesMaster" Target="/ppt/notesMasters/notesMaster1.xml" Id="R64841a2e74b94b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r>
              <a:rPr sz="1200"/>
              <a:t>Backtracking line search shrinks bad steps</a:t>
            </a:r>
            <a:r>
              <a:t>는 다음 의미입니다.</a:t>
            </a:r>
          </a:p>
          <a:p xmlns:a="http://schemas.openxmlformats.org/drawingml/2006/main">
            <a:r>
              <a:t>경사하강법은 우선 비교적 큰 학습률 \(\alpha\)로 이동을 시도합니다.</a:t>
            </a:r>
          </a:p>
          <a:p xmlns:a="http://schemas.openxmlformats.org/drawingml/2006/main">
            <a:r>
              <a:t>\[ \theta_{\text{new}}=\theta-\alpha\nabla L(\theta) \]</a:t>
            </a:r>
          </a:p>
          <a:p xmlns:a="http://schemas.openxmlformats.org/drawingml/2006/main">
            <a:r>
              <a:t>이동한 뒤 손실 \(L\)이 충분히 감소했는지 확인합니다.</a:t>
            </a:r>
          </a:p>
          <a:p xmlns:a="http://schemas.openxmlformats.org/drawingml/2006/main">
            <a:r>
              <a:t>손실이 충분히 감소하면 해당 이동을 </a:t>
            </a:r>
            <a:r>
              <a:rPr sz="1200"/>
              <a:t>accept</a:t>
            </a:r>
          </a:p>
          <a:p xmlns:a="http://schemas.openxmlformats.org/drawingml/2006/main">
            <a:r>
              <a:t>감소하지 않거나 오히려 증가하면 </a:t>
            </a:r>
            <a:r>
              <a:rPr sz="1200"/>
              <a:t>reject</a:t>
            </a:r>
          </a:p>
          <a:p xmlns:a="http://schemas.openxmlformats.org/drawingml/2006/main">
            <a:r>
              <a:t>거부되면 학습률을 줄여 다시 시도</a:t>
            </a:r>
          </a:p>
          <a:p xmlns:a="http://schemas.openxmlformats.org/drawingml/2006/main">
            <a:r>
              <a:t>\[ \alpha \leftarrow \rho\alpha,\qquad 0&lt;\rho&lt;1 \]</a:t>
            </a:r>
          </a:p>
          <a:p xmlns:a="http://schemas.openxmlformats.org/drawingml/2006/main">
            <a:r>
              <a:t>일반적으로 \(\rho=0.5\)라면 다음처럼 진행됩니다.</a:t>
            </a:r>
          </a:p>
          <a:p xmlns:a="http://schemas.openxmlformats.org/drawingml/2006/main">
            <a:r>
              <a:t>\[ \alpha,\quad \frac{\alpha}{2},\quad \frac{\alpha}{4},\quad \frac{\alpha}{8},\dots \]</a:t>
            </a:r>
          </a:p>
          <a:p xmlns:a="http://schemas.openxmlformats.org/drawingml/2006/main">
            <a:r>
              <a:t>예를 들면:</a:t>
            </a:r>
          </a:p>
          <a:p xmlns:a="http://schemas.openxmlformats.org/drawingml/2006/main">
            <a:r>
              <a:t>\(\alpha=1.0\)으로 이동 → 손실 증가 → reject</a:t>
            </a:r>
          </a:p>
          <a:p xmlns:a="http://schemas.openxmlformats.org/drawingml/2006/main">
            <a:r>
              <a:t>\(\alpha=0.5\)로 다시 이동 → 감소량 부족 → reject</a:t>
            </a:r>
          </a:p>
          <a:p xmlns:a="http://schemas.openxmlformats.org/drawingml/2006/main">
            <a:r>
              <a:t>\(\alpha=0.25\)로 이동 → 손실 충분히 감소 → accept</a:t>
            </a:r>
          </a:p>
          <a:p xmlns:a="http://schemas.openxmlformats.org/drawingml/2006/main">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and regression concepts.</a:t>
            </a:r>
          </a:p>
          <a:p xmlns:a="http://schemas.openxmlformats.org/drawingml/2006/main">
            <a:pPr>
              <a:buNone/>
            </a:pPr>
            <a:r>
              <a:t>Hidden layers use sigmoid activations; the output layer remains linear for unconstrained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a:p xmlns:a="http://schemas.openxmlformats.org/drawingml/2006/main">
            <a:pPr>
              <a:buNone/>
            </a:pPr>
            <a:r>
              <a:t>The plotted values are computed from sigmoid, tanh, and ReLU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5c86d32c9d443a" /></Relationships>
</file>

<file path=ppt/slideLayouts/slideLayout1.xml><?xml version="1.0" encoding="utf-8"?>
<p:sldLayout xmlns:p="http://schemas.openxmlformats.org/presentationml/2006/main" showMasterPhAnim="0" type="title"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202a4147af486f" /><Relationship Type="http://schemas.openxmlformats.org/officeDocument/2006/relationships/slideLayout" Target="/ppt/slideLayouts/slideLayout1.xml" Id="R2e85875ca5e949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85875ca5e949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7ddc5c1ebe4e3a" /><Relationship Type="http://schemas.openxmlformats.org/officeDocument/2006/relationships/notesSlide" Target="/ppt/notesSlides/notesSlide1.xml" Id="R22f7c480c9bb4c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c2f57af0764498" /><Relationship Type="http://schemas.openxmlformats.org/officeDocument/2006/relationships/image" Target="/ppt/media/image.jpeg" Id="Rd924b2d8c4424b0b" /><Relationship Type="http://schemas.openxmlformats.org/officeDocument/2006/relationships/notesSlide" Target="/ppt/notesSlides/notesSlide2.xml" Id="R9bfa4436941546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77fceb91f947d9" /><Relationship Type="http://schemas.openxmlformats.org/officeDocument/2006/relationships/image" Target="/ppt/media/image.png" Id="Rb815154427314bf5" /><Relationship Type="http://schemas.openxmlformats.org/officeDocument/2006/relationships/notesSlide" Target="/ppt/notesSlides/notesSlide3.xml" Id="R152f3c921ee24a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976f41ff64d4829" /><Relationship Type="http://schemas.openxmlformats.org/officeDocument/2006/relationships/image" Target="/ppt/media/image.png" Id="R0e735eabade04bf7" /><Relationship Type="http://schemas.openxmlformats.org/officeDocument/2006/relationships/notesSlide" Target="/ppt/notesSlides/notesSlide4.xml" Id="Rda33983aa37c42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2c8245a7164af0" /><Relationship Type="http://schemas.openxmlformats.org/officeDocument/2006/relationships/image" Target="/ppt/media/image.png" Id="R5a7cbd6a842941cc" /><Relationship Type="http://schemas.openxmlformats.org/officeDocument/2006/relationships/notesSlide" Target="/ppt/notesSlides/notesSlide5.xml" Id="Ra9b23a353a3d41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b264c9f0f6441c" /><Relationship Type="http://schemas.openxmlformats.org/officeDocument/2006/relationships/notesSlide" Target="/ppt/notesSlides/notesSlide6.xml" Id="R8c373efb8c1540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b069399ada64e31" /><Relationship Type="http://schemas.openxmlformats.org/officeDocument/2006/relationships/image" Target="/ppt/media/image2.png" Id="R00f1ba4bd6504283" /><Relationship Type="http://schemas.openxmlformats.org/officeDocument/2006/relationships/image" Target="/ppt/media/image.svg" Id="Rf9d7e5f184394811" /><Relationship Type="http://schemas.openxmlformats.org/officeDocument/2006/relationships/notesSlide" Target="/ppt/notesSlides/notesSlide7.xml" Id="R15fe240fcd0f40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0c17e10a1149d9" /><Relationship Type="http://schemas.openxmlformats.org/officeDocument/2006/relationships/image" Target="/ppt/media/image3.png" Id="R58d52098de1d42e8" /><Relationship Type="http://schemas.openxmlformats.org/officeDocument/2006/relationships/image" Target="/ppt/media/image2.svg" Id="R76254ef59e944d73" /><Relationship Type="http://schemas.openxmlformats.org/officeDocument/2006/relationships/notesSlide" Target="/ppt/notesSlides/notesSlide8.xml" Id="Rb2345f08ef7943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0ab3fb798b469f" /><Relationship Type="http://schemas.openxmlformats.org/officeDocument/2006/relationships/notesSlide" Target="/ppt/notesSlides/notesSlide9.xml" Id="Rda4e238950c24e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83d35d7ac5e41ca" /><Relationship Type="http://schemas.openxmlformats.org/officeDocument/2006/relationships/image" Target="/ppt/media/image4.png" Id="R1cadbc343c494314" /><Relationship Type="http://schemas.openxmlformats.org/officeDocument/2006/relationships/image" Target="/ppt/media/image3.svg" Id="R5aea8e5ce7f34cea" /><Relationship Type="http://schemas.openxmlformats.org/officeDocument/2006/relationships/notesSlide" Target="/ppt/notesSlides/notesSlide10.xml" Id="R4cec266e4a6a47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f757fd485f04cea" /><Relationship Type="http://schemas.openxmlformats.org/officeDocument/2006/relationships/image" Target="/ppt/media/image5.png" Id="Rdb219cb4c4514d85" /><Relationship Type="http://schemas.openxmlformats.org/officeDocument/2006/relationships/notesSlide" Target="/ppt/notesSlides/notesSlide11.xml" Id="R1b6b257bbcf84f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5d786a1e084081" /><Relationship Type="http://schemas.openxmlformats.org/officeDocument/2006/relationships/image" Target="/ppt/media/image6.png" Id="Rba060ef00ff54cfa" /><Relationship Type="http://schemas.openxmlformats.org/officeDocument/2006/relationships/image" Target="/ppt/media/image7.png" Id="Rf1dc9e38f2e2496a" /><Relationship Type="http://schemas.openxmlformats.org/officeDocument/2006/relationships/image" Target="/ppt/media/image4.svg" Id="Rc6fbd8bd6af8483d" /><Relationship Type="http://schemas.openxmlformats.org/officeDocument/2006/relationships/notesSlide" Target="/ppt/notesSlides/notesSlide12.xml" Id="R659c1114754345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e57bbd8e974092" /><Relationship Type="http://schemas.openxmlformats.org/officeDocument/2006/relationships/image" Target="/ppt/media/image7.png" Id="R225c257152ee494a" /><Relationship Type="http://schemas.openxmlformats.org/officeDocument/2006/relationships/image" Target="/ppt/media/image4.svg" Id="R4cbcc231148a427f" /><Relationship Type="http://schemas.openxmlformats.org/officeDocument/2006/relationships/notesSlide" Target="/ppt/notesSlides/notesSlide13.xml" Id="R5e7e0cfbf9c04d4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26bff823a30415b" /><Relationship Type="http://schemas.openxmlformats.org/officeDocument/2006/relationships/image" Target="/ppt/media/image8.png" Id="R802d5c7474754690" /><Relationship Type="http://schemas.openxmlformats.org/officeDocument/2006/relationships/notesSlide" Target="/ppt/notesSlides/notesSlide14.xml" Id="Rdd9064569b5046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458fe16d2684ea5" /><Relationship Type="http://schemas.openxmlformats.org/officeDocument/2006/relationships/image" Target="/ppt/media/image9.png" Id="R7053d5b9a0664126" /><Relationship Type="http://schemas.openxmlformats.org/officeDocument/2006/relationships/image" Target="/ppt/media/image10.png" Id="R041d1c25aa4e4078" /><Relationship Type="http://schemas.openxmlformats.org/officeDocument/2006/relationships/image" Target="/ppt/media/image5.svg" Id="Ra96b5425dd374741" /><Relationship Type="http://schemas.openxmlformats.org/officeDocument/2006/relationships/notesSlide" Target="/ppt/notesSlides/notesSlide15.xml" Id="Rf7b4cd9a4cb74a1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aeddf46bc164245" /><Relationship Type="http://schemas.openxmlformats.org/officeDocument/2006/relationships/notesSlide" Target="/ppt/notesSlides/notesSlide16.xml" Id="R4549da4c29ab46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350e347b4b94485" /><Relationship Type="http://schemas.openxmlformats.org/officeDocument/2006/relationships/notesSlide" Target="/ppt/notesSlides/notesSlide17.xml" Id="R578fe69ca8a342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b28cacaae464636" /><Relationship Type="http://schemas.openxmlformats.org/officeDocument/2006/relationships/chart" Target="/ppt/slides/charts/chart1.xml" Id="Re8de1ce3eae84d65" /><Relationship Type="http://schemas.openxmlformats.org/officeDocument/2006/relationships/chart" Target="/ppt/slides/charts/chart2.xml" Id="Rfd6c5bde6fdc4e25" /><Relationship Type="http://schemas.openxmlformats.org/officeDocument/2006/relationships/chart" Target="/ppt/slides/charts/chart3.xml" Id="Rf7ae18a793e348b6" /><Relationship Type="http://schemas.openxmlformats.org/officeDocument/2006/relationships/notesSlide" Target="/ppt/notesSlides/notesSlide18.xml" Id="R154abcedc2844f6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524ec0e01cc420a" /><Relationship Type="http://schemas.openxmlformats.org/officeDocument/2006/relationships/image" Target="/ppt/media/image11.png" Id="R787d1e43dd064e81" /><Relationship Type="http://schemas.openxmlformats.org/officeDocument/2006/relationships/image" Target="/ppt/media/image6.svg" Id="R8aa6e48a819c4c45" /><Relationship Type="http://schemas.openxmlformats.org/officeDocument/2006/relationships/notesSlide" Target="/ppt/notesSlides/notesSlide19.xml" Id="Rc44ba80d01514d3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56f83df445f4e7b" /><Relationship Type="http://schemas.openxmlformats.org/officeDocument/2006/relationships/notesSlide" Target="/ppt/notesSlides/notesSlide20.xml" Id="R06a1d7886dd64e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587b129792f4ecf" /><Relationship Type="http://schemas.openxmlformats.org/officeDocument/2006/relationships/image" Target="/ppt/media/image12.png" Id="R0cd3f2d63d804bb0" /><Relationship Type="http://schemas.openxmlformats.org/officeDocument/2006/relationships/notesSlide" Target="/ppt/notesSlides/notesSlide21.xml" Id="R017d5655348d4e7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0fbf18f68a3410a" /><Relationship Type="http://schemas.openxmlformats.org/officeDocument/2006/relationships/notesSlide" Target="/ppt/notesSlides/notesSlide22.xml" Id="R5dd8bf21d8084a5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8bde194504345d2" /><Relationship Type="http://schemas.openxmlformats.org/officeDocument/2006/relationships/notesSlide" Target="/ppt/notesSlides/notesSlide23.xml" Id="Rd5bf8e5e0fd4438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851892e0b894480" /><Relationship Type="http://schemas.openxmlformats.org/officeDocument/2006/relationships/notesSlide" Target="/ppt/notesSlides/notesSlide24.xml" Id="R9465736fe5bc4c9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9c3b0450033476f" /><Relationship Type="http://schemas.openxmlformats.org/officeDocument/2006/relationships/notesSlide" Target="/ppt/notesSlides/notesSlide25.xml" Id="Rec43894e835c4dd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ec78792686b45fe" /><Relationship Type="http://schemas.openxmlformats.org/officeDocument/2006/relationships/notesSlide" Target="/ppt/notesSlides/notesSlide26.xml" Id="R320e8cdb4cee48a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dbd767745124183" /><Relationship Type="http://schemas.openxmlformats.org/officeDocument/2006/relationships/notesSlide" Target="/ppt/notesSlides/notesSlide27.xml" Id="R5309bd403de14e2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975115e85d54d1d" /><Relationship Type="http://schemas.openxmlformats.org/officeDocument/2006/relationships/notesSlide" Target="/ppt/notesSlides/notesSlide28.xml" Id="R342df4a13af8455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c5f7f12420b40dd" /><Relationship Type="http://schemas.openxmlformats.org/officeDocument/2006/relationships/image" Target="/ppt/media/image13.png" Id="Ra92e62525d644f49" /><Relationship Type="http://schemas.openxmlformats.org/officeDocument/2006/relationships/notesSlide" Target="/ppt/notesSlides/notesSlide29.xml" Id="R1c485bbae7f347a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fb5be606256463d" /><Relationship Type="http://schemas.openxmlformats.org/officeDocument/2006/relationships/image" Target="/ppt/media/image14.png" Id="R4cf18fe6980d4275" /><Relationship Type="http://schemas.openxmlformats.org/officeDocument/2006/relationships/notesSlide" Target="/ppt/notesSlides/notesSlide30.xml" Id="R333b1c627cbc4bf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a33bd25d93e4302" /><Relationship Type="http://schemas.openxmlformats.org/officeDocument/2006/relationships/notesSlide" Target="/ppt/notesSlides/notesSlide31.xml" Id="R23bcedf3b763415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6dafffdb85c4d0d" /><Relationship Type="http://schemas.openxmlformats.org/officeDocument/2006/relationships/notesSlide" Target="/ppt/notesSlides/notesSlide32.xml" Id="R51f0a4147ea841c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be27f292b374b61" /><Relationship Type="http://schemas.openxmlformats.org/officeDocument/2006/relationships/notesSlide" Target="/ppt/notesSlides/notesSlide33.xml" Id="Rc4f4450321ba4b1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96923eac1cf40d3" /><Relationship Type="http://schemas.openxmlformats.org/officeDocument/2006/relationships/notesSlide" Target="/ppt/notesSlides/notesSlide34.xml" Id="R757c370e7293429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1897219eaa54644" /><Relationship Type="http://schemas.openxmlformats.org/officeDocument/2006/relationships/notesSlide" Target="/ppt/notesSlides/notesSlide35.xml" Id="Rf25e440dbcee4fd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a278a9c428d470c" /><Relationship Type="http://schemas.openxmlformats.org/officeDocument/2006/relationships/notesSlide" Target="/ppt/notesSlides/notesSlide36.xml" Id="Rcd4d116fc1c94f8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f198622ddf044bd" /><Relationship Type="http://schemas.openxmlformats.org/officeDocument/2006/relationships/notesSlide" Target="/ppt/notesSlides/notesSlide37.xml" Id="R9c46562956fd458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971c4cc1db64295" /><Relationship Type="http://schemas.openxmlformats.org/officeDocument/2006/relationships/notesSlide" Target="/ppt/notesSlides/notesSlide38.xml" Id="R28ff0f7d8e2e45e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fef4ba75ec74a52" /><Relationship Type="http://schemas.openxmlformats.org/officeDocument/2006/relationships/image" Target="/ppt/media/image15.png" Id="Rdbf18ef00b124a3d" /><Relationship Type="http://schemas.openxmlformats.org/officeDocument/2006/relationships/notesSlide" Target="/ppt/notesSlides/notesSlide39.xml" Id="R6cc73518c226474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863f71e751f43de" /><Relationship Type="http://schemas.openxmlformats.org/officeDocument/2006/relationships/notesSlide" Target="/ppt/notesSlides/notesSlide40.xml" Id="R49ef3826bd6240f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7e2fe79f722492e" /><Relationship Type="http://schemas.openxmlformats.org/officeDocument/2006/relationships/notesSlide" Target="/ppt/notesSlides/notesSlide41.xml" Id="R180ba1603d2f4c6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3d05ca61cac4e74" /><Relationship Type="http://schemas.openxmlformats.org/officeDocument/2006/relationships/notesSlide" Target="/ppt/notesSlides/notesSlide42.xml" Id="R0e6bcbb6c1a24c1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29ed50b0fb44772" /><Relationship Type="http://schemas.openxmlformats.org/officeDocument/2006/relationships/notesSlide" Target="/ppt/notesSlides/notesSlide43.xml" Id="R6ef277c78b2e41c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691a7d4586f4212" /><Relationship Type="http://schemas.openxmlformats.org/officeDocument/2006/relationships/image" Target="/ppt/media/image2.jpeg" Id="R312488035cf346e3" /><Relationship Type="http://schemas.openxmlformats.org/officeDocument/2006/relationships/notesSlide" Target="/ppt/notesSlides/notesSlide44.xml" Id="R142144ec7d0b49d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641bd9c27ae40f8" /><Relationship Type="http://schemas.openxmlformats.org/officeDocument/2006/relationships/notesSlide" Target="/ppt/notesSlides/notesSlide45.xml" Id="Ra48f972ecb11420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398b096e2a11442b" /><Relationship Type="http://schemas.openxmlformats.org/officeDocument/2006/relationships/notesSlide" Target="/ppt/notesSlides/notesSlide46.xml" Id="R349f46d1b52c400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6eeb0ceeb9648b0" /><Relationship Type="http://schemas.openxmlformats.org/officeDocument/2006/relationships/notesSlide" Target="/ppt/notesSlides/notesSlide47.xml" Id="R85c87ca0b19d4b2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48ce64bda6c54869" /><Relationship Type="http://schemas.openxmlformats.org/officeDocument/2006/relationships/notesSlide" Target="/ppt/notesSlides/notesSlide48.xml" Id="R9574038c6c4740e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ad8accc73dc44897" /><Relationship Type="http://schemas.openxmlformats.org/officeDocument/2006/relationships/notesSlide" Target="/ppt/notesSlides/notesSlide49.xml" Id="R86889d39820b499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01398d57f0b4784" /><Relationship Type="http://schemas.openxmlformats.org/officeDocument/2006/relationships/notesSlide" Target="/ppt/notesSlides/notesSlide50.xml" Id="Re3e80ccfc87245a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5dbc00dbb176406d" /><Relationship Type="http://schemas.openxmlformats.org/officeDocument/2006/relationships/image" Target="/ppt/media/image16.png" Id="Rebea118547ee4270" /><Relationship Type="http://schemas.openxmlformats.org/officeDocument/2006/relationships/image" Target="/ppt/media/image7.svg" Id="R129bd3dfe31840e0" /><Relationship Type="http://schemas.openxmlformats.org/officeDocument/2006/relationships/notesSlide" Target="/ppt/notesSlides/notesSlide51.xml" Id="Rd02b5d0322e34ee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4a5884f878d4e75" /><Relationship Type="http://schemas.openxmlformats.org/officeDocument/2006/relationships/notesSlide" Target="/ppt/notesSlides/notesSlide52.xml" Id="R8664c3808f0b465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6be4e0aefc64ae8" /><Relationship Type="http://schemas.openxmlformats.org/officeDocument/2006/relationships/notesSlide" Target="/ppt/notesSlides/notesSlide53.xml" Id="Rfba709179b85405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8bbee875fd0e4ec3" /><Relationship Type="http://schemas.openxmlformats.org/officeDocument/2006/relationships/notesSlide" Target="/ppt/notesSlides/notesSlide54.xml" Id="R93b8d46757d34ee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6982ca222c246cb" /><Relationship Type="http://schemas.openxmlformats.org/officeDocument/2006/relationships/image" Target="/ppt/media/image17.png" Id="R41c01c75867d4861" /><Relationship Type="http://schemas.openxmlformats.org/officeDocument/2006/relationships/notesSlide" Target="/ppt/notesSlides/notesSlide55.xml" Id="R931c660d4ebd488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4ffcb55e9a64f7a" /><Relationship Type="http://schemas.openxmlformats.org/officeDocument/2006/relationships/image" Target="/ppt/media/image12.png" Id="R210e16f480fb4e8f" /><Relationship Type="http://schemas.openxmlformats.org/officeDocument/2006/relationships/notesSlide" Target="/ppt/notesSlides/notesSlide56.xml" Id="Rd8a4863ee918415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82db646d9bb44162" /><Relationship Type="http://schemas.openxmlformats.org/officeDocument/2006/relationships/hyperlink" Target="https://www.inceptionlabs.ai/blog/introducing-mercury-2" TargetMode="External" Id="R0a1f27925e2f40c8" /><Relationship Type="http://schemas.openxmlformats.org/officeDocument/2006/relationships/notesSlide" Target="/ppt/notesSlides/notesSlide57.xml" Id="R5b24faeca9a64e6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a83696b1f614921" /><Relationship Type="http://schemas.openxmlformats.org/officeDocument/2006/relationships/notesSlide" Target="/ppt/notesSlides/notesSlide58.xml" Id="Ra873706c6629468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a693fd862c3f4cb0" /><Relationship Type="http://schemas.openxmlformats.org/officeDocument/2006/relationships/notesSlide" Target="/ppt/notesSlides/notesSlide59.xml" Id="R0e52ecccd479451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7d6309dd33cd4e9c" /><Relationship Type="http://schemas.openxmlformats.org/officeDocument/2006/relationships/notesSlide" Target="/ppt/notesSlides/notesSlide60.xml" Id="R6d9402f3ff304ea3"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500" b="1">
                <a:solidFill>
                  <a:srgbClr val="0B0F19"/>
                </a:solidFill>
              </a:rPr>
              <a:t>Sigmoid</a:t>
            </a:r>
          </a:p>
        </c:rich>
      </c:tx>
      <c:txPr>
        <a:bodyPr xmlns:a="http://schemas.openxmlformats.org/drawingml/2006/main" anchorCtr="1"/>
        <a:lstStyle xmlns:a="http://schemas.openxmlformats.org/drawingml/2006/main"/>
        <a:p xmlns:a="http://schemas.openxmlformats.org/drawingml/2006/main">
          <a:pPr>
            <a:defRPr sz="1500" b="1">
              <a:solidFill>
                <a:srgbClr val="0B0F19"/>
              </a:solidFill>
            </a:defRPr>
          </a:pPr>
        </a:p>
      </c:txPr>
    </c:title>
    <c:plotArea>
      <c:scatterChart>
        <c:scatterStyle val="smooth"/>
        <c:ser>
          <c:idx val="0"/>
          <c:order val="0"/>
          <c:tx>
            <c:v>Sigmoid</c:v>
          </c:tx>
          <c:spPr>
            <a:ln xmlns:a="http://schemas.openxmlformats.org/drawingml/2006/main" w="28575">
              <a:solidFill>
                <a:srgbClr val="2563EB"/>
              </a:solidFill>
              <a:prstDash val="solid"/>
            </a:ln>
          </c:spPr>
          <c:marker>
            <c:symbol val="none"/>
          </c:marker>
          <c:xVal>
            <c:numLit>
              <c:formatCode>General</c:formatCode>
              <c:ptCount val="21"/>
              <c:pt idx="0">
                <c:v>-5</c:v>
              </c:pt>
              <c:pt idx="1">
                <c:v>-4.5</c:v>
              </c:pt>
              <c:pt idx="2">
                <c:v>-4</c:v>
              </c:pt>
              <c:pt idx="3">
                <c:v>-3.5</c:v>
              </c:pt>
              <c:pt idx="4">
                <c:v>-3</c:v>
              </c:pt>
              <c:pt idx="5">
                <c:v>-2.5</c:v>
              </c:pt>
              <c:pt idx="6">
                <c:v>-2</c:v>
              </c:pt>
              <c:pt idx="7">
                <c:v>-1.5</c:v>
              </c:pt>
              <c:pt idx="8">
                <c:v>-1</c:v>
              </c:pt>
              <c:pt idx="9">
                <c:v>-0.5</c:v>
              </c:pt>
              <c:pt idx="10">
                <c:v>0</c:v>
              </c:pt>
              <c:pt idx="11">
                <c:v>0.5</c:v>
              </c:pt>
              <c:pt idx="12">
                <c:v>1</c:v>
              </c:pt>
              <c:pt idx="13">
                <c:v>1.5</c:v>
              </c:pt>
              <c:pt idx="14">
                <c:v>2</c:v>
              </c:pt>
              <c:pt idx="15">
                <c:v>2.5</c:v>
              </c:pt>
              <c:pt idx="16">
                <c:v>3</c:v>
              </c:pt>
              <c:pt idx="17">
                <c:v>3.5</c:v>
              </c:pt>
              <c:pt idx="18">
                <c:v>4</c:v>
              </c:pt>
              <c:pt idx="19">
                <c:v>4.5</c:v>
              </c:pt>
              <c:pt idx="20">
                <c:v>5</c:v>
              </c:pt>
            </c:numLit>
          </c:xVal>
          <c:yVal>
            <c:numLit>
              <c:formatCode>0.0</c:formatCode>
              <c:ptCount val="21"/>
              <c:pt idx="0">
                <c:v>0.0066928509242848554</c:v>
              </c:pt>
              <c:pt idx="1">
                <c:v>0.01098694263059318</c:v>
              </c:pt>
              <c:pt idx="2">
                <c:v>0.01798620996209156</c:v>
              </c:pt>
              <c:pt idx="3">
                <c:v>0.02931223075135632</c:v>
              </c:pt>
              <c:pt idx="4">
                <c:v>0.04742587317756678</c:v>
              </c:pt>
              <c:pt idx="5">
                <c:v>0.07585818002124355</c:v>
              </c:pt>
              <c:pt idx="6">
                <c:v>0.11920292202211755</c:v>
              </c:pt>
              <c:pt idx="7">
                <c:v>0.18242552380635635</c:v>
              </c:pt>
              <c:pt idx="8">
                <c:v>0.2689414213699951</c:v>
              </c:pt>
              <c:pt idx="9">
                <c:v>0.3775406687981454</c:v>
              </c:pt>
              <c:pt idx="10">
                <c:v>0.5</c:v>
              </c:pt>
              <c:pt idx="11">
                <c:v>0.6224593312018546</c:v>
              </c:pt>
              <c:pt idx="12">
                <c:v>0.7310585786300049</c:v>
              </c:pt>
              <c:pt idx="13">
                <c:v>0.8175744761936437</c:v>
              </c:pt>
              <c:pt idx="14">
                <c:v>0.8807970779778823</c:v>
              </c:pt>
              <c:pt idx="15">
                <c:v>0.9241418199787566</c:v>
              </c:pt>
              <c:pt idx="16">
                <c:v>0.9525741268224334</c:v>
              </c:pt>
              <c:pt idx="17">
                <c:v>0.9706877692486436</c:v>
              </c:pt>
              <c:pt idx="18">
                <c:v>0.9820137900379085</c:v>
              </c:pt>
              <c:pt idx="19">
                <c:v>0.9890130573694068</c:v>
              </c:pt>
              <c:pt idx="20">
                <c:v>0.9933071490757153</c:v>
              </c:pt>
            </c:numLit>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900">
                <a:solidFill>
                  <a:srgbClr val="667085"/>
                </a:solidFill>
              </a:defRPr>
            </a:pPr>
          </a:p>
        </c:txPr>
        <c:crossAx val="48650112"/>
        <c:majorUnit val="0.5"/>
      </c:valAx>
      <c:valAx>
        <c:axId val="48650112"/>
        <c:scaling>
          <c:orientation val="minMax"/>
          <c:max val="5"/>
          <c:min val="-5"/>
        </c:scaling>
        <c:delete val="0"/>
        <c:axPos val="b"/>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900">
                <a:solidFill>
                  <a:srgbClr val="667085"/>
                </a:solidFill>
              </a:defRPr>
            </a:pPr>
          </a:p>
        </c:txPr>
        <c:crossAx val="48672768"/>
        <c:majorUnit val="5"/>
      </c:valAx>
      <c:spPr>
        <a:solidFill xmlns:a="http://schemas.openxmlformats.org/drawingml/2006/main">
          <a:srgbClr val="F8FAFC"/>
        </a:solidFill>
        <a:ln xmlns:a="http://schemas.openxmlformats.org/drawingml/2006/main" w="9525">
          <a:solidFill>
            <a:srgbClr val="E2E8F0"/>
          </a:solidFill>
          <a:prstDash val="solid"/>
        </a:ln>
      </c:spPr>
    </c:plotArea>
    <c:plotVisOnly val="1"/>
  </c:chart>
  <c:spPr>
    <a:solidFill xmlns:a="http://schemas.openxmlformats.org/drawingml/2006/main">
      <a:srgbClr val="F8FAFC"/>
    </a:solidFill>
    <a:ln xmlns:a="http://schemas.openxmlformats.org/drawingml/2006/main" w="9525">
      <a:solidFill>
        <a:srgbClr val="E2E8F0"/>
      </a:solid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500" b="1">
                <a:solidFill>
                  <a:srgbClr val="0B0F19"/>
                </a:solidFill>
              </a:rPr>
              <a:t>Tanh</a:t>
            </a:r>
          </a:p>
        </c:rich>
      </c:tx>
      <c:txPr>
        <a:bodyPr xmlns:a="http://schemas.openxmlformats.org/drawingml/2006/main" anchorCtr="1"/>
        <a:lstStyle xmlns:a="http://schemas.openxmlformats.org/drawingml/2006/main"/>
        <a:p xmlns:a="http://schemas.openxmlformats.org/drawingml/2006/main">
          <a:pPr>
            <a:defRPr sz="1500" b="1">
              <a:solidFill>
                <a:srgbClr val="0B0F19"/>
              </a:solidFill>
            </a:defRPr>
          </a:pPr>
        </a:p>
      </c:txPr>
    </c:title>
    <c:plotArea>
      <c:scatterChart>
        <c:scatterStyle val="smooth"/>
        <c:ser>
          <c:idx val="0"/>
          <c:order val="0"/>
          <c:tx>
            <c:v>Tanh</c:v>
          </c:tx>
          <c:spPr>
            <a:ln xmlns:a="http://schemas.openxmlformats.org/drawingml/2006/main" w="28575">
              <a:solidFill>
                <a:srgbClr val="7C3AED"/>
              </a:solidFill>
              <a:prstDash val="solid"/>
            </a:ln>
          </c:spPr>
          <c:marker>
            <c:symbol val="none"/>
          </c:marker>
          <c:xVal>
            <c:numLit>
              <c:formatCode>General</c:formatCode>
              <c:ptCount val="21"/>
              <c:pt idx="0">
                <c:v>-5</c:v>
              </c:pt>
              <c:pt idx="1">
                <c:v>-4.5</c:v>
              </c:pt>
              <c:pt idx="2">
                <c:v>-4</c:v>
              </c:pt>
              <c:pt idx="3">
                <c:v>-3.5</c:v>
              </c:pt>
              <c:pt idx="4">
                <c:v>-3</c:v>
              </c:pt>
              <c:pt idx="5">
                <c:v>-2.5</c:v>
              </c:pt>
              <c:pt idx="6">
                <c:v>-2</c:v>
              </c:pt>
              <c:pt idx="7">
                <c:v>-1.5</c:v>
              </c:pt>
              <c:pt idx="8">
                <c:v>-1</c:v>
              </c:pt>
              <c:pt idx="9">
                <c:v>-0.5</c:v>
              </c:pt>
              <c:pt idx="10">
                <c:v>0</c:v>
              </c:pt>
              <c:pt idx="11">
                <c:v>0.5</c:v>
              </c:pt>
              <c:pt idx="12">
                <c:v>1</c:v>
              </c:pt>
              <c:pt idx="13">
                <c:v>1.5</c:v>
              </c:pt>
              <c:pt idx="14">
                <c:v>2</c:v>
              </c:pt>
              <c:pt idx="15">
                <c:v>2.5</c:v>
              </c:pt>
              <c:pt idx="16">
                <c:v>3</c:v>
              </c:pt>
              <c:pt idx="17">
                <c:v>3.5</c:v>
              </c:pt>
              <c:pt idx="18">
                <c:v>4</c:v>
              </c:pt>
              <c:pt idx="19">
                <c:v>4.5</c:v>
              </c:pt>
              <c:pt idx="20">
                <c:v>5</c:v>
              </c:pt>
            </c:numLit>
          </c:xVal>
          <c:yVal>
            <c:numLit>
              <c:formatCode>0.0</c:formatCode>
              <c:ptCount val="21"/>
              <c:pt idx="0">
                <c:v>-0.9999092042625951</c:v>
              </c:pt>
              <c:pt idx="1">
                <c:v>-0.9997532108480275</c:v>
              </c:pt>
              <c:pt idx="2">
                <c:v>-0.999329299739067</c:v>
              </c:pt>
              <c:pt idx="3">
                <c:v>-0.9981778976111987</c:v>
              </c:pt>
              <c:pt idx="4">
                <c:v>-0.9950547536867305</c:v>
              </c:pt>
              <c:pt idx="5">
                <c:v>-0.9866142981514303</c:v>
              </c:pt>
              <c:pt idx="6">
                <c:v>-0.9640275800758169</c:v>
              </c:pt>
              <c:pt idx="7">
                <c:v>-0.9051482536448664</c:v>
              </c:pt>
              <c:pt idx="8">
                <c:v>-0.7615941559557649</c:v>
              </c:pt>
              <c:pt idx="9">
                <c:v>-0.46211715726000974</c:v>
              </c:pt>
              <c:pt idx="10">
                <c:v>0</c:v>
              </c:pt>
              <c:pt idx="11">
                <c:v>0.46211715726000974</c:v>
              </c:pt>
              <c:pt idx="12">
                <c:v>0.7615941559557649</c:v>
              </c:pt>
              <c:pt idx="13">
                <c:v>0.9051482536448664</c:v>
              </c:pt>
              <c:pt idx="14">
                <c:v>0.9640275800758169</c:v>
              </c:pt>
              <c:pt idx="15">
                <c:v>0.9866142981514303</c:v>
              </c:pt>
              <c:pt idx="16">
                <c:v>0.9950547536867305</c:v>
              </c:pt>
              <c:pt idx="17">
                <c:v>0.9981778976111987</c:v>
              </c:pt>
              <c:pt idx="18">
                <c:v>0.999329299739067</c:v>
              </c:pt>
              <c:pt idx="19">
                <c:v>0.9997532108480275</c:v>
              </c:pt>
              <c:pt idx="20">
                <c:v>0.9999092042625951</c:v>
              </c:pt>
            </c:numLit>
          </c:yVal>
        </c:ser>
        <c:axId val="48650112"/>
        <c:axId val="48672768"/>
      </c:scatterChart>
      <c:valAx>
        <c:axId val="48672768"/>
        <c:scaling>
          <c:orientation val="minMax"/>
          <c:max val="1"/>
          <c:min val="-1"/>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900">
                <a:solidFill>
                  <a:srgbClr val="667085"/>
                </a:solidFill>
              </a:defRPr>
            </a:pPr>
          </a:p>
        </c:txPr>
        <c:crossAx val="48650112"/>
        <c:majorUnit val="1"/>
      </c:valAx>
      <c:valAx>
        <c:axId val="48650112"/>
        <c:scaling>
          <c:orientation val="minMax"/>
          <c:max val="5"/>
          <c:min val="-5"/>
        </c:scaling>
        <c:delete val="0"/>
        <c:axPos val="b"/>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900">
                <a:solidFill>
                  <a:srgbClr val="667085"/>
                </a:solidFill>
              </a:defRPr>
            </a:pPr>
          </a:p>
        </c:txPr>
        <c:crossAx val="48672768"/>
        <c:majorUnit val="5"/>
      </c:valAx>
      <c:spPr>
        <a:solidFill xmlns:a="http://schemas.openxmlformats.org/drawingml/2006/main">
          <a:srgbClr val="F8FAFC"/>
        </a:solidFill>
        <a:ln xmlns:a="http://schemas.openxmlformats.org/drawingml/2006/main" w="9525">
          <a:solidFill>
            <a:srgbClr val="E2E8F0"/>
          </a:solidFill>
          <a:prstDash val="solid"/>
        </a:ln>
      </c:spPr>
    </c:plotArea>
    <c:plotVisOnly val="1"/>
  </c:chart>
  <c:spPr>
    <a:solidFill xmlns:a="http://schemas.openxmlformats.org/drawingml/2006/main">
      <a:srgbClr val="F8FAFC"/>
    </a:solidFill>
    <a:ln xmlns:a="http://schemas.openxmlformats.org/drawingml/2006/main" w="9525">
      <a:solidFill>
        <a:srgbClr val="E2E8F0"/>
      </a:solid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500" b="1">
                <a:solidFill>
                  <a:srgbClr val="0B0F19"/>
                </a:solidFill>
              </a:rPr>
              <a:t>ReLU</a:t>
            </a:r>
          </a:p>
        </c:rich>
      </c:tx>
      <c:txPr>
        <a:bodyPr xmlns:a="http://schemas.openxmlformats.org/drawingml/2006/main" anchorCtr="1"/>
        <a:lstStyle xmlns:a="http://schemas.openxmlformats.org/drawingml/2006/main"/>
        <a:p xmlns:a="http://schemas.openxmlformats.org/drawingml/2006/main">
          <a:pPr>
            <a:defRPr sz="1500" b="1">
              <a:solidFill>
                <a:srgbClr val="0B0F19"/>
              </a:solidFill>
            </a:defRPr>
          </a:pPr>
        </a:p>
      </c:txPr>
    </c:title>
    <c:plotArea>
      <c:scatterChart>
        <c:scatterStyle val="smooth"/>
        <c:ser>
          <c:idx val="0"/>
          <c:order val="0"/>
          <c:tx>
            <c:v>ReLU</c:v>
          </c:tx>
          <c:spPr>
            <a:ln xmlns:a="http://schemas.openxmlformats.org/drawingml/2006/main" w="28575">
              <a:solidFill>
                <a:srgbClr val="10B981"/>
              </a:solidFill>
              <a:prstDash val="solid"/>
            </a:ln>
          </c:spPr>
          <c:marker>
            <c:symbol val="none"/>
          </c:marker>
          <c:xVal>
            <c:numLit>
              <c:formatCode>General</c:formatCode>
              <c:ptCount val="21"/>
              <c:pt idx="0">
                <c:v>-5</c:v>
              </c:pt>
              <c:pt idx="1">
                <c:v>-4.5</c:v>
              </c:pt>
              <c:pt idx="2">
                <c:v>-4</c:v>
              </c:pt>
              <c:pt idx="3">
                <c:v>-3.5</c:v>
              </c:pt>
              <c:pt idx="4">
                <c:v>-3</c:v>
              </c:pt>
              <c:pt idx="5">
                <c:v>-2.5</c:v>
              </c:pt>
              <c:pt idx="6">
                <c:v>-2</c:v>
              </c:pt>
              <c:pt idx="7">
                <c:v>-1.5</c:v>
              </c:pt>
              <c:pt idx="8">
                <c:v>-1</c:v>
              </c:pt>
              <c:pt idx="9">
                <c:v>-0.5</c:v>
              </c:pt>
              <c:pt idx="10">
                <c:v>0</c:v>
              </c:pt>
              <c:pt idx="11">
                <c:v>0.5</c:v>
              </c:pt>
              <c:pt idx="12">
                <c:v>1</c:v>
              </c:pt>
              <c:pt idx="13">
                <c:v>1.5</c:v>
              </c:pt>
              <c:pt idx="14">
                <c:v>2</c:v>
              </c:pt>
              <c:pt idx="15">
                <c:v>2.5</c:v>
              </c:pt>
              <c:pt idx="16">
                <c:v>3</c:v>
              </c:pt>
              <c:pt idx="17">
                <c:v>3.5</c:v>
              </c:pt>
              <c:pt idx="18">
                <c:v>4</c:v>
              </c:pt>
              <c:pt idx="19">
                <c:v>4.5</c:v>
              </c:pt>
              <c:pt idx="20">
                <c:v>5</c:v>
              </c:pt>
            </c:numLit>
          </c:xVal>
          <c:yVal>
            <c:numLit>
              <c:formatCode>0.0</c:formatCode>
              <c:ptCount val="21"/>
              <c:pt idx="0">
                <c:v>0</c:v>
              </c:pt>
              <c:pt idx="1">
                <c:v>0</c:v>
              </c:pt>
              <c:pt idx="2">
                <c:v>0</c:v>
              </c:pt>
              <c:pt idx="3">
                <c:v>0</c:v>
              </c:pt>
              <c:pt idx="4">
                <c:v>0</c:v>
              </c:pt>
              <c:pt idx="5">
                <c:v>0</c:v>
              </c:pt>
              <c:pt idx="6">
                <c:v>0</c:v>
              </c:pt>
              <c:pt idx="7">
                <c:v>0</c:v>
              </c:pt>
              <c:pt idx="8">
                <c:v>0</c:v>
              </c:pt>
              <c:pt idx="9">
                <c:v>0</c:v>
              </c:pt>
              <c:pt idx="10">
                <c:v>0</c:v>
              </c:pt>
              <c:pt idx="11">
                <c:v>0.5</c:v>
              </c:pt>
              <c:pt idx="12">
                <c:v>1</c:v>
              </c:pt>
              <c:pt idx="13">
                <c:v>1.5</c:v>
              </c:pt>
              <c:pt idx="14">
                <c:v>2</c:v>
              </c:pt>
              <c:pt idx="15">
                <c:v>2.5</c:v>
              </c:pt>
              <c:pt idx="16">
                <c:v>3</c:v>
              </c:pt>
              <c:pt idx="17">
                <c:v>3.5</c:v>
              </c:pt>
              <c:pt idx="18">
                <c:v>4</c:v>
              </c:pt>
              <c:pt idx="19">
                <c:v>4.5</c:v>
              </c:pt>
              <c:pt idx="20">
                <c:v>5</c:v>
              </c:pt>
            </c:numLit>
          </c:yVal>
        </c:ser>
        <c:axId val="48650112"/>
        <c:axId val="48672768"/>
      </c:scatterChart>
      <c:valAx>
        <c:axId val="48672768"/>
        <c:scaling>
          <c:orientation val="minMax"/>
          <c:max val="5"/>
          <c:min val="0"/>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900">
                <a:solidFill>
                  <a:srgbClr val="667085"/>
                </a:solidFill>
              </a:defRPr>
            </a:pPr>
          </a:p>
        </c:txPr>
        <c:crossAx val="48650112"/>
        <c:majorUnit val="2.5"/>
      </c:valAx>
      <c:valAx>
        <c:axId val="48650112"/>
        <c:scaling>
          <c:orientation val="minMax"/>
          <c:max val="5"/>
          <c:min val="-5"/>
        </c:scaling>
        <c:delete val="0"/>
        <c:axPos val="b"/>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900">
                <a:solidFill>
                  <a:srgbClr val="667085"/>
                </a:solidFill>
              </a:defRPr>
            </a:pPr>
          </a:p>
        </c:txPr>
        <c:crossAx val="48672768"/>
        <c:majorUnit val="5"/>
      </c:valAx>
      <c:spPr>
        <a:solidFill xmlns:a="http://schemas.openxmlformats.org/drawingml/2006/main">
          <a:srgbClr val="F8FAFC"/>
        </a:solidFill>
        <a:ln xmlns:a="http://schemas.openxmlformats.org/drawingml/2006/main" w="9525">
          <a:solidFill>
            <a:srgbClr val="E2E8F0"/>
          </a:solidFill>
          <a:prstDash val="solid"/>
        </a:ln>
      </c:spPr>
    </c:plotArea>
    <c:plotVisOnly val="1"/>
  </c:chart>
  <c:spPr>
    <a:solidFill xmlns:a="http://schemas.openxmlformats.org/drawingml/2006/main">
      <a:srgbClr val="F8FAFC"/>
    </a:solidFill>
    <a:ln xmlns:a="http://schemas.openxmlformats.org/drawingml/2006/main" w="9525">
      <a:solidFill>
        <a:srgbClr val="E2E8F0"/>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Rectangle 1959211399">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Rectangle 1850301699">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Rectangle 2018958639">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53704307" name="Straight Connector 453704306">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83570776" name="Oval 1383570775">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Rectangle 1909465558">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Rectangle 373098539">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Rectangle 1435247823">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Oval 517207118">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Rectangle 1431946798">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Rectangle 1613992743">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Rectangle 1819292424">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Oval 1011337880">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Rectangle 231300994">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Rectangle 1085761315">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Rectangle 9026134">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Oval 1242283889">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Rectangle 760971764">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Rectangle 236810503">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Rectangle 297379142">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Oval 886147111">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Rectangle 1979103398">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Rectangle 668892514">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Rectangle 846714876">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Rectangle 612628765">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Rectangle 1343619986">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d924b2d8c4424b0b"/>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Rectangle 197505908">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Rectangle 1909048147">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Rectangle: Rounded Corners 816331080">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3768868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b815154427314bf5"/>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Straight Connector 161416146">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1902173" name="Straight Connector 61902172">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898681239" name="Rectangle: Rounded Corners 898681238">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Rectangle 1225503430">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Straight Connector 1461826591">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08551118" name="Oval 308551117">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22530922" name="Straight Connector 2122530921">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902723884" name="Oval 1902723883">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7498951" name="Straight Connector 167498950">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159963358" name="Oval 1159963357">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86469559" name="Straight Connector 1986469558">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145200306" name="Oval 1145200305">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46813434" name="Straight Connector 1746813433">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137688683" name="Oval 2137688682">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6285494" name="Straight Connector 696285493">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45698390" name="Oval 1445698389">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06024004" name="Rectangle 1506024003">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Rectangle 340544592">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Rectangle 191215672">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Straight Connector 523934700">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Rectangle 764921179">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Rectangle 1306971651">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39346077"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0e735eabade04bf7"/>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Straight Connector 673215582">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31783795" name="Straight Connector 1831783794">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519439691" name="Rectangle: Rounded Corners 1519439690">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Rectangle 1880411001">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Straight Connector 63070562">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23606973" name="Oval 723606972">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95429067" name="Straight Connector 1295429066">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8682069" name="Oval 8682068">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39346072" name="Straight Connector 2139346071">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066189597" name="Oval 2066189596">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72593583" name="Straight Connector 272593582">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34232464" name="Oval 134232463">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75049892" name="Straight Connector 775049891">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072269509" name="Oval 1072269508">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82061215" name="Straight Connector 982061214">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509233171" name="Oval 1509233170">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5713910" name="Rectangle 835713909">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Rectangle 891411324">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Rectangle 1615394469">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Rectangle 810486817">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Rectangle 1387195607">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08938200"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5a7cbd6a842941cc"/>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Straight Connector 1226520373">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752169603" name="Straight Connector 1752169602">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917000958" name="Rectangle: Rounded Corners 917000957">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Rectangle 835812764">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Straight Connector 1136040176">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583075003" name="Oval 583075002">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37929436" name="Straight Connector 337929435">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108938195" name="Oval 2108938194">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89038475" name="Straight Connector 1089038474">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44103134" name="Oval 344103133">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6319934" name="Straight Connector 116319933">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97503669" name="Oval 1497503668">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98652274" name="Straight Connector 1398652273">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635056807" name="Oval 1635056806">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00162546" name="Straight Connector 1900162545">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81560172" name="Oval 781560171">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75462252" name="Rectangle 1575462251">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Rectangle 1355267839">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Rectangle 1311817854">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Rectangle 896921065">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Rectangle 873289791">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6707614" name="Straight Connector 56707613">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473988393" name="Straight Connector 1473988392">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04586366" name="Rectangle 1804586365">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Rectangle 1864669960">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Oval 1888914903">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2749498" name="Oval 832749497">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73900985" name="Oval 2073900984">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25225898" name="Oval 1025225897">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93992284" name="Oval 393992283">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02577505" name="Oval 1602577504">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71923821" name="Oval 1371923820">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53025885" name="Oval 1753025884">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286776" name="Oval 1468286775">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03532534" name="Oval 1303532533">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98580290" name="Oval 1098580289">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47856203" name="Oval 747856202">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5170769" name="Oval 1515170768">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58272405" name="Oval 758272404">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39647181" name="Oval 539647180">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82130370" name="Oval 382130369">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47626964" name="Oval 347626963">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34367547" name="Rectangle: Rounded Corners 1734367546">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Rectangle: Rounded Corners 1497716320">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Rectangle: Rounded Corners 119055209">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Rectangle 1782549367">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Rectangle 1717240199">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Rectangle 876043219">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Rectangle 1970303406">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37688958" name="Straight Connector 1537688957">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2007704338" name="Straight Connector 2007704337">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5599506" name="Rectangle 65599505">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Rectangle 1251237696">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Oval 1695470153">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15448563" name="Oval 815448562">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03472678" name="Oval 1303472677">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74269757" name="Oval 674269756">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294810" name="Oval 163294809">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33278307" name="Oval 1733278306">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80799254" name="Oval 880799253">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4346435" name="Oval 834346434">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58427811" name="Oval 558427810">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80509646" name="Oval 1580509645">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72736302" name="Oval 572736301">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77734923" name="Oval 777734922">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3252182" name="Oval 113252181">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2038153" name="Oval 1702038152">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81702023" name="Oval 1781702022">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4012885" name="Oval 164012884">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91339260" name="Oval 991339259">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31926645" name="Rectangle: Rounded Corners 2031926644">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Rectangle: Rounded Corners 1514015500">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Rectangle 738739686">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Rectangle 1843306662">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Rectangle 940562735">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pic>
        <p:nvPicPr>
          <p:cNvPr id="203192667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00f1ba4bd6504283">
            <a:extLst>
              <a:ext uri="{96DAC541-7B7A-43D3-8B79-37D633B846F1}">
                <asvg:svgBlip xmlns:asvg="http://schemas.microsoft.com/office/drawing/2016/SVG/main" r:embed="Rf9d7e5f184394811"/>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Rectangle 1896240478">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Rectangle 574298503">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68719097" name="Straight Connector 1968719096">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324465774" name="Straight Connector 1324465773">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910257485" name="Rectangle 910257484">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Rectangle 1246496868">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Oval 1811837015">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53346287" name="Oval 453346286">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18228279" name="Oval 1618228278">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89599103" name="Oval 2089599102">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57916703" name="Oval 1457916702">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50923538" name="Oval 1250923537">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79714092" name="Oval 579714091">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88193175" name="Oval 1188193174">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75857353" name="Oval 2075857352">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60739157" name="Oval 260739156">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72597424" name="Oval 472597423">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11162584" name="Oval 311162583">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18592259" name="Oval 418592258">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91215338" name="Oval 391215337">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7420592" name="Oval 1707420591">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24466290" name="Oval 1324466289">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67646444" name="Oval 1167646443">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67024098" name="Rectangle: Rounded Corners 1367024097">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Rectangle: Rounded Corners 2069871042">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Rectangle 2096192631">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58d52098de1d42e8">
            <a:extLst>
              <a:ext uri="{96DAC541-7B7A-43D3-8B79-37D633B846F1}">
                <asvg:svgBlip xmlns:asvg="http://schemas.microsoft.com/office/drawing/2016/SVG/main" r:embed="R76254ef59e944d7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solidguide_flipV">
            <a:extLst xmlns:a="http://schemas.openxmlformats.org/drawingml/2006/main">
              <a:ext uri="{FF2B5EF4-FFF2-40B4-BE49-F238E27FC236}">
                <a16:creationId xmlns:a16="http://schemas.microsoft.com/office/drawing/2014/main" id="{1E6154A2-D60F-068C-B021-62AD75391E67}"/>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Rectangle 1890818175">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Rectangle 785272061">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50748595" name="Rectangle: Rounded Corners 1050748594">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52567776" name="Rectangle 1752567775">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Rectangle 397256149">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Rectangle 528734129">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Rectangle 1008566192">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Straight Connector 2104166465">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391317271" name="Rectangle 1391317270">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Rectangle 2139818398">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Straight Connector 756114381">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65170773" name="Rectangle 1665170772">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Rectangle 1710634736">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Rectangle: Rounded Corners 1872312689">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38876600" name="Rectangle 1638876599">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Rectangle 815678976">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Rectangle 815528297">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Rectangle 478170369">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Straight Connector 533968529">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109746" name="Rectangle 195109745">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Rectangle 1008757044">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Straight Connector 1685278168">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56120153" name="Rectangle 1256120152">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Rectangle 686280821">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Rectangle: Rounded Corners 312764701">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2086773710" name="Rectangle 2086773709">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Rectangle 2025467514">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Rectangle 957358411">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Rectangle 1167683203">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Straight Connector 935775799">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50430571" name="Rectangle 1650430570">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Rectangle 1673598855">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Straight Connector 796017482">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0138994" name="Rectangle 150138993">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Rectangle 1355132477">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Straight Connector 2121780220">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35810552" name="Straight Connector 835810551">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00880980" name="Rectangle 1100880979">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Rectangle 854926774">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Rectangle 1150295720">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Rectangle 537144149">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Straight Connector 1844070667">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56722813" name="Rectangle: Rounded Corners 1156722812">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Rectangle 555957418">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Straight Connector 1221881980">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2243680" name="Rectangle: Rounded Corners 942243679">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Rectangle 1558388499">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Rectangle: Rounded Corners 497016789">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44728693" name="Straight Connector 944728692">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492924598" name="Straight Connector 492924597">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97545628" name="Rectangle 1897545627">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Rectangle 567799544">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Rectangle 163568202">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Rectangle 1723731144">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Rectangle 326786159">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Rectangle 1482802785">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Rectangle 947956942">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Rectangle 2016319604">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Rectangle 759240474">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Rectangle 1102304899">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Rectangle 1141042966">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pic>
        <p:nvPicPr>
          <p:cNvPr id="2106832542"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1cadbc343c494314">
            <a:extLst>
              <a:ext uri="{96DAC541-7B7A-43D3-8B79-37D633B846F1}">
                <asvg:svgBlip xmlns:asvg="http://schemas.microsoft.com/office/drawing/2016/SVG/main" r:embed="R5aea8e5ce7f34ce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Rectangle 1470283906">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Rectangle 843139879">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856458313"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db219cb4c4514d85"/>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Oval 1369448292">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Rectangle 119453285">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Oval 1329949566">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Rectangle 1856458307">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Oval 167515331">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Rectangle 324280658">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Rectangle 220100613">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Rectangle 914741475">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Rectangle 763526406">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922458407"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ba060ef00ff54cfa"/>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Straight Connector 1032169778">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768100699" name="Straight Connector 1768100698">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922458401" name="Rectangle 1922458400">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Rectangle 1402654062">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Oval 1006697960">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72079833" name="Straight Connector 772079832">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93081964" name="Oval 1493081963">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25848368" name="Oval 1125848367">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431459788" name="Rectangle 1431459787">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Rectangle 551453139">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Rectangle 1387627842">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Straight Connector 1489075409">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768615075" name="Straight Connector 768615074">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pic>
        <p:nvPicPr>
          <p:cNvPr id="1922458421"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f1dc9e38f2e2496a">
            <a:extLst>
              <a:ext uri="{96DAC541-7B7A-43D3-8B79-37D633B846F1}">
                <asvg:svgBlip xmlns:asvg="http://schemas.microsoft.com/office/drawing/2016/SVG/main" r:embed="Rc6fbd8bd6af8483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Rectangle 151304597">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Rectangle 177396171">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3979158" name="Straight Connector 53979157">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27639123" name="Straight Connector 627639122">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466830899" name="Rectangle 466830898">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Rectangle 1905295987">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Oval 917868853">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47861545" name="Oval 1147861544">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453648763" name="Oval 453648762">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58550889" name="Oval 1758550888">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781569674" name="Rectangle: Rounded Corners 1781569673">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Rectangle: Rounded Corners 140372676">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Rectangle: Rounded Corners 457547252">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Rectangle 126664147">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Rectangle 638283189">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225c257152ee494a">
            <a:extLst>
              <a:ext uri="{96DAC541-7B7A-43D3-8B79-37D633B846F1}">
                <asvg:svgBlip xmlns:asvg="http://schemas.microsoft.com/office/drawing/2016/SVG/main" r:embed="R4cbcc231148a427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Rectangle 1072400785">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Rectangle 1682929385">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957330898"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802d5c7474754690"/>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Straight Connector 707499443">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076861611" name="Straight Connector 1076861610">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618224150" name="Rectangle 1618224149">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Rectangle 1957330890">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Oval 1428842632">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4324772" name="Oval 94324771">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74916118" name="Oval 1474916117">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35518816" name="Rectangle 1335518815">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Rectangle 971869567">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Rectangle: Rounded Corners 76329123">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Rectangle 237806933">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sp>
        <p:nvSpPr>
          <p:cNvPr id="1957330893" name="solid-loss-curve">
            <a:extLst xmlns:a="http://schemas.openxmlformats.org/drawingml/2006/main">
              <a:ext uri="{FF2B5EF4-FFF2-40B4-BE49-F238E27FC236}">
                <a16:creationId xmlns:a16="http://schemas.microsoft.com/office/drawing/2014/main" id="{3767881D-9D3F-4115-AE9C-06E070FEC2F2}"/>
              </a:ext>
            </a:extLst>
          </p:cNvPr>
          <p:cNvSpPr>
            <a:spLocks xmlns:a="http://schemas.openxmlformats.org/drawingml/2006/main" noGrp="1"/>
          </p:cNvSpPr>
          <p:nvPr/>
        </p:nvSpPr>
        <p:spPr>
          <a:xfrm xmlns:a="http://schemas.openxmlformats.org/drawingml/2006/main">
            <a:off x="1752600"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15225221" name="Rectangle 615225220">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Straight Connector 1664744869">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598323691" name="Straight Connector 598323690">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Rectangle 1454394643">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Oval 1043049251">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03022140" name="Oval 103022139">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01714726" name="Rectangle 1601714725">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Rectangle 1242132362">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2132047725" name="Picture 2132047724"/>
          <p:cNvPicPr>
            <a:picLocks xmlns:a="http://schemas.openxmlformats.org/drawingml/2006/main" noChangeAspect="1"/>
          </p:cNvPicPr>
          <p:nvPr/>
        </p:nvPicPr>
        <p:blipFill>
          <a:blip xmlns:r="http://schemas.openxmlformats.org/officeDocument/2006/relationships" xmlns:a="http://schemas.openxmlformats.org/drawingml/2006/main" r:embed="R7053d5b9a0664126"/>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Graphic 2132047725"/>
          <p:cNvPicPr>
            <a:picLocks xmlns:a="http://schemas.openxmlformats.org/drawingml/2006/main" noChangeAspect="1"/>
          </p:cNvPicPr>
          <p:nvPr/>
        </p:nvPicPr>
        <p:blipFill>
          <a:blip xmlns:r="http://schemas.openxmlformats.org/officeDocument/2006/relationships" xmlns:a="http://schemas.openxmlformats.org/drawingml/2006/main" r:embed="R041d1c25aa4e4078">
            <a:extLst>
              <a:ext uri="{96DAC541-7B7A-43D3-8B79-37D633B846F1}">
                <asvg:svgBlip xmlns:asvg="http://schemas.microsoft.com/office/drawing/2016/SVG/main" r:embed="Ra96b5425dd37474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Rectangle 549712311">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Rectangle 504424573">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Rectangle: Rounded Corners 8473207">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13827264" name="Oval 1713827263">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324013537" name="Oval 324013536">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1149235492" name="Oval 1149235491">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1750953690" name="Oval 1750953689">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3393047" name="Oval 1513393046">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96081327" name="Oval 496081326">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53579844" name="Oval 953579843">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68581153" name="Oval 268581152">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82461719" name="Oval 1782461718">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8488984" name="Oval 1638488983">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18913498" name="Oval 1018913497">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92287630" name="Oval 1292287629">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10545747" name="Oval 1410545746">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23839339" name="Oval 1923839338">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52248782" name="Oval 452248781">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36757280" name="Rectangle 2036757279">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Rectangle 899691756">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Rectangle 1393267236">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Rectangle 1802476533">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Rectangle 1736954645">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cxnSp>
        <p:nvCxnSpPr>
          <p:cNvPr id="2036758960" name="Straight Arrow Connector 2036758667"/>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1" name="Straight Arrow Connector 2036758668"/>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2" name="Straight Arrow Connector 2036758669"/>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3" name="Straight Arrow Connector 2036758670"/>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4" name="Straight Arrow Connector 2036758671"/>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5" name="Straight Arrow Connector 2036758672"/>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6" name="Straight Arrow Connector 2036758673"/>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7" name="Straight Arrow Connector 2036758674"/>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8" name="Straight Arrow Connector 2036758675"/>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69" name="Straight Arrow Connector 2036758676"/>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0" name="Straight Arrow Connector 2036758677"/>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1" name="Straight Arrow Connector 2036758678"/>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2" name="Straight Arrow Connector 2036758679"/>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3" name="Straight Arrow Connector 2036758680"/>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4" name="Straight Arrow Connector 2036758681"/>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5" name="Straight Arrow Connector 2036758682"/>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6" name="Straight Arrow Connector 2036758683"/>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7" name="Straight Arrow Connector 2036758684"/>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8" name="Straight Arrow Connector 2036758685"/>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79" name="Straight Arrow Connector 2036758686"/>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0" name="Straight Arrow Connector 2036758687"/>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1" name="Straight Arrow Connector 2036758688"/>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2" name="Straight Arrow Connector 2036758689"/>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3" name="Straight Arrow Connector 2036758690"/>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4" name="Straight Arrow Connector 2036758691"/>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5" name="Straight Arrow Connector 2036758692"/>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6" name="Straight Arrow Connector 2036758693"/>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7" name="Straight Arrow Connector 2036758694"/>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8" name="Straight Arrow Connector 2036758695"/>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89" name="Straight Arrow Connector 2036758696"/>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0" name="Straight Arrow Connector 2036758697"/>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1" name="Straight Arrow Connector 2036758698"/>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2" name="Straight Arrow Connector 2036758699"/>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3" name="Straight Arrow Connector 2036758700"/>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4" name="Straight Arrow Connector 2036758701"/>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5" name="Straight Arrow Connector 2036758702"/>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6" name="Straight Arrow Connector 2036758703"/>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7" name="Straight Arrow Connector 2036758704"/>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8" name="Straight Arrow Connector 2036758705"/>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999" name="Straight Arrow Connector 2036758706"/>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0" name="Straight Arrow Connector 2036758707"/>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1" name="Straight Arrow Connector 2036758708"/>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2" name="Straight Arrow Connector 2036758709"/>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3" name="Straight Arrow Connector 2036758710"/>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4" name="Straight Arrow Connector 2036758711"/>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5" name="Straight Arrow Connector 2036758712"/>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6" name="Straight Arrow Connector 2036758713"/>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7" name="Straight Arrow Connector 2036758714"/>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8" name="Straight Arrow Connector 2036758715"/>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009" name="Straight Arrow Connector 2036758716"/>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Two sigmoid layers create a nonlinear regressor</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h₁ = σ(w₁x+b₁)</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h₂ = σ(w₂h₁+b₂)</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ŷ = w₃h₂+b₃</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
        <p:nvSpPr>
          <p:cNvPr id="1953172436" name="Rectangle 1953172435">
            <a:extLst xmlns:a="http://schemas.openxmlformats.org/drawingml/2006/main">
              <a:ext uri="{FF2B5EF4-FFF2-40B4-BE49-F238E27FC236}">
                <a16:creationId xmlns:a16="http://schemas.microsoft.com/office/drawing/2014/main" id="{23A3CB16-DB53-4E2A-80F0-697C320A22A7}"/>
              </a:ext>
            </a:extLst>
          </p:cNvPr>
          <p:cNvSpPr>
            <a:spLocks xmlns:a="http://schemas.openxmlformats.org/drawingml/2006/main" noGrp="1"/>
          </p:cNvSpPr>
          <p:nvPr/>
        </p:nvSpPr>
        <p:spPr>
          <a:xfrm xmlns:a="http://schemas.openxmlformats.org/drawingml/2006/main">
            <a:off x="1524000" y="40957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input</a:t>
            </a:r>
          </a:p>
        </p:txBody>
      </p:sp>
      <p:sp>
        <p:nvSpPr>
          <p:cNvPr id="1953172437" name="Rectangle 1953172436">
            <a:extLst xmlns:a="http://schemas.openxmlformats.org/drawingml/2006/main">
              <a:ext uri="{FF2B5EF4-FFF2-40B4-BE49-F238E27FC236}">
                <a16:creationId xmlns:a16="http://schemas.microsoft.com/office/drawing/2014/main" id="{CB2AD5F0-5E6A-443E-8850-73D23958CCAA}"/>
              </a:ext>
            </a:extLst>
          </p:cNvPr>
          <p:cNvSpPr>
            <a:spLocks xmlns:a="http://schemas.openxmlformats.org/drawingml/2006/main" noGrp="1"/>
          </p:cNvSpPr>
          <p:nvPr/>
        </p:nvSpPr>
        <p:spPr>
          <a:xfrm xmlns:a="http://schemas.openxmlformats.org/drawingml/2006/main">
            <a:off x="347662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1</a:t>
            </a:r>
          </a:p>
          <a:p xmlns:a="http://schemas.openxmlformats.org/drawingml/2006/main">
            <a:pPr algn="ctr">
              <a:buNone/>
              <a:defRPr sz="1350" b="1">
                <a:solidFill>
                  <a:srgbClr val="667085"/>
                </a:solidFill>
              </a:defRPr>
            </a:pPr>
            <a:r>
              <a:rPr sz="1350" b="1">
                <a:solidFill>
                  <a:srgbClr val="667085"/>
                </a:solidFill>
              </a:rPr>
              <a:t>width = 1</a:t>
            </a:r>
          </a:p>
        </p:txBody>
      </p:sp>
      <p:sp>
        <p:nvSpPr>
          <p:cNvPr id="1953172438" name="Rectangle 1953172437">
            <a:extLst xmlns:a="http://schemas.openxmlformats.org/drawingml/2006/main">
              <a:ext uri="{FF2B5EF4-FFF2-40B4-BE49-F238E27FC236}">
                <a16:creationId xmlns:a16="http://schemas.microsoft.com/office/drawing/2014/main" id="{FCABD426-0759-4ABC-86CD-2E7A3212EFD5}"/>
              </a:ext>
            </a:extLst>
          </p:cNvPr>
          <p:cNvSpPr>
            <a:spLocks xmlns:a="http://schemas.openxmlformats.org/drawingml/2006/main" noGrp="1"/>
          </p:cNvSpPr>
          <p:nvPr/>
        </p:nvSpPr>
        <p:spPr>
          <a:xfrm xmlns:a="http://schemas.openxmlformats.org/drawingml/2006/main">
            <a:off x="5429250"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2</a:t>
            </a:r>
          </a:p>
          <a:p xmlns:a="http://schemas.openxmlformats.org/drawingml/2006/main">
            <a:pPr algn="ctr">
              <a:buNone/>
              <a:defRPr sz="1350" b="1">
                <a:solidFill>
                  <a:srgbClr val="667085"/>
                </a:solidFill>
              </a:defRPr>
            </a:pPr>
            <a:r>
              <a:rPr sz="1350" b="1">
                <a:solidFill>
                  <a:srgbClr val="667085"/>
                </a:solidFill>
              </a:rPr>
              <a:t>width = 1</a:t>
            </a:r>
          </a:p>
        </p:txBody>
      </p:sp>
      <p:sp>
        <p:nvSpPr>
          <p:cNvPr id="1953172439" name="Rectangle 1953172438">
            <a:extLst xmlns:a="http://schemas.openxmlformats.org/drawingml/2006/main">
              <a:ext uri="{FF2B5EF4-FFF2-40B4-BE49-F238E27FC236}">
                <a16:creationId xmlns:a16="http://schemas.microsoft.com/office/drawing/2014/main" id="{90AD7798-DD37-4334-8828-579007975455}"/>
              </a:ext>
            </a:extLst>
          </p:cNvPr>
          <p:cNvSpPr>
            <a:spLocks xmlns:a="http://schemas.openxmlformats.org/drawingml/2006/main" noGrp="1"/>
          </p:cNvSpPr>
          <p:nvPr/>
        </p:nvSpPr>
        <p:spPr>
          <a:xfrm xmlns:a="http://schemas.openxmlformats.org/drawingml/2006/main">
            <a:off x="738187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linear output</a:t>
            </a:r>
          </a:p>
        </p:txBody>
      </p:sp>
      <p:sp>
        <p:nvSpPr>
          <p:cNvPr id="1953172440" name="Rectangle 1953172439">
            <a:extLst xmlns:a="http://schemas.openxmlformats.org/drawingml/2006/main">
              <a:ext uri="{FF2B5EF4-FFF2-40B4-BE49-F238E27FC236}">
                <a16:creationId xmlns:a16="http://schemas.microsoft.com/office/drawing/2014/main" id="{F3649D01-BADF-4915-BFF9-F32837EA89FF}"/>
              </a:ext>
            </a:extLst>
          </p:cNvPr>
          <p:cNvSpPr>
            <a:spLocks xmlns:a="http://schemas.openxmlformats.org/drawingml/2006/main" noGrp="1"/>
          </p:cNvSpPr>
          <p:nvPr/>
        </p:nvSpPr>
        <p:spPr>
          <a:xfrm xmlns:a="http://schemas.openxmlformats.org/drawingml/2006/main">
            <a:off x="2143125" y="4905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activation:  σ(z) = 1 / (1 + e⁻ᶻ)</a:t>
            </a:r>
          </a:p>
        </p:txBody>
      </p:sp>
      <p:sp>
        <p:nvSpPr>
          <p:cNvPr id="1953172441" name="Rectangle 1953172440">
            <a:extLst xmlns:a="http://schemas.openxmlformats.org/drawingml/2006/main">
              <a:ext uri="{FF2B5EF4-FFF2-40B4-BE49-F238E27FC236}">
                <a16:creationId xmlns:a16="http://schemas.microsoft.com/office/drawing/2014/main" id="{28C68547-F7A1-4EAA-836F-BBA914933DDC}"/>
              </a:ext>
            </a:extLst>
          </p:cNvPr>
          <p:cNvSpPr>
            <a:spLocks xmlns:a="http://schemas.openxmlformats.org/drawingml/2006/main" noGrp="1"/>
          </p:cNvSpPr>
          <p:nvPr/>
        </p:nvSpPr>
        <p:spPr>
          <a:xfrm xmlns:a="http://schemas.openxmlformats.org/drawingml/2006/main">
            <a:off x="6429375" y="4905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5034994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Activation functions add nonlinearity</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sp>
        <p:nvSpPr>
          <p:cNvPr id="1696408860" name="activation-reason">
            <a:extLst xmlns:a="http://schemas.openxmlformats.org/drawingml/2006/main">
              <a:ext uri="{FF2B5EF4-FFF2-40B4-BE49-F238E27FC236}">
                <a16:creationId xmlns:a16="http://schemas.microsoft.com/office/drawing/2014/main" id="{CE253E0E-CBA1-451A-B321-9A9C3694F94B}"/>
              </a:ext>
            </a:extLst>
          </p:cNvPr>
          <p:cNvSpPr>
            <a:spLocks xmlns:a="http://schemas.openxmlformats.org/drawingml/2006/main" noGrp="1"/>
          </p:cNvSpPr>
          <p:nvPr/>
        </p:nvSpPr>
        <p:spPr>
          <a:xfrm xmlns:a="http://schemas.openxmlformats.org/drawingml/2006/main">
            <a:off x="1000125" y="1543050"/>
            <a:ext cx="1019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EF4444"/>
                </a:solidFill>
              </a:defRPr>
            </a:pPr>
            <a:r>
              <a:rPr sz="1650" b="1">
                <a:solidFill>
                  <a:srgbClr val="EF4444"/>
                </a:solidFill>
              </a:rPr>
              <a:t>Without activation, stacked linear layers collapse into one linear function.</a:t>
            </a:r>
          </a:p>
        </p:txBody>
      </p:sp>
      <p:graphicFrame>
        <p:nvGraphicFramePr>
          <p:cNvPr id="1696408873" name="Chart"/>
          <p:cNvGraphicFramePr/>
          <p:nvPr/>
        </p:nvGraphicFramePr>
        <p:xfrm>
          <a:off xmlns:a="http://schemas.openxmlformats.org/drawingml/2006/main" x="904875" y="2190750"/>
          <a:ext xmlns:a="http://schemas.openxmlformats.org/drawingml/2006/main" cx="3238500" cy="2714625"/>
        </p:xfrm>
        <a:graphic xmlns:a="http://schemas.openxmlformats.org/drawingml/2006/main">
          <a:graphicData uri="http://schemas.openxmlformats.org/drawingml/2006/chart">
            <c:chart xmlns:r="http://schemas.openxmlformats.org/officeDocument/2006/relationships" xmlns:c="http://schemas.openxmlformats.org/drawingml/2006/chart" r:id="Re8de1ce3eae84d65"/>
          </a:graphicData>
        </a:graphic>
      </p:graphicFrame>
      <p:sp>
        <p:nvSpPr>
          <p:cNvPr id="1696408862" name="">
            <a:extLst xmlns:a="http://schemas.openxmlformats.org/drawingml/2006/main">
              <a:ext uri="{FF2B5EF4-FFF2-40B4-BE49-F238E27FC236}">
                <a16:creationId xmlns:a16="http://schemas.microsoft.com/office/drawing/2014/main" id="{80868977-E00F-4846-A747-963016F1199B}"/>
              </a:ext>
            </a:extLst>
          </p:cNvPr>
          <p:cNvSpPr>
            <a:spLocks xmlns:a="http://schemas.openxmlformats.org/drawingml/2006/main" noGrp="1"/>
          </p:cNvSpPr>
          <p:nvPr/>
        </p:nvSpPr>
        <p:spPr>
          <a:xfrm xmlns:a="http://schemas.openxmlformats.org/drawingml/2006/main">
            <a:off x="904875" y="50292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563EB"/>
                </a:solidFill>
              </a:defRPr>
            </a:pPr>
            <a:r>
              <a:rPr sz="1350" b="1">
                <a:solidFill>
                  <a:srgbClr val="2563EB"/>
                </a:solidFill>
              </a:rPr>
              <a:t>0 to 1 · smooth, but saturates</a:t>
            </a:r>
          </a:p>
        </p:txBody>
      </p:sp>
      <p:graphicFrame>
        <p:nvGraphicFramePr>
          <p:cNvPr id="1696408875" name="Chart"/>
          <p:cNvGraphicFramePr/>
          <p:nvPr/>
        </p:nvGraphicFramePr>
        <p:xfrm>
          <a:off xmlns:a="http://schemas.openxmlformats.org/drawingml/2006/main" x="4476750" y="2190750"/>
          <a:ext xmlns:a="http://schemas.openxmlformats.org/drawingml/2006/main" cx="3238500" cy="2714625"/>
        </p:xfrm>
        <a:graphic xmlns:a="http://schemas.openxmlformats.org/drawingml/2006/main">
          <a:graphicData uri="http://schemas.openxmlformats.org/drawingml/2006/chart">
            <c:chart xmlns:r="http://schemas.openxmlformats.org/officeDocument/2006/relationships" xmlns:c="http://schemas.openxmlformats.org/drawingml/2006/chart" r:id="Rfd6c5bde6fdc4e25"/>
          </a:graphicData>
        </a:graphic>
      </p:graphicFrame>
      <p:sp>
        <p:nvSpPr>
          <p:cNvPr id="1696408864" name="">
            <a:extLst xmlns:a="http://schemas.openxmlformats.org/drawingml/2006/main">
              <a:ext uri="{FF2B5EF4-FFF2-40B4-BE49-F238E27FC236}">
                <a16:creationId xmlns:a16="http://schemas.microsoft.com/office/drawing/2014/main" id="{E14C1C2A-208C-4063-B8E5-39F977A5B6C6}"/>
              </a:ext>
            </a:extLst>
          </p:cNvPr>
          <p:cNvSpPr>
            <a:spLocks xmlns:a="http://schemas.openxmlformats.org/drawingml/2006/main" noGrp="1"/>
          </p:cNvSpPr>
          <p:nvPr/>
        </p:nvSpPr>
        <p:spPr>
          <a:xfrm xmlns:a="http://schemas.openxmlformats.org/drawingml/2006/main">
            <a:off x="4476750" y="50292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7C3AED"/>
                </a:solidFill>
              </a:defRPr>
            </a:pPr>
            <a:r>
              <a:rPr sz="1350" b="1">
                <a:solidFill>
                  <a:srgbClr val="7C3AED"/>
                </a:solidFill>
              </a:rPr>
              <a:t>−1 to 1 · zero-centered</a:t>
            </a:r>
          </a:p>
        </p:txBody>
      </p:sp>
      <p:graphicFrame>
        <p:nvGraphicFramePr>
          <p:cNvPr id="1696408877" name="Chart"/>
          <p:cNvGraphicFramePr/>
          <p:nvPr/>
        </p:nvGraphicFramePr>
        <p:xfrm>
          <a:off xmlns:a="http://schemas.openxmlformats.org/drawingml/2006/main" x="8048625" y="2190750"/>
          <a:ext xmlns:a="http://schemas.openxmlformats.org/drawingml/2006/main" cx="3238500" cy="2714625"/>
        </p:xfrm>
        <a:graphic xmlns:a="http://schemas.openxmlformats.org/drawingml/2006/main">
          <a:graphicData uri="http://schemas.openxmlformats.org/drawingml/2006/chart">
            <c:chart xmlns:r="http://schemas.openxmlformats.org/officeDocument/2006/relationships" xmlns:c="http://schemas.openxmlformats.org/drawingml/2006/chart" r:id="Rf7ae18a793e348b6"/>
          </a:graphicData>
        </a:graphic>
      </p:graphicFrame>
      <p:sp>
        <p:nvSpPr>
          <p:cNvPr id="1696408866" name="">
            <a:extLst xmlns:a="http://schemas.openxmlformats.org/drawingml/2006/main">
              <a:ext uri="{FF2B5EF4-FFF2-40B4-BE49-F238E27FC236}">
                <a16:creationId xmlns:a16="http://schemas.microsoft.com/office/drawing/2014/main" id="{12FED72B-86C0-4A66-9058-5E4F567863C8}"/>
              </a:ext>
            </a:extLst>
          </p:cNvPr>
          <p:cNvSpPr>
            <a:spLocks xmlns:a="http://schemas.openxmlformats.org/drawingml/2006/main" noGrp="1"/>
          </p:cNvSpPr>
          <p:nvPr/>
        </p:nvSpPr>
        <p:spPr>
          <a:xfrm xmlns:a="http://schemas.openxmlformats.org/drawingml/2006/main">
            <a:off x="8048625" y="50292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0B981"/>
                </a:solidFill>
              </a:defRPr>
            </a:pPr>
            <a:r>
              <a:rPr sz="1350" b="1">
                <a:solidFill>
                  <a:srgbClr val="10B981"/>
                </a:solidFill>
              </a:rPr>
              <a:t>max(0, x) · simple and widely used</a:t>
            </a:r>
          </a:p>
        </p:txBody>
      </p:sp>
      <p:sp>
        <p:nvSpPr>
          <p:cNvPr id="1696408867" name="">
            <a:extLst xmlns:a="http://schemas.openxmlformats.org/drawingml/2006/main">
              <a:ext uri="{FF2B5EF4-FFF2-40B4-BE49-F238E27FC236}">
                <a16:creationId xmlns:a16="http://schemas.microsoft.com/office/drawing/2014/main" id="{823A3E59-3767-4DD1-B220-142C023778C2}"/>
              </a:ext>
            </a:extLst>
          </p:cNvPr>
          <p:cNvSpPr>
            <a:spLocks xmlns:a="http://schemas.openxmlformats.org/drawingml/2006/main" noGrp="1"/>
          </p:cNvSpPr>
          <p:nvPr/>
        </p:nvSpPr>
        <p:spPr>
          <a:xfrm xmlns:a="http://schemas.openxmlformats.org/drawingml/2006/main">
            <a:off x="2000250" y="5572125"/>
            <a:ext cx="819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0B0F19"/>
                </a:solidFill>
              </a:defRPr>
            </a:pPr>
            <a:r>
              <a:rPr sz="1425" b="1">
                <a:solidFill>
                  <a:srgbClr val="0B0F19"/>
                </a:solidFill>
              </a:rPr>
              <a:t>Nonlinearity lets depth bend and combine features instead of repeating a straight line.</a:t>
            </a:r>
          </a:p>
        </p:txBody>
      </p:sp>
    </p:spTree>
    <p:extLst>
      <p:ext uri="{BB962C8B-B14F-4D97-AF65-F5344CB8AC3E}">
        <p14:creationId xmlns:p14="http://schemas.microsoft.com/office/powerpoint/2010/main" val="5034994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Arrow: Right 2030273733">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70986400" name="Rectangle: Rounded Corners 1270986399">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pic>
        <p:nvPicPr>
          <p:cNvPr id="2030273749" name="Graphic 2030273748"/>
          <p:cNvPicPr>
            <a:picLocks xmlns:a="http://schemas.openxmlformats.org/drawingml/2006/main" noChangeAspect="1"/>
          </p:cNvPicPr>
          <p:nvPr/>
        </p:nvPicPr>
        <p:blipFill>
          <a:blip xmlns:r="http://schemas.openxmlformats.org/officeDocument/2006/relationships" xmlns:a="http://schemas.openxmlformats.org/drawingml/2006/main" r:embed="R787d1e43dd064e81">
            <a:extLst>
              <a:ext uri="{96DAC541-7B7A-43D3-8B79-37D633B846F1}">
                <asvg:svgBlip xmlns:asvg="http://schemas.microsoft.com/office/drawing/2016/SVG/main" r:embed="R8aa6e48a819c4c45"/>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Rectangle 1140395191">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Rectangle 12279108">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45830070" name="Rectangle: Rounded Corners 1145830069">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52150448" name="Rectangle: Rounded Corners 452150447">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59401502" name="Rectangle: Rounded Corners 659401501">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5312810" name="Rectangle: Rounded Corners 945312809">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25399563" name="Rectangle: Rounded Corners 825399562">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0932631" name="Rectangle: Rounded Corners 940932630">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2492072" name="Rectangle: Rounded Corners 92492071">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71063485" name="Rectangle: Rounded Corners 1671063484">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03415365" name="Rectangle: Rounded Corners 1403415364">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20162865" name="Rectangle: Rounded Corners 920162864">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73965733" name="Rectangle: Rounded Corners 1273965732">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97345787" name="Rectangle: Rounded Corners 997345786">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60215716" name="Rectangle 1860215715">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Rectangle 1776231637">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Rectangle: Rounded Corners 1407817769">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647181" name="Rectangle: Rounded Corners 26647180">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91552307" name="Rectangle: Rounded Corners 791552306">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84589956" name="Rectangle: Rounded Corners 2084589955">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776304204" name="Rectangle: Rounded Corners 1776304203">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76179568" name="Rectangle: Rounded Corners 1376179567">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39234869" name="Rectangle: Rounded Corners 1139234868">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41367546" name="Rectangle: Rounded Corners 241367545">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8548040" name="Rectangle: Rounded Corners 88548039">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95708786" name="Rectangle: Rounded Corners 895708785">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80226908" name="Rectangle: Rounded Corners 1880226907">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37418370" name="Rectangle: Rounded Corners 2137418369">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41053205" name="Rectangle: Rounded Corners 541053204">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39440644" name="Rectangle: Rounded Corners 939440643">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22633996" name="Rectangle: Rounded Corners 1522633995">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41274213" name="Rectangle 541274212">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Rectangle 1965353895">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Rectangle: Rounded Corners 1259444808">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72463859" name="Rectangle: Rounded Corners 2072463858">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45922740" name="Rectangle: Rounded Corners 1445922739">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3271563" name="Rectangle: Rounded Corners 643271562">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49215513" name="Rectangle: Rounded Corners 1549215512">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4461918" name="Rectangle: Rounded Corners 644461917">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4278905" name="Rectangle: Rounded Corners 34278904">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9519881" name="Rectangle: Rounded Corners 169519880">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27524538" name="Rectangle: Rounded Corners 327524537">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25063416" name="Rectangle: Rounded Corners 625063415">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7962698" name="Rectangle: Rounded Corners 187962697">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17106716" name="Rectangle: Rounded Corners 617106715">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17876156" name="Rectangle: Rounded Corners 1217876155">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73209119" name="Rectangle: Rounded Corners 973209118">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92029274" name="Rectangle: Rounded Corners 292029273">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30725396" name="Rectangle: Rounded Corners 1630725395">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09978097" name="Rectangle: Rounded Corners 1409978096">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84116433" name="Rectangle: Rounded Corners 784116432">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20917595" name="Rectangle: Rounded Corners 520917594">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52837899" name="Rectangle: Rounded Corners 1352837898">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11812882" name="Rectangle 511812881">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Rectangle 16501534">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spTree>
    <p:extLst>
      <p:ext uri="{BB962C8B-B14F-4D97-AF65-F5344CB8AC3E}">
        <p14:creationId xmlns:p14="http://schemas.microsoft.com/office/powerpoint/2010/main" val="167305593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pic>
        <p:nvPicPr>
          <p:cNvPr id="1495975739" name="Picture 1495975738"/>
          <p:cNvPicPr>
            <a:picLocks xmlns:a="http://schemas.openxmlformats.org/drawingml/2006/main" noChangeAspect="1"/>
          </p:cNvPicPr>
          <p:nvPr/>
        </p:nvPicPr>
        <p:blipFill>
          <a:blip xmlns:r="http://schemas.openxmlformats.org/officeDocument/2006/relationships" xmlns:a="http://schemas.openxmlformats.org/drawingml/2006/main" r:embed="R0cd3f2d63d804bb0"/>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Rectangle 2057689870">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Rectangle 2050535816">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7806763" name="Rectangle: Rounded Corners 167806762">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Rectangle: Rounded Corners 1568972460">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Rectangle: Rounded Corners 1178997927">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Rectangle: Rounded Corners 720728368">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Rectangle: Rounded Corners 1681988418">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Arrow: Right 120451244">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85835782" name="Arrow: Right 785835781">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9529181" name="Arrow: Right 89529180">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31720124" name="Arrow: Right 331720123">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39340521" name="Arrow: Left 639340520">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57252726" name="Arrow: Left 357252725">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85836936" name="Arrow: Left 785836935">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915421948" name="Arrow: Left 915421947">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920294035" name="Rectangle 1920294034">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Rectangle 14864956">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Rectangle 977617615">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35468991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Rectangle 757161452">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Rectangle 1485490077">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Rectangle: Rounded Corners 1281445229">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25871867" name="Oval 1725871866">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Oval 1328597483">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Oval 1819707772">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Oval 1950704622">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Arrow: Right 631911999">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41999000" name="Arrow: Left 341998999">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54648644" name="Arrow: Right 254648643">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15649990" name="Arrow: Left 1015649989">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86149261" name="Rectangle 1286149260">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Rectangle 598068433">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141664996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Rectangle 596912551">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Rectangle 290873250">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Rectangle: Rounded Corners 81270832">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87413914" name="Rectangle: Rounded Corners 1587413913">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Rectangle: Rounded Corners 493815563">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Rectangle: Rounded Corners 770580154">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Arrow: Right 719400496">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79447592" name="Rectangle: Rounded Corners 1479447591">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2028005841" name="Rectangle: Rounded Corners 2028005840">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882830142" name="Rectangle: Rounded Corners 1882830141">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60243027" name="Rectangle: Rounded Corners 60243026">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134928051" name="Rectangle: Rounded Corners 1134928050">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354337604" name="Rectangle 1354337603">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Rectangle 564634627">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3900936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Rectangle 804913496">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Rectangle 977578111">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11469828" name="Straight Connector 2011469827">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1034434" name="Straight Connector 181034433">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53006747" name="Oval 1553006746">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9600282" name="Rectangle 1709600281">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Oval 21898783">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48343371" name="Rectangle 948343370">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Oval 2041526387">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76813263" name="Rectangle 1876813262">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Oval 1942427474">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88296366" name="Rectangle 888296365">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Oval 358440105">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76600516" name="Rectangle 1076600515">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Oval 1935212152">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0298215" name="Rectangle 40298214">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Oval 1096938976">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51020530" name="Rectangle 251020529">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Rectangle 1844580113">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86405270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Rectangle 316490786">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Rectangle 1088829960">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37263550" name="Rectangle: Rounded Corners 1637263549">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Arrow: Right 483904790">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Rectangle: Rounded Corners 112366508">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Rectangle: Rounded Corners 1684869887">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Arrow: Right 582027638">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Rectangle: Rounded Corners 415203980">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Rectangle 1659565154">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117170220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Rectangle 1412031494">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Rectangle 795213251">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80614388" name="Rectangle: Rounded Corners 1580614387">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Oval 1990550395">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Straight Connector 2100406639">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38775389" name="Arrow: Right 538775388">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64614973" name="Rectangle: Rounded Corners 1064614972">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Oval 1803721867">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Straight Connector 583856608">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39349876" name="Arrow: Right 2139349875">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5700101" name="Rectangle: Rounded Corners 1635700100">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Oval 841796169">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Straight Connector 925426090">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99883121" name="Arrow: Right 999883120">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32593897" name="Rectangle: Rounded Corners 1232593896">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Oval 353672065">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Straight Connector 250778965">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58237289" name="Rectangle 558237288">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63983196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Rectangle 1731358443">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Rectangle 1129691951">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Rectangle: Rounded Corners 153614357">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60434668" name="Rectangle: Rounded Corners 1660434667">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Rectangle: Rounded Corners 331123784">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Rectangle: Rounded Corners 1408528115">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Rectangle: Rounded Corners 929702956">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Rectangle: Rounded Corners 747840371">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Rectangle: Rounded Corners 1625402858">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Rectangle: Rounded Corners 1678137837">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Straight Connector 1472942795">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613721531" name="Oval 1613721530">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579085890" name="Oval 1579085889">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077149346" name="Oval 2077149345">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872952086" name="Oval 1872952085">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20816397" name="Oval 20816396">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677953629" name="Oval 677953628">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792512940" name="Oval 1792512939">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915767504" name="Rectangle 1915767503">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spTree>
    <p:extLst>
      <p:ext uri="{BB962C8B-B14F-4D97-AF65-F5344CB8AC3E}">
        <p14:creationId xmlns:p14="http://schemas.microsoft.com/office/powerpoint/2010/main" val="26010620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a92e62525d644f49"/>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4cf18fe6980d4275"/>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Rectangle 828705700">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Rectangle 1834494691">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78451327" name="Oval 378451326">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Oval 1710653340">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Oval 1215104595">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Oval 1626294488">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Oval 1273413100">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Straight Connector 1283471484">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366393266" name="Straight Connector 366393265">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82316422" name="Straight Connector 682316421">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432998769" name="Straight Connector 1432998768">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040235338" name="Rectangle 2040235337">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98451510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Rectangle 2031595678">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Rectangle 1958034541">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Rectangle: Rounded Corners 856291304">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15562436" name="Oval 915562435">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Oval 2063706273">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Oval 1843251255">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Arrow: Right 1047507270">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Arrow: Right 416431706">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Rectangle: Rounded Corners 685887359">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Rectangle 1087270730">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Tree>
    <p:extLst>
      <p:ext uri="{BB962C8B-B14F-4D97-AF65-F5344CB8AC3E}">
        <p14:creationId xmlns:p14="http://schemas.microsoft.com/office/powerpoint/2010/main" val="71783635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Rectangle 274056230">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Rectangle 2069842662">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68010826" name="Rectangle: Rounded Corners 268010825">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Rectangle 859411994">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Rectangle: Rounded Corners 462313761">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Rectangle 256178726">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Rectangle: Rounded Corners 570514558">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25339526" name="Rectangle: Rounded Corners 1825339525">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0424871" name="Rectangle: Rounded Corners 1330424870">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94137062" name="Rectangle: Rounded Corners 1894137061">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02898929" name="Rectangle: Rounded Corners 402898928">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77770756" name="Rectangle 1777770755">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Rectangle 664374673">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0">
                <a:solidFill>
                  <a:srgbClr val="667085"/>
                </a:solidFill>
              </a:defRPr>
            </a:pPr>
            <a:r>
              <a:rPr sz="1575" b="0">
                <a:solidFill>
                  <a:srgbClr val="667085"/>
                </a:solidFill>
              </a:rPr>
              <a:t>Dot product: multiply matching dimensions, then add them.</a:t>
            </a:r>
          </a:p>
          <a:p xmlns:a="http://schemas.openxmlformats.org/drawingml/2006/main">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Rectangle 1701338696">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Rectangle 1786653114">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41548240" name="Rectangle: Rounded Corners 1141548239">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498832920" name="Rectangle: Rounded Corners 498832919">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69908898" name="Rectangle: Rounded Corners 1769908897">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14348487" name="Rectangle: Rounded Corners 1914348486">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678518740" name="Rectangle: Rounded Corners 1678518739">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119966247" name="Arrow: Right 2119966246">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Rectangle: Rounded Corners 211572738">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030269240" name="Rectangle: Rounded Corners 1030269239">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42494707" name="Rectangle: Rounded Corners 642494706">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203968869" name="Rectangle: Rounded Corners 1203968868">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66818067" name="Rectangle: Rounded Corners 666818066">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940968765" name="Rectangle 1940968764">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Rectangle 1848061419">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Rectangle 2016234214">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Rectangle 667720717">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Rectangle 1521779778">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99418885" name="Rectangle: Rounded Corners 1099418884">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Rectangle 605842497">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Rectangle: Rounded Corners 1810780251">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Rectangle 1903860279">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Rectangle: Rounded Corners 453837605">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Rectangle 1961512127">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Rectangle: Rounded Corners 866508350">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Rectangle 1031075147">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Arrow: Right 691035972">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Rectangle: Rounded Corners 997542731">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Rectangle 1562003282">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76073685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Rectangle 836461681">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Rectangle 1767099124">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32534858" name="Oval 1632534857">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Oval 1413970628">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Oval 1148745044">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Oval 1579502936">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Oval 638914901">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Oval 1524084679">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Oval 1617060268">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Oval 1577893088">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Oval 1071333543">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Oval 399974577">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Oval 1223483228">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Oval 494721319">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Straight Connector 484203624">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90803705" name="Straight Connector 390803704">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83356269" name="Straight Connector 1483356268">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91113419" name="Straight Connector 491113418">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95177638" name="Straight Connector 1895177637">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98279709" name="Straight Connector 1498279708">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9583843" name="Straight Connector 139583842">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810730710" name="Straight Connector 810730709">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521066156" name="Straight Connector 521066155">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316407276" name="Straight Connector 316407275">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18150277" name="Straight Connector 218150276">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99927861" name="Straight Connector 499927860">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350622296" name="Straight Connector 1350622295">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5691065" name="Straight Connector 45691064">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145050029" name="Straight Connector 1145050028">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969983035" name="Straight Connector 969983034">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52016391" name="Straight Connector 452016390">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200418005" name="Straight Connector 1200418004">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516866412" name="Straight Connector 1516866411">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51999136" name="Straight Connector 251999135">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86571185" name="Straight Connector 86571184">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602661194" name="Straight Connector 602661193">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078817606" name="Straight Connector 2078817605">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37467792" name="Straight Connector 37467791">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18172493" name="Rectangle 118172492">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53308264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Rectangle 1367258729">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Rectangle 1284678877">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33773316" name="Oval 233773315">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64947675" name="Straight Connector 1564947674">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95560162" name="Straight Connector 995560161">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98038426" name="Rectangle 1698038425">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Oval 79558485">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09830999" name="Straight Connector 1609830998">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713490367" name="Straight Connector 1713490366">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540777177" name="Rectangle 1540777176">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Oval 1805008483">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11549705" name="Straight Connector 1911549704">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91936672" name="Straight Connector 1791936671">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09414287" name="Rectangle 109414286">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Oval 446622830">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858706387" name="Straight Connector 858706386">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428863683" name="Straight Connector 1428863682">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133392473" name="Rectangle 1133392472">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Rectangle 438456562">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131229900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Rectangle 1411052237">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Rectangle 106512870">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37710828" name="Rectangle: Rounded Corners 437710827">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Rectangle 1111010882">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Rectangle: Rounded Corners 1831606846">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Rectangle 1646324530">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Rectangle: Rounded Corners 1489327302">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Rectangle 1229374656">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spTree>
    <p:extLst>
      <p:ext uri="{BB962C8B-B14F-4D97-AF65-F5344CB8AC3E}">
        <p14:creationId xmlns:p14="http://schemas.microsoft.com/office/powerpoint/2010/main" val="206576533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dbf18ef00b124a3d"/>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Rectangle 1844228020">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Rectangle 619868867">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04183003" name="Rectangle: Rounded Corners 1704183002">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Rectangle: Rounded Corners 2064136095">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Rectangle: Rounded Corners 1859104578">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Rectangle: Rounded Corners 1016569497">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Straight Connector 94601081">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00744927" name="Straight Connector 1000744926">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81772781" name="Straight Connector 781772780">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07733504" name="Rectangle 1007733503">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Rectangle 1520419495">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45862281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Rectangle 1860349465">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Rectangle 1379853287">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57118694" name="Rectangle: Rounded Corners 1257118693">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Rectangle: Rounded Corners 139886069">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Rectangle: Rounded Corners 1995249494">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Rectangle: Rounded Corners 486029296">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Rectangle: Rounded Corners 2009773558">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Rectangle: Rounded Corners 607891528">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Rectangle: Rounded Corners 1953501824">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Arrow: Right 237891345">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67787382" name="Rectangle 567787381">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Rectangle 1811573039">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58415269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Rectangle 698847192">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Rectangle 892173066">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10502303" name="Rectangle: Rounded Corners 2010502302">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366762974" name="Rectangle: Rounded Corners 1366762973">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460632182" name="Rectangle: Rounded Corners 1460632181">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75856487" name="Rectangle: Rounded Corners 1175856486">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061757067" name="Rectangle: Rounded Corners 2061757066">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69118890" name="Rectangle: Rounded Corners 1169118889">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38188301" name="Rectangle: Rounded Corners 238188300">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049301057" name="Rectangle: Rounded Corners 2049301056">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282082345" name="Rectangle: Rounded Corners 1282082344">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72922272" name="Rectangle: Rounded Corners 1172922271">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03029257" name="Rectangle: Rounded Corners 603029256">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879817440" name="Rectangle: Rounded Corners 1879817439">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875542065" name="Rectangle: Rounded Corners 875542064">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51908472" name="Rectangle: Rounded Corners 51908471">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689509713" name="Rectangle: Rounded Corners 1689509712">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791720530" name="Rectangle: Rounded Corners 791720529">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05367442" name="Rectangle: Rounded Corners 105367441">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563215530" name="Rectangle: Rounded Corners 1563215529">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15081295" name="Rectangle: Rounded Corners 315081294">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48452191" name="Rectangle: Rounded Corners 248452190">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671279800" name="Rectangle: Rounded Corners 1671279799">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239843559" name="Rectangle: Rounded Corners 1239843558">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474960511" name="Rectangle: Rounded Corners 1474960510">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705162464" name="Rectangle: Rounded Corners 1705162463">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7576925" name="Rectangle: Rounded Corners 7576924">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26996611" name="Rectangle: Rounded Corners 426996610">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937971" name="Rectangle: Rounded Corners 4937970">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18411885" name="Rectangle: Rounded Corners 318411884">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5608591" name="Rectangle: Rounded Corners 615608590">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731456272" name="Rectangle: Rounded Corners 1731456271">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84935540" name="Rectangle: Rounded Corners 484935539">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34420311" name="Rectangle: Rounded Corners 1134420310">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355285830" name="Rectangle: Rounded Corners 1355285829">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945716101" name="Rectangle: Rounded Corners 1945716100">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03673205" name="Rectangle: Rounded Corners 903673204">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1920754" name="Rectangle: Rounded Corners 41920753">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090731608" name="Rectangle 1090731607">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Rectangle 1864567656">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Rectangle 353583897">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3975143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Rectangle 352308475">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Rectangle 890164865">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31370087" name="Rectangle: Rounded Corners 2031370086">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Rectangle 1726456331">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Rectangle: Rounded Corners 412394112">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Rectangle 225213445">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spTree>
    <p:extLst>
      <p:ext uri="{BB962C8B-B14F-4D97-AF65-F5344CB8AC3E}">
        <p14:creationId xmlns:p14="http://schemas.microsoft.com/office/powerpoint/2010/main" val="117135787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312488035cf346e3"/>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Rectangle 1548456798">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Rectangle 1277068294">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14717421" name="Rectangle: Rounded Corners 614717420">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Rectangle: Rounded Corners 1854427874">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Rectangle: Rounded Corners 1506494527">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Rectangle: Rounded Corners 310583424">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Rectangle: Rounded Corners 701546865">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Arrow: Right 622048333">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76163820" name="Arrow: Right 476163819">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96234521" name="Rectangle: Rounded Corners 1396234520">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Rectangle 1921889684">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80689685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Rectangle 7713821">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Rectangle 1381388514">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4931326" name="Rectangle: Rounded Corners 1954931325">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Rectangle: Rounded Corners 1479007971">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Rectangle: Rounded Corners 337911440">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Rectangle: Rounded Corners 812565267">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Rectangle: Rounded Corners 210839016">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Arrow: Right 923890290">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9922297" name="Rectangle: Rounded Corners 549922296">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Rectangle 313069816">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Rectangle 181180573">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154577609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16044446" name="Rectangle: Rounded Corners 1616044445">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Arrow: Right 594282241">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Rectangle: Rounded Corners 733975538">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Arrow: Right 826463740">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Rectangle: Rounded Corners 1611946980">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Arrow: Right 1141760594">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6463301" name="Oval 546463300">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Tree>
    <p:extLst>
      <p:ext uri="{BB962C8B-B14F-4D97-AF65-F5344CB8AC3E}">
        <p14:creationId xmlns:p14="http://schemas.microsoft.com/office/powerpoint/2010/main" val="37256966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Rectangle 965507380">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Rectangle 139921793">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34787169" name="Rectangle: Rounded Corners 2034787168">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Arrow: Right 1804858146">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19234795" name="Rectangle: Rounded Corners 2119234794">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Arrow: Right 1610655777">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7679863" name="Rectangle: Rounded Corners 67679862">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Straight Connector 1129615995">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701261000" name="Rectangle 701260999">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Rectangle 567537238">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144499256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Rectangle 1814109763">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Rectangle 2024296005">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61104431" name="Rectangle 1861104430">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Rectangle: Rounded Corners 1392389716">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04746230" name="Rectangle: Rounded Corners 304746229">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22174651" name="Rectangle: Rounded Corners 1222174650">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21083533" name="Rectangle: Rounded Corners 221083532">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71169588" name="Rectangle: Rounded Corners 1871169587">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99079275" name="Rectangle 1899079274">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Rectangle: Rounded Corners 557756631">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421477789" name="Rectangle: Rounded Corners 421477788">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58930619" name="Rectangle: Rounded Corners 358930618">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92675594" name="Rectangle: Rounded Corners 92675593">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99041678" name="Rectangle: Rounded Corners 1199041677">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5073006" name="Rectangle 35073005">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spTree>
    <p:extLst>
      <p:ext uri="{BB962C8B-B14F-4D97-AF65-F5344CB8AC3E}">
        <p14:creationId xmlns:p14="http://schemas.microsoft.com/office/powerpoint/2010/main" val="48994860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Rectangle 642368024">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Rectangle 1340580572">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91850248" name="Rectangle: Rounded Corners 391850247">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58602477" name="Rectangle 558602476">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Rectangle 908481340">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Rectangle 803342785">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Rectangle: Rounded Corners 1990101030">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1392787" name="Rectangle 1511392786">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Rectangle: Rounded Corners 768585734">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34996420" name="Rectangle 734996419">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Rectangle: Rounded Corners 904396018">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23400870" name="Rectangle 1723400869">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Rectangle: Rounded Corners 1904735606">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77779496" name="Rectangle 1977779495">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Rectangle: Rounded Corners 758909754">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03671469" name="Rectangle 1103671468">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Rectangle: Rounded Corners 1109785804">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87535764" name="Rectangle 87535763">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Rectangle: Rounded Corners 395524451">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752117889" name="Rectangle 752117888">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Rectangle: Rounded Corners 1187034514">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39831953" name="Rectangle 1239831952">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Rectangle: Rounded Corners 1990686703">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790741739" name="Rectangle 790741738">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Rectangle 1344716697">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817540190" name="Rectangle 1817540189">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Rectangle: Rounded Corners 1412774459">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842999193" name="Rectangle 842999192">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Rectangle: Rounded Corners 1720875966">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6502240" name="Rectangle 66502239">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Rectangle: Rounded Corners 2118371450">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1265886564" name="Rectangle 1265886563">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Rectangle: Rounded Corners 2042608732">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661207097" name="Rectangle 661207096">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Rectangle: Rounded Corners 1098391783">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1867510341" name="Rectangle 1867510340">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Rectangle 610821016">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Rectangle 569626175">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Rectangle: Rounded Corners 43298065">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Rectangle 114239354">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Rectangle: Rounded Corners 1589723464">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Rectangle 127230098">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Rectangle 760303360">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pic>
        <p:nvPicPr>
          <p:cNvPr id="2118371499" name="Graphic 2118371498"/>
          <p:cNvPicPr>
            <a:picLocks xmlns:a="http://schemas.openxmlformats.org/drawingml/2006/main" noChangeAspect="1"/>
          </p:cNvPicPr>
          <p:nvPr/>
        </p:nvPicPr>
        <p:blipFill>
          <a:blip xmlns:r="http://schemas.openxmlformats.org/officeDocument/2006/relationships" xmlns:a="http://schemas.openxmlformats.org/drawingml/2006/main" r:embed="Rebea118547ee4270">
            <a:extLst>
              <a:ext uri="{96DAC541-7B7A-43D3-8B79-37D633B846F1}">
                <asvg:svgBlip xmlns:asvg="http://schemas.microsoft.com/office/drawing/2016/SVG/main" r:embed="R129bd3dfe31840e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Rectangle 1109576543">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Rectangle 165357682">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47695514" name="Straight Connector 247695513">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28746850" name="Oval 628746849">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Rectangle 1898660202">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Oval 901053968">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Rectangle 2049675483">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Oval 80204406">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Rectangle 1419699716">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Oval 1824188964">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Rectangle 1161191516">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Oval 506955708">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Rectangle 1606354811">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Oval 759270822">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Rectangle 2044500735">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Rectangle 421878984">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1373567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Rectangle 720144411">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Rectangle 1225833152">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90363605" name="Rectangle: Rounded Corners 590363604">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Rectangle: Rounded Corners 646256513">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Rectangle: Rounded Corners 904291872">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Rectangle: Rounded Corners 1609756684">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Rectangle: Rounded Corners 855592258">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Straight Connector 607889825">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01584251" name="Rectangle 1601584250">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Rectangle 734795484">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Rectangle 28239208">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88494839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Rectangle 1667135521">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Rectangle 753528189">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03074335" name="Rectangle: Rounded Corners 1803074334">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Arrow: Right 2018184415">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50855696" name="Rectangle: Rounded Corners 850855695">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Arrow: Right 1111035308">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60549356" name="Rectangle: Rounded Corners 360549355">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Arrow: Right 1294665978">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81615349" name="Rectangle: Rounded Corners 1581615348">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Rectangle: Rounded Corners 143885393">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Rectangle 310012483">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Rectangle 131870986">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spTree>
    <p:extLst>
      <p:ext uri="{BB962C8B-B14F-4D97-AF65-F5344CB8AC3E}">
        <p14:creationId xmlns:p14="http://schemas.microsoft.com/office/powerpoint/2010/main" val="686667865"/>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Rectangle 1747625471">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Rectangle 1692741899">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69258197" name="Rectangle: Rounded Corners 1069258196">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000125" y="51244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pic>
        <p:nvPicPr>
          <p:cNvPr id="1837153781" name="Picture 1837153780"/>
          <p:cNvPicPr>
            <a:picLocks xmlns:a="http://schemas.openxmlformats.org/drawingml/2006/main" noChangeAspect="1"/>
          </p:cNvPicPr>
          <p:nvPr/>
        </p:nvPicPr>
        <p:blipFill>
          <a:blip xmlns:r="http://schemas.openxmlformats.org/officeDocument/2006/relationships" xmlns:a="http://schemas.openxmlformats.org/drawingml/2006/main" r:embed="R41c01c75867d4861"/>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017838657"/>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pic>
        <p:nvPicPr>
          <p:cNvPr id="1495975742" name="Picture 1495975738"/>
          <p:cNvPicPr>
            <a:picLocks xmlns:a="http://schemas.openxmlformats.org/drawingml/2006/main" noChangeAspect="1"/>
          </p:cNvPicPr>
          <p:nvPr/>
        </p:nvPicPr>
        <p:blipFill>
          <a:blip xmlns:r="http://schemas.openxmlformats.org/officeDocument/2006/relationships" xmlns:a="http://schemas.openxmlformats.org/drawingml/2006/main" r:embed="R210e16f480fb4e8f"/>
          <a:srcRect xmlns:a="http://schemas.openxmlformats.org/drawingml/2006/main" l="0" t="15961" r="0" b="15961"/>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1495975735" name="diffusion-forward-label">
            <a:extLst xmlns:a="http://schemas.openxmlformats.org/drawingml/2006/main">
              <a:ext uri="{FF2B5EF4-FFF2-40B4-BE49-F238E27FC236}">
                <a16:creationId xmlns:a16="http://schemas.microsoft.com/office/drawing/2014/main" id="{4AAA4962-CB6B-4776-9946-675A5E68CC7F}"/>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495975736" name="diffusion-reverse-label">
            <a:extLst xmlns:a="http://schemas.openxmlformats.org/drawingml/2006/main">
              <a:ext uri="{FF2B5EF4-FFF2-40B4-BE49-F238E27FC236}">
                <a16:creationId xmlns:a16="http://schemas.microsoft.com/office/drawing/2014/main" id="{4B446802-A06D-4B6A-A3DE-09EE260FA77F}"/>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205709953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Rectangle 550399601">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Rectangle 882538346">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623161" name="Rectangle 9623160">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Rectangle: Rounded Corners 114855872">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Rectangle: Rounded Corners 734158913">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Rectangle: Rounded Corners 1596678256">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Rectangle: Rounded Corners 2059288131">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Rectangle: Rounded Corners 1010991302">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Rectangle: Rounded Corners 1730168992">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Straight Connector 427538637">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17775177" name="Rectangle 317775176">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Rectangle: Rounded Corners 947755655">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Rectangle: Rounded Corners 1310797679">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Rectangle: Rounded Corners 1996140323">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Rectangle: Rounded Corners 242163070">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Rectangle: Rounded Corners 787924439">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Rectangle: Rounded Corners 2036973233">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Straight Connector 2017847098">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20069149" name="Rectangle 420069148">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Rectangle: Rounded Corners 1532010383">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Rectangle: Rounded Corners 1983276117">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Rectangle: Rounded Corners 1047163946">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Rectangle: Rounded Corners 523171807">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Rectangle: Rounded Corners 752356456">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Rectangle: Rounded Corners 816374805">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Straight Connector 1386166301">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80679313" name="Rectangle 1180679312">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Rectangle: Rounded Corners 1119801345">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Rectangle: Rounded Corners 563472098">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Rectangle: Rounded Corners 1869507790">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Rectangle: Rounded Corners 2113559938">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Rectangle: Rounded Corners 274418513">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Rectangle: Rounded Corners 1941550636">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Rectangle 1798355039">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Rectangle 1161886986">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0a1f27925e2f40c8"/>
              </a:rPr>
              <a:t>Transformer dLLM</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Rectangle 1487198538">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Rectangle 1518038747">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69702882" name="Rectangle: Rounded Corners 369702881">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197178351" name="Rectangle 1197178350">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Rectangle: Rounded Corners 1914676260">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Rectangle: Rounded Corners 58582831">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Rectangle: Rounded Corners 1580617481">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Rectangle: Rounded Corners 1783142644">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Rectangle 1697788859">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556928440" name="Rectangle 1556928439">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693199" name="Straight Connector 170693198">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21615089" name="Straight Connector 2021615088">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96476379" name="Rectangle 1396476378">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910307425" name="Rectangle: Rounded Corners 910307424">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Rectangle: Rounded Corners 760188915">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Rectangle: Rounded Corners 1604029254">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Rectangle 583346847">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5957981" name="Rectangle: Rounded Corners 5957980">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Rectangle: Rounded Corners 410294816">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Straight Connector 1668590987">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56440406" name="Rectangle 1956440405">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defRPr>
            </a:pPr>
            <a:r>
              <a:rPr sz="1425" b="1">
                <a:solidFill>
                  <a:srgbClr val="0B0F19"/>
                </a:solidFill>
              </a:rPr>
              <a:t>draft → verify → accept / resample → repeat</a:t>
            </a:r>
          </a:p>
          <a:p xmlns:a="http://schemas.openxmlformats.org/drawingml/2006/main">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715632642"/>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Rectangle 1682307419">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Rectangle 1048423222">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Rectangle 1821451500">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98160900" name="Rectangle 698160899">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Straight Connector 820052219">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977383085" name="Rectangle: Rounded Corners 1977383084">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98161199" name="Rectangle: Rounded Corners 1598161198">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58195881" name="Rectangle: Rounded Corners 1558195880">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21701980" name="Rectangle: Rounded Corners 521701979">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95606133" name="Rectangle: Rounded Corners 1995606132">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24836488" name="Rectangle 1524836487">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Rectangle 2124862657">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Rectangle 8219971">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Rectangle: Rounded Corners 1401385986">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82712541" name="Oval 2082712540">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800286296" name="Oval 1800286295">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77652962" name="Straight Connector 1377652961">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129487083" name="Oval 1129487082">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835573148" name="Straight Connector 1835573147">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54002712" name="Oval 1354002711">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42711495" name="Straight Connector 1642711494">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1162477816" name="Oval 1162477815">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54093468" name="Straight Connector 754093467">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926903495" name="Oval 926903494">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14704657" name="Straight Connector 1314704656">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297993690" name="Oval 297993689">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69335125" name="Straight Connector 1869335124">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1902597771" name="Rectangle 1902597770">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Rectangle 1200483564">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Rectangle 713949086">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Rectangle: Rounded Corners 731916211">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74154411" name="Oval 1174154410">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5293163" name="Oval 125293162">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12601376" name="Oval 1712601375">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61292722" name="Straight Connector 361292721">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16392230" name="Straight Connector 1216392229">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60216902" name="Rectangle 1760216901">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Rectangle 1432423854">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Rectangle 1426602610">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Rectangle: Rounded Corners 1132936319">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848102303" name="Oval 848102302">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40277387" name="Straight Connector 2140277386">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6058831" name="Straight Connector 546058830">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34911422" name="Straight Connector 634911421">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53059331" name="Rectangle 253059330">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Rectangle 1961211258">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Rectangle 902052220">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Rectangle 110604859">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59</a:t>
            </a:r>
          </a:p>
        </p:txBody>
      </p:sp>
    </p:spTree>
    <p:extLst>
      <p:ext uri="{BB962C8B-B14F-4D97-AF65-F5344CB8AC3E}">
        <p14:creationId xmlns:p14="http://schemas.microsoft.com/office/powerpoint/2010/main" val="2093280641"/>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Rectangle 1748329787">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Rectangle 1611343531">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08652944" name="Rectangle: Rounded Corners 1808652943">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81078090" name="Rectangle: Rounded Corners 1081078089">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92680345" name="Rectangle: Rounded Corners 492680344">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82722515" name="Rectangle: Rounded Corners 1482722514">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1026447" name="Rectangle: Rounded Corners 121026446">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63980104" name="Rectangle 163980103">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Rectangle 693850306">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Straight Connector 1622472842">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11020405" name="Rectangle: Rounded Corners 1311020404">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Rectangle 481459380">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Rectangle: Rounded Corners 75602190">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Rectangle: Rounded Corners 1789658254">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Rectangle: Rounded Corners 1953288476">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Straight Connector 319643796">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7942514" name="Rectangle: Rounded Corners 647942513">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36131649" name="Rectangle: Rounded Corners 636131648">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1513706" name="Rectangle: Rounded Corners 261513705">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466779703" name="Rectangle 1466779702">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Rectangle 2140567318">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Rectangle 800090932">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Oval 663275864">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302896656" name="Oval 302896655">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173073259" name="Oval 1173073258">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51287708" name="Rectangle 1351287707">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Rectangle 1523385386">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60</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2026-07-27T08:30:51.4050000Z</dcterms:created>
  <dcterms:modified xsi:type="dcterms:W3CDTF">2026-07-27T08:30:51.4050000Z</dcterms:modified>
</coreProperties>
</file>