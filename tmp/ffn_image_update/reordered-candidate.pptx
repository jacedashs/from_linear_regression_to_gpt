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fe4356b2f045cf" /><Relationship Type="http://schemas.openxmlformats.org/officeDocument/2006/relationships/extended-properties" Target="/docProps/app.xml" Id="R489423de2ca7449f" /><Relationship Type="http://schemas.openxmlformats.org/officeDocument/2006/relationships/officeDocument" Target="/ppt/presentation.xml" Id="R688127ecd40247f2" /></Relationships>
</file>

<file path=ppt/presentation.xml><?xml version="1.0" encoding="utf-8"?>
<p:presentation xmlns:p="http://schemas.openxmlformats.org/presentationml/2006/main">
  <p:sldMasterIdLst>
    <p:sldMasterId xmlns:r="http://schemas.openxmlformats.org/officeDocument/2006/relationships" id="2147483648" r:id="R1d9bc5c041594491"/>
  </p:sldMasterIdLst>
  <p:notesMasterIdLst>
    <p:notesMasterId xmlns:r="http://schemas.openxmlformats.org/officeDocument/2006/relationships" r:id="R9a1786d24fd140a3"/>
  </p:notesMasterIdLst>
  <p:sldIdLst>
    <p:sldId xmlns:r="http://schemas.openxmlformats.org/officeDocument/2006/relationships" id="256" r:id="Reeb5003d17cf48fb"/>
    <p:sldId xmlns:r="http://schemas.openxmlformats.org/officeDocument/2006/relationships" id="257" r:id="R48339b387cab45ec"/>
    <p:sldId xmlns:r="http://schemas.openxmlformats.org/officeDocument/2006/relationships" id="258" r:id="R674731a2dbc446f6"/>
    <p:sldId xmlns:r="http://schemas.openxmlformats.org/officeDocument/2006/relationships" id="259" r:id="Ra03be3a769f64e66"/>
    <p:sldId xmlns:r="http://schemas.openxmlformats.org/officeDocument/2006/relationships" id="260" r:id="Rbb69ab0201914b0e"/>
    <p:sldId xmlns:r="http://schemas.openxmlformats.org/officeDocument/2006/relationships" id="261" r:id="Rccfcaa6209ce43d3"/>
    <p:sldId xmlns:r="http://schemas.openxmlformats.org/officeDocument/2006/relationships" id="262" r:id="Rc6f139bb57b4409a"/>
    <p:sldId xmlns:r="http://schemas.openxmlformats.org/officeDocument/2006/relationships" id="263" r:id="R1f4f5df6ff6e45f2"/>
    <p:sldId xmlns:r="http://schemas.openxmlformats.org/officeDocument/2006/relationships" id="264" r:id="Rdadd869703d44b88"/>
    <p:sldId xmlns:r="http://schemas.openxmlformats.org/officeDocument/2006/relationships" id="265" r:id="Rc02df4a29c6e4f0d"/>
    <p:sldId xmlns:r="http://schemas.openxmlformats.org/officeDocument/2006/relationships" id="266" r:id="Re663305c751f4474"/>
    <p:sldId xmlns:r="http://schemas.openxmlformats.org/officeDocument/2006/relationships" id="267" r:id="R77a66bf5c404437f"/>
    <p:sldId xmlns:r="http://schemas.openxmlformats.org/officeDocument/2006/relationships" id="268" r:id="R7cc453a9d5424bc5"/>
    <p:sldId xmlns:r="http://schemas.openxmlformats.org/officeDocument/2006/relationships" id="269" r:id="R30d728887bf1453f"/>
    <p:sldId xmlns:r="http://schemas.openxmlformats.org/officeDocument/2006/relationships" id="270" r:id="R34e98d3db2ba4423"/>
    <p:sldId xmlns:r="http://schemas.openxmlformats.org/officeDocument/2006/relationships" id="271" r:id="R1d9d75d7f0e44c1d"/>
    <p:sldId xmlns:r="http://schemas.openxmlformats.org/officeDocument/2006/relationships" id="272" r:id="Raafd9b62d0b4439b"/>
    <p:sldId xmlns:r="http://schemas.openxmlformats.org/officeDocument/2006/relationships" id="273" r:id="Rc6b7a74aa0fe4b64"/>
    <p:sldId xmlns:r="http://schemas.openxmlformats.org/officeDocument/2006/relationships" id="274" r:id="Re4e6aaad55eb4532"/>
    <p:sldId xmlns:r="http://schemas.openxmlformats.org/officeDocument/2006/relationships" id="275" r:id="R7774d1abd8bd4736"/>
    <p:sldId xmlns:r="http://schemas.openxmlformats.org/officeDocument/2006/relationships" id="276" r:id="R0515602c4add4dc2"/>
    <p:sldId xmlns:r="http://schemas.openxmlformats.org/officeDocument/2006/relationships" id="277" r:id="R1d68f8f54a1c4a29"/>
    <p:sldId xmlns:r="http://schemas.openxmlformats.org/officeDocument/2006/relationships" id="278" r:id="Rdb3d9154af284251"/>
    <p:sldId xmlns:r="http://schemas.openxmlformats.org/officeDocument/2006/relationships" id="279" r:id="R250712a301a945cd"/>
    <p:sldId xmlns:r="http://schemas.openxmlformats.org/officeDocument/2006/relationships" id="280" r:id="Rd5431d5f5d8444ce"/>
    <p:sldId xmlns:r="http://schemas.openxmlformats.org/officeDocument/2006/relationships" id="281" r:id="Rde356d41a8f445fc"/>
    <p:sldId xmlns:r="http://schemas.openxmlformats.org/officeDocument/2006/relationships" id="282" r:id="R80af28daca4347dd"/>
    <p:sldId xmlns:r="http://schemas.openxmlformats.org/officeDocument/2006/relationships" id="283" r:id="R117ff57248d6404d"/>
    <p:sldId xmlns:r="http://schemas.openxmlformats.org/officeDocument/2006/relationships" id="284" r:id="R5b2b4cb6712a4c71"/>
    <p:sldId xmlns:r="http://schemas.openxmlformats.org/officeDocument/2006/relationships" id="285" r:id="R6333532709324406"/>
    <p:sldId xmlns:r="http://schemas.openxmlformats.org/officeDocument/2006/relationships" id="286" r:id="R025f8fe9655f43c9"/>
    <p:sldId xmlns:r="http://schemas.openxmlformats.org/officeDocument/2006/relationships" id="287" r:id="Rce0227ebdaa646d5"/>
    <p:sldId xmlns:r="http://schemas.openxmlformats.org/officeDocument/2006/relationships" id="288" r:id="R44f503bd78a04598"/>
    <p:sldId xmlns:r="http://schemas.openxmlformats.org/officeDocument/2006/relationships" id="289" r:id="R2a585e258f5440af"/>
    <p:sldId xmlns:r="http://schemas.openxmlformats.org/officeDocument/2006/relationships" id="290" r:id="Ra67afd81f33941b2"/>
    <p:sldId xmlns:r="http://schemas.openxmlformats.org/officeDocument/2006/relationships" id="291" r:id="Rf02b1520827e4152"/>
    <p:sldId xmlns:r="http://schemas.openxmlformats.org/officeDocument/2006/relationships" id="292" r:id="R0af3a1af224a43ab"/>
    <p:sldId xmlns:r="http://schemas.openxmlformats.org/officeDocument/2006/relationships" id="293" r:id="Rf8268f9bfb06485f"/>
    <p:sldId xmlns:r="http://schemas.openxmlformats.org/officeDocument/2006/relationships" id="294" r:id="Ref81ccf12fa34cea"/>
    <p:sldId xmlns:r="http://schemas.openxmlformats.org/officeDocument/2006/relationships" id="295" r:id="R92060cd2de7a4c68"/>
    <p:sldId xmlns:r="http://schemas.openxmlformats.org/officeDocument/2006/relationships" id="296" r:id="R3085d94a60d74ed4"/>
    <p:sldId xmlns:r="http://schemas.openxmlformats.org/officeDocument/2006/relationships" id="297" r:id="Re076eee0731545ee"/>
    <p:sldId xmlns:r="http://schemas.openxmlformats.org/officeDocument/2006/relationships" id="298" r:id="R10ad09f0357a4fd3"/>
    <p:sldId xmlns:r="http://schemas.openxmlformats.org/officeDocument/2006/relationships" id="299" r:id="R3f4fa314d1ca4516"/>
    <p:sldId xmlns:r="http://schemas.openxmlformats.org/officeDocument/2006/relationships" id="300" r:id="R2b74dd4d9cbc41d3"/>
    <p:sldId xmlns:r="http://schemas.openxmlformats.org/officeDocument/2006/relationships" id="301" r:id="R4dff676e6a154e6d"/>
    <p:sldId xmlns:r="http://schemas.openxmlformats.org/officeDocument/2006/relationships" id="302" r:id="R6e934b1dc1694fc0"/>
    <p:sldId xmlns:r="http://schemas.openxmlformats.org/officeDocument/2006/relationships" id="303" r:id="R63d74ee3a44d4a4f"/>
    <p:sldId xmlns:r="http://schemas.openxmlformats.org/officeDocument/2006/relationships" id="304" r:id="Rf87c71c554f04452"/>
    <p:sldId xmlns:r="http://schemas.openxmlformats.org/officeDocument/2006/relationships" id="305" r:id="R46cd2e7264004501"/>
    <p:sldId xmlns:r="http://schemas.openxmlformats.org/officeDocument/2006/relationships" id="306" r:id="Rd0bce1a7f72d4eba"/>
    <p:sldId xmlns:r="http://schemas.openxmlformats.org/officeDocument/2006/relationships" id="307" r:id="R8a965c64a7844417"/>
    <p:sldId xmlns:r="http://schemas.openxmlformats.org/officeDocument/2006/relationships" id="308" r:id="Rdc3e7b9347924fa7"/>
    <p:sldId xmlns:r="http://schemas.openxmlformats.org/officeDocument/2006/relationships" id="309" r:id="Rec8ef758071a4ea3"/>
    <p:sldId xmlns:r="http://schemas.openxmlformats.org/officeDocument/2006/relationships" id="310" r:id="Rf38eef42c46c438c"/>
    <p:sldId xmlns:r="http://schemas.openxmlformats.org/officeDocument/2006/relationships" id="311" r:id="R5b98e4fb6d6649f8"/>
    <p:sldId xmlns:r="http://schemas.openxmlformats.org/officeDocument/2006/relationships" id="312" r:id="Rdf3b6445760f4f87"/>
    <p:sldId xmlns:r="http://schemas.openxmlformats.org/officeDocument/2006/relationships" id="313" r:id="Rd1d20bfe18f340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bd59c4a39c4ea2" /><Relationship Type="http://schemas.openxmlformats.org/officeDocument/2006/relationships/slideMaster" Target="/ppt/slideMasters/slideMaster1.xml" Id="R1d9bc5c041594491" /><Relationship Type="http://schemas.openxmlformats.org/officeDocument/2006/relationships/notesMaster" Target="/ppt/notesMasters/notesMaster1.xml" Id="R9a1786d24fd140a3" /><Relationship Type="http://schemas.openxmlformats.org/officeDocument/2006/relationships/presProps" Target="/ppt/presProps.xml" Id="Rf1ef6a4a95934f7e" /><Relationship Type="http://schemas.openxmlformats.org/officeDocument/2006/relationships/tableStyles" Target="/ppt/tableStyles.xml" Id="Rfcc2494dff084eba" /><Relationship Type="http://schemas.openxmlformats.org/officeDocument/2006/relationships/slide" Target="/ppt/slides/slide1.xml" Id="Reeb5003d17cf48fb" /><Relationship Type="http://schemas.openxmlformats.org/officeDocument/2006/relationships/slide" Target="/ppt/slides/slide2.xml" Id="R48339b387cab45ec" /><Relationship Type="http://schemas.openxmlformats.org/officeDocument/2006/relationships/slide" Target="/ppt/slides/slide3.xml" Id="R674731a2dbc446f6" /><Relationship Type="http://schemas.openxmlformats.org/officeDocument/2006/relationships/slide" Target="/ppt/slides/slide4.xml" Id="Ra03be3a769f64e66" /><Relationship Type="http://schemas.openxmlformats.org/officeDocument/2006/relationships/slide" Target="/ppt/slides/slide5.xml" Id="Rbb69ab0201914b0e" /><Relationship Type="http://schemas.openxmlformats.org/officeDocument/2006/relationships/slide" Target="/ppt/slides/slide6.xml" Id="Rccfcaa6209ce43d3" /><Relationship Type="http://schemas.openxmlformats.org/officeDocument/2006/relationships/slide" Target="/ppt/slides/slide7.xml" Id="Rc6f139bb57b4409a" /><Relationship Type="http://schemas.openxmlformats.org/officeDocument/2006/relationships/slide" Target="/ppt/slides/slide8.xml" Id="R1f4f5df6ff6e45f2" /><Relationship Type="http://schemas.openxmlformats.org/officeDocument/2006/relationships/slide" Target="/ppt/slides/slide9.xml" Id="Rdadd869703d44b88" /><Relationship Type="http://schemas.openxmlformats.org/officeDocument/2006/relationships/slide" Target="/ppt/slides/slide10.xml" Id="Rc02df4a29c6e4f0d" /><Relationship Type="http://schemas.openxmlformats.org/officeDocument/2006/relationships/slide" Target="/ppt/slides/slide11.xml" Id="Re663305c751f4474" /><Relationship Type="http://schemas.openxmlformats.org/officeDocument/2006/relationships/slide" Target="/ppt/slides/slide12.xml" Id="R77a66bf5c404437f" /><Relationship Type="http://schemas.openxmlformats.org/officeDocument/2006/relationships/slide" Target="/ppt/slides/slide13.xml" Id="R7cc453a9d5424bc5" /><Relationship Type="http://schemas.openxmlformats.org/officeDocument/2006/relationships/slide" Target="/ppt/slides/slide14.xml" Id="R30d728887bf1453f" /><Relationship Type="http://schemas.openxmlformats.org/officeDocument/2006/relationships/slide" Target="/ppt/slides/slide15.xml" Id="R34e98d3db2ba4423" /><Relationship Type="http://schemas.openxmlformats.org/officeDocument/2006/relationships/slide" Target="/ppt/slides/slide16.xml" Id="R1d9d75d7f0e44c1d" /><Relationship Type="http://schemas.openxmlformats.org/officeDocument/2006/relationships/slide" Target="/ppt/slides/slide17.xml" Id="Raafd9b62d0b4439b" /><Relationship Type="http://schemas.openxmlformats.org/officeDocument/2006/relationships/slide" Target="/ppt/slides/slide18.xml" Id="Rc6b7a74aa0fe4b64" /><Relationship Type="http://schemas.openxmlformats.org/officeDocument/2006/relationships/slide" Target="/ppt/slides/slide19.xml" Id="Re4e6aaad55eb4532" /><Relationship Type="http://schemas.openxmlformats.org/officeDocument/2006/relationships/slide" Target="/ppt/slides/slide20.xml" Id="R7774d1abd8bd4736" /><Relationship Type="http://schemas.openxmlformats.org/officeDocument/2006/relationships/slide" Target="/ppt/slides/slide21.xml" Id="R0515602c4add4dc2" /><Relationship Type="http://schemas.openxmlformats.org/officeDocument/2006/relationships/slide" Target="/ppt/slides/slide22.xml" Id="R1d68f8f54a1c4a29" /><Relationship Type="http://schemas.openxmlformats.org/officeDocument/2006/relationships/slide" Target="/ppt/slides/slide23.xml" Id="Rdb3d9154af284251" /><Relationship Type="http://schemas.openxmlformats.org/officeDocument/2006/relationships/slide" Target="/ppt/slides/slide24.xml" Id="R250712a301a945cd" /><Relationship Type="http://schemas.openxmlformats.org/officeDocument/2006/relationships/slide" Target="/ppt/slides/slide25.xml" Id="Rd5431d5f5d8444ce" /><Relationship Type="http://schemas.openxmlformats.org/officeDocument/2006/relationships/slide" Target="/ppt/slides/slide26.xml" Id="Rde356d41a8f445fc" /><Relationship Type="http://schemas.openxmlformats.org/officeDocument/2006/relationships/slide" Target="/ppt/slides/slide27.xml" Id="R80af28daca4347dd" /><Relationship Type="http://schemas.openxmlformats.org/officeDocument/2006/relationships/slide" Target="/ppt/slides/slide28.xml" Id="R117ff57248d6404d" /><Relationship Type="http://schemas.openxmlformats.org/officeDocument/2006/relationships/slide" Target="/ppt/slides/slide29.xml" Id="R5b2b4cb6712a4c71" /><Relationship Type="http://schemas.openxmlformats.org/officeDocument/2006/relationships/slide" Target="/ppt/slides/slide30.xml" Id="R6333532709324406" /><Relationship Type="http://schemas.openxmlformats.org/officeDocument/2006/relationships/slide" Target="/ppt/slides/slide31.xml" Id="R025f8fe9655f43c9" /><Relationship Type="http://schemas.openxmlformats.org/officeDocument/2006/relationships/slide" Target="/ppt/slides/slide32.xml" Id="Rce0227ebdaa646d5" /><Relationship Type="http://schemas.openxmlformats.org/officeDocument/2006/relationships/slide" Target="/ppt/slides/slide33.xml" Id="R44f503bd78a04598" /><Relationship Type="http://schemas.openxmlformats.org/officeDocument/2006/relationships/slide" Target="/ppt/slides/slide34.xml" Id="R2a585e258f5440af" /><Relationship Type="http://schemas.openxmlformats.org/officeDocument/2006/relationships/slide" Target="/ppt/slides/slide35.xml" Id="Ra67afd81f33941b2" /><Relationship Type="http://schemas.openxmlformats.org/officeDocument/2006/relationships/slide" Target="/ppt/slides/slide36.xml" Id="Rf02b1520827e4152" /><Relationship Type="http://schemas.openxmlformats.org/officeDocument/2006/relationships/slide" Target="/ppt/slides/slide37.xml" Id="R0af3a1af224a43ab" /><Relationship Type="http://schemas.openxmlformats.org/officeDocument/2006/relationships/slide" Target="/ppt/slides/slide38.xml" Id="Rf8268f9bfb06485f" /><Relationship Type="http://schemas.openxmlformats.org/officeDocument/2006/relationships/slide" Target="/ppt/slides/slide39.xml" Id="Ref81ccf12fa34cea" /><Relationship Type="http://schemas.openxmlformats.org/officeDocument/2006/relationships/slide" Target="/ppt/slides/slide40.xml" Id="R92060cd2de7a4c68" /><Relationship Type="http://schemas.openxmlformats.org/officeDocument/2006/relationships/slide" Target="/ppt/slides/slide41.xml" Id="R3085d94a60d74ed4" /><Relationship Type="http://schemas.openxmlformats.org/officeDocument/2006/relationships/slide" Target="/ppt/slides/slide42.xml" Id="Re076eee0731545ee" /><Relationship Type="http://schemas.openxmlformats.org/officeDocument/2006/relationships/slide" Target="/ppt/slides/slide43.xml" Id="R10ad09f0357a4fd3" /><Relationship Type="http://schemas.openxmlformats.org/officeDocument/2006/relationships/slide" Target="/ppt/slides/slide44.xml" Id="R3f4fa314d1ca4516" /><Relationship Type="http://schemas.openxmlformats.org/officeDocument/2006/relationships/slide" Target="/ppt/slides/slide45.xml" Id="R2b74dd4d9cbc41d3" /><Relationship Type="http://schemas.openxmlformats.org/officeDocument/2006/relationships/slide" Target="/ppt/slides/slide46.xml" Id="R4dff676e6a154e6d" /><Relationship Type="http://schemas.openxmlformats.org/officeDocument/2006/relationships/slide" Target="/ppt/slides/slide47.xml" Id="R6e934b1dc1694fc0" /><Relationship Type="http://schemas.openxmlformats.org/officeDocument/2006/relationships/slide" Target="/ppt/slides/slide48.xml" Id="R63d74ee3a44d4a4f" /><Relationship Type="http://schemas.openxmlformats.org/officeDocument/2006/relationships/slide" Target="/ppt/slides/slide49.xml" Id="Rf87c71c554f04452" /><Relationship Type="http://schemas.openxmlformats.org/officeDocument/2006/relationships/slide" Target="/ppt/slides/slide50.xml" Id="R46cd2e7264004501" /><Relationship Type="http://schemas.openxmlformats.org/officeDocument/2006/relationships/slide" Target="/ppt/slides/slide51.xml" Id="Rd0bce1a7f72d4eba" /><Relationship Type="http://schemas.openxmlformats.org/officeDocument/2006/relationships/slide" Target="/ppt/slides/slide52.xml" Id="R8a965c64a7844417" /><Relationship Type="http://schemas.openxmlformats.org/officeDocument/2006/relationships/slide" Target="/ppt/slides/slide53.xml" Id="Rdc3e7b9347924fa7" /><Relationship Type="http://schemas.openxmlformats.org/officeDocument/2006/relationships/slide" Target="/ppt/slides/slide54.xml" Id="Rec8ef758071a4ea3" /><Relationship Type="http://schemas.openxmlformats.org/officeDocument/2006/relationships/slide" Target="/ppt/slides/slide55.xml" Id="Rf38eef42c46c438c" /><Relationship Type="http://schemas.openxmlformats.org/officeDocument/2006/relationships/slide" Target="/ppt/slides/slide56.xml" Id="R5b98e4fb6d6649f8" /><Relationship Type="http://schemas.openxmlformats.org/officeDocument/2006/relationships/slide" Target="/ppt/slides/slide57.xml" Id="Rdf3b6445760f4f87" /><Relationship Type="http://schemas.openxmlformats.org/officeDocument/2006/relationships/slide" Target="/ppt/slides/slide58.xml" Id="Rd1d20bfe18f340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c972f74d294d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fcb42f02434ade" /><Relationship Type="http://schemas.openxmlformats.org/officeDocument/2006/relationships/notesMaster" Target="/ppt/notesMasters/notesMaster1.xml" Id="R8f03dbaf445343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23cb346ab14b1e" /><Relationship Type="http://schemas.openxmlformats.org/officeDocument/2006/relationships/notesMaster" Target="/ppt/notesMasters/notesMaster1.xml" Id="R2db0c82ebdfa49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c22310ed534920" /><Relationship Type="http://schemas.openxmlformats.org/officeDocument/2006/relationships/notesMaster" Target="/ppt/notesMasters/notesMaster1.xml" Id="Rbe987d0b631445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b9d80965de434c" /><Relationship Type="http://schemas.openxmlformats.org/officeDocument/2006/relationships/notesMaster" Target="/ppt/notesMasters/notesMaster1.xml" Id="R2327736991a84d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4e3c7a851145da" /><Relationship Type="http://schemas.openxmlformats.org/officeDocument/2006/relationships/notesMaster" Target="/ppt/notesMasters/notesMaster1.xml" Id="R678edff822bb45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004d89fa904833" /><Relationship Type="http://schemas.openxmlformats.org/officeDocument/2006/relationships/notesMaster" Target="/ppt/notesMasters/notesMaster1.xml" Id="Rde5b0769e8b34d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9a3d3a476c47d2" /><Relationship Type="http://schemas.openxmlformats.org/officeDocument/2006/relationships/notesMaster" Target="/ppt/notesMasters/notesMaster1.xml" Id="Rd9e02b5dde0d49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0eb55830f6478c" /><Relationship Type="http://schemas.openxmlformats.org/officeDocument/2006/relationships/notesMaster" Target="/ppt/notesMasters/notesMaster1.xml" Id="Raf03c79ab23247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aff1a3cfcd4366" /><Relationship Type="http://schemas.openxmlformats.org/officeDocument/2006/relationships/notesMaster" Target="/ppt/notesMasters/notesMaster1.xml" Id="R86587499a8d646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87544ee68846a5" /><Relationship Type="http://schemas.openxmlformats.org/officeDocument/2006/relationships/notesMaster" Target="/ppt/notesMasters/notesMaster1.xml" Id="Re87860487ac246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9d94d14b9c4ae0" /><Relationship Type="http://schemas.openxmlformats.org/officeDocument/2006/relationships/notesMaster" Target="/ppt/notesMasters/notesMaster1.xml" Id="R4c91dd29dfbd42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61f74cfe0742e4" /><Relationship Type="http://schemas.openxmlformats.org/officeDocument/2006/relationships/notesMaster" Target="/ppt/notesMasters/notesMaster1.xml" Id="Rb1f47fe720ae42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9a78b5178c450c" /><Relationship Type="http://schemas.openxmlformats.org/officeDocument/2006/relationships/notesMaster" Target="/ppt/notesMasters/notesMaster1.xml" Id="R463b0b84698f4ac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ed6f7a479c4f71" /><Relationship Type="http://schemas.openxmlformats.org/officeDocument/2006/relationships/notesMaster" Target="/ppt/notesMasters/notesMaster1.xml" Id="Rf79126ad533941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2efd3980ce4361" /><Relationship Type="http://schemas.openxmlformats.org/officeDocument/2006/relationships/notesMaster" Target="/ppt/notesMasters/notesMaster1.xml" Id="R4acfeeb680c543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45e4263f8746ed" /><Relationship Type="http://schemas.openxmlformats.org/officeDocument/2006/relationships/notesMaster" Target="/ppt/notesMasters/notesMaster1.xml" Id="Red39bce951604d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52cf4f1add48b3" /><Relationship Type="http://schemas.openxmlformats.org/officeDocument/2006/relationships/notesMaster" Target="/ppt/notesMasters/notesMaster1.xml" Id="Rd26e1913a7d9423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c0a0fe954b463b" /><Relationship Type="http://schemas.openxmlformats.org/officeDocument/2006/relationships/notesMaster" Target="/ppt/notesMasters/notesMaster1.xml" Id="R3f7c88b61a7b4e1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b514057e9b24542" /><Relationship Type="http://schemas.openxmlformats.org/officeDocument/2006/relationships/notesMaster" Target="/ppt/notesMasters/notesMaster1.xml" Id="R86c642b1965448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f42fa53631545bd" /><Relationship Type="http://schemas.openxmlformats.org/officeDocument/2006/relationships/notesMaster" Target="/ppt/notesMasters/notesMaster1.xml" Id="R12644b77e9b24b0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d41dac7b41b43ca" /><Relationship Type="http://schemas.openxmlformats.org/officeDocument/2006/relationships/notesMaster" Target="/ppt/notesMasters/notesMaster1.xml" Id="R5b6c10c6fb704e4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e89c055b964c0b" /><Relationship Type="http://schemas.openxmlformats.org/officeDocument/2006/relationships/notesMaster" Target="/ppt/notesMasters/notesMaster1.xml" Id="Rada8aa9b0889459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08b3cc8923491a" /><Relationship Type="http://schemas.openxmlformats.org/officeDocument/2006/relationships/notesMaster" Target="/ppt/notesMasters/notesMaster1.xml" Id="R5143a39cfa9b4ff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872b763b6d54fb7" /><Relationship Type="http://schemas.openxmlformats.org/officeDocument/2006/relationships/notesMaster" Target="/ppt/notesMasters/notesMaster1.xml" Id="R2186de057481455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0eabd4c04c54fef" /><Relationship Type="http://schemas.openxmlformats.org/officeDocument/2006/relationships/notesMaster" Target="/ppt/notesMasters/notesMaster1.xml" Id="R815db71a8a7346f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4e87935f53846f4" /><Relationship Type="http://schemas.openxmlformats.org/officeDocument/2006/relationships/notesMaster" Target="/ppt/notesMasters/notesMaster1.xml" Id="R96ab29454c324d5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25556f355594a7a" /><Relationship Type="http://schemas.openxmlformats.org/officeDocument/2006/relationships/notesMaster" Target="/ppt/notesMasters/notesMaster1.xml" Id="Rc53ecfa5aa19484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a72ecfe1ec14a12" /><Relationship Type="http://schemas.openxmlformats.org/officeDocument/2006/relationships/notesMaster" Target="/ppt/notesMasters/notesMaster1.xml" Id="R8ec2ab00e3aa403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cf38f581ccf4c85" /><Relationship Type="http://schemas.openxmlformats.org/officeDocument/2006/relationships/notesMaster" Target="/ppt/notesMasters/notesMaster1.xml" Id="R0fd5a05dd95d4d2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a10c82c6237410e" /><Relationship Type="http://schemas.openxmlformats.org/officeDocument/2006/relationships/notesMaster" Target="/ppt/notesMasters/notesMaster1.xml" Id="R806c7637553d463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44026fea45e4b78" /><Relationship Type="http://schemas.openxmlformats.org/officeDocument/2006/relationships/notesMaster" Target="/ppt/notesMasters/notesMaster1.xml" Id="R4bbbb70eac094bd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c2daaeac2304218" /><Relationship Type="http://schemas.openxmlformats.org/officeDocument/2006/relationships/notesMaster" Target="/ppt/notesMasters/notesMaster1.xml" Id="Ra2871b325d8f4ab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ba1b8efc42c4163" /><Relationship Type="http://schemas.openxmlformats.org/officeDocument/2006/relationships/notesMaster" Target="/ppt/notesMasters/notesMaster1.xml" Id="R395f1da1d5a7456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419fd5d1a1441b1" /><Relationship Type="http://schemas.openxmlformats.org/officeDocument/2006/relationships/notesMaster" Target="/ppt/notesMasters/notesMaster1.xml" Id="Rbf6a88c7671b4f7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7d81a5d68c34ee8" /><Relationship Type="http://schemas.openxmlformats.org/officeDocument/2006/relationships/notesMaster" Target="/ppt/notesMasters/notesMaster1.xml" Id="R7ec7874c456f414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5dc4296cfc44265" /><Relationship Type="http://schemas.openxmlformats.org/officeDocument/2006/relationships/notesMaster" Target="/ppt/notesMasters/notesMaster1.xml" Id="R4f376892228d474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fca29858ad3470e" /><Relationship Type="http://schemas.openxmlformats.org/officeDocument/2006/relationships/notesMaster" Target="/ppt/notesMasters/notesMaster1.xml" Id="R83386835b630438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3369ec5acd147c5" /><Relationship Type="http://schemas.openxmlformats.org/officeDocument/2006/relationships/notesMaster" Target="/ppt/notesMasters/notesMaster1.xml" Id="Rd942fd1bca71408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2a9efb240434832" /><Relationship Type="http://schemas.openxmlformats.org/officeDocument/2006/relationships/notesMaster" Target="/ppt/notesMasters/notesMaster1.xml" Id="Rb0d0139f1f51428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313713adece423d" /><Relationship Type="http://schemas.openxmlformats.org/officeDocument/2006/relationships/notesMaster" Target="/ppt/notesMasters/notesMaster1.xml" Id="Rf160e496a1eb4eb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762bdbc055a4afc" /><Relationship Type="http://schemas.openxmlformats.org/officeDocument/2006/relationships/notesMaster" Target="/ppt/notesMasters/notesMaster1.xml" Id="Rf8add224a216498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26f908a47874f2b" /><Relationship Type="http://schemas.openxmlformats.org/officeDocument/2006/relationships/notesMaster" Target="/ppt/notesMasters/notesMaster1.xml" Id="Rf614210a050b4de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17271d8876f45f4" /><Relationship Type="http://schemas.openxmlformats.org/officeDocument/2006/relationships/notesMaster" Target="/ppt/notesMasters/notesMaster1.xml" Id="R01c775067ab846b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6e9241ad7064363" /><Relationship Type="http://schemas.openxmlformats.org/officeDocument/2006/relationships/notesMaster" Target="/ppt/notesMasters/notesMaster1.xml" Id="Rdeba2ab60a53416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e7f251cd5e9483f" /><Relationship Type="http://schemas.openxmlformats.org/officeDocument/2006/relationships/notesMaster" Target="/ppt/notesMasters/notesMaster1.xml" Id="R68b6934528bd46e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74df3d97de64dd9" /><Relationship Type="http://schemas.openxmlformats.org/officeDocument/2006/relationships/notesMaster" Target="/ppt/notesMasters/notesMaster1.xml" Id="R03a4c9c1bcd8452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be18164618c44ea" /><Relationship Type="http://schemas.openxmlformats.org/officeDocument/2006/relationships/notesMaster" Target="/ppt/notesMasters/notesMaster1.xml" Id="R821cd170ed4a46e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3460a9eea5c4f08" /><Relationship Type="http://schemas.openxmlformats.org/officeDocument/2006/relationships/notesMaster" Target="/ppt/notesMasters/notesMaster1.xml" Id="R2052531aaa884ca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557010603c0488c" /><Relationship Type="http://schemas.openxmlformats.org/officeDocument/2006/relationships/notesMaster" Target="/ppt/notesMasters/notesMaster1.xml" Id="R0d3cc8997ee44db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85a6f50191d485e" /><Relationship Type="http://schemas.openxmlformats.org/officeDocument/2006/relationships/notesMaster" Target="/ppt/notesMasters/notesMaster1.xml" Id="R97f7d6fd73a2420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d680bcb887a4ab5" /><Relationship Type="http://schemas.openxmlformats.org/officeDocument/2006/relationships/notesMaster" Target="/ppt/notesMasters/notesMaster1.xml" Id="Rbcbeb8ffddc74cc4"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fbaed3488624949" /><Relationship Type="http://schemas.openxmlformats.org/officeDocument/2006/relationships/notesMaster" Target="/ppt/notesMasters/notesMaster1.xml" Id="R49575ef89013462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f35ea1da68f4a6e" /><Relationship Type="http://schemas.openxmlformats.org/officeDocument/2006/relationships/notesMaster" Target="/ppt/notesMasters/notesMaster1.xml" Id="R1ba9b909ef0b4b7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020436b3b454586" /><Relationship Type="http://schemas.openxmlformats.org/officeDocument/2006/relationships/notesMaster" Target="/ppt/notesMasters/notesMaster1.xml" Id="R5ab2538eba1a450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aa66208b30142c1" /><Relationship Type="http://schemas.openxmlformats.org/officeDocument/2006/relationships/notesMaster" Target="/ppt/notesMasters/notesMaster1.xml" Id="R4ca76e30da164791"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182a73c1dbb4298" /><Relationship Type="http://schemas.openxmlformats.org/officeDocument/2006/relationships/notesMaster" Target="/ppt/notesMasters/notesMaster1.xml" Id="R9a36105f8b534e5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3d60c7acd90432c" /><Relationship Type="http://schemas.openxmlformats.org/officeDocument/2006/relationships/notesMaster" Target="/ppt/notesMasters/notesMaster1.xml" Id="R813d69b074cd414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88e128f838d4852" /><Relationship Type="http://schemas.openxmlformats.org/officeDocument/2006/relationships/notesMaster" Target="/ppt/notesMasters/notesMaster1.xml" Id="Rf163eac640244c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8c0b2a5c984dc7"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092bf36bc7418b" /><Relationship Type="http://schemas.openxmlformats.org/officeDocument/2006/relationships/slideLayout" Target="/ppt/slideLayouts/slideLayout1.xml" Id="Re91ab9b9ac9846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1ab9b9ac9846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f630bba92e443c2" /><Relationship Type="http://schemas.openxmlformats.org/officeDocument/2006/relationships/notesSlide" Target="/ppt/notesSlides/notesSlide1.xml" Id="R7a56e0f6abde45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09ac17868e4b33" /><Relationship Type="http://schemas.openxmlformats.org/officeDocument/2006/relationships/image" Target="/ppt/media/image.jpeg" Id="R901511ba27f04463" /><Relationship Type="http://schemas.openxmlformats.org/officeDocument/2006/relationships/notesSlide" Target="/ppt/notesSlides/notesSlide2.xml" Id="Rc0ab0743833a44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dffdf373e440f4" /><Relationship Type="http://schemas.openxmlformats.org/officeDocument/2006/relationships/image" Target="/ppt/media/image.png" Id="Re308e21481e84fa7" /><Relationship Type="http://schemas.openxmlformats.org/officeDocument/2006/relationships/notesSlide" Target="/ppt/notesSlides/notesSlide3.xml" Id="Rc5b52b19846c40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d9dc00519744fe" /><Relationship Type="http://schemas.openxmlformats.org/officeDocument/2006/relationships/image" Target="/ppt/media/image2.png" Id="Ra46cea3f556e448c" /><Relationship Type="http://schemas.openxmlformats.org/officeDocument/2006/relationships/notesSlide" Target="/ppt/notesSlides/notesSlide4.xml" Id="Re5c22e86fc9c42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a6efd59a6948cd" /><Relationship Type="http://schemas.openxmlformats.org/officeDocument/2006/relationships/image" Target="/ppt/media/image3.png" Id="R456c0811a01b4803" /><Relationship Type="http://schemas.openxmlformats.org/officeDocument/2006/relationships/notesSlide" Target="/ppt/notesSlides/notesSlide5.xml" Id="R7297ece5d79d41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704da3b830489c" /><Relationship Type="http://schemas.openxmlformats.org/officeDocument/2006/relationships/notesSlide" Target="/ppt/notesSlides/notesSlide6.xml" Id="Rad811b4c75b348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61ec6aa3a2482b" /><Relationship Type="http://schemas.openxmlformats.org/officeDocument/2006/relationships/image" Target="/ppt/media/image.svg" Id="R2d9907e4a199404a" /><Relationship Type="http://schemas.openxmlformats.org/officeDocument/2006/relationships/image" Target="/ppt/media/image.jpeg" Id="R6de1fd53d7f646fb" /><Relationship Type="http://schemas.openxmlformats.org/officeDocument/2006/relationships/notesSlide" Target="/ppt/notesSlides/notesSlide7.xml" Id="R4ede592950274a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3997873cb74dc0" /><Relationship Type="http://schemas.openxmlformats.org/officeDocument/2006/relationships/image" Target="/ppt/media/image2.jpeg" Id="Ra2f1761070564077" /><Relationship Type="http://schemas.openxmlformats.org/officeDocument/2006/relationships/image" Target="/ppt/media/image2.svg" Id="Rcbfcefebc65747b2" /><Relationship Type="http://schemas.openxmlformats.org/officeDocument/2006/relationships/notesSlide" Target="/ppt/notesSlides/notesSlide8.xml" Id="Rb87ed07be0fb4e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f5d8d7497014af7" /><Relationship Type="http://schemas.openxmlformats.org/officeDocument/2006/relationships/notesSlide" Target="/ppt/notesSlides/notesSlide9.xml" Id="R99fb0bf78cdc41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067b695d634f51" /><Relationship Type="http://schemas.openxmlformats.org/officeDocument/2006/relationships/image" Target="/ppt/media/image3.svg" Id="Rc71989e86fa24f64" /><Relationship Type="http://schemas.openxmlformats.org/officeDocument/2006/relationships/image" Target="/ppt/media/image3.png" Id="Re314d5dbeb55475e" /><Relationship Type="http://schemas.openxmlformats.org/officeDocument/2006/relationships/notesSlide" Target="/ppt/notesSlides/notesSlide10.xml" Id="R9b9f9bdadd784e6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59adf850fc4fea" /><Relationship Type="http://schemas.openxmlformats.org/officeDocument/2006/relationships/image" Target="/ppt/media/image4.png" Id="R2afcfbbcb04e4323" /><Relationship Type="http://schemas.openxmlformats.org/officeDocument/2006/relationships/notesSlide" Target="/ppt/notesSlides/notesSlide11.xml" Id="R6b13a0f119264f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79099aebb34253" /><Relationship Type="http://schemas.openxmlformats.org/officeDocument/2006/relationships/image" Target="/ppt/media/image5.png" Id="Rfb78decd73ed4c7f" /><Relationship Type="http://schemas.openxmlformats.org/officeDocument/2006/relationships/image" Target="/ppt/media/image4.svg" Id="R643cec1a16fc4417" /><Relationship Type="http://schemas.openxmlformats.org/officeDocument/2006/relationships/image" Target="/ppt/media/image4.png" Id="R65842a79a9ee4b18" /><Relationship Type="http://schemas.openxmlformats.org/officeDocument/2006/relationships/notesSlide" Target="/ppt/notesSlides/notesSlide12.xml" Id="R21e29bd3385645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7913b0e63e43ab" /><Relationship Type="http://schemas.openxmlformats.org/officeDocument/2006/relationships/image" Target="/ppt/media/image5.svg" Id="Rc7ea20fa0c844f0c" /><Relationship Type="http://schemas.openxmlformats.org/officeDocument/2006/relationships/image" Target="/ppt/media/image5.png" Id="R6d8955907e1f4deb" /><Relationship Type="http://schemas.openxmlformats.org/officeDocument/2006/relationships/notesSlide" Target="/ppt/notesSlides/notesSlide13.xml" Id="R13db73b3d04b4c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837defce3604084" /><Relationship Type="http://schemas.openxmlformats.org/officeDocument/2006/relationships/image" Target="/ppt/media/image6.png" Id="Rb33192a930cf4bf9" /><Relationship Type="http://schemas.openxmlformats.org/officeDocument/2006/relationships/image" Target="/ppt/media/image6.svg" Id="R9b8f8378361247f2" /><Relationship Type="http://schemas.openxmlformats.org/officeDocument/2006/relationships/notesSlide" Target="/ppt/notesSlides/notesSlide14.xml" Id="R7945093769ac47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10ede7f2994494" /><Relationship Type="http://schemas.openxmlformats.org/officeDocument/2006/relationships/image" Target="/ppt/media/image7.png" Id="R5f1d0508bc7e45fa" /><Relationship Type="http://schemas.openxmlformats.org/officeDocument/2006/relationships/image" Target="/ppt/media/image7.svg" Id="R7df4450918b44927" /><Relationship Type="http://schemas.openxmlformats.org/officeDocument/2006/relationships/notesSlide" Target="/ppt/notesSlides/notesSlide15.xml" Id="R8a319d42c46343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7d25c21751e4d0a" /><Relationship Type="http://schemas.openxmlformats.org/officeDocument/2006/relationships/notesSlide" Target="/ppt/notesSlides/notesSlide16.xml" Id="Rcd18b48335154e5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d2e6342ee7e444e" /><Relationship Type="http://schemas.openxmlformats.org/officeDocument/2006/relationships/notesSlide" Target="/ppt/notesSlides/notesSlide17.xml" Id="R905f2c55fb3642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7324b7fb1744cd6" /><Relationship Type="http://schemas.openxmlformats.org/officeDocument/2006/relationships/image" Target="/ppt/media/image8.png" Id="Rd25711cd398d41d4" /><Relationship Type="http://schemas.openxmlformats.org/officeDocument/2006/relationships/image" Target="/ppt/media/image8.svg" Id="R9dea9582716d4207" /><Relationship Type="http://schemas.openxmlformats.org/officeDocument/2006/relationships/notesSlide" Target="/ppt/notesSlides/notesSlide18.xml" Id="R16944d27e69d44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d44bf02c20040d4" /><Relationship Type="http://schemas.openxmlformats.org/officeDocument/2006/relationships/notesSlide" Target="/ppt/notesSlides/notesSlide19.xml" Id="Rb00ca3b0f259488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1fdd387218c48e6" /><Relationship Type="http://schemas.openxmlformats.org/officeDocument/2006/relationships/image" Target="/ppt/media/image9.png" Id="Racd2eb0657684d19" /><Relationship Type="http://schemas.openxmlformats.org/officeDocument/2006/relationships/notesSlide" Target="/ppt/notesSlides/notesSlide20.xml" Id="R48309c59011c4e6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7b9baee771f41b9" /><Relationship Type="http://schemas.openxmlformats.org/officeDocument/2006/relationships/notesSlide" Target="/ppt/notesSlides/notesSlide21.xml" Id="R644e8fe774d24f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41128a3010549ca" /><Relationship Type="http://schemas.openxmlformats.org/officeDocument/2006/relationships/notesSlide" Target="/ppt/notesSlides/notesSlide22.xml" Id="R2c97ec7f0a4d4a8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3ef8005834d45af" /><Relationship Type="http://schemas.openxmlformats.org/officeDocument/2006/relationships/notesSlide" Target="/ppt/notesSlides/notesSlide23.xml" Id="R3ee22d82db9941b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4e4f5a0613f4880" /><Relationship Type="http://schemas.openxmlformats.org/officeDocument/2006/relationships/notesSlide" Target="/ppt/notesSlides/notesSlide24.xml" Id="R0f13f70a8bfa4d9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36ebdc74f4043df" /><Relationship Type="http://schemas.openxmlformats.org/officeDocument/2006/relationships/notesSlide" Target="/ppt/notesSlides/notesSlide25.xml" Id="R5ae95bc45ad0451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e9b73a21286483b" /><Relationship Type="http://schemas.openxmlformats.org/officeDocument/2006/relationships/notesSlide" Target="/ppt/notesSlides/notesSlide26.xml" Id="Ra6bd838f292e484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979f7ac86a34e1e" /><Relationship Type="http://schemas.openxmlformats.org/officeDocument/2006/relationships/notesSlide" Target="/ppt/notesSlides/notesSlide27.xml" Id="R3473d1c8d759485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5ead4cbc73c46e4" /><Relationship Type="http://schemas.openxmlformats.org/officeDocument/2006/relationships/image" Target="/ppt/media/image10.png" Id="R7bcd7feefbc54926" /><Relationship Type="http://schemas.openxmlformats.org/officeDocument/2006/relationships/notesSlide" Target="/ppt/notesSlides/notesSlide28.xml" Id="R2614b27216964fe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a18e0c8adb248e9" /><Relationship Type="http://schemas.openxmlformats.org/officeDocument/2006/relationships/image" Target="/ppt/media/image11.png" Id="R8db38c0508a34ce8" /><Relationship Type="http://schemas.openxmlformats.org/officeDocument/2006/relationships/notesSlide" Target="/ppt/notesSlides/notesSlide29.xml" Id="Rcceeadf32590470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9562553d69c4769" /><Relationship Type="http://schemas.openxmlformats.org/officeDocument/2006/relationships/notesSlide" Target="/ppt/notesSlides/notesSlide30.xml" Id="R35f61276129f4e2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1504558bcb441a2" /><Relationship Type="http://schemas.openxmlformats.org/officeDocument/2006/relationships/notesSlide" Target="/ppt/notesSlides/notesSlide31.xml" Id="Rb9479300a406446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8507e1848c64505" /><Relationship Type="http://schemas.openxmlformats.org/officeDocument/2006/relationships/notesSlide" Target="/ppt/notesSlides/notesSlide32.xml" Id="Rc7b98e47339e4ec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a2077c7834a4371" /><Relationship Type="http://schemas.openxmlformats.org/officeDocument/2006/relationships/notesSlide" Target="/ppt/notesSlides/notesSlide33.xml" Id="Ra815f008352141f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a3c02aa0d524a06" /><Relationship Type="http://schemas.openxmlformats.org/officeDocument/2006/relationships/notesSlide" Target="/ppt/notesSlides/notesSlide34.xml" Id="R4efbec146d644f4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22bc556b3174828" /><Relationship Type="http://schemas.openxmlformats.org/officeDocument/2006/relationships/notesSlide" Target="/ppt/notesSlides/notesSlide35.xml" Id="R0c621b0376a5467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48c516f64874fc0" /><Relationship Type="http://schemas.openxmlformats.org/officeDocument/2006/relationships/notesSlide" Target="/ppt/notesSlides/notesSlide36.xml" Id="Rac2b6519ec414e6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cb2d673d83046e9" /><Relationship Type="http://schemas.openxmlformats.org/officeDocument/2006/relationships/notesSlide" Target="/ppt/notesSlides/notesSlide37.xml" Id="R9bf112681533434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4a46c5fc9d54cf0" /><Relationship Type="http://schemas.openxmlformats.org/officeDocument/2006/relationships/image" Target="/ppt/media/image12.png" Id="R39ceba1aefe5476f" /><Relationship Type="http://schemas.openxmlformats.org/officeDocument/2006/relationships/notesSlide" Target="/ppt/notesSlides/notesSlide38.xml" Id="R929655bea3f049f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da9739bf59f4251" /><Relationship Type="http://schemas.openxmlformats.org/officeDocument/2006/relationships/notesSlide" Target="/ppt/notesSlides/notesSlide39.xml" Id="R50acf566e9684d8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fd75e9320f74bd6" /><Relationship Type="http://schemas.openxmlformats.org/officeDocument/2006/relationships/notesSlide" Target="/ppt/notesSlides/notesSlide40.xml" Id="R2580e990a77b4c5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bfe380b3dad4e65" /><Relationship Type="http://schemas.openxmlformats.org/officeDocument/2006/relationships/notesSlide" Target="/ppt/notesSlides/notesSlide41.xml" Id="R501751558e56452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28f8291d2604d50" /><Relationship Type="http://schemas.openxmlformats.org/officeDocument/2006/relationships/notesSlide" Target="/ppt/notesSlides/notesSlide42.xml" Id="Rc6ee13ab0c79427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5db2220a7dd4bb7" /><Relationship Type="http://schemas.openxmlformats.org/officeDocument/2006/relationships/image" Target="/ppt/media/image2.jpeg" Id="R30b1aa1765be4e67" /><Relationship Type="http://schemas.openxmlformats.org/officeDocument/2006/relationships/notesSlide" Target="/ppt/notesSlides/notesSlide43.xml" Id="R8e76dabbf5db45b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e7be0f483354e39" /><Relationship Type="http://schemas.openxmlformats.org/officeDocument/2006/relationships/notesSlide" Target="/ppt/notesSlides/notesSlide44.xml" Id="R705c798132c748b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e98f2d82408c400c" /><Relationship Type="http://schemas.openxmlformats.org/officeDocument/2006/relationships/notesSlide" Target="/ppt/notesSlides/notesSlide45.xml" Id="R2e8392114612402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cd61eb8e7184cce" /><Relationship Type="http://schemas.openxmlformats.org/officeDocument/2006/relationships/notesSlide" Target="/ppt/notesSlides/notesSlide46.xml" Id="R933402d612014a8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2570628fcd5b4d98" /><Relationship Type="http://schemas.openxmlformats.org/officeDocument/2006/relationships/notesSlide" Target="/ppt/notesSlides/notesSlide47.xml" Id="R6b7e4f231fb14e8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6021f1038864dfa" /><Relationship Type="http://schemas.openxmlformats.org/officeDocument/2006/relationships/notesSlide" Target="/ppt/notesSlides/notesSlide48.xml" Id="Rf54888f515e1458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fec54bfdbe8495f" /><Relationship Type="http://schemas.openxmlformats.org/officeDocument/2006/relationships/notesSlide" Target="/ppt/notesSlides/notesSlide49.xml" Id="R6febcca6d3ef495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1ea5619c5014368" /><Relationship Type="http://schemas.openxmlformats.org/officeDocument/2006/relationships/image" Target="/ppt/media/image9.svg" Id="R2c4ab05480dd443e" /><Relationship Type="http://schemas.openxmlformats.org/officeDocument/2006/relationships/image" Target="/ppt/media/image9.png" Id="R5dcbac568c3c464b" /><Relationship Type="http://schemas.openxmlformats.org/officeDocument/2006/relationships/notesSlide" Target="/ppt/notesSlides/notesSlide50.xml" Id="Re498c0a5619f43c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bff7c40af71f4c2a" /><Relationship Type="http://schemas.openxmlformats.org/officeDocument/2006/relationships/notesSlide" Target="/ppt/notesSlides/notesSlide51.xml" Id="Re87027c1a270487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daea21c2b68c4354" /><Relationship Type="http://schemas.openxmlformats.org/officeDocument/2006/relationships/notesSlide" Target="/ppt/notesSlides/notesSlide52.xml" Id="Rca926d3aacb542e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8252b2585b04198" /><Relationship Type="http://schemas.openxmlformats.org/officeDocument/2006/relationships/notesSlide" Target="/ppt/notesSlides/notesSlide53.xml" Id="Rf8bbf6d81fee4ca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948675f984f84257" /><Relationship Type="http://schemas.openxmlformats.org/officeDocument/2006/relationships/image" Target="/ppt/media/image13.png" Id="Rfcddbf8b3051430d" /><Relationship Type="http://schemas.openxmlformats.org/officeDocument/2006/relationships/notesSlide" Target="/ppt/notesSlides/notesSlide54.xml" Id="R8ab649defa4b4bf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49a59e1e0e94cea" /><Relationship Type="http://schemas.openxmlformats.org/officeDocument/2006/relationships/hyperlink" Target="https://www.inceptionlabs.ai/blog/introducing-mercury-2" TargetMode="External" Id="R05ce6b63ba6d4ead" /><Relationship Type="http://schemas.openxmlformats.org/officeDocument/2006/relationships/notesSlide" Target="/ppt/notesSlides/notesSlide55.xml" Id="R3b1ce112b67641a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05762442d794f6d" /><Relationship Type="http://schemas.openxmlformats.org/officeDocument/2006/relationships/notesSlide" Target="/ppt/notesSlides/notesSlide56.xml" Id="R989ad0fb8054471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3fcc22cfa0d4255" /><Relationship Type="http://schemas.openxmlformats.org/officeDocument/2006/relationships/notesSlide" Target="/ppt/notesSlides/notesSlide57.xml" Id="R8dc36a26fb784dc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fd7f66249404eb1" /><Relationship Type="http://schemas.openxmlformats.org/officeDocument/2006/relationships/notesSlide" Target="/ppt/notesSlides/notesSlide58.xml" Id="R09b62f74e6ad4bec"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901511ba27f04463"/>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e308e21481e84fa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a46cea3f556e448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456c0811a01b480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6de1fd53d7f646fb">
            <a:extLst>
              <a:ext uri="{96DAC541-7B7A-43D3-8B79-37D633B846F1}">
                <asvg:svgBlip xmlns:asvg="http://schemas.microsoft.com/office/drawing/2016/SVG/main" r:embed="R2d9907e4a199404a"/>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a2f1761070564077">
            <a:extLst>
              <a:ext uri="{96DAC541-7B7A-43D3-8B79-37D633B846F1}">
                <asvg:svgBlip xmlns:asvg="http://schemas.microsoft.com/office/drawing/2016/SVG/main" r:embed="Rcbfcefebc65747b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e314d5dbeb55475e">
            <a:extLst>
              <a:ext uri="{96DAC541-7B7A-43D3-8B79-37D633B846F1}">
                <asvg:svgBlip xmlns:asvg="http://schemas.microsoft.com/office/drawing/2016/SVG/main" r:embed="Rc71989e86fa24f64"/>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2afcfbbcb04e4323"/>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fb78decd73ed4c7f"/>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65842a79a9ee4b18">
            <a:extLst>
              <a:ext uri="{96DAC541-7B7A-43D3-8B79-37D633B846F1}">
                <asvg:svgBlip xmlns:asvg="http://schemas.microsoft.com/office/drawing/2016/SVG/main" r:embed="R643cec1a16fc441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6d8955907e1f4deb">
            <a:extLst>
              <a:ext uri="{96DAC541-7B7A-43D3-8B79-37D633B846F1}">
                <asvg:svgBlip xmlns:asvg="http://schemas.microsoft.com/office/drawing/2016/SVG/main" r:embed="Rc7ea20fa0c844f0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b33192a930cf4bf9"/>
          <a:stretch xmlns:a="http://schemas.openxmlformats.org/drawingml/2006/main"/>
        </p:blipFill>
        <p:spPr>
          <a:xfrm xmlns:a="http://schemas.openxmlformats.org/drawingml/2006/main" flipH="0" flipV="0">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b33192a930cf4bf9">
            <a:extLst>
              <a:ext uri="{96DAC541-7B7A-43D3-8B79-37D633B846F1}">
                <asvg:svgBlip xmlns:asvg="http://schemas.microsoft.com/office/drawing/2016/SVG/main" r:embed="R9b8f8378361247f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5f1d0508bc7e45fa"/>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5f1d0508bc7e45fa">
            <a:extLst>
              <a:ext uri="{96DAC541-7B7A-43D3-8B79-37D633B846F1}">
                <asvg:svgBlip xmlns:asvg="http://schemas.microsoft.com/office/drawing/2016/SVG/main" r:embed="R7df4450918b4492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53122695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cxnSp>
        <p:nvCxnSpPr>
          <p:cNvPr id="2036758668"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69"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0"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1"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2"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3"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4"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5"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6"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7"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8"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79"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0"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1"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2"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3"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4"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5"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6"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7"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8"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89"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0"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1"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2"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3"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4"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5"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6"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7"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8"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699"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0"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1"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2"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3"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4"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5"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6"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7"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8"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09"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10"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11"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12"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13"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14"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15"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16"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8717"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d25711cd398d41d4">
            <a:extLst>
              <a:ext uri="{96DAC541-7B7A-43D3-8B79-37D633B846F1}">
                <asvg:svgBlip xmlns:asvg="http://schemas.microsoft.com/office/drawing/2016/SVG/main" r:embed="R9dea9582716d4207"/>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acd2eb0657684d19"/>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7bcd7feefbc54926"/>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8db38c0508a34ce8"/>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39ceba1aefe5476f"/>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pic>
        <p:nvPicPr>
          <p:cNvPr id="1987074994" name=""/>
          <p:cNvPicPr>
            <a:picLocks xmlns:a="http://schemas.openxmlformats.org/drawingml/2006/main" noChangeAspect="1"/>
          </p:cNvPicPr>
          <p:nvPr/>
        </p:nvPicPr>
        <p:blipFill>
          <a:blip xmlns:r="http://schemas.openxmlformats.org/officeDocument/2006/relationships" xmlns:a="http://schemas.openxmlformats.org/drawingml/2006/main" r:embed="R30b1aa1765be4e67"/>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5dcbac568c3c464b">
            <a:extLst>
              <a:ext uri="{96DAC541-7B7A-43D3-8B79-37D633B846F1}">
                <asvg:svgBlip xmlns:asvg="http://schemas.microsoft.com/office/drawing/2016/SVG/main" r:embed="R2c4ab05480dd443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defRPr>
            </a:pPr>
            <a:r>
              <a:rPr sz="1575" b="1">
                <a:solidFill>
                  <a:srgbClr val="0B0F19"/>
                </a:solidFill>
              </a:rPr>
              <a:t>Known: FFNs detect and combine learned features.</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0B0F19"/>
                </a:solidFill>
              </a:defRPr>
            </a:pPr>
            <a:r>
              <a:rPr sz="1425" b="1">
                <a:solidFill>
                  <a:srgbClr val="0B0F19"/>
                </a:solidFill>
              </a:rPr>
              <a:t>Evidence: FFN weights can act like key–value parameter memory.</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defRPr>
            </a:pPr>
            <a:r>
              <a:rPr sz="1575" b="1">
                <a:solidFill>
                  <a:srgbClr val="2563EB"/>
                </a:solidFill>
              </a:rPr>
              <a:t>Attention mixes tokens; the FFN transforms each token nonlinearly.</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244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pic>
        <p:nvPicPr>
          <p:cNvPr id="1837153781" name=""/>
          <p:cNvPicPr>
            <a:picLocks xmlns:a="http://schemas.openxmlformats.org/drawingml/2006/main" noChangeAspect="1"/>
          </p:cNvPicPr>
          <p:nvPr/>
        </p:nvPicPr>
        <p:blipFill>
          <a:blip xmlns:r="http://schemas.openxmlformats.org/officeDocument/2006/relationships" xmlns:a="http://schemas.openxmlformats.org/drawingml/2006/main" r:embed="Rfcddbf8b3051430d"/>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05ce6b63ba6d4ead"/>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715632642"/>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209328064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2026-07-27T07:07:09.5710000Z</dcterms:created>
  <dcterms:modified xsi:type="dcterms:W3CDTF">2026-07-27T07:07:09.5710000Z</dcterms:modified>
</coreProperties>
</file>