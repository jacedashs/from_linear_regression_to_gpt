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d48e243e5045f5" /><Relationship Type="http://schemas.openxmlformats.org/officeDocument/2006/relationships/extended-properties" Target="/docProps/app.xml" Id="R5452866227e04df4" /><Relationship Type="http://schemas.openxmlformats.org/officeDocument/2006/relationships/officeDocument" Target="/ppt/presentation.xml" Id="Rd098a6d952fc4ba3" /></Relationships>
</file>

<file path=ppt/presentation.xml><?xml version="1.0" encoding="utf-8"?>
<p:presentation xmlns:p="http://schemas.openxmlformats.org/presentationml/2006/main">
  <p:sldMasterIdLst>
    <p:sldMasterId xmlns:r="http://schemas.openxmlformats.org/officeDocument/2006/relationships" id="2147483648" r:id="Ra20b44c0b9be4f57"/>
  </p:sldMasterIdLst>
  <p:notesMasterIdLst>
    <p:notesMasterId xmlns:r="http://schemas.openxmlformats.org/officeDocument/2006/relationships" r:id="R362d159d1179471c"/>
  </p:notesMasterIdLst>
  <p:sldIdLst>
    <p:sldId xmlns:r="http://schemas.openxmlformats.org/officeDocument/2006/relationships" id="256" r:id="R79ab8e372b6c4736"/>
    <p:sldId xmlns:r="http://schemas.openxmlformats.org/officeDocument/2006/relationships" id="257" r:id="Rf886d02c457746a7"/>
    <p:sldId xmlns:r="http://schemas.openxmlformats.org/officeDocument/2006/relationships" id="258" r:id="Rce4a507ad5994fb6"/>
    <p:sldId xmlns:r="http://schemas.openxmlformats.org/officeDocument/2006/relationships" id="259" r:id="Rdae50022299941d5"/>
    <p:sldId xmlns:r="http://schemas.openxmlformats.org/officeDocument/2006/relationships" id="260" r:id="R074ffdb6a68143f0"/>
    <p:sldId xmlns:r="http://schemas.openxmlformats.org/officeDocument/2006/relationships" id="261" r:id="R5e055aa4196e45e8"/>
    <p:sldId xmlns:r="http://schemas.openxmlformats.org/officeDocument/2006/relationships" id="262" r:id="R427af575738b4d55"/>
    <p:sldId xmlns:r="http://schemas.openxmlformats.org/officeDocument/2006/relationships" id="263" r:id="R27332ec01a984f92"/>
    <p:sldId xmlns:r="http://schemas.openxmlformats.org/officeDocument/2006/relationships" id="264" r:id="R87f4b56d62484fea"/>
    <p:sldId xmlns:r="http://schemas.openxmlformats.org/officeDocument/2006/relationships" id="265" r:id="R35f9e4227df140b5"/>
    <p:sldId xmlns:r="http://schemas.openxmlformats.org/officeDocument/2006/relationships" id="266" r:id="R68ebcb88af5a48fc"/>
    <p:sldId xmlns:r="http://schemas.openxmlformats.org/officeDocument/2006/relationships" id="267" r:id="R327c4033eb784760"/>
    <p:sldId xmlns:r="http://schemas.openxmlformats.org/officeDocument/2006/relationships" id="268" r:id="Rde2b19de3fff4eb9"/>
    <p:sldId xmlns:r="http://schemas.openxmlformats.org/officeDocument/2006/relationships" id="269" r:id="R2bc5e2091dad4657"/>
    <p:sldId xmlns:r="http://schemas.openxmlformats.org/officeDocument/2006/relationships" id="270" r:id="R5432eae2986f4aa3"/>
    <p:sldId xmlns:r="http://schemas.openxmlformats.org/officeDocument/2006/relationships" id="271" r:id="R1184af77df2f48c7"/>
    <p:sldId xmlns:r="http://schemas.openxmlformats.org/officeDocument/2006/relationships" id="272" r:id="Rd147e66532e54c1f"/>
    <p:sldId xmlns:r="http://schemas.openxmlformats.org/officeDocument/2006/relationships" id="273" r:id="R5360c439ac4e403b"/>
    <p:sldId xmlns:r="http://schemas.openxmlformats.org/officeDocument/2006/relationships" id="274" r:id="Rd9c5eb4d22ec4701"/>
    <p:sldId xmlns:r="http://schemas.openxmlformats.org/officeDocument/2006/relationships" id="275" r:id="R1b1a553806544c9f"/>
    <p:sldId xmlns:r="http://schemas.openxmlformats.org/officeDocument/2006/relationships" id="276" r:id="Rc9852400bc41432f"/>
    <p:sldId xmlns:r="http://schemas.openxmlformats.org/officeDocument/2006/relationships" id="277" r:id="Rf7d8797765ff4398"/>
    <p:sldId xmlns:r="http://schemas.openxmlformats.org/officeDocument/2006/relationships" id="278" r:id="R99ef4b88e2fb462e"/>
    <p:sldId xmlns:r="http://schemas.openxmlformats.org/officeDocument/2006/relationships" id="279" r:id="R849484fcd8d44a15"/>
    <p:sldId xmlns:r="http://schemas.openxmlformats.org/officeDocument/2006/relationships" id="280" r:id="R67a937df1a7b48df"/>
    <p:sldId xmlns:r="http://schemas.openxmlformats.org/officeDocument/2006/relationships" id="281" r:id="R756ca51f64654276"/>
    <p:sldId xmlns:r="http://schemas.openxmlformats.org/officeDocument/2006/relationships" id="282" r:id="R25eafda466324e2a"/>
    <p:sldId xmlns:r="http://schemas.openxmlformats.org/officeDocument/2006/relationships" id="283" r:id="R3660b1b795004289"/>
    <p:sldId xmlns:r="http://schemas.openxmlformats.org/officeDocument/2006/relationships" id="284" r:id="R5ea39a1105ca4809"/>
    <p:sldId xmlns:r="http://schemas.openxmlformats.org/officeDocument/2006/relationships" id="285" r:id="Rca13212e96404f50"/>
    <p:sldId xmlns:r="http://schemas.openxmlformats.org/officeDocument/2006/relationships" id="286" r:id="Re210ab24ffb94e5e"/>
    <p:sldId xmlns:r="http://schemas.openxmlformats.org/officeDocument/2006/relationships" id="287" r:id="R460b0677429b440e"/>
    <p:sldId xmlns:r="http://schemas.openxmlformats.org/officeDocument/2006/relationships" id="288" r:id="Rff71c27dbfef4cb6"/>
    <p:sldId xmlns:r="http://schemas.openxmlformats.org/officeDocument/2006/relationships" id="289" r:id="R59afc2f0b4e3415c"/>
    <p:sldId xmlns:r="http://schemas.openxmlformats.org/officeDocument/2006/relationships" id="290" r:id="R6453d92d193645bc"/>
    <p:sldId xmlns:r="http://schemas.openxmlformats.org/officeDocument/2006/relationships" id="291" r:id="R769542f3021b4cc9"/>
    <p:sldId xmlns:r="http://schemas.openxmlformats.org/officeDocument/2006/relationships" id="292" r:id="Ra1631c7076ba4afc"/>
    <p:sldId xmlns:r="http://schemas.openxmlformats.org/officeDocument/2006/relationships" id="293" r:id="R6e4fa3356a6c4c22"/>
    <p:sldId xmlns:r="http://schemas.openxmlformats.org/officeDocument/2006/relationships" id="294" r:id="R0fd1f219f30e4639"/>
    <p:sldId xmlns:r="http://schemas.openxmlformats.org/officeDocument/2006/relationships" id="295" r:id="Rdff7d4ace819470a"/>
    <p:sldId xmlns:r="http://schemas.openxmlformats.org/officeDocument/2006/relationships" id="296" r:id="R663bfa28e19e4028"/>
    <p:sldId xmlns:r="http://schemas.openxmlformats.org/officeDocument/2006/relationships" id="297" r:id="R4887ec56cc434bf7"/>
    <p:sldId xmlns:r="http://schemas.openxmlformats.org/officeDocument/2006/relationships" id="298" r:id="R3ea75e08a8a54127"/>
    <p:sldId xmlns:r="http://schemas.openxmlformats.org/officeDocument/2006/relationships" id="299" r:id="R8bbd0edb60af42c4"/>
    <p:sldId xmlns:r="http://schemas.openxmlformats.org/officeDocument/2006/relationships" id="300" r:id="Rc1ba3cff68a24d6c"/>
    <p:sldId xmlns:r="http://schemas.openxmlformats.org/officeDocument/2006/relationships" id="301" r:id="R785f55b2812a4728"/>
    <p:sldId xmlns:r="http://schemas.openxmlformats.org/officeDocument/2006/relationships" id="302" r:id="R7cddb9f4bd8e4d01"/>
    <p:sldId xmlns:r="http://schemas.openxmlformats.org/officeDocument/2006/relationships" id="303" r:id="R8edcf8fecebc4c67"/>
    <p:sldId xmlns:r="http://schemas.openxmlformats.org/officeDocument/2006/relationships" id="304" r:id="R794d06fe660e42be"/>
    <p:sldId xmlns:r="http://schemas.openxmlformats.org/officeDocument/2006/relationships" id="305" r:id="Ra29eb61818614fc8"/>
    <p:sldId xmlns:r="http://schemas.openxmlformats.org/officeDocument/2006/relationships" id="306" r:id="R9a4f39dea6544f89"/>
    <p:sldId xmlns:r="http://schemas.openxmlformats.org/officeDocument/2006/relationships" id="307" r:id="Rf398fe5dad8849ba"/>
    <p:sldId xmlns:r="http://schemas.openxmlformats.org/officeDocument/2006/relationships" id="308" r:id="Rf07580bdef084ae2"/>
    <p:sldId xmlns:r="http://schemas.openxmlformats.org/officeDocument/2006/relationships" id="309" r:id="R69f37617a0ac479e"/>
    <p:sldId xmlns:r="http://schemas.openxmlformats.org/officeDocument/2006/relationships" id="310" r:id="Rd3c09924d0d24e21"/>
    <p:sldId xmlns:r="http://schemas.openxmlformats.org/officeDocument/2006/relationships" id="311" r:id="R729814cf760d4f01"/>
    <p:sldId xmlns:r="http://schemas.openxmlformats.org/officeDocument/2006/relationships" id="312" r:id="R3a876d4946c744c3"/>
    <p:sldId xmlns:r="http://schemas.openxmlformats.org/officeDocument/2006/relationships" id="313" r:id="R60cb6ecdbe6e4e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4ad6fe15c004875" /><Relationship Type="http://schemas.openxmlformats.org/officeDocument/2006/relationships/slideMaster" Target="/ppt/slideMasters/slideMaster1.xml" Id="Ra20b44c0b9be4f57" /><Relationship Type="http://schemas.openxmlformats.org/officeDocument/2006/relationships/notesMaster" Target="/ppt/notesMasters/notesMaster1.xml" Id="R362d159d1179471c" /><Relationship Type="http://schemas.openxmlformats.org/officeDocument/2006/relationships/presProps" Target="/ppt/presProps.xml" Id="Rb5df24622fba4a64" /><Relationship Type="http://schemas.openxmlformats.org/officeDocument/2006/relationships/viewProps" Target="/ppt/viewProps.xml" Id="R3649e64e9f6a4056" /><Relationship Type="http://schemas.openxmlformats.org/officeDocument/2006/relationships/tableStyles" Target="/ppt/tableStyles.xml" Id="Rc6db0b9c14c14c51" /><Relationship Type="http://schemas.openxmlformats.org/officeDocument/2006/relationships/slide" Target="/ppt/slides/slide1.xml" Id="R79ab8e372b6c4736" /><Relationship Type="http://schemas.openxmlformats.org/officeDocument/2006/relationships/slide" Target="/ppt/slides/slide2.xml" Id="Rf886d02c457746a7" /><Relationship Type="http://schemas.openxmlformats.org/officeDocument/2006/relationships/slide" Target="/ppt/slides/slide3.xml" Id="Rce4a507ad5994fb6" /><Relationship Type="http://schemas.openxmlformats.org/officeDocument/2006/relationships/slide" Target="/ppt/slides/slide4.xml" Id="Rdae50022299941d5" /><Relationship Type="http://schemas.openxmlformats.org/officeDocument/2006/relationships/slide" Target="/ppt/slides/slide5.xml" Id="R074ffdb6a68143f0" /><Relationship Type="http://schemas.openxmlformats.org/officeDocument/2006/relationships/slide" Target="/ppt/slides/slide6.xml" Id="R5e055aa4196e45e8" /><Relationship Type="http://schemas.openxmlformats.org/officeDocument/2006/relationships/slide" Target="/ppt/slides/slide7.xml" Id="R427af575738b4d55" /><Relationship Type="http://schemas.openxmlformats.org/officeDocument/2006/relationships/slide" Target="/ppt/slides/slide8.xml" Id="R27332ec01a984f92" /><Relationship Type="http://schemas.openxmlformats.org/officeDocument/2006/relationships/slide" Target="/ppt/slides/slide9.xml" Id="R87f4b56d62484fea" /><Relationship Type="http://schemas.openxmlformats.org/officeDocument/2006/relationships/slide" Target="/ppt/slides/slide10.xml" Id="R35f9e4227df140b5" /><Relationship Type="http://schemas.openxmlformats.org/officeDocument/2006/relationships/slide" Target="/ppt/slides/slide11.xml" Id="R68ebcb88af5a48fc" /><Relationship Type="http://schemas.openxmlformats.org/officeDocument/2006/relationships/slide" Target="/ppt/slides/slide12.xml" Id="R327c4033eb784760" /><Relationship Type="http://schemas.openxmlformats.org/officeDocument/2006/relationships/slide" Target="/ppt/slides/slide13.xml" Id="Rde2b19de3fff4eb9" /><Relationship Type="http://schemas.openxmlformats.org/officeDocument/2006/relationships/slide" Target="/ppt/slides/slide14.xml" Id="R2bc5e2091dad4657" /><Relationship Type="http://schemas.openxmlformats.org/officeDocument/2006/relationships/slide" Target="/ppt/slides/slide15.xml" Id="R5432eae2986f4aa3" /><Relationship Type="http://schemas.openxmlformats.org/officeDocument/2006/relationships/slide" Target="/ppt/slides/slide16.xml" Id="R1184af77df2f48c7" /><Relationship Type="http://schemas.openxmlformats.org/officeDocument/2006/relationships/slide" Target="/ppt/slides/slide17.xml" Id="Rd147e66532e54c1f" /><Relationship Type="http://schemas.openxmlformats.org/officeDocument/2006/relationships/slide" Target="/ppt/slides/slide18.xml" Id="R5360c439ac4e403b" /><Relationship Type="http://schemas.openxmlformats.org/officeDocument/2006/relationships/slide" Target="/ppt/slides/slide19.xml" Id="Rd9c5eb4d22ec4701" /><Relationship Type="http://schemas.openxmlformats.org/officeDocument/2006/relationships/slide" Target="/ppt/slides/slide20.xml" Id="R1b1a553806544c9f" /><Relationship Type="http://schemas.openxmlformats.org/officeDocument/2006/relationships/slide" Target="/ppt/slides/slide21.xml" Id="Rc9852400bc41432f" /><Relationship Type="http://schemas.openxmlformats.org/officeDocument/2006/relationships/slide" Target="/ppt/slides/slide22.xml" Id="Rf7d8797765ff4398" /><Relationship Type="http://schemas.openxmlformats.org/officeDocument/2006/relationships/slide" Target="/ppt/slides/slide23.xml" Id="R99ef4b88e2fb462e" /><Relationship Type="http://schemas.openxmlformats.org/officeDocument/2006/relationships/slide" Target="/ppt/slides/slide24.xml" Id="R849484fcd8d44a15" /><Relationship Type="http://schemas.openxmlformats.org/officeDocument/2006/relationships/slide" Target="/ppt/slides/slide25.xml" Id="R67a937df1a7b48df" /><Relationship Type="http://schemas.openxmlformats.org/officeDocument/2006/relationships/slide" Target="/ppt/slides/slide26.xml" Id="R756ca51f64654276" /><Relationship Type="http://schemas.openxmlformats.org/officeDocument/2006/relationships/slide" Target="/ppt/slides/slide27.xml" Id="R25eafda466324e2a" /><Relationship Type="http://schemas.openxmlformats.org/officeDocument/2006/relationships/slide" Target="/ppt/slides/slide28.xml" Id="R3660b1b795004289" /><Relationship Type="http://schemas.openxmlformats.org/officeDocument/2006/relationships/slide" Target="/ppt/slides/slide29.xml" Id="R5ea39a1105ca4809" /><Relationship Type="http://schemas.openxmlformats.org/officeDocument/2006/relationships/slide" Target="/ppt/slides/slide30.xml" Id="Rca13212e96404f50" /><Relationship Type="http://schemas.openxmlformats.org/officeDocument/2006/relationships/slide" Target="/ppt/slides/slide31.xml" Id="Re210ab24ffb94e5e" /><Relationship Type="http://schemas.openxmlformats.org/officeDocument/2006/relationships/slide" Target="/ppt/slides/slide32.xml" Id="R460b0677429b440e" /><Relationship Type="http://schemas.openxmlformats.org/officeDocument/2006/relationships/slide" Target="/ppt/slides/slide33.xml" Id="Rff71c27dbfef4cb6" /><Relationship Type="http://schemas.openxmlformats.org/officeDocument/2006/relationships/slide" Target="/ppt/slides/slide34.xml" Id="R59afc2f0b4e3415c" /><Relationship Type="http://schemas.openxmlformats.org/officeDocument/2006/relationships/slide" Target="/ppt/slides/slide35.xml" Id="R6453d92d193645bc" /><Relationship Type="http://schemas.openxmlformats.org/officeDocument/2006/relationships/slide" Target="/ppt/slides/slide36.xml" Id="R769542f3021b4cc9" /><Relationship Type="http://schemas.openxmlformats.org/officeDocument/2006/relationships/slide" Target="/ppt/slides/slide37.xml" Id="Ra1631c7076ba4afc" /><Relationship Type="http://schemas.openxmlformats.org/officeDocument/2006/relationships/slide" Target="/ppt/slides/slide38.xml" Id="R6e4fa3356a6c4c22" /><Relationship Type="http://schemas.openxmlformats.org/officeDocument/2006/relationships/slide" Target="/ppt/slides/slide39.xml" Id="R0fd1f219f30e4639" /><Relationship Type="http://schemas.openxmlformats.org/officeDocument/2006/relationships/slide" Target="/ppt/slides/slide40.xml" Id="Rdff7d4ace819470a" /><Relationship Type="http://schemas.openxmlformats.org/officeDocument/2006/relationships/slide" Target="/ppt/slides/slide41.xml" Id="R663bfa28e19e4028" /><Relationship Type="http://schemas.openxmlformats.org/officeDocument/2006/relationships/slide" Target="/ppt/slides/slide42.xml" Id="R4887ec56cc434bf7" /><Relationship Type="http://schemas.openxmlformats.org/officeDocument/2006/relationships/slide" Target="/ppt/slides/slide43.xml" Id="R3ea75e08a8a54127" /><Relationship Type="http://schemas.openxmlformats.org/officeDocument/2006/relationships/slide" Target="/ppt/slides/slide44.xml" Id="R8bbd0edb60af42c4" /><Relationship Type="http://schemas.openxmlformats.org/officeDocument/2006/relationships/slide" Target="/ppt/slides/slide45.xml" Id="Rc1ba3cff68a24d6c" /><Relationship Type="http://schemas.openxmlformats.org/officeDocument/2006/relationships/slide" Target="/ppt/slides/slide46.xml" Id="R785f55b2812a4728" /><Relationship Type="http://schemas.openxmlformats.org/officeDocument/2006/relationships/slide" Target="/ppt/slides/slide47.xml" Id="R7cddb9f4bd8e4d01" /><Relationship Type="http://schemas.openxmlformats.org/officeDocument/2006/relationships/slide" Target="/ppt/slides/slide48.xml" Id="R8edcf8fecebc4c67" /><Relationship Type="http://schemas.openxmlformats.org/officeDocument/2006/relationships/slide" Target="/ppt/slides/slide49.xml" Id="R794d06fe660e42be" /><Relationship Type="http://schemas.openxmlformats.org/officeDocument/2006/relationships/slide" Target="/ppt/slides/slide50.xml" Id="Ra29eb61818614fc8" /><Relationship Type="http://schemas.openxmlformats.org/officeDocument/2006/relationships/slide" Target="/ppt/slides/slide51.xml" Id="R9a4f39dea6544f89" /><Relationship Type="http://schemas.openxmlformats.org/officeDocument/2006/relationships/slide" Target="/ppt/slides/slide52.xml" Id="Rf398fe5dad8849ba" /><Relationship Type="http://schemas.openxmlformats.org/officeDocument/2006/relationships/slide" Target="/ppt/slides/slide53.xml" Id="Rf07580bdef084ae2" /><Relationship Type="http://schemas.openxmlformats.org/officeDocument/2006/relationships/slide" Target="/ppt/slides/slide54.xml" Id="R69f37617a0ac479e" /><Relationship Type="http://schemas.openxmlformats.org/officeDocument/2006/relationships/slide" Target="/ppt/slides/slide55.xml" Id="Rd3c09924d0d24e21" /><Relationship Type="http://schemas.openxmlformats.org/officeDocument/2006/relationships/slide" Target="/ppt/slides/slide56.xml" Id="R729814cf760d4f01" /><Relationship Type="http://schemas.openxmlformats.org/officeDocument/2006/relationships/slide" Target="/ppt/slides/slide57.xml" Id="R3a876d4946c744c3" /><Relationship Type="http://schemas.openxmlformats.org/officeDocument/2006/relationships/slide" Target="/ppt/slides/slide58.xml" Id="R60cb6ecdbe6e4e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242a3bfd3744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36922463e444b2" /><Relationship Type="http://schemas.openxmlformats.org/officeDocument/2006/relationships/notesMaster" Target="/ppt/notesMasters/notesMaster1.xml" Id="Rc2439eaec0e34a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db71476f7c4d2a" /><Relationship Type="http://schemas.openxmlformats.org/officeDocument/2006/relationships/notesMaster" Target="/ppt/notesMasters/notesMaster1.xml" Id="R8427168ee6e146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fb69ec537b42bb" /><Relationship Type="http://schemas.openxmlformats.org/officeDocument/2006/relationships/notesMaster" Target="/ppt/notesMasters/notesMaster1.xml" Id="R8fdedf0dc3ab43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4edb0eed5f4be2" /><Relationship Type="http://schemas.openxmlformats.org/officeDocument/2006/relationships/notesMaster" Target="/ppt/notesMasters/notesMaster1.xml" Id="Rdc93d717b84343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d0f920c6e34d1b" /><Relationship Type="http://schemas.openxmlformats.org/officeDocument/2006/relationships/notesMaster" Target="/ppt/notesMasters/notesMaster1.xml" Id="Rbdfab0f06e1642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6810d43ef84243" /><Relationship Type="http://schemas.openxmlformats.org/officeDocument/2006/relationships/notesMaster" Target="/ppt/notesMasters/notesMaster1.xml" Id="R35b5a0eb06d74a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a03b8824e44cc5" /><Relationship Type="http://schemas.openxmlformats.org/officeDocument/2006/relationships/notesMaster" Target="/ppt/notesMasters/notesMaster1.xml" Id="Rdc8fb4a74bfa49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7db1c284a34765" /><Relationship Type="http://schemas.openxmlformats.org/officeDocument/2006/relationships/notesMaster" Target="/ppt/notesMasters/notesMaster1.xml" Id="R7fc924be625348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6fba27b6884202" /><Relationship Type="http://schemas.openxmlformats.org/officeDocument/2006/relationships/notesMaster" Target="/ppt/notesMasters/notesMaster1.xml" Id="Re28690fc5bc444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b62c74c67c4698" /><Relationship Type="http://schemas.openxmlformats.org/officeDocument/2006/relationships/notesMaster" Target="/ppt/notesMasters/notesMaster1.xml" Id="R80b1782e84324b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b9d3ad666b4261" /><Relationship Type="http://schemas.openxmlformats.org/officeDocument/2006/relationships/notesMaster" Target="/ppt/notesMasters/notesMaster1.xml" Id="R69f592ce586e44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038c7300a9433b" /><Relationship Type="http://schemas.openxmlformats.org/officeDocument/2006/relationships/notesMaster" Target="/ppt/notesMasters/notesMaster1.xml" Id="R3f2b5fd5e99c4e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bcb84ab94146cb" /><Relationship Type="http://schemas.openxmlformats.org/officeDocument/2006/relationships/notesMaster" Target="/ppt/notesMasters/notesMaster1.xml" Id="R95369d6bb94947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ed41d6490c4822" /><Relationship Type="http://schemas.openxmlformats.org/officeDocument/2006/relationships/notesMaster" Target="/ppt/notesMasters/notesMaster1.xml" Id="Rff0aef43ccbf47c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19b90e70794c24" /><Relationship Type="http://schemas.openxmlformats.org/officeDocument/2006/relationships/notesMaster" Target="/ppt/notesMasters/notesMaster1.xml" Id="R0b72e4fee7844a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fe2d3230be4b00" /><Relationship Type="http://schemas.openxmlformats.org/officeDocument/2006/relationships/notesMaster" Target="/ppt/notesMasters/notesMaster1.xml" Id="R2f182deb38c54a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09d555c3ad414c" /><Relationship Type="http://schemas.openxmlformats.org/officeDocument/2006/relationships/notesMaster" Target="/ppt/notesMasters/notesMaster1.xml" Id="Rbc1e4646975745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ecbdaef6634698" /><Relationship Type="http://schemas.openxmlformats.org/officeDocument/2006/relationships/notesMaster" Target="/ppt/notesMasters/notesMaster1.xml" Id="R2ebbaade04374f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f4bfb28a3a4d6d" /><Relationship Type="http://schemas.openxmlformats.org/officeDocument/2006/relationships/notesMaster" Target="/ppt/notesMasters/notesMaster1.xml" Id="R67fd5baab51741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f466d17f6244057" /><Relationship Type="http://schemas.openxmlformats.org/officeDocument/2006/relationships/notesMaster" Target="/ppt/notesMasters/notesMaster1.xml" Id="Radd1248429ae4b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32eb274a984322" /><Relationship Type="http://schemas.openxmlformats.org/officeDocument/2006/relationships/notesMaster" Target="/ppt/notesMasters/notesMaster1.xml" Id="Rdda2e6084e6443d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cb48722356439f" /><Relationship Type="http://schemas.openxmlformats.org/officeDocument/2006/relationships/notesMaster" Target="/ppt/notesMasters/notesMaster1.xml" Id="R511fe785a64044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d2ad297f8a45c9" /><Relationship Type="http://schemas.openxmlformats.org/officeDocument/2006/relationships/notesMaster" Target="/ppt/notesMasters/notesMaster1.xml" Id="R14f7fbf8b9374a8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f4cc880887463a" /><Relationship Type="http://schemas.openxmlformats.org/officeDocument/2006/relationships/notesMaster" Target="/ppt/notesMasters/notesMaster1.xml" Id="Rdb63ecc88acc410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0390cf13bfc4a56" /><Relationship Type="http://schemas.openxmlformats.org/officeDocument/2006/relationships/notesMaster" Target="/ppt/notesMasters/notesMaster1.xml" Id="R2dec589807254b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0d4ff0c20849ce" /><Relationship Type="http://schemas.openxmlformats.org/officeDocument/2006/relationships/notesMaster" Target="/ppt/notesMasters/notesMaster1.xml" Id="R89d92379f8fb472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fdf2664f9294868" /><Relationship Type="http://schemas.openxmlformats.org/officeDocument/2006/relationships/notesMaster" Target="/ppt/notesMasters/notesMaster1.xml" Id="R12b24baadece41e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548d27ca6cf416f" /><Relationship Type="http://schemas.openxmlformats.org/officeDocument/2006/relationships/notesMaster" Target="/ppt/notesMasters/notesMaster1.xml" Id="Raff01f63d7214cd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6385dfd48874a8e" /><Relationship Type="http://schemas.openxmlformats.org/officeDocument/2006/relationships/notesMaster" Target="/ppt/notesMasters/notesMaster1.xml" Id="R00df76c76408460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62b038a59641a4" /><Relationship Type="http://schemas.openxmlformats.org/officeDocument/2006/relationships/notesMaster" Target="/ppt/notesMasters/notesMaster1.xml" Id="Rff3211b41a35406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03448a02b2489a" /><Relationship Type="http://schemas.openxmlformats.org/officeDocument/2006/relationships/notesMaster" Target="/ppt/notesMasters/notesMaster1.xml" Id="R556222be993f47b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b392062fd6e495d" /><Relationship Type="http://schemas.openxmlformats.org/officeDocument/2006/relationships/notesMaster" Target="/ppt/notesMasters/notesMaster1.xml" Id="Re7e9cd84cdbe4c4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8dbac7e9f304f7f" /><Relationship Type="http://schemas.openxmlformats.org/officeDocument/2006/relationships/notesMaster" Target="/ppt/notesMasters/notesMaster1.xml" Id="R2331f33c0eb34d5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617dd3cdfbc491e" /><Relationship Type="http://schemas.openxmlformats.org/officeDocument/2006/relationships/notesMaster" Target="/ppt/notesMasters/notesMaster1.xml" Id="Ree389f109da640c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8728753731942a0" /><Relationship Type="http://schemas.openxmlformats.org/officeDocument/2006/relationships/notesMaster" Target="/ppt/notesMasters/notesMaster1.xml" Id="Rfd0fe1a8c3564df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c7c847f1af04641" /><Relationship Type="http://schemas.openxmlformats.org/officeDocument/2006/relationships/notesMaster" Target="/ppt/notesMasters/notesMaster1.xml" Id="R022ac35263e147f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2d56bde60f2473e" /><Relationship Type="http://schemas.openxmlformats.org/officeDocument/2006/relationships/notesMaster" Target="/ppt/notesMasters/notesMaster1.xml" Id="R38d5b6291909445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fe7f25295fa457e" /><Relationship Type="http://schemas.openxmlformats.org/officeDocument/2006/relationships/notesMaster" Target="/ppt/notesMasters/notesMaster1.xml" Id="R68fcc72bde4d4d0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4552ad40bf7492b" /><Relationship Type="http://schemas.openxmlformats.org/officeDocument/2006/relationships/notesMaster" Target="/ppt/notesMasters/notesMaster1.xml" Id="R0a3e3c2ae92842e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be06663142d418a" /><Relationship Type="http://schemas.openxmlformats.org/officeDocument/2006/relationships/notesMaster" Target="/ppt/notesMasters/notesMaster1.xml" Id="R499f463f1bf6423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1cfeed457c14e46" /><Relationship Type="http://schemas.openxmlformats.org/officeDocument/2006/relationships/notesMaster" Target="/ppt/notesMasters/notesMaster1.xml" Id="R4e38dafc9c9e40f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94e72d6e09b432f" /><Relationship Type="http://schemas.openxmlformats.org/officeDocument/2006/relationships/notesMaster" Target="/ppt/notesMasters/notesMaster1.xml" Id="R7e099fd4c38b412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f38ade8eabd4df3" /><Relationship Type="http://schemas.openxmlformats.org/officeDocument/2006/relationships/notesMaster" Target="/ppt/notesMasters/notesMaster1.xml" Id="R48a1cb1366d24da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e319cb91d774fe7" /><Relationship Type="http://schemas.openxmlformats.org/officeDocument/2006/relationships/notesMaster" Target="/ppt/notesMasters/notesMaster1.xml" Id="Rfedc05753f264eb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9aeb1c5693f4fc6" /><Relationship Type="http://schemas.openxmlformats.org/officeDocument/2006/relationships/notesMaster" Target="/ppt/notesMasters/notesMaster1.xml" Id="R04341936028f494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2450f78be8a4e36" /><Relationship Type="http://schemas.openxmlformats.org/officeDocument/2006/relationships/notesMaster" Target="/ppt/notesMasters/notesMaster1.xml" Id="R98677292508a414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d375439d76748bb" /><Relationship Type="http://schemas.openxmlformats.org/officeDocument/2006/relationships/notesMaster" Target="/ppt/notesMasters/notesMaster1.xml" Id="R5368664611bd4ef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3847a3c490046a2" /><Relationship Type="http://schemas.openxmlformats.org/officeDocument/2006/relationships/notesMaster" Target="/ppt/notesMasters/notesMaster1.xml" Id="Ra8bfa028688b480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17da930363b4d50" /><Relationship Type="http://schemas.openxmlformats.org/officeDocument/2006/relationships/notesMaster" Target="/ppt/notesMasters/notesMaster1.xml" Id="Rb583adf3fe004ae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1c148a444014324" /><Relationship Type="http://schemas.openxmlformats.org/officeDocument/2006/relationships/notesMaster" Target="/ppt/notesMasters/notesMaster1.xml" Id="Rbf4c714e08f6464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6778d8d775a45d9" /><Relationship Type="http://schemas.openxmlformats.org/officeDocument/2006/relationships/notesMaster" Target="/ppt/notesMasters/notesMaster1.xml" Id="R4999f77aa4214b4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a4453e5bc914786" /><Relationship Type="http://schemas.openxmlformats.org/officeDocument/2006/relationships/notesMaster" Target="/ppt/notesMasters/notesMaster1.xml" Id="R6e762d0e13e34df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20f10472cf84b36" /><Relationship Type="http://schemas.openxmlformats.org/officeDocument/2006/relationships/notesMaster" Target="/ppt/notesMasters/notesMaster1.xml" Id="Ra28116e745d243f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1e3a1c067f34b87" /><Relationship Type="http://schemas.openxmlformats.org/officeDocument/2006/relationships/notesMaster" Target="/ppt/notesMasters/notesMaster1.xml" Id="R540c85b5e9f24d0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9265b1c3532488d" /><Relationship Type="http://schemas.openxmlformats.org/officeDocument/2006/relationships/notesMaster" Target="/ppt/notesMasters/notesMaster1.xml" Id="R07158a9174a84a0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7726a1a063a42c8" /><Relationship Type="http://schemas.openxmlformats.org/officeDocument/2006/relationships/notesMaster" Target="/ppt/notesMasters/notesMaster1.xml" Id="R78e7270b0363483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4d4cd3f4ce9404a" /><Relationship Type="http://schemas.openxmlformats.org/officeDocument/2006/relationships/notesMaster" Target="/ppt/notesMasters/notesMaster1.xml" Id="R20f11e42c8f5450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d98af7aab6c486d" /><Relationship Type="http://schemas.openxmlformats.org/officeDocument/2006/relationships/notesMaster" Target="/ppt/notesMasters/notesMaster1.xml" Id="R0191dbb8e93242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0c6ceab4e24aa8" /></Relationships>
</file>

<file path=ppt/slideLayouts/slideLayout1.xml><?xml version="1.0" encoding="utf-8"?>
<p:sldLayout xmlns:p="http://schemas.openxmlformats.org/presentationml/2006/main" showMasterPhAnim="0" type="title"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a832de018e4f4e" /><Relationship Type="http://schemas.openxmlformats.org/officeDocument/2006/relationships/slideLayout" Target="/ppt/slideLayouts/slideLayout1.xml" Id="R522a92e76fca4d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2a92e76fca4d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ea8a8293d44b36" /><Relationship Type="http://schemas.openxmlformats.org/officeDocument/2006/relationships/notesSlide" Target="/ppt/notesSlides/notesSlide1.xml" Id="Rba0a10f4c68044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81aa34377a4595" /><Relationship Type="http://schemas.openxmlformats.org/officeDocument/2006/relationships/image" Target="/ppt/media/image.jpeg" Id="R4aed41fb86d242bd" /><Relationship Type="http://schemas.openxmlformats.org/officeDocument/2006/relationships/notesSlide" Target="/ppt/notesSlides/notesSlide2.xml" Id="R118914d1eb9d4d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0b9c9480ca94a6f" /><Relationship Type="http://schemas.openxmlformats.org/officeDocument/2006/relationships/image" Target="/ppt/media/image.png" Id="R616315c1a86c42ce" /><Relationship Type="http://schemas.openxmlformats.org/officeDocument/2006/relationships/notesSlide" Target="/ppt/notesSlides/notesSlide3.xml" Id="Rca28a7a650854a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94149367ca408e" /><Relationship Type="http://schemas.openxmlformats.org/officeDocument/2006/relationships/image" Target="/ppt/media/image.png" Id="R1458defbc91a4ecf" /><Relationship Type="http://schemas.openxmlformats.org/officeDocument/2006/relationships/notesSlide" Target="/ppt/notesSlides/notesSlide4.xml" Id="R29439deefe0b42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6f607f7c1847d6" /><Relationship Type="http://schemas.openxmlformats.org/officeDocument/2006/relationships/image" Target="/ppt/media/image.png" Id="R414225d1d8d2440b" /><Relationship Type="http://schemas.openxmlformats.org/officeDocument/2006/relationships/notesSlide" Target="/ppt/notesSlides/notesSlide5.xml" Id="R8deee6bd934d43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4515886047418c" /><Relationship Type="http://schemas.openxmlformats.org/officeDocument/2006/relationships/notesSlide" Target="/ppt/notesSlides/notesSlide6.xml" Id="Rc76e23f1fb8d43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5015923f0e4b37" /><Relationship Type="http://schemas.openxmlformats.org/officeDocument/2006/relationships/image" Target="/ppt/media/image2.png" Id="Rb77be2b5912a4f07" /><Relationship Type="http://schemas.openxmlformats.org/officeDocument/2006/relationships/image" Target="/ppt/media/image.svg" Id="R45116eb3f86e4723" /><Relationship Type="http://schemas.openxmlformats.org/officeDocument/2006/relationships/notesSlide" Target="/ppt/notesSlides/notesSlide7.xml" Id="R406e4460e7964c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0c9d6fac104462" /><Relationship Type="http://schemas.openxmlformats.org/officeDocument/2006/relationships/image" Target="/ppt/media/image3.png" Id="Rb889e28e09ee4f0a" /><Relationship Type="http://schemas.openxmlformats.org/officeDocument/2006/relationships/image" Target="/ppt/media/image2.svg" Id="R5bd3007769174bc2" /><Relationship Type="http://schemas.openxmlformats.org/officeDocument/2006/relationships/notesSlide" Target="/ppt/notesSlides/notesSlide8.xml" Id="R793bc16b65f847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fcb05314bb44a8" /><Relationship Type="http://schemas.openxmlformats.org/officeDocument/2006/relationships/notesSlide" Target="/ppt/notesSlides/notesSlide9.xml" Id="Rafa3a345a3624b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9142f8a5ea498c" /><Relationship Type="http://schemas.openxmlformats.org/officeDocument/2006/relationships/image" Target="/ppt/media/image4.png" Id="R4e7ae7198dc844c2" /><Relationship Type="http://schemas.openxmlformats.org/officeDocument/2006/relationships/image" Target="/ppt/media/image3.svg" Id="R101113a5c9a84afa" /><Relationship Type="http://schemas.openxmlformats.org/officeDocument/2006/relationships/notesSlide" Target="/ppt/notesSlides/notesSlide10.xml" Id="R79b1b39de6de4f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16e939d34ca4c72" /><Relationship Type="http://schemas.openxmlformats.org/officeDocument/2006/relationships/image" Target="/ppt/media/image5.png" Id="Rcd7c49ae5ebc4aed" /><Relationship Type="http://schemas.openxmlformats.org/officeDocument/2006/relationships/notesSlide" Target="/ppt/notesSlides/notesSlide11.xml" Id="R7b9c77e32e4a4f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6e595abe3f546c0" /><Relationship Type="http://schemas.openxmlformats.org/officeDocument/2006/relationships/image" Target="/ppt/media/image6.png" Id="Rbc651e1f64da4b89" /><Relationship Type="http://schemas.openxmlformats.org/officeDocument/2006/relationships/image" Target="/ppt/media/image7.png" Id="R9505eaca970842e5" /><Relationship Type="http://schemas.openxmlformats.org/officeDocument/2006/relationships/image" Target="/ppt/media/image4.svg" Id="Rb183da8705074e2c" /><Relationship Type="http://schemas.openxmlformats.org/officeDocument/2006/relationships/notesSlide" Target="/ppt/notesSlides/notesSlide12.xml" Id="R0a7d525b79a94f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6f1e1c135ad40e6" /><Relationship Type="http://schemas.openxmlformats.org/officeDocument/2006/relationships/image" Target="/ppt/media/image7.png" Id="Ra225c784dd4644bf" /><Relationship Type="http://schemas.openxmlformats.org/officeDocument/2006/relationships/image" Target="/ppt/media/image4.svg" Id="Rb1f9c2042bd24e1b" /><Relationship Type="http://schemas.openxmlformats.org/officeDocument/2006/relationships/notesSlide" Target="/ppt/notesSlides/notesSlide13.xml" Id="Rfca0cd2cc61947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8bf73e12604fc2" /><Relationship Type="http://schemas.openxmlformats.org/officeDocument/2006/relationships/image" Target="/ppt/media/image8.png" Id="R506d0ad477194e2d" /><Relationship Type="http://schemas.openxmlformats.org/officeDocument/2006/relationships/image" Target="/ppt/media/image9.png" Id="R2b9568914cbb4c1e" /><Relationship Type="http://schemas.openxmlformats.org/officeDocument/2006/relationships/image" Target="/ppt/media/image5.svg" Id="R857fa0612dda4633" /><Relationship Type="http://schemas.openxmlformats.org/officeDocument/2006/relationships/notesSlide" Target="/ppt/notesSlides/notesSlide14.xml" Id="R4a043afd209647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040cf02e8d5414b" /><Relationship Type="http://schemas.openxmlformats.org/officeDocument/2006/relationships/image" Target="/ppt/media/image10.png" Id="Re46f6b3efbcd4477" /><Relationship Type="http://schemas.openxmlformats.org/officeDocument/2006/relationships/notesSlide" Target="/ppt/notesSlides/notesSlide15.xml" Id="R1cb21b0cc2714e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980c3a88d524aab" /><Relationship Type="http://schemas.openxmlformats.org/officeDocument/2006/relationships/notesSlide" Target="/ppt/notesSlides/notesSlide16.xml" Id="Raeaff4fa0a2d4d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0b95b328a9644ba" /><Relationship Type="http://schemas.openxmlformats.org/officeDocument/2006/relationships/notesSlide" Target="/ppt/notesSlides/notesSlide17.xml" Id="R378c68c7ad0f41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d48984229340c4" /><Relationship Type="http://schemas.openxmlformats.org/officeDocument/2006/relationships/image" Target="/ppt/media/image11.png" Id="R0be830d179fb4577" /><Relationship Type="http://schemas.openxmlformats.org/officeDocument/2006/relationships/image" Target="/ppt/media/image6.svg" Id="R8defa962cf9d4ca6" /><Relationship Type="http://schemas.openxmlformats.org/officeDocument/2006/relationships/notesSlide" Target="/ppt/notesSlides/notesSlide18.xml" Id="Re56d920bdb7b48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e38442d4aa745ba" /><Relationship Type="http://schemas.openxmlformats.org/officeDocument/2006/relationships/notesSlide" Target="/ppt/notesSlides/notesSlide19.xml" Id="Ra40bb8ea006b4b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63a330942ed4c73" /><Relationship Type="http://schemas.openxmlformats.org/officeDocument/2006/relationships/image" Target="/ppt/media/image12.png" Id="Re8430150ff8a454f" /><Relationship Type="http://schemas.openxmlformats.org/officeDocument/2006/relationships/notesSlide" Target="/ppt/notesSlides/notesSlide20.xml" Id="R877cd8a5afcc4e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3e9a723af574775" /><Relationship Type="http://schemas.openxmlformats.org/officeDocument/2006/relationships/notesSlide" Target="/ppt/notesSlides/notesSlide21.xml" Id="R422df95cb2cc45f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05406a27ab94b4e" /><Relationship Type="http://schemas.openxmlformats.org/officeDocument/2006/relationships/notesSlide" Target="/ppt/notesSlides/notesSlide22.xml" Id="Rfaa41c473b86426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f9cb30e00834c4c" /><Relationship Type="http://schemas.openxmlformats.org/officeDocument/2006/relationships/notesSlide" Target="/ppt/notesSlides/notesSlide23.xml" Id="R2c7d5b41933441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d696f04d9144844" /><Relationship Type="http://schemas.openxmlformats.org/officeDocument/2006/relationships/notesSlide" Target="/ppt/notesSlides/notesSlide24.xml" Id="R941d943b0ace41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9d6374dd0374349" /><Relationship Type="http://schemas.openxmlformats.org/officeDocument/2006/relationships/notesSlide" Target="/ppt/notesSlides/notesSlide25.xml" Id="Rb990e5f33b694ed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101dc89038b4abd" /><Relationship Type="http://schemas.openxmlformats.org/officeDocument/2006/relationships/notesSlide" Target="/ppt/notesSlides/notesSlide26.xml" Id="R60001a0f588947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6f47ad9276c455e" /><Relationship Type="http://schemas.openxmlformats.org/officeDocument/2006/relationships/notesSlide" Target="/ppt/notesSlides/notesSlide27.xml" Id="R68a4f75310df431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208f3fe5ec343eb" /><Relationship Type="http://schemas.openxmlformats.org/officeDocument/2006/relationships/image" Target="/ppt/media/image13.png" Id="Ref31e49b8f934c8a" /><Relationship Type="http://schemas.openxmlformats.org/officeDocument/2006/relationships/notesSlide" Target="/ppt/notesSlides/notesSlide28.xml" Id="R129e55fd340f42d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2301d08ea024d4a" /><Relationship Type="http://schemas.openxmlformats.org/officeDocument/2006/relationships/image" Target="/ppt/media/image14.png" Id="R6dfc460a87c74a81" /><Relationship Type="http://schemas.openxmlformats.org/officeDocument/2006/relationships/notesSlide" Target="/ppt/notesSlides/notesSlide29.xml" Id="R9b7f6dd0312145c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83811413a7d4a86" /><Relationship Type="http://schemas.openxmlformats.org/officeDocument/2006/relationships/notesSlide" Target="/ppt/notesSlides/notesSlide30.xml" Id="Ra04d5cc1c4d0445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d9346b4c938430a" /><Relationship Type="http://schemas.openxmlformats.org/officeDocument/2006/relationships/notesSlide" Target="/ppt/notesSlides/notesSlide31.xml" Id="Raa152b2ccbec413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ca66ede69034463" /><Relationship Type="http://schemas.openxmlformats.org/officeDocument/2006/relationships/notesSlide" Target="/ppt/notesSlides/notesSlide32.xml" Id="Rf2469efdc1034c1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c604fe313be4eb4" /><Relationship Type="http://schemas.openxmlformats.org/officeDocument/2006/relationships/notesSlide" Target="/ppt/notesSlides/notesSlide33.xml" Id="Ra539212d14a846e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14a6dcc604743b6" /><Relationship Type="http://schemas.openxmlformats.org/officeDocument/2006/relationships/notesSlide" Target="/ppt/notesSlides/notesSlide34.xml" Id="R25d5fabd05644b3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bacad35ad134031" /><Relationship Type="http://schemas.openxmlformats.org/officeDocument/2006/relationships/notesSlide" Target="/ppt/notesSlides/notesSlide35.xml" Id="Re944a5b36336451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cda3391be7949bb" /><Relationship Type="http://schemas.openxmlformats.org/officeDocument/2006/relationships/notesSlide" Target="/ppt/notesSlides/notesSlide36.xml" Id="Rdb9fd89a5a50414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a31cd15f2134c0d" /><Relationship Type="http://schemas.openxmlformats.org/officeDocument/2006/relationships/notesSlide" Target="/ppt/notesSlides/notesSlide37.xml" Id="R86bd1265a7ee43b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35e1646f896426e" /><Relationship Type="http://schemas.openxmlformats.org/officeDocument/2006/relationships/image" Target="/ppt/media/image15.png" Id="Rcc9b139d12bc48c1" /><Relationship Type="http://schemas.openxmlformats.org/officeDocument/2006/relationships/notesSlide" Target="/ppt/notesSlides/notesSlide38.xml" Id="R310c5bc324aa40f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7f6cc26c802423e" /><Relationship Type="http://schemas.openxmlformats.org/officeDocument/2006/relationships/notesSlide" Target="/ppt/notesSlides/notesSlide39.xml" Id="Rb7bcf6da0fe44eb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0fa87139a314613" /><Relationship Type="http://schemas.openxmlformats.org/officeDocument/2006/relationships/notesSlide" Target="/ppt/notesSlides/notesSlide40.xml" Id="R997890a8059c42f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541d2c862974db3" /><Relationship Type="http://schemas.openxmlformats.org/officeDocument/2006/relationships/notesSlide" Target="/ppt/notesSlides/notesSlide41.xml" Id="R8e76dedff1ea4bf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d3a6b0714d94466" /><Relationship Type="http://schemas.openxmlformats.org/officeDocument/2006/relationships/notesSlide" Target="/ppt/notesSlides/notesSlide42.xml" Id="R09050b2d17184b5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ee3256d90fd400d" /><Relationship Type="http://schemas.openxmlformats.org/officeDocument/2006/relationships/image" Target="/ppt/media/image2.jpeg" Id="R3a6ed60834854219" /><Relationship Type="http://schemas.openxmlformats.org/officeDocument/2006/relationships/notesSlide" Target="/ppt/notesSlides/notesSlide43.xml" Id="Rba75ef8ef6174c7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702baef1ad44112" /><Relationship Type="http://schemas.openxmlformats.org/officeDocument/2006/relationships/notesSlide" Target="/ppt/notesSlides/notesSlide44.xml" Id="R22bf86705edf4f1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46cbef0eb34403f" /><Relationship Type="http://schemas.openxmlformats.org/officeDocument/2006/relationships/notesSlide" Target="/ppt/notesSlides/notesSlide45.xml" Id="R40d0b7fe7569452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3939b4bb8b94459" /><Relationship Type="http://schemas.openxmlformats.org/officeDocument/2006/relationships/notesSlide" Target="/ppt/notesSlides/notesSlide46.xml" Id="R9b1efcc1f86c499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177a693a8b3347e9" /><Relationship Type="http://schemas.openxmlformats.org/officeDocument/2006/relationships/notesSlide" Target="/ppt/notesSlides/notesSlide47.xml" Id="Rb95b78eb958b4f0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326fd4f430347f8" /><Relationship Type="http://schemas.openxmlformats.org/officeDocument/2006/relationships/notesSlide" Target="/ppt/notesSlides/notesSlide48.xml" Id="R58b59c51270a497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b09f4cef81f4abb" /><Relationship Type="http://schemas.openxmlformats.org/officeDocument/2006/relationships/notesSlide" Target="/ppt/notesSlides/notesSlide49.xml" Id="Ree7231b514e841c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1bcf318e60840f1" /><Relationship Type="http://schemas.openxmlformats.org/officeDocument/2006/relationships/image" Target="/ppt/media/image16.png" Id="R13d8069c0184483f" /><Relationship Type="http://schemas.openxmlformats.org/officeDocument/2006/relationships/image" Target="/ppt/media/image7.svg" Id="Re6ed20ab37184d12" /><Relationship Type="http://schemas.openxmlformats.org/officeDocument/2006/relationships/notesSlide" Target="/ppt/notesSlides/notesSlide50.xml" Id="R60e300cde5a9439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233114861374cfa" /><Relationship Type="http://schemas.openxmlformats.org/officeDocument/2006/relationships/notesSlide" Target="/ppt/notesSlides/notesSlide51.xml" Id="R98482899e318485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d9131bcf4014b5b" /><Relationship Type="http://schemas.openxmlformats.org/officeDocument/2006/relationships/notesSlide" Target="/ppt/notesSlides/notesSlide52.xml" Id="Ra835a5eadc4f4fd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63f9c90c2484749" /><Relationship Type="http://schemas.openxmlformats.org/officeDocument/2006/relationships/notesSlide" Target="/ppt/notesSlides/notesSlide53.xml" Id="Rf71e6855ad1c4b1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cdecf23c76c449ac" /><Relationship Type="http://schemas.openxmlformats.org/officeDocument/2006/relationships/image" Target="/ppt/media/image17.png" Id="R8e37f162f9044851" /><Relationship Type="http://schemas.openxmlformats.org/officeDocument/2006/relationships/notesSlide" Target="/ppt/notesSlides/notesSlide54.xml" Id="R92792f2ba2f04d7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961a38018da4bf7" /><Relationship Type="http://schemas.openxmlformats.org/officeDocument/2006/relationships/hyperlink" Target="https://www.inceptionlabs.ai/blog/introducing-mercury-2" TargetMode="External" Id="Rec9b8e5d28474939" /><Relationship Type="http://schemas.openxmlformats.org/officeDocument/2006/relationships/notesSlide" Target="/ppt/notesSlides/notesSlide55.xml" Id="Rd06d6d36b261464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d85dd0c9fb364bf5" /><Relationship Type="http://schemas.openxmlformats.org/officeDocument/2006/relationships/notesSlide" Target="/ppt/notesSlides/notesSlide56.xml" Id="R5f52e0f39b4e46e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634519d2cd54241" /><Relationship Type="http://schemas.openxmlformats.org/officeDocument/2006/relationships/notesSlide" Target="/ppt/notesSlides/notesSlide57.xml" Id="R49f909cb58b346e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b45e1f8892c54632" /><Relationship Type="http://schemas.openxmlformats.org/officeDocument/2006/relationships/notesSlide" Target="/ppt/notesSlides/notesSlide58.xml" Id="Rd7c163b46f92454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Rectangle 1959211399">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Rectangle 1850301699">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Rectangle 2018958639">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Straight Connector 453704306">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Oval 1383570775">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Rectangle 1909465558">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Rectangle 373098539">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Rectangle 1435247823">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Oval 517207118">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Rectangle 1431946798">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Rectangle 1613992743">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Rectangle 1819292424">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Oval 1011337880">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Rectangle 231300994">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Rectangle 1085761315">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Rectangle 9026134">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Oval 1242283889">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Rectangle 760971764">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Rectangle 236810503">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Rectangle 297379142">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Oval 886147111">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Rectangle 1979103398">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Rectangle 668892514">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Rectangle 846714876">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Rectangle 612628765">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4aed41fb86d242bd"/>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Rectangle 197505908">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Rectangle 1909048147">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Rectangle: Rounded Corners 816331080">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616315c1a86c42ce"/>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Straight Connector 161416146">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Straight Connector 61902172">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Rectangle: Rounded Corners 898681238">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Rectangle 1225503430">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Straight Connector 1461826591">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Oval 308551117">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Straight Connector 2122530921">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Oval 1902723883">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Straight Connector 167498950">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Oval 1159963357">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Straight Connector 1986469558">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Oval 1145200305">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Straight Connector 1746813433">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Oval 2137688682">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Straight Connector 696285493">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Oval 1445698389">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Rectangle 1506024003">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Rectangle 340544592">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Rectangle 191215672">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Straight Connector 523934700">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Rectangle 764921179">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Rectangle 1306971651">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1458defbc91a4ec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Straight Connector 673215582">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Straight Connector 1831783794">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Rectangle: Rounded Corners 1519439690">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Rectangle 1880411001">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Straight Connector 63070562">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Oval 723606972">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Straight Connector 1295429066">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Oval 8682068">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Straight Connector 2139346071">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Oval 2066189596">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Straight Connector 272593582">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Oval 134232463">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Straight Connector 775049891">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Oval 1072269508">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Straight Connector 982061214">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Oval 1509233170">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Rectangle 835713909">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Rectangle 891411324">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Rectangle 1615394469">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Rectangle 810486817">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Rectangle 1387195607">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414225d1d8d2440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Straight Connector 1226520373">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Straight Connector 1752169602">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Rectangle: Rounded Corners 917000957">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Rectangle 835812764">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Straight Connector 1136040176">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Oval 583075002">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Straight Connector 337929435">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Oval 2108938194">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Straight Connector 1089038474">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Oval 344103133">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Straight Connector 116319933">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Oval 1497503668">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Straight Connector 1398652273">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Oval 1635056806">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Straight Connector 1900162545">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Oval 781560171">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Rectangle 1575462251">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Rectangle 1355267839">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Rectangle 1311817854">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Rectangle 896921065">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Rectangle 873289791">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Straight Connector 56707613">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Straight Connector 1473988392">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Rectangle 1804586365">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Rectangle 1864669960">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Oval 1888914903">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Oval 832749497">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Oval 2073900984">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Oval 1025225897">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Oval 393992283">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Oval 1602577504">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Oval 1371923820">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Oval 1753025884">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Oval 1468286775">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Oval 1303532533">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Oval 1098580289">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Oval 747856202">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Oval 1515170768">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Oval 758272404">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Oval 539647180">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Oval 382130369">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Oval 347626963">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Rectangle: Rounded Corners 1734367546">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Rectangle: Rounded Corners 1497716320">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Rectangle: Rounded Corners 119055209">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Rectangle 1782549367">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Rectangle 1717240199">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Rectangle 876043219">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Rectangle 1970303406">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Straight Connector 1537688957">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Straight Connector 2007704337">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Rectangle 65599505">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Rectangle 1251237696">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Oval 1695470153">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Oval 815448562">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Oval 1303472677">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Oval 674269756">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Oval 163294809">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Oval 1733278306">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Oval 880799253">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Oval 834346434">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Oval 558427810">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Oval 1580509645">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Oval 572736301">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Oval 777734922">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Oval 113252181">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Oval 1702038152">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Oval 1781702022">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Oval 164012884">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Oval 991339259">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Rectangle: Rounded Corners 2031926644">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Rectangle: Rounded Corners 1514015500">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Rectangle 738739686">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Rectangle 1843306662">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Rectangle 940562735">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b77be2b5912a4f07">
            <a:extLst>
              <a:ext uri="{96DAC541-7B7A-43D3-8B79-37D633B846F1}">
                <asvg:svgBlip xmlns:asvg="http://schemas.microsoft.com/office/drawing/2016/SVG/main" r:embed="R45116eb3f86e4723"/>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Rectangle 1896240478">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Rectangle 574298503">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Straight Connector 1968719096">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Straight Connector 1324465773">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Rectangle 910257484">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Rectangle 1246496868">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Oval 1811837015">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Oval 453346286">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Oval 1618228278">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Oval 2089599102">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Oval 1457916702">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Oval 1250923537">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Oval 579714091">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Oval 1188193174">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Oval 2075857352">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Oval 260739156">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Oval 472597423">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Oval 311162583">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Oval 418592258">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Oval 391215337">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Oval 1707420591">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Oval 1324466289">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Oval 1167646443">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Rectangle: Rounded Corners 1367024097">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Rectangle: Rounded Corners 2069871042">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Rectangle 2096192631">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b889e28e09ee4f0a">
            <a:extLst>
              <a:ext uri="{96DAC541-7B7A-43D3-8B79-37D633B846F1}">
                <asvg:svgBlip xmlns:asvg="http://schemas.microsoft.com/office/drawing/2016/SVG/main" r:embed="R5bd3007769174bc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Rectangle 1890818175">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Rectangle 785272061">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Rectangle: Rounded Corners 1050748594">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Rectangle 1752567775">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Rectangle 397256149">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Rectangle 528734129">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Rectangle 1008566192">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Straight Connector 2104166465">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Rectangle 1391317270">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Rectangle 2139818398">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Straight Connector 756114381">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Rectangle 1665170772">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Rectangle 1710634736">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Rectangle: Rounded Corners 1872312689">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Rectangle 1638876599">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Rectangle 815678976">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Rectangle 815528297">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Rectangle 478170369">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Straight Connector 533968529">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Rectangle 195109745">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Rectangle 1008757044">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Straight Connector 1685278168">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Rectangle 1256120152">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Rectangle 686280821">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Rectangle: Rounded Corners 312764701">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Rectangle 2086773709">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Rectangle 2025467514">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Rectangle 957358411">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Rectangle 1167683203">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Straight Connector 935775799">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Rectangle 1650430570">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Rectangle 1673598855">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Straight Connector 796017482">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Rectangle 150138993">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Rectangle 1355132477">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Straight Connector 2121780220">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Straight Connector 835810551">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Rectangle 1100880979">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Rectangle 854926774">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Rectangle 1150295720">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Rectangle 537144149">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Straight Connector 1844070667">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Rectangle: Rounded Corners 1156722812">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Rectangle 555957418">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Straight Connector 1221881980">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Rectangle: Rounded Corners 942243679">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Rectangle 1558388499">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Rectangle: Rounded Corners 497016789">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Straight Connector 944728692">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Straight Connector 492924597">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Rectangle 1897545627">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Rectangle 567799544">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Rectangle 163568202">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Rectangle 1723731144">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Rectangle 326786159">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Rectangle 1482802785">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Rectangle 947956942">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Rectangle 2016319604">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Rectangle 759240474">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Rectangle 1102304899">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Rectangle 1141042966">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4e7ae7198dc844c2">
            <a:extLst>
              <a:ext uri="{96DAC541-7B7A-43D3-8B79-37D633B846F1}">
                <asvg:svgBlip xmlns:asvg="http://schemas.microsoft.com/office/drawing/2016/SVG/main" r:embed="R101113a5c9a84af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Rectangle 1470283906">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Rectangle 843139879">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cd7c49ae5ebc4aed"/>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Oval 1369448292">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Rectangle 119453285">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Oval 1329949566">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Rectangle 1856458307">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Oval 167515331">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Rectangle 324280658">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Rectangle 220100613">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Rectangle 914741475">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Rectangle 763526406">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bc651e1f64da4b89"/>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Straight Connector 1032169778">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Straight Connector 1768100698">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Rectangle 1922458400">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Rectangle 1402654062">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Oval 1006697960">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Straight Connector 772079832">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Oval 1493081963">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Oval 1125848367">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Rectangle 1431459787">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Rectangle 551453139">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Rectangle 1387627842">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Straight Connector 1489075409">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Straight Connector 768615074">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9505eaca970842e5">
            <a:extLst>
              <a:ext uri="{96DAC541-7B7A-43D3-8B79-37D633B846F1}">
                <asvg:svgBlip xmlns:asvg="http://schemas.microsoft.com/office/drawing/2016/SVG/main" r:embed="Rb183da8705074e2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Rectangle 151304597">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Rectangle 177396171">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Straight Connector 53979157">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Straight Connector 627639122">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Rectangle 466830898">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Rectangle 1905295987">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Oval 917868853">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Oval 1147861544">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Oval 453648762">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Oval 1758550888">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Rectangle: Rounded Corners 1781569673">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Rectangle: Rounded Corners 140372676">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Rectangle: Rounded Corners 457547252">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Rectangle 126664147">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Rectangle 638283189">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a225c784dd4644bf">
            <a:extLst>
              <a:ext uri="{96DAC541-7B7A-43D3-8B79-37D633B846F1}">
                <asvg:svgBlip xmlns:asvg="http://schemas.microsoft.com/office/drawing/2016/SVG/main" r:embed="Rb1f9c2042bd24e1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Rectangle 615225220">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Straight Connector 1664744869">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Straight Connector 598323690">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Rectangle 1454394643">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Oval 1043049251">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Oval 103022139">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Rectangle 1601714725">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Rectangle 1242132362">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Picture 2132047724"/>
          <p:cNvPicPr>
            <a:picLocks xmlns:a="http://schemas.openxmlformats.org/drawingml/2006/main" noChangeAspect="1"/>
          </p:cNvPicPr>
          <p:nvPr/>
        </p:nvPicPr>
        <p:blipFill>
          <a:blip xmlns:r="http://schemas.openxmlformats.org/officeDocument/2006/relationships" xmlns:a="http://schemas.openxmlformats.org/drawingml/2006/main" r:embed="R506d0ad477194e2d"/>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Graphic 2132047725"/>
          <p:cNvPicPr>
            <a:picLocks xmlns:a="http://schemas.openxmlformats.org/drawingml/2006/main" noChangeAspect="1"/>
          </p:cNvPicPr>
          <p:nvPr/>
        </p:nvPicPr>
        <p:blipFill>
          <a:blip xmlns:r="http://schemas.openxmlformats.org/officeDocument/2006/relationships" xmlns:a="http://schemas.openxmlformats.org/drawingml/2006/main" r:embed="R2b9568914cbb4c1e">
            <a:extLst>
              <a:ext uri="{96DAC541-7B7A-43D3-8B79-37D633B846F1}">
                <asvg:svgBlip xmlns:asvg="http://schemas.microsoft.com/office/drawing/2016/SVG/main" r:embed="R857fa0612dda463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Rectangle 1072400785">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Rectangle 1682929385">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e46f6b3efbcd4477"/>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Straight Connector 707499443">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Straight Connector 1076861610">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Rectangle 1618224149">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Rectangle 1957330890">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Oval 1428842632">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Oval 94324771">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Oval 1474916117">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Rectangle 1335518815">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Rectangle 971869567">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Rectangle: Rounded Corners 76329123">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Rectangle 237806933">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sp>
        <p:nvSpPr>
          <p:cNvPr id="1957330893" name="solid-loss-curve">
            <a:extLst xmlns:a="http://schemas.openxmlformats.org/drawingml/2006/main">
              <a:ext uri="{FF2B5EF4-FFF2-40B4-BE49-F238E27FC236}">
                <a16:creationId xmlns:a16="http://schemas.microsoft.com/office/drawing/2014/main" id="{3767881D-9D3F-4115-AE9C-06E070FEC2F2}"/>
              </a:ext>
            </a:extLst>
          </p:cNvPr>
          <p:cNvSpPr>
            <a:spLocks xmlns:a="http://schemas.openxmlformats.org/drawingml/2006/main" noGrp="1"/>
          </p:cNvSpPr>
          <p:nvPr/>
        </p:nvSpPr>
        <p:spPr>
          <a:xfrm xmlns:a="http://schemas.openxmlformats.org/drawingml/2006/main">
            <a:off x="1752600" y="3143250"/>
            <a:ext cx="7258050" cy="1905000"/>
          </a:xfrm>
          <a:custGeom xmlns:a="http://schemas.openxmlformats.org/drawingml/2006/main">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sp>
    </p:spTree>
    <p:extLst>
      <p:ext uri="{BB962C8B-B14F-4D97-AF65-F5344CB8AC3E}">
        <p14:creationId xmlns:p14="http://schemas.microsoft.com/office/powerpoint/2010/main" val="9937193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Rectangle 492794977">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Rectangle 1916799354">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Rectangle: Rounded Corners 37188914">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Oval 692873311">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Straight Connector 1797194108">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Rectangle 112417401">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Oval 1168657455">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Straight Connector 924600819">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Rectangle 1167578858">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Oval 435668245">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Straight Connector 231409219">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Rectangle 994827985">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Oval 1572993833">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Arrow: Right 1639036692">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Oval 890415302">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Rectangle 889951818">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5312269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Rectangle 549712311">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Rectangle 504424573">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Oval 1713827263">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Oval 324013536">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Oval 1149235491">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Oval 1750953689">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Oval 1513393046">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Oval 496081326">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Oval 953579843">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Oval 268581152">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Oval 1782461718">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Oval 1638488983">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Oval 1018913497">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Oval 1292287629">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Oval 1410545746">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Oval 1923839338">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Oval 452248781">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Rectangle 2036757279">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Rectangle 899691756">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Rectangle 1393267236">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Rectangle 1802476533">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Rectangle 1736954645">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cxnSp>
        <p:nvCxnSpPr>
          <p:cNvPr id="2036758741" name="Straight Arrow Connector 2036758667"/>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42" name="Straight Arrow Connector 2036758668"/>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43" name="Straight Arrow Connector 2036758669"/>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44" name="Straight Arrow Connector 2036758670"/>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45" name="Straight Arrow Connector 2036758671"/>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46" name="Straight Arrow Connector 2036758672"/>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47" name="Straight Arrow Connector 2036758673"/>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48" name="Straight Arrow Connector 2036758674"/>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49" name="Straight Arrow Connector 2036758675"/>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0" name="Straight Arrow Connector 2036758676"/>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1" name="Straight Arrow Connector 2036758677"/>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2" name="Straight Arrow Connector 2036758678"/>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3" name="Straight Arrow Connector 2036758679"/>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4" name="Straight Arrow Connector 2036758680"/>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5" name="Straight Arrow Connector 2036758681"/>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6" name="Straight Arrow Connector 2036758682"/>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7" name="Straight Arrow Connector 2036758683"/>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8" name="Straight Arrow Connector 2036758684"/>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59" name="Straight Arrow Connector 2036758685"/>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0" name="Straight Arrow Connector 2036758686"/>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1" name="Straight Arrow Connector 2036758687"/>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2" name="Straight Arrow Connector 2036758688"/>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3" name="Straight Arrow Connector 2036758689"/>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4" name="Straight Arrow Connector 2036758690"/>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5" name="Straight Arrow Connector 2036758691"/>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6" name="Straight Arrow Connector 2036758692"/>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7" name="Straight Arrow Connector 2036758693"/>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8" name="Straight Arrow Connector 2036758694"/>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69" name="Straight Arrow Connector 2036758695"/>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0" name="Straight Arrow Connector 2036758696"/>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1" name="Straight Arrow Connector 2036758697"/>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2" name="Straight Arrow Connector 2036758698"/>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3" name="Straight Arrow Connector 2036758699"/>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4" name="Straight Arrow Connector 2036758700"/>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5" name="Straight Arrow Connector 2036758701"/>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6" name="Straight Arrow Connector 2036758702"/>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7" name="Straight Arrow Connector 2036758703"/>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8" name="Straight Arrow Connector 2036758704"/>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79" name="Straight Arrow Connector 2036758705"/>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0" name="Straight Arrow Connector 2036758706"/>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1" name="Straight Arrow Connector 2036758707"/>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2" name="Straight Arrow Connector 2036758708"/>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3" name="Straight Arrow Connector 2036758709"/>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4" name="Straight Arrow Connector 2036758710"/>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5" name="Straight Arrow Connector 2036758711"/>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6" name="Straight Arrow Connector 2036758712"/>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7" name="Straight Arrow Connector 2036758713"/>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8" name="Straight Arrow Connector 2036758714"/>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89" name="Straight Arrow Connector 2036758715"/>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90" name="Straight Arrow Connector 2036758716"/>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Arrow: Right 2030273733">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Rectangle: Rounded Corners 1270986399">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pic>
        <p:nvPicPr>
          <p:cNvPr id="2030273749" name="Graphic 2030273748"/>
          <p:cNvPicPr>
            <a:picLocks xmlns:a="http://schemas.openxmlformats.org/drawingml/2006/main" noChangeAspect="1"/>
          </p:cNvPicPr>
          <p:nvPr/>
        </p:nvPicPr>
        <p:blipFill>
          <a:blip xmlns:r="http://schemas.openxmlformats.org/officeDocument/2006/relationships" xmlns:a="http://schemas.openxmlformats.org/drawingml/2006/main" r:embed="R0be830d179fb4577">
            <a:extLst>
              <a:ext uri="{96DAC541-7B7A-43D3-8B79-37D633B846F1}">
                <asvg:svgBlip xmlns:asvg="http://schemas.microsoft.com/office/drawing/2016/SVG/main" r:embed="R8defa962cf9d4ca6"/>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Rectangle 1140395191">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Rectangle 12279108">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Rectangle: Rounded Corners 1145830069">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Rectangle: Rounded Corners 452150447">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Rectangle: Rounded Corners 659401501">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Rectangle: Rounded Corners 945312809">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Rectangle: Rounded Corners 825399562">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Rectangle: Rounded Corners 940932630">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Rectangle: Rounded Corners 92492071">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Rectangle: Rounded Corners 1671063484">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Rectangle: Rounded Corners 1403415364">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Rectangle: Rounded Corners 920162864">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Rectangle: Rounded Corners 1273965732">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Rectangle: Rounded Corners 997345786">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Rectangle 1860215715">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Rectangle 1776231637">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Rectangle: Rounded Corners 1407817769">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Rectangle: Rounded Corners 26647180">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Rectangle: Rounded Corners 791552306">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Rectangle: Rounded Corners 2084589955">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Rectangle: Rounded Corners 1776304203">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Rectangle: Rounded Corners 1376179567">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Rectangle: Rounded Corners 1139234868">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Rectangle: Rounded Corners 241367545">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Rectangle: Rounded Corners 88548039">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Rectangle: Rounded Corners 895708785">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Rectangle: Rounded Corners 1880226907">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Rectangle: Rounded Corners 2137418369">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Rectangle: Rounded Corners 541053204">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Rectangle: Rounded Corners 939440643">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Rectangle: Rounded Corners 1522633995">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Rectangle 541274212">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Rectangle 1965353895">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Rectangle: Rounded Corners 1259444808">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Rectangle: Rounded Corners 2072463858">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Rectangle: Rounded Corners 1445922739">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Rectangle: Rounded Corners 643271562">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Rectangle: Rounded Corners 1549215512">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Rectangle: Rounded Corners 644461917">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Rectangle: Rounded Corners 34278904">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Rectangle: Rounded Corners 169519880">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Rectangle: Rounded Corners 327524537">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Rectangle: Rounded Corners 625063415">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Rectangle: Rounded Corners 187962697">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Rectangle: Rounded Corners 617106715">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Rectangle: Rounded Corners 1217876155">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Rectangle: Rounded Corners 973209118">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Rectangle: Rounded Corners 292029273">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Rectangle: Rounded Corners 1630725395">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Rectangle: Rounded Corners 1409978096">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Rectangle: Rounded Corners 784116432">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Rectangle: Rounded Corners 520917594">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Rectangle: Rounded Corners 1352837898">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Rectangle 511812881">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Rectangle 16501534">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Picture 1495975738"/>
          <p:cNvPicPr>
            <a:picLocks xmlns:a="http://schemas.openxmlformats.org/drawingml/2006/main" noChangeAspect="1"/>
          </p:cNvPicPr>
          <p:nvPr/>
        </p:nvPicPr>
        <p:blipFill>
          <a:blip xmlns:r="http://schemas.openxmlformats.org/officeDocument/2006/relationships" xmlns:a="http://schemas.openxmlformats.org/drawingml/2006/main" r:embed="Re8430150ff8a454f"/>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Rectangle 2057689870">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Rectangle 2050535816">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Rectangle: Rounded Corners 167806762">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Rectangle: Rounded Corners 1568972460">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Rectangle: Rounded Corners 1178997927">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Rectangle: Rounded Corners 720728368">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Rectangle: Rounded Corners 1681988418">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Arrow: Right 120451244">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Arrow: Right 785835781">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Arrow: Right 89529180">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Arrow: Right 331720123">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Arrow: Left 639340520">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Arrow: Left 357252725">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Arrow: Left 785836935">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Arrow: Left 915421947">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Rectangle 1920294034">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Rectangle 14864956">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Rectangle 977617615">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Rectangle 757161452">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Rectangle 1485490077">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Rectangle: Rounded Corners 1281445229">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Oval 1725871866">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Oval 1328597483">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Oval 1819707772">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Oval 1950704622">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Arrow: Right 631911999">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Arrow: Left 341998999">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Arrow: Right 254648643">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Arrow: Left 1015649989">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Rectangle 1286149260">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Rectangle 598068433">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Rectangle 596912551">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Rectangle 290873250">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Rectangle: Rounded Corners 81270832">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Rectangle: Rounded Corners 1587413913">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Rectangle: Rounded Corners 493815563">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Rectangle: Rounded Corners 770580154">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Arrow: Right 719400496">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Rectangle: Rounded Corners 1479447591">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Rectangle: Rounded Corners 2028005840">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Rectangle: Rounded Corners 1882830141">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Rectangle: Rounded Corners 60243026">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Rectangle: Rounded Corners 1134928050">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Rectangle 1354337603">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Rectangle 564634627">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Rectangle 804913496">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Rectangle 977578111">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Straight Connector 2011469827">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Straight Connector 181034433">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Oval 1553006746">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Rectangle 1709600281">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Oval 21898783">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Rectangle 948343370">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Oval 2041526387">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Rectangle 1876813262">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Oval 1942427474">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Rectangle 888296365">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Oval 358440105">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Rectangle 1076600515">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Oval 1935212152">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Rectangle 40298214">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Oval 1096938976">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Rectangle 251020529">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Rectangle 1844580113">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Rectangle 316490786">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Rectangle 1088829960">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Rectangle: Rounded Corners 1637263549">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Arrow: Right 483904790">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Rectangle: Rounded Corners 112366508">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Rectangle: Rounded Corners 1684869887">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Arrow: Right 582027638">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Rectangle: Rounded Corners 415203980">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Rectangle 1659565154">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Rectangle 1412031494">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Rectangle 795213251">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Rectangle: Rounded Corners 1580614387">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Oval 1990550395">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Straight Connector 2100406639">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Arrow: Right 538775388">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Rectangle: Rounded Corners 1064614972">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Oval 1803721867">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Straight Connector 583856608">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Arrow: Right 2139349875">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Rectangle: Rounded Corners 1635700100">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Oval 841796169">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Straight Connector 925426090">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Arrow: Right 999883120">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Rectangle: Rounded Corners 1232593896">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Oval 353672065">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Straight Connector 250778965">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Rectangle 558237288">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Rectangle 1731358443">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Rectangle 1129691951">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Rectangle: Rounded Corners 153614357">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Rectangle: Rounded Corners 1660434667">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Rectangle: Rounded Corners 331123784">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Rectangle: Rounded Corners 1408528115">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Rectangle: Rounded Corners 929702956">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Rectangle: Rounded Corners 747840371">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Rectangle: Rounded Corners 1625402858">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Rectangle: Rounded Corners 1678137837">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Straight Connector 1472942795">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Oval 1613721530">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Oval 1579085889">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Oval 2077149345">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Oval 1872952085">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Oval 20816396">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Oval 677953628">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Oval 1792512939">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Rectangle 1915767503">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ef31e49b8f934c8a"/>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6dfc460a87c74a81"/>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Rectangle 828705700">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Rectangle 1834494691">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Oval 378451326">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Oval 1710653340">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Oval 1215104595">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Oval 1626294488">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Oval 1273413100">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Straight Connector 1283471484">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Straight Connector 366393265">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Straight Connector 682316421">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Straight Connector 1432998768">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Rectangle 2040235337">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Rectangle 2031595678">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Rectangle 1958034541">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Rectangle: Rounded Corners 856291304">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Oval 915562435">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Oval 2063706273">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Oval 1843251255">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Arrow: Right 1047507270">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Arrow: Right 416431706">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Rectangle: Rounded Corners 685887359">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Rectangle 1087270730">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Rectangle 274056230">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Rectangle 2069842662">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Rectangle: Rounded Corners 268010825">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Rectangle 859411994">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Rectangle: Rounded Corners 462313761">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Rectangle 256178726">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Rectangle: Rounded Corners 570514558">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Rectangle: Rounded Corners 1825339525">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Rectangle: Rounded Corners 1330424870">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Rectangle: Rounded Corners 1894137061">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Rectangle: Rounded Corners 402898928">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Rectangle 1777770755">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Rectangle 664374673">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Rectangle 1701338696">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Rectangle 1786653114">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Rectangle: Rounded Corners 1141548239">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Rectangle: Rounded Corners 498832919">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Rectangle: Rounded Corners 1769908897">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Rectangle: Rounded Corners 1914348486">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Rectangle: Rounded Corners 1678518739">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Arrow: Right 2119966246">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Rectangle: Rounded Corners 211572738">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Rectangle: Rounded Corners 1030269239">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Rectangle: Rounded Corners 642494706">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Rectangle: Rounded Corners 1203968868">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Rectangle: Rounded Corners 666818066">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Rectangle 1940968764">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Rectangle 1848061419">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Rectangle 2016234214">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Rectangle 667720717">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Rectangle 1521779778">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Rectangle: Rounded Corners 1099418884">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Rectangle 605842497">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Rectangle: Rounded Corners 1810780251">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Rectangle 1903860279">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Rectangle: Rounded Corners 453837605">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Rectangle 1961512127">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Rectangle: Rounded Corners 866508350">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Rectangle 1031075147">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Arrow: Right 691035972">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Rectangle: Rounded Corners 997542731">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Rectangle 1562003282">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Rectangle 836461681">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Rectangle 1767099124">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Oval 1632534857">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Oval 1413970628">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Oval 1148745044">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Oval 1579502936">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Oval 638914901">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Oval 1524084679">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Oval 1617060268">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Oval 1577893088">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Oval 1071333543">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Oval 399974577">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Oval 1223483228">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Oval 494721319">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Straight Connector 484203624">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Straight Connector 390803704">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Straight Connector 1483356268">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Straight Connector 491113418">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Straight Connector 1895177637">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Straight Connector 1498279708">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Straight Connector 139583842">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Straight Connector 810730709">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Straight Connector 521066155">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Straight Connector 316407275">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Straight Connector 218150276">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Straight Connector 499927860">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Straight Connector 1350622295">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Straight Connector 45691064">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Straight Connector 1145050028">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Straight Connector 969983034">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Straight Connector 452016390">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Straight Connector 1200418004">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Straight Connector 1516866411">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Straight Connector 251999135">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Straight Connector 86571184">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Straight Connector 602661193">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Straight Connector 2078817605">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Straight Connector 37467791">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Rectangle 118172492">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Rectangle 1367258729">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Rectangle 1284678877">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Oval 233773315">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Straight Connector 1564947674">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Straight Connector 995560161">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Rectangle 1698038425">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Oval 79558485">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Straight Connector 1609830998">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Straight Connector 1713490366">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Rectangle 1540777176">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Oval 1805008483">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Straight Connector 1911549704">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Straight Connector 1791936671">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Rectangle 109414286">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Oval 446622830">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Straight Connector 858706386">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Straight Connector 1428863682">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Rectangle 1133392472">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Rectangle 438456562">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Rectangle 1411052237">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Rectangle 106512870">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Rectangle: Rounded Corners 437710827">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Rectangle 1111010882">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Rectangle: Rounded Corners 1831606846">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Rectangle 1646324530">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Rectangle: Rounded Corners 1489327302">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Rectangle 1229374656">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cc9b139d12bc48c1"/>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Rectangle 1844228020">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Rectangle 619868867">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Rectangle: Rounded Corners 1704183002">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Rectangle: Rounded Corners 2064136095">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Rectangle: Rounded Corners 1859104578">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Rectangle: Rounded Corners 1016569497">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Straight Connector 94601081">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Straight Connector 1000744926">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Straight Connector 781772780">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Rectangle 1007733503">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Rectangle 1520419495">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Rectangle 1860349465">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Rectangle 1379853287">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Rectangle: Rounded Corners 1257118693">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Rectangle: Rounded Corners 139886069">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Rectangle: Rounded Corners 1995249494">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Rectangle: Rounded Corners 486029296">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Rectangle: Rounded Corners 2009773558">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Rectangle: Rounded Corners 607891528">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Rectangle: Rounded Corners 1953501824">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Arrow: Right 237891345">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Rectangle 567787381">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Rectangle 1811573039">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Rectangle 698847192">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Rectangle 892173066">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Rectangle: Rounded Corners 2010502302">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Rectangle: Rounded Corners 1366762973">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Rectangle: Rounded Corners 1460632181">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Rectangle: Rounded Corners 1175856486">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Rectangle: Rounded Corners 2061757066">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Rectangle: Rounded Corners 1169118889">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Rectangle: Rounded Corners 238188300">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Rectangle: Rounded Corners 2049301056">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Rectangle: Rounded Corners 1282082344">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Rectangle: Rounded Corners 1172922271">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Rectangle: Rounded Corners 603029256">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Rectangle: Rounded Corners 1879817439">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Rectangle: Rounded Corners 875542064">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Rectangle: Rounded Corners 51908471">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Rectangle: Rounded Corners 1689509712">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Rectangle: Rounded Corners 791720529">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Rectangle: Rounded Corners 105367441">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Rectangle: Rounded Corners 1563215529">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Rectangle: Rounded Corners 315081294">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Rectangle: Rounded Corners 248452190">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Rectangle: Rounded Corners 1671279799">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Rectangle: Rounded Corners 1239843558">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Rectangle: Rounded Corners 1474960510">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Rectangle: Rounded Corners 1705162463">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Rectangle: Rounded Corners 7576924">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Rectangle: Rounded Corners 426996610">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Rectangle: Rounded Corners 4937970">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Rectangle: Rounded Corners 318411884">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Rectangle: Rounded Corners 615608590">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Rectangle: Rounded Corners 1731456271">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Rectangle: Rounded Corners 484935539">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Rectangle: Rounded Corners 1134420310">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Rectangle: Rounded Corners 1355285829">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Rectangle: Rounded Corners 1945716100">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Rectangle: Rounded Corners 903673204">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Rectangle: Rounded Corners 41920753">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Rectangle 1090731607">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Rectangle 1864567656">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Rectangle 353583897">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Rectangle 352308475">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Rectangle 890164865">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Rectangle: Rounded Corners 2031370086">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Rectangle 1726456331">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Rectangle: Rounded Corners 412394112">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Rectangle 225213445">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3a6ed60834854219"/>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Rectangle 1548456798">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Rectangle 1277068294">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Rectangle: Rounded Corners 614717420">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Rectangle: Rounded Corners 1854427874">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Rectangle: Rounded Corners 1506494527">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Rectangle: Rounded Corners 310583424">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Rectangle: Rounded Corners 701546865">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Arrow: Right 622048333">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Arrow: Right 476163819">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Rectangle: Rounded Corners 1396234520">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Rectangle 1921889684">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Rectangle 7713821">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Rectangle 1381388514">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Rectangle: Rounded Corners 1954931325">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Rectangle: Rounded Corners 1479007971">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Rectangle: Rounded Corners 337911440">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Rectangle: Rounded Corners 812565267">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Rectangle: Rounded Corners 210839016">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Arrow: Right 923890290">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Rectangle: Rounded Corners 549922296">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Rectangle 313069816">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Rectangle 181180573">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Rectangle: Rounded Corners 1616044445">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Arrow: Right 594282241">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Rectangle: Rounded Corners 733975538">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Arrow: Right 826463740">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Rectangle: Rounded Corners 1611946980">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Arrow: Right 1141760594">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Oval 546463300">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Rectangle 965507380">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Rectangle 139921793">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Rectangle: Rounded Corners 2034787168">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Arrow: Right 1804858146">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Rectangle: Rounded Corners 2119234794">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Arrow: Right 1610655777">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Rectangle: Rounded Corners 67679862">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Straight Connector 1129615995">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Rectangle 701260999">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Rectangle 567537238">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Rectangle 1814109763">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Rectangle 2024296005">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Rectangle 1861104430">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Rectangle: Rounded Corners 1392389716">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Rectangle: Rounded Corners 304746229">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Rectangle: Rounded Corners 1222174650">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Rectangle: Rounded Corners 221083532">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Rectangle: Rounded Corners 1871169587">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Rectangle 1899079274">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Rectangle: Rounded Corners 557756631">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Rectangle: Rounded Corners 421477788">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Rectangle: Rounded Corners 358930618">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Rectangle: Rounded Corners 92675593">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Rectangle: Rounded Corners 1199041677">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Rectangle 35073005">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Rectangle 642368024">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Rectangle 1340580572">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Rectangle: Rounded Corners 391850247">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Rectangle 558602476">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Rectangle 908481340">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Rectangle 803342785">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Rectangle: Rounded Corners 1990101030">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Rectangle 1511392786">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Rectangle: Rounded Corners 768585734">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Rectangle 734996419">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Rectangle: Rounded Corners 904396018">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Rectangle 1723400869">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Rectangle: Rounded Corners 1904735606">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Rectangle 1977779495">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Rectangle: Rounded Corners 758909754">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Rectangle 1103671468">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Rectangle: Rounded Corners 1109785804">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Rectangle 87535763">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Rectangle: Rounded Corners 395524451">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Rectangle 752117888">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Rectangle: Rounded Corners 1187034514">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Rectangle 1239831952">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Rectangle: Rounded Corners 1990686703">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Rectangle 790741738">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Rectangle 1344716697">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Rectangle 1817540189">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Rectangle: Rounded Corners 1412774459">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Rectangle 842999192">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Rectangle: Rounded Corners 1720875966">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Rectangle 66502239">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Rectangle: Rounded Corners 2118371450">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Rectangle 1265886563">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Rectangle: Rounded Corners 2042608732">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Rectangle 661207096">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Rectangle: Rounded Corners 1098391783">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Rectangle 1867510340">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Rectangle 610821016">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Rectangle 569626175">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Rectangle: Rounded Corners 43298065">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Rectangle 114239354">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Rectangle: Rounded Corners 1589723464">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Rectangle 127230098">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Rectangle 760303360">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Graphic 2118371498"/>
          <p:cNvPicPr>
            <a:picLocks xmlns:a="http://schemas.openxmlformats.org/drawingml/2006/main" noChangeAspect="1"/>
          </p:cNvPicPr>
          <p:nvPr/>
        </p:nvPicPr>
        <p:blipFill>
          <a:blip xmlns:r="http://schemas.openxmlformats.org/officeDocument/2006/relationships" xmlns:a="http://schemas.openxmlformats.org/drawingml/2006/main" r:embed="R13d8069c0184483f">
            <a:extLst>
              <a:ext uri="{96DAC541-7B7A-43D3-8B79-37D633B846F1}">
                <asvg:svgBlip xmlns:asvg="http://schemas.microsoft.com/office/drawing/2016/SVG/main" r:embed="Re6ed20ab37184d1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Rectangle 1109576543">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Rectangle 165357682">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Straight Connector 247695513">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Oval 628746849">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Rectangle 1898660202">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Oval 901053968">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Rectangle 2049675483">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Oval 80204406">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Rectangle 1419699716">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Oval 1824188964">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Rectangle 1161191516">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Oval 506955708">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Rectangle 1606354811">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Oval 759270822">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Rectangle 2044500735">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Rectangle 421878984">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Rectangle 720144411">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Rectangle 1225833152">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Rectangle: Rounded Corners 590363604">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Rectangle: Rounded Corners 646256513">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Rectangle: Rounded Corners 904291872">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Rectangle: Rounded Corners 1609756684">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Rectangle: Rounded Corners 855592258">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Straight Connector 607889825">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Rectangle 1601584250">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Rectangle 734795484">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Rectangle 28239208">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Rectangle 1667135521">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Rectangle 753528189">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Rectangle: Rounded Corners 1803074334">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Arrow: Right 2018184415">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Rectangle: Rounded Corners 850855695">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Arrow: Right 1111035308">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Rectangle: Rounded Corners 360549355">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Arrow: Right 1294665978">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Rectangle: Rounded Corners 1581615348">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Rectangle: Rounded Corners 143885393">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Rectangle 310012483">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Rectangle 131870986">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Rectangle 1747625471">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Rectangle 1692741899">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069258197" name="Rectangle: Rounded Corners 1069258196">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1837153781" name="Picture 1837153780"/>
          <p:cNvPicPr>
            <a:picLocks xmlns:a="http://schemas.openxmlformats.org/drawingml/2006/main" noChangeAspect="1"/>
          </p:cNvPicPr>
          <p:nvPr/>
        </p:nvPicPr>
        <p:blipFill>
          <a:blip xmlns:r="http://schemas.openxmlformats.org/officeDocument/2006/relationships" xmlns:a="http://schemas.openxmlformats.org/drawingml/2006/main" r:embed="R8e37f162f9044851"/>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Rectangle 550399601">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Rectangle 882538346">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Rectangle 9623160">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Rectangle: Rounded Corners 114855872">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Rectangle: Rounded Corners 734158913">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Rectangle: Rounded Corners 1596678256">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Rectangle: Rounded Corners 2059288131">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Rectangle: Rounded Corners 1010991302">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Rectangle: Rounded Corners 1730168992">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Straight Connector 427538637">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Rectangle 317775176">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Rectangle: Rounded Corners 947755655">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Rectangle: Rounded Corners 1310797679">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Rectangle: Rounded Corners 1996140323">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Rectangle: Rounded Corners 242163070">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Rectangle: Rounded Corners 787924439">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Rectangle: Rounded Corners 2036973233">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Straight Connector 2017847098">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Rectangle 420069148">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Rectangle: Rounded Corners 1532010383">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Rectangle: Rounded Corners 1983276117">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Rectangle: Rounded Corners 1047163946">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Rectangle: Rounded Corners 523171807">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Rectangle: Rounded Corners 752356456">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Rectangle: Rounded Corners 816374805">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Straight Connector 1386166301">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Rectangle 1180679312">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Rectangle: Rounded Corners 1119801345">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Rectangle: Rounded Corners 563472098">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Rectangle: Rounded Corners 1869507790">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Rectangle: Rounded Corners 2113559938">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Rectangle: Rounded Corners 274418513">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Rectangle: Rounded Corners 1941550636">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Rectangle 1798355039">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Rectangle 1161886986">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ec9b8e5d28474939"/>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Rectangle 1487198538">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Rectangle 1518038747">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Rectangle: Rounded Corners 369702881">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Rectangle 1197178350">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Rectangle: Rounded Corners 1914676260">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Rectangle: Rounded Corners 58582831">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Rectangle: Rounded Corners 1580617481">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Rectangle: Rounded Corners 1783142644">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Rectangle 1697788859">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Rectangle 1556928439">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Straight Connector 170693198">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Straight Connector 2021615088">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Rectangle 1396476378">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Rectangle: Rounded Corners 910307424">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Rectangle: Rounded Corners 760188915">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Rectangle: Rounded Corners 1604029254">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Rectangle 583346847">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Rectangle: Rounded Corners 5957980">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Rectangle: Rounded Corners 410294816">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Straight Connector 1668590987">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Rectangle 1956440405">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71563264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Rectangle 1682307419">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Rectangle 1048423222">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Rectangle 1821451500">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Rectangle 698160899">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Straight Connector 820052219">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Rectangle: Rounded Corners 1977383084">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Rectangle: Rounded Corners 1598161198">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Rectangle: Rounded Corners 1558195880">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Rectangle: Rounded Corners 521701979">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Rectangle: Rounded Corners 1995606132">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Rectangle 1524836487">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Rectangle 2124862657">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Rectangle 8219971">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Rectangle: Rounded Corners 1401385986">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Oval 2082712540">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Oval 1800286295">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Straight Connector 1377652961">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Oval 1129487082">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Straight Connector 1835573147">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Oval 1354002711">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Straight Connector 1642711494">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Oval 1162477815">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Straight Connector 754093467">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Oval 926903494">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Straight Connector 1314704656">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Oval 297993689">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Straight Connector 1869335124">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Rectangle 1902597770">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Rectangle 1200483564">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Rectangle 713949086">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Rectangle: Rounded Corners 731916211">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Oval 1174154410">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Oval 125293162">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Oval 1712601375">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Straight Connector 361292721">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Straight Connector 1216392229">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Rectangle 1760216901">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Rectangle 1432423854">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Rectangle 1426602610">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Rectangle: Rounded Corners 1132936319">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Oval 848102302">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Straight Connector 2140277386">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Straight Connector 546058830">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Straight Connector 634911421">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Rectangle 253059330">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Rectangle 1961211258">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Rectangle 902052220">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Rectangle 110604859">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209328064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Rectangle 1748329787">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Rectangle 1611343531">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Rectangle: Rounded Corners 1808652943">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Rectangle: Rounded Corners 1081078089">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Rectangle: Rounded Corners 492680344">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Rectangle: Rounded Corners 1482722514">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Rectangle: Rounded Corners 121026446">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Rectangle 163980103">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Rectangle 693850306">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Straight Connector 1622472842">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Rectangle: Rounded Corners 1311020404">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Rectangle 481459380">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Rectangle: Rounded Corners 75602190">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Rectangle: Rounded Corners 1789658254">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Rectangle: Rounded Corners 1953288476">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Straight Connector 319643796">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Rectangle: Rounded Corners 647942513">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Rectangle: Rounded Corners 636131648">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Rectangle: Rounded Corners 261513705">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Rectangle 1466779702">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Rectangle 2140567318">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Rectangle 800090932">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Oval 663275864">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Oval 302896655">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Oval 1173073258">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Rectangle 1351287707">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Rectangle 1523385386">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2026-07-27T07:52:20.1840000Z</dcterms:created>
  <dcterms:modified xsi:type="dcterms:W3CDTF">2026-07-27T07:52:20.1840000Z</dcterms:modified>
</coreProperties>
</file>