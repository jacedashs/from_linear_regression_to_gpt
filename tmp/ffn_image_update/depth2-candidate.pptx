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d172a40b374573" /><Relationship Type="http://schemas.openxmlformats.org/officeDocument/2006/relationships/extended-properties" Target="/docProps/app.xml" Id="Re1792d1a70474dbe" /><Relationship Type="http://schemas.openxmlformats.org/officeDocument/2006/relationships/officeDocument" Target="/ppt/presentation.xml" Id="Re41ee56f0acf46b3" /></Relationships>
</file>

<file path=ppt/presentation.xml><?xml version="1.0" encoding="utf-8"?>
<p:presentation xmlns:p="http://schemas.openxmlformats.org/presentationml/2006/main">
  <p:sldMasterIdLst>
    <p:sldMasterId xmlns:r="http://schemas.openxmlformats.org/officeDocument/2006/relationships" id="2147483648" r:id="Rd1a3d3931bb6482b"/>
  </p:sldMasterIdLst>
  <p:notesMasterIdLst>
    <p:notesMasterId xmlns:r="http://schemas.openxmlformats.org/officeDocument/2006/relationships" r:id="R9adece1afacb4d5f"/>
  </p:notesMasterIdLst>
  <p:sldIdLst>
    <p:sldId xmlns:r="http://schemas.openxmlformats.org/officeDocument/2006/relationships" id="256" r:id="R3bdd3642bf694c71"/>
    <p:sldId xmlns:r="http://schemas.openxmlformats.org/officeDocument/2006/relationships" id="257" r:id="R6c9c70397db14203"/>
    <p:sldId xmlns:r="http://schemas.openxmlformats.org/officeDocument/2006/relationships" id="258" r:id="R01602d6b24334150"/>
    <p:sldId xmlns:r="http://schemas.openxmlformats.org/officeDocument/2006/relationships" id="259" r:id="Rddb49e115c854e91"/>
    <p:sldId xmlns:r="http://schemas.openxmlformats.org/officeDocument/2006/relationships" id="260" r:id="Rfb8b85a898b44e2f"/>
    <p:sldId xmlns:r="http://schemas.openxmlformats.org/officeDocument/2006/relationships" id="261" r:id="Rc53c1f94dd9340d8"/>
    <p:sldId xmlns:r="http://schemas.openxmlformats.org/officeDocument/2006/relationships" id="262" r:id="R693cbd1a848f49cf"/>
    <p:sldId xmlns:r="http://schemas.openxmlformats.org/officeDocument/2006/relationships" id="263" r:id="Rbc010832ef7c4855"/>
    <p:sldId xmlns:r="http://schemas.openxmlformats.org/officeDocument/2006/relationships" id="264" r:id="Rb0127eae16cb4a20"/>
    <p:sldId xmlns:r="http://schemas.openxmlformats.org/officeDocument/2006/relationships" id="265" r:id="Rdc55cade767c47e0"/>
    <p:sldId xmlns:r="http://schemas.openxmlformats.org/officeDocument/2006/relationships" id="266" r:id="Rfd859fc7c12c4ec4"/>
    <p:sldId xmlns:r="http://schemas.openxmlformats.org/officeDocument/2006/relationships" id="267" r:id="R0f75c3ecb53b4c49"/>
    <p:sldId xmlns:r="http://schemas.openxmlformats.org/officeDocument/2006/relationships" id="268" r:id="R1b8e30dd9d934db2"/>
    <p:sldId xmlns:r="http://schemas.openxmlformats.org/officeDocument/2006/relationships" id="269" r:id="Rf7df82c33de54fcc"/>
    <p:sldId xmlns:r="http://schemas.openxmlformats.org/officeDocument/2006/relationships" id="270" r:id="R2a2e6a692b724405"/>
    <p:sldId xmlns:r="http://schemas.openxmlformats.org/officeDocument/2006/relationships" id="271" r:id="Rcacff125eb91440a"/>
    <p:sldId xmlns:r="http://schemas.openxmlformats.org/officeDocument/2006/relationships" id="272" r:id="R5ada110f47984ecd"/>
    <p:sldId xmlns:r="http://schemas.openxmlformats.org/officeDocument/2006/relationships" id="273" r:id="R545c5b16259d4717"/>
    <p:sldId xmlns:r="http://schemas.openxmlformats.org/officeDocument/2006/relationships" id="274" r:id="R04bdd6af0dfb4337"/>
    <p:sldId xmlns:r="http://schemas.openxmlformats.org/officeDocument/2006/relationships" id="275" r:id="Rf89313939ef14151"/>
    <p:sldId xmlns:r="http://schemas.openxmlformats.org/officeDocument/2006/relationships" id="276" r:id="Rf062580befda4aca"/>
    <p:sldId xmlns:r="http://schemas.openxmlformats.org/officeDocument/2006/relationships" id="277" r:id="Ra3c571e4219f478c"/>
    <p:sldId xmlns:r="http://schemas.openxmlformats.org/officeDocument/2006/relationships" id="278" r:id="Rdad172cc6b4d4ad0"/>
    <p:sldId xmlns:r="http://schemas.openxmlformats.org/officeDocument/2006/relationships" id="279" r:id="R5486b471580a4e9c"/>
    <p:sldId xmlns:r="http://schemas.openxmlformats.org/officeDocument/2006/relationships" id="280" r:id="R1455ef0fc3724cd2"/>
    <p:sldId xmlns:r="http://schemas.openxmlformats.org/officeDocument/2006/relationships" id="281" r:id="R067e82aa1a43476f"/>
    <p:sldId xmlns:r="http://schemas.openxmlformats.org/officeDocument/2006/relationships" id="282" r:id="R1fbdc4059e634539"/>
    <p:sldId xmlns:r="http://schemas.openxmlformats.org/officeDocument/2006/relationships" id="283" r:id="R7e4414024a084222"/>
    <p:sldId xmlns:r="http://schemas.openxmlformats.org/officeDocument/2006/relationships" id="284" r:id="R07e48fb8b9ee4ccf"/>
    <p:sldId xmlns:r="http://schemas.openxmlformats.org/officeDocument/2006/relationships" id="285" r:id="Rfa28bf55492549c4"/>
    <p:sldId xmlns:r="http://schemas.openxmlformats.org/officeDocument/2006/relationships" id="286" r:id="R5521c42ff2d34857"/>
    <p:sldId xmlns:r="http://schemas.openxmlformats.org/officeDocument/2006/relationships" id="287" r:id="R9c11b512928f48d1"/>
    <p:sldId xmlns:r="http://schemas.openxmlformats.org/officeDocument/2006/relationships" id="288" r:id="R1f30565703fe441f"/>
    <p:sldId xmlns:r="http://schemas.openxmlformats.org/officeDocument/2006/relationships" id="289" r:id="R0a6acae0649e4e5d"/>
    <p:sldId xmlns:r="http://schemas.openxmlformats.org/officeDocument/2006/relationships" id="290" r:id="R202186dddcb24e5d"/>
    <p:sldId xmlns:r="http://schemas.openxmlformats.org/officeDocument/2006/relationships" id="291" r:id="R61a4be89191b45ec"/>
    <p:sldId xmlns:r="http://schemas.openxmlformats.org/officeDocument/2006/relationships" id="292" r:id="R8477439d198d4a06"/>
    <p:sldId xmlns:r="http://schemas.openxmlformats.org/officeDocument/2006/relationships" id="293" r:id="R174b3ff034e444e7"/>
    <p:sldId xmlns:r="http://schemas.openxmlformats.org/officeDocument/2006/relationships" id="294" r:id="R3a2e300bb74a40f5"/>
    <p:sldId xmlns:r="http://schemas.openxmlformats.org/officeDocument/2006/relationships" id="295" r:id="R50023157dbe4490d"/>
    <p:sldId xmlns:r="http://schemas.openxmlformats.org/officeDocument/2006/relationships" id="296" r:id="Rcddd1b489a404d97"/>
    <p:sldId xmlns:r="http://schemas.openxmlformats.org/officeDocument/2006/relationships" id="297" r:id="Rbbda52d3e0134143"/>
    <p:sldId xmlns:r="http://schemas.openxmlformats.org/officeDocument/2006/relationships" id="298" r:id="Rb2e61a6f2805483f"/>
    <p:sldId xmlns:r="http://schemas.openxmlformats.org/officeDocument/2006/relationships" id="299" r:id="Rb9cb0501b2d64cd8"/>
    <p:sldId xmlns:r="http://schemas.openxmlformats.org/officeDocument/2006/relationships" id="300" r:id="R860798f97bfe45b1"/>
    <p:sldId xmlns:r="http://schemas.openxmlformats.org/officeDocument/2006/relationships" id="301" r:id="Rfccaa65ff28b43db"/>
    <p:sldId xmlns:r="http://schemas.openxmlformats.org/officeDocument/2006/relationships" id="302" r:id="R4c3c5c375b7a4573"/>
    <p:sldId xmlns:r="http://schemas.openxmlformats.org/officeDocument/2006/relationships" id="303" r:id="R121181af728748b6"/>
    <p:sldId xmlns:r="http://schemas.openxmlformats.org/officeDocument/2006/relationships" id="304" r:id="R889f55887eea4bcb"/>
    <p:sldId xmlns:r="http://schemas.openxmlformats.org/officeDocument/2006/relationships" id="305" r:id="Re771116995534ae5"/>
    <p:sldId xmlns:r="http://schemas.openxmlformats.org/officeDocument/2006/relationships" id="306" r:id="Rcfe82b28a73d4ad4"/>
    <p:sldId xmlns:r="http://schemas.openxmlformats.org/officeDocument/2006/relationships" id="307" r:id="R1de50232b5974004"/>
    <p:sldId xmlns:r="http://schemas.openxmlformats.org/officeDocument/2006/relationships" id="308" r:id="Rac1297b0f735492f"/>
    <p:sldId xmlns:r="http://schemas.openxmlformats.org/officeDocument/2006/relationships" id="309" r:id="Rc9804d31bc8c46f1"/>
    <p:sldId xmlns:r="http://schemas.openxmlformats.org/officeDocument/2006/relationships" id="310" r:id="R3e3e008b05fc43ba"/>
    <p:sldId xmlns:r="http://schemas.openxmlformats.org/officeDocument/2006/relationships" id="311" r:id="R46444c3eee084351"/>
    <p:sldId xmlns:r="http://schemas.openxmlformats.org/officeDocument/2006/relationships" id="312" r:id="R78f9b52453984cfb"/>
    <p:sldId xmlns:r="http://schemas.openxmlformats.org/officeDocument/2006/relationships" id="313" r:id="R2dfb685056bd4bc5"/>
    <p:sldId xmlns:r="http://schemas.openxmlformats.org/officeDocument/2006/relationships" id="314" r:id="Rbd350d88cf7840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d4cecc5f96470b" /><Relationship Type="http://schemas.openxmlformats.org/officeDocument/2006/relationships/slideMaster" Target="/ppt/slideMasters/slideMaster1.xml" Id="Rd1a3d3931bb6482b" /><Relationship Type="http://schemas.openxmlformats.org/officeDocument/2006/relationships/notesMaster" Target="/ppt/notesMasters/notesMaster1.xml" Id="R9adece1afacb4d5f" /><Relationship Type="http://schemas.openxmlformats.org/officeDocument/2006/relationships/presProps" Target="/ppt/presProps.xml" Id="R7a740170fc724c21" /><Relationship Type="http://schemas.openxmlformats.org/officeDocument/2006/relationships/viewProps" Target="/ppt/viewProps.xml" Id="R004a3671b5df477c" /><Relationship Type="http://schemas.openxmlformats.org/officeDocument/2006/relationships/tableStyles" Target="/ppt/tableStyles.xml" Id="R06ffa55e6bb14811" /><Relationship Type="http://schemas.openxmlformats.org/officeDocument/2006/relationships/slide" Target="/ppt/slides/slide1.xml" Id="R3bdd3642bf694c71" /><Relationship Type="http://schemas.openxmlformats.org/officeDocument/2006/relationships/slide" Target="/ppt/slides/slide2.xml" Id="R6c9c70397db14203" /><Relationship Type="http://schemas.openxmlformats.org/officeDocument/2006/relationships/slide" Target="/ppt/slides/slide3.xml" Id="R01602d6b24334150" /><Relationship Type="http://schemas.openxmlformats.org/officeDocument/2006/relationships/slide" Target="/ppt/slides/slide4.xml" Id="Rddb49e115c854e91" /><Relationship Type="http://schemas.openxmlformats.org/officeDocument/2006/relationships/slide" Target="/ppt/slides/slide5.xml" Id="Rfb8b85a898b44e2f" /><Relationship Type="http://schemas.openxmlformats.org/officeDocument/2006/relationships/slide" Target="/ppt/slides/slide6.xml" Id="Rc53c1f94dd9340d8" /><Relationship Type="http://schemas.openxmlformats.org/officeDocument/2006/relationships/slide" Target="/ppt/slides/slide7.xml" Id="R693cbd1a848f49cf" /><Relationship Type="http://schemas.openxmlformats.org/officeDocument/2006/relationships/slide" Target="/ppt/slides/slide8.xml" Id="Rbc010832ef7c4855" /><Relationship Type="http://schemas.openxmlformats.org/officeDocument/2006/relationships/slide" Target="/ppt/slides/slide9.xml" Id="Rb0127eae16cb4a20" /><Relationship Type="http://schemas.openxmlformats.org/officeDocument/2006/relationships/slide" Target="/ppt/slides/slide10.xml" Id="Rdc55cade767c47e0" /><Relationship Type="http://schemas.openxmlformats.org/officeDocument/2006/relationships/slide" Target="/ppt/slides/slide11.xml" Id="Rfd859fc7c12c4ec4" /><Relationship Type="http://schemas.openxmlformats.org/officeDocument/2006/relationships/slide" Target="/ppt/slides/slide12.xml" Id="R0f75c3ecb53b4c49" /><Relationship Type="http://schemas.openxmlformats.org/officeDocument/2006/relationships/slide" Target="/ppt/slides/slide13.xml" Id="R1b8e30dd9d934db2" /><Relationship Type="http://schemas.openxmlformats.org/officeDocument/2006/relationships/slide" Target="/ppt/slides/slide14.xml" Id="Rf7df82c33de54fcc" /><Relationship Type="http://schemas.openxmlformats.org/officeDocument/2006/relationships/slide" Target="/ppt/slides/slide15.xml" Id="R2a2e6a692b724405" /><Relationship Type="http://schemas.openxmlformats.org/officeDocument/2006/relationships/slide" Target="/ppt/slides/slide16.xml" Id="Rcacff125eb91440a" /><Relationship Type="http://schemas.openxmlformats.org/officeDocument/2006/relationships/slide" Target="/ppt/slides/slide17.xml" Id="R5ada110f47984ecd" /><Relationship Type="http://schemas.openxmlformats.org/officeDocument/2006/relationships/slide" Target="/ppt/slides/slide18.xml" Id="R545c5b16259d4717" /><Relationship Type="http://schemas.openxmlformats.org/officeDocument/2006/relationships/slide" Target="/ppt/slides/slide19.xml" Id="R04bdd6af0dfb4337" /><Relationship Type="http://schemas.openxmlformats.org/officeDocument/2006/relationships/slide" Target="/ppt/slides/slide20.xml" Id="Rf89313939ef14151" /><Relationship Type="http://schemas.openxmlformats.org/officeDocument/2006/relationships/slide" Target="/ppt/slides/slide21.xml" Id="Rf062580befda4aca" /><Relationship Type="http://schemas.openxmlformats.org/officeDocument/2006/relationships/slide" Target="/ppt/slides/slide22.xml" Id="Ra3c571e4219f478c" /><Relationship Type="http://schemas.openxmlformats.org/officeDocument/2006/relationships/slide" Target="/ppt/slides/slide23.xml" Id="Rdad172cc6b4d4ad0" /><Relationship Type="http://schemas.openxmlformats.org/officeDocument/2006/relationships/slide" Target="/ppt/slides/slide24.xml" Id="R5486b471580a4e9c" /><Relationship Type="http://schemas.openxmlformats.org/officeDocument/2006/relationships/slide" Target="/ppt/slides/slide25.xml" Id="R1455ef0fc3724cd2" /><Relationship Type="http://schemas.openxmlformats.org/officeDocument/2006/relationships/slide" Target="/ppt/slides/slide26.xml" Id="R067e82aa1a43476f" /><Relationship Type="http://schemas.openxmlformats.org/officeDocument/2006/relationships/slide" Target="/ppt/slides/slide27.xml" Id="R1fbdc4059e634539" /><Relationship Type="http://schemas.openxmlformats.org/officeDocument/2006/relationships/slide" Target="/ppt/slides/slide28.xml" Id="R7e4414024a084222" /><Relationship Type="http://schemas.openxmlformats.org/officeDocument/2006/relationships/slide" Target="/ppt/slides/slide29.xml" Id="R07e48fb8b9ee4ccf" /><Relationship Type="http://schemas.openxmlformats.org/officeDocument/2006/relationships/slide" Target="/ppt/slides/slide30.xml" Id="Rfa28bf55492549c4" /><Relationship Type="http://schemas.openxmlformats.org/officeDocument/2006/relationships/slide" Target="/ppt/slides/slide31.xml" Id="R5521c42ff2d34857" /><Relationship Type="http://schemas.openxmlformats.org/officeDocument/2006/relationships/slide" Target="/ppt/slides/slide32.xml" Id="R9c11b512928f48d1" /><Relationship Type="http://schemas.openxmlformats.org/officeDocument/2006/relationships/slide" Target="/ppt/slides/slide33.xml" Id="R1f30565703fe441f" /><Relationship Type="http://schemas.openxmlformats.org/officeDocument/2006/relationships/slide" Target="/ppt/slides/slide34.xml" Id="R0a6acae0649e4e5d" /><Relationship Type="http://schemas.openxmlformats.org/officeDocument/2006/relationships/slide" Target="/ppt/slides/slide35.xml" Id="R202186dddcb24e5d" /><Relationship Type="http://schemas.openxmlformats.org/officeDocument/2006/relationships/slide" Target="/ppt/slides/slide36.xml" Id="R61a4be89191b45ec" /><Relationship Type="http://schemas.openxmlformats.org/officeDocument/2006/relationships/slide" Target="/ppt/slides/slide37.xml" Id="R8477439d198d4a06" /><Relationship Type="http://schemas.openxmlformats.org/officeDocument/2006/relationships/slide" Target="/ppt/slides/slide38.xml" Id="R174b3ff034e444e7" /><Relationship Type="http://schemas.openxmlformats.org/officeDocument/2006/relationships/slide" Target="/ppt/slides/slide39.xml" Id="R3a2e300bb74a40f5" /><Relationship Type="http://schemas.openxmlformats.org/officeDocument/2006/relationships/slide" Target="/ppt/slides/slide40.xml" Id="R50023157dbe4490d" /><Relationship Type="http://schemas.openxmlformats.org/officeDocument/2006/relationships/slide" Target="/ppt/slides/slide41.xml" Id="Rcddd1b489a404d97" /><Relationship Type="http://schemas.openxmlformats.org/officeDocument/2006/relationships/slide" Target="/ppt/slides/slide42.xml" Id="Rbbda52d3e0134143" /><Relationship Type="http://schemas.openxmlformats.org/officeDocument/2006/relationships/slide" Target="/ppt/slides/slide43.xml" Id="Rb2e61a6f2805483f" /><Relationship Type="http://schemas.openxmlformats.org/officeDocument/2006/relationships/slide" Target="/ppt/slides/slide44.xml" Id="Rb9cb0501b2d64cd8" /><Relationship Type="http://schemas.openxmlformats.org/officeDocument/2006/relationships/slide" Target="/ppt/slides/slide45.xml" Id="R860798f97bfe45b1" /><Relationship Type="http://schemas.openxmlformats.org/officeDocument/2006/relationships/slide" Target="/ppt/slides/slide46.xml" Id="Rfccaa65ff28b43db" /><Relationship Type="http://schemas.openxmlformats.org/officeDocument/2006/relationships/slide" Target="/ppt/slides/slide47.xml" Id="R4c3c5c375b7a4573" /><Relationship Type="http://schemas.openxmlformats.org/officeDocument/2006/relationships/slide" Target="/ppt/slides/slide48.xml" Id="R121181af728748b6" /><Relationship Type="http://schemas.openxmlformats.org/officeDocument/2006/relationships/slide" Target="/ppt/slides/slide49.xml" Id="R889f55887eea4bcb" /><Relationship Type="http://schemas.openxmlformats.org/officeDocument/2006/relationships/slide" Target="/ppt/slides/slide50.xml" Id="Re771116995534ae5" /><Relationship Type="http://schemas.openxmlformats.org/officeDocument/2006/relationships/slide" Target="/ppt/slides/slide51.xml" Id="Rcfe82b28a73d4ad4" /><Relationship Type="http://schemas.openxmlformats.org/officeDocument/2006/relationships/slide" Target="/ppt/slides/slide52.xml" Id="R1de50232b5974004" /><Relationship Type="http://schemas.openxmlformats.org/officeDocument/2006/relationships/slide" Target="/ppt/slides/slide53.xml" Id="Rac1297b0f735492f" /><Relationship Type="http://schemas.openxmlformats.org/officeDocument/2006/relationships/slide" Target="/ppt/slides/slide54.xml" Id="Rc9804d31bc8c46f1" /><Relationship Type="http://schemas.openxmlformats.org/officeDocument/2006/relationships/slide" Target="/ppt/slides/slide55.xml" Id="R3e3e008b05fc43ba" /><Relationship Type="http://schemas.openxmlformats.org/officeDocument/2006/relationships/slide" Target="/ppt/slides/slide56.xml" Id="R46444c3eee084351" /><Relationship Type="http://schemas.openxmlformats.org/officeDocument/2006/relationships/slide" Target="/ppt/slides/slide57.xml" Id="R78f9b52453984cfb" /><Relationship Type="http://schemas.openxmlformats.org/officeDocument/2006/relationships/slide" Target="/ppt/slides/slide58.xml" Id="R2dfb685056bd4bc5" /><Relationship Type="http://schemas.openxmlformats.org/officeDocument/2006/relationships/slide" Target="/ppt/slides/slide59.xml" Id="Rbd350d88cf7840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f97193d94840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e1b08e756c49a1" /><Relationship Type="http://schemas.openxmlformats.org/officeDocument/2006/relationships/notesMaster" Target="/ppt/notesMasters/notesMaster1.xml" Id="R0e3ebfc1783249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229f92f7914d87" /><Relationship Type="http://schemas.openxmlformats.org/officeDocument/2006/relationships/notesMaster" Target="/ppt/notesMasters/notesMaster1.xml" Id="R65b1ac2e3f764d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ed1c472c694e92" /><Relationship Type="http://schemas.openxmlformats.org/officeDocument/2006/relationships/notesMaster" Target="/ppt/notesMasters/notesMaster1.xml" Id="R2b3ffbd19ee544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6e94b69dc2428f" /><Relationship Type="http://schemas.openxmlformats.org/officeDocument/2006/relationships/notesMaster" Target="/ppt/notesMasters/notesMaster1.xml" Id="Rf1bdc8740faa44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d8ce08265740d9" /><Relationship Type="http://schemas.openxmlformats.org/officeDocument/2006/relationships/notesMaster" Target="/ppt/notesMasters/notesMaster1.xml" Id="R59a31ac498ee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83994df69c46a3" /><Relationship Type="http://schemas.openxmlformats.org/officeDocument/2006/relationships/notesMaster" Target="/ppt/notesMasters/notesMaster1.xml" Id="R4f8b7f95f6e64c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576c309e744a2f" /><Relationship Type="http://schemas.openxmlformats.org/officeDocument/2006/relationships/notesMaster" Target="/ppt/notesMasters/notesMaster1.xml" Id="R5e15752c15d345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b52d61c713456c" /><Relationship Type="http://schemas.openxmlformats.org/officeDocument/2006/relationships/notesMaster" Target="/ppt/notesMasters/notesMaster1.xml" Id="R0e523629a5f544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4eb1cbe6354ffa" /><Relationship Type="http://schemas.openxmlformats.org/officeDocument/2006/relationships/notesMaster" Target="/ppt/notesMasters/notesMaster1.xml" Id="R85c47a4b945d4b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aa9673531842f2" /><Relationship Type="http://schemas.openxmlformats.org/officeDocument/2006/relationships/notesMaster" Target="/ppt/notesMasters/notesMaster1.xml" Id="R0b7a9f4104a144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c5a35431bf4609" /><Relationship Type="http://schemas.openxmlformats.org/officeDocument/2006/relationships/notesMaster" Target="/ppt/notesMasters/notesMaster1.xml" Id="Rcc3a47abe0a84b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d6e1c16cf94ed2" /><Relationship Type="http://schemas.openxmlformats.org/officeDocument/2006/relationships/notesMaster" Target="/ppt/notesMasters/notesMaster1.xml" Id="Rc2395ab8952a4d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21717c3d044cdc" /><Relationship Type="http://schemas.openxmlformats.org/officeDocument/2006/relationships/notesMaster" Target="/ppt/notesMasters/notesMaster1.xml" Id="R2c126a9dce0940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3705784f0e4881" /><Relationship Type="http://schemas.openxmlformats.org/officeDocument/2006/relationships/notesMaster" Target="/ppt/notesMasters/notesMaster1.xml" Id="Rcc7428981f8042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dcd39c5a5c40e0" /><Relationship Type="http://schemas.openxmlformats.org/officeDocument/2006/relationships/notesMaster" Target="/ppt/notesMasters/notesMaster1.xml" Id="R8b52de605ede49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4acdaecde5406c" /><Relationship Type="http://schemas.openxmlformats.org/officeDocument/2006/relationships/notesMaster" Target="/ppt/notesMasters/notesMaster1.xml" Id="R0797f89f6de54d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790ae6ffe74ac4" /><Relationship Type="http://schemas.openxmlformats.org/officeDocument/2006/relationships/notesMaster" Target="/ppt/notesMasters/notesMaster1.xml" Id="Ree3cf3fcb27d47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54d77925b34e4a" /><Relationship Type="http://schemas.openxmlformats.org/officeDocument/2006/relationships/notesMaster" Target="/ppt/notesMasters/notesMaster1.xml" Id="R50b79d5a196d486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315573871143f2" /><Relationship Type="http://schemas.openxmlformats.org/officeDocument/2006/relationships/notesMaster" Target="/ppt/notesMasters/notesMaster1.xml" Id="R73fb546d379c44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77c49e3ec047ba" /><Relationship Type="http://schemas.openxmlformats.org/officeDocument/2006/relationships/notesMaster" Target="/ppt/notesMasters/notesMaster1.xml" Id="Rbaca66a2bfb240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b9e0090ceb4977" /><Relationship Type="http://schemas.openxmlformats.org/officeDocument/2006/relationships/notesMaster" Target="/ppt/notesMasters/notesMaster1.xml" Id="R911db06650dd429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d338e898044b13" /><Relationship Type="http://schemas.openxmlformats.org/officeDocument/2006/relationships/notesMaster" Target="/ppt/notesMasters/notesMaster1.xml" Id="R3a2c3dd2df7242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fc621f78284bfc" /><Relationship Type="http://schemas.openxmlformats.org/officeDocument/2006/relationships/notesMaster" Target="/ppt/notesMasters/notesMaster1.xml" Id="Ra88a9787777a47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f3c59c70719440e" /><Relationship Type="http://schemas.openxmlformats.org/officeDocument/2006/relationships/notesMaster" Target="/ppt/notesMasters/notesMaster1.xml" Id="R3c1574f0a3d246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4097ed705574d41" /><Relationship Type="http://schemas.openxmlformats.org/officeDocument/2006/relationships/notesMaster" Target="/ppt/notesMasters/notesMaster1.xml" Id="R30105ee1d5124c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1a02867d5142da" /><Relationship Type="http://schemas.openxmlformats.org/officeDocument/2006/relationships/notesMaster" Target="/ppt/notesMasters/notesMaster1.xml" Id="R53653df6c4734c0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c093785e7944ac3" /><Relationship Type="http://schemas.openxmlformats.org/officeDocument/2006/relationships/notesMaster" Target="/ppt/notesMasters/notesMaster1.xml" Id="R9abdd1ba27e24f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8371ede7d8e43ee" /><Relationship Type="http://schemas.openxmlformats.org/officeDocument/2006/relationships/notesMaster" Target="/ppt/notesMasters/notesMaster1.xml" Id="R9981f36639bd47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eecba9cc4a41a5" /><Relationship Type="http://schemas.openxmlformats.org/officeDocument/2006/relationships/notesMaster" Target="/ppt/notesMasters/notesMaster1.xml" Id="R0f0848230ea645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3ae2b32daf4ef0" /><Relationship Type="http://schemas.openxmlformats.org/officeDocument/2006/relationships/notesMaster" Target="/ppt/notesMasters/notesMaster1.xml" Id="R8481d11e69bd469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0736b513d224afa" /><Relationship Type="http://schemas.openxmlformats.org/officeDocument/2006/relationships/notesMaster" Target="/ppt/notesMasters/notesMaster1.xml" Id="R9c2436119be540f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0c0530949b4e97" /><Relationship Type="http://schemas.openxmlformats.org/officeDocument/2006/relationships/notesMaster" Target="/ppt/notesMasters/notesMaster1.xml" Id="R7ec70e459316480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362f0df4cdb4fac" /><Relationship Type="http://schemas.openxmlformats.org/officeDocument/2006/relationships/notesMaster" Target="/ppt/notesMasters/notesMaster1.xml" Id="R23d20542dfa645d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ce8a2b91a1e4946" /><Relationship Type="http://schemas.openxmlformats.org/officeDocument/2006/relationships/notesMaster" Target="/ppt/notesMasters/notesMaster1.xml" Id="Rdb9085d5418243a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78d34441a44448d" /><Relationship Type="http://schemas.openxmlformats.org/officeDocument/2006/relationships/notesMaster" Target="/ppt/notesMasters/notesMaster1.xml" Id="Reb942632a1e641e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7e6099465634495" /><Relationship Type="http://schemas.openxmlformats.org/officeDocument/2006/relationships/notesMaster" Target="/ppt/notesMasters/notesMaster1.xml" Id="R19104e0b1e3744b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9c4f2c3a6974c96" /><Relationship Type="http://schemas.openxmlformats.org/officeDocument/2006/relationships/notesMaster" Target="/ppt/notesMasters/notesMaster1.xml" Id="Rc119af947bda48a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0184e80894d4c41" /><Relationship Type="http://schemas.openxmlformats.org/officeDocument/2006/relationships/notesMaster" Target="/ppt/notesMasters/notesMaster1.xml" Id="Ref9ba9af8085498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0c34766a1c44da2" /><Relationship Type="http://schemas.openxmlformats.org/officeDocument/2006/relationships/notesMaster" Target="/ppt/notesMasters/notesMaster1.xml" Id="R6b9885bf7c2b4c2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ed5b6dfa655403e" /><Relationship Type="http://schemas.openxmlformats.org/officeDocument/2006/relationships/notesMaster" Target="/ppt/notesMasters/notesMaster1.xml" Id="R991f2b9bc7ba418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11781f15d4845d5" /><Relationship Type="http://schemas.openxmlformats.org/officeDocument/2006/relationships/notesMaster" Target="/ppt/notesMasters/notesMaster1.xml" Id="Raf1cde6c9efd4ba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769d9bce5e54aa8" /><Relationship Type="http://schemas.openxmlformats.org/officeDocument/2006/relationships/notesMaster" Target="/ppt/notesMasters/notesMaster1.xml" Id="R0c2efd95e7994f8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b3f1b5a0fa84f1d" /><Relationship Type="http://schemas.openxmlformats.org/officeDocument/2006/relationships/notesMaster" Target="/ppt/notesMasters/notesMaster1.xml" Id="R32bc30088742464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f66fe600d0c460c" /><Relationship Type="http://schemas.openxmlformats.org/officeDocument/2006/relationships/notesMaster" Target="/ppt/notesMasters/notesMaster1.xml" Id="R3efa8a3643834fb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e98888ff0e141ef" /><Relationship Type="http://schemas.openxmlformats.org/officeDocument/2006/relationships/notesMaster" Target="/ppt/notesMasters/notesMaster1.xml" Id="Rac932311046149a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8f677a324874486" /><Relationship Type="http://schemas.openxmlformats.org/officeDocument/2006/relationships/notesMaster" Target="/ppt/notesMasters/notesMaster1.xml" Id="Rd86c60cdfb2e4ce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b278a8cde35435b" /><Relationship Type="http://schemas.openxmlformats.org/officeDocument/2006/relationships/notesMaster" Target="/ppt/notesMasters/notesMaster1.xml" Id="Rafd884b550cd4db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64680160f184a1b" /><Relationship Type="http://schemas.openxmlformats.org/officeDocument/2006/relationships/notesMaster" Target="/ppt/notesMasters/notesMaster1.xml" Id="R540ec52df7b0404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6316408e7e94d23" /><Relationship Type="http://schemas.openxmlformats.org/officeDocument/2006/relationships/notesMaster" Target="/ppt/notesMasters/notesMaster1.xml" Id="Re80bc362d92b4a8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2a53c69901542fd" /><Relationship Type="http://schemas.openxmlformats.org/officeDocument/2006/relationships/notesMaster" Target="/ppt/notesMasters/notesMaster1.xml" Id="R1860b7d67f8547e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9442e693b134c5c" /><Relationship Type="http://schemas.openxmlformats.org/officeDocument/2006/relationships/notesMaster" Target="/ppt/notesMasters/notesMaster1.xml" Id="R14f087b84dde48a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e2a712da85c4d88" /><Relationship Type="http://schemas.openxmlformats.org/officeDocument/2006/relationships/notesMaster" Target="/ppt/notesMasters/notesMaster1.xml" Id="Rc8ebc58775e14b5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444fc4ea087465e" /><Relationship Type="http://schemas.openxmlformats.org/officeDocument/2006/relationships/notesMaster" Target="/ppt/notesMasters/notesMaster1.xml" Id="Rbac23bf6f44b475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8b3b8c0d9bb4e31" /><Relationship Type="http://schemas.openxmlformats.org/officeDocument/2006/relationships/notesMaster" Target="/ppt/notesMasters/notesMaster1.xml" Id="R841c7cd127e944b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751bc3c41234a76" /><Relationship Type="http://schemas.openxmlformats.org/officeDocument/2006/relationships/notesMaster" Target="/ppt/notesMasters/notesMaster1.xml" Id="Rc96aa0851765483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841ddbb5b5242c2" /><Relationship Type="http://schemas.openxmlformats.org/officeDocument/2006/relationships/notesMaster" Target="/ppt/notesMasters/notesMaster1.xml" Id="Rcde5eb682a6d40d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3e63db566184105" /><Relationship Type="http://schemas.openxmlformats.org/officeDocument/2006/relationships/notesMaster" Target="/ppt/notesMasters/notesMaster1.xml" Id="R72b11c76519d40d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e06c35aa5ce4958" /><Relationship Type="http://schemas.openxmlformats.org/officeDocument/2006/relationships/notesMaster" Target="/ppt/notesMasters/notesMaster1.xml" Id="R1a9c7cb32d8f441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27c782e1b7a4f10" /><Relationship Type="http://schemas.openxmlformats.org/officeDocument/2006/relationships/notesMaster" Target="/ppt/notesMasters/notesMaster1.xml" Id="R66b0d9a36ee547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r>
              <a:rPr sz="1200"/>
              <a:t>Backtracking line search shrinks bad steps</a:t>
            </a:r>
            <a:r>
              <a:t>는 다음 의미입니다.</a:t>
            </a:r>
          </a:p>
          <a:p xmlns:a="http://schemas.openxmlformats.org/drawingml/2006/main">
            <a:r>
              <a:t>경사하강법은 우선 비교적 큰 학습률 \(\alpha\)로 이동을 시도합니다.</a:t>
            </a:r>
          </a:p>
          <a:p xmlns:a="http://schemas.openxmlformats.org/drawingml/2006/main">
            <a:r>
              <a:t>\[ \theta_{\text{new}}=\theta-\alpha\nabla L(\theta) \]</a:t>
            </a:r>
          </a:p>
          <a:p xmlns:a="http://schemas.openxmlformats.org/drawingml/2006/main">
            <a:r>
              <a:t>이동한 뒤 손실 \(L\)이 충분히 감소했는지 확인합니다.</a:t>
            </a:r>
          </a:p>
          <a:p xmlns:a="http://schemas.openxmlformats.org/drawingml/2006/main">
            <a:r>
              <a:t>손실이 충분히 감소하면 해당 이동을 </a:t>
            </a:r>
            <a:r>
              <a:rPr sz="1200"/>
              <a:t>accept</a:t>
            </a:r>
          </a:p>
          <a:p xmlns:a="http://schemas.openxmlformats.org/drawingml/2006/main">
            <a:r>
              <a:t>감소하지 않거나 오히려 증가하면 </a:t>
            </a:r>
            <a:r>
              <a:rPr sz="1200"/>
              <a:t>reject</a:t>
            </a:r>
          </a:p>
          <a:p xmlns:a="http://schemas.openxmlformats.org/drawingml/2006/main">
            <a:r>
              <a:t>거부되면 학습률을 줄여 다시 시도</a:t>
            </a:r>
          </a:p>
          <a:p xmlns:a="http://schemas.openxmlformats.org/drawingml/2006/main">
            <a:r>
              <a:t>\[ \alpha \leftarrow \rho\alpha,\qquad 0&lt;\rho&lt;1 \]</a:t>
            </a:r>
          </a:p>
          <a:p xmlns:a="http://schemas.openxmlformats.org/drawingml/2006/main">
            <a:r>
              <a:t>일반적으로 \(\rho=0.5\)라면 다음처럼 진행됩니다.</a:t>
            </a:r>
          </a:p>
          <a:p xmlns:a="http://schemas.openxmlformats.org/drawingml/2006/main">
            <a:r>
              <a:t>\[ \alpha,\quad \frac{\alpha}{2},\quad \frac{\alpha}{4},\quad \frac{\alpha}{8},\dots \]</a:t>
            </a:r>
          </a:p>
          <a:p xmlns:a="http://schemas.openxmlformats.org/drawingml/2006/main">
            <a:r>
              <a:t>예를 들면:</a:t>
            </a:r>
          </a:p>
          <a:p xmlns:a="http://schemas.openxmlformats.org/drawingml/2006/main">
            <a:r>
              <a:t>\(\alpha=1.0\)으로 이동 → 손실 증가 → reject</a:t>
            </a:r>
          </a:p>
          <a:p xmlns:a="http://schemas.openxmlformats.org/drawingml/2006/main">
            <a:r>
              <a:t>\(\alpha=0.5\)로 다시 이동 → 감소량 부족 → reject</a:t>
            </a:r>
          </a:p>
          <a:p xmlns:a="http://schemas.openxmlformats.org/drawingml/2006/main">
            <a:r>
              <a:t>\(\alpha=0.25\)로 이동 → 손실 충분히 감소 → accept</a:t>
            </a:r>
          </a:p>
          <a:p xmlns:a="http://schemas.openxmlformats.org/drawingml/2006/main">
            <a:r>
              <a:t>즉, 제목은 “너무 큰 보폭으로 잘못 이동하려 하면, 보폭을 계속 줄여 안전하게 내려간다”는 뜻입니다. </a:t>
            </a:r>
            <a:r>
              <a:t>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3c5b33e01340fc"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1ad0a75f044fc9" /><Relationship Type="http://schemas.openxmlformats.org/officeDocument/2006/relationships/slideLayout" Target="/ppt/slideLayouts/slideLayout1.xml" Id="R437cf2b465064e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7cf2b46506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455d16797c4def" /><Relationship Type="http://schemas.openxmlformats.org/officeDocument/2006/relationships/notesSlide" Target="/ppt/notesSlides/notesSlide1.xml" Id="Rc19840e6a6fa4e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4eee1afc7f40ae" /><Relationship Type="http://schemas.openxmlformats.org/officeDocument/2006/relationships/image" Target="/ppt/media/image.jpeg" Id="R75fed0782a7f4868" /><Relationship Type="http://schemas.openxmlformats.org/officeDocument/2006/relationships/notesSlide" Target="/ppt/notesSlides/notesSlide2.xml" Id="R95d58b69c490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2f60bd9d9a4075" /><Relationship Type="http://schemas.openxmlformats.org/officeDocument/2006/relationships/image" Target="/ppt/media/image.png" Id="Ra635917a044a42fd" /><Relationship Type="http://schemas.openxmlformats.org/officeDocument/2006/relationships/notesSlide" Target="/ppt/notesSlides/notesSlide3.xml" Id="R7ec428d5888f45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6cb866e7d24d89" /><Relationship Type="http://schemas.openxmlformats.org/officeDocument/2006/relationships/image" Target="/ppt/media/image.png" Id="R93a3a89c211e4841" /><Relationship Type="http://schemas.openxmlformats.org/officeDocument/2006/relationships/notesSlide" Target="/ppt/notesSlides/notesSlide4.xml" Id="Rcc764281c7b649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c1cd21dda24719" /><Relationship Type="http://schemas.openxmlformats.org/officeDocument/2006/relationships/image" Target="/ppt/media/image.png" Id="R3bad86ec72c640e2" /><Relationship Type="http://schemas.openxmlformats.org/officeDocument/2006/relationships/notesSlide" Target="/ppt/notesSlides/notesSlide5.xml" Id="R1fea72661d9c40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6f24aabbdb4405" /><Relationship Type="http://schemas.openxmlformats.org/officeDocument/2006/relationships/notesSlide" Target="/ppt/notesSlides/notesSlide6.xml" Id="R7f5d88bf3e764e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c04c98deb247f7" /><Relationship Type="http://schemas.openxmlformats.org/officeDocument/2006/relationships/image" Target="/ppt/media/image2.png" Id="Rbefef3b8e28a4e9e" /><Relationship Type="http://schemas.openxmlformats.org/officeDocument/2006/relationships/image" Target="/ppt/media/image.svg" Id="Rd2b271e1ac174d35" /><Relationship Type="http://schemas.openxmlformats.org/officeDocument/2006/relationships/notesSlide" Target="/ppt/notesSlides/notesSlide7.xml" Id="Rdbc9d54d23c449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2e6ea36c5f4e6f" /><Relationship Type="http://schemas.openxmlformats.org/officeDocument/2006/relationships/image" Target="/ppt/media/image3.png" Id="R07b09f569b994774" /><Relationship Type="http://schemas.openxmlformats.org/officeDocument/2006/relationships/image" Target="/ppt/media/image2.svg" Id="Redf7c40588d34f52" /><Relationship Type="http://schemas.openxmlformats.org/officeDocument/2006/relationships/notesSlide" Target="/ppt/notesSlides/notesSlide8.xml" Id="R10c832626b58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43db39a6864453" /><Relationship Type="http://schemas.openxmlformats.org/officeDocument/2006/relationships/notesSlide" Target="/ppt/notesSlides/notesSlide9.xml" Id="R47e3b95f050045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cfb3c7fa4644cb" /><Relationship Type="http://schemas.openxmlformats.org/officeDocument/2006/relationships/image" Target="/ppt/media/image4.png" Id="R4de138f32939434f" /><Relationship Type="http://schemas.openxmlformats.org/officeDocument/2006/relationships/image" Target="/ppt/media/image3.svg" Id="R41a2043c7de74b26" /><Relationship Type="http://schemas.openxmlformats.org/officeDocument/2006/relationships/notesSlide" Target="/ppt/notesSlides/notesSlide10.xml" Id="Rd9cd0c32551645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9ba6bdcc794d33" /><Relationship Type="http://schemas.openxmlformats.org/officeDocument/2006/relationships/image" Target="/ppt/media/image5.png" Id="R547d0f45ba954483" /><Relationship Type="http://schemas.openxmlformats.org/officeDocument/2006/relationships/notesSlide" Target="/ppt/notesSlides/notesSlide11.xml" Id="R5c259e63aa3442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4b2fb852dd413d" /><Relationship Type="http://schemas.openxmlformats.org/officeDocument/2006/relationships/image" Target="/ppt/media/image6.png" Id="Red19f7fbbabb4530" /><Relationship Type="http://schemas.openxmlformats.org/officeDocument/2006/relationships/image" Target="/ppt/media/image7.png" Id="R55bbac9fd1eb4e28" /><Relationship Type="http://schemas.openxmlformats.org/officeDocument/2006/relationships/image" Target="/ppt/media/image4.svg" Id="Rd2cf6d00170649a2" /><Relationship Type="http://schemas.openxmlformats.org/officeDocument/2006/relationships/notesSlide" Target="/ppt/notesSlides/notesSlide12.xml" Id="R2ef7b0af7bf046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fbdcadfb494658" /><Relationship Type="http://schemas.openxmlformats.org/officeDocument/2006/relationships/image" Target="/ppt/media/image7.png" Id="Rad4862feab554c60" /><Relationship Type="http://schemas.openxmlformats.org/officeDocument/2006/relationships/image" Target="/ppt/media/image4.svg" Id="R767b23fefc874178" /><Relationship Type="http://schemas.openxmlformats.org/officeDocument/2006/relationships/notesSlide" Target="/ppt/notesSlides/notesSlide13.xml" Id="R620a40b7ef624b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f31d86f4814434" /><Relationship Type="http://schemas.openxmlformats.org/officeDocument/2006/relationships/image" Target="/ppt/media/image8.png" Id="R24692c1ec6f24972" /><Relationship Type="http://schemas.openxmlformats.org/officeDocument/2006/relationships/notesSlide" Target="/ppt/notesSlides/notesSlide14.xml" Id="R2ea96786fa4141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12e2029f974f6f" /><Relationship Type="http://schemas.openxmlformats.org/officeDocument/2006/relationships/image" Target="/ppt/media/image9.png" Id="R3db326d8300a4e0f" /><Relationship Type="http://schemas.openxmlformats.org/officeDocument/2006/relationships/image" Target="/ppt/media/image10.png" Id="R385bc066708c44ef" /><Relationship Type="http://schemas.openxmlformats.org/officeDocument/2006/relationships/image" Target="/ppt/media/image5.svg" Id="R411b13198b7e4b00" /><Relationship Type="http://schemas.openxmlformats.org/officeDocument/2006/relationships/notesSlide" Target="/ppt/notesSlides/notesSlide15.xml" Id="R3800856889fd4a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f464b650c4417f" /><Relationship Type="http://schemas.openxmlformats.org/officeDocument/2006/relationships/notesSlide" Target="/ppt/notesSlides/notesSlide16.xml" Id="R00a61c19e17746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5e0d864e5440ef" /><Relationship Type="http://schemas.openxmlformats.org/officeDocument/2006/relationships/notesSlide" Target="/ppt/notesSlides/notesSlide17.xml" Id="Rcfac01a5b46145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b26fe3606564ee0" /><Relationship Type="http://schemas.openxmlformats.org/officeDocument/2006/relationships/image" Target="/ppt/media/image11.png" Id="R5e8e97f40a784390" /><Relationship Type="http://schemas.openxmlformats.org/officeDocument/2006/relationships/image" Target="/ppt/media/image6.svg" Id="R6d2a74ad2a944cb2" /><Relationship Type="http://schemas.openxmlformats.org/officeDocument/2006/relationships/notesSlide" Target="/ppt/notesSlides/notesSlide18.xml" Id="Rfd95f37e41e149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c5f076f2a6d48a0" /><Relationship Type="http://schemas.openxmlformats.org/officeDocument/2006/relationships/notesSlide" Target="/ppt/notesSlides/notesSlide19.xml" Id="Rc5be57ca4ee74d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9c4e08bdcee41e2" /><Relationship Type="http://schemas.openxmlformats.org/officeDocument/2006/relationships/image" Target="/ppt/media/image12.png" Id="R48cea983357441da" /><Relationship Type="http://schemas.openxmlformats.org/officeDocument/2006/relationships/notesSlide" Target="/ppt/notesSlides/notesSlide20.xml" Id="Recc953eb354b47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a6644e06ba4e67" /><Relationship Type="http://schemas.openxmlformats.org/officeDocument/2006/relationships/notesSlide" Target="/ppt/notesSlides/notesSlide21.xml" Id="Rd0503fc6c0a54a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dae820cbc147b5" /><Relationship Type="http://schemas.openxmlformats.org/officeDocument/2006/relationships/notesSlide" Target="/ppt/notesSlides/notesSlide22.xml" Id="R9f65b66ecd5443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e4e4732c2924dc0" /><Relationship Type="http://schemas.openxmlformats.org/officeDocument/2006/relationships/notesSlide" Target="/ppt/notesSlides/notesSlide23.xml" Id="Raf05a13088bc4a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096a3ccad494ee4" /><Relationship Type="http://schemas.openxmlformats.org/officeDocument/2006/relationships/notesSlide" Target="/ppt/notesSlides/notesSlide24.xml" Id="Rece0c31948d742e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87b7305df94989" /><Relationship Type="http://schemas.openxmlformats.org/officeDocument/2006/relationships/notesSlide" Target="/ppt/notesSlides/notesSlide25.xml" Id="R8aa8cf5dce2f402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eb083001924144" /><Relationship Type="http://schemas.openxmlformats.org/officeDocument/2006/relationships/notesSlide" Target="/ppt/notesSlides/notesSlide26.xml" Id="R4ec75be4aaa048f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ed25464d5bc4372" /><Relationship Type="http://schemas.openxmlformats.org/officeDocument/2006/relationships/notesSlide" Target="/ppt/notesSlides/notesSlide27.xml" Id="R8a33c53149314f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451b4dbec134808" /><Relationship Type="http://schemas.openxmlformats.org/officeDocument/2006/relationships/image" Target="/ppt/media/image13.png" Id="Red58a6f9d1a34e2d" /><Relationship Type="http://schemas.openxmlformats.org/officeDocument/2006/relationships/notesSlide" Target="/ppt/notesSlides/notesSlide28.xml" Id="R8f2b4451da7d42e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0bd738c60f7487d" /><Relationship Type="http://schemas.openxmlformats.org/officeDocument/2006/relationships/image" Target="/ppt/media/image14.png" Id="R9dee1872746a4a59" /><Relationship Type="http://schemas.openxmlformats.org/officeDocument/2006/relationships/notesSlide" Target="/ppt/notesSlides/notesSlide29.xml" Id="Rd49049d8f0784e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626b7dd05df4bb0" /><Relationship Type="http://schemas.openxmlformats.org/officeDocument/2006/relationships/notesSlide" Target="/ppt/notesSlides/notesSlide30.xml" Id="Ra1730e32d79c4f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f337f2a6e8b4ec6" /><Relationship Type="http://schemas.openxmlformats.org/officeDocument/2006/relationships/notesSlide" Target="/ppt/notesSlides/notesSlide31.xml" Id="Rda4fdc6d1ba74cf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7c5c60ae2524446" /><Relationship Type="http://schemas.openxmlformats.org/officeDocument/2006/relationships/notesSlide" Target="/ppt/notesSlides/notesSlide32.xml" Id="R3a42e9dd74ff4ce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69d55d1506149bf" /><Relationship Type="http://schemas.openxmlformats.org/officeDocument/2006/relationships/notesSlide" Target="/ppt/notesSlides/notesSlide33.xml" Id="R3bd7e7ab2c7b46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2587afa97534c55" /><Relationship Type="http://schemas.openxmlformats.org/officeDocument/2006/relationships/notesSlide" Target="/ppt/notesSlides/notesSlide34.xml" Id="R62461041e1cf411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ef12af4453a470e" /><Relationship Type="http://schemas.openxmlformats.org/officeDocument/2006/relationships/notesSlide" Target="/ppt/notesSlides/notesSlide35.xml" Id="Rc9cc471bcdfb4a0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b74887e15be4ecf" /><Relationship Type="http://schemas.openxmlformats.org/officeDocument/2006/relationships/notesSlide" Target="/ppt/notesSlides/notesSlide36.xml" Id="R483bc75f1ad14c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a6c1ed3eb0845a5" /><Relationship Type="http://schemas.openxmlformats.org/officeDocument/2006/relationships/notesSlide" Target="/ppt/notesSlides/notesSlide37.xml" Id="R49ece448a4ca4f3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ffaa0fb432b4f9b" /><Relationship Type="http://schemas.openxmlformats.org/officeDocument/2006/relationships/image" Target="/ppt/media/image15.png" Id="R70fb35e7a1a24c05" /><Relationship Type="http://schemas.openxmlformats.org/officeDocument/2006/relationships/notesSlide" Target="/ppt/notesSlides/notesSlide38.xml" Id="R35492970f6724ed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bd50a55de7947a6" /><Relationship Type="http://schemas.openxmlformats.org/officeDocument/2006/relationships/notesSlide" Target="/ppt/notesSlides/notesSlide39.xml" Id="R4e3ec248f5d645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6a31ceb52ca4ccb" /><Relationship Type="http://schemas.openxmlformats.org/officeDocument/2006/relationships/notesSlide" Target="/ppt/notesSlides/notesSlide40.xml" Id="R7b85b76731064b5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60b572dd2e84520" /><Relationship Type="http://schemas.openxmlformats.org/officeDocument/2006/relationships/notesSlide" Target="/ppt/notesSlides/notesSlide41.xml" Id="R88d6a356e88f4c8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373e59720ed46f1" /><Relationship Type="http://schemas.openxmlformats.org/officeDocument/2006/relationships/notesSlide" Target="/ppt/notesSlides/notesSlide42.xml" Id="Rc3b0d1f6e27d489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b8ced42b12b4cb4" /><Relationship Type="http://schemas.openxmlformats.org/officeDocument/2006/relationships/image" Target="/ppt/media/image2.jpeg" Id="R161bb0eec6584cc3" /><Relationship Type="http://schemas.openxmlformats.org/officeDocument/2006/relationships/notesSlide" Target="/ppt/notesSlides/notesSlide43.xml" Id="Rf49c29f8b7a84ce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f2a2b5c101a4edd" /><Relationship Type="http://schemas.openxmlformats.org/officeDocument/2006/relationships/notesSlide" Target="/ppt/notesSlides/notesSlide44.xml" Id="Rc0c7eef4007a4fe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ea838f5f5d44358" /><Relationship Type="http://schemas.openxmlformats.org/officeDocument/2006/relationships/notesSlide" Target="/ppt/notesSlides/notesSlide45.xml" Id="R58c9eafe275144b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8fd1177e2f74f0e" /><Relationship Type="http://schemas.openxmlformats.org/officeDocument/2006/relationships/notesSlide" Target="/ppt/notesSlides/notesSlide46.xml" Id="Rca66fd53f6b34ad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3923e6838b54494" /><Relationship Type="http://schemas.openxmlformats.org/officeDocument/2006/relationships/notesSlide" Target="/ppt/notesSlides/notesSlide47.xml" Id="R96e4741fc1ab477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636a888fa384633" /><Relationship Type="http://schemas.openxmlformats.org/officeDocument/2006/relationships/notesSlide" Target="/ppt/notesSlides/notesSlide48.xml" Id="R79a825bf7b364f8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4604d634a184eb9" /><Relationship Type="http://schemas.openxmlformats.org/officeDocument/2006/relationships/notesSlide" Target="/ppt/notesSlides/notesSlide49.xml" Id="R0a3dd2ce63484b9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5337e8dd21b4d93" /><Relationship Type="http://schemas.openxmlformats.org/officeDocument/2006/relationships/image" Target="/ppt/media/image16.png" Id="R1ee5be7ef5414292" /><Relationship Type="http://schemas.openxmlformats.org/officeDocument/2006/relationships/image" Target="/ppt/media/image7.svg" Id="R9460eb71d6f04e5f" /><Relationship Type="http://schemas.openxmlformats.org/officeDocument/2006/relationships/notesSlide" Target="/ppt/notesSlides/notesSlide50.xml" Id="R28ad8a37cadd40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e5e600bb8b04ac2" /><Relationship Type="http://schemas.openxmlformats.org/officeDocument/2006/relationships/notesSlide" Target="/ppt/notesSlides/notesSlide51.xml" Id="R4adf08e8aa15409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2adfa230d524775" /><Relationship Type="http://schemas.openxmlformats.org/officeDocument/2006/relationships/notesSlide" Target="/ppt/notesSlides/notesSlide52.xml" Id="R14ceff5ca263463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628befb5cd24dfc" /><Relationship Type="http://schemas.openxmlformats.org/officeDocument/2006/relationships/notesSlide" Target="/ppt/notesSlides/notesSlide53.xml" Id="Re8e244ac69204af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527ef869a3e41b2" /><Relationship Type="http://schemas.openxmlformats.org/officeDocument/2006/relationships/image" Target="/ppt/media/image17.png" Id="Re56aa54e522a4779" /><Relationship Type="http://schemas.openxmlformats.org/officeDocument/2006/relationships/notesSlide" Target="/ppt/notesSlides/notesSlide54.xml" Id="R053889fca93c499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39f98d2bc09453e" /><Relationship Type="http://schemas.openxmlformats.org/officeDocument/2006/relationships/image" Target="/ppt/media/image12.png" Id="R72362af8fa564c26" /><Relationship Type="http://schemas.openxmlformats.org/officeDocument/2006/relationships/notesSlide" Target="/ppt/notesSlides/notesSlide55.xml" Id="R37dbddc9e5c7480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790bcf5021d4c25" /><Relationship Type="http://schemas.openxmlformats.org/officeDocument/2006/relationships/hyperlink" Target="https://www.inceptionlabs.ai/blog/introducing-mercury-2" TargetMode="External" Id="R3cc682cace9d44e3" /><Relationship Type="http://schemas.openxmlformats.org/officeDocument/2006/relationships/notesSlide" Target="/ppt/notesSlides/notesSlide56.xml" Id="R46ea68bc546344d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2e9ce3f41d44773" /><Relationship Type="http://schemas.openxmlformats.org/officeDocument/2006/relationships/notesSlide" Target="/ppt/notesSlides/notesSlide57.xml" Id="R16824a778f6546a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825adf55c9245d9" /><Relationship Type="http://schemas.openxmlformats.org/officeDocument/2006/relationships/notesSlide" Target="/ppt/notesSlides/notesSlide58.xml" Id="Reb34c82ef4474a0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8ee11170c863431c" /><Relationship Type="http://schemas.openxmlformats.org/officeDocument/2006/relationships/notesSlide" Target="/ppt/notesSlides/notesSlide59.xml" Id="R7bd2ba9e35804b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75fed0782a7f486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a635917a044a42f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93a3a89c211e484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3bad86ec72c640e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befef3b8e28a4e9e">
            <a:extLst>
              <a:ext uri="{96DAC541-7B7A-43D3-8B79-37D633B846F1}">
                <asvg:svgBlip xmlns:asvg="http://schemas.microsoft.com/office/drawing/2016/SVG/main" r:embed="Rd2b271e1ac174d3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07b09f569b994774">
            <a:extLst>
              <a:ext uri="{96DAC541-7B7A-43D3-8B79-37D633B846F1}">
                <asvg:svgBlip xmlns:asvg="http://schemas.microsoft.com/office/drawing/2016/SVG/main" r:embed="Redf7c40588d34f5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solidguide_flipV">
            <a:extLst xmlns:a="http://schemas.openxmlformats.org/drawingml/2006/main">
              <a:ext uri="{FF2B5EF4-FFF2-40B4-BE49-F238E27FC236}">
                <a16:creationId xmlns:a16="http://schemas.microsoft.com/office/drawing/2014/main" id="{1E6154A2-D60F-068C-B021-62AD75391E6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4de138f32939434f">
            <a:extLst>
              <a:ext uri="{96DAC541-7B7A-43D3-8B79-37D633B846F1}">
                <asvg:svgBlip xmlns:asvg="http://schemas.microsoft.com/office/drawing/2016/SVG/main" r:embed="R41a2043c7de74b2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547d0f45ba954483"/>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ed19f7fbbabb4530"/>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55bbac9fd1eb4e28">
            <a:extLst>
              <a:ext uri="{96DAC541-7B7A-43D3-8B79-37D633B846F1}">
                <asvg:svgBlip xmlns:asvg="http://schemas.microsoft.com/office/drawing/2016/SVG/main" r:embed="Rd2cf6d00170649a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ad4862feab554c60">
            <a:extLst>
              <a:ext uri="{96DAC541-7B7A-43D3-8B79-37D633B846F1}">
                <asvg:svgBlip xmlns:asvg="http://schemas.microsoft.com/office/drawing/2016/SVG/main" r:embed="R767b23fefc87417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24692c1ec6f24972"/>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3db326d8300a4e0f"/>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385bc066708c44ef">
            <a:extLst>
              <a:ext uri="{96DAC541-7B7A-43D3-8B79-37D633B846F1}">
                <asvg:svgBlip xmlns:asvg="http://schemas.microsoft.com/office/drawing/2016/SVG/main" r:embed="R411b13198b7e4b0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cxnSp>
        <p:nvCxnSpPr>
          <p:cNvPr id="2036758887"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88"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89"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0"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1"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2"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3"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4"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5"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6"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7"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8"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99"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0"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1"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2"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3"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4"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5"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6"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7"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8"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09"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0"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1"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2"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3"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4"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5"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6"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7"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8"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19"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0"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1"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2"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3"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4"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5"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6"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7"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8"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29"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0"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1"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2"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3"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4"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5"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36"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
        <p:nvSpPr>
          <p:cNvPr id="1953172436" name="">
            <a:extLst xmlns:a="http://schemas.openxmlformats.org/drawingml/2006/main">
              <a:ext uri="{FF2B5EF4-FFF2-40B4-BE49-F238E27FC236}">
                <a16:creationId xmlns:a16="http://schemas.microsoft.com/office/drawing/2014/main" id="{23A3CB16-DB53-4E2A-80F0-697C320A22A7}"/>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defRPr>
            </a:pPr>
            <a:r>
              <a:rPr sz="1350" b="1">
                <a:solidFill>
                  <a:srgbClr val="667085"/>
                </a:solidFill>
              </a:rPr>
              <a:t>input</a:t>
            </a:r>
          </a:p>
        </p:txBody>
      </p:sp>
      <p:sp>
        <p:nvSpPr>
          <p:cNvPr id="1953172437" name="">
            <a:extLst xmlns:a="http://schemas.openxmlformats.org/drawingml/2006/main">
              <a:ext uri="{FF2B5EF4-FFF2-40B4-BE49-F238E27FC236}">
                <a16:creationId xmlns:a16="http://schemas.microsoft.com/office/drawing/2014/main" id="{CB2AD5F0-5E6A-443E-8850-73D23958CCAA}"/>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defRPr>
            </a:pPr>
            <a:r>
              <a:rPr sz="1350" b="1">
                <a:solidFill>
                  <a:srgbClr val="667085"/>
                </a:solidFill>
              </a:rPr>
              <a:t>hidden 1</a:t>
            </a:r>
          </a:p>
          <a:p xmlns:a="http://schemas.openxmlformats.org/drawingml/2006/main">
            <a:pPr algn="ctr">
              <a:defRPr sz="1350" b="1">
                <a:solidFill>
                  <a:srgbClr val="667085"/>
                </a:solidFill>
              </a:defRPr>
            </a:pPr>
            <a:r>
              <a:rPr sz="1350" b="1">
                <a:solidFill>
                  <a:srgbClr val="667085"/>
                </a:solidFill>
              </a:rPr>
              <a:t>width = 1</a:t>
            </a:r>
          </a:p>
        </p:txBody>
      </p:sp>
      <p:sp>
        <p:nvSpPr>
          <p:cNvPr id="1953172438" name="">
            <a:extLst xmlns:a="http://schemas.openxmlformats.org/drawingml/2006/main">
              <a:ext uri="{FF2B5EF4-FFF2-40B4-BE49-F238E27FC236}">
                <a16:creationId xmlns:a16="http://schemas.microsoft.com/office/drawing/2014/main" id="{FCABD426-0759-4ABC-86CD-2E7A3212EFD5}"/>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defRPr>
            </a:pPr>
            <a:r>
              <a:rPr sz="1350" b="1">
                <a:solidFill>
                  <a:srgbClr val="667085"/>
                </a:solidFill>
              </a:rPr>
              <a:t>hidden 2</a:t>
            </a:r>
          </a:p>
          <a:p xmlns:a="http://schemas.openxmlformats.org/drawingml/2006/main">
            <a:pPr algn="ctr">
              <a:defRPr sz="1350" b="1">
                <a:solidFill>
                  <a:srgbClr val="667085"/>
                </a:solidFill>
              </a:defRPr>
            </a:pPr>
            <a:r>
              <a:rPr sz="1350" b="1">
                <a:solidFill>
                  <a:srgbClr val="667085"/>
                </a:solidFill>
              </a:rPr>
              <a:t>width = 1</a:t>
            </a:r>
          </a:p>
        </p:txBody>
      </p:sp>
      <p:sp>
        <p:nvSpPr>
          <p:cNvPr id="1953172439" name="">
            <a:extLst xmlns:a="http://schemas.openxmlformats.org/drawingml/2006/main">
              <a:ext uri="{FF2B5EF4-FFF2-40B4-BE49-F238E27FC236}">
                <a16:creationId xmlns:a16="http://schemas.microsoft.com/office/drawing/2014/main" id="{90AD7798-DD37-4334-8828-57900797545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defRPr>
            </a:pPr>
            <a:r>
              <a:rPr sz="1350" b="1">
                <a:solidFill>
                  <a:srgbClr val="667085"/>
                </a:solidFill>
              </a:rPr>
              <a:t>linear output</a:t>
            </a:r>
          </a:p>
        </p:txBody>
      </p:sp>
      <p:sp>
        <p:nvSpPr>
          <p:cNvPr id="1953172440" name="">
            <a:extLst xmlns:a="http://schemas.openxmlformats.org/drawingml/2006/main">
              <a:ext uri="{FF2B5EF4-FFF2-40B4-BE49-F238E27FC236}">
                <a16:creationId xmlns:a16="http://schemas.microsoft.com/office/drawing/2014/main" id="{F3649D01-BADF-4915-BFF9-F32837EA89FF}"/>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563EB"/>
                </a:solidFill>
              </a:defRPr>
            </a:pPr>
            <a:r>
              <a:rPr sz="1650" b="1">
                <a:solidFill>
                  <a:srgbClr val="2563EB"/>
                </a:solidFill>
              </a:rPr>
              <a:t>hidden activation:  σ(z) = 1 / (1 + e⁻ᶻ)</a:t>
            </a:r>
          </a:p>
        </p:txBody>
      </p:sp>
      <p:sp>
        <p:nvSpPr>
          <p:cNvPr id="1953172441" name="">
            <a:extLst xmlns:a="http://schemas.openxmlformats.org/drawingml/2006/main">
              <a:ext uri="{FF2B5EF4-FFF2-40B4-BE49-F238E27FC236}">
                <a16:creationId xmlns:a16="http://schemas.microsoft.com/office/drawing/2014/main" id="{28C68547-F7A1-4EAA-836F-BBA914933DD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5e8e97f40a784390">
            <a:extLst>
              <a:ext uri="{96DAC541-7B7A-43D3-8B79-37D633B846F1}">
                <asvg:svgBlip xmlns:asvg="http://schemas.microsoft.com/office/drawing/2016/SVG/main" r:embed="R6d2a74ad2a944cb2"/>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48cea983357441da"/>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ed58a6f9d1a34e2d"/>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9dee1872746a4a59"/>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70fb35e7a1a24c05"/>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161bb0eec6584cc3"/>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1ee5be7ef5414292">
            <a:extLst>
              <a:ext uri="{96DAC541-7B7A-43D3-8B79-37D633B846F1}">
                <asvg:svgBlip xmlns:asvg="http://schemas.microsoft.com/office/drawing/2016/SVG/main" r:embed="R9460eb71d6f04e5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e56aa54e522a4779"/>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pic>
        <p:nvPicPr>
          <p:cNvPr id="1495975742" name="Picture 1495975738"/>
          <p:cNvPicPr>
            <a:picLocks xmlns:a="http://schemas.openxmlformats.org/drawingml/2006/main" noChangeAspect="1"/>
          </p:cNvPicPr>
          <p:nvPr/>
        </p:nvPicPr>
        <p:blipFill>
          <a:blip xmlns:r="http://schemas.openxmlformats.org/officeDocument/2006/relationships" xmlns:a="http://schemas.openxmlformats.org/drawingml/2006/main" r:embed="R72362af8fa564c26"/>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3cc682cace9d44e3"/>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2026-07-27T08:25:37.0460000Z</dcterms:created>
  <dcterms:modified xsi:type="dcterms:W3CDTF">2026-07-27T08:25:37.0460000Z</dcterms:modified>
</coreProperties>
</file>