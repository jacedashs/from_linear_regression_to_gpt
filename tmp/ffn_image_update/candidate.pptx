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804f08aa954025" /><Relationship Type="http://schemas.openxmlformats.org/officeDocument/2006/relationships/extended-properties" Target="/docProps/app.xml" Id="R837c13813b4a45bf" /><Relationship Type="http://schemas.openxmlformats.org/officeDocument/2006/relationships/officeDocument" Target="/ppt/presentation.xml" Id="R9cbb3e14116d4114" /></Relationships>
</file>

<file path=ppt/presentation.xml><?xml version="1.0" encoding="utf-8"?>
<p:presentation xmlns:p="http://schemas.openxmlformats.org/presentationml/2006/main">
  <p:sldMasterIdLst>
    <p:sldMasterId xmlns:r="http://schemas.openxmlformats.org/officeDocument/2006/relationships" id="2147483648" r:id="R405b297dc8b1403e"/>
  </p:sldMasterIdLst>
  <p:notesMasterIdLst>
    <p:notesMasterId xmlns:r="http://schemas.openxmlformats.org/officeDocument/2006/relationships" r:id="Rd251006f382c4e79"/>
  </p:notesMasterIdLst>
  <p:sldIdLst>
    <p:sldId xmlns:r="http://schemas.openxmlformats.org/officeDocument/2006/relationships" id="256" r:id="Rc3cf7356f0144d9f"/>
    <p:sldId xmlns:r="http://schemas.openxmlformats.org/officeDocument/2006/relationships" id="257" r:id="R35bbe199673944fd"/>
    <p:sldId xmlns:r="http://schemas.openxmlformats.org/officeDocument/2006/relationships" id="258" r:id="Rddf4175589484a12"/>
    <p:sldId xmlns:r="http://schemas.openxmlformats.org/officeDocument/2006/relationships" id="259" r:id="Raae4ea67f41d4a51"/>
    <p:sldId xmlns:r="http://schemas.openxmlformats.org/officeDocument/2006/relationships" id="260" r:id="R92a825540b7a4502"/>
    <p:sldId xmlns:r="http://schemas.openxmlformats.org/officeDocument/2006/relationships" id="261" r:id="R4cb21c3a63f64ecc"/>
    <p:sldId xmlns:r="http://schemas.openxmlformats.org/officeDocument/2006/relationships" id="262" r:id="Ra628a90460a248ab"/>
    <p:sldId xmlns:r="http://schemas.openxmlformats.org/officeDocument/2006/relationships" id="263" r:id="R3f6c1e6809744daf"/>
    <p:sldId xmlns:r="http://schemas.openxmlformats.org/officeDocument/2006/relationships" id="264" r:id="Rbc735220167b44fb"/>
    <p:sldId xmlns:r="http://schemas.openxmlformats.org/officeDocument/2006/relationships" id="265" r:id="R61bfc2cf619d4129"/>
    <p:sldId xmlns:r="http://schemas.openxmlformats.org/officeDocument/2006/relationships" id="266" r:id="R5ccca52996e44b83"/>
    <p:sldId xmlns:r="http://schemas.openxmlformats.org/officeDocument/2006/relationships" id="267" r:id="Re44947c2bbf2487e"/>
    <p:sldId xmlns:r="http://schemas.openxmlformats.org/officeDocument/2006/relationships" id="268" r:id="Rcac208880c204762"/>
    <p:sldId xmlns:r="http://schemas.openxmlformats.org/officeDocument/2006/relationships" id="269" r:id="R3f5c18055f22402d"/>
    <p:sldId xmlns:r="http://schemas.openxmlformats.org/officeDocument/2006/relationships" id="270" r:id="Ra392360308204c11"/>
    <p:sldId xmlns:r="http://schemas.openxmlformats.org/officeDocument/2006/relationships" id="271" r:id="R81442fda416c4518"/>
    <p:sldId xmlns:r="http://schemas.openxmlformats.org/officeDocument/2006/relationships" id="272" r:id="Rfab2d5bb468840fe"/>
    <p:sldId xmlns:r="http://schemas.openxmlformats.org/officeDocument/2006/relationships" id="273" r:id="Rcfb208394b754409"/>
    <p:sldId xmlns:r="http://schemas.openxmlformats.org/officeDocument/2006/relationships" id="274" r:id="R2208786f0de240fe"/>
    <p:sldId xmlns:r="http://schemas.openxmlformats.org/officeDocument/2006/relationships" id="275" r:id="R994fbf8bfae44f5c"/>
    <p:sldId xmlns:r="http://schemas.openxmlformats.org/officeDocument/2006/relationships" id="276" r:id="R2ab525ed4a144e37"/>
    <p:sldId xmlns:r="http://schemas.openxmlformats.org/officeDocument/2006/relationships" id="277" r:id="R061c62e67c21419b"/>
    <p:sldId xmlns:r="http://schemas.openxmlformats.org/officeDocument/2006/relationships" id="278" r:id="R52781773b82a4ae3"/>
    <p:sldId xmlns:r="http://schemas.openxmlformats.org/officeDocument/2006/relationships" id="279" r:id="Re0b7438dee1b4133"/>
    <p:sldId xmlns:r="http://schemas.openxmlformats.org/officeDocument/2006/relationships" id="280" r:id="Re13baa09dd204b0e"/>
    <p:sldId xmlns:r="http://schemas.openxmlformats.org/officeDocument/2006/relationships" id="281" r:id="R60ce0758d1544424"/>
    <p:sldId xmlns:r="http://schemas.openxmlformats.org/officeDocument/2006/relationships" id="282" r:id="R6f5a60111d23465f"/>
    <p:sldId xmlns:r="http://schemas.openxmlformats.org/officeDocument/2006/relationships" id="283" r:id="Rd6ef0c5878604dc9"/>
    <p:sldId xmlns:r="http://schemas.openxmlformats.org/officeDocument/2006/relationships" id="284" r:id="Rdffd186e01bf495a"/>
    <p:sldId xmlns:r="http://schemas.openxmlformats.org/officeDocument/2006/relationships" id="285" r:id="R1f9ea971836e41ff"/>
    <p:sldId xmlns:r="http://schemas.openxmlformats.org/officeDocument/2006/relationships" id="286" r:id="Rb8dbc4c5c8c641f9"/>
    <p:sldId xmlns:r="http://schemas.openxmlformats.org/officeDocument/2006/relationships" id="287" r:id="R7e0635a3fa8c4b81"/>
    <p:sldId xmlns:r="http://schemas.openxmlformats.org/officeDocument/2006/relationships" id="288" r:id="Re1cae1ea8d214727"/>
    <p:sldId xmlns:r="http://schemas.openxmlformats.org/officeDocument/2006/relationships" id="289" r:id="R07d6edf8847f45ee"/>
    <p:sldId xmlns:r="http://schemas.openxmlformats.org/officeDocument/2006/relationships" id="290" r:id="R267ea227e4ab4d11"/>
    <p:sldId xmlns:r="http://schemas.openxmlformats.org/officeDocument/2006/relationships" id="291" r:id="R635db35340764e31"/>
    <p:sldId xmlns:r="http://schemas.openxmlformats.org/officeDocument/2006/relationships" id="292" r:id="Rb3858ad86d404039"/>
    <p:sldId xmlns:r="http://schemas.openxmlformats.org/officeDocument/2006/relationships" id="293" r:id="Rc79b0c4ba9eb4a4b"/>
    <p:sldId xmlns:r="http://schemas.openxmlformats.org/officeDocument/2006/relationships" id="294" r:id="Rcddbed041a9f4c22"/>
    <p:sldId xmlns:r="http://schemas.openxmlformats.org/officeDocument/2006/relationships" id="295" r:id="Rca948586072c4b69"/>
    <p:sldId xmlns:r="http://schemas.openxmlformats.org/officeDocument/2006/relationships" id="296" r:id="R870f9a2a20374a33"/>
    <p:sldId xmlns:r="http://schemas.openxmlformats.org/officeDocument/2006/relationships" id="297" r:id="Reabb68ce8ead49e1"/>
    <p:sldId xmlns:r="http://schemas.openxmlformats.org/officeDocument/2006/relationships" id="298" r:id="R39a2aa6be30a433d"/>
    <p:sldId xmlns:r="http://schemas.openxmlformats.org/officeDocument/2006/relationships" id="299" r:id="R37d54257a3e04c9b"/>
    <p:sldId xmlns:r="http://schemas.openxmlformats.org/officeDocument/2006/relationships" id="300" r:id="Ra0c52d4c61574eb8"/>
    <p:sldId xmlns:r="http://schemas.openxmlformats.org/officeDocument/2006/relationships" id="301" r:id="R33ee4e4d25904a48"/>
    <p:sldId xmlns:r="http://schemas.openxmlformats.org/officeDocument/2006/relationships" id="302" r:id="Rc96354caa2e34395"/>
    <p:sldId xmlns:r="http://schemas.openxmlformats.org/officeDocument/2006/relationships" id="303" r:id="R0ea5229a065b4966"/>
    <p:sldId xmlns:r="http://schemas.openxmlformats.org/officeDocument/2006/relationships" id="304" r:id="R08b46b7e6f5a4f79"/>
    <p:sldId xmlns:r="http://schemas.openxmlformats.org/officeDocument/2006/relationships" id="305" r:id="R02a8ef80641248a2"/>
    <p:sldId xmlns:r="http://schemas.openxmlformats.org/officeDocument/2006/relationships" id="306" r:id="R84364467a1294264"/>
    <p:sldId xmlns:r="http://schemas.openxmlformats.org/officeDocument/2006/relationships" id="307" r:id="R4ca26253c20a4e79"/>
    <p:sldId xmlns:r="http://schemas.openxmlformats.org/officeDocument/2006/relationships" id="308" r:id="Rc5a98cb0bd7f4640"/>
    <p:sldId xmlns:r="http://schemas.openxmlformats.org/officeDocument/2006/relationships" id="309" r:id="Rfc2457bd23e247e9"/>
    <p:sldId xmlns:r="http://schemas.openxmlformats.org/officeDocument/2006/relationships" id="310" r:id="Rf57bafae34574902"/>
    <p:sldId xmlns:r="http://schemas.openxmlformats.org/officeDocument/2006/relationships" id="311" r:id="R2409d2646c594350"/>
    <p:sldId xmlns:r="http://schemas.openxmlformats.org/officeDocument/2006/relationships" id="312" r:id="R888035f451e74923"/>
    <p:sldId xmlns:r="http://schemas.openxmlformats.org/officeDocument/2006/relationships" id="313" r:id="Rc63246a5b53d46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c51a49b8634255" /><Relationship Type="http://schemas.openxmlformats.org/officeDocument/2006/relationships/slideMaster" Target="/ppt/slideMasters/slideMaster1.xml" Id="R405b297dc8b1403e" /><Relationship Type="http://schemas.openxmlformats.org/officeDocument/2006/relationships/notesMaster" Target="/ppt/notesMasters/notesMaster1.xml" Id="Rd251006f382c4e79" /><Relationship Type="http://schemas.openxmlformats.org/officeDocument/2006/relationships/presProps" Target="/ppt/presProps.xml" Id="R191a09a44f1447ee" /><Relationship Type="http://schemas.openxmlformats.org/officeDocument/2006/relationships/tableStyles" Target="/ppt/tableStyles.xml" Id="R0d71eabb7d0c44e3" /><Relationship Type="http://schemas.openxmlformats.org/officeDocument/2006/relationships/slide" Target="/ppt/slides/slide1.xml" Id="Rc3cf7356f0144d9f" /><Relationship Type="http://schemas.openxmlformats.org/officeDocument/2006/relationships/slide" Target="/ppt/slides/slide2.xml" Id="R35bbe199673944fd" /><Relationship Type="http://schemas.openxmlformats.org/officeDocument/2006/relationships/slide" Target="/ppt/slides/slide3.xml" Id="Rddf4175589484a12" /><Relationship Type="http://schemas.openxmlformats.org/officeDocument/2006/relationships/slide" Target="/ppt/slides/slide4.xml" Id="Raae4ea67f41d4a51" /><Relationship Type="http://schemas.openxmlformats.org/officeDocument/2006/relationships/slide" Target="/ppt/slides/slide5.xml" Id="R92a825540b7a4502" /><Relationship Type="http://schemas.openxmlformats.org/officeDocument/2006/relationships/slide" Target="/ppt/slides/slide6.xml" Id="R4cb21c3a63f64ecc" /><Relationship Type="http://schemas.openxmlformats.org/officeDocument/2006/relationships/slide" Target="/ppt/slides/slide7.xml" Id="Ra628a90460a248ab" /><Relationship Type="http://schemas.openxmlformats.org/officeDocument/2006/relationships/slide" Target="/ppt/slides/slide8.xml" Id="R3f6c1e6809744daf" /><Relationship Type="http://schemas.openxmlformats.org/officeDocument/2006/relationships/slide" Target="/ppt/slides/slide9.xml" Id="Rbc735220167b44fb" /><Relationship Type="http://schemas.openxmlformats.org/officeDocument/2006/relationships/slide" Target="/ppt/slides/slide10.xml" Id="R61bfc2cf619d4129" /><Relationship Type="http://schemas.openxmlformats.org/officeDocument/2006/relationships/slide" Target="/ppt/slides/slide11.xml" Id="R5ccca52996e44b83" /><Relationship Type="http://schemas.openxmlformats.org/officeDocument/2006/relationships/slide" Target="/ppt/slides/slide12.xml" Id="Re44947c2bbf2487e" /><Relationship Type="http://schemas.openxmlformats.org/officeDocument/2006/relationships/slide" Target="/ppt/slides/slide13.xml" Id="Rcac208880c204762" /><Relationship Type="http://schemas.openxmlformats.org/officeDocument/2006/relationships/slide" Target="/ppt/slides/slide14.xml" Id="R3f5c18055f22402d" /><Relationship Type="http://schemas.openxmlformats.org/officeDocument/2006/relationships/slide" Target="/ppt/slides/slide15.xml" Id="Ra392360308204c11" /><Relationship Type="http://schemas.openxmlformats.org/officeDocument/2006/relationships/slide" Target="/ppt/slides/slide16.xml" Id="R81442fda416c4518" /><Relationship Type="http://schemas.openxmlformats.org/officeDocument/2006/relationships/slide" Target="/ppt/slides/slide17.xml" Id="Rfab2d5bb468840fe" /><Relationship Type="http://schemas.openxmlformats.org/officeDocument/2006/relationships/slide" Target="/ppt/slides/slide18.xml" Id="Rcfb208394b754409" /><Relationship Type="http://schemas.openxmlformats.org/officeDocument/2006/relationships/slide" Target="/ppt/slides/slide19.xml" Id="R2208786f0de240fe" /><Relationship Type="http://schemas.openxmlformats.org/officeDocument/2006/relationships/slide" Target="/ppt/slides/slide20.xml" Id="R994fbf8bfae44f5c" /><Relationship Type="http://schemas.openxmlformats.org/officeDocument/2006/relationships/slide" Target="/ppt/slides/slide21.xml" Id="R2ab525ed4a144e37" /><Relationship Type="http://schemas.openxmlformats.org/officeDocument/2006/relationships/slide" Target="/ppt/slides/slide22.xml" Id="R061c62e67c21419b" /><Relationship Type="http://schemas.openxmlformats.org/officeDocument/2006/relationships/slide" Target="/ppt/slides/slide23.xml" Id="R52781773b82a4ae3" /><Relationship Type="http://schemas.openxmlformats.org/officeDocument/2006/relationships/slide" Target="/ppt/slides/slide24.xml" Id="Re0b7438dee1b4133" /><Relationship Type="http://schemas.openxmlformats.org/officeDocument/2006/relationships/slide" Target="/ppt/slides/slide25.xml" Id="Re13baa09dd204b0e" /><Relationship Type="http://schemas.openxmlformats.org/officeDocument/2006/relationships/slide" Target="/ppt/slides/slide26.xml" Id="R60ce0758d1544424" /><Relationship Type="http://schemas.openxmlformats.org/officeDocument/2006/relationships/slide" Target="/ppt/slides/slide27.xml" Id="R6f5a60111d23465f" /><Relationship Type="http://schemas.openxmlformats.org/officeDocument/2006/relationships/slide" Target="/ppt/slides/slide28.xml" Id="Rd6ef0c5878604dc9" /><Relationship Type="http://schemas.openxmlformats.org/officeDocument/2006/relationships/slide" Target="/ppt/slides/slide29.xml" Id="Rdffd186e01bf495a" /><Relationship Type="http://schemas.openxmlformats.org/officeDocument/2006/relationships/slide" Target="/ppt/slides/slide30.xml" Id="R1f9ea971836e41ff" /><Relationship Type="http://schemas.openxmlformats.org/officeDocument/2006/relationships/slide" Target="/ppt/slides/slide31.xml" Id="Rb8dbc4c5c8c641f9" /><Relationship Type="http://schemas.openxmlformats.org/officeDocument/2006/relationships/slide" Target="/ppt/slides/slide32.xml" Id="R7e0635a3fa8c4b81" /><Relationship Type="http://schemas.openxmlformats.org/officeDocument/2006/relationships/slide" Target="/ppt/slides/slide33.xml" Id="Re1cae1ea8d214727" /><Relationship Type="http://schemas.openxmlformats.org/officeDocument/2006/relationships/slide" Target="/ppt/slides/slide34.xml" Id="R07d6edf8847f45ee" /><Relationship Type="http://schemas.openxmlformats.org/officeDocument/2006/relationships/slide" Target="/ppt/slides/slide35.xml" Id="R267ea227e4ab4d11" /><Relationship Type="http://schemas.openxmlformats.org/officeDocument/2006/relationships/slide" Target="/ppt/slides/slide36.xml" Id="R635db35340764e31" /><Relationship Type="http://schemas.openxmlformats.org/officeDocument/2006/relationships/slide" Target="/ppt/slides/slide37.xml" Id="Rb3858ad86d404039" /><Relationship Type="http://schemas.openxmlformats.org/officeDocument/2006/relationships/slide" Target="/ppt/slides/slide38.xml" Id="Rc79b0c4ba9eb4a4b" /><Relationship Type="http://schemas.openxmlformats.org/officeDocument/2006/relationships/slide" Target="/ppt/slides/slide39.xml" Id="Rcddbed041a9f4c22" /><Relationship Type="http://schemas.openxmlformats.org/officeDocument/2006/relationships/slide" Target="/ppt/slides/slide40.xml" Id="Rca948586072c4b69" /><Relationship Type="http://schemas.openxmlformats.org/officeDocument/2006/relationships/slide" Target="/ppt/slides/slide41.xml" Id="R870f9a2a20374a33" /><Relationship Type="http://schemas.openxmlformats.org/officeDocument/2006/relationships/slide" Target="/ppt/slides/slide42.xml" Id="Reabb68ce8ead49e1" /><Relationship Type="http://schemas.openxmlformats.org/officeDocument/2006/relationships/slide" Target="/ppt/slides/slide43.xml" Id="R39a2aa6be30a433d" /><Relationship Type="http://schemas.openxmlformats.org/officeDocument/2006/relationships/slide" Target="/ppt/slides/slide44.xml" Id="R37d54257a3e04c9b" /><Relationship Type="http://schemas.openxmlformats.org/officeDocument/2006/relationships/slide" Target="/ppt/slides/slide45.xml" Id="Ra0c52d4c61574eb8" /><Relationship Type="http://schemas.openxmlformats.org/officeDocument/2006/relationships/slide" Target="/ppt/slides/slide46.xml" Id="R33ee4e4d25904a48" /><Relationship Type="http://schemas.openxmlformats.org/officeDocument/2006/relationships/slide" Target="/ppt/slides/slide47.xml" Id="Rc96354caa2e34395" /><Relationship Type="http://schemas.openxmlformats.org/officeDocument/2006/relationships/slide" Target="/ppt/slides/slide48.xml" Id="R0ea5229a065b4966" /><Relationship Type="http://schemas.openxmlformats.org/officeDocument/2006/relationships/slide" Target="/ppt/slides/slide49.xml" Id="R08b46b7e6f5a4f79" /><Relationship Type="http://schemas.openxmlformats.org/officeDocument/2006/relationships/slide" Target="/ppt/slides/slide50.xml" Id="R02a8ef80641248a2" /><Relationship Type="http://schemas.openxmlformats.org/officeDocument/2006/relationships/slide" Target="/ppt/slides/slide51.xml" Id="R84364467a1294264" /><Relationship Type="http://schemas.openxmlformats.org/officeDocument/2006/relationships/slide" Target="/ppt/slides/slide52.xml" Id="R4ca26253c20a4e79" /><Relationship Type="http://schemas.openxmlformats.org/officeDocument/2006/relationships/slide" Target="/ppt/slides/slide53.xml" Id="Rc5a98cb0bd7f4640" /><Relationship Type="http://schemas.openxmlformats.org/officeDocument/2006/relationships/slide" Target="/ppt/slides/slide54.xml" Id="Rfc2457bd23e247e9" /><Relationship Type="http://schemas.openxmlformats.org/officeDocument/2006/relationships/slide" Target="/ppt/slides/slide55.xml" Id="Rf57bafae34574902" /><Relationship Type="http://schemas.openxmlformats.org/officeDocument/2006/relationships/slide" Target="/ppt/slides/slide56.xml" Id="R2409d2646c594350" /><Relationship Type="http://schemas.openxmlformats.org/officeDocument/2006/relationships/slide" Target="/ppt/slides/slide57.xml" Id="R888035f451e74923" /><Relationship Type="http://schemas.openxmlformats.org/officeDocument/2006/relationships/slide" Target="/ppt/slides/slide58.xml" Id="Rc63246a5b53d46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dd13aaa99948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8820860b8a4bfb" /><Relationship Type="http://schemas.openxmlformats.org/officeDocument/2006/relationships/notesMaster" Target="/ppt/notesMasters/notesMaster1.xml" Id="R88f65e4e4c794c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e06f19412247e6" /><Relationship Type="http://schemas.openxmlformats.org/officeDocument/2006/relationships/notesMaster" Target="/ppt/notesMasters/notesMaster1.xml" Id="Rbe133df6c77a46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804f57df864fab" /><Relationship Type="http://schemas.openxmlformats.org/officeDocument/2006/relationships/notesMaster" Target="/ppt/notesMasters/notesMaster1.xml" Id="Rc2f1edce05824f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e4f54419d642d9" /><Relationship Type="http://schemas.openxmlformats.org/officeDocument/2006/relationships/notesMaster" Target="/ppt/notesMasters/notesMaster1.xml" Id="R99573bb88eed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15a16579b249b1" /><Relationship Type="http://schemas.openxmlformats.org/officeDocument/2006/relationships/notesMaster" Target="/ppt/notesMasters/notesMaster1.xml" Id="R988c06ec309b47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236ab90cc147e9" /><Relationship Type="http://schemas.openxmlformats.org/officeDocument/2006/relationships/notesMaster" Target="/ppt/notesMasters/notesMaster1.xml" Id="R70d2e3f2a43e4d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6feb9b38d54c56" /><Relationship Type="http://schemas.openxmlformats.org/officeDocument/2006/relationships/notesMaster" Target="/ppt/notesMasters/notesMaster1.xml" Id="R481f3b0a925341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9169f2237d40a1" /><Relationship Type="http://schemas.openxmlformats.org/officeDocument/2006/relationships/notesMaster" Target="/ppt/notesMasters/notesMaster1.xml" Id="R5b5f9135160043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b8838b4ca24649" /><Relationship Type="http://schemas.openxmlformats.org/officeDocument/2006/relationships/notesMaster" Target="/ppt/notesMasters/notesMaster1.xml" Id="R72b51a5ca28646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9705c26ed6425a" /><Relationship Type="http://schemas.openxmlformats.org/officeDocument/2006/relationships/notesMaster" Target="/ppt/notesMasters/notesMaster1.xml" Id="Ra1ef3b8805bb49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f4fda6bc8c4099" /><Relationship Type="http://schemas.openxmlformats.org/officeDocument/2006/relationships/notesMaster" Target="/ppt/notesMasters/notesMaster1.xml" Id="R81a776f05fdb47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142715e68a424e" /><Relationship Type="http://schemas.openxmlformats.org/officeDocument/2006/relationships/notesMaster" Target="/ppt/notesMasters/notesMaster1.xml" Id="R5fa341d63e564f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6b4b227b314122" /><Relationship Type="http://schemas.openxmlformats.org/officeDocument/2006/relationships/notesMaster" Target="/ppt/notesMasters/notesMaster1.xml" Id="Rd10cbf53e7f947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72021858074f0f" /><Relationship Type="http://schemas.openxmlformats.org/officeDocument/2006/relationships/notesMaster" Target="/ppt/notesMasters/notesMaster1.xml" Id="Re9c312809b3744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85992a148a4b32" /><Relationship Type="http://schemas.openxmlformats.org/officeDocument/2006/relationships/notesMaster" Target="/ppt/notesMasters/notesMaster1.xml" Id="Rb2558219a7594f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45258b23b44d8f" /><Relationship Type="http://schemas.openxmlformats.org/officeDocument/2006/relationships/notesMaster" Target="/ppt/notesMasters/notesMaster1.xml" Id="R7f62087647c04e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2558f0ab0249c9" /><Relationship Type="http://schemas.openxmlformats.org/officeDocument/2006/relationships/notesMaster" Target="/ppt/notesMasters/notesMaster1.xml" Id="R0b1efbae549f49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43d93212f24582" /><Relationship Type="http://schemas.openxmlformats.org/officeDocument/2006/relationships/notesMaster" Target="/ppt/notesMasters/notesMaster1.xml" Id="Rbb59c615b82c45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95cd6486ed46de" /><Relationship Type="http://schemas.openxmlformats.org/officeDocument/2006/relationships/notesMaster" Target="/ppt/notesMasters/notesMaster1.xml" Id="R8839c5a9853b4c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5386cd97ba4fc2" /><Relationship Type="http://schemas.openxmlformats.org/officeDocument/2006/relationships/notesMaster" Target="/ppt/notesMasters/notesMaster1.xml" Id="R46984de1cfb04b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19bd7d1bb44f93" /><Relationship Type="http://schemas.openxmlformats.org/officeDocument/2006/relationships/notesMaster" Target="/ppt/notesMasters/notesMaster1.xml" Id="Ra74976ce439247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1bee22e9cc4355" /><Relationship Type="http://schemas.openxmlformats.org/officeDocument/2006/relationships/notesMaster" Target="/ppt/notesMasters/notesMaster1.xml" Id="R0257f6f83ae049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adf65934a3439e" /><Relationship Type="http://schemas.openxmlformats.org/officeDocument/2006/relationships/notesMaster" Target="/ppt/notesMasters/notesMaster1.xml" Id="R30eb1f108bcc4c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fa9090c9c74a8f" /><Relationship Type="http://schemas.openxmlformats.org/officeDocument/2006/relationships/notesMaster" Target="/ppt/notesMasters/notesMaster1.xml" Id="Rf186da92b24644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1c0845474d472d" /><Relationship Type="http://schemas.openxmlformats.org/officeDocument/2006/relationships/notesMaster" Target="/ppt/notesMasters/notesMaster1.xml" Id="Reaacabac704048d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513a1b9ba5a4896" /><Relationship Type="http://schemas.openxmlformats.org/officeDocument/2006/relationships/notesMaster" Target="/ppt/notesMasters/notesMaster1.xml" Id="Rbbc04bd4ce2f4d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2379e371c54006" /><Relationship Type="http://schemas.openxmlformats.org/officeDocument/2006/relationships/notesMaster" Target="/ppt/notesMasters/notesMaster1.xml" Id="R14852808c15c41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bd786a2da746b6" /><Relationship Type="http://schemas.openxmlformats.org/officeDocument/2006/relationships/notesMaster" Target="/ppt/notesMasters/notesMaster1.xml" Id="R7d18a628cc344f1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ca3059051804383" /><Relationship Type="http://schemas.openxmlformats.org/officeDocument/2006/relationships/notesMaster" Target="/ppt/notesMasters/notesMaster1.xml" Id="R06c9b5dcfb5c46b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1f6fa9a081c4076" /><Relationship Type="http://schemas.openxmlformats.org/officeDocument/2006/relationships/notesMaster" Target="/ppt/notesMasters/notesMaster1.xml" Id="R6533a5ae0ffd4e7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0f51d10aef54ef6" /><Relationship Type="http://schemas.openxmlformats.org/officeDocument/2006/relationships/notesMaster" Target="/ppt/notesMasters/notesMaster1.xml" Id="Rdeb06b611be448d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90c4cac7f3e4315" /><Relationship Type="http://schemas.openxmlformats.org/officeDocument/2006/relationships/notesMaster" Target="/ppt/notesMasters/notesMaster1.xml" Id="R323960b719dd457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640beda71704b4f" /><Relationship Type="http://schemas.openxmlformats.org/officeDocument/2006/relationships/notesMaster" Target="/ppt/notesMasters/notesMaster1.xml" Id="R32e98fc2f69c4a3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cda623be444c3f" /><Relationship Type="http://schemas.openxmlformats.org/officeDocument/2006/relationships/notesMaster" Target="/ppt/notesMasters/notesMaster1.xml" Id="R762f600fb64743d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fa7a43281ab4f80" /><Relationship Type="http://schemas.openxmlformats.org/officeDocument/2006/relationships/notesMaster" Target="/ppt/notesMasters/notesMaster1.xml" Id="R89f32ba718b342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d72627d5b94244" /><Relationship Type="http://schemas.openxmlformats.org/officeDocument/2006/relationships/notesMaster" Target="/ppt/notesMasters/notesMaster1.xml" Id="R760133cb4fee4ca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52b69ac51f442e9" /><Relationship Type="http://schemas.openxmlformats.org/officeDocument/2006/relationships/notesMaster" Target="/ppt/notesMasters/notesMaster1.xml" Id="Ree01fdf60dc34ef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778b58059f3433d" /><Relationship Type="http://schemas.openxmlformats.org/officeDocument/2006/relationships/notesMaster" Target="/ppt/notesMasters/notesMaster1.xml" Id="Rbc078fbe878e4ec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26e253d706e4cb0" /><Relationship Type="http://schemas.openxmlformats.org/officeDocument/2006/relationships/notesMaster" Target="/ppt/notesMasters/notesMaster1.xml" Id="R80734a1b094849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569ac9669a14740" /><Relationship Type="http://schemas.openxmlformats.org/officeDocument/2006/relationships/notesMaster" Target="/ppt/notesMasters/notesMaster1.xml" Id="Re04cc9ce7bb542b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cfdab8d0a94efb" /><Relationship Type="http://schemas.openxmlformats.org/officeDocument/2006/relationships/notesMaster" Target="/ppt/notesMasters/notesMaster1.xml" Id="R0b94af653e524e7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be078bf0f8849f7" /><Relationship Type="http://schemas.openxmlformats.org/officeDocument/2006/relationships/notesMaster" Target="/ppt/notesMasters/notesMaster1.xml" Id="Rbaa5e487de8746c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0737f7fc46b414a" /><Relationship Type="http://schemas.openxmlformats.org/officeDocument/2006/relationships/notesMaster" Target="/ppt/notesMasters/notesMaster1.xml" Id="Rf38c4a144173472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c3ae0d448a740c8" /><Relationship Type="http://schemas.openxmlformats.org/officeDocument/2006/relationships/notesMaster" Target="/ppt/notesMasters/notesMaster1.xml" Id="Rd26d2b19c6354b1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7f1ff06fcb64195" /><Relationship Type="http://schemas.openxmlformats.org/officeDocument/2006/relationships/notesMaster" Target="/ppt/notesMasters/notesMaster1.xml" Id="R59dd679d4864468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e710a8517e84036" /><Relationship Type="http://schemas.openxmlformats.org/officeDocument/2006/relationships/notesMaster" Target="/ppt/notesMasters/notesMaster1.xml" Id="R586f3107aee44b3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cc035e8e3f94a12" /><Relationship Type="http://schemas.openxmlformats.org/officeDocument/2006/relationships/notesMaster" Target="/ppt/notesMasters/notesMaster1.xml" Id="R35e93f66038f4cd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3065aebb6774660" /><Relationship Type="http://schemas.openxmlformats.org/officeDocument/2006/relationships/notesMaster" Target="/ppt/notesMasters/notesMaster1.xml" Id="R781c1dec5fcc401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7e3e9a9495543f8" /><Relationship Type="http://schemas.openxmlformats.org/officeDocument/2006/relationships/notesMaster" Target="/ppt/notesMasters/notesMaster1.xml" Id="Ra83c0dc28acc45c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df3c04e6c1b4d60" /><Relationship Type="http://schemas.openxmlformats.org/officeDocument/2006/relationships/notesMaster" Target="/ppt/notesMasters/notesMaster1.xml" Id="R64f1e1b84426497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6dc834387d84797" /><Relationship Type="http://schemas.openxmlformats.org/officeDocument/2006/relationships/notesMaster" Target="/ppt/notesMasters/notesMaster1.xml" Id="R93dd72a282bc419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2f48c140b5d4cbc" /><Relationship Type="http://schemas.openxmlformats.org/officeDocument/2006/relationships/notesMaster" Target="/ppt/notesMasters/notesMaster1.xml" Id="R5a0450b192d14b6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b08f930439d4794" /><Relationship Type="http://schemas.openxmlformats.org/officeDocument/2006/relationships/notesMaster" Target="/ppt/notesMasters/notesMaster1.xml" Id="R1e79b762fb7b451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0b13e8cbe804420" /><Relationship Type="http://schemas.openxmlformats.org/officeDocument/2006/relationships/notesMaster" Target="/ppt/notesMasters/notesMaster1.xml" Id="Rd071fc46ff8243a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b5842548c7e4dd4" /><Relationship Type="http://schemas.openxmlformats.org/officeDocument/2006/relationships/notesMaster" Target="/ppt/notesMasters/notesMaster1.xml" Id="R292f63170951486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e541c84250047b1" /><Relationship Type="http://schemas.openxmlformats.org/officeDocument/2006/relationships/notesMaster" Target="/ppt/notesMasters/notesMaster1.xml" Id="R5435b2386f3847d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6e3ea3980ad4e4e" /><Relationship Type="http://schemas.openxmlformats.org/officeDocument/2006/relationships/notesMaster" Target="/ppt/notesMasters/notesMaster1.xml" Id="Rf6c63cd46438496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0de56f1dc7e4fea" /><Relationship Type="http://schemas.openxmlformats.org/officeDocument/2006/relationships/notesMaster" Target="/ppt/notesMasters/notesMaster1.xml" Id="R108ebca7d6ad45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bccc87aaca454b"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5f911fc5244599" /><Relationship Type="http://schemas.openxmlformats.org/officeDocument/2006/relationships/slideLayout" Target="/ppt/slideLayouts/slideLayout1.xml" Id="Ra44a39ae4d3844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4a39ae4d3844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512e144c9c4520" /><Relationship Type="http://schemas.openxmlformats.org/officeDocument/2006/relationships/notesSlide" Target="/ppt/notesSlides/notesSlide1.xml" Id="R9724123a90804e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3945e8cdbb4674" /><Relationship Type="http://schemas.openxmlformats.org/officeDocument/2006/relationships/image" Target="/ppt/media/image.jpeg" Id="R1402bf68ff9f4284" /><Relationship Type="http://schemas.openxmlformats.org/officeDocument/2006/relationships/notesSlide" Target="/ppt/notesSlides/notesSlide2.xml" Id="Rb778802b0dc147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554cfd293344bb" /><Relationship Type="http://schemas.openxmlformats.org/officeDocument/2006/relationships/image" Target="/ppt/media/image.png" Id="R4868f5e2b4164de7" /><Relationship Type="http://schemas.openxmlformats.org/officeDocument/2006/relationships/notesSlide" Target="/ppt/notesSlides/notesSlide3.xml" Id="R740249d6ef9e46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c2e9bc81b94317" /><Relationship Type="http://schemas.openxmlformats.org/officeDocument/2006/relationships/image" Target="/ppt/media/image2.png" Id="Rec9a79fbc1144f3f" /><Relationship Type="http://schemas.openxmlformats.org/officeDocument/2006/relationships/notesSlide" Target="/ppt/notesSlides/notesSlide4.xml" Id="Rf3db876052cb4a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14f2ade4484582" /><Relationship Type="http://schemas.openxmlformats.org/officeDocument/2006/relationships/image" Target="/ppt/media/image3.png" Id="Radce89533ef745e2" /><Relationship Type="http://schemas.openxmlformats.org/officeDocument/2006/relationships/notesSlide" Target="/ppt/notesSlides/notesSlide5.xml" Id="R2fd3738d89554a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e39d5e9df1402f" /><Relationship Type="http://schemas.openxmlformats.org/officeDocument/2006/relationships/notesSlide" Target="/ppt/notesSlides/notesSlide6.xml" Id="R16a86e1576c346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82d8f62df649a6" /><Relationship Type="http://schemas.openxmlformats.org/officeDocument/2006/relationships/image" Target="/ppt/media/image.svg" Id="Rdb598bd49769468d" /><Relationship Type="http://schemas.openxmlformats.org/officeDocument/2006/relationships/image" Target="/ppt/media/image.jpeg" Id="Rd63d0587329742e3" /><Relationship Type="http://schemas.openxmlformats.org/officeDocument/2006/relationships/notesSlide" Target="/ppt/notesSlides/notesSlide7.xml" Id="R71a80c1f84434b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e5c49d0f914aab" /><Relationship Type="http://schemas.openxmlformats.org/officeDocument/2006/relationships/image" Target="/ppt/media/image2.jpeg" Id="Rdccd4e1f07164ab6" /><Relationship Type="http://schemas.openxmlformats.org/officeDocument/2006/relationships/image" Target="/ppt/media/image2.svg" Id="R75d52e1b2fcd49ef" /><Relationship Type="http://schemas.openxmlformats.org/officeDocument/2006/relationships/notesSlide" Target="/ppt/notesSlides/notesSlide8.xml" Id="R2e05a48642de46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3adf296a1f447a" /><Relationship Type="http://schemas.openxmlformats.org/officeDocument/2006/relationships/notesSlide" Target="/ppt/notesSlides/notesSlide9.xml" Id="R4d9716da65d94f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100e0999c443ab" /><Relationship Type="http://schemas.openxmlformats.org/officeDocument/2006/relationships/image" Target="/ppt/media/image3.svg" Id="Ra1ce6ade826545e6" /><Relationship Type="http://schemas.openxmlformats.org/officeDocument/2006/relationships/image" Target="/ppt/media/image3.png" Id="R6a5fb93148dd4082" /><Relationship Type="http://schemas.openxmlformats.org/officeDocument/2006/relationships/notesSlide" Target="/ppt/notesSlides/notesSlide10.xml" Id="Rc71b4309d58744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c7f63541cf498f" /><Relationship Type="http://schemas.openxmlformats.org/officeDocument/2006/relationships/image" Target="/ppt/media/image4.png" Id="R42abb2590e944e14" /><Relationship Type="http://schemas.openxmlformats.org/officeDocument/2006/relationships/notesSlide" Target="/ppt/notesSlides/notesSlide11.xml" Id="R828d462789b64d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dce494a2a545bf" /><Relationship Type="http://schemas.openxmlformats.org/officeDocument/2006/relationships/image" Target="/ppt/media/image5.png" Id="Re8f316aa490f4e4e" /><Relationship Type="http://schemas.openxmlformats.org/officeDocument/2006/relationships/image" Target="/ppt/media/image4.svg" Id="R6e0eb2151dd04051" /><Relationship Type="http://schemas.openxmlformats.org/officeDocument/2006/relationships/image" Target="/ppt/media/image4.png" Id="R952724de370c4d4c" /><Relationship Type="http://schemas.openxmlformats.org/officeDocument/2006/relationships/notesSlide" Target="/ppt/notesSlides/notesSlide12.xml" Id="Re77a2dbb79974a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514f183f2b4fef" /><Relationship Type="http://schemas.openxmlformats.org/officeDocument/2006/relationships/image" Target="/ppt/media/image5.svg" Id="R99a6bdc5049145b5" /><Relationship Type="http://schemas.openxmlformats.org/officeDocument/2006/relationships/image" Target="/ppt/media/image5.png" Id="R2a2e06d75ff74881" /><Relationship Type="http://schemas.openxmlformats.org/officeDocument/2006/relationships/notesSlide" Target="/ppt/notesSlides/notesSlide13.xml" Id="R287a1e0d1cef45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a2881f85c94c16" /><Relationship Type="http://schemas.openxmlformats.org/officeDocument/2006/relationships/image" Target="/ppt/media/image6.png" Id="R595e435e95154c8a" /><Relationship Type="http://schemas.openxmlformats.org/officeDocument/2006/relationships/image" Target="/ppt/media/image6.svg" Id="Rbad7df94eaef45b0" /><Relationship Type="http://schemas.openxmlformats.org/officeDocument/2006/relationships/notesSlide" Target="/ppt/notesSlides/notesSlide14.xml" Id="R5b0eafa87f2145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6de93f8f254e7b" /><Relationship Type="http://schemas.openxmlformats.org/officeDocument/2006/relationships/image" Target="/ppt/media/image7.png" Id="Rcaeb2b58db59441c" /><Relationship Type="http://schemas.openxmlformats.org/officeDocument/2006/relationships/image" Target="/ppt/media/image7.svg" Id="Rb66cb1df54fc46ed" /><Relationship Type="http://schemas.openxmlformats.org/officeDocument/2006/relationships/notesSlide" Target="/ppt/notesSlides/notesSlide15.xml" Id="R103f87b449f84e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41380a2b074ec1" /><Relationship Type="http://schemas.openxmlformats.org/officeDocument/2006/relationships/image" Target="/ppt/media/image8.png" Id="R75759a6e6c8949fe" /><Relationship Type="http://schemas.openxmlformats.org/officeDocument/2006/relationships/image" Target="/ppt/media/image8.svg" Id="R9dfe86adb2b0448a" /><Relationship Type="http://schemas.openxmlformats.org/officeDocument/2006/relationships/notesSlide" Target="/ppt/notesSlides/notesSlide16.xml" Id="Rc523f1fe97ce4e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9f3697a347468c" /><Relationship Type="http://schemas.openxmlformats.org/officeDocument/2006/relationships/notesSlide" Target="/ppt/notesSlides/notesSlide17.xml" Id="R326fdee472b740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5f823929fb949a3" /><Relationship Type="http://schemas.openxmlformats.org/officeDocument/2006/relationships/notesSlide" Target="/ppt/notesSlides/notesSlide18.xml" Id="Rc2c8f6ffb21e48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8c5282eda414f1e" /><Relationship Type="http://schemas.openxmlformats.org/officeDocument/2006/relationships/notesSlide" Target="/ppt/notesSlides/notesSlide19.xml" Id="Re80149f5d0ed49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07fa7e6a2ab47bc" /><Relationship Type="http://schemas.openxmlformats.org/officeDocument/2006/relationships/image" Target="/ppt/media/image9.png" Id="R0c519439b9dd47e9" /><Relationship Type="http://schemas.openxmlformats.org/officeDocument/2006/relationships/notesSlide" Target="/ppt/notesSlides/notesSlide20.xml" Id="Rcd72fb4f5a2940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e2508ae63dd4e13" /><Relationship Type="http://schemas.openxmlformats.org/officeDocument/2006/relationships/notesSlide" Target="/ppt/notesSlides/notesSlide21.xml" Id="Rb22e12a3255e47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8d305be2fab4372" /><Relationship Type="http://schemas.openxmlformats.org/officeDocument/2006/relationships/notesSlide" Target="/ppt/notesSlides/notesSlide22.xml" Id="Rf5bca615e3124a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1c339960bfc4a08" /><Relationship Type="http://schemas.openxmlformats.org/officeDocument/2006/relationships/notesSlide" Target="/ppt/notesSlides/notesSlide23.xml" Id="Rdc6a88bfd4154f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6347cdc74644f8c" /><Relationship Type="http://schemas.openxmlformats.org/officeDocument/2006/relationships/notesSlide" Target="/ppt/notesSlides/notesSlide24.xml" Id="Rc94853c5587e42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643b7b652f4c86" /><Relationship Type="http://schemas.openxmlformats.org/officeDocument/2006/relationships/notesSlide" Target="/ppt/notesSlides/notesSlide25.xml" Id="Re82654db084d47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b697b586d14279" /><Relationship Type="http://schemas.openxmlformats.org/officeDocument/2006/relationships/notesSlide" Target="/ppt/notesSlides/notesSlide26.xml" Id="R7e03e8e9d5134a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dd8777ea23b4019" /><Relationship Type="http://schemas.openxmlformats.org/officeDocument/2006/relationships/notesSlide" Target="/ppt/notesSlides/notesSlide27.xml" Id="R653a8d1b126546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9a52e09ca674063" /><Relationship Type="http://schemas.openxmlformats.org/officeDocument/2006/relationships/image" Target="/ppt/media/image10.png" Id="Rdda5a2d3945b4f4f" /><Relationship Type="http://schemas.openxmlformats.org/officeDocument/2006/relationships/notesSlide" Target="/ppt/notesSlides/notesSlide28.xml" Id="R04c59a1f0fbe481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e6ef7660563476c" /><Relationship Type="http://schemas.openxmlformats.org/officeDocument/2006/relationships/image" Target="/ppt/media/image11.png" Id="R4826be7d15af4aa7" /><Relationship Type="http://schemas.openxmlformats.org/officeDocument/2006/relationships/notesSlide" Target="/ppt/notesSlides/notesSlide29.xml" Id="R8649413395ff478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6506df2164a4520" /><Relationship Type="http://schemas.openxmlformats.org/officeDocument/2006/relationships/notesSlide" Target="/ppt/notesSlides/notesSlide30.xml" Id="Rc865b1ed9c3d429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250d9dce6264c89" /><Relationship Type="http://schemas.openxmlformats.org/officeDocument/2006/relationships/notesSlide" Target="/ppt/notesSlides/notesSlide31.xml" Id="R96d878c5965a40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1ae854fbbf04400" /><Relationship Type="http://schemas.openxmlformats.org/officeDocument/2006/relationships/notesSlide" Target="/ppt/notesSlides/notesSlide32.xml" Id="R7493563d00ce4d3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12e3b8f14a74ced" /><Relationship Type="http://schemas.openxmlformats.org/officeDocument/2006/relationships/notesSlide" Target="/ppt/notesSlides/notesSlide33.xml" Id="Ref798bd16de24e8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7aff6349df64552" /><Relationship Type="http://schemas.openxmlformats.org/officeDocument/2006/relationships/notesSlide" Target="/ppt/notesSlides/notesSlide34.xml" Id="R401cafdcdc5f415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7ef088515274fe2" /><Relationship Type="http://schemas.openxmlformats.org/officeDocument/2006/relationships/notesSlide" Target="/ppt/notesSlides/notesSlide35.xml" Id="R1664d22ade4445e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b98fd8c870d4656" /><Relationship Type="http://schemas.openxmlformats.org/officeDocument/2006/relationships/notesSlide" Target="/ppt/notesSlides/notesSlide36.xml" Id="R2786998b9c6840a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978caa18a90480b" /><Relationship Type="http://schemas.openxmlformats.org/officeDocument/2006/relationships/notesSlide" Target="/ppt/notesSlides/notesSlide37.xml" Id="R4232df8b316d435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ee44aabee144273" /><Relationship Type="http://schemas.openxmlformats.org/officeDocument/2006/relationships/image" Target="/ppt/media/image12.png" Id="R593338b56c1448fd" /><Relationship Type="http://schemas.openxmlformats.org/officeDocument/2006/relationships/notesSlide" Target="/ppt/notesSlides/notesSlide38.xml" Id="R7def68df239549c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47442b0f4a449d6" /><Relationship Type="http://schemas.openxmlformats.org/officeDocument/2006/relationships/notesSlide" Target="/ppt/notesSlides/notesSlide39.xml" Id="R30946f5b25c144c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0152d0b78fc429a" /><Relationship Type="http://schemas.openxmlformats.org/officeDocument/2006/relationships/notesSlide" Target="/ppt/notesSlides/notesSlide40.xml" Id="R6d172af6d160453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85f7321f2434052" /><Relationship Type="http://schemas.openxmlformats.org/officeDocument/2006/relationships/notesSlide" Target="/ppt/notesSlides/notesSlide41.xml" Id="Rc803e9ade9b9463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505cc493f7a4e15" /><Relationship Type="http://schemas.openxmlformats.org/officeDocument/2006/relationships/notesSlide" Target="/ppt/notesSlides/notesSlide42.xml" Id="Rf172b4e06866485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0250cb8177d401a" /><Relationship Type="http://schemas.openxmlformats.org/officeDocument/2006/relationships/image" Target="/ppt/media/image2.jpeg" Id="R4bd93389da104bcd" /><Relationship Type="http://schemas.openxmlformats.org/officeDocument/2006/relationships/notesSlide" Target="/ppt/notesSlides/notesSlide43.xml" Id="R79b84e3b03fb4e0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7f806ccf05e4d87" /><Relationship Type="http://schemas.openxmlformats.org/officeDocument/2006/relationships/notesSlide" Target="/ppt/notesSlides/notesSlide44.xml" Id="Ra1574f13ca644d0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6571296ba484fb2" /><Relationship Type="http://schemas.openxmlformats.org/officeDocument/2006/relationships/notesSlide" Target="/ppt/notesSlides/notesSlide45.xml" Id="Rd44d5af28d4f40f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532acb8634248a0" /><Relationship Type="http://schemas.openxmlformats.org/officeDocument/2006/relationships/notesSlide" Target="/ppt/notesSlides/notesSlide46.xml" Id="R555a2fe55b33410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0375b6d366a4c26" /><Relationship Type="http://schemas.openxmlformats.org/officeDocument/2006/relationships/notesSlide" Target="/ppt/notesSlides/notesSlide47.xml" Id="R7ed8d7eeac464a4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56aeb0cafed4f1c" /><Relationship Type="http://schemas.openxmlformats.org/officeDocument/2006/relationships/notesSlide" Target="/ppt/notesSlides/notesSlide48.xml" Id="R0fe7ad7f407f40b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d855fae9114415b" /><Relationship Type="http://schemas.openxmlformats.org/officeDocument/2006/relationships/notesSlide" Target="/ppt/notesSlides/notesSlide49.xml" Id="R1f99ebe14974406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968b6c3925842d7" /><Relationship Type="http://schemas.openxmlformats.org/officeDocument/2006/relationships/image" Target="/ppt/media/image9.svg" Id="Rbf37ad92876b444a" /><Relationship Type="http://schemas.openxmlformats.org/officeDocument/2006/relationships/image" Target="/ppt/media/image9.png" Id="R79753db2b46d4203" /><Relationship Type="http://schemas.openxmlformats.org/officeDocument/2006/relationships/notesSlide" Target="/ppt/notesSlides/notesSlide50.xml" Id="Redd316153403459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540d27eebd24ada" /><Relationship Type="http://schemas.openxmlformats.org/officeDocument/2006/relationships/notesSlide" Target="/ppt/notesSlides/notesSlide51.xml" Id="R42c9ecb41be74cb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d91be9ee6d24008" /><Relationship Type="http://schemas.openxmlformats.org/officeDocument/2006/relationships/notesSlide" Target="/ppt/notesSlides/notesSlide52.xml" Id="Ra42e24a4754b4b8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97a3da5bb4f49fd" /><Relationship Type="http://schemas.openxmlformats.org/officeDocument/2006/relationships/notesSlide" Target="/ppt/notesSlides/notesSlide53.xml" Id="Rdc2b7c4c1aaf45b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6ec8bf31e094f94" /><Relationship Type="http://schemas.openxmlformats.org/officeDocument/2006/relationships/image" Target="/ppt/media/image13.png" Id="Rd2ea2b655df14a0c" /><Relationship Type="http://schemas.openxmlformats.org/officeDocument/2006/relationships/notesSlide" Target="/ppt/notesSlides/notesSlide54.xml" Id="R0df4bbc0cb3e410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235ee52faee45bb" /><Relationship Type="http://schemas.openxmlformats.org/officeDocument/2006/relationships/hyperlink" Target="https://www.inceptionlabs.ai/blog/introducing-mercury-2" TargetMode="External" Id="Rbc13e0bf8a4a487f" /><Relationship Type="http://schemas.openxmlformats.org/officeDocument/2006/relationships/notesSlide" Target="/ppt/notesSlides/notesSlide55.xml" Id="R7e536e7024b54e4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136b2f5440e4c5a" /><Relationship Type="http://schemas.openxmlformats.org/officeDocument/2006/relationships/notesSlide" Target="/ppt/notesSlides/notesSlide56.xml" Id="R7699793b7d9647f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a322c30d32e4384" /><Relationship Type="http://schemas.openxmlformats.org/officeDocument/2006/relationships/notesSlide" Target="/ppt/notesSlides/notesSlide57.xml" Id="Re818e417e9e3462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f9d0a6fcee64f90" /><Relationship Type="http://schemas.openxmlformats.org/officeDocument/2006/relationships/notesSlide" Target="/ppt/notesSlides/notesSlide58.xml" Id="R8b54d23f3f0c43b4"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1402bf68ff9f4284"/>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4868f5e2b4164de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ec9a79fbc1144f3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adce89533ef745e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d63d0587329742e3">
            <a:extLst>
              <a:ext uri="{96DAC541-7B7A-43D3-8B79-37D633B846F1}">
                <asvg:svgBlip xmlns:asvg="http://schemas.microsoft.com/office/drawing/2016/SVG/main" r:embed="Rdb598bd49769468d"/>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dccd4e1f07164ab6">
            <a:extLst>
              <a:ext uri="{96DAC541-7B7A-43D3-8B79-37D633B846F1}">
                <asvg:svgBlip xmlns:asvg="http://schemas.microsoft.com/office/drawing/2016/SVG/main" r:embed="R75d52e1b2fcd49e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6a5fb93148dd4082">
            <a:extLst>
              <a:ext uri="{96DAC541-7B7A-43D3-8B79-37D633B846F1}">
                <asvg:svgBlip xmlns:asvg="http://schemas.microsoft.com/office/drawing/2016/SVG/main" r:embed="Ra1ce6ade826545e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42abb2590e944e14"/>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e8f316aa490f4e4e"/>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952724de370c4d4c">
            <a:extLst>
              <a:ext uri="{96DAC541-7B7A-43D3-8B79-37D633B846F1}">
                <asvg:svgBlip xmlns:asvg="http://schemas.microsoft.com/office/drawing/2016/SVG/main" r:embed="R6e0eb2151dd0405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2a2e06d75ff74881">
            <a:extLst>
              <a:ext uri="{96DAC541-7B7A-43D3-8B79-37D633B846F1}">
                <asvg:svgBlip xmlns:asvg="http://schemas.microsoft.com/office/drawing/2016/SVG/main" r:embed="R99a6bdc5049145b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595e435e95154c8a"/>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595e435e95154c8a">
            <a:extLst>
              <a:ext uri="{96DAC541-7B7A-43D3-8B79-37D633B846F1}">
                <asvg:svgBlip xmlns:asvg="http://schemas.microsoft.com/office/drawing/2016/SVG/main" r:embed="Rbad7df94eaef45b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caeb2b58db59441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caeb2b58db59441c">
            <a:extLst>
              <a:ext uri="{96DAC541-7B7A-43D3-8B79-37D633B846F1}">
                <asvg:svgBlip xmlns:asvg="http://schemas.microsoft.com/office/drawing/2016/SVG/main" r:embed="Rb66cb1df54fc46e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75759a6e6c8949fe">
            <a:extLst>
              <a:ext uri="{96DAC541-7B7A-43D3-8B79-37D633B846F1}">
                <asvg:svgBlip xmlns:asvg="http://schemas.microsoft.com/office/drawing/2016/SVG/main" r:embed="R9dfe86adb2b0448a"/>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167305593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Tree>
    <p:extLst>
      <p:ext uri="{BB962C8B-B14F-4D97-AF65-F5344CB8AC3E}">
        <p14:creationId xmlns:p14="http://schemas.microsoft.com/office/powerpoint/2010/main" val="53122695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cxnSp>
        <p:nvCxnSpPr>
          <p:cNvPr id="2036758522"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3"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4"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5"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6"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7"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8"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29"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0"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1"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2"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3"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4"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5"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6"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7"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8"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39"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0"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1"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2"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3"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4"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5"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6"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7"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8"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49"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0"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1"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2"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3"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4"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5"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6"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7"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8"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59"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0"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1"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2"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3"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4"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5"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6"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7"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8"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69"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70"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71"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0c519439b9dd47e9"/>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dda5a2d3945b4f4f"/>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4826be7d15af4aa7"/>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593338b56c1448f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4bd93389da104bcd"/>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79753db2b46d4203">
            <a:extLst>
              <a:ext uri="{96DAC541-7B7A-43D3-8B79-37D633B846F1}">
                <asvg:svgBlip xmlns:asvg="http://schemas.microsoft.com/office/drawing/2016/SVG/main" r:embed="Rbf37ad92876b444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Some FFN neurons correlate with specific facts</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7650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0B0F19"/>
                </a:solidFill>
              </a:defRPr>
            </a:pPr>
            <a:r>
              <a:rPr sz="1650" b="1">
                <a:solidFill>
                  <a:srgbClr val="0B0F19"/>
                </a:solidFill>
              </a:rPr>
              <a:t>1  Hidden state enters the FFN</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337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0B0F19"/>
                </a:solidFill>
              </a:defRPr>
            </a:pPr>
            <a:r>
              <a:rPr sz="1650" b="1">
                <a:solidFill>
                  <a:srgbClr val="0B0F19"/>
                </a:solidFill>
              </a:rPr>
              <a:t>2  Intermediate neurons activate selectively</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191000"/>
            <a:ext cx="4953000" cy="6858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FF4D4F"/>
                </a:solidFill>
              </a:defRPr>
            </a:pPr>
            <a:r>
              <a:rPr sz="1575" b="1">
                <a:solidFill>
                  <a:srgbClr val="FF4D4F"/>
                </a:solidFill>
              </a:rPr>
              <a:t>Evidence: activation correlates with fact expression</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2563EB"/>
                </a:solidFill>
              </a:defRPr>
            </a:pPr>
            <a:r>
              <a:rPr sz="1800" b="1">
                <a:solidFill>
                  <a:srgbClr val="2563EB"/>
                </a:solidFill>
              </a:rPr>
              <a:t>The FFN is a two-layer MLP after self-attention.</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91125"/>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Caution: correlation does not prove that one fact lives in one neuron.</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
          <p:cNvPicPr>
            <a:picLocks xmlns:a="http://schemas.openxmlformats.org/drawingml/2006/main" noChangeAspect="1"/>
          </p:cNvPicPr>
          <p:nvPr/>
        </p:nvPicPr>
        <p:blipFill>
          <a:blip xmlns:r="http://schemas.openxmlformats.org/officeDocument/2006/relationships" xmlns:a="http://schemas.openxmlformats.org/drawingml/2006/main" r:embed="Rd2ea2b655df14a0c"/>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bc13e0bf8a4a487f"/>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2026-07-27T06:54:26.9700000Z</dcterms:created>
  <dcterms:modified xsi:type="dcterms:W3CDTF">2026-07-27T06:54:26.9700000Z</dcterms:modified>
</coreProperties>
</file>